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vml" ContentType="application/vnd.openxmlformats-officedocument.vmlDrawing"/>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184"/>
  </p:notesMasterIdLst>
  <p:handoutMasterIdLst>
    <p:handoutMasterId r:id="rId185"/>
  </p:handoutMasterIdLst>
  <p:sldIdLst>
    <p:sldId id="996" r:id="rId2"/>
    <p:sldId id="823" r:id="rId3"/>
    <p:sldId id="581" r:id="rId4"/>
    <p:sldId id="998" r:id="rId5"/>
    <p:sldId id="997" r:id="rId6"/>
    <p:sldId id="825" r:id="rId7"/>
    <p:sldId id="826" r:id="rId8"/>
    <p:sldId id="1014" r:id="rId9"/>
    <p:sldId id="1015" r:id="rId10"/>
    <p:sldId id="999" r:id="rId11"/>
    <p:sldId id="1000" r:id="rId12"/>
    <p:sldId id="807" r:id="rId13"/>
    <p:sldId id="829" r:id="rId14"/>
    <p:sldId id="828" r:id="rId15"/>
    <p:sldId id="1001" r:id="rId16"/>
    <p:sldId id="827" r:id="rId17"/>
    <p:sldId id="809" r:id="rId18"/>
    <p:sldId id="810" r:id="rId19"/>
    <p:sldId id="811" r:id="rId20"/>
    <p:sldId id="812" r:id="rId21"/>
    <p:sldId id="813" r:id="rId22"/>
    <p:sldId id="832" r:id="rId23"/>
    <p:sldId id="831" r:id="rId24"/>
    <p:sldId id="1002" r:id="rId25"/>
    <p:sldId id="511" r:id="rId26"/>
    <p:sldId id="1009" r:id="rId27"/>
    <p:sldId id="516" r:id="rId28"/>
    <p:sldId id="517" r:id="rId29"/>
    <p:sldId id="592" r:id="rId30"/>
    <p:sldId id="833" r:id="rId31"/>
    <p:sldId id="651" r:id="rId32"/>
    <p:sldId id="655" r:id="rId33"/>
    <p:sldId id="668" r:id="rId34"/>
    <p:sldId id="669" r:id="rId35"/>
    <p:sldId id="670" r:id="rId36"/>
    <p:sldId id="671" r:id="rId37"/>
    <p:sldId id="675" r:id="rId38"/>
    <p:sldId id="676" r:id="rId39"/>
    <p:sldId id="677" r:id="rId40"/>
    <p:sldId id="680" r:id="rId41"/>
    <p:sldId id="681" r:id="rId42"/>
    <p:sldId id="682" r:id="rId43"/>
    <p:sldId id="1003" r:id="rId44"/>
    <p:sldId id="593" r:id="rId45"/>
    <p:sldId id="767" r:id="rId46"/>
    <p:sldId id="594" r:id="rId47"/>
    <p:sldId id="595" r:id="rId48"/>
    <p:sldId id="1004" r:id="rId49"/>
    <p:sldId id="596" r:id="rId50"/>
    <p:sldId id="586" r:id="rId51"/>
    <p:sldId id="587" r:id="rId52"/>
    <p:sldId id="588" r:id="rId53"/>
    <p:sldId id="537" r:id="rId54"/>
    <p:sldId id="584" r:id="rId55"/>
    <p:sldId id="597" r:id="rId56"/>
    <p:sldId id="590" r:id="rId57"/>
    <p:sldId id="583" r:id="rId58"/>
    <p:sldId id="585" r:id="rId59"/>
    <p:sldId id="598" r:id="rId60"/>
    <p:sldId id="447" r:id="rId61"/>
    <p:sldId id="448" r:id="rId62"/>
    <p:sldId id="613" r:id="rId63"/>
    <p:sldId id="519" r:id="rId64"/>
    <p:sldId id="1008" r:id="rId65"/>
    <p:sldId id="520" r:id="rId66"/>
    <p:sldId id="606" r:id="rId67"/>
    <p:sldId id="601" r:id="rId68"/>
    <p:sldId id="602" r:id="rId69"/>
    <p:sldId id="603" r:id="rId70"/>
    <p:sldId id="604" r:id="rId71"/>
    <p:sldId id="605" r:id="rId72"/>
    <p:sldId id="608" r:id="rId73"/>
    <p:sldId id="690" r:id="rId74"/>
    <p:sldId id="691" r:id="rId75"/>
    <p:sldId id="610" r:id="rId76"/>
    <p:sldId id="612" r:id="rId77"/>
    <p:sldId id="600" r:id="rId78"/>
    <p:sldId id="616" r:id="rId79"/>
    <p:sldId id="614" r:id="rId80"/>
    <p:sldId id="599" r:id="rId81"/>
    <p:sldId id="617" r:id="rId82"/>
    <p:sldId id="618" r:id="rId83"/>
    <p:sldId id="619" r:id="rId84"/>
    <p:sldId id="620" r:id="rId85"/>
    <p:sldId id="637" r:id="rId86"/>
    <p:sldId id="638" r:id="rId87"/>
    <p:sldId id="817" r:id="rId88"/>
    <p:sldId id="639" r:id="rId89"/>
    <p:sldId id="640" r:id="rId90"/>
    <p:sldId id="835" r:id="rId91"/>
    <p:sldId id="699" r:id="rId92"/>
    <p:sldId id="818" r:id="rId93"/>
    <p:sldId id="641" r:id="rId94"/>
    <p:sldId id="769" r:id="rId95"/>
    <p:sldId id="820" r:id="rId96"/>
    <p:sldId id="819" r:id="rId97"/>
    <p:sldId id="770" r:id="rId98"/>
    <p:sldId id="771" r:id="rId99"/>
    <p:sldId id="647" r:id="rId100"/>
    <p:sldId id="703" r:id="rId101"/>
    <p:sldId id="704" r:id="rId102"/>
    <p:sldId id="648" r:id="rId103"/>
    <p:sldId id="772" r:id="rId104"/>
    <p:sldId id="649" r:id="rId105"/>
    <p:sldId id="650" r:id="rId106"/>
    <p:sldId id="753" r:id="rId107"/>
    <p:sldId id="683" r:id="rId108"/>
    <p:sldId id="684" r:id="rId109"/>
    <p:sldId id="773" r:id="rId110"/>
    <p:sldId id="774" r:id="rId111"/>
    <p:sldId id="775" r:id="rId112"/>
    <p:sldId id="803" r:id="rId113"/>
    <p:sldId id="804" r:id="rId114"/>
    <p:sldId id="805" r:id="rId115"/>
    <p:sldId id="806" r:id="rId116"/>
    <p:sldId id="802" r:id="rId117"/>
    <p:sldId id="800" r:id="rId118"/>
    <p:sldId id="801" r:id="rId119"/>
    <p:sldId id="778" r:id="rId120"/>
    <p:sldId id="779" r:id="rId121"/>
    <p:sldId id="780" r:id="rId122"/>
    <p:sldId id="781" r:id="rId123"/>
    <p:sldId id="782" r:id="rId124"/>
    <p:sldId id="783" r:id="rId125"/>
    <p:sldId id="784" r:id="rId126"/>
    <p:sldId id="785" r:id="rId127"/>
    <p:sldId id="786" r:id="rId128"/>
    <p:sldId id="788" r:id="rId129"/>
    <p:sldId id="789" r:id="rId130"/>
    <p:sldId id="1010" r:id="rId131"/>
    <p:sldId id="836" r:id="rId132"/>
    <p:sldId id="1011" r:id="rId133"/>
    <p:sldId id="791" r:id="rId134"/>
    <p:sldId id="790" r:id="rId135"/>
    <p:sldId id="727" r:id="rId136"/>
    <p:sldId id="688" r:id="rId137"/>
    <p:sldId id="689" r:id="rId138"/>
    <p:sldId id="728" r:id="rId139"/>
    <p:sldId id="692" r:id="rId140"/>
    <p:sldId id="725" r:id="rId141"/>
    <p:sldId id="709" r:id="rId142"/>
    <p:sldId id="723" r:id="rId143"/>
    <p:sldId id="710" r:id="rId144"/>
    <p:sldId id="714" r:id="rId145"/>
    <p:sldId id="715" r:id="rId146"/>
    <p:sldId id="716" r:id="rId147"/>
    <p:sldId id="717" r:id="rId148"/>
    <p:sldId id="718" r:id="rId149"/>
    <p:sldId id="719" r:id="rId150"/>
    <p:sldId id="721" r:id="rId151"/>
    <p:sldId id="720" r:id="rId152"/>
    <p:sldId id="693" r:id="rId153"/>
    <p:sldId id="722" r:id="rId154"/>
    <p:sldId id="724" r:id="rId155"/>
    <p:sldId id="729" r:id="rId156"/>
    <p:sldId id="1012" r:id="rId157"/>
    <p:sldId id="839" r:id="rId158"/>
    <p:sldId id="841" r:id="rId159"/>
    <p:sldId id="1013" r:id="rId160"/>
    <p:sldId id="842" r:id="rId161"/>
    <p:sldId id="850" r:id="rId162"/>
    <p:sldId id="852" r:id="rId163"/>
    <p:sldId id="853" r:id="rId164"/>
    <p:sldId id="843" r:id="rId165"/>
    <p:sldId id="844" r:id="rId166"/>
    <p:sldId id="845" r:id="rId167"/>
    <p:sldId id="855" r:id="rId168"/>
    <p:sldId id="854" r:id="rId169"/>
    <p:sldId id="847" r:id="rId170"/>
    <p:sldId id="848" r:id="rId171"/>
    <p:sldId id="856" r:id="rId172"/>
    <p:sldId id="748" r:id="rId173"/>
    <p:sldId id="750" r:id="rId174"/>
    <p:sldId id="798" r:id="rId175"/>
    <p:sldId id="751" r:id="rId176"/>
    <p:sldId id="793" r:id="rId177"/>
    <p:sldId id="794" r:id="rId178"/>
    <p:sldId id="795" r:id="rId179"/>
    <p:sldId id="761" r:id="rId180"/>
    <p:sldId id="796" r:id="rId181"/>
    <p:sldId id="762" r:id="rId182"/>
    <p:sldId id="797" r:id="rId183"/>
  </p:sldIdLst>
  <p:sldSz cx="9144000" cy="6858000" type="screen4x3"/>
  <p:notesSz cx="6858000" cy="9144000"/>
  <p:defaultTextStyle>
    <a:defPPr>
      <a:defRPr lang="zh-CN"/>
    </a:defPPr>
    <a:lvl1pPr algn="l" rtl="0" eaLnBrk="0" fontAlgn="base" hangingPunct="0">
      <a:spcBef>
        <a:spcPct val="0"/>
      </a:spcBef>
      <a:spcAft>
        <a:spcPct val="0"/>
      </a:spcAft>
      <a:defRPr sz="2800" kern="1200">
        <a:solidFill>
          <a:schemeClr val="tx1"/>
        </a:solidFill>
        <a:latin typeface="Times New Roman" panose="02020603050405020304" pitchFamily="18" charset="0"/>
        <a:ea typeface="仿宋_GB2312" pitchFamily="49" charset="-122"/>
        <a:cs typeface="+mn-cs"/>
      </a:defRPr>
    </a:lvl1pPr>
    <a:lvl2pPr marL="457200" algn="l" rtl="0" eaLnBrk="0" fontAlgn="base" hangingPunct="0">
      <a:spcBef>
        <a:spcPct val="0"/>
      </a:spcBef>
      <a:spcAft>
        <a:spcPct val="0"/>
      </a:spcAft>
      <a:defRPr sz="2800" kern="1200">
        <a:solidFill>
          <a:schemeClr val="tx1"/>
        </a:solidFill>
        <a:latin typeface="Times New Roman" panose="02020603050405020304" pitchFamily="18" charset="0"/>
        <a:ea typeface="仿宋_GB2312" pitchFamily="49" charset="-122"/>
        <a:cs typeface="+mn-cs"/>
      </a:defRPr>
    </a:lvl2pPr>
    <a:lvl3pPr marL="914400" algn="l" rtl="0" eaLnBrk="0" fontAlgn="base" hangingPunct="0">
      <a:spcBef>
        <a:spcPct val="0"/>
      </a:spcBef>
      <a:spcAft>
        <a:spcPct val="0"/>
      </a:spcAft>
      <a:defRPr sz="2800" kern="1200">
        <a:solidFill>
          <a:schemeClr val="tx1"/>
        </a:solidFill>
        <a:latin typeface="Times New Roman" panose="02020603050405020304" pitchFamily="18" charset="0"/>
        <a:ea typeface="仿宋_GB2312" pitchFamily="49" charset="-122"/>
        <a:cs typeface="+mn-cs"/>
      </a:defRPr>
    </a:lvl3pPr>
    <a:lvl4pPr marL="1371600" algn="l" rtl="0" eaLnBrk="0" fontAlgn="base" hangingPunct="0">
      <a:spcBef>
        <a:spcPct val="0"/>
      </a:spcBef>
      <a:spcAft>
        <a:spcPct val="0"/>
      </a:spcAft>
      <a:defRPr sz="2800" kern="1200">
        <a:solidFill>
          <a:schemeClr val="tx1"/>
        </a:solidFill>
        <a:latin typeface="Times New Roman" panose="02020603050405020304" pitchFamily="18" charset="0"/>
        <a:ea typeface="仿宋_GB2312" pitchFamily="49" charset="-122"/>
        <a:cs typeface="+mn-cs"/>
      </a:defRPr>
    </a:lvl4pPr>
    <a:lvl5pPr marL="1828800" algn="l" rtl="0" eaLnBrk="0" fontAlgn="base" hangingPunct="0">
      <a:spcBef>
        <a:spcPct val="0"/>
      </a:spcBef>
      <a:spcAft>
        <a:spcPct val="0"/>
      </a:spcAft>
      <a:defRPr sz="2800" kern="1200">
        <a:solidFill>
          <a:schemeClr val="tx1"/>
        </a:solidFill>
        <a:latin typeface="Times New Roman" panose="02020603050405020304" pitchFamily="18" charset="0"/>
        <a:ea typeface="仿宋_GB2312" pitchFamily="49" charset="-122"/>
        <a:cs typeface="+mn-cs"/>
      </a:defRPr>
    </a:lvl5pPr>
    <a:lvl6pPr marL="2286000" algn="l" defTabSz="914400" rtl="0" eaLnBrk="1" latinLnBrk="0" hangingPunct="1">
      <a:defRPr sz="2800" kern="1200">
        <a:solidFill>
          <a:schemeClr val="tx1"/>
        </a:solidFill>
        <a:latin typeface="Times New Roman" panose="02020603050405020304" pitchFamily="18" charset="0"/>
        <a:ea typeface="仿宋_GB2312" pitchFamily="49" charset="-122"/>
        <a:cs typeface="+mn-cs"/>
      </a:defRPr>
    </a:lvl6pPr>
    <a:lvl7pPr marL="2743200" algn="l" defTabSz="914400" rtl="0" eaLnBrk="1" latinLnBrk="0" hangingPunct="1">
      <a:defRPr sz="2800" kern="1200">
        <a:solidFill>
          <a:schemeClr val="tx1"/>
        </a:solidFill>
        <a:latin typeface="Times New Roman" panose="02020603050405020304" pitchFamily="18" charset="0"/>
        <a:ea typeface="仿宋_GB2312" pitchFamily="49" charset="-122"/>
        <a:cs typeface="+mn-cs"/>
      </a:defRPr>
    </a:lvl7pPr>
    <a:lvl8pPr marL="3200400" algn="l" defTabSz="914400" rtl="0" eaLnBrk="1" latinLnBrk="0" hangingPunct="1">
      <a:defRPr sz="2800" kern="1200">
        <a:solidFill>
          <a:schemeClr val="tx1"/>
        </a:solidFill>
        <a:latin typeface="Times New Roman" panose="02020603050405020304" pitchFamily="18" charset="0"/>
        <a:ea typeface="仿宋_GB2312" pitchFamily="49" charset="-122"/>
        <a:cs typeface="+mn-cs"/>
      </a:defRPr>
    </a:lvl8pPr>
    <a:lvl9pPr marL="3657600" algn="l" defTabSz="914400" rtl="0" eaLnBrk="1" latinLnBrk="0" hangingPunct="1">
      <a:defRPr sz="2800" kern="1200">
        <a:solidFill>
          <a:schemeClr val="tx1"/>
        </a:solidFill>
        <a:latin typeface="Times New Roman" panose="02020603050405020304" pitchFamily="18" charset="0"/>
        <a:ea typeface="仿宋_GB2312" pitchFamily="49"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16D9F66E-5EB9-4882-86FB-DCBF35E3C3E4}" styleName="中度样式 4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695" autoAdjust="0"/>
    <p:restoredTop sz="94790" autoAdjust="0"/>
  </p:normalViewPr>
  <p:slideViewPr>
    <p:cSldViewPr snapToObjects="1">
      <p:cViewPr>
        <p:scale>
          <a:sx n="95" d="100"/>
          <a:sy n="95" d="100"/>
        </p:scale>
        <p:origin x="1944" y="96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5514"/>
    </p:cViewPr>
  </p:sorterViewPr>
  <p:notesViewPr>
    <p:cSldViewPr snapToObjects="1">
      <p:cViewPr varScale="1">
        <p:scale>
          <a:sx n="61" d="100"/>
          <a:sy n="61" d="100"/>
        </p:scale>
        <p:origin x="2742" y="66"/>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notesMaster" Target="notesMasters/notesMaster1.xml"/><Relationship Id="rId189"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presProps" Target="pres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viewProps" Target="viewProps.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0.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1.emf"/></Relationships>
</file>

<file path=ppt/drawings/_rels/vmlDrawing3.v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image" Target="../media/image13.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3.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4.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7.v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image" Target="../media/image21.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vml.rels><?xml version="1.0" encoding="UTF-8" standalone="yes"?>
<Relationships xmlns="http://schemas.openxmlformats.org/package/2006/relationships"><Relationship Id="rId2" Type="http://schemas.openxmlformats.org/officeDocument/2006/relationships/image" Target="../media/image26.emf"/><Relationship Id="rId1" Type="http://schemas.openxmlformats.org/officeDocument/2006/relationships/image" Target="../media/image25.emf"/></Relationships>
</file>

<file path=ppt/drawings/_rels/vmlDrawing10.v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image" Target="../media/image27.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7.emf"/></Relationships>
</file>

<file path=ppt/drawings/_rels/vmlDrawing12.v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image" Target="../media/image30.emf"/></Relationships>
</file>

<file path=ppt/drawings/_rels/vmlDrawing13.v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image" Target="../media/image32.emf"/></Relationships>
</file>

<file path=ppt/drawings/_rels/vmlDrawing14.v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image" Target="../media/image34.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36.emf"/></Relationships>
</file>

<file path=ppt/drawings/_rels/vmlDrawing16.v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image" Target="../media/image37.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39.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40.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41.e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41.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074" name="Rectangle 2">
            <a:extLst>
              <a:ext uri="{FF2B5EF4-FFF2-40B4-BE49-F238E27FC236}">
                <a16:creationId xmlns:a16="http://schemas.microsoft.com/office/drawing/2014/main" id="{E9BBA2AF-E908-4FFC-BD0E-650AD83188FC}"/>
              </a:ext>
            </a:extLst>
          </p:cNvPr>
          <p:cNvSpPr>
            <a:spLocks noGrp="1" noChangeArrowheads="1"/>
          </p:cNvSpPr>
          <p:nvPr>
            <p:ph type="hdr" sz="quarter"/>
          </p:nvPr>
        </p:nvSpPr>
        <p:spPr bwMode="auto">
          <a:xfrm>
            <a:off x="0" y="0"/>
            <a:ext cx="2971800" cy="457200"/>
          </a:xfrm>
          <a:prstGeom prst="rect">
            <a:avLst/>
          </a:prstGeom>
          <a:noFill/>
          <a:ln w="9525">
            <a:noFill/>
            <a:miter lim="800000"/>
          </a:ln>
        </p:spPr>
        <p:txBody>
          <a:bodyPr vert="horz" wrap="square" lIns="91440" tIns="45720" rIns="91440" bIns="45720" numCol="1" anchor="t" anchorCtr="0" compatLnSpc="1"/>
          <a:lstStyle>
            <a:lvl1pPr eaLnBrk="1" hangingPunct="1">
              <a:spcBef>
                <a:spcPct val="0"/>
              </a:spcBef>
              <a:buFontTx/>
              <a:buNone/>
              <a:defRPr kumimoji="1" sz="1200">
                <a:ea typeface="仿宋_GB2312" panose="02010609030101010101" charset="-122"/>
                <a:cs typeface="+mn-cs"/>
              </a:defRPr>
            </a:lvl1pPr>
          </a:lstStyle>
          <a:p>
            <a:pPr>
              <a:defRPr/>
            </a:pPr>
            <a:endParaRPr lang="en-US" altLang="zh-CN"/>
          </a:p>
        </p:txBody>
      </p:sp>
      <p:sp>
        <p:nvSpPr>
          <p:cNvPr id="3075" name="Rectangle 3">
            <a:extLst>
              <a:ext uri="{FF2B5EF4-FFF2-40B4-BE49-F238E27FC236}">
                <a16:creationId xmlns:a16="http://schemas.microsoft.com/office/drawing/2014/main" id="{E17A7CEE-A3B6-46ED-BBB9-88AE5C01AC07}"/>
              </a:ext>
            </a:extLst>
          </p:cNvPr>
          <p:cNvSpPr>
            <a:spLocks noGrp="1" noChangeArrowheads="1"/>
          </p:cNvSpPr>
          <p:nvPr>
            <p:ph type="dt" sz="quarter" idx="1"/>
          </p:nvPr>
        </p:nvSpPr>
        <p:spPr bwMode="auto">
          <a:xfrm>
            <a:off x="3886200" y="0"/>
            <a:ext cx="2971800" cy="457200"/>
          </a:xfrm>
          <a:prstGeom prst="rect">
            <a:avLst/>
          </a:prstGeom>
          <a:noFill/>
          <a:ln w="9525">
            <a:noFill/>
            <a:miter lim="800000"/>
          </a:ln>
        </p:spPr>
        <p:txBody>
          <a:bodyPr vert="horz" wrap="square" lIns="91440" tIns="45720" rIns="91440" bIns="45720" numCol="1" anchor="t" anchorCtr="0" compatLnSpc="1"/>
          <a:lstStyle>
            <a:lvl1pPr algn="r" eaLnBrk="1" hangingPunct="1">
              <a:spcBef>
                <a:spcPct val="0"/>
              </a:spcBef>
              <a:buFontTx/>
              <a:buNone/>
              <a:defRPr kumimoji="1" sz="1200">
                <a:ea typeface="仿宋_GB2312" panose="02010609030101010101" charset="-122"/>
                <a:cs typeface="+mn-cs"/>
              </a:defRPr>
            </a:lvl1pPr>
          </a:lstStyle>
          <a:p>
            <a:pPr>
              <a:defRPr/>
            </a:pPr>
            <a:endParaRPr lang="en-US" altLang="zh-CN"/>
          </a:p>
        </p:txBody>
      </p:sp>
      <p:sp>
        <p:nvSpPr>
          <p:cNvPr id="3076" name="Rectangle 4">
            <a:extLst>
              <a:ext uri="{FF2B5EF4-FFF2-40B4-BE49-F238E27FC236}">
                <a16:creationId xmlns:a16="http://schemas.microsoft.com/office/drawing/2014/main" id="{AD4DBC4F-B7A4-4C95-80DD-D7A6AADDEE39}"/>
              </a:ext>
            </a:extLst>
          </p:cNvPr>
          <p:cNvSpPr>
            <a:spLocks noGrp="1" noChangeArrowheads="1"/>
          </p:cNvSpPr>
          <p:nvPr>
            <p:ph type="ftr" sz="quarter" idx="2"/>
          </p:nvPr>
        </p:nvSpPr>
        <p:spPr bwMode="auto">
          <a:xfrm>
            <a:off x="0" y="8686800"/>
            <a:ext cx="2971800" cy="457200"/>
          </a:xfrm>
          <a:prstGeom prst="rect">
            <a:avLst/>
          </a:prstGeom>
          <a:noFill/>
          <a:ln w="9525">
            <a:noFill/>
            <a:miter lim="800000"/>
          </a:ln>
        </p:spPr>
        <p:txBody>
          <a:bodyPr vert="horz" wrap="square" lIns="91440" tIns="45720" rIns="91440" bIns="45720" numCol="1" anchor="b" anchorCtr="0" compatLnSpc="1"/>
          <a:lstStyle>
            <a:lvl1pPr eaLnBrk="1" hangingPunct="1">
              <a:spcBef>
                <a:spcPct val="0"/>
              </a:spcBef>
              <a:buFontTx/>
              <a:buNone/>
              <a:defRPr kumimoji="1" sz="1200">
                <a:ea typeface="仿宋_GB2312" panose="02010609030101010101" charset="-122"/>
                <a:cs typeface="+mn-cs"/>
              </a:defRPr>
            </a:lvl1pPr>
          </a:lstStyle>
          <a:p>
            <a:pPr>
              <a:defRPr/>
            </a:pPr>
            <a:endParaRPr lang="en-US" altLang="zh-CN"/>
          </a:p>
        </p:txBody>
      </p:sp>
      <p:sp>
        <p:nvSpPr>
          <p:cNvPr id="3077" name="Rectangle 5">
            <a:extLst>
              <a:ext uri="{FF2B5EF4-FFF2-40B4-BE49-F238E27FC236}">
                <a16:creationId xmlns:a16="http://schemas.microsoft.com/office/drawing/2014/main" id="{30BF945E-E7B9-4D73-A24B-2E4D46A9230B}"/>
              </a:ext>
            </a:extLst>
          </p:cNvPr>
          <p:cNvSpPr>
            <a:spLocks noGrp="1" noChangeArrowheads="1"/>
          </p:cNvSpPr>
          <p:nvPr>
            <p:ph type="sldNum" sz="quarter" idx="3"/>
          </p:nvPr>
        </p:nvSpPr>
        <p:spPr bwMode="auto">
          <a:xfrm>
            <a:off x="3886200" y="8686800"/>
            <a:ext cx="2971800" cy="457200"/>
          </a:xfrm>
          <a:prstGeom prst="rect">
            <a:avLst/>
          </a:prstGeom>
          <a:noFill/>
          <a:ln w="9525">
            <a:noFill/>
            <a:miter lim="800000"/>
          </a:ln>
        </p:spPr>
        <p:txBody>
          <a:bodyPr vert="horz" wrap="square" lIns="91440" tIns="45720" rIns="91440" bIns="45720" numCol="1" anchor="b" anchorCtr="0" compatLnSpc="1"/>
          <a:lstStyle>
            <a:lvl1pPr algn="r" eaLnBrk="1" hangingPunct="1">
              <a:buFont typeface="Arial" panose="020B0604020202020204" pitchFamily="34" charset="0"/>
              <a:buNone/>
              <a:defRPr sz="1200" noProof="1">
                <a:ea typeface="仿宋_GB2312" panose="02010609030101010101" charset="-122"/>
              </a:defRPr>
            </a:lvl1pPr>
          </a:lstStyle>
          <a:p>
            <a:pPr>
              <a:defRPr/>
            </a:pPr>
            <a:fld id="{E9FF449F-9FE2-DE46-B84B-23CB85444CFC}" type="slidenum">
              <a:rPr lang="en-US" altLang="zh-CN"/>
              <a:pPr>
                <a:defRPr/>
              </a:pPr>
              <a:t>‹#›</a:t>
            </a:fld>
            <a:endParaRPr lang="en-US" altLang="zh-CN">
              <a:ea typeface="仿宋_GB2312" pitchFamily="49" charset="-122"/>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2F8FF24D-3134-4723-A910-C73174A68983}"/>
              </a:ext>
            </a:extLst>
          </p:cNvPr>
          <p:cNvSpPr>
            <a:spLocks noGrp="1" noChangeArrowheads="1"/>
          </p:cNvSpPr>
          <p:nvPr>
            <p:ph type="hdr" sz="quarter"/>
          </p:nvPr>
        </p:nvSpPr>
        <p:spPr bwMode="auto">
          <a:xfrm>
            <a:off x="0" y="0"/>
            <a:ext cx="2971800" cy="457200"/>
          </a:xfrm>
          <a:prstGeom prst="rect">
            <a:avLst/>
          </a:prstGeom>
          <a:noFill/>
          <a:ln w="9525">
            <a:noFill/>
            <a:miter lim="800000"/>
          </a:ln>
        </p:spPr>
        <p:txBody>
          <a:bodyPr vert="horz" wrap="square" lIns="91440" tIns="45720" rIns="91440" bIns="45720" numCol="1" anchor="t" anchorCtr="0" compatLnSpc="1"/>
          <a:lstStyle>
            <a:lvl1pPr eaLnBrk="1" hangingPunct="1">
              <a:spcBef>
                <a:spcPct val="0"/>
              </a:spcBef>
              <a:buFontTx/>
              <a:buNone/>
              <a:defRPr kumimoji="1" sz="1200">
                <a:ea typeface="仿宋_GB2312" panose="02010609030101010101" charset="-122"/>
                <a:cs typeface="+mn-cs"/>
              </a:defRPr>
            </a:lvl1pPr>
          </a:lstStyle>
          <a:p>
            <a:pPr>
              <a:defRPr/>
            </a:pPr>
            <a:endParaRPr lang="en-US" altLang="zh-CN"/>
          </a:p>
        </p:txBody>
      </p:sp>
      <p:sp>
        <p:nvSpPr>
          <p:cNvPr id="2051" name="Rectangle 3">
            <a:extLst>
              <a:ext uri="{FF2B5EF4-FFF2-40B4-BE49-F238E27FC236}">
                <a16:creationId xmlns:a16="http://schemas.microsoft.com/office/drawing/2014/main" id="{98006081-8553-489F-AD53-F5F01124CCE5}"/>
              </a:ext>
            </a:extLst>
          </p:cNvPr>
          <p:cNvSpPr>
            <a:spLocks noGrp="1" noChangeArrowheads="1"/>
          </p:cNvSpPr>
          <p:nvPr>
            <p:ph type="dt" idx="1"/>
          </p:nvPr>
        </p:nvSpPr>
        <p:spPr bwMode="auto">
          <a:xfrm>
            <a:off x="3886200" y="0"/>
            <a:ext cx="2971800" cy="457200"/>
          </a:xfrm>
          <a:prstGeom prst="rect">
            <a:avLst/>
          </a:prstGeom>
          <a:noFill/>
          <a:ln w="9525">
            <a:noFill/>
            <a:miter lim="800000"/>
          </a:ln>
        </p:spPr>
        <p:txBody>
          <a:bodyPr vert="horz" wrap="square" lIns="91440" tIns="45720" rIns="91440" bIns="45720" numCol="1" anchor="t" anchorCtr="0" compatLnSpc="1"/>
          <a:lstStyle>
            <a:lvl1pPr algn="r" eaLnBrk="1" hangingPunct="1">
              <a:spcBef>
                <a:spcPct val="0"/>
              </a:spcBef>
              <a:buFontTx/>
              <a:buNone/>
              <a:defRPr kumimoji="1" sz="1200">
                <a:ea typeface="仿宋_GB2312" panose="02010609030101010101" charset="-122"/>
                <a:cs typeface="+mn-cs"/>
              </a:defRPr>
            </a:lvl1pPr>
          </a:lstStyle>
          <a:p>
            <a:pPr>
              <a:defRPr/>
            </a:pPr>
            <a:endParaRPr lang="en-US" altLang="zh-CN"/>
          </a:p>
        </p:txBody>
      </p:sp>
      <p:sp>
        <p:nvSpPr>
          <p:cNvPr id="7172" name="Rectangle 4">
            <a:extLst>
              <a:ext uri="{FF2B5EF4-FFF2-40B4-BE49-F238E27FC236}">
                <a16:creationId xmlns:a16="http://schemas.microsoft.com/office/drawing/2014/main" id="{A59B0AA1-C32C-F04B-ADB2-8E5204BDB55F}"/>
              </a:ext>
            </a:extLst>
          </p:cNvPr>
          <p:cNvSpPr>
            <a:spLocks noGrp="1" noRot="1" noChangeAspect="1" noChangeArrowheads="1"/>
          </p:cNvSpPr>
          <p:nvPr>
            <p:ph type="sldImg" idx="4294967295"/>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053" name="Rectangle 5">
            <a:extLst>
              <a:ext uri="{FF2B5EF4-FFF2-40B4-BE49-F238E27FC236}">
                <a16:creationId xmlns:a16="http://schemas.microsoft.com/office/drawing/2014/main" id="{76418D6B-E379-4F0B-B597-C9B2968D69F2}"/>
              </a:ext>
            </a:extLst>
          </p:cNvPr>
          <p:cNvSpPr>
            <a:spLocks noGrp="1" noChangeArrowheads="1"/>
          </p:cNvSpPr>
          <p:nvPr>
            <p:ph type="body" sz="quarter" idx="3"/>
          </p:nvPr>
        </p:nvSpPr>
        <p:spPr bwMode="auto">
          <a:xfrm>
            <a:off x="914400" y="4343400"/>
            <a:ext cx="5029200" cy="4114800"/>
          </a:xfrm>
          <a:prstGeom prst="rect">
            <a:avLst/>
          </a:prstGeom>
          <a:noFill/>
          <a:ln w="9525">
            <a:noFill/>
            <a:miter lim="800000"/>
          </a:ln>
        </p:spPr>
        <p:txBody>
          <a:bodyPr vert="horz" wrap="square" lIns="91440" tIns="45720" rIns="91440" bIns="45720" numCol="1" anchor="t" anchorCtr="0" compatLnSpc="1">
            <a:prstTxWarp prst="textNoShape">
              <a:avLst/>
            </a:prstTxWarp>
          </a:bodyPr>
          <a:lstStyle/>
          <a:p>
            <a:pPr lvl="0"/>
            <a:r>
              <a:rPr lang="zh-CN" altLang="en-US"/>
              <a:t>单击以编辑母版文本样式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2054" name="Rectangle 6">
            <a:extLst>
              <a:ext uri="{FF2B5EF4-FFF2-40B4-BE49-F238E27FC236}">
                <a16:creationId xmlns:a16="http://schemas.microsoft.com/office/drawing/2014/main" id="{B969A080-BCAF-494F-BF07-1B2D36060441}"/>
              </a:ext>
            </a:extLst>
          </p:cNvPr>
          <p:cNvSpPr>
            <a:spLocks noGrp="1" noChangeArrowheads="1"/>
          </p:cNvSpPr>
          <p:nvPr>
            <p:ph type="ftr" sz="quarter" idx="4"/>
          </p:nvPr>
        </p:nvSpPr>
        <p:spPr bwMode="auto">
          <a:xfrm>
            <a:off x="0" y="8686800"/>
            <a:ext cx="2971800" cy="457200"/>
          </a:xfrm>
          <a:prstGeom prst="rect">
            <a:avLst/>
          </a:prstGeom>
          <a:noFill/>
          <a:ln w="9525">
            <a:noFill/>
            <a:miter lim="800000"/>
          </a:ln>
        </p:spPr>
        <p:txBody>
          <a:bodyPr vert="horz" wrap="square" lIns="91440" tIns="45720" rIns="91440" bIns="45720" numCol="1" anchor="b" anchorCtr="0" compatLnSpc="1"/>
          <a:lstStyle>
            <a:lvl1pPr eaLnBrk="1" hangingPunct="1">
              <a:spcBef>
                <a:spcPct val="0"/>
              </a:spcBef>
              <a:buFontTx/>
              <a:buNone/>
              <a:defRPr kumimoji="1" sz="1200">
                <a:ea typeface="仿宋_GB2312" panose="02010609030101010101" charset="-122"/>
                <a:cs typeface="+mn-cs"/>
              </a:defRPr>
            </a:lvl1pPr>
          </a:lstStyle>
          <a:p>
            <a:pPr>
              <a:defRPr/>
            </a:pPr>
            <a:endParaRPr lang="en-US" altLang="zh-CN"/>
          </a:p>
        </p:txBody>
      </p:sp>
      <p:sp>
        <p:nvSpPr>
          <p:cNvPr id="2055" name="Rectangle 7">
            <a:extLst>
              <a:ext uri="{FF2B5EF4-FFF2-40B4-BE49-F238E27FC236}">
                <a16:creationId xmlns:a16="http://schemas.microsoft.com/office/drawing/2014/main" id="{6DCBE927-690F-46AE-B4B5-94B24298DAB0}"/>
              </a:ext>
            </a:extLst>
          </p:cNvPr>
          <p:cNvSpPr>
            <a:spLocks noGrp="1" noChangeArrowheads="1"/>
          </p:cNvSpPr>
          <p:nvPr>
            <p:ph type="sldNum" sz="quarter" idx="5"/>
          </p:nvPr>
        </p:nvSpPr>
        <p:spPr bwMode="auto">
          <a:xfrm>
            <a:off x="3886200" y="8686800"/>
            <a:ext cx="2971800" cy="457200"/>
          </a:xfrm>
          <a:prstGeom prst="rect">
            <a:avLst/>
          </a:prstGeom>
          <a:noFill/>
          <a:ln w="9525">
            <a:noFill/>
            <a:miter lim="800000"/>
          </a:ln>
        </p:spPr>
        <p:txBody>
          <a:bodyPr vert="horz" wrap="square" lIns="91440" tIns="45720" rIns="91440" bIns="45720" numCol="1" anchor="b" anchorCtr="0" compatLnSpc="1"/>
          <a:lstStyle>
            <a:lvl1pPr algn="r" eaLnBrk="1" hangingPunct="1">
              <a:buFont typeface="Arial" panose="020B0604020202020204" pitchFamily="34" charset="0"/>
              <a:buNone/>
              <a:defRPr sz="1200" noProof="1">
                <a:ea typeface="仿宋_GB2312" panose="02010609030101010101" charset="-122"/>
              </a:defRPr>
            </a:lvl1pPr>
          </a:lstStyle>
          <a:p>
            <a:pPr>
              <a:defRPr/>
            </a:pPr>
            <a:fld id="{FCEA0A24-A587-AF4D-AB9E-3500B9FC5F99}" type="slidenum">
              <a:rPr lang="en-US" altLang="zh-CN"/>
              <a:pPr>
                <a:defRPr/>
              </a:pPr>
              <a:t>‹#›</a:t>
            </a:fld>
            <a:endParaRPr lang="en-US" altLang="zh-CN">
              <a:ea typeface="仿宋_GB2312" pitchFamily="49" charset="-122"/>
            </a:endParaRPr>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anose="02020603050405020304" pitchFamily="18" charset="0"/>
        <a:ea typeface="仿宋_GB2312" panose="02010609030101010101" charset="-122"/>
        <a:cs typeface="仿宋_GB2312" panose="02010609030101010101" charset="-122"/>
      </a:defRPr>
    </a:lvl1pPr>
    <a:lvl2pPr marL="457200" algn="l" rtl="0" eaLnBrk="0" fontAlgn="base" hangingPunct="0">
      <a:spcBef>
        <a:spcPct val="30000"/>
      </a:spcBef>
      <a:spcAft>
        <a:spcPct val="0"/>
      </a:spcAft>
      <a:defRPr sz="1200" kern="1200">
        <a:solidFill>
          <a:schemeClr val="tx1"/>
        </a:solidFill>
        <a:latin typeface="Times New Roman" panose="02020603050405020304" pitchFamily="18" charset="0"/>
        <a:ea typeface="仿宋_GB2312" panose="02010609030101010101" charset="-122"/>
        <a:cs typeface="仿宋_GB2312" panose="02010609030101010101" charset="-122"/>
      </a:defRPr>
    </a:lvl2pPr>
    <a:lvl3pPr marL="914400" algn="l" rtl="0" eaLnBrk="0" fontAlgn="base" hangingPunct="0">
      <a:spcBef>
        <a:spcPct val="30000"/>
      </a:spcBef>
      <a:spcAft>
        <a:spcPct val="0"/>
      </a:spcAft>
      <a:defRPr sz="1200" kern="1200">
        <a:solidFill>
          <a:schemeClr val="tx1"/>
        </a:solidFill>
        <a:latin typeface="Times New Roman" panose="02020603050405020304" pitchFamily="18" charset="0"/>
        <a:ea typeface="仿宋_GB2312" panose="02010609030101010101" charset="-122"/>
        <a:cs typeface="仿宋_GB2312" panose="02010609030101010101" charset="-122"/>
      </a:defRPr>
    </a:lvl3pPr>
    <a:lvl4pPr marL="1371600" algn="l" rtl="0" eaLnBrk="0" fontAlgn="base" hangingPunct="0">
      <a:spcBef>
        <a:spcPct val="30000"/>
      </a:spcBef>
      <a:spcAft>
        <a:spcPct val="0"/>
      </a:spcAft>
      <a:defRPr sz="1200" kern="1200">
        <a:solidFill>
          <a:schemeClr val="tx1"/>
        </a:solidFill>
        <a:latin typeface="Times New Roman" panose="02020603050405020304" pitchFamily="18" charset="0"/>
        <a:ea typeface="仿宋_GB2312" panose="02010609030101010101" charset="-122"/>
        <a:cs typeface="仿宋_GB2312" panose="02010609030101010101" charset="-122"/>
      </a:defRPr>
    </a:lvl4pPr>
    <a:lvl5pPr marL="1828800" algn="l" rtl="0" eaLnBrk="0" fontAlgn="base" hangingPunct="0">
      <a:spcBef>
        <a:spcPct val="30000"/>
      </a:spcBef>
      <a:spcAft>
        <a:spcPct val="0"/>
      </a:spcAft>
      <a:defRPr sz="1200" kern="1200">
        <a:solidFill>
          <a:schemeClr val="tx1"/>
        </a:solidFill>
        <a:latin typeface="Times New Roman" panose="02020603050405020304" pitchFamily="18" charset="0"/>
        <a:ea typeface="仿宋_GB2312" panose="02010609030101010101" charset="-122"/>
        <a:cs typeface="仿宋_GB2312" panose="02010609030101010101" charset="-122"/>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7">
            <a:extLst>
              <a:ext uri="{FF2B5EF4-FFF2-40B4-BE49-F238E27FC236}">
                <a16:creationId xmlns:a16="http://schemas.microsoft.com/office/drawing/2014/main" id="{6FAD89B8-D6F6-1F4B-89D3-C6B4523B21F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prstTxWarp prst="textNoShape">
              <a:avLst/>
            </a:prstTxWarp>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fld id="{7F74C432-9BF9-CD47-94F4-0E8725F5D1E5}" type="slidenum">
              <a:rPr altLang="zh-CN" sz="1200" smtClean="0">
                <a:ea typeface="宋体" panose="02010600030101010101" pitchFamily="2" charset="-122"/>
              </a:rPr>
              <a:pPr/>
              <a:t>1</a:t>
            </a:fld>
            <a:endParaRPr lang="en-US" altLang="zh-CN" sz="1200">
              <a:ea typeface="宋体" panose="02010600030101010101" pitchFamily="2" charset="-122"/>
            </a:endParaRPr>
          </a:p>
        </p:txBody>
      </p:sp>
      <p:sp>
        <p:nvSpPr>
          <p:cNvPr id="10243" name="Rectangle 2">
            <a:extLst>
              <a:ext uri="{FF2B5EF4-FFF2-40B4-BE49-F238E27FC236}">
                <a16:creationId xmlns:a16="http://schemas.microsoft.com/office/drawing/2014/main" id="{61137C7E-546E-9F4E-998F-6D69240C66DA}"/>
              </a:ext>
            </a:extLst>
          </p:cNvPr>
          <p:cNvSpPr>
            <a:spLocks noGrp="1" noRot="1" noChangeAspect="1" noChangeArrowheads="1" noTextEdit="1"/>
          </p:cNvSpPr>
          <p:nvPr>
            <p:ph type="sldImg" idx="4294967295"/>
          </p:nvPr>
        </p:nvSpPr>
        <p:spPr>
          <a:ln/>
        </p:spPr>
      </p:sp>
      <p:sp>
        <p:nvSpPr>
          <p:cNvPr id="10244" name="Rectangle 3">
            <a:extLst>
              <a:ext uri="{FF2B5EF4-FFF2-40B4-BE49-F238E27FC236}">
                <a16:creationId xmlns:a16="http://schemas.microsoft.com/office/drawing/2014/main" id="{974D1F36-645E-894A-A449-746803788A55}"/>
              </a:ext>
            </a:extLst>
          </p:cNvPr>
          <p:cNvSpPr>
            <a:spLocks noGrp="1" noChangeArrowheads="1"/>
          </p:cNvSpPr>
          <p:nvPr>
            <p:ph type="body" idx="429496729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zh-CN">
              <a:ea typeface="仿宋_GB2312" pitchFamily="49" charset="-122"/>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7">
            <a:extLst>
              <a:ext uri="{FF2B5EF4-FFF2-40B4-BE49-F238E27FC236}">
                <a16:creationId xmlns:a16="http://schemas.microsoft.com/office/drawing/2014/main" id="{A1D34E46-41CE-244C-976F-2B8BA01FFB4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prstTxWarp prst="textNoShape">
              <a:avLst/>
            </a:prstTxWarp>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fld id="{F5317682-60D7-AF45-9F95-41F69BF168E7}" type="slidenum">
              <a:rPr altLang="zh-CN" sz="1200" smtClean="0">
                <a:ea typeface="宋体" panose="02010600030101010101" pitchFamily="2" charset="-122"/>
              </a:rPr>
              <a:pPr/>
              <a:t>4</a:t>
            </a:fld>
            <a:endParaRPr lang="en-US" altLang="zh-CN" sz="1200">
              <a:ea typeface="宋体" panose="02010600030101010101" pitchFamily="2" charset="-122"/>
            </a:endParaRPr>
          </a:p>
        </p:txBody>
      </p:sp>
      <p:sp>
        <p:nvSpPr>
          <p:cNvPr id="14339" name="Rectangle 2">
            <a:extLst>
              <a:ext uri="{FF2B5EF4-FFF2-40B4-BE49-F238E27FC236}">
                <a16:creationId xmlns:a16="http://schemas.microsoft.com/office/drawing/2014/main" id="{15AF30D6-76E9-9B4C-8F0F-0B20494AC6AE}"/>
              </a:ext>
            </a:extLst>
          </p:cNvPr>
          <p:cNvSpPr>
            <a:spLocks noGrp="1" noRot="1" noChangeAspect="1" noChangeArrowheads="1" noTextEdit="1"/>
          </p:cNvSpPr>
          <p:nvPr>
            <p:ph type="sldImg" idx="4294967295"/>
          </p:nvPr>
        </p:nvSpPr>
        <p:spPr>
          <a:ln/>
        </p:spPr>
      </p:sp>
      <p:sp>
        <p:nvSpPr>
          <p:cNvPr id="14340" name="Rectangle 3">
            <a:extLst>
              <a:ext uri="{FF2B5EF4-FFF2-40B4-BE49-F238E27FC236}">
                <a16:creationId xmlns:a16="http://schemas.microsoft.com/office/drawing/2014/main" id="{E2C1D2FC-2B60-CE4F-9AFB-01F5B0B20491}"/>
              </a:ext>
            </a:extLst>
          </p:cNvPr>
          <p:cNvSpPr>
            <a:spLocks noGrp="1" noChangeArrowheads="1"/>
          </p:cNvSpPr>
          <p:nvPr>
            <p:ph type="body" idx="429496729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zh-CN">
              <a:ea typeface="仿宋_GB2312" pitchFamily="49" charset="-122"/>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7">
            <a:extLst>
              <a:ext uri="{FF2B5EF4-FFF2-40B4-BE49-F238E27FC236}">
                <a16:creationId xmlns:a16="http://schemas.microsoft.com/office/drawing/2014/main" id="{D561793A-2101-DA44-8F8F-4646D5DA6E6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prstTxWarp prst="textNoShape">
              <a:avLst/>
            </a:prstTxWarp>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fld id="{F27FDE8C-5024-9543-8664-0677B1535004}" type="slidenum">
              <a:rPr altLang="zh-CN" sz="1200" smtClean="0">
                <a:ea typeface="宋体" panose="02010600030101010101" pitchFamily="2" charset="-122"/>
              </a:rPr>
              <a:pPr/>
              <a:t>6</a:t>
            </a:fld>
            <a:endParaRPr lang="en-US" altLang="zh-CN" sz="1200">
              <a:ea typeface="宋体" panose="02010600030101010101" pitchFamily="2" charset="-122"/>
            </a:endParaRPr>
          </a:p>
        </p:txBody>
      </p:sp>
      <p:sp>
        <p:nvSpPr>
          <p:cNvPr id="17411" name="Rectangle 2">
            <a:extLst>
              <a:ext uri="{FF2B5EF4-FFF2-40B4-BE49-F238E27FC236}">
                <a16:creationId xmlns:a16="http://schemas.microsoft.com/office/drawing/2014/main" id="{E7CC44C0-9926-C04D-9DD6-ADB79ECE037C}"/>
              </a:ext>
            </a:extLst>
          </p:cNvPr>
          <p:cNvSpPr>
            <a:spLocks noGrp="1" noRot="1" noChangeAspect="1" noChangeArrowheads="1" noTextEdit="1"/>
          </p:cNvSpPr>
          <p:nvPr>
            <p:ph type="sldImg" idx="4294967295"/>
          </p:nvPr>
        </p:nvSpPr>
        <p:spPr>
          <a:solidFill>
            <a:srgbClr val="FFFFFF"/>
          </a:solidFill>
          <a:ln/>
        </p:spPr>
      </p:sp>
      <p:sp>
        <p:nvSpPr>
          <p:cNvPr id="17412" name="Rectangle 3">
            <a:extLst>
              <a:ext uri="{FF2B5EF4-FFF2-40B4-BE49-F238E27FC236}">
                <a16:creationId xmlns:a16="http://schemas.microsoft.com/office/drawing/2014/main" id="{87D2D1D8-E279-6348-B585-D1834F479CB1}"/>
              </a:ext>
            </a:extLst>
          </p:cNvPr>
          <p:cNvSpPr>
            <a:spLocks noGrp="1" noChangeArrowheads="1"/>
          </p:cNvSpPr>
          <p:nvPr>
            <p:ph type="body" idx="4294967295"/>
          </p:nvPr>
        </p:nvSpPr>
        <p:spPr>
          <a:solidFill>
            <a:srgbClr val="FFFFFF"/>
          </a:solidFill>
          <a:ln>
            <a:solidFill>
              <a:srgbClr val="000000"/>
            </a:solidFill>
            <a:headEnd/>
            <a:tailEnd/>
          </a:ln>
        </p:spPr>
        <p:txBody>
          <a:bodyPr/>
          <a:lstStyle/>
          <a:p>
            <a:endParaRPr lang="zh-CN" altLang="zh-CN">
              <a:ea typeface="仿宋_GB2312" pitchFamily="49"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7">
            <a:extLst>
              <a:ext uri="{FF2B5EF4-FFF2-40B4-BE49-F238E27FC236}">
                <a16:creationId xmlns:a16="http://schemas.microsoft.com/office/drawing/2014/main" id="{17BF200F-70F0-5B42-9055-DCB77444771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prstTxWarp prst="textNoShape">
              <a:avLst/>
            </a:prstTxWarp>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fld id="{5BAC7B6E-4850-9B42-B7E1-3C348681FB02}" type="slidenum">
              <a:rPr altLang="zh-CN" sz="1200" smtClean="0">
                <a:ea typeface="宋体" panose="02010600030101010101" pitchFamily="2" charset="-122"/>
              </a:rPr>
              <a:pPr/>
              <a:t>7</a:t>
            </a:fld>
            <a:endParaRPr lang="en-US" altLang="zh-CN" sz="1200">
              <a:ea typeface="宋体" panose="02010600030101010101" pitchFamily="2" charset="-122"/>
            </a:endParaRPr>
          </a:p>
        </p:txBody>
      </p:sp>
      <p:sp>
        <p:nvSpPr>
          <p:cNvPr id="19459" name="Rectangle 1026">
            <a:extLst>
              <a:ext uri="{FF2B5EF4-FFF2-40B4-BE49-F238E27FC236}">
                <a16:creationId xmlns:a16="http://schemas.microsoft.com/office/drawing/2014/main" id="{D9493702-6F39-3342-BAA1-6EEECD9D7A26}"/>
              </a:ext>
            </a:extLst>
          </p:cNvPr>
          <p:cNvSpPr>
            <a:spLocks noGrp="1" noRot="1" noChangeAspect="1" noChangeArrowheads="1" noTextEdit="1"/>
          </p:cNvSpPr>
          <p:nvPr>
            <p:ph type="sldImg" idx="4294967295"/>
          </p:nvPr>
        </p:nvSpPr>
        <p:spPr>
          <a:solidFill>
            <a:srgbClr val="FFFFFF"/>
          </a:solidFill>
          <a:ln/>
        </p:spPr>
      </p:sp>
      <p:sp>
        <p:nvSpPr>
          <p:cNvPr id="19460" name="Rectangle 1027">
            <a:extLst>
              <a:ext uri="{FF2B5EF4-FFF2-40B4-BE49-F238E27FC236}">
                <a16:creationId xmlns:a16="http://schemas.microsoft.com/office/drawing/2014/main" id="{9ACA5A7C-0A40-284B-A410-D1D6272CDCC3}"/>
              </a:ext>
            </a:extLst>
          </p:cNvPr>
          <p:cNvSpPr>
            <a:spLocks noGrp="1" noChangeArrowheads="1"/>
          </p:cNvSpPr>
          <p:nvPr>
            <p:ph type="body" idx="4294967295"/>
          </p:nvPr>
        </p:nvSpPr>
        <p:spPr>
          <a:solidFill>
            <a:srgbClr val="FFFFFF"/>
          </a:solidFill>
          <a:ln>
            <a:solidFill>
              <a:srgbClr val="000000"/>
            </a:solidFill>
            <a:headEnd/>
            <a:tailEnd/>
          </a:ln>
        </p:spPr>
        <p:txBody>
          <a:bodyPr/>
          <a:lstStyle/>
          <a:p>
            <a:endParaRPr lang="zh-CN" altLang="zh-CN">
              <a:ea typeface="仿宋_GB2312" pitchFamily="49"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a:extLst>
              <a:ext uri="{FF2B5EF4-FFF2-40B4-BE49-F238E27FC236}">
                <a16:creationId xmlns:a16="http://schemas.microsoft.com/office/drawing/2014/main" id="{A590008F-453D-CB40-8EBD-B7087CB50EC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prstTxWarp prst="textNoShape">
              <a:avLst/>
            </a:prstTxWarp>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fld id="{F0F9F408-2F49-0C43-9A32-9CF2AC0E5C48}" type="slidenum">
              <a:rPr altLang="zh-CN" sz="1200" smtClean="0">
                <a:ea typeface="宋体" panose="02010600030101010101" pitchFamily="2" charset="-122"/>
              </a:rPr>
              <a:pPr/>
              <a:t>25</a:t>
            </a:fld>
            <a:endParaRPr lang="en-US" altLang="zh-CN" sz="1200">
              <a:ea typeface="宋体" panose="02010600030101010101" pitchFamily="2" charset="-122"/>
            </a:endParaRPr>
          </a:p>
        </p:txBody>
      </p:sp>
      <p:sp>
        <p:nvSpPr>
          <p:cNvPr id="36867" name="Rectangle 2">
            <a:extLst>
              <a:ext uri="{FF2B5EF4-FFF2-40B4-BE49-F238E27FC236}">
                <a16:creationId xmlns:a16="http://schemas.microsoft.com/office/drawing/2014/main" id="{84812195-640F-4B41-B69C-C98D059EF696}"/>
              </a:ext>
            </a:extLst>
          </p:cNvPr>
          <p:cNvSpPr>
            <a:spLocks noGrp="1" noRot="1" noChangeAspect="1" noChangeArrowheads="1" noTextEdit="1"/>
          </p:cNvSpPr>
          <p:nvPr>
            <p:ph type="sldImg" idx="4294967295"/>
          </p:nvPr>
        </p:nvSpPr>
        <p:spPr>
          <a:solidFill>
            <a:srgbClr val="FFFFFF"/>
          </a:solidFill>
          <a:ln/>
        </p:spPr>
      </p:sp>
      <p:sp>
        <p:nvSpPr>
          <p:cNvPr id="36868" name="Rectangle 3">
            <a:extLst>
              <a:ext uri="{FF2B5EF4-FFF2-40B4-BE49-F238E27FC236}">
                <a16:creationId xmlns:a16="http://schemas.microsoft.com/office/drawing/2014/main" id="{923251FC-E119-8749-8788-650A20D9DC3B}"/>
              </a:ext>
            </a:extLst>
          </p:cNvPr>
          <p:cNvSpPr>
            <a:spLocks noGrp="1" noChangeArrowheads="1"/>
          </p:cNvSpPr>
          <p:nvPr>
            <p:ph type="body" idx="4294967295"/>
          </p:nvPr>
        </p:nvSpPr>
        <p:spPr>
          <a:solidFill>
            <a:srgbClr val="FFFFFF"/>
          </a:solidFill>
          <a:ln>
            <a:solidFill>
              <a:srgbClr val="000000"/>
            </a:solidFill>
            <a:headEnd/>
            <a:tailEnd/>
          </a:ln>
        </p:spPr>
        <p:txBody>
          <a:bodyPr/>
          <a:lstStyle/>
          <a:p>
            <a:endParaRPr lang="zh-CN" altLang="zh-CN">
              <a:ea typeface="仿宋_GB2312" pitchFamily="49"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7">
            <a:extLst>
              <a:ext uri="{FF2B5EF4-FFF2-40B4-BE49-F238E27FC236}">
                <a16:creationId xmlns:a16="http://schemas.microsoft.com/office/drawing/2014/main" id="{CF84DE22-E4C5-9249-BFA1-A7D6F06D69E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prstTxWarp prst="textNoShape">
              <a:avLst/>
            </a:prstTxWarp>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fld id="{6D3E70D7-3BBD-314C-8C1B-9622419A7B54}" type="slidenum">
              <a:rPr altLang="zh-CN" sz="1200" smtClean="0">
                <a:ea typeface="宋体" panose="02010600030101010101" pitchFamily="2" charset="-122"/>
              </a:rPr>
              <a:pPr/>
              <a:t>43</a:t>
            </a:fld>
            <a:endParaRPr lang="en-US" altLang="zh-CN" sz="1200">
              <a:ea typeface="宋体" panose="02010600030101010101" pitchFamily="2" charset="-122"/>
            </a:endParaRPr>
          </a:p>
        </p:txBody>
      </p:sp>
      <p:sp>
        <p:nvSpPr>
          <p:cNvPr id="56323" name="Rectangle 2">
            <a:extLst>
              <a:ext uri="{FF2B5EF4-FFF2-40B4-BE49-F238E27FC236}">
                <a16:creationId xmlns:a16="http://schemas.microsoft.com/office/drawing/2014/main" id="{AE3C466D-C8E9-0C4C-A2B9-279AEDC7F3B4}"/>
              </a:ext>
            </a:extLst>
          </p:cNvPr>
          <p:cNvSpPr>
            <a:spLocks noGrp="1" noRot="1" noChangeAspect="1" noChangeArrowheads="1" noTextEdit="1"/>
          </p:cNvSpPr>
          <p:nvPr>
            <p:ph type="sldImg" idx="4294967295"/>
          </p:nvPr>
        </p:nvSpPr>
        <p:spPr>
          <a:solidFill>
            <a:srgbClr val="FFFFFF"/>
          </a:solidFill>
          <a:ln/>
        </p:spPr>
      </p:sp>
      <p:sp>
        <p:nvSpPr>
          <p:cNvPr id="56324" name="Rectangle 3">
            <a:extLst>
              <a:ext uri="{FF2B5EF4-FFF2-40B4-BE49-F238E27FC236}">
                <a16:creationId xmlns:a16="http://schemas.microsoft.com/office/drawing/2014/main" id="{1681E2D9-1A0E-CB4D-B945-467560A6A3CC}"/>
              </a:ext>
            </a:extLst>
          </p:cNvPr>
          <p:cNvSpPr>
            <a:spLocks noGrp="1" noChangeArrowheads="1"/>
          </p:cNvSpPr>
          <p:nvPr>
            <p:ph type="body" idx="4294967295"/>
          </p:nvPr>
        </p:nvSpPr>
        <p:spPr>
          <a:solidFill>
            <a:srgbClr val="FFFFFF"/>
          </a:solidFill>
          <a:ln>
            <a:solidFill>
              <a:srgbClr val="000000"/>
            </a:solidFill>
            <a:headEnd/>
            <a:tailEnd/>
          </a:ln>
        </p:spPr>
        <p:txBody>
          <a:bodyPr/>
          <a:lstStyle/>
          <a:p>
            <a:endParaRPr lang="zh-CN" altLang="zh-CN">
              <a:ea typeface="仿宋_GB2312" pitchFamily="49" charset="-122"/>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a:extLst>
              <a:ext uri="{FF2B5EF4-FFF2-40B4-BE49-F238E27FC236}">
                <a16:creationId xmlns:a16="http://schemas.microsoft.com/office/drawing/2014/main" id="{15FE776F-EAB9-8A4C-9004-544E944A1DF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prstTxWarp prst="textNoShape">
              <a:avLst/>
            </a:prstTxWarp>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fld id="{31520821-EE12-614F-9913-8296FA7039CE}" type="slidenum">
              <a:rPr altLang="zh-CN" sz="1200" smtClean="0">
                <a:ea typeface="宋体" panose="02010600030101010101" pitchFamily="2" charset="-122"/>
              </a:rPr>
              <a:pPr/>
              <a:t>48</a:t>
            </a:fld>
            <a:endParaRPr lang="en-US" altLang="zh-CN" sz="1200">
              <a:ea typeface="宋体" panose="02010600030101010101" pitchFamily="2" charset="-122"/>
            </a:endParaRPr>
          </a:p>
        </p:txBody>
      </p:sp>
      <p:sp>
        <p:nvSpPr>
          <p:cNvPr id="62467" name="Rectangle 2">
            <a:extLst>
              <a:ext uri="{FF2B5EF4-FFF2-40B4-BE49-F238E27FC236}">
                <a16:creationId xmlns:a16="http://schemas.microsoft.com/office/drawing/2014/main" id="{1923070E-0442-5D46-9570-E9C8886079FF}"/>
              </a:ext>
            </a:extLst>
          </p:cNvPr>
          <p:cNvSpPr>
            <a:spLocks noGrp="1" noRot="1" noChangeAspect="1" noChangeArrowheads="1" noTextEdit="1"/>
          </p:cNvSpPr>
          <p:nvPr>
            <p:ph type="sldImg" idx="4294967295"/>
          </p:nvPr>
        </p:nvSpPr>
        <p:spPr>
          <a:solidFill>
            <a:srgbClr val="FFFFFF"/>
          </a:solidFill>
          <a:ln/>
        </p:spPr>
      </p:sp>
      <p:sp>
        <p:nvSpPr>
          <p:cNvPr id="62468" name="Rectangle 3">
            <a:extLst>
              <a:ext uri="{FF2B5EF4-FFF2-40B4-BE49-F238E27FC236}">
                <a16:creationId xmlns:a16="http://schemas.microsoft.com/office/drawing/2014/main" id="{081F3D75-D55F-A347-8822-CC862F2DB970}"/>
              </a:ext>
            </a:extLst>
          </p:cNvPr>
          <p:cNvSpPr>
            <a:spLocks noGrp="1" noChangeArrowheads="1"/>
          </p:cNvSpPr>
          <p:nvPr>
            <p:ph type="body" idx="4294967295"/>
          </p:nvPr>
        </p:nvSpPr>
        <p:spPr>
          <a:solidFill>
            <a:srgbClr val="FFFFFF"/>
          </a:solidFill>
          <a:ln>
            <a:solidFill>
              <a:srgbClr val="000000"/>
            </a:solidFill>
            <a:headEnd/>
            <a:tailEnd/>
          </a:ln>
        </p:spPr>
        <p:txBody>
          <a:bodyPr/>
          <a:lstStyle/>
          <a:p>
            <a:endParaRPr lang="zh-CN" altLang="zh-CN">
              <a:ea typeface="仿宋_GB2312" pitchFamily="49" charset="-122"/>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幻灯片图像占位符 1">
            <a:extLst>
              <a:ext uri="{FF2B5EF4-FFF2-40B4-BE49-F238E27FC236}">
                <a16:creationId xmlns:a16="http://schemas.microsoft.com/office/drawing/2014/main" id="{2E8C5372-1768-6345-8D2D-A0996728F830}"/>
              </a:ext>
            </a:extLst>
          </p:cNvPr>
          <p:cNvSpPr>
            <a:spLocks noGrp="1" noRot="1" noChangeAspect="1" noChangeArrowheads="1" noTextEdit="1"/>
          </p:cNvSpPr>
          <p:nvPr>
            <p:ph type="sldImg"/>
          </p:nvPr>
        </p:nvSpPr>
        <p:spPr>
          <a:ln/>
        </p:spPr>
      </p:sp>
      <p:sp>
        <p:nvSpPr>
          <p:cNvPr id="108547" name="备注占位符 2">
            <a:extLst>
              <a:ext uri="{FF2B5EF4-FFF2-40B4-BE49-F238E27FC236}">
                <a16:creationId xmlns:a16="http://schemas.microsoft.com/office/drawing/2014/main" id="{04F7675D-5441-9040-99E2-1D91F1B45E1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ea typeface="仿宋_GB2312" pitchFamily="49" charset="-122"/>
            </a:endParaRPr>
          </a:p>
        </p:txBody>
      </p:sp>
      <p:sp>
        <p:nvSpPr>
          <p:cNvPr id="108548" name="灯片编号占位符 3">
            <a:extLst>
              <a:ext uri="{FF2B5EF4-FFF2-40B4-BE49-F238E27FC236}">
                <a16:creationId xmlns:a16="http://schemas.microsoft.com/office/drawing/2014/main" id="{9E9BD8BF-FD8B-6845-85B6-D79E1A5763CD}"/>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prstTxWarp prst="textNoShape">
              <a:avLst/>
            </a:prstTxWarp>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fld id="{192B3BCF-2301-144F-9B90-8143B04FAECC}" type="slidenum">
              <a:rPr altLang="zh-CN" sz="1200" smtClean="0"/>
              <a:pPr/>
              <a:t>92</a:t>
            </a:fld>
            <a:endParaRPr lang="en-US" altLang="zh-CN"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标题幻灯片">
    <p:spTree>
      <p:nvGrpSpPr>
        <p:cNvPr id="1" name=""/>
        <p:cNvGrpSpPr/>
        <p:nvPr/>
      </p:nvGrpSpPr>
      <p:grpSpPr>
        <a:xfrm>
          <a:off x="0" y="0"/>
          <a:ext cx="0" cy="0"/>
          <a:chOff x="0" y="0"/>
          <a:chExt cx="0" cy="0"/>
        </a:xfrm>
      </p:grpSpPr>
      <p:sp>
        <p:nvSpPr>
          <p:cNvPr id="2" name="直接连接符 9">
            <a:extLst>
              <a:ext uri="{FF2B5EF4-FFF2-40B4-BE49-F238E27FC236}">
                <a16:creationId xmlns:a16="http://schemas.microsoft.com/office/drawing/2014/main" id="{AAD588F0-431E-5A42-BB99-CD8C287D0D17}"/>
              </a:ext>
            </a:extLst>
          </p:cNvPr>
          <p:cNvSpPr>
            <a:spLocks noChangeShapeType="1"/>
          </p:cNvSpPr>
          <p:nvPr userDrawn="1"/>
        </p:nvSpPr>
        <p:spPr bwMode="auto">
          <a:xfrm>
            <a:off x="0" y="6357938"/>
            <a:ext cx="9144000" cy="71437"/>
          </a:xfrm>
          <a:prstGeom prst="line">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Tree>
    <p:extLst>
      <p:ext uri="{BB962C8B-B14F-4D97-AF65-F5344CB8AC3E}">
        <p14:creationId xmlns:p14="http://schemas.microsoft.com/office/powerpoint/2010/main" val="2841355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标题和内容">
    <p:spTree>
      <p:nvGrpSpPr>
        <p:cNvPr id="1" name=""/>
        <p:cNvGrpSpPr/>
        <p:nvPr/>
      </p:nvGrpSpPr>
      <p:grpSpPr>
        <a:xfrm>
          <a:off x="0" y="0"/>
          <a:ext cx="0" cy="0"/>
          <a:chOff x="0" y="0"/>
          <a:chExt cx="0" cy="0"/>
        </a:xfrm>
      </p:grpSpPr>
      <p:sp>
        <p:nvSpPr>
          <p:cNvPr id="4" name="矩形 14">
            <a:extLst>
              <a:ext uri="{FF2B5EF4-FFF2-40B4-BE49-F238E27FC236}">
                <a16:creationId xmlns:a16="http://schemas.microsoft.com/office/drawing/2014/main" id="{A8D87AEB-8200-FB46-99F2-F206767CCA52}"/>
              </a:ext>
            </a:extLst>
          </p:cNvPr>
          <p:cNvSpPr/>
          <p:nvPr userDrawn="1"/>
        </p:nvSpPr>
        <p:spPr>
          <a:xfrm>
            <a:off x="0" y="190500"/>
            <a:ext cx="9144000" cy="536575"/>
          </a:xfrm>
          <a:prstGeom prst="rect">
            <a:avLst/>
          </a:prstGeom>
          <a:solidFill>
            <a:srgbClr val="6C4C8F"/>
          </a:solidFill>
          <a:ln w="12700">
            <a:solidFill>
              <a:srgbClr val="000000">
                <a:alpha val="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p>
            <a:pPr algn="ctr" eaLnBrk="1" hangingPunct="1">
              <a:spcBef>
                <a:spcPct val="20000"/>
              </a:spcBef>
              <a:buFont typeface="Arial" panose="020B0604020202020204" pitchFamily="34" charset="0"/>
              <a:buNone/>
              <a:defRPr/>
            </a:pPr>
            <a:endParaRPr lang="zh-CN" altLang="en-US">
              <a:solidFill>
                <a:srgbClr val="FEFFFF"/>
              </a:solidFill>
            </a:endParaRPr>
          </a:p>
        </p:txBody>
      </p:sp>
      <p:sp>
        <p:nvSpPr>
          <p:cNvPr id="5" name="矩形 15">
            <a:extLst>
              <a:ext uri="{FF2B5EF4-FFF2-40B4-BE49-F238E27FC236}">
                <a16:creationId xmlns:a16="http://schemas.microsoft.com/office/drawing/2014/main" id="{B7A7B6A7-65C6-1843-B4C0-01FC12664149}"/>
              </a:ext>
            </a:extLst>
          </p:cNvPr>
          <p:cNvSpPr/>
          <p:nvPr userDrawn="1"/>
        </p:nvSpPr>
        <p:spPr>
          <a:xfrm>
            <a:off x="0" y="727075"/>
            <a:ext cx="9144000" cy="7143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spcBef>
                <a:spcPct val="20000"/>
              </a:spcBef>
              <a:buFont typeface="Arial" panose="020B0604020202020204" pitchFamily="34" charset="0"/>
              <a:buNone/>
              <a:defRPr/>
            </a:pPr>
            <a:endParaRPr lang="zh-CN" altLang="en-US">
              <a:solidFill>
                <a:srgbClr val="FEFFFF"/>
              </a:solidFill>
            </a:endParaRPr>
          </a:p>
        </p:txBody>
      </p:sp>
      <p:grpSp>
        <p:nvGrpSpPr>
          <p:cNvPr id="6" name="组合 16">
            <a:extLst>
              <a:ext uri="{FF2B5EF4-FFF2-40B4-BE49-F238E27FC236}">
                <a16:creationId xmlns:a16="http://schemas.microsoft.com/office/drawing/2014/main" id="{43D0CCF2-262C-9C4A-B004-F4DB0D2AE95A}"/>
              </a:ext>
            </a:extLst>
          </p:cNvPr>
          <p:cNvGrpSpPr/>
          <p:nvPr userDrawn="1"/>
        </p:nvGrpSpPr>
        <p:grpSpPr>
          <a:xfrm>
            <a:off x="115637" y="404664"/>
            <a:ext cx="617410" cy="174607"/>
            <a:chOff x="384175" y="480608"/>
            <a:chExt cx="348872" cy="98663"/>
          </a:xfrm>
          <a:solidFill>
            <a:srgbClr val="76AEDD"/>
          </a:solidFill>
        </p:grpSpPr>
        <p:sp>
          <p:nvSpPr>
            <p:cNvPr id="7" name="等腰三角形 17">
              <a:hlinkClick r:id="" action="ppaction://hlinkshowjump?jump=previousslide"/>
              <a:extLst>
                <a:ext uri="{FF2B5EF4-FFF2-40B4-BE49-F238E27FC236}">
                  <a16:creationId xmlns:a16="http://schemas.microsoft.com/office/drawing/2014/main" id="{645B1C9E-5326-9F4A-A227-84F911449998}"/>
                </a:ext>
              </a:extLst>
            </p:cNvPr>
            <p:cNvSpPr/>
            <p:nvPr/>
          </p:nvSpPr>
          <p:spPr>
            <a:xfrm rot="5400000" flipH="1">
              <a:off x="372754" y="492029"/>
              <a:ext cx="98663" cy="75822"/>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spcBef>
                  <a:spcPct val="20000"/>
                </a:spcBef>
                <a:buFont typeface="Arial" panose="020B0604020202020204" pitchFamily="34" charset="0"/>
                <a:buNone/>
                <a:defRPr/>
              </a:pPr>
              <a:endParaRPr lang="zh-CN" altLang="en-US" sz="2400">
                <a:solidFill>
                  <a:srgbClr val="FEFFFF"/>
                </a:solidFill>
              </a:endParaRPr>
            </a:p>
          </p:txBody>
        </p:sp>
        <p:sp>
          <p:nvSpPr>
            <p:cNvPr id="8" name="等腰三角形 18">
              <a:hlinkClick r:id="" action="ppaction://hlinkshowjump?jump=previousslide"/>
              <a:extLst>
                <a:ext uri="{FF2B5EF4-FFF2-40B4-BE49-F238E27FC236}">
                  <a16:creationId xmlns:a16="http://schemas.microsoft.com/office/drawing/2014/main" id="{CA75935E-2909-1B4E-9EB3-BF6CC79A4A87}"/>
                </a:ext>
              </a:extLst>
            </p:cNvPr>
            <p:cNvSpPr/>
            <p:nvPr/>
          </p:nvSpPr>
          <p:spPr>
            <a:xfrm rot="5400000" flipH="1">
              <a:off x="512454" y="492029"/>
              <a:ext cx="98663" cy="75822"/>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spcBef>
                  <a:spcPct val="20000"/>
                </a:spcBef>
                <a:buFont typeface="Arial" panose="020B0604020202020204" pitchFamily="34" charset="0"/>
                <a:buNone/>
                <a:defRPr/>
              </a:pPr>
              <a:endParaRPr lang="zh-CN" altLang="en-US" sz="2400">
                <a:solidFill>
                  <a:srgbClr val="FEFFFF"/>
                </a:solidFill>
              </a:endParaRPr>
            </a:p>
          </p:txBody>
        </p:sp>
        <p:sp>
          <p:nvSpPr>
            <p:cNvPr id="9" name="等腰三角形 19">
              <a:hlinkClick r:id="" action="ppaction://hlinkshowjump?jump=previousslide"/>
              <a:extLst>
                <a:ext uri="{FF2B5EF4-FFF2-40B4-BE49-F238E27FC236}">
                  <a16:creationId xmlns:a16="http://schemas.microsoft.com/office/drawing/2014/main" id="{9138A257-5649-7A48-B73A-21E43F778835}"/>
                </a:ext>
              </a:extLst>
            </p:cNvPr>
            <p:cNvSpPr/>
            <p:nvPr/>
          </p:nvSpPr>
          <p:spPr>
            <a:xfrm rot="5400000" flipH="1">
              <a:off x="645804" y="492029"/>
              <a:ext cx="98663" cy="75822"/>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spcBef>
                  <a:spcPct val="20000"/>
                </a:spcBef>
                <a:buFont typeface="Arial" panose="020B0604020202020204" pitchFamily="34" charset="0"/>
                <a:buNone/>
                <a:defRPr/>
              </a:pPr>
              <a:endParaRPr lang="zh-CN" altLang="en-US" sz="2400">
                <a:solidFill>
                  <a:srgbClr val="FEFFFF"/>
                </a:solidFill>
              </a:endParaRPr>
            </a:p>
          </p:txBody>
        </p:sp>
      </p:grpSp>
      <p:sp>
        <p:nvSpPr>
          <p:cNvPr id="2" name="标题 1"/>
          <p:cNvSpPr>
            <a:spLocks noGrp="1"/>
          </p:cNvSpPr>
          <p:nvPr>
            <p:ph type="title"/>
          </p:nvPr>
        </p:nvSpPr>
        <p:spPr>
          <a:xfrm>
            <a:off x="844171" y="235957"/>
            <a:ext cx="6400800" cy="456739"/>
          </a:xfrm>
        </p:spPr>
        <p:txBody>
          <a:bodyPr/>
          <a:lstStyle/>
          <a:p>
            <a:r>
              <a:rPr lang="zh-CN" altLang="en-US" noProof="1"/>
              <a:t>单击此处编辑母版标题样式</a:t>
            </a:r>
          </a:p>
        </p:txBody>
      </p:sp>
      <p:sp>
        <p:nvSpPr>
          <p:cNvPr id="3" name="内容占位符 2"/>
          <p:cNvSpPr>
            <a:spLocks noGrp="1"/>
          </p:cNvSpPr>
          <p:nvPr>
            <p:ph idx="1"/>
          </p:nvPr>
        </p:nvSpPr>
        <p:spPr/>
        <p:txBody>
          <a:bodyPr/>
          <a:lstStyle/>
          <a:p>
            <a:pPr lvl="0"/>
            <a:r>
              <a:rPr lang="zh-CN" altLang="en-US" noProof="1"/>
              <a:t>编辑母版文本样式</a:t>
            </a:r>
          </a:p>
          <a:p>
            <a:pPr lvl="1"/>
            <a:r>
              <a:rPr lang="zh-CN" altLang="en-US" noProof="1"/>
              <a:t>第二级</a:t>
            </a:r>
          </a:p>
        </p:txBody>
      </p:sp>
    </p:spTree>
    <p:extLst>
      <p:ext uri="{BB962C8B-B14F-4D97-AF65-F5344CB8AC3E}">
        <p14:creationId xmlns:p14="http://schemas.microsoft.com/office/powerpoint/2010/main" val="12885151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Only" preserve="1">
  <p:cSld name="仅标题">
    <p:spTree>
      <p:nvGrpSpPr>
        <p:cNvPr id="1" name=""/>
        <p:cNvGrpSpPr/>
        <p:nvPr/>
      </p:nvGrpSpPr>
      <p:grpSpPr>
        <a:xfrm>
          <a:off x="0" y="0"/>
          <a:ext cx="0" cy="0"/>
          <a:chOff x="0" y="0"/>
          <a:chExt cx="0" cy="0"/>
        </a:xfrm>
      </p:grpSpPr>
      <p:sp>
        <p:nvSpPr>
          <p:cNvPr id="3" name="矩形 14">
            <a:extLst>
              <a:ext uri="{FF2B5EF4-FFF2-40B4-BE49-F238E27FC236}">
                <a16:creationId xmlns:a16="http://schemas.microsoft.com/office/drawing/2014/main" id="{E66C0393-53E8-8D47-BD2B-A7954FAC5275}"/>
              </a:ext>
            </a:extLst>
          </p:cNvPr>
          <p:cNvSpPr/>
          <p:nvPr userDrawn="1"/>
        </p:nvSpPr>
        <p:spPr>
          <a:xfrm>
            <a:off x="0" y="190500"/>
            <a:ext cx="9144000" cy="536575"/>
          </a:xfrm>
          <a:prstGeom prst="rect">
            <a:avLst/>
          </a:prstGeom>
          <a:solidFill>
            <a:srgbClr val="6C4C8F"/>
          </a:solidFill>
          <a:ln w="12700">
            <a:solidFill>
              <a:srgbClr val="000000">
                <a:alpha val="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p>
            <a:pPr algn="ctr" eaLnBrk="1" hangingPunct="1">
              <a:spcBef>
                <a:spcPct val="20000"/>
              </a:spcBef>
              <a:buFont typeface="Arial" panose="020B0604020202020204" pitchFamily="34" charset="0"/>
              <a:buNone/>
              <a:defRPr/>
            </a:pPr>
            <a:endParaRPr lang="zh-CN" altLang="en-US">
              <a:solidFill>
                <a:srgbClr val="FEFFFF"/>
              </a:solidFill>
            </a:endParaRPr>
          </a:p>
        </p:txBody>
      </p:sp>
      <p:sp>
        <p:nvSpPr>
          <p:cNvPr id="4" name="矩形 15">
            <a:extLst>
              <a:ext uri="{FF2B5EF4-FFF2-40B4-BE49-F238E27FC236}">
                <a16:creationId xmlns:a16="http://schemas.microsoft.com/office/drawing/2014/main" id="{DE2B92AC-6E63-1942-AAAF-B81694132688}"/>
              </a:ext>
            </a:extLst>
          </p:cNvPr>
          <p:cNvSpPr/>
          <p:nvPr userDrawn="1"/>
        </p:nvSpPr>
        <p:spPr>
          <a:xfrm>
            <a:off x="0" y="727075"/>
            <a:ext cx="9144000" cy="7143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spcBef>
                <a:spcPct val="20000"/>
              </a:spcBef>
              <a:buFont typeface="Arial" panose="020B0604020202020204" pitchFamily="34" charset="0"/>
              <a:buNone/>
              <a:defRPr/>
            </a:pPr>
            <a:endParaRPr lang="zh-CN" altLang="en-US">
              <a:solidFill>
                <a:srgbClr val="FEFFFF"/>
              </a:solidFill>
            </a:endParaRPr>
          </a:p>
        </p:txBody>
      </p:sp>
      <p:grpSp>
        <p:nvGrpSpPr>
          <p:cNvPr id="5" name="组合 16">
            <a:extLst>
              <a:ext uri="{FF2B5EF4-FFF2-40B4-BE49-F238E27FC236}">
                <a16:creationId xmlns:a16="http://schemas.microsoft.com/office/drawing/2014/main" id="{1B076CCF-3ECD-124F-B904-F809EAB7A903}"/>
              </a:ext>
            </a:extLst>
          </p:cNvPr>
          <p:cNvGrpSpPr/>
          <p:nvPr userDrawn="1"/>
        </p:nvGrpSpPr>
        <p:grpSpPr>
          <a:xfrm>
            <a:off x="115637" y="404664"/>
            <a:ext cx="617410" cy="174607"/>
            <a:chOff x="384175" y="480608"/>
            <a:chExt cx="348872" cy="98663"/>
          </a:xfrm>
          <a:solidFill>
            <a:srgbClr val="76AEDD"/>
          </a:solidFill>
        </p:grpSpPr>
        <p:sp>
          <p:nvSpPr>
            <p:cNvPr id="6" name="等腰三角形 17">
              <a:hlinkClick r:id="" action="ppaction://hlinkshowjump?jump=previousslide"/>
              <a:extLst>
                <a:ext uri="{FF2B5EF4-FFF2-40B4-BE49-F238E27FC236}">
                  <a16:creationId xmlns:a16="http://schemas.microsoft.com/office/drawing/2014/main" id="{8BD4F698-6A98-9D46-A1FA-53C26CF56170}"/>
                </a:ext>
              </a:extLst>
            </p:cNvPr>
            <p:cNvSpPr/>
            <p:nvPr/>
          </p:nvSpPr>
          <p:spPr>
            <a:xfrm rot="5400000" flipH="1">
              <a:off x="372754" y="492029"/>
              <a:ext cx="98663" cy="75822"/>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spcBef>
                  <a:spcPct val="20000"/>
                </a:spcBef>
                <a:buFont typeface="Arial" panose="020B0604020202020204" pitchFamily="34" charset="0"/>
                <a:buNone/>
                <a:defRPr/>
              </a:pPr>
              <a:endParaRPr lang="zh-CN" altLang="en-US" sz="2400">
                <a:solidFill>
                  <a:srgbClr val="FEFFFF"/>
                </a:solidFill>
              </a:endParaRPr>
            </a:p>
          </p:txBody>
        </p:sp>
        <p:sp>
          <p:nvSpPr>
            <p:cNvPr id="7" name="等腰三角形 18">
              <a:hlinkClick r:id="" action="ppaction://hlinkshowjump?jump=previousslide"/>
              <a:extLst>
                <a:ext uri="{FF2B5EF4-FFF2-40B4-BE49-F238E27FC236}">
                  <a16:creationId xmlns:a16="http://schemas.microsoft.com/office/drawing/2014/main" id="{9FA877F1-C85F-8F40-A5A6-6F71410599FE}"/>
                </a:ext>
              </a:extLst>
            </p:cNvPr>
            <p:cNvSpPr/>
            <p:nvPr/>
          </p:nvSpPr>
          <p:spPr>
            <a:xfrm rot="5400000" flipH="1">
              <a:off x="512454" y="492029"/>
              <a:ext cx="98663" cy="75822"/>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spcBef>
                  <a:spcPct val="20000"/>
                </a:spcBef>
                <a:buFont typeface="Arial" panose="020B0604020202020204" pitchFamily="34" charset="0"/>
                <a:buNone/>
                <a:defRPr/>
              </a:pPr>
              <a:endParaRPr lang="zh-CN" altLang="en-US" sz="2400">
                <a:solidFill>
                  <a:srgbClr val="FEFFFF"/>
                </a:solidFill>
              </a:endParaRPr>
            </a:p>
          </p:txBody>
        </p:sp>
        <p:sp>
          <p:nvSpPr>
            <p:cNvPr id="8" name="等腰三角形 19">
              <a:hlinkClick r:id="" action="ppaction://hlinkshowjump?jump=previousslide"/>
              <a:extLst>
                <a:ext uri="{FF2B5EF4-FFF2-40B4-BE49-F238E27FC236}">
                  <a16:creationId xmlns:a16="http://schemas.microsoft.com/office/drawing/2014/main" id="{F58282FA-B996-3A45-AC3D-3C87F529C636}"/>
                </a:ext>
              </a:extLst>
            </p:cNvPr>
            <p:cNvSpPr/>
            <p:nvPr/>
          </p:nvSpPr>
          <p:spPr>
            <a:xfrm rot="5400000" flipH="1">
              <a:off x="645804" y="492029"/>
              <a:ext cx="98663" cy="75822"/>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spcBef>
                  <a:spcPct val="20000"/>
                </a:spcBef>
                <a:buFont typeface="Arial" panose="020B0604020202020204" pitchFamily="34" charset="0"/>
                <a:buNone/>
                <a:defRPr/>
              </a:pPr>
              <a:endParaRPr lang="zh-CN" altLang="en-US" sz="2400">
                <a:solidFill>
                  <a:srgbClr val="FEFFFF"/>
                </a:solidFill>
              </a:endParaRPr>
            </a:p>
          </p:txBody>
        </p:sp>
      </p:grpSp>
      <p:sp>
        <p:nvSpPr>
          <p:cNvPr id="9" name="直接连接符 9">
            <a:extLst>
              <a:ext uri="{FF2B5EF4-FFF2-40B4-BE49-F238E27FC236}">
                <a16:creationId xmlns:a16="http://schemas.microsoft.com/office/drawing/2014/main" id="{7B1E0BBF-2B6F-D048-B1BC-F158CA2231E9}"/>
              </a:ext>
            </a:extLst>
          </p:cNvPr>
          <p:cNvSpPr>
            <a:spLocks noChangeShapeType="1"/>
          </p:cNvSpPr>
          <p:nvPr userDrawn="1"/>
        </p:nvSpPr>
        <p:spPr bwMode="auto">
          <a:xfrm>
            <a:off x="0" y="6357938"/>
            <a:ext cx="9144000" cy="71437"/>
          </a:xfrm>
          <a:prstGeom prst="line">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 name="标题 1"/>
          <p:cNvSpPr>
            <a:spLocks noGrp="1"/>
          </p:cNvSpPr>
          <p:nvPr>
            <p:ph type="title"/>
          </p:nvPr>
        </p:nvSpPr>
        <p:spPr/>
        <p:txBody>
          <a:bodyPr/>
          <a:lstStyle/>
          <a:p>
            <a:r>
              <a:rPr lang="zh-CN" altLang="en-US" noProof="1"/>
              <a:t>单击此处编辑母版标题样式</a:t>
            </a:r>
          </a:p>
        </p:txBody>
      </p:sp>
    </p:spTree>
    <p:extLst>
      <p:ext uri="{BB962C8B-B14F-4D97-AF65-F5344CB8AC3E}">
        <p14:creationId xmlns:p14="http://schemas.microsoft.com/office/powerpoint/2010/main" val="13810520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blank" preserve="1">
  <p:cSld name="空白">
    <p:bg>
      <p:bgPr>
        <a:solidFill>
          <a:srgbClr val="000000"/>
        </a:solidFill>
        <a:effectLst/>
      </p:bgPr>
    </p:bg>
    <p:spTree>
      <p:nvGrpSpPr>
        <p:cNvPr id="1" name=""/>
        <p:cNvGrpSpPr/>
        <p:nvPr/>
      </p:nvGrpSpPr>
      <p:grpSpPr>
        <a:xfrm>
          <a:off x="0" y="0"/>
          <a:ext cx="0" cy="0"/>
          <a:chOff x="0" y="0"/>
          <a:chExt cx="0" cy="0"/>
        </a:xfrm>
      </p:grpSpPr>
      <p:sp>
        <p:nvSpPr>
          <p:cNvPr id="2" name="直接连接符 9">
            <a:extLst>
              <a:ext uri="{FF2B5EF4-FFF2-40B4-BE49-F238E27FC236}">
                <a16:creationId xmlns:a16="http://schemas.microsoft.com/office/drawing/2014/main" id="{EF474E35-9446-C546-95C3-E2C584045043}"/>
              </a:ext>
            </a:extLst>
          </p:cNvPr>
          <p:cNvSpPr>
            <a:spLocks noChangeShapeType="1"/>
          </p:cNvSpPr>
          <p:nvPr userDrawn="1"/>
        </p:nvSpPr>
        <p:spPr bwMode="auto">
          <a:xfrm>
            <a:off x="0" y="6357938"/>
            <a:ext cx="9144000" cy="71437"/>
          </a:xfrm>
          <a:prstGeom prst="line">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Tree>
    <p:extLst>
      <p:ext uri="{BB962C8B-B14F-4D97-AF65-F5344CB8AC3E}">
        <p14:creationId xmlns:p14="http://schemas.microsoft.com/office/powerpoint/2010/main" val="3812000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bl">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1017588" y="188640"/>
            <a:ext cx="6400800" cy="685800"/>
          </a:xfrm>
          <a:prstGeom prst="rect">
            <a:avLst/>
          </a:prstGeom>
        </p:spPr>
        <p:txBody>
          <a:bodyPr/>
          <a:lstStyle/>
          <a:p>
            <a:r>
              <a:rPr lang="zh-CN" altLang="en-US" noProof="1"/>
              <a:t>单击此处编辑母版标题样式</a:t>
            </a:r>
          </a:p>
        </p:txBody>
      </p:sp>
      <p:sp>
        <p:nvSpPr>
          <p:cNvPr id="3" name="表格占位符 2"/>
          <p:cNvSpPr>
            <a:spLocks noGrp="1"/>
          </p:cNvSpPr>
          <p:nvPr>
            <p:ph type="tbl" idx="1"/>
          </p:nvPr>
        </p:nvSpPr>
        <p:spPr>
          <a:xfrm>
            <a:off x="649288" y="1449388"/>
            <a:ext cx="7983537" cy="4725987"/>
          </a:xfrm>
          <a:prstGeom prst="rect">
            <a:avLst/>
          </a:prstGeom>
        </p:spPr>
        <p:txBody>
          <a:bodyPr/>
          <a:lstStyle/>
          <a:p>
            <a:pPr lvl="0"/>
            <a:endParaRPr lang="zh-CN" altLang="en-US" noProof="0"/>
          </a:p>
        </p:txBody>
      </p:sp>
    </p:spTree>
    <p:extLst>
      <p:ext uri="{BB962C8B-B14F-4D97-AF65-F5344CB8AC3E}">
        <p14:creationId xmlns:p14="http://schemas.microsoft.com/office/powerpoint/2010/main" val="15945641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dgm">
  <p:cSld name="标题和图示或组织结构图">
    <p:spTree>
      <p:nvGrpSpPr>
        <p:cNvPr id="1" name=""/>
        <p:cNvGrpSpPr/>
        <p:nvPr/>
      </p:nvGrpSpPr>
      <p:grpSpPr>
        <a:xfrm>
          <a:off x="0" y="0"/>
          <a:ext cx="0" cy="0"/>
          <a:chOff x="0" y="0"/>
          <a:chExt cx="0" cy="0"/>
        </a:xfrm>
      </p:grpSpPr>
      <p:sp>
        <p:nvSpPr>
          <p:cNvPr id="2" name="标题 1"/>
          <p:cNvSpPr>
            <a:spLocks noGrp="1"/>
          </p:cNvSpPr>
          <p:nvPr>
            <p:ph type="title"/>
          </p:nvPr>
        </p:nvSpPr>
        <p:spPr>
          <a:xfrm>
            <a:off x="1017588" y="609600"/>
            <a:ext cx="6400800" cy="685800"/>
          </a:xfrm>
          <a:prstGeom prst="rect">
            <a:avLst/>
          </a:prstGeom>
        </p:spPr>
        <p:txBody>
          <a:bodyPr/>
          <a:lstStyle/>
          <a:p>
            <a:r>
              <a:rPr lang="zh-CN" altLang="en-US" noProof="1"/>
              <a:t>单击此处编辑母版标题样式</a:t>
            </a:r>
          </a:p>
        </p:txBody>
      </p:sp>
      <p:sp>
        <p:nvSpPr>
          <p:cNvPr id="3" name="SmartArt 占位符 2"/>
          <p:cNvSpPr>
            <a:spLocks noGrp="1"/>
          </p:cNvSpPr>
          <p:nvPr>
            <p:ph type="pic" idx="1"/>
          </p:nvPr>
        </p:nvSpPr>
        <p:spPr>
          <a:xfrm>
            <a:off x="649288" y="1449388"/>
            <a:ext cx="7983537" cy="4725987"/>
          </a:xfrm>
          <a:prstGeom prst="rect">
            <a:avLst/>
          </a:prstGeom>
        </p:spPr>
        <p:txBody>
          <a:bodyPr/>
          <a:lstStyle/>
          <a:p>
            <a:pPr lvl="0"/>
            <a:endParaRPr lang="zh-CN" altLang="en-US" noProof="0"/>
          </a:p>
        </p:txBody>
      </p:sp>
    </p:spTree>
    <p:extLst>
      <p:ext uri="{BB962C8B-B14F-4D97-AF65-F5344CB8AC3E}">
        <p14:creationId xmlns:p14="http://schemas.microsoft.com/office/powerpoint/2010/main" val="6953268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Only">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649288" y="609600"/>
            <a:ext cx="7983537" cy="5565775"/>
          </a:xfrm>
          <a:prstGeom prst="rect">
            <a:avLst/>
          </a:prstGeo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Tree>
    <p:extLst>
      <p:ext uri="{BB962C8B-B14F-4D97-AF65-F5344CB8AC3E}">
        <p14:creationId xmlns:p14="http://schemas.microsoft.com/office/powerpoint/2010/main" val="28932555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85605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sp>
        <p:nvSpPr>
          <p:cNvPr id="1026" name="Rectangle 3">
            <a:extLst>
              <a:ext uri="{FF2B5EF4-FFF2-40B4-BE49-F238E27FC236}">
                <a16:creationId xmlns:a16="http://schemas.microsoft.com/office/drawing/2014/main" id="{08A6696B-DAE1-8644-97D6-D795C42E2BDB}"/>
              </a:ext>
            </a:extLst>
          </p:cNvPr>
          <p:cNvSpPr>
            <a:spLocks noGrp="1" noChangeArrowheads="1"/>
          </p:cNvSpPr>
          <p:nvPr>
            <p:ph type="body" idx="4294967295"/>
          </p:nvPr>
        </p:nvSpPr>
        <p:spPr bwMode="auto">
          <a:xfrm>
            <a:off x="496888" y="1116013"/>
            <a:ext cx="8251825" cy="5472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单击以编辑母版文本样式</a:t>
            </a:r>
          </a:p>
        </p:txBody>
      </p:sp>
      <p:cxnSp>
        <p:nvCxnSpPr>
          <p:cNvPr id="1027" name="直接连接符 9">
            <a:extLst>
              <a:ext uri="{FF2B5EF4-FFF2-40B4-BE49-F238E27FC236}">
                <a16:creationId xmlns:a16="http://schemas.microsoft.com/office/drawing/2014/main" id="{92771DA9-465E-D841-ABE5-13752C7F23D2}"/>
              </a:ext>
            </a:extLst>
          </p:cNvPr>
          <p:cNvCxnSpPr>
            <a:cxnSpLocks noChangeShapeType="1"/>
          </p:cNvCxnSpPr>
          <p:nvPr userDrawn="1"/>
        </p:nvCxnSpPr>
        <p:spPr bwMode="auto">
          <a:xfrm>
            <a:off x="0" y="6357938"/>
            <a:ext cx="9144000" cy="71437"/>
          </a:xfrm>
          <a:prstGeom prst="line">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headEnd/>
                <a:tailEnd/>
              </a14:hiddenLine>
            </a:ext>
          </a:extLst>
        </p:spPr>
      </p:cxnSp>
      <p:sp>
        <p:nvSpPr>
          <p:cNvPr id="10" name="矩形 9">
            <a:extLst>
              <a:ext uri="{FF2B5EF4-FFF2-40B4-BE49-F238E27FC236}">
                <a16:creationId xmlns:a16="http://schemas.microsoft.com/office/drawing/2014/main" id="{7426EB06-0F95-4BBB-80CF-6266CC60347A}"/>
              </a:ext>
            </a:extLst>
          </p:cNvPr>
          <p:cNvSpPr/>
          <p:nvPr userDrawn="1"/>
        </p:nvSpPr>
        <p:spPr>
          <a:xfrm>
            <a:off x="0" y="190500"/>
            <a:ext cx="9144000" cy="536575"/>
          </a:xfrm>
          <a:prstGeom prst="rect">
            <a:avLst/>
          </a:prstGeom>
          <a:solidFill>
            <a:srgbClr val="6C4C8F"/>
          </a:solidFill>
          <a:ln w="12700">
            <a:solidFill>
              <a:srgbClr val="000000">
                <a:alpha val="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p>
            <a:pPr algn="ctr" eaLnBrk="1" hangingPunct="1">
              <a:spcBef>
                <a:spcPct val="20000"/>
              </a:spcBef>
              <a:buFont typeface="Arial" panose="020B0604020202020204" pitchFamily="34" charset="0"/>
              <a:buNone/>
              <a:defRPr/>
            </a:pPr>
            <a:endParaRPr lang="zh-CN" altLang="en-US">
              <a:solidFill>
                <a:srgbClr val="FEFFFF"/>
              </a:solidFill>
            </a:endParaRPr>
          </a:p>
        </p:txBody>
      </p:sp>
      <p:sp>
        <p:nvSpPr>
          <p:cNvPr id="11" name="矩形 10">
            <a:extLst>
              <a:ext uri="{FF2B5EF4-FFF2-40B4-BE49-F238E27FC236}">
                <a16:creationId xmlns:a16="http://schemas.microsoft.com/office/drawing/2014/main" id="{ECFCA0C0-EC38-49A0-AB5A-7F53971E404E}"/>
              </a:ext>
            </a:extLst>
          </p:cNvPr>
          <p:cNvSpPr/>
          <p:nvPr userDrawn="1"/>
        </p:nvSpPr>
        <p:spPr>
          <a:xfrm>
            <a:off x="0" y="727075"/>
            <a:ext cx="9144000" cy="7143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spcBef>
                <a:spcPct val="20000"/>
              </a:spcBef>
              <a:buFont typeface="Arial" panose="020B0604020202020204" pitchFamily="34" charset="0"/>
              <a:buNone/>
              <a:defRPr/>
            </a:pPr>
            <a:endParaRPr lang="zh-CN" altLang="en-US">
              <a:solidFill>
                <a:srgbClr val="FEFFFF"/>
              </a:solidFill>
            </a:endParaRPr>
          </a:p>
        </p:txBody>
      </p:sp>
      <p:grpSp>
        <p:nvGrpSpPr>
          <p:cNvPr id="2" name="组合 1">
            <a:extLst>
              <a:ext uri="{FF2B5EF4-FFF2-40B4-BE49-F238E27FC236}">
                <a16:creationId xmlns:a16="http://schemas.microsoft.com/office/drawing/2014/main" id="{B03BDF85-10DC-4EB7-A1E0-CA60F2557232}"/>
              </a:ext>
            </a:extLst>
          </p:cNvPr>
          <p:cNvGrpSpPr/>
          <p:nvPr userDrawn="1"/>
        </p:nvGrpSpPr>
        <p:grpSpPr>
          <a:xfrm>
            <a:off x="115637" y="404664"/>
            <a:ext cx="617410" cy="174607"/>
            <a:chOff x="384175" y="480608"/>
            <a:chExt cx="348872" cy="98663"/>
          </a:xfrm>
          <a:solidFill>
            <a:srgbClr val="76AEDD"/>
          </a:solidFill>
        </p:grpSpPr>
        <p:sp>
          <p:nvSpPr>
            <p:cNvPr id="12" name="等腰三角形 11">
              <a:hlinkClick r:id="" action="ppaction://hlinkshowjump?jump=previousslide"/>
              <a:extLst>
                <a:ext uri="{FF2B5EF4-FFF2-40B4-BE49-F238E27FC236}">
                  <a16:creationId xmlns:a16="http://schemas.microsoft.com/office/drawing/2014/main" id="{AF289405-BCA4-4D24-B1B5-E66D0118366F}"/>
                </a:ext>
              </a:extLst>
            </p:cNvPr>
            <p:cNvSpPr/>
            <p:nvPr/>
          </p:nvSpPr>
          <p:spPr>
            <a:xfrm rot="5400000" flipH="1">
              <a:off x="372754" y="492029"/>
              <a:ext cx="98663" cy="75822"/>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spcBef>
                  <a:spcPct val="20000"/>
                </a:spcBef>
                <a:buFont typeface="Arial" panose="020B0604020202020204" pitchFamily="34" charset="0"/>
                <a:buNone/>
                <a:defRPr/>
              </a:pPr>
              <a:endParaRPr lang="zh-CN" altLang="en-US" sz="2400">
                <a:solidFill>
                  <a:srgbClr val="FEFFFF"/>
                </a:solidFill>
              </a:endParaRPr>
            </a:p>
          </p:txBody>
        </p:sp>
        <p:sp>
          <p:nvSpPr>
            <p:cNvPr id="13" name="等腰三角形 12">
              <a:hlinkClick r:id="" action="ppaction://hlinkshowjump?jump=previousslide"/>
              <a:extLst>
                <a:ext uri="{FF2B5EF4-FFF2-40B4-BE49-F238E27FC236}">
                  <a16:creationId xmlns:a16="http://schemas.microsoft.com/office/drawing/2014/main" id="{201D76C1-CED8-481C-9802-17EFF98D12FD}"/>
                </a:ext>
              </a:extLst>
            </p:cNvPr>
            <p:cNvSpPr/>
            <p:nvPr/>
          </p:nvSpPr>
          <p:spPr>
            <a:xfrm rot="5400000" flipH="1">
              <a:off x="512454" y="492029"/>
              <a:ext cx="98663" cy="75822"/>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spcBef>
                  <a:spcPct val="20000"/>
                </a:spcBef>
                <a:buFont typeface="Arial" panose="020B0604020202020204" pitchFamily="34" charset="0"/>
                <a:buNone/>
                <a:defRPr/>
              </a:pPr>
              <a:endParaRPr lang="zh-CN" altLang="en-US" sz="2400">
                <a:solidFill>
                  <a:srgbClr val="FEFFFF"/>
                </a:solidFill>
              </a:endParaRPr>
            </a:p>
          </p:txBody>
        </p:sp>
        <p:sp>
          <p:nvSpPr>
            <p:cNvPr id="14" name="等腰三角形 13">
              <a:hlinkClick r:id="" action="ppaction://hlinkshowjump?jump=previousslide"/>
              <a:extLst>
                <a:ext uri="{FF2B5EF4-FFF2-40B4-BE49-F238E27FC236}">
                  <a16:creationId xmlns:a16="http://schemas.microsoft.com/office/drawing/2014/main" id="{F2A726EF-59D8-4B27-B75D-0E29708384B0}"/>
                </a:ext>
              </a:extLst>
            </p:cNvPr>
            <p:cNvSpPr/>
            <p:nvPr/>
          </p:nvSpPr>
          <p:spPr>
            <a:xfrm rot="5400000" flipH="1">
              <a:off x="645804" y="492029"/>
              <a:ext cx="98663" cy="75822"/>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spcBef>
                  <a:spcPct val="20000"/>
                </a:spcBef>
                <a:buFont typeface="Arial" panose="020B0604020202020204" pitchFamily="34" charset="0"/>
                <a:buNone/>
                <a:defRPr/>
              </a:pPr>
              <a:endParaRPr lang="zh-CN" altLang="en-US" sz="2400">
                <a:solidFill>
                  <a:srgbClr val="FEFFFF"/>
                </a:solidFill>
              </a:endParaRPr>
            </a:p>
          </p:txBody>
        </p:sp>
      </p:grpSp>
      <p:sp>
        <p:nvSpPr>
          <p:cNvPr id="1031" name="Rectangle 2">
            <a:extLst>
              <a:ext uri="{FF2B5EF4-FFF2-40B4-BE49-F238E27FC236}">
                <a16:creationId xmlns:a16="http://schemas.microsoft.com/office/drawing/2014/main" id="{1A16305B-F879-2443-B74B-4A0FE856F586}"/>
              </a:ext>
            </a:extLst>
          </p:cNvPr>
          <p:cNvSpPr>
            <a:spLocks noGrp="1" noChangeArrowheads="1"/>
          </p:cNvSpPr>
          <p:nvPr>
            <p:ph type="title"/>
          </p:nvPr>
        </p:nvSpPr>
        <p:spPr bwMode="auto">
          <a:xfrm>
            <a:off x="844550" y="260350"/>
            <a:ext cx="6400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TW" altLang="zh-CN" noProof="1"/>
              <a:t>单击以编辑</a:t>
            </a:r>
            <a:r>
              <a:rPr lang="zh-TW" altLang="en-US" noProof="1"/>
              <a:t>母版标题样式</a:t>
            </a:r>
          </a:p>
        </p:txBody>
      </p:sp>
    </p:spTree>
  </p:cSld>
  <p:clrMap bg1="lt1" tx1="dk1" bg2="lt2" tx2="dk2" accent1="accent1" accent2="accent2" accent3="accent3" accent4="accent4" accent5="accent5" accent6="accent6" hlink="hlink" folHlink="folHlink"/>
  <p:sldLayoutIdLst>
    <p:sldLayoutId id="2147483794" r:id="rId1"/>
    <p:sldLayoutId id="2147483795" r:id="rId2"/>
    <p:sldLayoutId id="2147483796" r:id="rId3"/>
    <p:sldLayoutId id="2147483797" r:id="rId4"/>
    <p:sldLayoutId id="2147483790" r:id="rId5"/>
    <p:sldLayoutId id="2147483791" r:id="rId6"/>
    <p:sldLayoutId id="2147483792" r:id="rId7"/>
    <p:sldLayoutId id="2147483793" r:id="rId8"/>
  </p:sldLayoutIdLst>
  <p:txStyles>
    <p:titleStyle>
      <a:lvl1pPr algn="l" rtl="0" eaLnBrk="0" fontAlgn="base" hangingPunct="0">
        <a:spcBef>
          <a:spcPct val="0"/>
        </a:spcBef>
        <a:spcAft>
          <a:spcPct val="0"/>
        </a:spcAft>
        <a:defRPr sz="2800">
          <a:solidFill>
            <a:schemeClr val="bg1"/>
          </a:solidFill>
          <a:latin typeface="+mj-lt"/>
          <a:ea typeface="微软雅黑" panose="020B0503020204020204" pitchFamily="34" charset="-122"/>
          <a:cs typeface="+mj-cs"/>
        </a:defRPr>
      </a:lvl1pPr>
      <a:lvl2pPr algn="l" rtl="0" eaLnBrk="0" fontAlgn="base" hangingPunct="0">
        <a:spcBef>
          <a:spcPct val="0"/>
        </a:spcBef>
        <a:spcAft>
          <a:spcPct val="0"/>
        </a:spcAft>
        <a:defRPr sz="2800">
          <a:solidFill>
            <a:schemeClr val="bg1"/>
          </a:solidFill>
          <a:effectLst>
            <a:outerShdw blurRad="38100" dist="38100" dir="2700000" algn="tl">
              <a:srgbClr val="C0C0C0"/>
            </a:outerShdw>
          </a:effectLst>
          <a:latin typeface="Times New Roman" panose="02020603050405020304" pitchFamily="18" charset="0"/>
          <a:ea typeface="微软雅黑" panose="020B0503020204020204" pitchFamily="34" charset="-122"/>
        </a:defRPr>
      </a:lvl2pPr>
      <a:lvl3pPr algn="l" rtl="0" eaLnBrk="0" fontAlgn="base" hangingPunct="0">
        <a:spcBef>
          <a:spcPct val="0"/>
        </a:spcBef>
        <a:spcAft>
          <a:spcPct val="0"/>
        </a:spcAft>
        <a:defRPr sz="2800">
          <a:solidFill>
            <a:schemeClr val="bg1"/>
          </a:solidFill>
          <a:effectLst>
            <a:outerShdw blurRad="38100" dist="38100" dir="2700000" algn="tl">
              <a:srgbClr val="C0C0C0"/>
            </a:outerShdw>
          </a:effectLst>
          <a:latin typeface="Times New Roman" panose="02020603050405020304" pitchFamily="18" charset="0"/>
          <a:ea typeface="微软雅黑" panose="020B0503020204020204" pitchFamily="34" charset="-122"/>
        </a:defRPr>
      </a:lvl3pPr>
      <a:lvl4pPr algn="l" rtl="0" eaLnBrk="0" fontAlgn="base" hangingPunct="0">
        <a:spcBef>
          <a:spcPct val="0"/>
        </a:spcBef>
        <a:spcAft>
          <a:spcPct val="0"/>
        </a:spcAft>
        <a:defRPr sz="2800">
          <a:solidFill>
            <a:schemeClr val="bg1"/>
          </a:solidFill>
          <a:effectLst>
            <a:outerShdw blurRad="38100" dist="38100" dir="2700000" algn="tl">
              <a:srgbClr val="C0C0C0"/>
            </a:outerShdw>
          </a:effectLst>
          <a:latin typeface="Times New Roman" panose="02020603050405020304" pitchFamily="18" charset="0"/>
          <a:ea typeface="微软雅黑" panose="020B0503020204020204" pitchFamily="34" charset="-122"/>
        </a:defRPr>
      </a:lvl4pPr>
      <a:lvl5pPr algn="l" rtl="0" eaLnBrk="0" fontAlgn="base" hangingPunct="0">
        <a:spcBef>
          <a:spcPct val="0"/>
        </a:spcBef>
        <a:spcAft>
          <a:spcPct val="0"/>
        </a:spcAft>
        <a:defRPr sz="2800">
          <a:solidFill>
            <a:schemeClr val="bg1"/>
          </a:solidFill>
          <a:effectLst>
            <a:outerShdw blurRad="38100" dist="38100" dir="2700000" algn="tl">
              <a:srgbClr val="C0C0C0"/>
            </a:outerShdw>
          </a:effectLst>
          <a:latin typeface="Times New Roman" panose="02020603050405020304" pitchFamily="18" charset="0"/>
          <a:ea typeface="微软雅黑" panose="020B0503020204020204" pitchFamily="34" charset="-122"/>
        </a:defRPr>
      </a:lvl5pPr>
      <a:lvl6pPr marL="457200" algn="ctr" rtl="0" eaLnBrk="0" fontAlgn="base" hangingPunct="0">
        <a:spcBef>
          <a:spcPct val="0"/>
        </a:spcBef>
        <a:spcAft>
          <a:spcPct val="0"/>
        </a:spcAft>
        <a:defRPr kumimoji="1" sz="4400" b="1">
          <a:solidFill>
            <a:schemeClr val="accent1"/>
          </a:solidFill>
          <a:effectLst>
            <a:outerShdw blurRad="38100" dist="38100" dir="2700000" algn="tl">
              <a:srgbClr val="C0C0C0"/>
            </a:outerShdw>
          </a:effectLst>
          <a:latin typeface="Times New Roman" panose="02020603050405020304" pitchFamily="18" charset="0"/>
          <a:ea typeface="仿宋_GB2312" panose="02010609030101010101" pitchFamily="49" charset="-122"/>
        </a:defRPr>
      </a:lvl6pPr>
      <a:lvl7pPr marL="914400" algn="ctr" rtl="0" eaLnBrk="0" fontAlgn="base" hangingPunct="0">
        <a:spcBef>
          <a:spcPct val="0"/>
        </a:spcBef>
        <a:spcAft>
          <a:spcPct val="0"/>
        </a:spcAft>
        <a:defRPr kumimoji="1" sz="4400" b="1">
          <a:solidFill>
            <a:schemeClr val="accent1"/>
          </a:solidFill>
          <a:effectLst>
            <a:outerShdw blurRad="38100" dist="38100" dir="2700000" algn="tl">
              <a:srgbClr val="C0C0C0"/>
            </a:outerShdw>
          </a:effectLst>
          <a:latin typeface="Times New Roman" panose="02020603050405020304" pitchFamily="18" charset="0"/>
          <a:ea typeface="仿宋_GB2312" panose="02010609030101010101" pitchFamily="49" charset="-122"/>
        </a:defRPr>
      </a:lvl7pPr>
      <a:lvl8pPr marL="1371600" algn="ctr" rtl="0" eaLnBrk="0" fontAlgn="base" hangingPunct="0">
        <a:spcBef>
          <a:spcPct val="0"/>
        </a:spcBef>
        <a:spcAft>
          <a:spcPct val="0"/>
        </a:spcAft>
        <a:defRPr kumimoji="1" sz="4400" b="1">
          <a:solidFill>
            <a:schemeClr val="accent1"/>
          </a:solidFill>
          <a:effectLst>
            <a:outerShdw blurRad="38100" dist="38100" dir="2700000" algn="tl">
              <a:srgbClr val="C0C0C0"/>
            </a:outerShdw>
          </a:effectLst>
          <a:latin typeface="Times New Roman" panose="02020603050405020304" pitchFamily="18" charset="0"/>
          <a:ea typeface="仿宋_GB2312" panose="02010609030101010101" pitchFamily="49" charset="-122"/>
        </a:defRPr>
      </a:lvl8pPr>
      <a:lvl9pPr marL="1828800" algn="ctr" rtl="0" eaLnBrk="0" fontAlgn="base" hangingPunct="0">
        <a:spcBef>
          <a:spcPct val="0"/>
        </a:spcBef>
        <a:spcAft>
          <a:spcPct val="0"/>
        </a:spcAft>
        <a:defRPr kumimoji="1" sz="4400" b="1">
          <a:solidFill>
            <a:schemeClr val="accent1"/>
          </a:solidFill>
          <a:effectLst>
            <a:outerShdw blurRad="38100" dist="38100" dir="2700000" algn="tl">
              <a:srgbClr val="C0C0C0"/>
            </a:outerShdw>
          </a:effectLst>
          <a:latin typeface="Times New Roman" panose="02020603050405020304" pitchFamily="18" charset="0"/>
          <a:ea typeface="仿宋_GB2312" panose="02010609030101010101" pitchFamily="49" charset="-122"/>
        </a:defRPr>
      </a:lvl9pPr>
    </p:titleStyle>
    <p:bodyStyle>
      <a:lvl1pPr indent="538163" algn="l" rtl="0" eaLnBrk="0" fontAlgn="base" hangingPunct="0">
        <a:lnSpc>
          <a:spcPct val="130000"/>
        </a:lnSpc>
        <a:spcBef>
          <a:spcPct val="0"/>
        </a:spcBef>
        <a:spcAft>
          <a:spcPct val="0"/>
        </a:spcAft>
        <a:defRPr sz="2400">
          <a:solidFill>
            <a:schemeClr val="tx1"/>
          </a:solidFill>
          <a:latin typeface="+mn-lt"/>
          <a:ea typeface="微软雅黑" panose="020B0503020204020204" pitchFamily="34" charset="-122"/>
          <a:cs typeface="+mn-cs"/>
        </a:defRPr>
      </a:lvl1pPr>
      <a:lvl2pPr marL="742950" indent="-285750" algn="l" rtl="0" eaLnBrk="0" fontAlgn="base" hangingPunct="0">
        <a:spcBef>
          <a:spcPct val="20000"/>
        </a:spcBef>
        <a:spcAft>
          <a:spcPct val="0"/>
        </a:spcAft>
        <a:buChar char="–"/>
        <a:defRPr sz="2800">
          <a:solidFill>
            <a:schemeClr val="tx1"/>
          </a:solidFill>
          <a:latin typeface="+mn-lt"/>
          <a:ea typeface="微软雅黑" panose="020B0503020204020204" pitchFamily="34" charset="-122"/>
        </a:defRPr>
      </a:lvl2pPr>
      <a:lvl3pPr marL="1143000" indent="-228600" algn="l" rtl="0" eaLnBrk="0" fontAlgn="base" hangingPunct="0">
        <a:spcBef>
          <a:spcPct val="20000"/>
        </a:spcBef>
        <a:spcAft>
          <a:spcPct val="0"/>
        </a:spcAft>
        <a:buChar char="•"/>
        <a:defRPr sz="2400">
          <a:solidFill>
            <a:schemeClr val="tx1"/>
          </a:solidFill>
          <a:latin typeface="+mn-lt"/>
          <a:ea typeface="微软雅黑" panose="020B0503020204020204" pitchFamily="34" charset="-122"/>
        </a:defRPr>
      </a:lvl3pPr>
      <a:lvl4pPr marL="1600200" indent="-228600" algn="l" rtl="0" eaLnBrk="0" fontAlgn="base" hangingPunct="0">
        <a:spcBef>
          <a:spcPct val="20000"/>
        </a:spcBef>
        <a:spcAft>
          <a:spcPct val="0"/>
        </a:spcAft>
        <a:buChar char="–"/>
        <a:defRPr sz="2000">
          <a:solidFill>
            <a:schemeClr val="tx1"/>
          </a:solidFill>
          <a:latin typeface="+mn-lt"/>
          <a:ea typeface="微软雅黑" panose="020B0503020204020204" pitchFamily="34" charset="-122"/>
        </a:defRPr>
      </a:lvl4pPr>
      <a:lvl5pPr marL="2057400" indent="-228600" algn="l" rtl="0" eaLnBrk="0" fontAlgn="base" hangingPunct="0">
        <a:spcBef>
          <a:spcPct val="20000"/>
        </a:spcBef>
        <a:spcAft>
          <a:spcPct val="0"/>
        </a:spcAft>
        <a:buChar char="»"/>
        <a:defRPr sz="2000">
          <a:solidFill>
            <a:schemeClr val="tx1"/>
          </a:solidFill>
          <a:latin typeface="+mn-lt"/>
          <a:ea typeface="微软雅黑" panose="020B0503020204020204" pitchFamily="34" charset="-122"/>
        </a:defRPr>
      </a:lvl5pPr>
      <a:lvl6pPr marL="2514600" indent="-228600" algn="l" rtl="0" eaLnBrk="0" fontAlgn="base" hangingPunct="0">
        <a:spcBef>
          <a:spcPct val="20000"/>
        </a:spcBef>
        <a:spcAft>
          <a:spcPct val="0"/>
        </a:spcAft>
        <a:buChar char="»"/>
        <a:defRPr kumimoji="1" sz="2000">
          <a:solidFill>
            <a:schemeClr val="tx1"/>
          </a:solidFill>
          <a:latin typeface="+mn-lt"/>
          <a:ea typeface="+mn-ea"/>
        </a:defRPr>
      </a:lvl6pPr>
      <a:lvl7pPr marL="2971800" indent="-228600" algn="l" rtl="0" eaLnBrk="0" fontAlgn="base" hangingPunct="0">
        <a:spcBef>
          <a:spcPct val="20000"/>
        </a:spcBef>
        <a:spcAft>
          <a:spcPct val="0"/>
        </a:spcAft>
        <a:buChar char="»"/>
        <a:defRPr kumimoji="1" sz="2000">
          <a:solidFill>
            <a:schemeClr val="tx1"/>
          </a:solidFill>
          <a:latin typeface="+mn-lt"/>
          <a:ea typeface="+mn-ea"/>
        </a:defRPr>
      </a:lvl7pPr>
      <a:lvl8pPr marL="3429000" indent="-228600" algn="l" rtl="0" eaLnBrk="0" fontAlgn="base" hangingPunct="0">
        <a:spcBef>
          <a:spcPct val="20000"/>
        </a:spcBef>
        <a:spcAft>
          <a:spcPct val="0"/>
        </a:spcAft>
        <a:buChar char="»"/>
        <a:defRPr kumimoji="1" sz="2000">
          <a:solidFill>
            <a:schemeClr val="tx1"/>
          </a:solidFill>
          <a:latin typeface="+mn-lt"/>
          <a:ea typeface="+mn-ea"/>
        </a:defRPr>
      </a:lvl8pPr>
      <a:lvl9pPr marL="3886200" indent="-228600" algn="l" rtl="0" eaLnBrk="0" fontAlgn="base" hangingPunct="0">
        <a:spcBef>
          <a:spcPct val="20000"/>
        </a:spcBef>
        <a:spcAft>
          <a:spcPct val="0"/>
        </a:spcAft>
        <a:buChar char="»"/>
        <a:defRPr kumimoji="1"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3" Type="http://schemas.openxmlformats.org/officeDocument/2006/relationships/slide" Target="slide37.xml"/><Relationship Id="rId2" Type="http://schemas.openxmlformats.org/officeDocument/2006/relationships/slide" Target="slide35.xml"/><Relationship Id="rId1" Type="http://schemas.openxmlformats.org/officeDocument/2006/relationships/slideLayout" Target="../slideLayouts/slideLayout2.xml"/><Relationship Id="rId4" Type="http://schemas.openxmlformats.org/officeDocument/2006/relationships/slide" Target="slide4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8.xml"/><Relationship Id="rId1" Type="http://schemas.openxmlformats.org/officeDocument/2006/relationships/vmlDrawing" Target="../drawings/vmlDrawing1.vml"/><Relationship Id="rId4" Type="http://schemas.openxmlformats.org/officeDocument/2006/relationships/image" Target="../media/image10.emf"/></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7.xml"/><Relationship Id="rId1" Type="http://schemas.openxmlformats.org/officeDocument/2006/relationships/vmlDrawing" Target="../drawings/vmlDrawing2.vml"/><Relationship Id="rId4" Type="http://schemas.openxmlformats.org/officeDocument/2006/relationships/image" Target="../media/image11.emf"/></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Layout" Target="../slideLayouts/slideLayout8.xml"/><Relationship Id="rId1" Type="http://schemas.openxmlformats.org/officeDocument/2006/relationships/vmlDrawing" Target="../drawings/vmlDrawing3.vml"/><Relationship Id="rId6" Type="http://schemas.openxmlformats.org/officeDocument/2006/relationships/image" Target="../media/image14.emf"/><Relationship Id="rId5" Type="http://schemas.openxmlformats.org/officeDocument/2006/relationships/oleObject" Target="../embeddings/oleObject4.bin"/><Relationship Id="rId4" Type="http://schemas.openxmlformats.org/officeDocument/2006/relationships/image" Target="../media/image13.emf"/></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2.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Layout" Target="../slideLayouts/slideLayout8.xml"/><Relationship Id="rId1" Type="http://schemas.openxmlformats.org/officeDocument/2006/relationships/vmlDrawing" Target="../drawings/vmlDrawing4.vml"/><Relationship Id="rId4" Type="http://schemas.openxmlformats.org/officeDocument/2006/relationships/image" Target="../media/image13.e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4.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Layout" Target="../slideLayouts/slideLayout8.xml"/><Relationship Id="rId1" Type="http://schemas.openxmlformats.org/officeDocument/2006/relationships/vmlDrawing" Target="../drawings/vmlDrawing5.vml"/><Relationship Id="rId4" Type="http://schemas.openxmlformats.org/officeDocument/2006/relationships/image" Target="../media/image14.emf"/></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audio" Target="../media/audio1.wav"/><Relationship Id="rId1" Type="http://schemas.openxmlformats.org/officeDocument/2006/relationships/slideLayout" Target="../slideLayouts/slideLayout8.xml"/></Relationships>
</file>

<file path=ppt/slides/_rels/slide9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106.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Layout" Target="../slideLayouts/slideLayout8.xml"/><Relationship Id="rId1" Type="http://schemas.openxmlformats.org/officeDocument/2006/relationships/vmlDrawing" Target="../drawings/vmlDrawing6.vml"/><Relationship Id="rId4" Type="http://schemas.openxmlformats.org/officeDocument/2006/relationships/image" Target="../media/image20.emf"/></Relationships>
</file>

<file path=ppt/slides/_rels/slide107.xml.rels><?xml version="1.0" encoding="UTF-8" standalone="yes"?>
<Relationships xmlns="http://schemas.openxmlformats.org/package/2006/relationships"><Relationship Id="rId8" Type="http://schemas.openxmlformats.org/officeDocument/2006/relationships/image" Target="../media/image23.emf"/><Relationship Id="rId3" Type="http://schemas.openxmlformats.org/officeDocument/2006/relationships/oleObject" Target="../embeddings/oleObject8.bin"/><Relationship Id="rId7" Type="http://schemas.openxmlformats.org/officeDocument/2006/relationships/oleObject" Target="../embeddings/oleObject10.bin"/><Relationship Id="rId2" Type="http://schemas.openxmlformats.org/officeDocument/2006/relationships/slideLayout" Target="../slideLayouts/slideLayout8.xml"/><Relationship Id="rId1" Type="http://schemas.openxmlformats.org/officeDocument/2006/relationships/vmlDrawing" Target="../drawings/vmlDrawing7.vml"/><Relationship Id="rId6" Type="http://schemas.openxmlformats.org/officeDocument/2006/relationships/image" Target="../media/image22.emf"/><Relationship Id="rId5" Type="http://schemas.openxmlformats.org/officeDocument/2006/relationships/oleObject" Target="../embeddings/oleObject9.bin"/><Relationship Id="rId4" Type="http://schemas.openxmlformats.org/officeDocument/2006/relationships/image" Target="../media/image21.emf"/></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9.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Layout" Target="../slideLayouts/slideLayout8.xml"/><Relationship Id="rId1" Type="http://schemas.openxmlformats.org/officeDocument/2006/relationships/vmlDrawing" Target="../drawings/vmlDrawing8.vml"/><Relationship Id="rId4" Type="http://schemas.openxmlformats.org/officeDocument/2006/relationships/image" Target="../media/image24.emf"/></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1.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Layout" Target="../slideLayouts/slideLayout8.xml"/><Relationship Id="rId1" Type="http://schemas.openxmlformats.org/officeDocument/2006/relationships/vmlDrawing" Target="../drawings/vmlDrawing9.vml"/><Relationship Id="rId6" Type="http://schemas.openxmlformats.org/officeDocument/2006/relationships/image" Target="../media/image26.emf"/><Relationship Id="rId5" Type="http://schemas.openxmlformats.org/officeDocument/2006/relationships/oleObject" Target="../embeddings/oleObject13.bin"/><Relationship Id="rId4" Type="http://schemas.openxmlformats.org/officeDocument/2006/relationships/image" Target="../media/image25.emf"/></Relationships>
</file>

<file path=ppt/slides/_rels/slide112.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Layout" Target="../slideLayouts/slideLayout8.xml"/><Relationship Id="rId1" Type="http://schemas.openxmlformats.org/officeDocument/2006/relationships/vmlDrawing" Target="../drawings/vmlDrawing10.vml"/><Relationship Id="rId6" Type="http://schemas.openxmlformats.org/officeDocument/2006/relationships/image" Target="../media/image25.emf"/><Relationship Id="rId5" Type="http://schemas.openxmlformats.org/officeDocument/2006/relationships/oleObject" Target="../embeddings/oleObject15.bin"/><Relationship Id="rId4" Type="http://schemas.openxmlformats.org/officeDocument/2006/relationships/image" Target="../media/image27.emf"/></Relationships>
</file>

<file path=ppt/slides/_rels/slide113.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Layout" Target="../slideLayouts/slideLayout8.xml"/><Relationship Id="rId1" Type="http://schemas.openxmlformats.org/officeDocument/2006/relationships/vmlDrawing" Target="../drawings/vmlDrawing11.vml"/><Relationship Id="rId4" Type="http://schemas.openxmlformats.org/officeDocument/2006/relationships/image" Target="../media/image27.emf"/></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8.xml"/></Relationships>
</file>

<file path=ppt/slides/_rels/slide11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119.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Layout" Target="../slideLayouts/slideLayout8.xml"/><Relationship Id="rId1" Type="http://schemas.openxmlformats.org/officeDocument/2006/relationships/vmlDrawing" Target="../drawings/vmlDrawing12.vml"/><Relationship Id="rId6" Type="http://schemas.openxmlformats.org/officeDocument/2006/relationships/image" Target="../media/image31.emf"/><Relationship Id="rId5" Type="http://schemas.openxmlformats.org/officeDocument/2006/relationships/oleObject" Target="../embeddings/oleObject18.bin"/><Relationship Id="rId4" Type="http://schemas.openxmlformats.org/officeDocument/2006/relationships/image" Target="../media/image30.emf"/></Relationships>
</file>

<file path=ppt/slides/_rels/slide120.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Layout" Target="../slideLayouts/slideLayout8.xml"/><Relationship Id="rId1" Type="http://schemas.openxmlformats.org/officeDocument/2006/relationships/vmlDrawing" Target="../drawings/vmlDrawing13.vml"/><Relationship Id="rId6" Type="http://schemas.openxmlformats.org/officeDocument/2006/relationships/image" Target="../media/image33.emf"/><Relationship Id="rId5" Type="http://schemas.openxmlformats.org/officeDocument/2006/relationships/oleObject" Target="../embeddings/oleObject20.bin"/><Relationship Id="rId4" Type="http://schemas.openxmlformats.org/officeDocument/2006/relationships/image" Target="../media/image32.emf"/></Relationships>
</file>

<file path=ppt/slides/_rels/slide121.xml.rels><?xml version="1.0" encoding="UTF-8" standalone="yes"?>
<Relationships xmlns="http://schemas.openxmlformats.org/package/2006/relationships"><Relationship Id="rId3" Type="http://schemas.openxmlformats.org/officeDocument/2006/relationships/oleObject" Target="../embeddings/oleObject21.bin"/><Relationship Id="rId2" Type="http://schemas.openxmlformats.org/officeDocument/2006/relationships/slideLayout" Target="../slideLayouts/slideLayout8.xml"/><Relationship Id="rId1" Type="http://schemas.openxmlformats.org/officeDocument/2006/relationships/vmlDrawing" Target="../drawings/vmlDrawing14.vml"/><Relationship Id="rId6" Type="http://schemas.openxmlformats.org/officeDocument/2006/relationships/image" Target="../media/image35.emf"/><Relationship Id="rId5" Type="http://schemas.openxmlformats.org/officeDocument/2006/relationships/oleObject" Target="../embeddings/oleObject22.bin"/><Relationship Id="rId4" Type="http://schemas.openxmlformats.org/officeDocument/2006/relationships/image" Target="../media/image34.emf"/></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4.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Layout" Target="../slideLayouts/slideLayout8.xml"/><Relationship Id="rId1" Type="http://schemas.openxmlformats.org/officeDocument/2006/relationships/vmlDrawing" Target="../drawings/vmlDrawing15.vml"/><Relationship Id="rId4" Type="http://schemas.openxmlformats.org/officeDocument/2006/relationships/image" Target="../media/image36.emf"/></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7.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Layout" Target="../slideLayouts/slideLayout8.xml"/><Relationship Id="rId1" Type="http://schemas.openxmlformats.org/officeDocument/2006/relationships/vmlDrawing" Target="../drawings/vmlDrawing16.vml"/><Relationship Id="rId6" Type="http://schemas.openxmlformats.org/officeDocument/2006/relationships/image" Target="../media/image38.emf"/><Relationship Id="rId5" Type="http://schemas.openxmlformats.org/officeDocument/2006/relationships/oleObject" Target="../embeddings/oleObject25.bin"/><Relationship Id="rId4" Type="http://schemas.openxmlformats.org/officeDocument/2006/relationships/image" Target="../media/image37.emf"/></Relationships>
</file>

<file path=ppt/slides/_rels/slide128.xml.rels><?xml version="1.0" encoding="UTF-8" standalone="yes"?>
<Relationships xmlns="http://schemas.openxmlformats.org/package/2006/relationships"><Relationship Id="rId3" Type="http://schemas.openxmlformats.org/officeDocument/2006/relationships/oleObject" Target="../embeddings/oleObject26.bin"/><Relationship Id="rId2" Type="http://schemas.openxmlformats.org/officeDocument/2006/relationships/slideLayout" Target="../slideLayouts/slideLayout8.xml"/><Relationship Id="rId1" Type="http://schemas.openxmlformats.org/officeDocument/2006/relationships/vmlDrawing" Target="../drawings/vmlDrawing17.vml"/><Relationship Id="rId4" Type="http://schemas.openxmlformats.org/officeDocument/2006/relationships/image" Target="../media/image39.emf"/></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6.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Layout" Target="../slideLayouts/slideLayout8.xml"/><Relationship Id="rId1" Type="http://schemas.openxmlformats.org/officeDocument/2006/relationships/vmlDrawing" Target="../drawings/vmlDrawing18.vml"/><Relationship Id="rId4" Type="http://schemas.openxmlformats.org/officeDocument/2006/relationships/image" Target="../media/image40.emf"/></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9.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Layout" Target="../slideLayouts/slideLayout8.xml"/><Relationship Id="rId1" Type="http://schemas.openxmlformats.org/officeDocument/2006/relationships/vmlDrawing" Target="../drawings/vmlDrawing19.vml"/><Relationship Id="rId4" Type="http://schemas.openxmlformats.org/officeDocument/2006/relationships/image" Target="../media/image41.emf"/></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2.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Layout" Target="../slideLayouts/slideLayout8.xml"/><Relationship Id="rId1" Type="http://schemas.openxmlformats.org/officeDocument/2006/relationships/vmlDrawing" Target="../drawings/vmlDrawing20.vml"/><Relationship Id="rId4" Type="http://schemas.openxmlformats.org/officeDocument/2006/relationships/image" Target="../media/image41.emf"/></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8.xml"/></Relationships>
</file>

<file path=ppt/slides/_rels/slide15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16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7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矩形: 圆角 2">
            <a:extLst>
              <a:ext uri="{FF2B5EF4-FFF2-40B4-BE49-F238E27FC236}">
                <a16:creationId xmlns:a16="http://schemas.microsoft.com/office/drawing/2014/main" id="{C4A535D2-3EFF-460B-93B5-243A6B971289}"/>
              </a:ext>
            </a:extLst>
          </p:cNvPr>
          <p:cNvSpPr>
            <a:spLocks noChangeArrowheads="1"/>
          </p:cNvSpPr>
          <p:nvPr/>
        </p:nvSpPr>
        <p:spPr bwMode="auto">
          <a:xfrm>
            <a:off x="3179763" y="3141663"/>
            <a:ext cx="5640387" cy="579437"/>
          </a:xfrm>
          <a:prstGeom prst="roundRect">
            <a:avLst>
              <a:gd name="adj" fmla="val 16667"/>
            </a:avLst>
          </a:prstGeom>
          <a:solidFill>
            <a:schemeClr val="accent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20000"/>
              </a:spcBef>
              <a:defRPr/>
            </a:pPr>
            <a:endParaRPr kumimoji="1" lang="zh-CN" altLang="en-US" sz="2800">
              <a:latin typeface="+mn-lt"/>
              <a:ea typeface="+mn-ea"/>
              <a:cs typeface="+mn-ea"/>
              <a:sym typeface="+mn-lt"/>
            </a:endParaRPr>
          </a:p>
        </p:txBody>
      </p:sp>
      <p:sp>
        <p:nvSpPr>
          <p:cNvPr id="2" name="矩形 1">
            <a:extLst>
              <a:ext uri="{FF2B5EF4-FFF2-40B4-BE49-F238E27FC236}">
                <a16:creationId xmlns:a16="http://schemas.microsoft.com/office/drawing/2014/main" id="{7FA9CC04-886F-4D83-8B7E-836F61BBE53B}"/>
              </a:ext>
            </a:extLst>
          </p:cNvPr>
          <p:cNvSpPr/>
          <p:nvPr/>
        </p:nvSpPr>
        <p:spPr bwMode="auto">
          <a:xfrm>
            <a:off x="0" y="514350"/>
            <a:ext cx="9144000" cy="881063"/>
          </a:xfrm>
          <a:prstGeom prst="rect">
            <a:avLst/>
          </a:prstGeom>
          <a:solidFill>
            <a:srgbClr val="6C4C8F"/>
          </a:solidFill>
          <a:ln w="9525" cap="flat" cmpd="sng" algn="ctr">
            <a:noFill/>
            <a:prstDash val="solid"/>
            <a:round/>
            <a:headEnd type="none" w="med" len="med"/>
            <a:tailEnd type="none" w="med" len="med"/>
          </a:ln>
        </p:spPr>
        <p:txBody>
          <a:bodyPr/>
          <a:lstStyle/>
          <a:p>
            <a:pPr marL="342900" indent="-342900" eaLnBrk="1" hangingPunct="1">
              <a:spcBef>
                <a:spcPct val="20000"/>
              </a:spcBef>
              <a:buFont typeface="Arial" panose="020B0604020202020204" pitchFamily="34" charset="0"/>
              <a:buNone/>
              <a:defRPr/>
            </a:pPr>
            <a:endParaRPr kumimoji="1" lang="zh-CN" altLang="en-US">
              <a:latin typeface="+mn-lt"/>
              <a:ea typeface="+mn-ea"/>
              <a:cs typeface="+mn-ea"/>
              <a:sym typeface="+mn-lt"/>
            </a:endParaRPr>
          </a:p>
        </p:txBody>
      </p:sp>
      <p:sp>
        <p:nvSpPr>
          <p:cNvPr id="23" name="矩形 22">
            <a:extLst>
              <a:ext uri="{FF2B5EF4-FFF2-40B4-BE49-F238E27FC236}">
                <a16:creationId xmlns:a16="http://schemas.microsoft.com/office/drawing/2014/main" id="{C042AC3A-4892-4344-8EE8-DC8478DEA74C}"/>
              </a:ext>
            </a:extLst>
          </p:cNvPr>
          <p:cNvSpPr/>
          <p:nvPr/>
        </p:nvSpPr>
        <p:spPr bwMode="auto">
          <a:xfrm>
            <a:off x="0" y="1519238"/>
            <a:ext cx="9144000" cy="53975"/>
          </a:xfrm>
          <a:prstGeom prst="rect">
            <a:avLst/>
          </a:prstGeom>
          <a:solidFill>
            <a:srgbClr val="6C4C8F"/>
          </a:solidFill>
          <a:ln w="9525" cap="flat" cmpd="sng" algn="ctr">
            <a:noFill/>
            <a:prstDash val="solid"/>
            <a:round/>
            <a:headEnd type="none" w="med" len="med"/>
            <a:tailEnd type="none" w="med" len="med"/>
          </a:ln>
        </p:spPr>
        <p:txBody>
          <a:bodyPr/>
          <a:lstStyle/>
          <a:p>
            <a:pPr marL="342900" indent="-342900" eaLnBrk="1" hangingPunct="1">
              <a:spcBef>
                <a:spcPct val="20000"/>
              </a:spcBef>
              <a:buFont typeface="Arial" panose="020B0604020202020204" pitchFamily="34" charset="0"/>
              <a:buNone/>
              <a:defRPr/>
            </a:pPr>
            <a:endParaRPr kumimoji="1" lang="zh-CN" altLang="en-US">
              <a:latin typeface="+mn-lt"/>
              <a:ea typeface="+mn-ea"/>
              <a:cs typeface="+mn-ea"/>
              <a:sym typeface="+mn-lt"/>
            </a:endParaRPr>
          </a:p>
        </p:txBody>
      </p:sp>
      <p:pic>
        <p:nvPicPr>
          <p:cNvPr id="9222" name="图片 1">
            <a:extLst>
              <a:ext uri="{FF2B5EF4-FFF2-40B4-BE49-F238E27FC236}">
                <a16:creationId xmlns:a16="http://schemas.microsoft.com/office/drawing/2014/main" id="{D2D43187-5AFB-5144-8748-8FF3E91D4B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36591" t="61440" r="36745" b="14038"/>
          <a:stretch>
            <a:fillRect/>
          </a:stretch>
        </p:blipFill>
        <p:spPr bwMode="auto">
          <a:xfrm>
            <a:off x="511175" y="2382838"/>
            <a:ext cx="2282825" cy="2935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 name="矩形 28">
            <a:extLst>
              <a:ext uri="{FF2B5EF4-FFF2-40B4-BE49-F238E27FC236}">
                <a16:creationId xmlns:a16="http://schemas.microsoft.com/office/drawing/2014/main" id="{78554B79-743B-4FAC-97B5-35843825944C}"/>
              </a:ext>
            </a:extLst>
          </p:cNvPr>
          <p:cNvSpPr/>
          <p:nvPr/>
        </p:nvSpPr>
        <p:spPr bwMode="auto">
          <a:xfrm>
            <a:off x="0" y="6121400"/>
            <a:ext cx="9155113" cy="604838"/>
          </a:xfrm>
          <a:prstGeom prst="rect">
            <a:avLst/>
          </a:prstGeom>
          <a:solidFill>
            <a:srgbClr val="76AEDD"/>
          </a:solidFill>
          <a:ln w="9525" cap="flat" cmpd="sng" algn="ctr">
            <a:noFill/>
            <a:prstDash val="solid"/>
            <a:round/>
            <a:headEnd type="none" w="med" len="med"/>
            <a:tailEnd type="none" w="med" len="med"/>
          </a:ln>
        </p:spPr>
        <p:txBody>
          <a:bodyPr/>
          <a:lstStyle/>
          <a:p>
            <a:pPr marL="342900" indent="-342900" eaLnBrk="1" hangingPunct="1">
              <a:spcBef>
                <a:spcPct val="20000"/>
              </a:spcBef>
              <a:buFont typeface="Arial" panose="020B0604020202020204" pitchFamily="34" charset="0"/>
              <a:buNone/>
              <a:defRPr/>
            </a:pPr>
            <a:endParaRPr kumimoji="1" lang="zh-CN" altLang="en-US">
              <a:latin typeface="+mn-lt"/>
              <a:ea typeface="+mn-ea"/>
              <a:cs typeface="+mn-ea"/>
              <a:sym typeface="+mn-lt"/>
            </a:endParaRPr>
          </a:p>
        </p:txBody>
      </p:sp>
      <p:sp>
        <p:nvSpPr>
          <p:cNvPr id="34" name="Rectangle 24">
            <a:extLst>
              <a:ext uri="{FF2B5EF4-FFF2-40B4-BE49-F238E27FC236}">
                <a16:creationId xmlns:a16="http://schemas.microsoft.com/office/drawing/2014/main" id="{E01E76AB-DCAF-43F3-89C9-C83AB3CD9ADE}"/>
              </a:ext>
            </a:extLst>
          </p:cNvPr>
          <p:cNvSpPr txBox="1">
            <a:spLocks noChangeArrowheads="1"/>
          </p:cNvSpPr>
          <p:nvPr/>
        </p:nvSpPr>
        <p:spPr bwMode="auto">
          <a:xfrm>
            <a:off x="3294063" y="3074988"/>
            <a:ext cx="2554287" cy="714375"/>
          </a:xfrm>
          <a:prstGeom prst="rect">
            <a:avLst/>
          </a:prstGeom>
          <a:noFill/>
          <a:ln w="9525">
            <a:noFill/>
            <a:miter lim="800000"/>
          </a:ln>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buFont typeface="Arial" panose="020B0604020202020204" pitchFamily="34" charset="0"/>
              <a:buNone/>
            </a:pPr>
            <a:r>
              <a:rPr lang="zh-CN" altLang="en-US" sz="3600">
                <a:solidFill>
                  <a:schemeClr val="bg1"/>
                </a:solidFill>
                <a:ea typeface="微软雅黑" panose="020B0503020204020204" pitchFamily="34" charset="-122"/>
                <a:sym typeface="+mn-lt"/>
              </a:rPr>
              <a:t>线性表</a:t>
            </a:r>
            <a:endParaRPr kumimoji="1" lang="zh-CN" altLang="en-US" sz="4800" b="1" i="1">
              <a:solidFill>
                <a:srgbClr val="362647"/>
              </a:solidFill>
              <a:effectLst>
                <a:outerShdw blurRad="38100" dist="38100" dir="2700000" algn="tl">
                  <a:srgbClr val="FFFFFF"/>
                </a:outerShdw>
              </a:effectLst>
              <a:ea typeface="微软雅黑" panose="020B0503020204020204" pitchFamily="34" charset="-122"/>
              <a:sym typeface="+mn-lt"/>
            </a:endParaRPr>
          </a:p>
        </p:txBody>
      </p:sp>
      <p:sp>
        <p:nvSpPr>
          <p:cNvPr id="17" name="Rectangle 24">
            <a:extLst>
              <a:ext uri="{FF2B5EF4-FFF2-40B4-BE49-F238E27FC236}">
                <a16:creationId xmlns:a16="http://schemas.microsoft.com/office/drawing/2014/main" id="{99E2A4C8-17A0-4357-BC6F-D57FA60A6669}"/>
              </a:ext>
            </a:extLst>
          </p:cNvPr>
          <p:cNvSpPr txBox="1">
            <a:spLocks noChangeArrowheads="1"/>
          </p:cNvSpPr>
          <p:nvPr/>
        </p:nvSpPr>
        <p:spPr bwMode="auto">
          <a:xfrm>
            <a:off x="3119438" y="2352675"/>
            <a:ext cx="2554287" cy="714375"/>
          </a:xfrm>
          <a:prstGeom prst="rect">
            <a:avLst/>
          </a:prstGeom>
          <a:noFill/>
          <a:ln w="9525">
            <a:noFill/>
            <a:miter lim="800000"/>
          </a:ln>
        </p:spPr>
        <p:txBody>
          <a:bodyPr anchor="ctr"/>
          <a:lstStyle/>
          <a:p>
            <a:pPr eaLnBrk="1" hangingPunct="1">
              <a:buFont typeface="Arial" panose="020B0604020202020204" pitchFamily="34" charset="0"/>
              <a:buNone/>
              <a:defRPr/>
            </a:pPr>
            <a:r>
              <a:rPr kumimoji="1" lang="zh-CN" altLang="en-US" sz="3600" kern="0" dirty="0">
                <a:solidFill>
                  <a:schemeClr val="bg1"/>
                </a:solidFill>
                <a:latin typeface="+mn-lt"/>
                <a:ea typeface="+mn-ea"/>
                <a:cs typeface="+mn-ea"/>
                <a:sym typeface="+mn-lt"/>
              </a:rPr>
              <a:t>第</a:t>
            </a:r>
            <a:r>
              <a:rPr kumimoji="1" lang="en-US" altLang="zh-CN" sz="3600" kern="0" dirty="0">
                <a:solidFill>
                  <a:schemeClr val="bg1"/>
                </a:solidFill>
                <a:latin typeface="+mn-lt"/>
                <a:ea typeface="+mn-ea"/>
                <a:cs typeface="+mn-ea"/>
                <a:sym typeface="+mn-lt"/>
              </a:rPr>
              <a:t>2</a:t>
            </a:r>
            <a:r>
              <a:rPr kumimoji="1" lang="zh-CN" altLang="en-US" sz="3600" kern="0" dirty="0">
                <a:solidFill>
                  <a:schemeClr val="bg1"/>
                </a:solidFill>
                <a:latin typeface="+mn-lt"/>
                <a:ea typeface="+mn-ea"/>
                <a:cs typeface="+mn-ea"/>
                <a:sym typeface="+mn-lt"/>
              </a:rPr>
              <a:t>章</a:t>
            </a:r>
            <a:endParaRPr kumimoji="1" lang="zh-CN" altLang="en-US" sz="4800" kern="0" dirty="0">
              <a:solidFill>
                <a:schemeClr val="accent1">
                  <a:lumMod val="50000"/>
                </a:schemeClr>
              </a:solidFill>
              <a:latin typeface="+mn-lt"/>
              <a:ea typeface="+mn-ea"/>
              <a:cs typeface="+mn-ea"/>
              <a:sym typeface="+mn-lt"/>
            </a:endParaRPr>
          </a:p>
        </p:txBody>
      </p:sp>
      <p:sp>
        <p:nvSpPr>
          <p:cNvPr id="20" name="Rectangle 24">
            <a:extLst>
              <a:ext uri="{FF2B5EF4-FFF2-40B4-BE49-F238E27FC236}">
                <a16:creationId xmlns:a16="http://schemas.microsoft.com/office/drawing/2014/main" id="{9E905020-E821-4ABE-A34D-70E1696E1E35}"/>
              </a:ext>
            </a:extLst>
          </p:cNvPr>
          <p:cNvSpPr txBox="1">
            <a:spLocks noChangeArrowheads="1"/>
          </p:cNvSpPr>
          <p:nvPr/>
        </p:nvSpPr>
        <p:spPr bwMode="auto">
          <a:xfrm>
            <a:off x="300038" y="641350"/>
            <a:ext cx="8843962" cy="714375"/>
          </a:xfrm>
          <a:prstGeom prst="rect">
            <a:avLst/>
          </a:prstGeom>
          <a:noFill/>
          <a:ln w="9525">
            <a:noFill/>
            <a:miter lim="800000"/>
          </a:ln>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buFont typeface="Arial" panose="020B0604020202020204" pitchFamily="34" charset="0"/>
              <a:buNone/>
            </a:pPr>
            <a:r>
              <a:rPr lang="zh-CN" altLang="en-US" sz="4000">
                <a:solidFill>
                  <a:schemeClr val="bg1"/>
                </a:solidFill>
                <a:ea typeface="微软雅黑" panose="020B0503020204020204" pitchFamily="34" charset="-122"/>
                <a:sym typeface="+mn-lt"/>
              </a:rPr>
              <a:t>数据结构（</a:t>
            </a:r>
            <a:r>
              <a:rPr lang="en-US" altLang="zh-CN" sz="4000">
                <a:solidFill>
                  <a:schemeClr val="bg1"/>
                </a:solidFill>
                <a:ea typeface="微软雅黑" panose="020B0503020204020204" pitchFamily="34" charset="-122"/>
                <a:sym typeface="+mn-lt"/>
              </a:rPr>
              <a:t>C</a:t>
            </a:r>
            <a:r>
              <a:rPr lang="zh-CN" altLang="en-US" sz="4000">
                <a:solidFill>
                  <a:schemeClr val="bg1"/>
                </a:solidFill>
                <a:ea typeface="微软雅黑" panose="020B0503020204020204" pitchFamily="34" charset="-122"/>
                <a:sym typeface="+mn-lt"/>
              </a:rPr>
              <a:t>语言版）（第</a:t>
            </a:r>
            <a:r>
              <a:rPr lang="en-US" altLang="zh-CN" sz="4000">
                <a:solidFill>
                  <a:schemeClr val="bg1"/>
                </a:solidFill>
                <a:ea typeface="微软雅黑" panose="020B0503020204020204" pitchFamily="34" charset="-122"/>
                <a:sym typeface="+mn-lt"/>
              </a:rPr>
              <a:t>2</a:t>
            </a:r>
            <a:r>
              <a:rPr lang="zh-CN" altLang="en-US" sz="4000">
                <a:solidFill>
                  <a:schemeClr val="bg1"/>
                </a:solidFill>
                <a:ea typeface="微软雅黑" panose="020B0503020204020204" pitchFamily="34" charset="-122"/>
                <a:sym typeface="+mn-lt"/>
              </a:rPr>
              <a:t>版）</a:t>
            </a:r>
            <a:endParaRPr kumimoji="1" lang="zh-CN" altLang="en-US" sz="5400" b="1" i="1">
              <a:solidFill>
                <a:srgbClr val="362647"/>
              </a:solidFill>
              <a:effectLst>
                <a:outerShdw blurRad="38100" dist="38100" dir="2700000" algn="tl">
                  <a:srgbClr val="FFFFFF"/>
                </a:outerShdw>
              </a:effectLst>
              <a:ea typeface="微软雅黑" panose="020B0503020204020204" pitchFamily="34" charset="-122"/>
              <a:sym typeface="+mn-l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8">
            <a:extLst>
              <a:ext uri="{FF2B5EF4-FFF2-40B4-BE49-F238E27FC236}">
                <a16:creationId xmlns:a16="http://schemas.microsoft.com/office/drawing/2014/main" id="{1CD87E16-A266-49DB-B558-232404C0AECB}"/>
              </a:ext>
            </a:extLst>
          </p:cNvPr>
          <p:cNvSpPr>
            <a:spLocks noChangeArrowheads="1"/>
          </p:cNvSpPr>
          <p:nvPr/>
        </p:nvSpPr>
        <p:spPr bwMode="auto">
          <a:xfrm>
            <a:off x="379413" y="1446213"/>
            <a:ext cx="5408612" cy="1735137"/>
          </a:xfrm>
          <a:prstGeom prst="rect">
            <a:avLst/>
          </a:prstGeom>
          <a:noFill/>
          <a:ln>
            <a:noFill/>
          </a:ln>
        </p:spPr>
        <p:txBody>
          <a:bodyPr/>
          <a:lstStyle>
            <a:lvl1pPr marL="457200" indent="-4572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90000"/>
              </a:lnSpc>
              <a:spcBef>
                <a:spcPct val="20000"/>
              </a:spcBef>
              <a:buFont typeface="Wingdings" pitchFamily="2" charset="2"/>
              <a:buChar char="Ø"/>
            </a:pPr>
            <a:r>
              <a:rPr lang="zh-CN" altLang="en-US" sz="2800" dirty="0">
                <a:sym typeface="+mn-lt"/>
              </a:rPr>
              <a:t>第</a:t>
            </a:r>
            <a:r>
              <a:rPr lang="en-US" altLang="zh-CN" sz="2800" dirty="0">
                <a:sym typeface="+mn-lt"/>
              </a:rPr>
              <a:t>2</a:t>
            </a:r>
            <a:r>
              <a:rPr lang="zh-CN" altLang="en-US" sz="2800" dirty="0">
                <a:sym typeface="+mn-lt"/>
              </a:rPr>
              <a:t>章  线性表</a:t>
            </a:r>
          </a:p>
          <a:p>
            <a:pPr>
              <a:lnSpc>
                <a:spcPct val="90000"/>
              </a:lnSpc>
              <a:spcBef>
                <a:spcPct val="20000"/>
              </a:spcBef>
              <a:buFont typeface="Wingdings" pitchFamily="2" charset="2"/>
              <a:buChar char="Ø"/>
            </a:pPr>
            <a:r>
              <a:rPr lang="zh-CN" altLang="en-US" sz="2800" dirty="0">
                <a:sym typeface="+mn-lt"/>
              </a:rPr>
              <a:t>第</a:t>
            </a:r>
            <a:r>
              <a:rPr lang="en-US" altLang="zh-CN" sz="2800" dirty="0">
                <a:sym typeface="+mn-lt"/>
              </a:rPr>
              <a:t>3</a:t>
            </a:r>
            <a:r>
              <a:rPr lang="zh-CN" altLang="en-US" sz="2800" dirty="0">
                <a:sym typeface="+mn-lt"/>
              </a:rPr>
              <a:t>章  栈和队列</a:t>
            </a:r>
          </a:p>
          <a:p>
            <a:pPr>
              <a:lnSpc>
                <a:spcPct val="90000"/>
              </a:lnSpc>
              <a:spcBef>
                <a:spcPct val="20000"/>
              </a:spcBef>
              <a:buFont typeface="Wingdings" pitchFamily="2" charset="2"/>
              <a:buChar char="Ø"/>
            </a:pPr>
            <a:r>
              <a:rPr lang="zh-CN" altLang="en-US" sz="2800" dirty="0">
                <a:sym typeface="+mn-lt"/>
              </a:rPr>
              <a:t>第</a:t>
            </a:r>
            <a:r>
              <a:rPr lang="en-US" altLang="zh-CN" sz="2800" dirty="0">
                <a:sym typeface="+mn-lt"/>
              </a:rPr>
              <a:t>4</a:t>
            </a:r>
            <a:r>
              <a:rPr lang="zh-CN" altLang="en-US" sz="2800" dirty="0">
                <a:sym typeface="+mn-lt"/>
              </a:rPr>
              <a:t>章  串、数组和广义表  </a:t>
            </a:r>
          </a:p>
        </p:txBody>
      </p:sp>
      <p:grpSp>
        <p:nvGrpSpPr>
          <p:cNvPr id="2" name="组合 1">
            <a:extLst>
              <a:ext uri="{FF2B5EF4-FFF2-40B4-BE49-F238E27FC236}">
                <a16:creationId xmlns:a16="http://schemas.microsoft.com/office/drawing/2014/main" id="{D314069A-E7A6-8142-897B-FA76FC1685DF}"/>
              </a:ext>
            </a:extLst>
          </p:cNvPr>
          <p:cNvGrpSpPr>
            <a:grpSpLocks/>
          </p:cNvGrpSpPr>
          <p:nvPr/>
        </p:nvGrpSpPr>
        <p:grpSpPr bwMode="auto">
          <a:xfrm>
            <a:off x="3175" y="3429000"/>
            <a:ext cx="8672513" cy="2314575"/>
            <a:chOff x="3175" y="3429000"/>
            <a:chExt cx="8672513" cy="2314575"/>
          </a:xfrm>
        </p:grpSpPr>
        <p:sp>
          <p:nvSpPr>
            <p:cNvPr id="12" name="矩形: 圆角 16">
              <a:extLst>
                <a:ext uri="{FF2B5EF4-FFF2-40B4-BE49-F238E27FC236}">
                  <a16:creationId xmlns:a16="http://schemas.microsoft.com/office/drawing/2014/main" id="{08E8F1B4-41AD-4105-962E-69349A9B0698}"/>
                </a:ext>
              </a:extLst>
            </p:cNvPr>
            <p:cNvSpPr>
              <a:spLocks noChangeArrowheads="1"/>
            </p:cNvSpPr>
            <p:nvPr/>
          </p:nvSpPr>
          <p:spPr bwMode="auto">
            <a:xfrm>
              <a:off x="392113" y="3433763"/>
              <a:ext cx="8283575"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sz="2400">
                <a:latin typeface="+mn-lt"/>
                <a:ea typeface="+mn-ea"/>
                <a:cs typeface="+mn-ea"/>
                <a:sym typeface="+mn-lt"/>
              </a:endParaRPr>
            </a:p>
          </p:txBody>
        </p:sp>
        <p:sp>
          <p:nvSpPr>
            <p:cNvPr id="13316" name="Rectangle 11">
              <a:extLst>
                <a:ext uri="{FF2B5EF4-FFF2-40B4-BE49-F238E27FC236}">
                  <a16:creationId xmlns:a16="http://schemas.microsoft.com/office/drawing/2014/main" id="{05014196-88D7-42D9-84A3-A4ECA641BED5}"/>
                </a:ext>
              </a:extLst>
            </p:cNvPr>
            <p:cNvSpPr>
              <a:spLocks noChangeArrowheads="1"/>
            </p:cNvSpPr>
            <p:nvPr/>
          </p:nvSpPr>
          <p:spPr bwMode="auto">
            <a:xfrm>
              <a:off x="365125" y="4081463"/>
              <a:ext cx="8310563" cy="1200150"/>
            </a:xfrm>
            <a:prstGeom prst="rect">
              <a:avLst/>
            </a:prstGeom>
            <a:solidFill>
              <a:schemeClr val="bg2">
                <a:lumMod val="20000"/>
                <a:lumOff val="80000"/>
              </a:schemeClr>
            </a:solidFill>
            <a:ln>
              <a:noFill/>
            </a:ln>
          </p:spPr>
          <p:txBody>
            <a:bodyPr>
              <a:spAutoFit/>
            </a:bodyPr>
            <a:lstStyle>
              <a:lvl1pPr>
                <a:lnSpc>
                  <a:spcPct val="130000"/>
                </a:lnSpc>
                <a:tabLst>
                  <a:tab pos="669925" algn="l"/>
                </a:tabLst>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tabLst>
                  <a:tab pos="669925" algn="l"/>
                </a:tabLst>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tabLst>
                  <a:tab pos="669925" algn="l"/>
                </a:tabLst>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tabLst>
                  <a:tab pos="669925" algn="l"/>
                </a:tabLst>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tabLst>
                  <a:tab pos="669925" algn="l"/>
                </a:tabLst>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tabLst>
                  <a:tab pos="669925" algn="l"/>
                </a:tabLst>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tabLst>
                  <a:tab pos="669925" algn="l"/>
                </a:tabLst>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tabLst>
                  <a:tab pos="669925" algn="l"/>
                </a:tabLst>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tabLst>
                  <a:tab pos="669925" algn="l"/>
                </a:tabLst>
                <a:defRPr sz="2000">
                  <a:solidFill>
                    <a:schemeClr val="tx1"/>
                  </a:solidFill>
                  <a:latin typeface="Times New Roman" panose="02020603050405020304" pitchFamily="18" charset="0"/>
                  <a:ea typeface="微软雅黑" panose="020B0503020204020204" pitchFamily="34" charset="-122"/>
                </a:defRPr>
              </a:lvl9pPr>
            </a:lstStyle>
            <a:p>
              <a:pPr algn="just" eaLnBrk="1" hangingPunct="1">
                <a:lnSpc>
                  <a:spcPct val="100000"/>
                </a:lnSpc>
              </a:pPr>
              <a:r>
                <a:rPr lang="en-US" altLang="zh-CN">
                  <a:sym typeface="+mn-lt"/>
                </a:rPr>
                <a:t>	</a:t>
              </a:r>
              <a:r>
                <a:rPr lang="zh-CN" altLang="en-US">
                  <a:sym typeface="+mn-lt"/>
                </a:rPr>
                <a:t>若结构是非空有限集，则有且仅有一个开始结点和一个终端结点，并且所有结点都最多只有一个直接前趋和一个直接后继。</a:t>
              </a:r>
            </a:p>
          </p:txBody>
        </p:sp>
        <p:sp>
          <p:nvSpPr>
            <p:cNvPr id="13317" name="Rectangle 12">
              <a:extLst>
                <a:ext uri="{FF2B5EF4-FFF2-40B4-BE49-F238E27FC236}">
                  <a16:creationId xmlns:a16="http://schemas.microsoft.com/office/drawing/2014/main" id="{DAF54285-BBE6-4E7D-96A9-6F9082590586}"/>
                </a:ext>
              </a:extLst>
            </p:cNvPr>
            <p:cNvSpPr>
              <a:spLocks noChangeArrowheads="1"/>
            </p:cNvSpPr>
            <p:nvPr/>
          </p:nvSpPr>
          <p:spPr bwMode="auto">
            <a:xfrm>
              <a:off x="371475" y="5281613"/>
              <a:ext cx="8294688" cy="461962"/>
            </a:xfrm>
            <a:prstGeom prst="rect">
              <a:avLst/>
            </a:prstGeom>
            <a:solidFill>
              <a:schemeClr val="bg2">
                <a:lumMod val="20000"/>
                <a:lumOff val="80000"/>
              </a:schemeClr>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ym typeface="+mn-lt"/>
                </a:rPr>
                <a:t>可表示为：（</a:t>
              </a:r>
              <a:r>
                <a:rPr lang="en-US" altLang="zh-CN">
                  <a:sym typeface="+mn-lt"/>
                </a:rPr>
                <a:t>a</a:t>
              </a:r>
              <a:r>
                <a:rPr lang="en-US" altLang="zh-CN" baseline="-30000">
                  <a:sym typeface="+mn-lt"/>
                </a:rPr>
                <a:t>1 </a:t>
              </a:r>
              <a:r>
                <a:rPr lang="en-US" altLang="zh-CN">
                  <a:sym typeface="+mn-lt"/>
                </a:rPr>
                <a:t>,  a</a:t>
              </a:r>
              <a:r>
                <a:rPr lang="en-US" altLang="zh-CN" baseline="-30000">
                  <a:sym typeface="+mn-lt"/>
                </a:rPr>
                <a:t>2   </a:t>
              </a:r>
              <a:r>
                <a:rPr lang="en-US" altLang="zh-CN">
                  <a:sym typeface="+mn-lt"/>
                </a:rPr>
                <a:t>, ……,    a</a:t>
              </a:r>
              <a:r>
                <a:rPr lang="en-US" altLang="zh-CN" baseline="-30000">
                  <a:sym typeface="+mn-lt"/>
                </a:rPr>
                <a:t>n</a:t>
              </a:r>
              <a:r>
                <a:rPr lang="zh-CN" altLang="en-US">
                  <a:sym typeface="+mn-lt"/>
                </a:rPr>
                <a:t>） </a:t>
              </a:r>
            </a:p>
          </p:txBody>
        </p:sp>
        <p:sp>
          <p:nvSpPr>
            <p:cNvPr id="10" name="Rectangle 13">
              <a:extLst>
                <a:ext uri="{FF2B5EF4-FFF2-40B4-BE49-F238E27FC236}">
                  <a16:creationId xmlns:a16="http://schemas.microsoft.com/office/drawing/2014/main" id="{98EA20E8-CD10-42BA-BF22-A35855E60DC5}"/>
                </a:ext>
              </a:extLst>
            </p:cNvPr>
            <p:cNvSpPr>
              <a:spLocks noChangeArrowheads="1"/>
            </p:cNvSpPr>
            <p:nvPr/>
          </p:nvSpPr>
          <p:spPr bwMode="auto">
            <a:xfrm>
              <a:off x="3175" y="3429000"/>
              <a:ext cx="3724275" cy="461963"/>
            </a:xfrm>
            <a:prstGeom prst="rect">
              <a:avLst/>
            </a:prstGeom>
            <a:noFill/>
            <a:ln w="9525">
              <a:noFill/>
              <a:miter lim="800000"/>
            </a:ln>
            <a:effectLst/>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eaLnBrk="1" hangingPunct="1">
                <a:spcBef>
                  <a:spcPct val="50000"/>
                </a:spcBef>
              </a:pPr>
              <a:r>
                <a:rPr kumimoji="1" lang="zh-CN" altLang="en-US" sz="2400">
                  <a:solidFill>
                    <a:schemeClr val="bg1"/>
                  </a:solidFill>
                  <a:ea typeface="微软雅黑" panose="020B0503020204020204" pitchFamily="34" charset="-122"/>
                  <a:sym typeface="+mn-lt"/>
                </a:rPr>
                <a:t>线性结构的定义：</a:t>
              </a:r>
            </a:p>
          </p:txBody>
        </p:sp>
      </p:grpSp>
      <p:sp>
        <p:nvSpPr>
          <p:cNvPr id="10249" name="标题 4">
            <a:extLst>
              <a:ext uri="{FF2B5EF4-FFF2-40B4-BE49-F238E27FC236}">
                <a16:creationId xmlns:a16="http://schemas.microsoft.com/office/drawing/2014/main" id="{F818AAC6-1329-459F-BEBF-A2445D088519}"/>
              </a:ext>
            </a:extLst>
          </p:cNvPr>
          <p:cNvSpPr>
            <a:spLocks noGrp="1"/>
          </p:cNvSpPr>
          <p:nvPr>
            <p:ph type="title"/>
          </p:nvPr>
        </p:nvSpPr>
        <p:spPr/>
        <p:txBody>
          <a:bodyPr/>
          <a:lstStyle/>
          <a:p>
            <a:r>
              <a:rPr lang="zh-CN" altLang="en-US" dirty="0">
                <a:sym typeface="+mn-lt"/>
              </a:rPr>
              <a:t>近</a:t>
            </a:r>
            <a:r>
              <a:rPr lang="en-US" altLang="zh-CN" dirty="0">
                <a:sym typeface="+mn-lt"/>
              </a:rPr>
              <a:t>1</a:t>
            </a:r>
            <a:r>
              <a:rPr lang="zh-TW" altLang="en-US" dirty="0">
                <a:sym typeface="+mn-lt"/>
              </a:rPr>
              <a:t>月</a:t>
            </a:r>
            <a:r>
              <a:rPr lang="zh-CN" altLang="en-US" dirty="0">
                <a:sym typeface="+mn-lt"/>
              </a:rPr>
              <a:t>上课内容</a:t>
            </a:r>
          </a:p>
        </p:txBody>
      </p:sp>
      <p:grpSp>
        <p:nvGrpSpPr>
          <p:cNvPr id="3" name="组合 2">
            <a:extLst>
              <a:ext uri="{FF2B5EF4-FFF2-40B4-BE49-F238E27FC236}">
                <a16:creationId xmlns:a16="http://schemas.microsoft.com/office/drawing/2014/main" id="{F61918EE-A3C5-0C40-9D7F-705A3296366F}"/>
              </a:ext>
            </a:extLst>
          </p:cNvPr>
          <p:cNvGrpSpPr>
            <a:grpSpLocks/>
          </p:cNvGrpSpPr>
          <p:nvPr/>
        </p:nvGrpSpPr>
        <p:grpSpPr bwMode="auto">
          <a:xfrm>
            <a:off x="5329238" y="1609725"/>
            <a:ext cx="3632200" cy="1154113"/>
            <a:chOff x="5329238" y="1609725"/>
            <a:chExt cx="3632200" cy="1154113"/>
          </a:xfrm>
        </p:grpSpPr>
        <p:sp>
          <p:nvSpPr>
            <p:cNvPr id="7" name="Text Box 10">
              <a:extLst>
                <a:ext uri="{FF2B5EF4-FFF2-40B4-BE49-F238E27FC236}">
                  <a16:creationId xmlns:a16="http://schemas.microsoft.com/office/drawing/2014/main" id="{B8A41AB2-1158-4ADF-9167-1BC820F4CB7E}"/>
                </a:ext>
              </a:extLst>
            </p:cNvPr>
            <p:cNvSpPr txBox="1">
              <a:spLocks noChangeArrowheads="1"/>
            </p:cNvSpPr>
            <p:nvPr/>
          </p:nvSpPr>
          <p:spPr bwMode="auto">
            <a:xfrm>
              <a:off x="6372225" y="1652588"/>
              <a:ext cx="180498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pPr>
              <a:r>
                <a:rPr lang="zh-CN" altLang="en-US">
                  <a:solidFill>
                    <a:schemeClr val="tx2"/>
                  </a:solidFill>
                  <a:sym typeface="+mn-lt"/>
                </a:rPr>
                <a:t>线性结构</a:t>
              </a:r>
            </a:p>
          </p:txBody>
        </p:sp>
        <p:sp>
          <p:nvSpPr>
            <p:cNvPr id="11" name="Rectangle 14">
              <a:extLst>
                <a:ext uri="{FF2B5EF4-FFF2-40B4-BE49-F238E27FC236}">
                  <a16:creationId xmlns:a16="http://schemas.microsoft.com/office/drawing/2014/main" id="{F65AE642-1A0C-4DCE-8EB4-7B3C816D39A4}"/>
                </a:ext>
              </a:extLst>
            </p:cNvPr>
            <p:cNvSpPr>
              <a:spLocks noChangeArrowheads="1"/>
            </p:cNvSpPr>
            <p:nvPr/>
          </p:nvSpPr>
          <p:spPr bwMode="auto">
            <a:xfrm>
              <a:off x="5842000" y="2301875"/>
              <a:ext cx="31194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pPr>
              <a:r>
                <a:rPr lang="zh-CN" altLang="en-US">
                  <a:sym typeface="+mn-lt"/>
                </a:rPr>
                <a:t>（逻辑、存储和运算）</a:t>
              </a:r>
            </a:p>
          </p:txBody>
        </p:sp>
        <p:sp>
          <p:nvSpPr>
            <p:cNvPr id="8" name="右中括号 7">
              <a:extLst>
                <a:ext uri="{FF2B5EF4-FFF2-40B4-BE49-F238E27FC236}">
                  <a16:creationId xmlns:a16="http://schemas.microsoft.com/office/drawing/2014/main" id="{433C95D1-A713-4C2C-8162-D954AD8984F7}"/>
                </a:ext>
              </a:extLst>
            </p:cNvPr>
            <p:cNvSpPr/>
            <p:nvPr/>
          </p:nvSpPr>
          <p:spPr bwMode="auto">
            <a:xfrm>
              <a:off x="5329238" y="1609725"/>
              <a:ext cx="220662" cy="1008063"/>
            </a:xfrm>
            <a:prstGeom prst="rightBracket">
              <a:avLst/>
            </a:prstGeom>
            <a:noFill/>
            <a:ln w="9525" cap="flat" cmpd="sng" algn="ctr">
              <a:solidFill>
                <a:schemeClr val="accent1">
                  <a:lumMod val="60000"/>
                  <a:lumOff val="40000"/>
                </a:schemeClr>
              </a:solidFill>
              <a:prstDash val="solid"/>
              <a:round/>
              <a:headEnd type="none" w="med" len="med"/>
              <a:tailEnd type="none" w="med" len="med"/>
            </a:ln>
          </p:spPr>
          <p:txBody>
            <a:bodyPr/>
            <a:lstStyle/>
            <a:p>
              <a:pPr marL="342900" indent="-342900">
                <a:spcBef>
                  <a:spcPct val="20000"/>
                </a:spcBef>
                <a:defRPr/>
              </a:pPr>
              <a:endParaRPr kumimoji="1" lang="zh-CN" altLang="en-US" sz="2400">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6357EBC7-47AA-40A8-A7EF-6548D9CCB92B}"/>
              </a:ext>
            </a:extLst>
          </p:cNvPr>
          <p:cNvSpPr/>
          <p:nvPr/>
        </p:nvSpPr>
        <p:spPr bwMode="auto">
          <a:xfrm>
            <a:off x="539750" y="2657475"/>
            <a:ext cx="8283575" cy="3003550"/>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4" name="矩形: 圆角 16">
            <a:extLst>
              <a:ext uri="{FF2B5EF4-FFF2-40B4-BE49-F238E27FC236}">
                <a16:creationId xmlns:a16="http://schemas.microsoft.com/office/drawing/2014/main" id="{9DEA8EAB-FE71-4834-B09C-10F6013D2579}"/>
              </a:ext>
            </a:extLst>
          </p:cNvPr>
          <p:cNvSpPr>
            <a:spLocks noChangeArrowheads="1"/>
          </p:cNvSpPr>
          <p:nvPr/>
        </p:nvSpPr>
        <p:spPr bwMode="auto">
          <a:xfrm>
            <a:off x="539750" y="2027238"/>
            <a:ext cx="8283575"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sz="2400">
              <a:latin typeface="+mn-lt"/>
              <a:ea typeface="+mn-ea"/>
              <a:cs typeface="+mn-ea"/>
              <a:sym typeface="+mn-lt"/>
            </a:endParaRPr>
          </a:p>
        </p:txBody>
      </p:sp>
      <p:sp>
        <p:nvSpPr>
          <p:cNvPr id="443396" name="Rectangle 4">
            <a:extLst>
              <a:ext uri="{FF2B5EF4-FFF2-40B4-BE49-F238E27FC236}">
                <a16:creationId xmlns:a16="http://schemas.microsoft.com/office/drawing/2014/main" id="{E4CFB5D1-066B-445A-BE09-F257B4F57BF8}"/>
              </a:ext>
            </a:extLst>
          </p:cNvPr>
          <p:cNvSpPr>
            <a:spLocks noChangeArrowheads="1"/>
          </p:cNvSpPr>
          <p:nvPr/>
        </p:nvSpPr>
        <p:spPr bwMode="auto">
          <a:xfrm>
            <a:off x="539750" y="1922463"/>
            <a:ext cx="2663825" cy="715962"/>
          </a:xfrm>
          <a:prstGeom prst="rect">
            <a:avLst/>
          </a:prstGeom>
          <a:noFill/>
          <a:ln w="9525">
            <a:noFill/>
            <a:miter lim="800000"/>
          </a:ln>
          <a:effec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a:r>
              <a:rPr kumimoji="1" lang="zh-CN" altLang="en-US" sz="2400">
                <a:solidFill>
                  <a:schemeClr val="bg1"/>
                </a:solidFill>
                <a:ea typeface="微软雅黑" panose="020B0503020204020204" pitchFamily="34" charset="-122"/>
                <a:sym typeface="+mn-lt"/>
              </a:rPr>
              <a:t>线性结构的特点：</a:t>
            </a:r>
          </a:p>
        </p:txBody>
      </p:sp>
      <p:sp>
        <p:nvSpPr>
          <p:cNvPr id="443397" name="Rectangle 5">
            <a:extLst>
              <a:ext uri="{FF2B5EF4-FFF2-40B4-BE49-F238E27FC236}">
                <a16:creationId xmlns:a16="http://schemas.microsoft.com/office/drawing/2014/main" id="{BD8390DE-2373-41FD-B153-D2685DC9CC97}"/>
              </a:ext>
            </a:extLst>
          </p:cNvPr>
          <p:cNvSpPr>
            <a:spLocks noChangeArrowheads="1"/>
          </p:cNvSpPr>
          <p:nvPr/>
        </p:nvSpPr>
        <p:spPr bwMode="auto">
          <a:xfrm>
            <a:off x="539750" y="2657475"/>
            <a:ext cx="7908925" cy="147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a:lnSpc>
                <a:spcPct val="100000"/>
              </a:lnSpc>
              <a:spcBef>
                <a:spcPct val="20000"/>
              </a:spcBef>
            </a:pPr>
            <a:r>
              <a:rPr lang="en-US" altLang="zh-CN">
                <a:solidFill>
                  <a:schemeClr val="tx2"/>
                </a:solidFill>
                <a:sym typeface="+mn-lt"/>
              </a:rPr>
              <a:t>① </a:t>
            </a:r>
            <a:r>
              <a:rPr lang="zh-CN" altLang="en-US">
                <a:solidFill>
                  <a:schemeClr val="tx2"/>
                </a:solidFill>
                <a:sym typeface="+mn-lt"/>
              </a:rPr>
              <a:t>只有一个首结点和尾结点；</a:t>
            </a:r>
          </a:p>
          <a:p>
            <a:pPr algn="just">
              <a:lnSpc>
                <a:spcPct val="100000"/>
              </a:lnSpc>
              <a:spcBef>
                <a:spcPct val="20000"/>
              </a:spcBef>
            </a:pPr>
            <a:r>
              <a:rPr lang="zh-CN" altLang="en-US">
                <a:solidFill>
                  <a:schemeClr val="tx2"/>
                </a:solidFill>
                <a:sym typeface="+mn-lt"/>
              </a:rPr>
              <a:t>② 除首尾结点外，其他结点只有一个直接前驱和一个直接后继。</a:t>
            </a:r>
          </a:p>
        </p:txBody>
      </p:sp>
      <p:sp>
        <p:nvSpPr>
          <p:cNvPr id="11270" name="Rectangle 6">
            <a:extLst>
              <a:ext uri="{FF2B5EF4-FFF2-40B4-BE49-F238E27FC236}">
                <a16:creationId xmlns:a16="http://schemas.microsoft.com/office/drawing/2014/main" id="{CA09B1C8-F912-4C33-AFC9-2695EC95DE34}"/>
              </a:ext>
            </a:extLst>
          </p:cNvPr>
          <p:cNvSpPr>
            <a:spLocks noChangeArrowheads="1"/>
          </p:cNvSpPr>
          <p:nvPr/>
        </p:nvSpPr>
        <p:spPr bwMode="auto">
          <a:xfrm>
            <a:off x="711200" y="1127125"/>
            <a:ext cx="75660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ym typeface="+mn-lt"/>
              </a:rPr>
              <a:t>线性结构表达式：（</a:t>
            </a:r>
            <a:r>
              <a:rPr lang="en-US" altLang="zh-CN">
                <a:sym typeface="+mn-lt"/>
              </a:rPr>
              <a:t>a</a:t>
            </a:r>
            <a:r>
              <a:rPr lang="en-US" altLang="zh-CN" baseline="-30000">
                <a:sym typeface="+mn-lt"/>
              </a:rPr>
              <a:t>1 </a:t>
            </a:r>
            <a:r>
              <a:rPr lang="en-US" altLang="zh-CN">
                <a:sym typeface="+mn-lt"/>
              </a:rPr>
              <a:t>,  a</a:t>
            </a:r>
            <a:r>
              <a:rPr lang="en-US" altLang="zh-CN" baseline="-30000">
                <a:sym typeface="+mn-lt"/>
              </a:rPr>
              <a:t>2   </a:t>
            </a:r>
            <a:r>
              <a:rPr lang="en-US" altLang="zh-CN">
                <a:sym typeface="+mn-lt"/>
              </a:rPr>
              <a:t>, ……,    a</a:t>
            </a:r>
            <a:r>
              <a:rPr lang="en-US" altLang="zh-CN" baseline="-30000">
                <a:sym typeface="+mn-lt"/>
              </a:rPr>
              <a:t>n</a:t>
            </a:r>
            <a:r>
              <a:rPr lang="zh-CN" altLang="en-US">
                <a:sym typeface="+mn-lt"/>
              </a:rPr>
              <a:t>） </a:t>
            </a:r>
          </a:p>
        </p:txBody>
      </p:sp>
      <p:sp>
        <p:nvSpPr>
          <p:cNvPr id="443399" name="Rectangle 7">
            <a:extLst>
              <a:ext uri="{FF2B5EF4-FFF2-40B4-BE49-F238E27FC236}">
                <a16:creationId xmlns:a16="http://schemas.microsoft.com/office/drawing/2014/main" id="{89AB5659-85D9-44F0-9B93-D3336B689B41}"/>
              </a:ext>
            </a:extLst>
          </p:cNvPr>
          <p:cNvSpPr>
            <a:spLocks noChangeArrowheads="1"/>
          </p:cNvSpPr>
          <p:nvPr/>
        </p:nvSpPr>
        <p:spPr bwMode="auto">
          <a:xfrm>
            <a:off x="539750" y="4581525"/>
            <a:ext cx="79248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20000"/>
              </a:spcBef>
            </a:pPr>
            <a:r>
              <a:rPr lang="zh-CN" altLang="en-US">
                <a:sym typeface="+mn-lt"/>
              </a:rPr>
              <a:t>线性结构包括线性表、堆栈、队列、字符串、数组等等，其中，最典型、最常用的是</a:t>
            </a:r>
            <a:endParaRPr lang="zh-CN" altLang="en-US" u="sng">
              <a:solidFill>
                <a:schemeClr val="accent1"/>
              </a:solidFill>
              <a:sym typeface="+mn-lt"/>
            </a:endParaRPr>
          </a:p>
        </p:txBody>
      </p:sp>
      <p:sp>
        <p:nvSpPr>
          <p:cNvPr id="443400" name="Rectangle 8">
            <a:extLst>
              <a:ext uri="{FF2B5EF4-FFF2-40B4-BE49-F238E27FC236}">
                <a16:creationId xmlns:a16="http://schemas.microsoft.com/office/drawing/2014/main" id="{B32AD4F9-312C-4DED-B1D7-110F9073A95D}"/>
              </a:ext>
            </a:extLst>
          </p:cNvPr>
          <p:cNvSpPr>
            <a:spLocks noChangeArrowheads="1"/>
          </p:cNvSpPr>
          <p:nvPr/>
        </p:nvSpPr>
        <p:spPr bwMode="auto">
          <a:xfrm>
            <a:off x="4708525" y="6003925"/>
            <a:ext cx="1871663" cy="461963"/>
          </a:xfrm>
          <a:prstGeom prst="rect">
            <a:avLst/>
          </a:prstGeom>
          <a:solidFill>
            <a:srgbClr val="6C4C8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pPr>
            <a:r>
              <a:rPr lang="zh-CN" altLang="en-US">
                <a:solidFill>
                  <a:schemeClr val="bg1"/>
                </a:solidFill>
                <a:sym typeface="+mn-lt"/>
              </a:rPr>
              <a:t>线性表</a:t>
            </a:r>
          </a:p>
        </p:txBody>
      </p:sp>
      <p:sp>
        <p:nvSpPr>
          <p:cNvPr id="443401" name="Rectangle 9">
            <a:extLst>
              <a:ext uri="{FF2B5EF4-FFF2-40B4-BE49-F238E27FC236}">
                <a16:creationId xmlns:a16="http://schemas.microsoft.com/office/drawing/2014/main" id="{3D33DA31-B385-44A5-BABE-E4BAC07955FE}"/>
              </a:ext>
            </a:extLst>
          </p:cNvPr>
          <p:cNvSpPr>
            <a:spLocks noChangeArrowheads="1"/>
          </p:cNvSpPr>
          <p:nvPr/>
        </p:nvSpPr>
        <p:spPr bwMode="auto">
          <a:xfrm>
            <a:off x="412750" y="4176713"/>
            <a:ext cx="76930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20000"/>
              </a:spcBef>
            </a:pPr>
            <a:r>
              <a:rPr lang="zh-CN" altLang="en-US">
                <a:sym typeface="+mn-lt"/>
              </a:rPr>
              <a:t>简言之，线性结构反映结点间的逻辑关系是</a:t>
            </a:r>
            <a:r>
              <a:rPr lang="zh-CN" altLang="en-US" u="sng">
                <a:solidFill>
                  <a:schemeClr val="accent1"/>
                </a:solidFill>
                <a:sym typeface="+mn-lt"/>
              </a:rPr>
              <a:t> </a:t>
            </a:r>
            <a:r>
              <a:rPr lang="zh-CN" altLang="en-US" u="sng">
                <a:solidFill>
                  <a:srgbClr val="FF0000"/>
                </a:solidFill>
                <a:sym typeface="+mn-lt"/>
              </a:rPr>
              <a:t>一对一  </a:t>
            </a:r>
            <a:r>
              <a:rPr lang="zh-CN" altLang="en-US">
                <a:sym typeface="+mn-lt"/>
              </a:rPr>
              <a:t>的</a:t>
            </a:r>
          </a:p>
        </p:txBody>
      </p:sp>
      <p:sp>
        <p:nvSpPr>
          <p:cNvPr id="443403" name="AutoShape 11">
            <a:extLst>
              <a:ext uri="{FF2B5EF4-FFF2-40B4-BE49-F238E27FC236}">
                <a16:creationId xmlns:a16="http://schemas.microsoft.com/office/drawing/2014/main" id="{82EB1886-F3DD-4DF1-9E05-F7C8699E15EB}"/>
              </a:ext>
            </a:extLst>
          </p:cNvPr>
          <p:cNvSpPr>
            <a:spLocks noChangeArrowheads="1"/>
          </p:cNvSpPr>
          <p:nvPr/>
        </p:nvSpPr>
        <p:spPr bwMode="auto">
          <a:xfrm>
            <a:off x="2871788" y="6026150"/>
            <a:ext cx="1387475" cy="427038"/>
          </a:xfrm>
          <a:prstGeom prst="notchedRightArrow">
            <a:avLst>
              <a:gd name="adj1" fmla="val 50000"/>
              <a:gd name="adj2" fmla="val 81197"/>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sp>
        <p:nvSpPr>
          <p:cNvPr id="10" name="标题 4">
            <a:extLst>
              <a:ext uri="{FF2B5EF4-FFF2-40B4-BE49-F238E27FC236}">
                <a16:creationId xmlns:a16="http://schemas.microsoft.com/office/drawing/2014/main" id="{30B2BA99-9698-41C6-B42B-0CE5E534CC1B}"/>
              </a:ext>
            </a:extLst>
          </p:cNvPr>
          <p:cNvSpPr txBox="1">
            <a:spLocks/>
          </p:cNvSpPr>
          <p:nvPr/>
        </p:nvSpPr>
        <p:spPr>
          <a:xfrm>
            <a:off x="844550" y="260350"/>
            <a:ext cx="6400800" cy="457200"/>
          </a:xfrm>
          <a:prstGeom prst="rect">
            <a:avLst/>
          </a:prstGeom>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dirty="0">
                <a:solidFill>
                  <a:schemeClr val="bg1"/>
                </a:solidFill>
                <a:sym typeface="+mn-lt"/>
              </a:rPr>
              <a:t>近</a:t>
            </a:r>
            <a:r>
              <a:rPr lang="en-US" altLang="zh-CN" sz="2800" dirty="0">
                <a:solidFill>
                  <a:schemeClr val="bg1"/>
                </a:solidFill>
                <a:sym typeface="+mn-lt"/>
              </a:rPr>
              <a:t>1</a:t>
            </a:r>
            <a:r>
              <a:rPr lang="zh-TW" altLang="en-US" sz="2800" dirty="0">
                <a:solidFill>
                  <a:schemeClr val="bg1"/>
                </a:solidFill>
                <a:sym typeface="+mn-lt"/>
              </a:rPr>
              <a:t>月</a:t>
            </a:r>
            <a:r>
              <a:rPr lang="zh-CN" altLang="en-US" sz="2800" dirty="0">
                <a:solidFill>
                  <a:schemeClr val="bg1"/>
                </a:solidFill>
                <a:sym typeface="+mn-lt"/>
              </a:rPr>
              <a:t>上课内容</a:t>
            </a:r>
          </a:p>
        </p:txBody>
      </p:sp>
      <p:sp>
        <p:nvSpPr>
          <p:cNvPr id="11276" name="矩形 2">
            <a:extLst>
              <a:ext uri="{FF2B5EF4-FFF2-40B4-BE49-F238E27FC236}">
                <a16:creationId xmlns:a16="http://schemas.microsoft.com/office/drawing/2014/main" id="{5CC721A6-1776-447F-B19C-DD874614ABE8}"/>
              </a:ext>
            </a:extLst>
          </p:cNvPr>
          <p:cNvSpPr>
            <a:spLocks noChangeArrowheads="1"/>
          </p:cNvSpPr>
          <p:nvPr/>
        </p:nvSpPr>
        <p:spPr bwMode="auto">
          <a:xfrm>
            <a:off x="539750" y="4005263"/>
            <a:ext cx="8283575" cy="46037"/>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afterEffect">
                                  <p:stCondLst>
                                    <p:cond delay="1000"/>
                                  </p:stCondLst>
                                  <p:childTnLst>
                                    <p:set>
                                      <p:cBhvr>
                                        <p:cTn id="6" dur="1" fill="hold">
                                          <p:stCondLst>
                                            <p:cond delay="499"/>
                                          </p:stCondLst>
                                        </p:cTn>
                                        <p:tgtEl>
                                          <p:spTgt spid="44339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8" presetClass="entr" presetSubtype="6" fill="hold" grpId="0" nodeType="clickEffect">
                                  <p:stCondLst>
                                    <p:cond delay="0"/>
                                  </p:stCondLst>
                                  <p:childTnLst>
                                    <p:set>
                                      <p:cBhvr>
                                        <p:cTn id="10" dur="1" fill="hold">
                                          <p:stCondLst>
                                            <p:cond delay="0"/>
                                          </p:stCondLst>
                                        </p:cTn>
                                        <p:tgtEl>
                                          <p:spTgt spid="443397">
                                            <p:txEl>
                                              <p:pRg st="0" end="0"/>
                                            </p:txEl>
                                          </p:spTgt>
                                        </p:tgtEl>
                                        <p:attrNameLst>
                                          <p:attrName>style.visibility</p:attrName>
                                        </p:attrNameLst>
                                      </p:cBhvr>
                                      <p:to>
                                        <p:strVal val="visible"/>
                                      </p:to>
                                    </p:set>
                                    <p:animEffect transition="in" filter="strips(downRight)">
                                      <p:cBhvr>
                                        <p:cTn id="11" dur="500"/>
                                        <p:tgtEl>
                                          <p:spTgt spid="443397">
                                            <p:txEl>
                                              <p:pRg st="0" end="0"/>
                                            </p:txEl>
                                          </p:spTgt>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18" presetClass="entr" presetSubtype="6" fill="hold" grpId="0" nodeType="clickEffect">
                                  <p:stCondLst>
                                    <p:cond delay="0"/>
                                  </p:stCondLst>
                                  <p:childTnLst>
                                    <p:set>
                                      <p:cBhvr>
                                        <p:cTn id="15" dur="1" fill="hold">
                                          <p:stCondLst>
                                            <p:cond delay="0"/>
                                          </p:stCondLst>
                                        </p:cTn>
                                        <p:tgtEl>
                                          <p:spTgt spid="443397">
                                            <p:txEl>
                                              <p:pRg st="1" end="1"/>
                                            </p:txEl>
                                          </p:spTgt>
                                        </p:tgtEl>
                                        <p:attrNameLst>
                                          <p:attrName>style.visibility</p:attrName>
                                        </p:attrNameLst>
                                      </p:cBhvr>
                                      <p:to>
                                        <p:strVal val="visible"/>
                                      </p:to>
                                    </p:set>
                                    <p:animEffect transition="in" filter="strips(downRight)">
                                      <p:cBhvr>
                                        <p:cTn id="16" dur="500"/>
                                        <p:tgtEl>
                                          <p:spTgt spid="443397">
                                            <p:txEl>
                                              <p:pRg st="1" end="1"/>
                                            </p:txEl>
                                          </p:spTgt>
                                        </p:tgtEl>
                                      </p:cBhvr>
                                    </p:animEffect>
                                  </p:childTnLst>
                                </p:cTn>
                              </p:par>
                            </p:childTnLst>
                          </p:cTn>
                        </p:par>
                        <p:par>
                          <p:cTn id="17" fill="hold" nodeType="afterGroup">
                            <p:stCondLst>
                              <p:cond delay="500"/>
                            </p:stCondLst>
                            <p:childTnLst>
                              <p:par>
                                <p:cTn id="18" presetID="16" presetClass="entr" presetSubtype="37" fill="hold" grpId="0" nodeType="afterEffect">
                                  <p:stCondLst>
                                    <p:cond delay="3000"/>
                                  </p:stCondLst>
                                  <p:childTnLst>
                                    <p:set>
                                      <p:cBhvr>
                                        <p:cTn id="19" dur="1" fill="hold">
                                          <p:stCondLst>
                                            <p:cond delay="0"/>
                                          </p:stCondLst>
                                        </p:cTn>
                                        <p:tgtEl>
                                          <p:spTgt spid="443401"/>
                                        </p:tgtEl>
                                        <p:attrNameLst>
                                          <p:attrName>style.visibility</p:attrName>
                                        </p:attrNameLst>
                                      </p:cBhvr>
                                      <p:to>
                                        <p:strVal val="visible"/>
                                      </p:to>
                                    </p:set>
                                    <p:animEffect transition="in" filter="barn(outVertical)">
                                      <p:cBhvr>
                                        <p:cTn id="20" dur="500"/>
                                        <p:tgtEl>
                                          <p:spTgt spid="443401"/>
                                        </p:tgtEl>
                                      </p:cBhvr>
                                    </p:animEffec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499"/>
                                          </p:stCondLst>
                                        </p:cTn>
                                        <p:tgtEl>
                                          <p:spTgt spid="443399"/>
                                        </p:tgtEl>
                                        <p:attrNameLst>
                                          <p:attrName>style.visibility</p:attrName>
                                        </p:attrNameLst>
                                      </p:cBhvr>
                                      <p:to>
                                        <p:strVal val="visible"/>
                                      </p:to>
                                    </p:set>
                                  </p:childTnLst>
                                </p:cTn>
                              </p:par>
                            </p:childTnLst>
                          </p:cTn>
                        </p:par>
                        <p:par>
                          <p:cTn id="25" fill="hold" nodeType="afterGroup">
                            <p:stCondLst>
                              <p:cond delay="500"/>
                            </p:stCondLst>
                            <p:childTnLst>
                              <p:par>
                                <p:cTn id="26" presetID="15" presetClass="entr" presetSubtype="0" fill="hold" grpId="0" nodeType="afterEffect">
                                  <p:stCondLst>
                                    <p:cond delay="1000"/>
                                  </p:stCondLst>
                                  <p:childTnLst>
                                    <p:set>
                                      <p:cBhvr>
                                        <p:cTn id="27" dur="1" fill="hold">
                                          <p:stCondLst>
                                            <p:cond delay="0"/>
                                          </p:stCondLst>
                                        </p:cTn>
                                        <p:tgtEl>
                                          <p:spTgt spid="443400"/>
                                        </p:tgtEl>
                                        <p:attrNameLst>
                                          <p:attrName>style.visibility</p:attrName>
                                        </p:attrNameLst>
                                      </p:cBhvr>
                                      <p:to>
                                        <p:strVal val="visible"/>
                                      </p:to>
                                    </p:set>
                                    <p:anim calcmode="lin" valueType="num">
                                      <p:cBhvr>
                                        <p:cTn id="28" dur="1000" fill="hold"/>
                                        <p:tgtEl>
                                          <p:spTgt spid="443400"/>
                                        </p:tgtEl>
                                        <p:attrNameLst>
                                          <p:attrName>ppt_w</p:attrName>
                                        </p:attrNameLst>
                                      </p:cBhvr>
                                      <p:tavLst>
                                        <p:tav tm="0">
                                          <p:val>
                                            <p:fltVal val="0"/>
                                          </p:val>
                                        </p:tav>
                                        <p:tav tm="100000">
                                          <p:val>
                                            <p:strVal val="#ppt_w"/>
                                          </p:val>
                                        </p:tav>
                                      </p:tavLst>
                                    </p:anim>
                                    <p:anim calcmode="lin" valueType="num">
                                      <p:cBhvr>
                                        <p:cTn id="29" dur="1000" fill="hold"/>
                                        <p:tgtEl>
                                          <p:spTgt spid="443400"/>
                                        </p:tgtEl>
                                        <p:attrNameLst>
                                          <p:attrName>ppt_h</p:attrName>
                                        </p:attrNameLst>
                                      </p:cBhvr>
                                      <p:tavLst>
                                        <p:tav tm="0">
                                          <p:val>
                                            <p:fltVal val="0"/>
                                          </p:val>
                                        </p:tav>
                                        <p:tav tm="100000">
                                          <p:val>
                                            <p:strVal val="#ppt_h"/>
                                          </p:val>
                                        </p:tav>
                                      </p:tavLst>
                                    </p:anim>
                                    <p:anim calcmode="lin" valueType="num">
                                      <p:cBhvr>
                                        <p:cTn id="30" dur="1000" fill="hold"/>
                                        <p:tgtEl>
                                          <p:spTgt spid="443400"/>
                                        </p:tgtEl>
                                        <p:attrNameLst>
                                          <p:attrName>ppt_x</p:attrName>
                                        </p:attrNameLst>
                                      </p:cBhvr>
                                      <p:tavLst>
                                        <p:tav tm="0" fmla="#ppt_x+(cos(-2*pi*(1-$))*-#ppt_x-sin(-2*pi*(1-$))*(1-#ppt_y))*(1-$)">
                                          <p:val>
                                            <p:fltVal val="0"/>
                                          </p:val>
                                        </p:tav>
                                        <p:tav tm="100000">
                                          <p:val>
                                            <p:fltVal val="1"/>
                                          </p:val>
                                        </p:tav>
                                      </p:tavLst>
                                    </p:anim>
                                    <p:anim calcmode="lin" valueType="num">
                                      <p:cBhvr>
                                        <p:cTn id="31" dur="1000" fill="hold"/>
                                        <p:tgtEl>
                                          <p:spTgt spid="443400"/>
                                        </p:tgtEl>
                                        <p:attrNameLst>
                                          <p:attrName>ppt_y</p:attrName>
                                        </p:attrNameLst>
                                      </p:cBhvr>
                                      <p:tavLst>
                                        <p:tav tm="0" fmla="#ppt_y+(sin(-2*pi*(1-$))*-#ppt_x+cos(-2*pi*(1-$))*(1-#ppt_y))*(1-$)">
                                          <p:val>
                                            <p:fltVal val="0"/>
                                          </p:val>
                                        </p:tav>
                                        <p:tav tm="100000">
                                          <p:val>
                                            <p:fltVal val="1"/>
                                          </p:val>
                                        </p:tav>
                                      </p:tavLst>
                                    </p:anim>
                                  </p:childTnLst>
                                </p:cTn>
                              </p:par>
                            </p:childTnLst>
                          </p:cTn>
                        </p:par>
                        <p:par>
                          <p:cTn id="32" fill="hold" nodeType="afterGroup">
                            <p:stCondLst>
                              <p:cond delay="2500"/>
                            </p:stCondLst>
                            <p:childTnLst>
                              <p:par>
                                <p:cTn id="33" presetID="1" presetClass="entr" presetSubtype="0" fill="hold" grpId="0" nodeType="afterEffect">
                                  <p:stCondLst>
                                    <p:cond delay="0"/>
                                  </p:stCondLst>
                                  <p:childTnLst>
                                    <p:set>
                                      <p:cBhvr>
                                        <p:cTn id="34" dur="1" fill="hold">
                                          <p:stCondLst>
                                            <p:cond delay="499"/>
                                          </p:stCondLst>
                                        </p:cTn>
                                        <p:tgtEl>
                                          <p:spTgt spid="443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3396" grpId="0"/>
      <p:bldP spid="443397" grpId="0" build="p"/>
      <p:bldP spid="443399" grpId="0"/>
      <p:bldP spid="443400" grpId="0" animBg="1"/>
      <p:bldP spid="443401" grpId="0"/>
      <p:bldP spid="44340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矩形 50">
            <a:extLst>
              <a:ext uri="{FF2B5EF4-FFF2-40B4-BE49-F238E27FC236}">
                <a16:creationId xmlns:a16="http://schemas.microsoft.com/office/drawing/2014/main" id="{0728B9FA-C541-4B14-9BDA-3D5D624EB318}"/>
              </a:ext>
            </a:extLst>
          </p:cNvPr>
          <p:cNvSpPr/>
          <p:nvPr/>
        </p:nvSpPr>
        <p:spPr bwMode="auto">
          <a:xfrm>
            <a:off x="0" y="1727200"/>
            <a:ext cx="9144000" cy="53975"/>
          </a:xfrm>
          <a:prstGeom prst="rect">
            <a:avLst/>
          </a:prstGeom>
          <a:solidFill>
            <a:srgbClr val="6C4C8F"/>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solidFill>
                <a:srgbClr val="9476B6"/>
              </a:solidFill>
              <a:latin typeface="+mn-lt"/>
              <a:ea typeface="+mn-ea"/>
              <a:cs typeface="+mn-ea"/>
              <a:sym typeface="+mn-lt"/>
            </a:endParaRPr>
          </a:p>
        </p:txBody>
      </p:sp>
      <p:pic>
        <p:nvPicPr>
          <p:cNvPr id="13315" name="图片 2">
            <a:extLst>
              <a:ext uri="{FF2B5EF4-FFF2-40B4-BE49-F238E27FC236}">
                <a16:creationId xmlns:a16="http://schemas.microsoft.com/office/drawing/2014/main" id="{7A0D2ED8-C920-AE48-BA27-78ADCD3CC0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575" t="11116"/>
          <a:stretch>
            <a:fillRect/>
          </a:stretch>
        </p:blipFill>
        <p:spPr bwMode="auto">
          <a:xfrm>
            <a:off x="-4763" y="0"/>
            <a:ext cx="9124951" cy="1627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3" name="矩形 62">
            <a:extLst>
              <a:ext uri="{FF2B5EF4-FFF2-40B4-BE49-F238E27FC236}">
                <a16:creationId xmlns:a16="http://schemas.microsoft.com/office/drawing/2014/main" id="{2D65BE1F-23D5-43B1-9050-78A313833A3C}"/>
              </a:ext>
            </a:extLst>
          </p:cNvPr>
          <p:cNvSpPr/>
          <p:nvPr/>
        </p:nvSpPr>
        <p:spPr bwMode="auto">
          <a:xfrm>
            <a:off x="23813" y="9525"/>
            <a:ext cx="9151937" cy="1609725"/>
          </a:xfrm>
          <a:prstGeom prst="rect">
            <a:avLst/>
          </a:prstGeom>
          <a:solidFill>
            <a:schemeClr val="tx1">
              <a:alpha val="50000"/>
            </a:schemeClr>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zh-CN" altLang="en-US" sz="1800" kern="0">
              <a:solidFill>
                <a:prstClr val="white"/>
              </a:solidFill>
              <a:latin typeface="+mn-lt"/>
              <a:ea typeface="+mn-ea"/>
              <a:cs typeface="+mn-ea"/>
              <a:sym typeface="+mn-lt"/>
            </a:endParaRPr>
          </a:p>
        </p:txBody>
      </p:sp>
      <p:sp>
        <p:nvSpPr>
          <p:cNvPr id="64" name="Shape 26">
            <a:extLst>
              <a:ext uri="{FF2B5EF4-FFF2-40B4-BE49-F238E27FC236}">
                <a16:creationId xmlns:a16="http://schemas.microsoft.com/office/drawing/2014/main" id="{825F54A8-DC07-4E38-B358-1B70B1D5CF1C}"/>
              </a:ext>
            </a:extLst>
          </p:cNvPr>
          <p:cNvSpPr/>
          <p:nvPr/>
        </p:nvSpPr>
        <p:spPr>
          <a:xfrm flipH="1">
            <a:off x="0" y="5607050"/>
            <a:ext cx="9140825" cy="1250950"/>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
        <p:nvSpPr>
          <p:cNvPr id="25" name="矩形 24">
            <a:extLst>
              <a:ext uri="{FF2B5EF4-FFF2-40B4-BE49-F238E27FC236}">
                <a16:creationId xmlns:a16="http://schemas.microsoft.com/office/drawing/2014/main" id="{B9A0D1B3-CBB4-42D7-A8CC-ACBF1C64C098}"/>
              </a:ext>
            </a:extLst>
          </p:cNvPr>
          <p:cNvSpPr/>
          <p:nvPr/>
        </p:nvSpPr>
        <p:spPr>
          <a:xfrm>
            <a:off x="1095375" y="2538413"/>
            <a:ext cx="7832725" cy="2724150"/>
          </a:xfrm>
          <a:prstGeom prst="rect">
            <a:avLst/>
          </a:prstGeom>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nSpc>
                <a:spcPct val="130000"/>
              </a:lnSpc>
              <a:spcBef>
                <a:spcPts val="600"/>
              </a:spcBef>
            </a:pPr>
            <a:r>
              <a:rPr kumimoji="1" lang="zh-CN" altLang="en-US" sz="2400">
                <a:ea typeface="微软雅黑" panose="020B0503020204020204" pitchFamily="34" charset="-122"/>
                <a:sym typeface="+mn-lt"/>
              </a:rPr>
              <a:t>了解线性结构的</a:t>
            </a:r>
            <a:r>
              <a:rPr kumimoji="1" lang="zh-CN" altLang="en-US" sz="2400">
                <a:solidFill>
                  <a:srgbClr val="FF9900"/>
                </a:solidFill>
                <a:ea typeface="微软雅黑" panose="020B0503020204020204" pitchFamily="34" charset="-122"/>
                <a:sym typeface="+mn-lt"/>
              </a:rPr>
              <a:t>特点</a:t>
            </a:r>
          </a:p>
          <a:p>
            <a:pPr>
              <a:lnSpc>
                <a:spcPct val="130000"/>
              </a:lnSpc>
              <a:spcBef>
                <a:spcPts val="600"/>
              </a:spcBef>
            </a:pPr>
            <a:r>
              <a:rPr kumimoji="1" lang="zh-CN" altLang="en-US" sz="2400">
                <a:ea typeface="微软雅黑" panose="020B0503020204020204" pitchFamily="34" charset="-122"/>
                <a:sym typeface="+mn-lt"/>
              </a:rPr>
              <a:t>掌握顺序表的</a:t>
            </a:r>
            <a:r>
              <a:rPr kumimoji="1" lang="zh-CN" altLang="en-US" sz="2400">
                <a:solidFill>
                  <a:srgbClr val="FFB545"/>
                </a:solidFill>
                <a:ea typeface="微软雅黑" panose="020B0503020204020204" pitchFamily="34" charset="-122"/>
                <a:sym typeface="+mn-lt"/>
              </a:rPr>
              <a:t>定义</a:t>
            </a:r>
            <a:r>
              <a:rPr kumimoji="1" lang="zh-CN" altLang="en-US" sz="2400">
                <a:ea typeface="微软雅黑" panose="020B0503020204020204" pitchFamily="34" charset="-122"/>
                <a:sym typeface="+mn-lt"/>
              </a:rPr>
              <a:t>、</a:t>
            </a:r>
            <a:r>
              <a:rPr kumimoji="1" lang="zh-CN" altLang="en-US" sz="2400">
                <a:solidFill>
                  <a:srgbClr val="FFB545"/>
                </a:solidFill>
                <a:ea typeface="微软雅黑" panose="020B0503020204020204" pitchFamily="34" charset="-122"/>
                <a:sym typeface="+mn-lt"/>
              </a:rPr>
              <a:t>查找</a:t>
            </a:r>
            <a:r>
              <a:rPr kumimoji="1" lang="zh-CN" altLang="en-US" sz="2400">
                <a:ea typeface="微软雅黑" panose="020B0503020204020204" pitchFamily="34" charset="-122"/>
                <a:sym typeface="+mn-lt"/>
              </a:rPr>
              <a:t>、</a:t>
            </a:r>
            <a:r>
              <a:rPr kumimoji="1" lang="zh-CN" altLang="en-US" sz="2400">
                <a:solidFill>
                  <a:srgbClr val="FFB545"/>
                </a:solidFill>
                <a:ea typeface="微软雅黑" panose="020B0503020204020204" pitchFamily="34" charset="-122"/>
                <a:sym typeface="+mn-lt"/>
              </a:rPr>
              <a:t>插入</a:t>
            </a:r>
            <a:r>
              <a:rPr kumimoji="1" lang="zh-CN" altLang="en-US" sz="2400">
                <a:ea typeface="微软雅黑" panose="020B0503020204020204" pitchFamily="34" charset="-122"/>
                <a:sym typeface="+mn-lt"/>
              </a:rPr>
              <a:t>和</a:t>
            </a:r>
            <a:r>
              <a:rPr kumimoji="1" lang="zh-CN" altLang="en-US" sz="2400">
                <a:solidFill>
                  <a:srgbClr val="FFB545"/>
                </a:solidFill>
                <a:ea typeface="微软雅黑" panose="020B0503020204020204" pitchFamily="34" charset="-122"/>
                <a:sym typeface="+mn-lt"/>
              </a:rPr>
              <a:t>删除 </a:t>
            </a:r>
          </a:p>
          <a:p>
            <a:pPr>
              <a:lnSpc>
                <a:spcPct val="130000"/>
              </a:lnSpc>
              <a:spcBef>
                <a:spcPts val="600"/>
              </a:spcBef>
            </a:pPr>
            <a:r>
              <a:rPr kumimoji="1" lang="zh-CN" altLang="en-US" sz="2400">
                <a:ea typeface="微软雅黑" panose="020B0503020204020204" pitchFamily="34" charset="-122"/>
                <a:sym typeface="+mn-lt"/>
              </a:rPr>
              <a:t>掌握</a:t>
            </a:r>
            <a:r>
              <a:rPr kumimoji="1" lang="zh-CN" altLang="en-US" sz="2400">
                <a:solidFill>
                  <a:srgbClr val="FFB545"/>
                </a:solidFill>
                <a:ea typeface="微软雅黑" panose="020B0503020204020204" pitchFamily="34" charset="-122"/>
                <a:sym typeface="+mn-lt"/>
              </a:rPr>
              <a:t>链表</a:t>
            </a:r>
            <a:r>
              <a:rPr kumimoji="1" lang="zh-CN" altLang="en-US" sz="2400">
                <a:ea typeface="微软雅黑" panose="020B0503020204020204" pitchFamily="34" charset="-122"/>
                <a:sym typeface="+mn-lt"/>
              </a:rPr>
              <a:t>的定义、创建、查找、插入和删除 </a:t>
            </a:r>
          </a:p>
          <a:p>
            <a:pPr>
              <a:lnSpc>
                <a:spcPct val="130000"/>
              </a:lnSpc>
              <a:spcBef>
                <a:spcPts val="600"/>
              </a:spcBef>
            </a:pPr>
            <a:r>
              <a:rPr kumimoji="1" lang="zh-CN" altLang="en-US" sz="2400">
                <a:ea typeface="微软雅黑" panose="020B0503020204020204" pitchFamily="34" charset="-122"/>
                <a:sym typeface="+mn-lt"/>
              </a:rPr>
              <a:t>能够从</a:t>
            </a:r>
            <a:r>
              <a:rPr kumimoji="1" lang="zh-CN" altLang="en-US" sz="2400">
                <a:solidFill>
                  <a:srgbClr val="FFB545"/>
                </a:solidFill>
                <a:ea typeface="微软雅黑" panose="020B0503020204020204" pitchFamily="34" charset="-122"/>
                <a:sym typeface="+mn-lt"/>
              </a:rPr>
              <a:t>时间</a:t>
            </a:r>
            <a:r>
              <a:rPr kumimoji="1" lang="zh-CN" altLang="en-US" sz="2400">
                <a:ea typeface="微软雅黑" panose="020B0503020204020204" pitchFamily="34" charset="-122"/>
                <a:sym typeface="+mn-lt"/>
              </a:rPr>
              <a:t>和</a:t>
            </a:r>
            <a:r>
              <a:rPr kumimoji="1" lang="zh-CN" altLang="en-US" sz="2400">
                <a:solidFill>
                  <a:srgbClr val="FFB545"/>
                </a:solidFill>
                <a:ea typeface="微软雅黑" panose="020B0503020204020204" pitchFamily="34" charset="-122"/>
                <a:sym typeface="+mn-lt"/>
              </a:rPr>
              <a:t>空间复杂度的角度</a:t>
            </a:r>
            <a:r>
              <a:rPr kumimoji="1" lang="zh-CN" altLang="en-US" sz="2400">
                <a:ea typeface="微软雅黑" panose="020B0503020204020204" pitchFamily="34" charset="-122"/>
                <a:sym typeface="+mn-lt"/>
              </a:rPr>
              <a:t>比较两种存储结构的不同特点及其适用场合 </a:t>
            </a:r>
          </a:p>
        </p:txBody>
      </p:sp>
      <p:grpSp>
        <p:nvGrpSpPr>
          <p:cNvPr id="13319" name="组合 28">
            <a:extLst>
              <a:ext uri="{FF2B5EF4-FFF2-40B4-BE49-F238E27FC236}">
                <a16:creationId xmlns:a16="http://schemas.microsoft.com/office/drawing/2014/main" id="{1878E4B7-DB96-BB4A-BC02-F6A99D6E2520}"/>
              </a:ext>
            </a:extLst>
          </p:cNvPr>
          <p:cNvGrpSpPr>
            <a:grpSpLocks/>
          </p:cNvGrpSpPr>
          <p:nvPr/>
        </p:nvGrpSpPr>
        <p:grpSpPr bwMode="auto">
          <a:xfrm>
            <a:off x="458788" y="2541588"/>
            <a:ext cx="590550" cy="627062"/>
            <a:chOff x="6242320" y="1105727"/>
            <a:chExt cx="589786" cy="626517"/>
          </a:xfrm>
        </p:grpSpPr>
        <p:sp>
          <p:nvSpPr>
            <p:cNvPr id="12310" name="TextBox 6">
              <a:extLst>
                <a:ext uri="{FF2B5EF4-FFF2-40B4-BE49-F238E27FC236}">
                  <a16:creationId xmlns:a16="http://schemas.microsoft.com/office/drawing/2014/main" id="{7CEC4C2F-911B-4F43-AB98-7E91D57BF372}"/>
                </a:ext>
              </a:extLst>
            </p:cNvPr>
            <p:cNvSpPr txBox="1">
              <a:spLocks noChangeArrowheads="1"/>
            </p:cNvSpPr>
            <p:nvPr/>
          </p:nvSpPr>
          <p:spPr bwMode="auto">
            <a:xfrm>
              <a:off x="6327934" y="1105727"/>
              <a:ext cx="447096" cy="4916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3200" dirty="0">
                  <a:solidFill>
                    <a:srgbClr val="FF9900"/>
                  </a:solidFill>
                  <a:latin typeface="+mn-lt"/>
                  <a:ea typeface="+mn-ea"/>
                  <a:cs typeface="+mn-ea"/>
                  <a:sym typeface="+mn-lt"/>
                </a:rPr>
                <a:t>01</a:t>
              </a:r>
              <a:endParaRPr lang="zh-CN" altLang="en-US" sz="3200" dirty="0">
                <a:solidFill>
                  <a:srgbClr val="FF9900"/>
                </a:solidFill>
                <a:latin typeface="+mn-lt"/>
                <a:ea typeface="+mn-ea"/>
                <a:cs typeface="+mn-ea"/>
                <a:sym typeface="+mn-lt"/>
              </a:endParaRPr>
            </a:p>
          </p:txBody>
        </p:sp>
        <p:sp>
          <p:nvSpPr>
            <p:cNvPr id="12311" name="文本框 22">
              <a:extLst>
                <a:ext uri="{FF2B5EF4-FFF2-40B4-BE49-F238E27FC236}">
                  <a16:creationId xmlns:a16="http://schemas.microsoft.com/office/drawing/2014/main" id="{0E6FF143-0A08-466C-A882-C3F57CC27FCA}"/>
                </a:ext>
              </a:extLst>
            </p:cNvPr>
            <p:cNvSpPr txBox="1">
              <a:spLocks noChangeArrowheads="1"/>
            </p:cNvSpPr>
            <p:nvPr/>
          </p:nvSpPr>
          <p:spPr bwMode="auto">
            <a:xfrm>
              <a:off x="6242320" y="1516532"/>
              <a:ext cx="589786" cy="215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800" b="1">
                  <a:solidFill>
                    <a:srgbClr val="818181"/>
                  </a:solidFill>
                  <a:latin typeface="+mn-lt"/>
                  <a:ea typeface="+mn-ea"/>
                  <a:cs typeface="+mn-ea"/>
                  <a:sym typeface="+mn-lt"/>
                </a:rPr>
                <a:t>OPTION</a:t>
              </a:r>
              <a:endParaRPr lang="zh-CN" altLang="en-US" sz="800" b="1">
                <a:solidFill>
                  <a:srgbClr val="818181"/>
                </a:solidFill>
                <a:latin typeface="+mn-lt"/>
                <a:ea typeface="+mn-ea"/>
                <a:cs typeface="+mn-ea"/>
                <a:sym typeface="+mn-lt"/>
              </a:endParaRPr>
            </a:p>
          </p:txBody>
        </p:sp>
      </p:grpSp>
      <p:grpSp>
        <p:nvGrpSpPr>
          <p:cNvPr id="13320" name="组合 45">
            <a:extLst>
              <a:ext uri="{FF2B5EF4-FFF2-40B4-BE49-F238E27FC236}">
                <a16:creationId xmlns:a16="http://schemas.microsoft.com/office/drawing/2014/main" id="{8D57F0B7-2000-AD49-AEF8-9D5F0FAC3311}"/>
              </a:ext>
            </a:extLst>
          </p:cNvPr>
          <p:cNvGrpSpPr>
            <a:grpSpLocks/>
          </p:cNvGrpSpPr>
          <p:nvPr/>
        </p:nvGrpSpPr>
        <p:grpSpPr bwMode="auto">
          <a:xfrm>
            <a:off x="458788" y="3095625"/>
            <a:ext cx="590550" cy="631825"/>
            <a:chOff x="6242320" y="2373233"/>
            <a:chExt cx="589786" cy="631741"/>
          </a:xfrm>
        </p:grpSpPr>
        <p:sp>
          <p:nvSpPr>
            <p:cNvPr id="12308" name="TextBox 6">
              <a:extLst>
                <a:ext uri="{FF2B5EF4-FFF2-40B4-BE49-F238E27FC236}">
                  <a16:creationId xmlns:a16="http://schemas.microsoft.com/office/drawing/2014/main" id="{1FC098CE-DAB2-431E-9BB6-A6C27422C7B5}"/>
                </a:ext>
              </a:extLst>
            </p:cNvPr>
            <p:cNvSpPr txBox="1">
              <a:spLocks noChangeArrowheads="1"/>
            </p:cNvSpPr>
            <p:nvPr/>
          </p:nvSpPr>
          <p:spPr bwMode="auto">
            <a:xfrm>
              <a:off x="6327934" y="2373233"/>
              <a:ext cx="447096" cy="4920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3200" dirty="0">
                  <a:solidFill>
                    <a:srgbClr val="6C4C8F"/>
                  </a:solidFill>
                  <a:latin typeface="+mn-lt"/>
                  <a:ea typeface="+mn-ea"/>
                  <a:cs typeface="+mn-ea"/>
                  <a:sym typeface="+mn-lt"/>
                </a:rPr>
                <a:t>02</a:t>
              </a:r>
              <a:endParaRPr lang="zh-CN" altLang="en-US" sz="3200" dirty="0">
                <a:solidFill>
                  <a:srgbClr val="6C4C8F"/>
                </a:solidFill>
                <a:latin typeface="+mn-lt"/>
                <a:ea typeface="+mn-ea"/>
                <a:cs typeface="+mn-ea"/>
                <a:sym typeface="+mn-lt"/>
              </a:endParaRPr>
            </a:p>
          </p:txBody>
        </p:sp>
        <p:sp>
          <p:nvSpPr>
            <p:cNvPr id="12309" name="文本框 23">
              <a:extLst>
                <a:ext uri="{FF2B5EF4-FFF2-40B4-BE49-F238E27FC236}">
                  <a16:creationId xmlns:a16="http://schemas.microsoft.com/office/drawing/2014/main" id="{B86C6D57-B686-4406-A184-7E41E22E9062}"/>
                </a:ext>
              </a:extLst>
            </p:cNvPr>
            <p:cNvSpPr txBox="1">
              <a:spLocks noChangeArrowheads="1"/>
            </p:cNvSpPr>
            <p:nvPr/>
          </p:nvSpPr>
          <p:spPr bwMode="auto">
            <a:xfrm>
              <a:off x="6242320" y="2789103"/>
              <a:ext cx="589786" cy="2158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800" b="1">
                  <a:solidFill>
                    <a:srgbClr val="818181"/>
                  </a:solidFill>
                  <a:latin typeface="+mn-lt"/>
                  <a:ea typeface="+mn-ea"/>
                  <a:cs typeface="+mn-ea"/>
                  <a:sym typeface="+mn-lt"/>
                </a:rPr>
                <a:t>OPTION</a:t>
              </a:r>
              <a:endParaRPr lang="zh-CN" altLang="en-US" sz="800" b="1">
                <a:solidFill>
                  <a:srgbClr val="818181"/>
                </a:solidFill>
                <a:latin typeface="+mn-lt"/>
                <a:ea typeface="+mn-ea"/>
                <a:cs typeface="+mn-ea"/>
                <a:sym typeface="+mn-lt"/>
              </a:endParaRPr>
            </a:p>
          </p:txBody>
        </p:sp>
      </p:grpSp>
      <p:grpSp>
        <p:nvGrpSpPr>
          <p:cNvPr id="13321" name="组合 48">
            <a:extLst>
              <a:ext uri="{FF2B5EF4-FFF2-40B4-BE49-F238E27FC236}">
                <a16:creationId xmlns:a16="http://schemas.microsoft.com/office/drawing/2014/main" id="{7597A32F-5051-4147-9F91-FBD9FCDE6324}"/>
              </a:ext>
            </a:extLst>
          </p:cNvPr>
          <p:cNvGrpSpPr>
            <a:grpSpLocks/>
          </p:cNvGrpSpPr>
          <p:nvPr/>
        </p:nvGrpSpPr>
        <p:grpSpPr bwMode="auto">
          <a:xfrm>
            <a:off x="458788" y="3627438"/>
            <a:ext cx="590550" cy="620712"/>
            <a:chOff x="6242320" y="3640739"/>
            <a:chExt cx="589786" cy="620418"/>
          </a:xfrm>
        </p:grpSpPr>
        <p:sp>
          <p:nvSpPr>
            <p:cNvPr id="12306" name="TextBox 6">
              <a:extLst>
                <a:ext uri="{FF2B5EF4-FFF2-40B4-BE49-F238E27FC236}">
                  <a16:creationId xmlns:a16="http://schemas.microsoft.com/office/drawing/2014/main" id="{55EA5C94-C35C-4393-BA72-14FA147095AC}"/>
                </a:ext>
              </a:extLst>
            </p:cNvPr>
            <p:cNvSpPr txBox="1">
              <a:spLocks noChangeArrowheads="1"/>
            </p:cNvSpPr>
            <p:nvPr/>
          </p:nvSpPr>
          <p:spPr bwMode="auto">
            <a:xfrm>
              <a:off x="6327934" y="3640739"/>
              <a:ext cx="447096" cy="4918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3200" dirty="0">
                  <a:solidFill>
                    <a:srgbClr val="76AEDD"/>
                  </a:solidFill>
                  <a:latin typeface="+mn-lt"/>
                  <a:ea typeface="+mn-ea"/>
                  <a:cs typeface="+mn-ea"/>
                  <a:sym typeface="+mn-lt"/>
                </a:rPr>
                <a:t>03</a:t>
              </a:r>
              <a:endParaRPr lang="zh-CN" altLang="en-US" sz="3200" dirty="0">
                <a:solidFill>
                  <a:srgbClr val="76AEDD"/>
                </a:solidFill>
                <a:latin typeface="+mn-lt"/>
                <a:ea typeface="+mn-ea"/>
                <a:cs typeface="+mn-ea"/>
                <a:sym typeface="+mn-lt"/>
              </a:endParaRPr>
            </a:p>
          </p:txBody>
        </p:sp>
        <p:sp>
          <p:nvSpPr>
            <p:cNvPr id="12307" name="文本框 24">
              <a:extLst>
                <a:ext uri="{FF2B5EF4-FFF2-40B4-BE49-F238E27FC236}">
                  <a16:creationId xmlns:a16="http://schemas.microsoft.com/office/drawing/2014/main" id="{6652DDAC-4660-4B46-8D52-FF3D02734A8E}"/>
                </a:ext>
              </a:extLst>
            </p:cNvPr>
            <p:cNvSpPr txBox="1">
              <a:spLocks noChangeArrowheads="1"/>
            </p:cNvSpPr>
            <p:nvPr/>
          </p:nvSpPr>
          <p:spPr bwMode="auto">
            <a:xfrm>
              <a:off x="6242320" y="4045359"/>
              <a:ext cx="589786" cy="215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800" b="1">
                  <a:solidFill>
                    <a:srgbClr val="818181"/>
                  </a:solidFill>
                  <a:latin typeface="+mn-lt"/>
                  <a:ea typeface="+mn-ea"/>
                  <a:cs typeface="+mn-ea"/>
                  <a:sym typeface="+mn-lt"/>
                </a:rPr>
                <a:t>OPTION</a:t>
              </a:r>
              <a:endParaRPr lang="zh-CN" altLang="en-US" sz="800" b="1">
                <a:solidFill>
                  <a:srgbClr val="818181"/>
                </a:solidFill>
                <a:latin typeface="+mn-lt"/>
                <a:ea typeface="+mn-ea"/>
                <a:cs typeface="+mn-ea"/>
                <a:sym typeface="+mn-lt"/>
              </a:endParaRPr>
            </a:p>
          </p:txBody>
        </p:sp>
      </p:grpSp>
      <p:grpSp>
        <p:nvGrpSpPr>
          <p:cNvPr id="13322" name="组合 51">
            <a:extLst>
              <a:ext uri="{FF2B5EF4-FFF2-40B4-BE49-F238E27FC236}">
                <a16:creationId xmlns:a16="http://schemas.microsoft.com/office/drawing/2014/main" id="{829127E1-85C0-4744-A43F-EB46929EA9DD}"/>
              </a:ext>
            </a:extLst>
          </p:cNvPr>
          <p:cNvGrpSpPr>
            <a:grpSpLocks/>
          </p:cNvGrpSpPr>
          <p:nvPr/>
        </p:nvGrpSpPr>
        <p:grpSpPr bwMode="auto">
          <a:xfrm>
            <a:off x="458788" y="4216400"/>
            <a:ext cx="590550" cy="608013"/>
            <a:chOff x="6250444" y="4908245"/>
            <a:chExt cx="589786" cy="609656"/>
          </a:xfrm>
        </p:grpSpPr>
        <p:sp>
          <p:nvSpPr>
            <p:cNvPr id="2" name="TextBox 6">
              <a:extLst>
                <a:ext uri="{FF2B5EF4-FFF2-40B4-BE49-F238E27FC236}">
                  <a16:creationId xmlns:a16="http://schemas.microsoft.com/office/drawing/2014/main" id="{91871CAC-9F2C-4C03-AE0D-C8A3F8BC01A0}"/>
                </a:ext>
              </a:extLst>
            </p:cNvPr>
            <p:cNvSpPr txBox="1">
              <a:spLocks noChangeArrowheads="1"/>
            </p:cNvSpPr>
            <p:nvPr/>
          </p:nvSpPr>
          <p:spPr bwMode="auto">
            <a:xfrm>
              <a:off x="6326545" y="4908245"/>
              <a:ext cx="448681" cy="4918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3200" dirty="0">
                  <a:solidFill>
                    <a:schemeClr val="tx1">
                      <a:lumMod val="50000"/>
                      <a:lumOff val="50000"/>
                    </a:schemeClr>
                  </a:solidFill>
                  <a:latin typeface="+mn-lt"/>
                  <a:ea typeface="+mn-ea"/>
                  <a:cs typeface="+mn-ea"/>
                  <a:sym typeface="+mn-lt"/>
                </a:rPr>
                <a:t>04</a:t>
              </a:r>
              <a:endParaRPr lang="zh-CN" altLang="en-US" sz="3200" dirty="0">
                <a:solidFill>
                  <a:schemeClr val="tx1">
                    <a:lumMod val="50000"/>
                    <a:lumOff val="50000"/>
                  </a:schemeClr>
                </a:solidFill>
                <a:latin typeface="+mn-lt"/>
                <a:ea typeface="+mn-ea"/>
                <a:cs typeface="+mn-ea"/>
                <a:sym typeface="+mn-lt"/>
              </a:endParaRPr>
            </a:p>
          </p:txBody>
        </p:sp>
        <p:sp>
          <p:nvSpPr>
            <p:cNvPr id="12305" name="文本框 25">
              <a:extLst>
                <a:ext uri="{FF2B5EF4-FFF2-40B4-BE49-F238E27FC236}">
                  <a16:creationId xmlns:a16="http://schemas.microsoft.com/office/drawing/2014/main" id="{8ABE39F5-41FC-4486-A594-227B4E4950C2}"/>
                </a:ext>
              </a:extLst>
            </p:cNvPr>
            <p:cNvSpPr txBox="1">
              <a:spLocks noChangeArrowheads="1"/>
            </p:cNvSpPr>
            <p:nvPr/>
          </p:nvSpPr>
          <p:spPr bwMode="auto">
            <a:xfrm>
              <a:off x="6250444" y="5301418"/>
              <a:ext cx="589786" cy="2164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800" b="1">
                  <a:solidFill>
                    <a:srgbClr val="818181"/>
                  </a:solidFill>
                  <a:latin typeface="+mn-lt"/>
                  <a:ea typeface="+mn-ea"/>
                  <a:cs typeface="+mn-ea"/>
                  <a:sym typeface="+mn-lt"/>
                </a:rPr>
                <a:t>OPTION</a:t>
              </a:r>
              <a:endParaRPr lang="zh-CN" altLang="en-US" sz="800" b="1">
                <a:solidFill>
                  <a:srgbClr val="818181"/>
                </a:solidFill>
                <a:latin typeface="+mn-lt"/>
                <a:ea typeface="+mn-ea"/>
                <a:cs typeface="+mn-ea"/>
                <a:sym typeface="+mn-lt"/>
              </a:endParaRPr>
            </a:p>
          </p:txBody>
        </p:sp>
      </p:grpSp>
      <p:grpSp>
        <p:nvGrpSpPr>
          <p:cNvPr id="13323" name="组合 3">
            <a:extLst>
              <a:ext uri="{FF2B5EF4-FFF2-40B4-BE49-F238E27FC236}">
                <a16:creationId xmlns:a16="http://schemas.microsoft.com/office/drawing/2014/main" id="{D34F6B54-8B12-3144-A1EE-A7B26AA99B97}"/>
              </a:ext>
            </a:extLst>
          </p:cNvPr>
          <p:cNvGrpSpPr>
            <a:grpSpLocks/>
          </p:cNvGrpSpPr>
          <p:nvPr/>
        </p:nvGrpSpPr>
        <p:grpSpPr bwMode="auto">
          <a:xfrm>
            <a:off x="3684588" y="336550"/>
            <a:ext cx="1830387" cy="1831975"/>
            <a:chOff x="3117668" y="234317"/>
            <a:chExt cx="2127323" cy="2127323"/>
          </a:xfrm>
        </p:grpSpPr>
        <p:sp>
          <p:nvSpPr>
            <p:cNvPr id="46" name="椭圆 45">
              <a:extLst>
                <a:ext uri="{FF2B5EF4-FFF2-40B4-BE49-F238E27FC236}">
                  <a16:creationId xmlns:a16="http://schemas.microsoft.com/office/drawing/2014/main" id="{3CF6AC34-2A4D-4E62-820B-DCC0F0EA096D}"/>
                </a:ext>
              </a:extLst>
            </p:cNvPr>
            <p:cNvSpPr/>
            <p:nvPr/>
          </p:nvSpPr>
          <p:spPr>
            <a:xfrm>
              <a:off x="3117668" y="234317"/>
              <a:ext cx="2127323" cy="2127323"/>
            </a:xfrm>
            <a:prstGeom prst="ellipse">
              <a:avLst/>
            </a:prstGeom>
            <a:solidFill>
              <a:schemeClr val="tx1">
                <a:alpha val="3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2400">
                <a:cs typeface="+mn-ea"/>
                <a:sym typeface="+mn-lt"/>
              </a:endParaRPr>
            </a:p>
          </p:txBody>
        </p:sp>
        <p:sp>
          <p:nvSpPr>
            <p:cNvPr id="47" name="椭圆 46">
              <a:extLst>
                <a:ext uri="{FF2B5EF4-FFF2-40B4-BE49-F238E27FC236}">
                  <a16:creationId xmlns:a16="http://schemas.microsoft.com/office/drawing/2014/main" id="{7A4E7DEA-16D0-464D-AC3C-220C76BB36C2}"/>
                </a:ext>
              </a:extLst>
            </p:cNvPr>
            <p:cNvSpPr/>
            <p:nvPr/>
          </p:nvSpPr>
          <p:spPr>
            <a:xfrm>
              <a:off x="3372208" y="482505"/>
              <a:ext cx="1630947" cy="1630947"/>
            </a:xfrm>
            <a:prstGeom prst="ellipse">
              <a:avLst/>
            </a:prstGeom>
            <a:solidFill>
              <a:schemeClr val="bg1"/>
            </a:solidFill>
            <a:ln>
              <a:noFill/>
            </a:ln>
            <a:effectLst>
              <a:glow rad="165100">
                <a:schemeClr val="tx1">
                  <a:alpha val="27000"/>
                </a:schemeClr>
              </a:glo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2400">
                <a:cs typeface="+mn-ea"/>
                <a:sym typeface="+mn-lt"/>
              </a:endParaRPr>
            </a:p>
          </p:txBody>
        </p:sp>
        <p:grpSp>
          <p:nvGrpSpPr>
            <p:cNvPr id="13328" name="组合 47">
              <a:extLst>
                <a:ext uri="{FF2B5EF4-FFF2-40B4-BE49-F238E27FC236}">
                  <a16:creationId xmlns:a16="http://schemas.microsoft.com/office/drawing/2014/main" id="{282067FE-10ED-C94C-89FB-26EC57ED154A}"/>
                </a:ext>
              </a:extLst>
            </p:cNvPr>
            <p:cNvGrpSpPr>
              <a:grpSpLocks/>
            </p:cNvGrpSpPr>
            <p:nvPr/>
          </p:nvGrpSpPr>
          <p:grpSpPr bwMode="auto">
            <a:xfrm>
              <a:off x="3250509" y="768989"/>
              <a:ext cx="1800200" cy="1001573"/>
              <a:chOff x="3896925" y="1033243"/>
              <a:chExt cx="1350150" cy="751179"/>
            </a:xfrm>
          </p:grpSpPr>
          <p:sp>
            <p:nvSpPr>
              <p:cNvPr id="49" name="TextBox 7">
                <a:extLst>
                  <a:ext uri="{FF2B5EF4-FFF2-40B4-BE49-F238E27FC236}">
                    <a16:creationId xmlns:a16="http://schemas.microsoft.com/office/drawing/2014/main" id="{3B86D80A-2C80-4DD6-ADA6-850B2BD672CA}"/>
                  </a:ext>
                </a:extLst>
              </p:cNvPr>
              <p:cNvSpPr txBox="1"/>
              <p:nvPr/>
            </p:nvSpPr>
            <p:spPr>
              <a:xfrm>
                <a:off x="4256708" y="1399568"/>
                <a:ext cx="690504" cy="384356"/>
              </a:xfrm>
              <a:prstGeom prst="rect">
                <a:avLst/>
              </a:prstGeom>
              <a:noFill/>
            </p:spPr>
            <p:txBody>
              <a:bodyPr lIns="0" tIns="0" rIns="0" bIns="0" anchor="b">
                <a:normAutofit/>
              </a:bodyPr>
              <a:lstStyle/>
              <a:p>
                <a:pPr algn="dist">
                  <a:defRPr/>
                </a:pPr>
                <a:r>
                  <a:rPr lang="en-US" altLang="zh-CN" sz="2135" dirty="0">
                    <a:latin typeface="+mn-lt"/>
                    <a:ea typeface="+mn-ea"/>
                    <a:cs typeface="+mn-ea"/>
                    <a:sym typeface="+mn-lt"/>
                  </a:rPr>
                  <a:t>target</a:t>
                </a:r>
              </a:p>
            </p:txBody>
          </p:sp>
          <p:sp>
            <p:nvSpPr>
              <p:cNvPr id="50" name="Rectangle 9">
                <a:extLst>
                  <a:ext uri="{FF2B5EF4-FFF2-40B4-BE49-F238E27FC236}">
                    <a16:creationId xmlns:a16="http://schemas.microsoft.com/office/drawing/2014/main" id="{8D362D34-2D26-4D81-A85E-E54F1206CA8F}"/>
                  </a:ext>
                </a:extLst>
              </p:cNvPr>
              <p:cNvSpPr/>
              <p:nvPr/>
            </p:nvSpPr>
            <p:spPr>
              <a:xfrm>
                <a:off x="3896926" y="1033186"/>
                <a:ext cx="1350565" cy="692670"/>
              </a:xfrm>
              <a:prstGeom prst="rect">
                <a:avLst/>
              </a:prstGeom>
            </p:spPr>
            <p:txBody>
              <a:bodyPr>
                <a:norm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a:r>
                  <a:rPr lang="zh-CN" altLang="en-US" sz="3700" b="1">
                    <a:ea typeface="微软雅黑" panose="020B0503020204020204" pitchFamily="34" charset="-122"/>
                    <a:sym typeface="+mn-lt"/>
                  </a:rPr>
                  <a:t>目标</a:t>
                </a:r>
              </a:p>
            </p:txBody>
          </p:sp>
        </p:gr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42" presetClass="entr" presetSubtype="0" fill="hold" nodeType="with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1000"/>
                                        <p:tgtEl>
                                          <p:spTgt spid="64"/>
                                        </p:tgtEl>
                                      </p:cBhvr>
                                    </p:animEffect>
                                    <p:anim calcmode="lin" valueType="num">
                                      <p:cBhvr>
                                        <p:cTn id="8" dur="1000" fill="hold"/>
                                        <p:tgtEl>
                                          <p:spTgt spid="64"/>
                                        </p:tgtEl>
                                        <p:attrNameLst>
                                          <p:attrName>ppt_x</p:attrName>
                                        </p:attrNameLst>
                                      </p:cBhvr>
                                      <p:tavLst>
                                        <p:tav tm="0">
                                          <p:val>
                                            <p:strVal val="#ppt_x"/>
                                          </p:val>
                                        </p:tav>
                                        <p:tav tm="100000">
                                          <p:val>
                                            <p:strVal val="#ppt_x"/>
                                          </p:val>
                                        </p:tav>
                                      </p:tavLst>
                                    </p:anim>
                                    <p:anim calcmode="lin" valueType="num">
                                      <p:cBhvr>
                                        <p:cTn id="9" dur="1000" fill="hold"/>
                                        <p:tgtEl>
                                          <p:spTgt spid="6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图片 9">
            <a:extLst>
              <a:ext uri="{FF2B5EF4-FFF2-40B4-BE49-F238E27FC236}">
                <a16:creationId xmlns:a16="http://schemas.microsoft.com/office/drawing/2014/main" id="{3ABAAD45-2548-F54C-BE84-F8AA2912EF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75"/>
          <a:stretch>
            <a:fillRect/>
          </a:stretch>
        </p:blipFill>
        <p:spPr bwMode="auto">
          <a:xfrm>
            <a:off x="0" y="1588"/>
            <a:ext cx="9124950"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6" name="矩形: 圆角 16">
            <a:extLst>
              <a:ext uri="{FF2B5EF4-FFF2-40B4-BE49-F238E27FC236}">
                <a16:creationId xmlns:a16="http://schemas.microsoft.com/office/drawing/2014/main" id="{1D070BD1-5770-41F1-9F85-875816426C40}"/>
              </a:ext>
            </a:extLst>
          </p:cNvPr>
          <p:cNvSpPr>
            <a:spLocks noChangeArrowheads="1"/>
          </p:cNvSpPr>
          <p:nvPr/>
        </p:nvSpPr>
        <p:spPr bwMode="auto">
          <a:xfrm>
            <a:off x="3044825" y="2238375"/>
            <a:ext cx="5199063"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11267" name="矩形: 圆角 15">
            <a:extLst>
              <a:ext uri="{FF2B5EF4-FFF2-40B4-BE49-F238E27FC236}">
                <a16:creationId xmlns:a16="http://schemas.microsoft.com/office/drawing/2014/main" id="{831A4E4D-AA09-4930-BF6C-6DEB8560BDCD}"/>
              </a:ext>
            </a:extLst>
          </p:cNvPr>
          <p:cNvSpPr>
            <a:spLocks noChangeArrowheads="1"/>
          </p:cNvSpPr>
          <p:nvPr/>
        </p:nvSpPr>
        <p:spPr bwMode="auto">
          <a:xfrm>
            <a:off x="2100263" y="2238375"/>
            <a:ext cx="839787" cy="504825"/>
          </a:xfrm>
          <a:prstGeom prst="roundRect">
            <a:avLst>
              <a:gd name="adj" fmla="val 16667"/>
            </a:avLst>
          </a:prstGeom>
          <a:solidFill>
            <a:schemeClr val="accent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8" name="矩形 7">
            <a:extLst>
              <a:ext uri="{FF2B5EF4-FFF2-40B4-BE49-F238E27FC236}">
                <a16:creationId xmlns:a16="http://schemas.microsoft.com/office/drawing/2014/main" id="{213093E7-A0EA-4155-84EE-AEFB4023094D}"/>
              </a:ext>
            </a:extLst>
          </p:cNvPr>
          <p:cNvSpPr/>
          <p:nvPr/>
        </p:nvSpPr>
        <p:spPr bwMode="auto">
          <a:xfrm>
            <a:off x="9525" y="1588"/>
            <a:ext cx="9151938" cy="2024062"/>
          </a:xfrm>
          <a:prstGeom prst="rect">
            <a:avLst/>
          </a:prstGeom>
          <a:solidFill>
            <a:schemeClr val="tx1">
              <a:alpha val="50000"/>
            </a:schemeClr>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zh-CN" altLang="en-US" sz="1800" kern="0">
              <a:solidFill>
                <a:prstClr val="white"/>
              </a:solidFill>
              <a:latin typeface="+mn-lt"/>
              <a:ea typeface="+mn-ea"/>
              <a:cs typeface="+mn-ea"/>
              <a:sym typeface="+mn-lt"/>
            </a:endParaRPr>
          </a:p>
        </p:txBody>
      </p:sp>
      <p:sp>
        <p:nvSpPr>
          <p:cNvPr id="7" name="Shape 26">
            <a:extLst>
              <a:ext uri="{FF2B5EF4-FFF2-40B4-BE49-F238E27FC236}">
                <a16:creationId xmlns:a16="http://schemas.microsoft.com/office/drawing/2014/main" id="{CD994A8E-2121-4A83-AAD0-564426374DDB}"/>
              </a:ext>
            </a:extLst>
          </p:cNvPr>
          <p:cNvSpPr/>
          <p:nvPr/>
        </p:nvSpPr>
        <p:spPr>
          <a:xfrm flipH="1">
            <a:off x="-36513" y="774700"/>
            <a:ext cx="9207501" cy="1260475"/>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bg1"/>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
        <p:nvSpPr>
          <p:cNvPr id="13" name="文本框 12">
            <a:extLst>
              <a:ext uri="{FF2B5EF4-FFF2-40B4-BE49-F238E27FC236}">
                <a16:creationId xmlns:a16="http://schemas.microsoft.com/office/drawing/2014/main" id="{871BE0E6-A2E2-4B5D-A4AC-BE9DABABAE8A}"/>
              </a:ext>
            </a:extLst>
          </p:cNvPr>
          <p:cNvSpPr txBox="1"/>
          <p:nvPr/>
        </p:nvSpPr>
        <p:spPr>
          <a:xfrm>
            <a:off x="558800" y="331788"/>
            <a:ext cx="2573338" cy="647700"/>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dist"/>
            <a:r>
              <a:rPr lang="zh-CN" altLang="en-US" sz="3600">
                <a:solidFill>
                  <a:schemeClr val="bg1"/>
                </a:solidFill>
                <a:ea typeface="微软雅黑" panose="020B0503020204020204" pitchFamily="34" charset="-122"/>
                <a:sym typeface="+mn-lt"/>
              </a:rPr>
              <a:t>目录导航</a:t>
            </a:r>
          </a:p>
        </p:txBody>
      </p:sp>
      <p:sp>
        <p:nvSpPr>
          <p:cNvPr id="14" name="文本框 13">
            <a:extLst>
              <a:ext uri="{FF2B5EF4-FFF2-40B4-BE49-F238E27FC236}">
                <a16:creationId xmlns:a16="http://schemas.microsoft.com/office/drawing/2014/main" id="{DE39AA37-A166-4E11-9CBF-BAE46D8CC765}"/>
              </a:ext>
            </a:extLst>
          </p:cNvPr>
          <p:cNvSpPr txBox="1"/>
          <p:nvPr/>
        </p:nvSpPr>
        <p:spPr>
          <a:xfrm>
            <a:off x="2219325" y="2138363"/>
            <a:ext cx="720725" cy="4524375"/>
          </a:xfrm>
          <a:prstGeom prst="rect">
            <a:avLst/>
          </a:prstGeom>
          <a:noFill/>
        </p:spPr>
        <p:txBody>
          <a:bodyPr>
            <a:spAutoFit/>
          </a:bodyPr>
          <a:lstStyle/>
          <a:p>
            <a:pPr>
              <a:lnSpc>
                <a:spcPct val="150000"/>
              </a:lnSpc>
              <a:defRPr/>
            </a:pPr>
            <a:r>
              <a:rPr lang="en-US" altLang="zh-CN" sz="2400" dirty="0">
                <a:solidFill>
                  <a:schemeClr val="bg1"/>
                </a:solidFill>
                <a:latin typeface="+mn-lt"/>
                <a:ea typeface="+mn-ea"/>
                <a:cs typeface="+mn-ea"/>
                <a:sym typeface="+mn-lt"/>
              </a:rPr>
              <a:t>2.1</a:t>
            </a:r>
            <a:endParaRPr lang="zh-CN" altLang="en-US" sz="2400" dirty="0">
              <a:solidFill>
                <a:schemeClr val="bg1"/>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2.2</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2.3</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2.4</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2.5</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2.6</a:t>
            </a:r>
          </a:p>
          <a:p>
            <a:pPr>
              <a:lnSpc>
                <a:spcPct val="150000"/>
              </a:lnSpc>
              <a:defRPr/>
            </a:pPr>
            <a:r>
              <a:rPr lang="en-US" altLang="zh-CN" sz="2400" dirty="0">
                <a:solidFill>
                  <a:schemeClr val="tx1">
                    <a:lumMod val="95000"/>
                    <a:lumOff val="5000"/>
                  </a:schemeClr>
                </a:solidFill>
                <a:latin typeface="+mn-lt"/>
                <a:ea typeface="+mn-ea"/>
                <a:cs typeface="+mn-ea"/>
                <a:sym typeface="+mn-lt"/>
              </a:rPr>
              <a:t>2.7</a:t>
            </a:r>
          </a:p>
          <a:p>
            <a:pPr>
              <a:lnSpc>
                <a:spcPct val="150000"/>
              </a:lnSpc>
              <a:defRPr/>
            </a:pPr>
            <a:r>
              <a:rPr lang="en-US" altLang="zh-CN" sz="2400" dirty="0">
                <a:solidFill>
                  <a:schemeClr val="tx1">
                    <a:lumMod val="95000"/>
                    <a:lumOff val="5000"/>
                  </a:schemeClr>
                </a:solidFill>
                <a:latin typeface="+mn-lt"/>
                <a:ea typeface="+mn-ea"/>
                <a:cs typeface="+mn-ea"/>
                <a:sym typeface="+mn-lt"/>
              </a:rPr>
              <a:t>2.8</a:t>
            </a:r>
            <a:endParaRPr lang="zh-CN" altLang="en-US" sz="2400" dirty="0">
              <a:solidFill>
                <a:schemeClr val="tx1">
                  <a:lumMod val="95000"/>
                  <a:lumOff val="5000"/>
                </a:schemeClr>
              </a:solidFill>
              <a:latin typeface="+mn-lt"/>
              <a:ea typeface="+mn-ea"/>
              <a:cs typeface="+mn-ea"/>
              <a:sym typeface="+mn-lt"/>
            </a:endParaRPr>
          </a:p>
        </p:txBody>
      </p:sp>
      <p:sp>
        <p:nvSpPr>
          <p:cNvPr id="15" name="文本框 14">
            <a:extLst>
              <a:ext uri="{FF2B5EF4-FFF2-40B4-BE49-F238E27FC236}">
                <a16:creationId xmlns:a16="http://schemas.microsoft.com/office/drawing/2014/main" id="{66E1CDF4-7C1C-4A2A-B766-7A51B8AECAB0}"/>
              </a:ext>
            </a:extLst>
          </p:cNvPr>
          <p:cNvSpPr txBox="1"/>
          <p:nvPr/>
        </p:nvSpPr>
        <p:spPr>
          <a:xfrm>
            <a:off x="3057525" y="2138363"/>
            <a:ext cx="4129088" cy="4524375"/>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nSpc>
                <a:spcPct val="150000"/>
              </a:lnSpc>
            </a:pPr>
            <a:r>
              <a:rPr lang="zh-CN" altLang="en-US" sz="2400">
                <a:solidFill>
                  <a:schemeClr val="bg1"/>
                </a:solidFill>
                <a:ea typeface="微软雅黑" panose="020B0503020204020204" pitchFamily="34" charset="-122"/>
                <a:sym typeface="+mn-lt"/>
              </a:rPr>
              <a:t>线性表的定义和特点</a:t>
            </a:r>
          </a:p>
          <a:p>
            <a:pPr>
              <a:lnSpc>
                <a:spcPct val="150000"/>
              </a:lnSpc>
            </a:pPr>
            <a:r>
              <a:rPr lang="zh-CN" altLang="en-US" sz="2400">
                <a:ea typeface="微软雅黑" panose="020B0503020204020204" pitchFamily="34" charset="-122"/>
                <a:sym typeface="+mn-lt"/>
              </a:rPr>
              <a:t>案例引入</a:t>
            </a:r>
          </a:p>
          <a:p>
            <a:pPr>
              <a:lnSpc>
                <a:spcPct val="150000"/>
              </a:lnSpc>
            </a:pPr>
            <a:r>
              <a:rPr lang="zh-CN" altLang="en-US" sz="2400">
                <a:ea typeface="微软雅黑" panose="020B0503020204020204" pitchFamily="34" charset="-122"/>
                <a:sym typeface="+mn-lt"/>
              </a:rPr>
              <a:t>线性的类型定义</a:t>
            </a:r>
          </a:p>
          <a:p>
            <a:pPr>
              <a:lnSpc>
                <a:spcPct val="150000"/>
              </a:lnSpc>
            </a:pPr>
            <a:r>
              <a:rPr lang="zh-CN" altLang="en-US" sz="2400">
                <a:ea typeface="微软雅黑" panose="020B0503020204020204" pitchFamily="34" charset="-122"/>
                <a:sym typeface="+mn-lt"/>
              </a:rPr>
              <a:t>线性表的顺序表示和实现</a:t>
            </a:r>
          </a:p>
          <a:p>
            <a:pPr>
              <a:lnSpc>
                <a:spcPct val="150000"/>
              </a:lnSpc>
            </a:pPr>
            <a:r>
              <a:rPr lang="zh-CN" altLang="en-US" sz="2400">
                <a:ea typeface="微软雅黑" panose="020B0503020204020204" pitchFamily="34" charset="-122"/>
                <a:sym typeface="+mn-lt"/>
              </a:rPr>
              <a:t>线性表的链式表示和实现</a:t>
            </a:r>
          </a:p>
          <a:p>
            <a:pPr>
              <a:lnSpc>
                <a:spcPct val="150000"/>
              </a:lnSpc>
            </a:pPr>
            <a:r>
              <a:rPr lang="zh-CN" altLang="en-US" sz="2400">
                <a:ea typeface="微软雅黑" panose="020B0503020204020204" pitchFamily="34" charset="-122"/>
                <a:sym typeface="+mn-lt"/>
              </a:rPr>
              <a:t>顺序表和链表的比较</a:t>
            </a:r>
          </a:p>
          <a:p>
            <a:pPr>
              <a:lnSpc>
                <a:spcPct val="150000"/>
              </a:lnSpc>
            </a:pPr>
            <a:r>
              <a:rPr lang="zh-CN" altLang="en-US" sz="2400">
                <a:ea typeface="微软雅黑" panose="020B0503020204020204" pitchFamily="34" charset="-122"/>
                <a:sym typeface="+mn-lt"/>
              </a:rPr>
              <a:t>线性表的应用</a:t>
            </a:r>
          </a:p>
          <a:p>
            <a:pPr>
              <a:lnSpc>
                <a:spcPct val="150000"/>
              </a:lnSpc>
            </a:pPr>
            <a:r>
              <a:rPr lang="zh-CN" altLang="en-US" sz="2400">
                <a:ea typeface="微软雅黑" panose="020B0503020204020204" pitchFamily="34" charset="-122"/>
                <a:sym typeface="+mn-lt"/>
              </a:rPr>
              <a:t>案例分析与实现</a:t>
            </a:r>
          </a:p>
        </p:txBody>
      </p:sp>
      <p:sp>
        <p:nvSpPr>
          <p:cNvPr id="2" name="矩形 1">
            <a:extLst>
              <a:ext uri="{FF2B5EF4-FFF2-40B4-BE49-F238E27FC236}">
                <a16:creationId xmlns:a16="http://schemas.microsoft.com/office/drawing/2014/main" id="{CD35567D-005B-474B-A6C0-EA26D6EE12DA}"/>
              </a:ext>
            </a:extLst>
          </p:cNvPr>
          <p:cNvSpPr/>
          <p:nvPr/>
        </p:nvSpPr>
        <p:spPr>
          <a:xfrm>
            <a:off x="3276600" y="457200"/>
            <a:ext cx="1458913" cy="522288"/>
          </a:xfrm>
          <a:prstGeom prst="rect">
            <a:avLst/>
          </a:prstGeom>
        </p:spPr>
        <p:txBody>
          <a:bodyPr wrap="none">
            <a:spAutoFit/>
          </a:bodyPr>
          <a:lstStyle/>
          <a:p>
            <a:pPr>
              <a:defRPr/>
            </a:pPr>
            <a:r>
              <a:rPr lang="zh-CN" altLang="en-US" dirty="0">
                <a:solidFill>
                  <a:schemeClr val="bg1"/>
                </a:solidFill>
                <a:latin typeface="+mn-lt"/>
                <a:ea typeface="+mn-ea"/>
                <a:cs typeface="+mn-ea"/>
                <a:sym typeface="+mn-lt"/>
              </a:rPr>
              <a:t>Contents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E198B44A-3A39-4F7C-8C5D-B2B5F5583FE8}"/>
              </a:ext>
            </a:extLst>
          </p:cNvPr>
          <p:cNvSpPr/>
          <p:nvPr/>
        </p:nvSpPr>
        <p:spPr bwMode="auto">
          <a:xfrm>
            <a:off x="0" y="1844675"/>
            <a:ext cx="9144000" cy="4608513"/>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362534" name="Rectangle 38">
            <a:extLst>
              <a:ext uri="{FF2B5EF4-FFF2-40B4-BE49-F238E27FC236}">
                <a16:creationId xmlns:a16="http://schemas.microsoft.com/office/drawing/2014/main" id="{287117E0-4486-48C5-BEFF-7A0614CE0EA0}"/>
              </a:ext>
            </a:extLst>
          </p:cNvPr>
          <p:cNvSpPr>
            <a:spLocks noChangeArrowheads="1"/>
          </p:cNvSpPr>
          <p:nvPr/>
        </p:nvSpPr>
        <p:spPr bwMode="auto">
          <a:xfrm>
            <a:off x="762000" y="1931988"/>
            <a:ext cx="7924800" cy="585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spcAft>
                <a:spcPct val="30000"/>
              </a:spcAft>
              <a:defRPr/>
            </a:pPr>
            <a:r>
              <a:rPr lang="zh-CN" altLang="en-US" sz="3200">
                <a:latin typeface="+mn-lt"/>
                <a:ea typeface="+mn-ea"/>
                <a:cs typeface="+mn-ea"/>
                <a:sym typeface="+mn-lt"/>
              </a:rPr>
              <a:t>（</a:t>
            </a:r>
            <a:r>
              <a:rPr lang="en-US" altLang="zh-CN" sz="3200">
                <a:solidFill>
                  <a:schemeClr val="accent1"/>
                </a:solidFill>
                <a:latin typeface="+mn-lt"/>
                <a:ea typeface="+mn-ea"/>
                <a:cs typeface="+mn-ea"/>
                <a:sym typeface="+mn-lt"/>
              </a:rPr>
              <a:t>a</a:t>
            </a:r>
            <a:r>
              <a:rPr lang="en-US" altLang="zh-CN" sz="3200" baseline="-30000">
                <a:solidFill>
                  <a:schemeClr val="accent1"/>
                </a:solidFill>
                <a:latin typeface="+mn-lt"/>
                <a:ea typeface="+mn-ea"/>
                <a:cs typeface="+mn-ea"/>
                <a:sym typeface="+mn-lt"/>
              </a:rPr>
              <a:t>1</a:t>
            </a:r>
            <a:r>
              <a:rPr lang="en-US" altLang="zh-CN" sz="3200">
                <a:latin typeface="+mn-lt"/>
                <a:ea typeface="+mn-ea"/>
                <a:cs typeface="+mn-ea"/>
                <a:sym typeface="+mn-lt"/>
              </a:rPr>
              <a:t>, a</a:t>
            </a:r>
            <a:r>
              <a:rPr lang="en-US" altLang="zh-CN" sz="3200" baseline="-30000">
                <a:latin typeface="+mn-lt"/>
                <a:ea typeface="+mn-ea"/>
                <a:cs typeface="+mn-ea"/>
                <a:sym typeface="+mn-lt"/>
              </a:rPr>
              <a:t>2</a:t>
            </a:r>
            <a:r>
              <a:rPr lang="en-US" altLang="zh-CN" sz="3200">
                <a:latin typeface="+mn-lt"/>
                <a:ea typeface="+mn-ea"/>
                <a:cs typeface="+mn-ea"/>
                <a:sym typeface="+mn-lt"/>
              </a:rPr>
              <a:t>, … </a:t>
            </a:r>
            <a:r>
              <a:rPr lang="en-US" altLang="zh-CN" sz="3200">
                <a:solidFill>
                  <a:schemeClr val="accent1"/>
                </a:solidFill>
                <a:latin typeface="+mn-lt"/>
                <a:ea typeface="+mn-ea"/>
                <a:cs typeface="+mn-ea"/>
                <a:sym typeface="+mn-lt"/>
              </a:rPr>
              <a:t>a</a:t>
            </a:r>
            <a:r>
              <a:rPr lang="en-US" altLang="zh-CN" sz="3200" baseline="-30000">
                <a:solidFill>
                  <a:schemeClr val="accent1"/>
                </a:solidFill>
                <a:latin typeface="+mn-lt"/>
                <a:ea typeface="+mn-ea"/>
                <a:cs typeface="+mn-ea"/>
                <a:sym typeface="+mn-lt"/>
              </a:rPr>
              <a:t>i-1</a:t>
            </a:r>
            <a:r>
              <a:rPr lang="zh-CN" altLang="en-US" sz="3200" baseline="-30000">
                <a:latin typeface="+mn-lt"/>
                <a:ea typeface="+mn-ea"/>
                <a:cs typeface="+mn-ea"/>
                <a:sym typeface="+mn-lt"/>
              </a:rPr>
              <a:t>，</a:t>
            </a:r>
            <a:r>
              <a:rPr lang="en-US" altLang="zh-CN" sz="3200">
                <a:latin typeface="+mn-lt"/>
                <a:ea typeface="+mn-ea"/>
                <a:cs typeface="+mn-ea"/>
                <a:sym typeface="+mn-lt"/>
              </a:rPr>
              <a:t>a</a:t>
            </a:r>
            <a:r>
              <a:rPr lang="en-US" altLang="zh-CN" sz="3200" baseline="-30000">
                <a:latin typeface="+mn-lt"/>
                <a:ea typeface="+mn-ea"/>
                <a:cs typeface="+mn-ea"/>
                <a:sym typeface="+mn-lt"/>
              </a:rPr>
              <a:t>i</a:t>
            </a:r>
            <a:r>
              <a:rPr lang="en-US" altLang="zh-CN" sz="3200">
                <a:latin typeface="+mn-lt"/>
                <a:ea typeface="+mn-ea"/>
                <a:cs typeface="+mn-ea"/>
                <a:sym typeface="+mn-lt"/>
              </a:rPr>
              <a:t>,  </a:t>
            </a:r>
            <a:r>
              <a:rPr lang="en-US" altLang="zh-CN" sz="3200">
                <a:solidFill>
                  <a:schemeClr val="accent1"/>
                </a:solidFill>
                <a:latin typeface="+mn-lt"/>
                <a:ea typeface="+mn-ea"/>
                <a:cs typeface="+mn-ea"/>
                <a:sym typeface="+mn-lt"/>
              </a:rPr>
              <a:t>a</a:t>
            </a:r>
            <a:r>
              <a:rPr lang="en-US" altLang="zh-CN" sz="3200" baseline="-30000">
                <a:solidFill>
                  <a:schemeClr val="accent1"/>
                </a:solidFill>
                <a:latin typeface="+mn-lt"/>
                <a:ea typeface="+mn-ea"/>
                <a:cs typeface="+mn-ea"/>
                <a:sym typeface="+mn-lt"/>
              </a:rPr>
              <a:t>i</a:t>
            </a:r>
            <a:r>
              <a:rPr lang="zh-CN" altLang="en-US" sz="3200" baseline="-30000">
                <a:solidFill>
                  <a:schemeClr val="accent1"/>
                </a:solidFill>
                <a:latin typeface="+mn-lt"/>
                <a:ea typeface="+mn-ea"/>
                <a:cs typeface="+mn-ea"/>
                <a:sym typeface="+mn-lt"/>
              </a:rPr>
              <a:t>＋</a:t>
            </a:r>
            <a:r>
              <a:rPr lang="en-US" altLang="zh-CN" sz="3200" baseline="-30000">
                <a:solidFill>
                  <a:schemeClr val="accent1"/>
                </a:solidFill>
                <a:latin typeface="+mn-lt"/>
                <a:ea typeface="+mn-ea"/>
                <a:cs typeface="+mn-ea"/>
                <a:sym typeface="+mn-lt"/>
              </a:rPr>
              <a:t>1</a:t>
            </a:r>
            <a:r>
              <a:rPr lang="en-US" altLang="zh-CN" sz="3200">
                <a:latin typeface="+mn-lt"/>
                <a:ea typeface="+mn-ea"/>
                <a:cs typeface="+mn-ea"/>
                <a:sym typeface="+mn-lt"/>
              </a:rPr>
              <a:t> </a:t>
            </a:r>
            <a:r>
              <a:rPr lang="zh-CN" altLang="en-US" sz="3200">
                <a:latin typeface="+mn-lt"/>
                <a:ea typeface="+mn-ea"/>
                <a:cs typeface="+mn-ea"/>
                <a:sym typeface="+mn-lt"/>
              </a:rPr>
              <a:t>，</a:t>
            </a:r>
            <a:r>
              <a:rPr lang="en-US" altLang="zh-CN" sz="3200">
                <a:latin typeface="+mn-lt"/>
                <a:ea typeface="+mn-ea"/>
                <a:cs typeface="+mn-ea"/>
                <a:sym typeface="+mn-lt"/>
              </a:rPr>
              <a:t>…, </a:t>
            </a:r>
            <a:r>
              <a:rPr lang="en-US" altLang="zh-CN" sz="3200">
                <a:solidFill>
                  <a:schemeClr val="accent1"/>
                </a:solidFill>
                <a:latin typeface="+mn-lt"/>
                <a:ea typeface="+mn-ea"/>
                <a:cs typeface="+mn-ea"/>
                <a:sym typeface="+mn-lt"/>
              </a:rPr>
              <a:t>a</a:t>
            </a:r>
            <a:r>
              <a:rPr lang="en-US" altLang="zh-CN" sz="3200" baseline="-30000">
                <a:solidFill>
                  <a:schemeClr val="accent1"/>
                </a:solidFill>
                <a:latin typeface="+mn-lt"/>
                <a:ea typeface="+mn-ea"/>
                <a:cs typeface="+mn-ea"/>
                <a:sym typeface="+mn-lt"/>
              </a:rPr>
              <a:t>n</a:t>
            </a:r>
            <a:r>
              <a:rPr lang="zh-CN" altLang="en-US" sz="3200">
                <a:latin typeface="+mn-lt"/>
                <a:ea typeface="+mn-ea"/>
                <a:cs typeface="+mn-ea"/>
                <a:sym typeface="+mn-lt"/>
              </a:rPr>
              <a:t>）</a:t>
            </a:r>
          </a:p>
        </p:txBody>
      </p:sp>
      <p:sp>
        <p:nvSpPr>
          <p:cNvPr id="362536" name="Rectangle 40">
            <a:extLst>
              <a:ext uri="{FF2B5EF4-FFF2-40B4-BE49-F238E27FC236}">
                <a16:creationId xmlns:a16="http://schemas.microsoft.com/office/drawing/2014/main" id="{9DB951CB-560E-4775-AF05-AC2C30F76847}"/>
              </a:ext>
            </a:extLst>
          </p:cNvPr>
          <p:cNvSpPr>
            <a:spLocks noChangeArrowheads="1"/>
          </p:cNvSpPr>
          <p:nvPr/>
        </p:nvSpPr>
        <p:spPr bwMode="auto">
          <a:xfrm>
            <a:off x="768350" y="1028700"/>
            <a:ext cx="79248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eaLnBrk="1" hangingPunct="1">
              <a:lnSpc>
                <a:spcPct val="100000"/>
              </a:lnSpc>
            </a:pPr>
            <a:r>
              <a:rPr lang="zh-CN" altLang="en-US">
                <a:solidFill>
                  <a:schemeClr val="accent2"/>
                </a:solidFill>
                <a:sym typeface="+mn-lt"/>
              </a:rPr>
              <a:t>线性表的定义：</a:t>
            </a:r>
            <a:r>
              <a:rPr lang="zh-CN" altLang="en-US">
                <a:sym typeface="+mn-lt"/>
              </a:rPr>
              <a:t>用数据元素的有限序列表示</a:t>
            </a:r>
          </a:p>
        </p:txBody>
      </p:sp>
      <p:sp>
        <p:nvSpPr>
          <p:cNvPr id="362537" name="Rectangle 41">
            <a:extLst>
              <a:ext uri="{FF2B5EF4-FFF2-40B4-BE49-F238E27FC236}">
                <a16:creationId xmlns:a16="http://schemas.microsoft.com/office/drawing/2014/main" id="{D143B687-60D2-47CC-B58B-B41EABAAE302}"/>
              </a:ext>
            </a:extLst>
          </p:cNvPr>
          <p:cNvSpPr>
            <a:spLocks noChangeArrowheads="1"/>
          </p:cNvSpPr>
          <p:nvPr/>
        </p:nvSpPr>
        <p:spPr bwMode="auto">
          <a:xfrm>
            <a:off x="3354388" y="5029200"/>
            <a:ext cx="19050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pPr>
            <a:r>
              <a:rPr lang="en-US" altLang="zh-CN">
                <a:sym typeface="+mn-lt"/>
              </a:rPr>
              <a:t>n=0</a:t>
            </a:r>
            <a:r>
              <a:rPr lang="zh-CN" altLang="en-US">
                <a:sym typeface="+mn-lt"/>
              </a:rPr>
              <a:t>时称为</a:t>
            </a:r>
          </a:p>
        </p:txBody>
      </p:sp>
      <p:sp>
        <p:nvSpPr>
          <p:cNvPr id="362538" name="AutoShape 42">
            <a:extLst>
              <a:ext uri="{FF2B5EF4-FFF2-40B4-BE49-F238E27FC236}">
                <a16:creationId xmlns:a16="http://schemas.microsoft.com/office/drawing/2014/main" id="{2653041F-BF12-44AC-9A84-55EAC540AE90}"/>
              </a:ext>
            </a:extLst>
          </p:cNvPr>
          <p:cNvSpPr>
            <a:spLocks/>
          </p:cNvSpPr>
          <p:nvPr/>
        </p:nvSpPr>
        <p:spPr bwMode="auto">
          <a:xfrm rot="-5400000">
            <a:off x="4542631" y="143669"/>
            <a:ext cx="363538" cy="5486400"/>
          </a:xfrm>
          <a:prstGeom prst="leftBrace">
            <a:avLst>
              <a:gd name="adj1" fmla="val 25013"/>
              <a:gd name="adj2" fmla="val 50000"/>
            </a:avLst>
          </a:prstGeom>
          <a:noFill/>
          <a:ln w="25400">
            <a:solidFill>
              <a:schemeClr val="accent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sp>
        <p:nvSpPr>
          <p:cNvPr id="362539" name="Rectangle 43">
            <a:extLst>
              <a:ext uri="{FF2B5EF4-FFF2-40B4-BE49-F238E27FC236}">
                <a16:creationId xmlns:a16="http://schemas.microsoft.com/office/drawing/2014/main" id="{D9AED8D9-E115-47C6-9BD3-7BA2D9C63343}"/>
              </a:ext>
            </a:extLst>
          </p:cNvPr>
          <p:cNvSpPr>
            <a:spLocks noChangeArrowheads="1"/>
          </p:cNvSpPr>
          <p:nvPr/>
        </p:nvSpPr>
        <p:spPr bwMode="auto">
          <a:xfrm>
            <a:off x="4025900" y="3238500"/>
            <a:ext cx="16891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defRPr/>
            </a:pPr>
            <a:r>
              <a:rPr lang="zh-CN" altLang="en-US">
                <a:latin typeface="+mn-lt"/>
                <a:ea typeface="+mn-ea"/>
                <a:cs typeface="+mn-ea"/>
                <a:sym typeface="+mn-lt"/>
              </a:rPr>
              <a:t>数据元素</a:t>
            </a:r>
          </a:p>
        </p:txBody>
      </p:sp>
      <p:sp>
        <p:nvSpPr>
          <p:cNvPr id="362540" name="Line 44">
            <a:extLst>
              <a:ext uri="{FF2B5EF4-FFF2-40B4-BE49-F238E27FC236}">
                <a16:creationId xmlns:a16="http://schemas.microsoft.com/office/drawing/2014/main" id="{CA31AC6E-BC69-4C92-B2C6-226C28B0CD8E}"/>
              </a:ext>
            </a:extLst>
          </p:cNvPr>
          <p:cNvSpPr>
            <a:spLocks noChangeShapeType="1"/>
          </p:cNvSpPr>
          <p:nvPr/>
        </p:nvSpPr>
        <p:spPr bwMode="auto">
          <a:xfrm flipH="1">
            <a:off x="990600" y="2628900"/>
            <a:ext cx="914400" cy="1295400"/>
          </a:xfrm>
          <a:prstGeom prst="line">
            <a:avLst/>
          </a:prstGeom>
          <a:noFill/>
          <a:ln w="3492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362541" name="Rectangle 45">
            <a:extLst>
              <a:ext uri="{FF2B5EF4-FFF2-40B4-BE49-F238E27FC236}">
                <a16:creationId xmlns:a16="http://schemas.microsoft.com/office/drawing/2014/main" id="{CFEB9608-8DB7-4B3F-A2CB-FBBCC6538899}"/>
              </a:ext>
            </a:extLst>
          </p:cNvPr>
          <p:cNvSpPr>
            <a:spLocks noChangeArrowheads="1"/>
          </p:cNvSpPr>
          <p:nvPr/>
        </p:nvSpPr>
        <p:spPr bwMode="auto">
          <a:xfrm>
            <a:off x="222250" y="3924300"/>
            <a:ext cx="16827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pPr>
            <a:r>
              <a:rPr lang="zh-CN" altLang="en-US">
                <a:sym typeface="+mn-lt"/>
              </a:rPr>
              <a:t>线性起点</a:t>
            </a:r>
          </a:p>
        </p:txBody>
      </p:sp>
      <p:sp>
        <p:nvSpPr>
          <p:cNvPr id="362542" name="Line 46">
            <a:extLst>
              <a:ext uri="{FF2B5EF4-FFF2-40B4-BE49-F238E27FC236}">
                <a16:creationId xmlns:a16="http://schemas.microsoft.com/office/drawing/2014/main" id="{174DC649-24D6-4712-A528-06C2CF9472F1}"/>
              </a:ext>
            </a:extLst>
          </p:cNvPr>
          <p:cNvSpPr>
            <a:spLocks noChangeShapeType="1"/>
          </p:cNvSpPr>
          <p:nvPr/>
        </p:nvSpPr>
        <p:spPr bwMode="auto">
          <a:xfrm>
            <a:off x="7015163" y="2628900"/>
            <a:ext cx="0" cy="1193800"/>
          </a:xfrm>
          <a:prstGeom prst="line">
            <a:avLst/>
          </a:prstGeom>
          <a:noFill/>
          <a:ln w="3492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362543" name="Rectangle 47">
            <a:extLst>
              <a:ext uri="{FF2B5EF4-FFF2-40B4-BE49-F238E27FC236}">
                <a16:creationId xmlns:a16="http://schemas.microsoft.com/office/drawing/2014/main" id="{4CE02FC0-725C-4637-AE19-1B9FBA889A84}"/>
              </a:ext>
            </a:extLst>
          </p:cNvPr>
          <p:cNvSpPr>
            <a:spLocks noChangeArrowheads="1"/>
          </p:cNvSpPr>
          <p:nvPr/>
        </p:nvSpPr>
        <p:spPr bwMode="auto">
          <a:xfrm>
            <a:off x="2890838" y="3913188"/>
            <a:ext cx="20542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pPr>
            <a:r>
              <a:rPr lang="en-US" altLang="zh-CN">
                <a:sym typeface="+mn-lt"/>
              </a:rPr>
              <a:t>a</a:t>
            </a:r>
            <a:r>
              <a:rPr lang="en-US" altLang="zh-CN" baseline="-30000">
                <a:sym typeface="+mn-lt"/>
              </a:rPr>
              <a:t>i</a:t>
            </a:r>
            <a:r>
              <a:rPr lang="zh-CN" altLang="en-US">
                <a:sym typeface="+mn-lt"/>
              </a:rPr>
              <a:t>的直接前趋</a:t>
            </a:r>
          </a:p>
        </p:txBody>
      </p:sp>
      <p:sp>
        <p:nvSpPr>
          <p:cNvPr id="362544" name="Rectangle 48">
            <a:extLst>
              <a:ext uri="{FF2B5EF4-FFF2-40B4-BE49-F238E27FC236}">
                <a16:creationId xmlns:a16="http://schemas.microsoft.com/office/drawing/2014/main" id="{ABFDF9AB-9719-41FC-A8EC-844A15DC470D}"/>
              </a:ext>
            </a:extLst>
          </p:cNvPr>
          <p:cNvSpPr>
            <a:spLocks noChangeArrowheads="1"/>
          </p:cNvSpPr>
          <p:nvPr/>
        </p:nvSpPr>
        <p:spPr bwMode="auto">
          <a:xfrm>
            <a:off x="4802188" y="3905250"/>
            <a:ext cx="215106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pPr>
            <a:r>
              <a:rPr lang="en-US" altLang="zh-CN">
                <a:sym typeface="+mn-lt"/>
              </a:rPr>
              <a:t>a</a:t>
            </a:r>
            <a:r>
              <a:rPr lang="en-US" altLang="zh-CN" baseline="-30000">
                <a:sym typeface="+mn-lt"/>
              </a:rPr>
              <a:t>i</a:t>
            </a:r>
            <a:r>
              <a:rPr lang="zh-CN" altLang="en-US">
                <a:sym typeface="+mn-lt"/>
              </a:rPr>
              <a:t>的直接后继</a:t>
            </a:r>
          </a:p>
        </p:txBody>
      </p:sp>
      <p:sp>
        <p:nvSpPr>
          <p:cNvPr id="362545" name="Line 49">
            <a:extLst>
              <a:ext uri="{FF2B5EF4-FFF2-40B4-BE49-F238E27FC236}">
                <a16:creationId xmlns:a16="http://schemas.microsoft.com/office/drawing/2014/main" id="{4AEEE1EE-8AAE-4B3B-9BC2-C6989A764E52}"/>
              </a:ext>
            </a:extLst>
          </p:cNvPr>
          <p:cNvSpPr>
            <a:spLocks noChangeShapeType="1"/>
          </p:cNvSpPr>
          <p:nvPr/>
        </p:nvSpPr>
        <p:spPr bwMode="auto">
          <a:xfrm>
            <a:off x="4054475" y="2628900"/>
            <a:ext cx="0" cy="1219200"/>
          </a:xfrm>
          <a:prstGeom prst="line">
            <a:avLst/>
          </a:prstGeom>
          <a:noFill/>
          <a:ln w="3492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362546" name="Line 50">
            <a:extLst>
              <a:ext uri="{FF2B5EF4-FFF2-40B4-BE49-F238E27FC236}">
                <a16:creationId xmlns:a16="http://schemas.microsoft.com/office/drawing/2014/main" id="{24BEA4B5-8B08-45EC-8822-4250CCD72868}"/>
              </a:ext>
            </a:extLst>
          </p:cNvPr>
          <p:cNvSpPr>
            <a:spLocks noChangeShapeType="1"/>
          </p:cNvSpPr>
          <p:nvPr/>
        </p:nvSpPr>
        <p:spPr bwMode="auto">
          <a:xfrm flipH="1">
            <a:off x="5778500" y="2644775"/>
            <a:ext cx="0" cy="1187450"/>
          </a:xfrm>
          <a:prstGeom prst="line">
            <a:avLst/>
          </a:prstGeom>
          <a:noFill/>
          <a:ln w="3492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362549" name="Rectangle 53">
            <a:extLst>
              <a:ext uri="{FF2B5EF4-FFF2-40B4-BE49-F238E27FC236}">
                <a16:creationId xmlns:a16="http://schemas.microsoft.com/office/drawing/2014/main" id="{A9AE4AFD-5E37-43BA-ACC5-7B80C404873B}"/>
              </a:ext>
            </a:extLst>
          </p:cNvPr>
          <p:cNvSpPr>
            <a:spLocks noChangeArrowheads="1"/>
          </p:cNvSpPr>
          <p:nvPr/>
        </p:nvSpPr>
        <p:spPr bwMode="auto">
          <a:xfrm>
            <a:off x="5259388" y="5029200"/>
            <a:ext cx="10668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defRPr/>
            </a:pPr>
            <a:r>
              <a:rPr lang="zh-CN" altLang="en-US">
                <a:solidFill>
                  <a:schemeClr val="accent1"/>
                </a:solidFill>
                <a:latin typeface="+mn-lt"/>
                <a:ea typeface="+mn-ea"/>
                <a:cs typeface="+mn-ea"/>
                <a:sym typeface="+mn-lt"/>
              </a:rPr>
              <a:t>空表</a:t>
            </a:r>
          </a:p>
        </p:txBody>
      </p:sp>
      <p:sp>
        <p:nvSpPr>
          <p:cNvPr id="362550" name="Rectangle 54">
            <a:extLst>
              <a:ext uri="{FF2B5EF4-FFF2-40B4-BE49-F238E27FC236}">
                <a16:creationId xmlns:a16="http://schemas.microsoft.com/office/drawing/2014/main" id="{50A63794-B13E-496E-BDBB-95DA2544CC11}"/>
              </a:ext>
            </a:extLst>
          </p:cNvPr>
          <p:cNvSpPr>
            <a:spLocks noChangeArrowheads="1"/>
          </p:cNvSpPr>
          <p:nvPr/>
        </p:nvSpPr>
        <p:spPr bwMode="auto">
          <a:xfrm>
            <a:off x="6626225" y="3924300"/>
            <a:ext cx="16827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pPr>
            <a:r>
              <a:rPr lang="zh-CN" altLang="en-US">
                <a:sym typeface="+mn-lt"/>
              </a:rPr>
              <a:t>线性终点</a:t>
            </a:r>
          </a:p>
        </p:txBody>
      </p:sp>
      <p:sp>
        <p:nvSpPr>
          <p:cNvPr id="362551" name="Oval 55">
            <a:extLst>
              <a:ext uri="{FF2B5EF4-FFF2-40B4-BE49-F238E27FC236}">
                <a16:creationId xmlns:a16="http://schemas.microsoft.com/office/drawing/2014/main" id="{C17DD096-8788-4666-B58D-D2DD1BA6F0F1}"/>
              </a:ext>
            </a:extLst>
          </p:cNvPr>
          <p:cNvSpPr>
            <a:spLocks noChangeArrowheads="1"/>
          </p:cNvSpPr>
          <p:nvPr/>
        </p:nvSpPr>
        <p:spPr bwMode="auto">
          <a:xfrm>
            <a:off x="2925763" y="2262188"/>
            <a:ext cx="214312" cy="292100"/>
          </a:xfrm>
          <a:prstGeom prst="ellipse">
            <a:avLst/>
          </a:prstGeom>
          <a:noFill/>
          <a:ln w="25400">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sp>
        <p:nvSpPr>
          <p:cNvPr id="362552" name="Oval 56">
            <a:extLst>
              <a:ext uri="{FF2B5EF4-FFF2-40B4-BE49-F238E27FC236}">
                <a16:creationId xmlns:a16="http://schemas.microsoft.com/office/drawing/2014/main" id="{121B4040-FCAA-4B85-89CB-B7C2BF82385B}"/>
              </a:ext>
            </a:extLst>
          </p:cNvPr>
          <p:cNvSpPr>
            <a:spLocks noChangeArrowheads="1"/>
          </p:cNvSpPr>
          <p:nvPr/>
        </p:nvSpPr>
        <p:spPr bwMode="auto">
          <a:xfrm>
            <a:off x="7019925" y="2287588"/>
            <a:ext cx="228600" cy="277812"/>
          </a:xfrm>
          <a:prstGeom prst="ellipse">
            <a:avLst/>
          </a:prstGeom>
          <a:noFill/>
          <a:ln w="25400">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sp>
        <p:nvSpPr>
          <p:cNvPr id="17429" name="Rectangle 58">
            <a:extLst>
              <a:ext uri="{FF2B5EF4-FFF2-40B4-BE49-F238E27FC236}">
                <a16:creationId xmlns:a16="http://schemas.microsoft.com/office/drawing/2014/main" id="{A0813938-E613-4764-9AA9-9467499C6702}"/>
              </a:ext>
            </a:extLst>
          </p:cNvPr>
          <p:cNvSpPr>
            <a:spLocks noChangeArrowheads="1"/>
          </p:cNvSpPr>
          <p:nvPr/>
        </p:nvSpPr>
        <p:spPr bwMode="auto">
          <a:xfrm>
            <a:off x="768350" y="219075"/>
            <a:ext cx="6775450" cy="685800"/>
          </a:xfrm>
          <a:prstGeom prst="rect">
            <a:avLst/>
          </a:prstGeom>
        </p:spPr>
        <p:txBody>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线性表的定义和特点</a:t>
            </a:r>
          </a:p>
        </p:txBody>
      </p:sp>
      <p:sp>
        <p:nvSpPr>
          <p:cNvPr id="41999" name="AutoShape 51">
            <a:extLst>
              <a:ext uri="{FF2B5EF4-FFF2-40B4-BE49-F238E27FC236}">
                <a16:creationId xmlns:a16="http://schemas.microsoft.com/office/drawing/2014/main" id="{6D485947-1DF7-4A11-A5E4-E58DCCE739FB}"/>
              </a:ext>
            </a:extLst>
          </p:cNvPr>
          <p:cNvSpPr>
            <a:spLocks noChangeArrowheads="1"/>
          </p:cNvSpPr>
          <p:nvPr/>
        </p:nvSpPr>
        <p:spPr bwMode="auto">
          <a:xfrm flipV="1">
            <a:off x="222250" y="4686300"/>
            <a:ext cx="2981325" cy="1263650"/>
          </a:xfrm>
          <a:prstGeom prst="wedgeRoundRectCallout">
            <a:avLst>
              <a:gd name="adj1" fmla="val 40935"/>
              <a:gd name="adj2" fmla="val 206551"/>
              <a:gd name="adj3" fmla="val 16667"/>
            </a:avLst>
          </a:prstGeom>
          <a:solidFill>
            <a:schemeClr val="bg1"/>
          </a:solidFill>
          <a:ln w="34925">
            <a:noFill/>
            <a:miter lim="800000"/>
            <a:headEnd/>
            <a:tailEnd/>
          </a:ln>
        </p:spPr>
        <p:txBody>
          <a:bodyPr rot="10800000"/>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olidFill>
                  <a:schemeClr val="accent1"/>
                </a:solidFill>
                <a:sym typeface="+mn-lt"/>
              </a:rPr>
              <a:t>下标，</a:t>
            </a:r>
            <a:r>
              <a:rPr lang="zh-CN" altLang="en-US">
                <a:sym typeface="+mn-lt"/>
              </a:rPr>
              <a:t>是元素的序号，表示元素在表中的位置</a:t>
            </a:r>
          </a:p>
        </p:txBody>
      </p:sp>
      <p:sp>
        <p:nvSpPr>
          <p:cNvPr id="42000" name="AutoShape 52">
            <a:extLst>
              <a:ext uri="{FF2B5EF4-FFF2-40B4-BE49-F238E27FC236}">
                <a16:creationId xmlns:a16="http://schemas.microsoft.com/office/drawing/2014/main" id="{EAB4CEBE-FE47-4870-A8C1-6DBC9E44FCA2}"/>
              </a:ext>
            </a:extLst>
          </p:cNvPr>
          <p:cNvSpPr>
            <a:spLocks noChangeArrowheads="1"/>
          </p:cNvSpPr>
          <p:nvPr/>
        </p:nvSpPr>
        <p:spPr bwMode="auto">
          <a:xfrm flipV="1">
            <a:off x="6559550" y="5029200"/>
            <a:ext cx="2114550" cy="914400"/>
          </a:xfrm>
          <a:prstGeom prst="wedgeRoundRectCallout">
            <a:avLst>
              <a:gd name="adj1" fmla="val -21284"/>
              <a:gd name="adj2" fmla="val 304338"/>
              <a:gd name="adj3" fmla="val 16667"/>
            </a:avLst>
          </a:prstGeom>
          <a:solidFill>
            <a:schemeClr val="bg1"/>
          </a:solidFill>
          <a:ln w="34925">
            <a:noFill/>
            <a:miter lim="800000"/>
            <a:headEnd/>
            <a:tailEnd/>
          </a:ln>
        </p:spPr>
        <p:txBody>
          <a:bodyPr rot="10800000"/>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en-US" altLang="zh-CN">
                <a:solidFill>
                  <a:schemeClr val="accent1"/>
                </a:solidFill>
                <a:sym typeface="+mn-lt"/>
              </a:rPr>
              <a:t>n</a:t>
            </a:r>
            <a:r>
              <a:rPr lang="zh-CN" altLang="en-US">
                <a:sym typeface="+mn-lt"/>
              </a:rPr>
              <a:t>为元素总个数，即表长</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8" presetClass="entr" presetSubtype="6" fill="hold" grpId="0" nodeType="afterEffect">
                                  <p:stCondLst>
                                    <p:cond delay="1000"/>
                                  </p:stCondLst>
                                  <p:childTnLst>
                                    <p:set>
                                      <p:cBhvr>
                                        <p:cTn id="6" dur="1" fill="hold">
                                          <p:stCondLst>
                                            <p:cond delay="0"/>
                                          </p:stCondLst>
                                        </p:cTn>
                                        <p:tgtEl>
                                          <p:spTgt spid="362536">
                                            <p:txEl>
                                              <p:pRg st="0" end="0"/>
                                            </p:txEl>
                                          </p:spTgt>
                                        </p:tgtEl>
                                        <p:attrNameLst>
                                          <p:attrName>style.visibility</p:attrName>
                                        </p:attrNameLst>
                                      </p:cBhvr>
                                      <p:to>
                                        <p:strVal val="visible"/>
                                      </p:to>
                                    </p:set>
                                    <p:animEffect transition="in" filter="strips(downRight)">
                                      <p:cBhvr>
                                        <p:cTn id="7" dur="500"/>
                                        <p:tgtEl>
                                          <p:spTgt spid="362536">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 calcmode="lin" valueType="num">
                                      <p:cBhvr additive="base">
                                        <p:cTn id="12" dur="500" fill="hold"/>
                                        <p:tgtEl>
                                          <p:spTgt spid="2"/>
                                        </p:tgtEl>
                                        <p:attrNameLst>
                                          <p:attrName>ppt_x</p:attrName>
                                        </p:attrNameLst>
                                      </p:cBhvr>
                                      <p:tavLst>
                                        <p:tav tm="0">
                                          <p:val>
                                            <p:strVal val="#ppt_x"/>
                                          </p:val>
                                        </p:tav>
                                        <p:tav tm="100000">
                                          <p:val>
                                            <p:strVal val="#ppt_x"/>
                                          </p:val>
                                        </p:tav>
                                      </p:tavLst>
                                    </p:anim>
                                    <p:anim calcmode="lin" valueType="num">
                                      <p:cBhvr additive="base">
                                        <p:cTn id="13" dur="500" fill="hold"/>
                                        <p:tgtEl>
                                          <p:spTgt spid="2"/>
                                        </p:tgtEl>
                                        <p:attrNameLst>
                                          <p:attrName>ppt_y</p:attrName>
                                        </p:attrNameLst>
                                      </p:cBhvr>
                                      <p:tavLst>
                                        <p:tav tm="0">
                                          <p:val>
                                            <p:strVal val="1+#ppt_h/2"/>
                                          </p:val>
                                        </p:tav>
                                        <p:tav tm="100000">
                                          <p:val>
                                            <p:strVal val="#ppt_y"/>
                                          </p:val>
                                        </p:tav>
                                      </p:tavLst>
                                    </p:anim>
                                  </p:childTnLst>
                                </p:cTn>
                              </p:par>
                            </p:childTnLst>
                          </p:cTn>
                        </p:par>
                        <p:par>
                          <p:cTn id="14" fill="hold" nodeType="afterGroup">
                            <p:stCondLst>
                              <p:cond delay="500"/>
                            </p:stCondLst>
                            <p:childTnLst>
                              <p:par>
                                <p:cTn id="15" presetID="18" presetClass="entr" presetSubtype="6" fill="hold" grpId="0" nodeType="afterEffect">
                                  <p:stCondLst>
                                    <p:cond delay="1000"/>
                                  </p:stCondLst>
                                  <p:childTnLst>
                                    <p:set>
                                      <p:cBhvr>
                                        <p:cTn id="16" dur="1" fill="hold">
                                          <p:stCondLst>
                                            <p:cond delay="0"/>
                                          </p:stCondLst>
                                        </p:cTn>
                                        <p:tgtEl>
                                          <p:spTgt spid="362534"/>
                                        </p:tgtEl>
                                        <p:attrNameLst>
                                          <p:attrName>style.visibility</p:attrName>
                                        </p:attrNameLst>
                                      </p:cBhvr>
                                      <p:to>
                                        <p:strVal val="visible"/>
                                      </p:to>
                                    </p:set>
                                    <p:animEffect transition="in" filter="strips(downRight)">
                                      <p:cBhvr>
                                        <p:cTn id="17" dur="500"/>
                                        <p:tgtEl>
                                          <p:spTgt spid="362534"/>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362538"/>
                                        </p:tgtEl>
                                        <p:attrNameLst>
                                          <p:attrName>style.visibility</p:attrName>
                                        </p:attrNameLst>
                                      </p:cBhvr>
                                      <p:to>
                                        <p:strVal val="visible"/>
                                      </p:to>
                                    </p:set>
                                  </p:childTnLst>
                                </p:cTn>
                              </p:par>
                            </p:childTnLst>
                          </p:cTn>
                        </p:par>
                      </p:childTnLst>
                    </p:cTn>
                  </p:par>
                  <p:par>
                    <p:cTn id="22" fill="hold" nodeType="clickPar">
                      <p:stCondLst>
                        <p:cond delay="indefinite"/>
                      </p:stCondLst>
                      <p:childTnLst>
                        <p:par>
                          <p:cTn id="23" fill="hold" nodeType="withGroup">
                            <p:stCondLst>
                              <p:cond delay="0"/>
                            </p:stCondLst>
                            <p:childTnLst>
                              <p:par>
                                <p:cTn id="24" presetID="1" presetClass="entr" presetSubtype="0" fill="hold" grpId="0" nodeType="clickEffect">
                                  <p:stCondLst>
                                    <p:cond delay="0"/>
                                  </p:stCondLst>
                                  <p:childTnLst>
                                    <p:set>
                                      <p:cBhvr>
                                        <p:cTn id="25" dur="1" fill="hold">
                                          <p:stCondLst>
                                            <p:cond delay="499"/>
                                          </p:stCondLst>
                                        </p:cTn>
                                        <p:tgtEl>
                                          <p:spTgt spid="362539"/>
                                        </p:tgtEl>
                                        <p:attrNameLst>
                                          <p:attrName>style.visibility</p:attrName>
                                        </p:attrNameLst>
                                      </p:cBhvr>
                                      <p:to>
                                        <p:strVal val="visible"/>
                                      </p:to>
                                    </p:set>
                                  </p:childTnLst>
                                </p:cTn>
                              </p:par>
                            </p:childTnLst>
                          </p:cTn>
                        </p:par>
                      </p:childTnLst>
                    </p:cTn>
                  </p:par>
                  <p:par>
                    <p:cTn id="26" fill="hold" nodeType="clickPar">
                      <p:stCondLst>
                        <p:cond delay="indefinite"/>
                      </p:stCondLst>
                      <p:childTnLst>
                        <p:par>
                          <p:cTn id="27" fill="hold" nodeType="withGroup">
                            <p:stCondLst>
                              <p:cond delay="0"/>
                            </p:stCondLst>
                            <p:childTnLst>
                              <p:par>
                                <p:cTn id="28" presetID="1" presetClass="entr" presetSubtype="0" fill="hold" nodeType="clickEffect">
                                  <p:stCondLst>
                                    <p:cond delay="0"/>
                                  </p:stCondLst>
                                  <p:childTnLst>
                                    <p:set>
                                      <p:cBhvr>
                                        <p:cTn id="29" dur="1" fill="hold">
                                          <p:stCondLst>
                                            <p:cond delay="499"/>
                                          </p:stCondLst>
                                        </p:cTn>
                                        <p:tgtEl>
                                          <p:spTgt spid="362540"/>
                                        </p:tgtEl>
                                        <p:attrNameLst>
                                          <p:attrName>style.visibility</p:attrName>
                                        </p:attrNameLst>
                                      </p:cBhvr>
                                      <p:to>
                                        <p:strVal val="visible"/>
                                      </p:to>
                                    </p:set>
                                  </p:childTnLst>
                                </p:cTn>
                              </p:par>
                            </p:childTnLst>
                          </p:cTn>
                        </p:par>
                      </p:childTnLst>
                    </p:cTn>
                  </p:par>
                  <p:par>
                    <p:cTn id="30" fill="hold" nodeType="clickPar">
                      <p:stCondLst>
                        <p:cond delay="indefinite"/>
                      </p:stCondLst>
                      <p:childTnLst>
                        <p:par>
                          <p:cTn id="31" fill="hold" nodeType="withGroup">
                            <p:stCondLst>
                              <p:cond delay="0"/>
                            </p:stCondLst>
                            <p:childTnLst>
                              <p:par>
                                <p:cTn id="32" presetID="1" presetClass="entr" presetSubtype="0" fill="hold" grpId="0" nodeType="clickEffect">
                                  <p:stCondLst>
                                    <p:cond delay="0"/>
                                  </p:stCondLst>
                                  <p:childTnLst>
                                    <p:set>
                                      <p:cBhvr>
                                        <p:cTn id="33" dur="1" fill="hold">
                                          <p:stCondLst>
                                            <p:cond delay="499"/>
                                          </p:stCondLst>
                                        </p:cTn>
                                        <p:tgtEl>
                                          <p:spTgt spid="362541"/>
                                        </p:tgtEl>
                                        <p:attrNameLst>
                                          <p:attrName>style.visibility</p:attrName>
                                        </p:attrNameLst>
                                      </p:cBhvr>
                                      <p:to>
                                        <p:strVal val="visible"/>
                                      </p:to>
                                    </p:set>
                                  </p:childTnLst>
                                </p:cTn>
                              </p:par>
                            </p:childTnLst>
                          </p:cTn>
                        </p:par>
                      </p:childTnLst>
                    </p:cTn>
                  </p:par>
                  <p:par>
                    <p:cTn id="34" fill="hold" nodeType="clickPar">
                      <p:stCondLst>
                        <p:cond delay="indefinite"/>
                      </p:stCondLst>
                      <p:childTnLst>
                        <p:par>
                          <p:cTn id="35" fill="hold" nodeType="withGroup">
                            <p:stCondLst>
                              <p:cond delay="0"/>
                            </p:stCondLst>
                            <p:childTnLst>
                              <p:par>
                                <p:cTn id="36" presetID="1" presetClass="entr" presetSubtype="0" fill="hold" nodeType="clickEffect">
                                  <p:stCondLst>
                                    <p:cond delay="0"/>
                                  </p:stCondLst>
                                  <p:childTnLst>
                                    <p:set>
                                      <p:cBhvr>
                                        <p:cTn id="37" dur="1" fill="hold">
                                          <p:stCondLst>
                                            <p:cond delay="499"/>
                                          </p:stCondLst>
                                        </p:cTn>
                                        <p:tgtEl>
                                          <p:spTgt spid="362542"/>
                                        </p:tgtEl>
                                        <p:attrNameLst>
                                          <p:attrName>style.visibility</p:attrName>
                                        </p:attrNameLst>
                                      </p:cBhvr>
                                      <p:to>
                                        <p:strVal val="visible"/>
                                      </p:to>
                                    </p:set>
                                  </p:childTnLst>
                                </p:cTn>
                              </p:par>
                            </p:childTnLst>
                          </p:cTn>
                        </p:par>
                      </p:childTnLst>
                    </p:cTn>
                  </p:par>
                  <p:par>
                    <p:cTn id="38" fill="hold" nodeType="clickPar">
                      <p:stCondLst>
                        <p:cond delay="indefinite"/>
                      </p:stCondLst>
                      <p:childTnLst>
                        <p:par>
                          <p:cTn id="39" fill="hold" nodeType="withGroup">
                            <p:stCondLst>
                              <p:cond delay="0"/>
                            </p:stCondLst>
                            <p:childTnLst>
                              <p:par>
                                <p:cTn id="40" presetID="1" presetClass="entr" presetSubtype="0" fill="hold" grpId="0" nodeType="clickEffect">
                                  <p:stCondLst>
                                    <p:cond delay="0"/>
                                  </p:stCondLst>
                                  <p:childTnLst>
                                    <p:set>
                                      <p:cBhvr>
                                        <p:cTn id="41" dur="1" fill="hold">
                                          <p:stCondLst>
                                            <p:cond delay="499"/>
                                          </p:stCondLst>
                                        </p:cTn>
                                        <p:tgtEl>
                                          <p:spTgt spid="362550"/>
                                        </p:tgtEl>
                                        <p:attrNameLst>
                                          <p:attrName>style.visibility</p:attrName>
                                        </p:attrNameLst>
                                      </p:cBhvr>
                                      <p:to>
                                        <p:strVal val="visible"/>
                                      </p:to>
                                    </p:set>
                                  </p:childTnLst>
                                </p:cTn>
                              </p:par>
                            </p:childTnLst>
                          </p:cTn>
                        </p:par>
                      </p:childTnLst>
                    </p:cTn>
                  </p:par>
                  <p:par>
                    <p:cTn id="42" fill="hold" nodeType="clickPar">
                      <p:stCondLst>
                        <p:cond delay="indefinite"/>
                      </p:stCondLst>
                      <p:childTnLst>
                        <p:par>
                          <p:cTn id="43" fill="hold" nodeType="withGroup">
                            <p:stCondLst>
                              <p:cond delay="0"/>
                            </p:stCondLst>
                            <p:childTnLst>
                              <p:par>
                                <p:cTn id="44" presetID="1" presetClass="entr" presetSubtype="0" fill="hold" nodeType="clickEffect">
                                  <p:stCondLst>
                                    <p:cond delay="0"/>
                                  </p:stCondLst>
                                  <p:childTnLst>
                                    <p:set>
                                      <p:cBhvr>
                                        <p:cTn id="45" dur="1" fill="hold">
                                          <p:stCondLst>
                                            <p:cond delay="499"/>
                                          </p:stCondLst>
                                        </p:cTn>
                                        <p:tgtEl>
                                          <p:spTgt spid="362545"/>
                                        </p:tgtEl>
                                        <p:attrNameLst>
                                          <p:attrName>style.visibility</p:attrName>
                                        </p:attrNameLst>
                                      </p:cBhvr>
                                      <p:to>
                                        <p:strVal val="visible"/>
                                      </p:to>
                                    </p:set>
                                  </p:childTnLst>
                                </p:cTn>
                              </p:par>
                            </p:childTnLst>
                          </p:cTn>
                        </p:par>
                      </p:childTnLst>
                    </p:cTn>
                  </p:par>
                  <p:par>
                    <p:cTn id="46" fill="hold" nodeType="clickPar">
                      <p:stCondLst>
                        <p:cond delay="indefinite"/>
                      </p:stCondLst>
                      <p:childTnLst>
                        <p:par>
                          <p:cTn id="47" fill="hold" nodeType="withGroup">
                            <p:stCondLst>
                              <p:cond delay="0"/>
                            </p:stCondLst>
                            <p:childTnLst>
                              <p:par>
                                <p:cTn id="48" presetID="1" presetClass="entr" presetSubtype="0" fill="hold" grpId="0" nodeType="clickEffect">
                                  <p:stCondLst>
                                    <p:cond delay="0"/>
                                  </p:stCondLst>
                                  <p:childTnLst>
                                    <p:set>
                                      <p:cBhvr>
                                        <p:cTn id="49" dur="1" fill="hold">
                                          <p:stCondLst>
                                            <p:cond delay="499"/>
                                          </p:stCondLst>
                                        </p:cTn>
                                        <p:tgtEl>
                                          <p:spTgt spid="362543"/>
                                        </p:tgtEl>
                                        <p:attrNameLst>
                                          <p:attrName>style.visibility</p:attrName>
                                        </p:attrNameLst>
                                      </p:cBhvr>
                                      <p:to>
                                        <p:strVal val="visible"/>
                                      </p:to>
                                    </p:set>
                                  </p:childTnLst>
                                </p:cTn>
                              </p:par>
                            </p:childTnLst>
                          </p:cTn>
                        </p:par>
                      </p:childTnLst>
                    </p:cTn>
                  </p:par>
                  <p:par>
                    <p:cTn id="50" fill="hold" nodeType="clickPar">
                      <p:stCondLst>
                        <p:cond delay="indefinite"/>
                      </p:stCondLst>
                      <p:childTnLst>
                        <p:par>
                          <p:cTn id="51" fill="hold" nodeType="withGroup">
                            <p:stCondLst>
                              <p:cond delay="0"/>
                            </p:stCondLst>
                            <p:childTnLst>
                              <p:par>
                                <p:cTn id="52" presetID="1" presetClass="entr" presetSubtype="0" fill="hold" nodeType="clickEffect">
                                  <p:stCondLst>
                                    <p:cond delay="0"/>
                                  </p:stCondLst>
                                  <p:childTnLst>
                                    <p:set>
                                      <p:cBhvr>
                                        <p:cTn id="53" dur="1" fill="hold">
                                          <p:stCondLst>
                                            <p:cond delay="499"/>
                                          </p:stCondLst>
                                        </p:cTn>
                                        <p:tgtEl>
                                          <p:spTgt spid="362546"/>
                                        </p:tgtEl>
                                        <p:attrNameLst>
                                          <p:attrName>style.visibility</p:attrName>
                                        </p:attrNameLst>
                                      </p:cBhvr>
                                      <p:to>
                                        <p:strVal val="visible"/>
                                      </p:to>
                                    </p:set>
                                  </p:childTnLst>
                                </p:cTn>
                              </p:par>
                            </p:childTnLst>
                          </p:cTn>
                        </p:par>
                      </p:childTnLst>
                    </p:cTn>
                  </p:par>
                  <p:par>
                    <p:cTn id="54" fill="hold" nodeType="clickPar">
                      <p:stCondLst>
                        <p:cond delay="indefinite"/>
                      </p:stCondLst>
                      <p:childTnLst>
                        <p:par>
                          <p:cTn id="55" fill="hold" nodeType="withGroup">
                            <p:stCondLst>
                              <p:cond delay="0"/>
                            </p:stCondLst>
                            <p:childTnLst>
                              <p:par>
                                <p:cTn id="56" presetID="1" presetClass="entr" presetSubtype="0" fill="hold" grpId="0" nodeType="clickEffect">
                                  <p:stCondLst>
                                    <p:cond delay="0"/>
                                  </p:stCondLst>
                                  <p:childTnLst>
                                    <p:set>
                                      <p:cBhvr>
                                        <p:cTn id="57" dur="1" fill="hold">
                                          <p:stCondLst>
                                            <p:cond delay="499"/>
                                          </p:stCondLst>
                                        </p:cTn>
                                        <p:tgtEl>
                                          <p:spTgt spid="362544"/>
                                        </p:tgtEl>
                                        <p:attrNameLst>
                                          <p:attrName>style.visibility</p:attrName>
                                        </p:attrNameLst>
                                      </p:cBhvr>
                                      <p:to>
                                        <p:strVal val="visible"/>
                                      </p:to>
                                    </p:set>
                                  </p:childTnLst>
                                </p:cTn>
                              </p:par>
                            </p:childTnLst>
                          </p:cTn>
                        </p:par>
                      </p:childTnLst>
                    </p:cTn>
                  </p:par>
                  <p:par>
                    <p:cTn id="58" fill="hold" nodeType="clickPar">
                      <p:stCondLst>
                        <p:cond delay="indefinite"/>
                      </p:stCondLst>
                      <p:childTnLst>
                        <p:par>
                          <p:cTn id="59" fill="hold" nodeType="withGroup">
                            <p:stCondLst>
                              <p:cond delay="0"/>
                            </p:stCondLst>
                            <p:childTnLst>
                              <p:par>
                                <p:cTn id="60" presetID="1" presetClass="entr" presetSubtype="0" fill="hold" grpId="0" nodeType="clickEffect">
                                  <p:stCondLst>
                                    <p:cond delay="0"/>
                                  </p:stCondLst>
                                  <p:childTnLst>
                                    <p:set>
                                      <p:cBhvr>
                                        <p:cTn id="61" dur="1" fill="hold">
                                          <p:stCondLst>
                                            <p:cond delay="499"/>
                                          </p:stCondLst>
                                        </p:cTn>
                                        <p:tgtEl>
                                          <p:spTgt spid="362551"/>
                                        </p:tgtEl>
                                        <p:attrNameLst>
                                          <p:attrName>style.visibility</p:attrName>
                                        </p:attrNameLst>
                                      </p:cBhvr>
                                      <p:to>
                                        <p:strVal val="visible"/>
                                      </p:to>
                                    </p:set>
                                  </p:childTnLst>
                                </p:cTn>
                              </p:par>
                            </p:childTnLst>
                          </p:cTn>
                        </p:par>
                        <p:par>
                          <p:cTn id="62" fill="hold" nodeType="afterGroup">
                            <p:stCondLst>
                              <p:cond delay="500"/>
                            </p:stCondLst>
                            <p:childTnLst>
                              <p:par>
                                <p:cTn id="63" presetID="1" presetClass="entr" presetSubtype="0" fill="hold" grpId="0" nodeType="afterEffect">
                                  <p:stCondLst>
                                    <p:cond delay="1000"/>
                                  </p:stCondLst>
                                  <p:childTnLst>
                                    <p:set>
                                      <p:cBhvr>
                                        <p:cTn id="64" dur="1" fill="hold">
                                          <p:stCondLst>
                                            <p:cond delay="499"/>
                                          </p:stCondLst>
                                        </p:cTn>
                                        <p:tgtEl>
                                          <p:spTgt spid="41999"/>
                                        </p:tgtEl>
                                        <p:attrNameLst>
                                          <p:attrName>style.visibility</p:attrName>
                                        </p:attrNameLst>
                                      </p:cBhvr>
                                      <p:to>
                                        <p:strVal val="visible"/>
                                      </p:to>
                                    </p:set>
                                  </p:childTnLst>
                                </p:cTn>
                              </p:par>
                            </p:childTnLst>
                          </p:cTn>
                        </p:par>
                      </p:childTnLst>
                    </p:cTn>
                  </p:par>
                  <p:par>
                    <p:cTn id="65" fill="hold" nodeType="clickPar">
                      <p:stCondLst>
                        <p:cond delay="indefinite"/>
                      </p:stCondLst>
                      <p:childTnLst>
                        <p:par>
                          <p:cTn id="66" fill="hold" nodeType="withGroup">
                            <p:stCondLst>
                              <p:cond delay="0"/>
                            </p:stCondLst>
                            <p:childTnLst>
                              <p:par>
                                <p:cTn id="67" presetID="1" presetClass="entr" presetSubtype="0" fill="hold" grpId="0" nodeType="clickEffect">
                                  <p:stCondLst>
                                    <p:cond delay="0"/>
                                  </p:stCondLst>
                                  <p:childTnLst>
                                    <p:set>
                                      <p:cBhvr>
                                        <p:cTn id="68" dur="1" fill="hold">
                                          <p:stCondLst>
                                            <p:cond delay="499"/>
                                          </p:stCondLst>
                                        </p:cTn>
                                        <p:tgtEl>
                                          <p:spTgt spid="362552"/>
                                        </p:tgtEl>
                                        <p:attrNameLst>
                                          <p:attrName>style.visibility</p:attrName>
                                        </p:attrNameLst>
                                      </p:cBhvr>
                                      <p:to>
                                        <p:strVal val="visible"/>
                                      </p:to>
                                    </p:set>
                                  </p:childTnLst>
                                </p:cTn>
                              </p:par>
                            </p:childTnLst>
                          </p:cTn>
                        </p:par>
                        <p:par>
                          <p:cTn id="69" fill="hold" nodeType="afterGroup">
                            <p:stCondLst>
                              <p:cond delay="500"/>
                            </p:stCondLst>
                            <p:childTnLst>
                              <p:par>
                                <p:cTn id="70" presetID="1" presetClass="entr" presetSubtype="0" fill="hold" grpId="0" nodeType="afterEffect">
                                  <p:stCondLst>
                                    <p:cond delay="1000"/>
                                  </p:stCondLst>
                                  <p:childTnLst>
                                    <p:set>
                                      <p:cBhvr>
                                        <p:cTn id="71" dur="1" fill="hold">
                                          <p:stCondLst>
                                            <p:cond delay="499"/>
                                          </p:stCondLst>
                                        </p:cTn>
                                        <p:tgtEl>
                                          <p:spTgt spid="42000"/>
                                        </p:tgtEl>
                                        <p:attrNameLst>
                                          <p:attrName>style.visibility</p:attrName>
                                        </p:attrNameLst>
                                      </p:cBhvr>
                                      <p:to>
                                        <p:strVal val="visible"/>
                                      </p:to>
                                    </p:set>
                                  </p:childTnLst>
                                </p:cTn>
                              </p:par>
                            </p:childTnLst>
                          </p:cTn>
                        </p:par>
                        <p:par>
                          <p:cTn id="72" fill="hold" nodeType="afterGroup">
                            <p:stCondLst>
                              <p:cond delay="2000"/>
                            </p:stCondLst>
                            <p:childTnLst>
                              <p:par>
                                <p:cTn id="73" presetID="18" presetClass="entr" presetSubtype="6" fill="hold" grpId="0" nodeType="afterEffect">
                                  <p:stCondLst>
                                    <p:cond delay="2000"/>
                                  </p:stCondLst>
                                  <p:childTnLst>
                                    <p:set>
                                      <p:cBhvr>
                                        <p:cTn id="74" dur="1" fill="hold">
                                          <p:stCondLst>
                                            <p:cond delay="0"/>
                                          </p:stCondLst>
                                        </p:cTn>
                                        <p:tgtEl>
                                          <p:spTgt spid="362537"/>
                                        </p:tgtEl>
                                        <p:attrNameLst>
                                          <p:attrName>style.visibility</p:attrName>
                                        </p:attrNameLst>
                                      </p:cBhvr>
                                      <p:to>
                                        <p:strVal val="visible"/>
                                      </p:to>
                                    </p:set>
                                    <p:animEffect transition="in" filter="strips(downRight)">
                                      <p:cBhvr>
                                        <p:cTn id="75" dur="500"/>
                                        <p:tgtEl>
                                          <p:spTgt spid="362537"/>
                                        </p:tgtEl>
                                      </p:cBhvr>
                                    </p:animEffect>
                                  </p:childTnLst>
                                </p:cTn>
                              </p:par>
                            </p:childTnLst>
                          </p:cTn>
                        </p:par>
                        <p:par>
                          <p:cTn id="76" fill="hold" nodeType="afterGroup">
                            <p:stCondLst>
                              <p:cond delay="4500"/>
                            </p:stCondLst>
                            <p:childTnLst>
                              <p:par>
                                <p:cTn id="77" presetID="1" presetClass="entr" presetSubtype="0" fill="hold" grpId="0" nodeType="afterEffect">
                                  <p:stCondLst>
                                    <p:cond delay="1000"/>
                                  </p:stCondLst>
                                  <p:iterate type="lt">
                                    <p:tmAbs val="75"/>
                                  </p:iterate>
                                  <p:childTnLst>
                                    <p:set>
                                      <p:cBhvr>
                                        <p:cTn id="78" dur="1" fill="hold">
                                          <p:stCondLst>
                                            <p:cond delay="74"/>
                                          </p:stCondLst>
                                        </p:cTn>
                                        <p:tgtEl>
                                          <p:spTgt spid="3625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62534" grpId="0"/>
      <p:bldP spid="362536" grpId="0" build="p" advAuto="1000"/>
      <p:bldP spid="362537" grpId="0"/>
      <p:bldP spid="362538" grpId="0" animBg="1"/>
      <p:bldP spid="362539" grpId="0"/>
      <p:bldP spid="362541" grpId="0"/>
      <p:bldP spid="362543" grpId="0"/>
      <p:bldP spid="362544" grpId="0"/>
      <p:bldP spid="362549" grpId="0"/>
      <p:bldP spid="362550" grpId="0"/>
      <p:bldP spid="362551" grpId="0" animBg="1"/>
      <p:bldP spid="362552" grpId="0" animBg="1"/>
      <p:bldP spid="41999" grpId="0" animBg="1"/>
      <p:bldP spid="42000" grpId="0" animBg="1"/>
    </p:bld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矩形 2">
            <a:extLst>
              <a:ext uri="{FF2B5EF4-FFF2-40B4-BE49-F238E27FC236}">
                <a16:creationId xmlns:a16="http://schemas.microsoft.com/office/drawing/2014/main" id="{C0D740FF-69AA-41A7-BA99-C2C7413A784B}"/>
              </a:ext>
            </a:extLst>
          </p:cNvPr>
          <p:cNvSpPr>
            <a:spLocks noChangeArrowheads="1"/>
          </p:cNvSpPr>
          <p:nvPr/>
        </p:nvSpPr>
        <p:spPr bwMode="auto">
          <a:xfrm>
            <a:off x="12700" y="5648325"/>
            <a:ext cx="9144000" cy="1238250"/>
          </a:xfrm>
          <a:prstGeom prst="rect">
            <a:avLst/>
          </a:prstGeom>
          <a:solidFill>
            <a:srgbClr val="76AEDD"/>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17411" name="Rectangle 154">
            <a:extLst>
              <a:ext uri="{FF2B5EF4-FFF2-40B4-BE49-F238E27FC236}">
                <a16:creationId xmlns:a16="http://schemas.microsoft.com/office/drawing/2014/main" id="{E4BF3471-9425-4F49-AB85-AA6F741EC6BD}"/>
              </a:ext>
            </a:extLst>
          </p:cNvPr>
          <p:cNvSpPr>
            <a:spLocks noGrp="1" noChangeArrowheads="1"/>
          </p:cNvSpPr>
          <p:nvPr>
            <p:ph type="title"/>
          </p:nvPr>
        </p:nvSpPr>
        <p:spPr>
          <a:xfrm>
            <a:off x="812800" y="165100"/>
            <a:ext cx="7712075" cy="609600"/>
          </a:xfrm>
        </p:spPr>
        <p:txBody>
          <a:bodyPr/>
          <a:lstStyle/>
          <a:p>
            <a:r>
              <a:rPr lang="zh-CN" altLang="en-US">
                <a:sym typeface="+mn-lt"/>
              </a:rPr>
              <a:t>分析</a:t>
            </a:r>
            <a:r>
              <a:rPr lang="en-US" altLang="zh-CN">
                <a:sym typeface="+mn-lt"/>
              </a:rPr>
              <a:t>26 </a:t>
            </a:r>
            <a:r>
              <a:rPr lang="zh-CN" altLang="en-US">
                <a:sym typeface="+mn-lt"/>
              </a:rPr>
              <a:t>个英文字母组成的英文表</a:t>
            </a:r>
          </a:p>
        </p:txBody>
      </p:sp>
      <p:sp>
        <p:nvSpPr>
          <p:cNvPr id="364699" name="Rectangle 155">
            <a:extLst>
              <a:ext uri="{FF2B5EF4-FFF2-40B4-BE49-F238E27FC236}">
                <a16:creationId xmlns:a16="http://schemas.microsoft.com/office/drawing/2014/main" id="{3E1B09FF-22E2-4334-A7EC-3ED01D5BB98B}"/>
              </a:ext>
            </a:extLst>
          </p:cNvPr>
          <p:cNvSpPr>
            <a:spLocks noGrp="1" noChangeArrowheads="1"/>
          </p:cNvSpPr>
          <p:nvPr>
            <p:ph idx="1"/>
          </p:nvPr>
        </p:nvSpPr>
        <p:spPr>
          <a:xfrm>
            <a:off x="295275" y="1139825"/>
            <a:ext cx="4897438" cy="377825"/>
          </a:xfrm>
        </p:spPr>
        <p:txBody>
          <a:bodyPr anchor="ctr"/>
          <a:lstStyle/>
          <a:p>
            <a:pPr indent="0">
              <a:lnSpc>
                <a:spcPct val="80000"/>
              </a:lnSpc>
              <a:defRPr/>
            </a:pPr>
            <a:r>
              <a:rPr lang="zh-CN" altLang="en-US" dirty="0">
                <a:ea typeface="+mn-ea"/>
                <a:cs typeface="+mn-ea"/>
                <a:sym typeface="+mn-lt"/>
              </a:rPr>
              <a:t>（ </a:t>
            </a:r>
            <a:r>
              <a:rPr lang="en-US" altLang="zh-CN" dirty="0">
                <a:ea typeface="+mn-ea"/>
                <a:cs typeface="+mn-ea"/>
                <a:sym typeface="+mn-lt"/>
              </a:rPr>
              <a:t>A,  B,  C,  D, ……  ,  Z</a:t>
            </a:r>
            <a:r>
              <a:rPr lang="zh-CN" altLang="en-US" dirty="0">
                <a:ea typeface="+mn-ea"/>
                <a:cs typeface="+mn-ea"/>
                <a:sym typeface="+mn-lt"/>
              </a:rPr>
              <a:t>）</a:t>
            </a:r>
          </a:p>
        </p:txBody>
      </p:sp>
      <p:sp>
        <p:nvSpPr>
          <p:cNvPr id="364756" name="Text Box 212">
            <a:extLst>
              <a:ext uri="{FF2B5EF4-FFF2-40B4-BE49-F238E27FC236}">
                <a16:creationId xmlns:a16="http://schemas.microsoft.com/office/drawing/2014/main" id="{7C86CEA5-93B4-44E8-804D-469CE85F718A}"/>
              </a:ext>
            </a:extLst>
          </p:cNvPr>
          <p:cNvSpPr txBox="1">
            <a:spLocks noChangeArrowheads="1"/>
          </p:cNvSpPr>
          <p:nvPr/>
        </p:nvSpPr>
        <p:spPr bwMode="auto">
          <a:xfrm>
            <a:off x="79375" y="2205038"/>
            <a:ext cx="3340100" cy="400050"/>
          </a:xfrm>
          <a:prstGeom prst="rect">
            <a:avLst/>
          </a:prstGeom>
          <a:noFill/>
          <a:ln w="9525">
            <a:noFill/>
            <a:miter lim="800000"/>
          </a:ln>
          <a:effectLst/>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kumimoji="1" lang="zh-CN" altLang="en-US" sz="2000">
                <a:solidFill>
                  <a:srgbClr val="0D0D0D"/>
                </a:solidFill>
                <a:ea typeface="微软雅黑" panose="020B0503020204020204" pitchFamily="34" charset="-122"/>
                <a:sym typeface="+mn-lt"/>
              </a:rPr>
              <a:t>例</a:t>
            </a:r>
            <a:r>
              <a:rPr kumimoji="1" lang="en-US" altLang="zh-CN" sz="2000">
                <a:solidFill>
                  <a:srgbClr val="0D0D0D"/>
                </a:solidFill>
                <a:ea typeface="微软雅黑" panose="020B0503020204020204" pitchFamily="34" charset="-122"/>
                <a:sym typeface="+mn-lt"/>
              </a:rPr>
              <a:t>2    </a:t>
            </a:r>
            <a:r>
              <a:rPr kumimoji="1" lang="zh-CN" altLang="en-US" sz="2000">
                <a:solidFill>
                  <a:srgbClr val="0D0D0D"/>
                </a:solidFill>
                <a:ea typeface="微软雅黑" panose="020B0503020204020204" pitchFamily="34" charset="-122"/>
                <a:sym typeface="+mn-lt"/>
              </a:rPr>
              <a:t>分析学生情况登记表</a:t>
            </a:r>
          </a:p>
        </p:txBody>
      </p:sp>
      <p:sp>
        <p:nvSpPr>
          <p:cNvPr id="364757" name="Rectangle 213">
            <a:extLst>
              <a:ext uri="{FF2B5EF4-FFF2-40B4-BE49-F238E27FC236}">
                <a16:creationId xmlns:a16="http://schemas.microsoft.com/office/drawing/2014/main" id="{269FCC16-A45F-49B9-87E7-FA067A0829CD}"/>
              </a:ext>
            </a:extLst>
          </p:cNvPr>
          <p:cNvSpPr>
            <a:spLocks noChangeArrowheads="1"/>
          </p:cNvSpPr>
          <p:nvPr/>
        </p:nvSpPr>
        <p:spPr bwMode="auto">
          <a:xfrm>
            <a:off x="295275" y="5878513"/>
            <a:ext cx="7589838" cy="388937"/>
          </a:xfrm>
          <a:prstGeom prst="rect">
            <a:avLst/>
          </a:prstGeom>
          <a:solidFill>
            <a:srgbClr val="76AEDD"/>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80000"/>
              </a:lnSpc>
              <a:spcBef>
                <a:spcPct val="20000"/>
              </a:spcBef>
            </a:pPr>
            <a:r>
              <a:rPr lang="zh-CN" altLang="en-US">
                <a:sym typeface="+mn-lt"/>
              </a:rPr>
              <a:t>数据元素都是记录</a:t>
            </a:r>
            <a:r>
              <a:rPr lang="en-US" altLang="zh-CN">
                <a:sym typeface="+mn-lt"/>
              </a:rPr>
              <a:t>;     </a:t>
            </a:r>
            <a:r>
              <a:rPr lang="zh-CN" altLang="en-US">
                <a:sym typeface="+mn-lt"/>
              </a:rPr>
              <a:t>元素间关系是线性</a:t>
            </a:r>
          </a:p>
        </p:txBody>
      </p:sp>
      <p:sp>
        <p:nvSpPr>
          <p:cNvPr id="364758" name="Rectangle 214">
            <a:extLst>
              <a:ext uri="{FF2B5EF4-FFF2-40B4-BE49-F238E27FC236}">
                <a16:creationId xmlns:a16="http://schemas.microsoft.com/office/drawing/2014/main" id="{CD915A45-C5E9-45B1-BDAE-DFF30F4C5D01}"/>
              </a:ext>
            </a:extLst>
          </p:cNvPr>
          <p:cNvSpPr>
            <a:spLocks noChangeArrowheads="1"/>
          </p:cNvSpPr>
          <p:nvPr/>
        </p:nvSpPr>
        <p:spPr bwMode="auto">
          <a:xfrm>
            <a:off x="158750" y="1597025"/>
            <a:ext cx="59309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ym typeface="+mn-lt"/>
              </a:rPr>
              <a:t>数据元素都是字母</a:t>
            </a:r>
            <a:r>
              <a:rPr lang="en-US" altLang="zh-CN">
                <a:sym typeface="+mn-lt"/>
              </a:rPr>
              <a:t>;     </a:t>
            </a:r>
            <a:r>
              <a:rPr lang="zh-CN" altLang="en-US">
                <a:sym typeface="+mn-lt"/>
              </a:rPr>
              <a:t>元素间关系是线性</a:t>
            </a:r>
          </a:p>
        </p:txBody>
      </p:sp>
      <p:sp>
        <p:nvSpPr>
          <p:cNvPr id="364760" name="Rectangle 216">
            <a:extLst>
              <a:ext uri="{FF2B5EF4-FFF2-40B4-BE49-F238E27FC236}">
                <a16:creationId xmlns:a16="http://schemas.microsoft.com/office/drawing/2014/main" id="{23289F91-44FC-448E-AD3D-6C234CAF1082}"/>
              </a:ext>
            </a:extLst>
          </p:cNvPr>
          <p:cNvSpPr>
            <a:spLocks noChangeArrowheads="1"/>
          </p:cNvSpPr>
          <p:nvPr/>
        </p:nvSpPr>
        <p:spPr bwMode="auto">
          <a:xfrm>
            <a:off x="295275" y="6353175"/>
            <a:ext cx="7948613" cy="388938"/>
          </a:xfrm>
          <a:prstGeom prst="rect">
            <a:avLst/>
          </a:prstGeom>
          <a:solidFill>
            <a:srgbClr val="76AEDD"/>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80000"/>
              </a:lnSpc>
              <a:spcBef>
                <a:spcPct val="20000"/>
              </a:spcBef>
            </a:pPr>
            <a:r>
              <a:rPr lang="zh-CN" altLang="en-US">
                <a:solidFill>
                  <a:schemeClr val="bg1"/>
                </a:solidFill>
                <a:sym typeface="+mn-lt"/>
              </a:rPr>
              <a:t>同一线性表中的元素必定具有相同特性</a:t>
            </a:r>
          </a:p>
        </p:txBody>
      </p:sp>
      <p:graphicFrame>
        <p:nvGraphicFramePr>
          <p:cNvPr id="10" name="表格 9">
            <a:extLst>
              <a:ext uri="{FF2B5EF4-FFF2-40B4-BE49-F238E27FC236}">
                <a16:creationId xmlns:a16="http://schemas.microsoft.com/office/drawing/2014/main" id="{74BC7206-E4D3-F141-852D-AED8206CD8F9}"/>
              </a:ext>
            </a:extLst>
          </p:cNvPr>
          <p:cNvGraphicFramePr>
            <a:graphicFrameLocks noGrp="1"/>
          </p:cNvGraphicFramePr>
          <p:nvPr/>
        </p:nvGraphicFramePr>
        <p:xfrm>
          <a:off x="161925" y="2684463"/>
          <a:ext cx="8820150" cy="2813051"/>
        </p:xfrm>
        <a:graphic>
          <a:graphicData uri="http://schemas.openxmlformats.org/drawingml/2006/table">
            <a:tbl>
              <a:tblPr/>
              <a:tblGrid>
                <a:gridCol w="1479550">
                  <a:extLst>
                    <a:ext uri="{9D8B030D-6E8A-4147-A177-3AD203B41FA5}">
                      <a16:colId xmlns:a16="http://schemas.microsoft.com/office/drawing/2014/main" val="157887526"/>
                    </a:ext>
                  </a:extLst>
                </a:gridCol>
                <a:gridCol w="1579563">
                  <a:extLst>
                    <a:ext uri="{9D8B030D-6E8A-4147-A177-3AD203B41FA5}">
                      <a16:colId xmlns:a16="http://schemas.microsoft.com/office/drawing/2014/main" val="889246829"/>
                    </a:ext>
                  </a:extLst>
                </a:gridCol>
                <a:gridCol w="1439862">
                  <a:extLst>
                    <a:ext uri="{9D8B030D-6E8A-4147-A177-3AD203B41FA5}">
                      <a16:colId xmlns:a16="http://schemas.microsoft.com/office/drawing/2014/main" val="942462348"/>
                    </a:ext>
                  </a:extLst>
                </a:gridCol>
                <a:gridCol w="1873250">
                  <a:extLst>
                    <a:ext uri="{9D8B030D-6E8A-4147-A177-3AD203B41FA5}">
                      <a16:colId xmlns:a16="http://schemas.microsoft.com/office/drawing/2014/main" val="4026297988"/>
                    </a:ext>
                  </a:extLst>
                </a:gridCol>
                <a:gridCol w="2447925">
                  <a:extLst>
                    <a:ext uri="{9D8B030D-6E8A-4147-A177-3AD203B41FA5}">
                      <a16:colId xmlns:a16="http://schemas.microsoft.com/office/drawing/2014/main" val="3365456014"/>
                    </a:ext>
                  </a:extLst>
                </a:gridCol>
              </a:tblGrid>
              <a:tr h="461963">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a:spcBef>
                          <a:spcPct val="20000"/>
                        </a:spcBef>
                        <a:defRPr sz="2400">
                          <a:solidFill>
                            <a:schemeClr val="tx1"/>
                          </a:solidFill>
                          <a:latin typeface="Times New Roman" panose="02020603050405020304" pitchFamily="18" charset="0"/>
                          <a:ea typeface="微软雅黑" panose="020B0503020204020204" pitchFamily="34" charset="-122"/>
                        </a:defRPr>
                      </a:lvl2pPr>
                      <a:lvl3pPr>
                        <a:spcBef>
                          <a:spcPct val="20000"/>
                        </a:spcBef>
                        <a:defRPr sz="2000">
                          <a:solidFill>
                            <a:schemeClr val="tx1"/>
                          </a:solidFill>
                          <a:latin typeface="Times New Roman" panose="02020603050405020304" pitchFamily="18" charset="0"/>
                          <a:ea typeface="微软雅黑" panose="020B0503020204020204" pitchFamily="34" charset="-122"/>
                        </a:defRPr>
                      </a:lvl3pPr>
                      <a:lvl4pPr>
                        <a:spcBef>
                          <a:spcPct val="20000"/>
                        </a:spcBef>
                        <a:defRPr>
                          <a:solidFill>
                            <a:schemeClr val="tx1"/>
                          </a:solidFill>
                          <a:latin typeface="Times New Roman" panose="02020603050405020304" pitchFamily="18" charset="0"/>
                          <a:ea typeface="微软雅黑" panose="020B0503020204020204" pitchFamily="34" charset="-122"/>
                        </a:defRPr>
                      </a:lvl4pPr>
                      <a:lvl5pPr>
                        <a:spcBef>
                          <a:spcPct val="20000"/>
                        </a:spcBef>
                        <a:defRPr>
                          <a:solidFill>
                            <a:schemeClr val="tx1"/>
                          </a:solidFill>
                          <a:latin typeface="Times New Roman" panose="02020603050405020304" pitchFamily="18" charset="0"/>
                          <a:ea typeface="微软雅黑" panose="020B0503020204020204" pitchFamily="34" charset="-122"/>
                        </a:defRPr>
                      </a:lvl5pPr>
                      <a:lvl6pPr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学号</a:t>
                      </a:r>
                    </a:p>
                  </a:txBody>
                  <a:tcPr marL="90020" marR="90020" marT="46829" marB="46829"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a:spcBef>
                          <a:spcPct val="20000"/>
                        </a:spcBef>
                        <a:defRPr sz="2400">
                          <a:solidFill>
                            <a:schemeClr val="tx1"/>
                          </a:solidFill>
                          <a:latin typeface="Times New Roman" panose="02020603050405020304" pitchFamily="18" charset="0"/>
                          <a:ea typeface="微软雅黑" panose="020B0503020204020204" pitchFamily="34" charset="-122"/>
                        </a:defRPr>
                      </a:lvl2pPr>
                      <a:lvl3pPr>
                        <a:spcBef>
                          <a:spcPct val="20000"/>
                        </a:spcBef>
                        <a:defRPr sz="2000">
                          <a:solidFill>
                            <a:schemeClr val="tx1"/>
                          </a:solidFill>
                          <a:latin typeface="Times New Roman" panose="02020603050405020304" pitchFamily="18" charset="0"/>
                          <a:ea typeface="微软雅黑" panose="020B0503020204020204" pitchFamily="34" charset="-122"/>
                        </a:defRPr>
                      </a:lvl3pPr>
                      <a:lvl4pPr>
                        <a:spcBef>
                          <a:spcPct val="20000"/>
                        </a:spcBef>
                        <a:defRPr>
                          <a:solidFill>
                            <a:schemeClr val="tx1"/>
                          </a:solidFill>
                          <a:latin typeface="Times New Roman" panose="02020603050405020304" pitchFamily="18" charset="0"/>
                          <a:ea typeface="微软雅黑" panose="020B0503020204020204" pitchFamily="34" charset="-122"/>
                        </a:defRPr>
                      </a:lvl4pPr>
                      <a:lvl5pPr>
                        <a:spcBef>
                          <a:spcPct val="20000"/>
                        </a:spcBef>
                        <a:defRPr>
                          <a:solidFill>
                            <a:schemeClr val="tx1"/>
                          </a:solidFill>
                          <a:latin typeface="Times New Roman" panose="02020603050405020304" pitchFamily="18" charset="0"/>
                          <a:ea typeface="微软雅黑" panose="020B0503020204020204" pitchFamily="34" charset="-122"/>
                        </a:defRPr>
                      </a:lvl5pPr>
                      <a:lvl6pPr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姓名</a:t>
                      </a:r>
                    </a:p>
                  </a:txBody>
                  <a:tcPr marL="90020" marR="90020" marT="46829" marB="46829"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性别</a:t>
                      </a:r>
                    </a:p>
                  </a:txBody>
                  <a:tcPr marL="90020" marR="90020" marT="46829" marB="46829"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年龄</a:t>
                      </a:r>
                    </a:p>
                  </a:txBody>
                  <a:tcPr marL="90020" marR="90020" marT="46829" marB="46829"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a:spcBef>
                          <a:spcPct val="20000"/>
                        </a:spcBef>
                        <a:defRPr sz="2400">
                          <a:solidFill>
                            <a:schemeClr val="tx1"/>
                          </a:solidFill>
                          <a:latin typeface="Times New Roman" panose="02020603050405020304" pitchFamily="18" charset="0"/>
                          <a:ea typeface="微软雅黑" panose="020B0503020204020204" pitchFamily="34" charset="-122"/>
                        </a:defRPr>
                      </a:lvl2pPr>
                      <a:lvl3pPr>
                        <a:spcBef>
                          <a:spcPct val="20000"/>
                        </a:spcBef>
                        <a:defRPr sz="2000">
                          <a:solidFill>
                            <a:schemeClr val="tx1"/>
                          </a:solidFill>
                          <a:latin typeface="Times New Roman" panose="02020603050405020304" pitchFamily="18" charset="0"/>
                          <a:ea typeface="微软雅黑" panose="020B0503020204020204" pitchFamily="34" charset="-122"/>
                        </a:defRPr>
                      </a:lvl3pPr>
                      <a:lvl4pPr>
                        <a:spcBef>
                          <a:spcPct val="20000"/>
                        </a:spcBef>
                        <a:defRPr>
                          <a:solidFill>
                            <a:schemeClr val="tx1"/>
                          </a:solidFill>
                          <a:latin typeface="Times New Roman" panose="02020603050405020304" pitchFamily="18" charset="0"/>
                          <a:ea typeface="微软雅黑" panose="020B0503020204020204" pitchFamily="34" charset="-122"/>
                        </a:defRPr>
                      </a:lvl4pPr>
                      <a:lvl5pPr>
                        <a:spcBef>
                          <a:spcPct val="20000"/>
                        </a:spcBef>
                        <a:defRPr>
                          <a:solidFill>
                            <a:schemeClr val="tx1"/>
                          </a:solidFill>
                          <a:latin typeface="Times New Roman" panose="02020603050405020304" pitchFamily="18" charset="0"/>
                          <a:ea typeface="微软雅黑" panose="020B0503020204020204" pitchFamily="34" charset="-122"/>
                        </a:defRPr>
                      </a:lvl5pPr>
                      <a:lvl6pPr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班级</a:t>
                      </a:r>
                    </a:p>
                  </a:txBody>
                  <a:tcPr marL="90020" marR="90020" marT="46829" marB="46829"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234128539"/>
                  </a:ext>
                </a:extLst>
              </a:tr>
              <a:tr h="457200">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041810205</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于春梅</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女</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   18</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04</a:t>
                      </a: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级计算机</a:t>
                      </a: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1</a:t>
                      </a: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班</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extLst>
                  <a:ext uri="{0D108BD9-81ED-4DB2-BD59-A6C34878D82A}">
                    <a16:rowId xmlns:a16="http://schemas.microsoft.com/office/drawing/2014/main" val="3710700041"/>
                  </a:ext>
                </a:extLst>
              </a:tr>
              <a:tr h="522288">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041810260</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何仕鹏</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男</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   20</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04</a:t>
                      </a: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级计算机</a:t>
                      </a: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2</a:t>
                      </a: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班</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extLst>
                  <a:ext uri="{0D108BD9-81ED-4DB2-BD59-A6C34878D82A}">
                    <a16:rowId xmlns:a16="http://schemas.microsoft.com/office/drawing/2014/main" val="2000876760"/>
                  </a:ext>
                </a:extLst>
              </a:tr>
              <a:tr h="457200">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041810284</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王   爽</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女</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   19</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04</a:t>
                      </a: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级计算机</a:t>
                      </a: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3</a:t>
                      </a: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班</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extLst>
                  <a:ext uri="{0D108BD9-81ED-4DB2-BD59-A6C34878D82A}">
                    <a16:rowId xmlns:a16="http://schemas.microsoft.com/office/drawing/2014/main" val="1002278297"/>
                  </a:ext>
                </a:extLst>
              </a:tr>
              <a:tr h="457200">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041810360</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王亚武</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男</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   18</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04</a:t>
                      </a: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级计算机</a:t>
                      </a:r>
                      <a:r>
                        <a:rPr kumimoji="0"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4</a:t>
                      </a:r>
                      <a:r>
                        <a:rPr kumimoji="0"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班</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extLst>
                  <a:ext uri="{0D108BD9-81ED-4DB2-BD59-A6C34878D82A}">
                    <a16:rowId xmlns:a16="http://schemas.microsoft.com/office/drawing/2014/main" val="1634445599"/>
                  </a:ext>
                </a:extLst>
              </a:tr>
              <a:tr h="457200">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0" fontAlgn="b" latinLnBrk="0" hangingPunct="0">
                        <a:lnSpc>
                          <a:spcPct val="100000"/>
                        </a:lnSpc>
                        <a:spcBef>
                          <a:spcPct val="20000"/>
                        </a:spcBef>
                        <a:spcAft>
                          <a:spcPct val="0"/>
                        </a:spcAft>
                        <a:buClrTx/>
                        <a:buSzTx/>
                        <a:buFontTx/>
                        <a:buNone/>
                        <a:tabLst/>
                      </a:pPr>
                      <a:r>
                        <a:rPr kumimoji="1" lang="zh-CN" altLang="en-US"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0" fontAlgn="b" latinLnBrk="0" hangingPunct="0">
                        <a:lnSpc>
                          <a:spcPct val="100000"/>
                        </a:lnSpc>
                        <a:spcBef>
                          <a:spcPct val="20000"/>
                        </a:spcBef>
                        <a:spcAft>
                          <a:spcPct val="0"/>
                        </a:spcAft>
                        <a:buClrTx/>
                        <a:buSzTx/>
                        <a:buFontTx/>
                        <a:buNone/>
                        <a:tabLst/>
                      </a:pPr>
                      <a:r>
                        <a:rPr kumimoji="1" lang="zh-CN" altLang="en-US"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0" fontAlgn="b" latinLnBrk="0" hangingPunct="0">
                        <a:lnSpc>
                          <a:spcPct val="100000"/>
                        </a:lnSpc>
                        <a:spcBef>
                          <a:spcPct val="20000"/>
                        </a:spcBef>
                        <a:spcAft>
                          <a:spcPct val="0"/>
                        </a:spcAft>
                        <a:buClrTx/>
                        <a:buSzTx/>
                        <a:buFontTx/>
                        <a:buNone/>
                        <a:tabLst/>
                      </a:pPr>
                      <a:r>
                        <a:rPr kumimoji="1" lang="zh-CN" altLang="en-US"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0" fontAlgn="b" latinLnBrk="0" hangingPunct="0">
                        <a:lnSpc>
                          <a:spcPct val="100000"/>
                        </a:lnSpc>
                        <a:spcBef>
                          <a:spcPct val="20000"/>
                        </a:spcBef>
                        <a:spcAft>
                          <a:spcPct val="0"/>
                        </a:spcAft>
                        <a:buClrTx/>
                        <a:buSzTx/>
                        <a:buFontTx/>
                        <a:buNone/>
                        <a:tabLst/>
                      </a:pPr>
                      <a:r>
                        <a:rPr kumimoji="1"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   </a:t>
                      </a:r>
                      <a:r>
                        <a:rPr kumimoji="1" lang="zh-CN" altLang="en-US"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0" fontAlgn="b" latinLnBrk="0" hangingPunct="0">
                        <a:lnSpc>
                          <a:spcPct val="100000"/>
                        </a:lnSpc>
                        <a:spcBef>
                          <a:spcPct val="20000"/>
                        </a:spcBef>
                        <a:spcAft>
                          <a:spcPct val="0"/>
                        </a:spcAft>
                        <a:buClrTx/>
                        <a:buSzTx/>
                        <a:buFontTx/>
                        <a:buNone/>
                        <a:tabLst/>
                      </a:pPr>
                      <a:r>
                        <a:rPr kumimoji="1" lang="zh-CN" altLang="en-US"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a:t>
                      </a:r>
                    </a:p>
                  </a:txBody>
                  <a:tcPr marL="91444" marR="91444" marT="45735" marB="45735"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extLst>
                  <a:ext uri="{0D108BD9-81ED-4DB2-BD59-A6C34878D82A}">
                    <a16:rowId xmlns:a16="http://schemas.microsoft.com/office/drawing/2014/main" val="1158636654"/>
                  </a:ext>
                </a:extLst>
              </a:tr>
            </a:tbl>
          </a:graphicData>
        </a:graphic>
      </p:graphicFrame>
      <p:cxnSp>
        <p:nvCxnSpPr>
          <p:cNvPr id="18485" name="直接连接符 2">
            <a:extLst>
              <a:ext uri="{FF2B5EF4-FFF2-40B4-BE49-F238E27FC236}">
                <a16:creationId xmlns:a16="http://schemas.microsoft.com/office/drawing/2014/main" id="{64880C50-0EE6-BD4D-9600-F3E2530DAF52}"/>
              </a:ext>
            </a:extLst>
          </p:cNvPr>
          <p:cNvCxnSpPr>
            <a:cxnSpLocks noChangeShapeType="1"/>
          </p:cNvCxnSpPr>
          <p:nvPr/>
        </p:nvCxnSpPr>
        <p:spPr bwMode="auto">
          <a:xfrm>
            <a:off x="161925" y="2058988"/>
            <a:ext cx="7289800" cy="146050"/>
          </a:xfrm>
          <a:prstGeom prst="line">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9525" algn="ctr">
                <a:solidFill>
                  <a:srgbClr val="000000"/>
                </a:solidFill>
                <a:round/>
                <a:headEnd/>
                <a:tailEnd/>
              </a14:hiddenLine>
            </a:ext>
          </a:extLst>
        </p:spPr>
      </p:cxnSp>
      <p:cxnSp>
        <p:nvCxnSpPr>
          <p:cNvPr id="18486" name="直接连接符 7">
            <a:extLst>
              <a:ext uri="{FF2B5EF4-FFF2-40B4-BE49-F238E27FC236}">
                <a16:creationId xmlns:a16="http://schemas.microsoft.com/office/drawing/2014/main" id="{AAE7E0DD-5166-F242-971D-45A2D9740E04}"/>
              </a:ext>
            </a:extLst>
          </p:cNvPr>
          <p:cNvCxnSpPr>
            <a:cxnSpLocks noChangeShapeType="1"/>
          </p:cNvCxnSpPr>
          <p:nvPr/>
        </p:nvCxnSpPr>
        <p:spPr bwMode="auto">
          <a:xfrm>
            <a:off x="149225" y="2111375"/>
            <a:ext cx="8820150" cy="0"/>
          </a:xfrm>
          <a:prstGeom prst="line">
            <a:avLst/>
          </a:prstGeom>
          <a:noFill/>
          <a:ln w="57150" algn="ctr">
            <a:solidFill>
              <a:srgbClr val="76AEDD"/>
            </a:solidFill>
            <a:round/>
            <a:headEnd/>
            <a:tailEnd/>
          </a:ln>
          <a:extLst>
            <a:ext uri="{909E8E84-426E-40DD-AFC4-6F175D3DCCD1}">
              <a14:hiddenFill xmlns:a14="http://schemas.microsoft.com/office/drawing/2010/main">
                <a:noFill/>
              </a14:hiddenFill>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afterEffect">
                                  <p:stCondLst>
                                    <p:cond delay="0"/>
                                  </p:stCondLst>
                                  <p:iterate type="lt">
                                    <p:tmAbs val="75"/>
                                  </p:iterate>
                                  <p:childTnLst>
                                    <p:set>
                                      <p:cBhvr>
                                        <p:cTn id="6" dur="1" fill="hold">
                                          <p:stCondLst>
                                            <p:cond delay="74"/>
                                          </p:stCondLst>
                                        </p:cTn>
                                        <p:tgtEl>
                                          <p:spTgt spid="36469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iterate type="wd">
                                    <p:tmAbs val="300"/>
                                  </p:iterate>
                                  <p:childTnLst>
                                    <p:set>
                                      <p:cBhvr>
                                        <p:cTn id="10" dur="1" fill="hold">
                                          <p:stCondLst>
                                            <p:cond delay="299"/>
                                          </p:stCondLst>
                                        </p:cTn>
                                        <p:tgtEl>
                                          <p:spTgt spid="364758"/>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36475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6" presetClass="entr" presetSubtype="21" fill="hold" grpId="0" nodeType="clickEffect">
                                  <p:stCondLst>
                                    <p:cond delay="0"/>
                                  </p:stCondLst>
                                  <p:childTnLst>
                                    <p:set>
                                      <p:cBhvr>
                                        <p:cTn id="18" dur="1" fill="hold">
                                          <p:stCondLst>
                                            <p:cond delay="0"/>
                                          </p:stCondLst>
                                        </p:cTn>
                                        <p:tgtEl>
                                          <p:spTgt spid="17410"/>
                                        </p:tgtEl>
                                        <p:attrNameLst>
                                          <p:attrName>style.visibility</p:attrName>
                                        </p:attrNameLst>
                                      </p:cBhvr>
                                      <p:to>
                                        <p:strVal val="visible"/>
                                      </p:to>
                                    </p:set>
                                    <p:animEffect transition="in" filter="barn(inVertical)">
                                      <p:cBhvr>
                                        <p:cTn id="19" dur="500"/>
                                        <p:tgtEl>
                                          <p:spTgt spid="17410"/>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grpId="0" nodeType="clickEffect">
                                  <p:stCondLst>
                                    <p:cond delay="0"/>
                                  </p:stCondLst>
                                  <p:iterate type="wd">
                                    <p:tmAbs val="300"/>
                                  </p:iterate>
                                  <p:childTnLst>
                                    <p:set>
                                      <p:cBhvr>
                                        <p:cTn id="23" dur="1" fill="hold">
                                          <p:stCondLst>
                                            <p:cond delay="299"/>
                                          </p:stCondLst>
                                        </p:cTn>
                                        <p:tgtEl>
                                          <p:spTgt spid="364757"/>
                                        </p:tgtEl>
                                        <p:attrNameLst>
                                          <p:attrName>style.visibility</p:attrName>
                                        </p:attrNameLst>
                                      </p:cBhvr>
                                      <p:to>
                                        <p:strVal val="visible"/>
                                      </p:to>
                                    </p:set>
                                  </p:childTnLst>
                                </p:cTn>
                              </p:par>
                            </p:childTnLst>
                          </p:cTn>
                        </p:par>
                      </p:childTnLst>
                    </p:cTn>
                  </p:par>
                  <p:par>
                    <p:cTn id="24" fill="hold" nodeType="clickPar">
                      <p:stCondLst>
                        <p:cond delay="indefinite"/>
                      </p:stCondLst>
                      <p:childTnLst>
                        <p:par>
                          <p:cTn id="25" fill="hold" nodeType="withGroup">
                            <p:stCondLst>
                              <p:cond delay="0"/>
                            </p:stCondLst>
                            <p:childTnLst>
                              <p:par>
                                <p:cTn id="26" presetID="15" presetClass="entr" presetSubtype="0" fill="hold" grpId="0" nodeType="clickEffect">
                                  <p:stCondLst>
                                    <p:cond delay="0"/>
                                  </p:stCondLst>
                                  <p:childTnLst>
                                    <p:set>
                                      <p:cBhvr>
                                        <p:cTn id="27" dur="1" fill="hold">
                                          <p:stCondLst>
                                            <p:cond delay="0"/>
                                          </p:stCondLst>
                                        </p:cTn>
                                        <p:tgtEl>
                                          <p:spTgt spid="364760"/>
                                        </p:tgtEl>
                                        <p:attrNameLst>
                                          <p:attrName>style.visibility</p:attrName>
                                        </p:attrNameLst>
                                      </p:cBhvr>
                                      <p:to>
                                        <p:strVal val="visible"/>
                                      </p:to>
                                    </p:set>
                                    <p:anim calcmode="lin" valueType="num">
                                      <p:cBhvr>
                                        <p:cTn id="28" dur="1000" fill="hold"/>
                                        <p:tgtEl>
                                          <p:spTgt spid="364760"/>
                                        </p:tgtEl>
                                        <p:attrNameLst>
                                          <p:attrName>ppt_w</p:attrName>
                                        </p:attrNameLst>
                                      </p:cBhvr>
                                      <p:tavLst>
                                        <p:tav tm="0">
                                          <p:val>
                                            <p:fltVal val="0"/>
                                          </p:val>
                                        </p:tav>
                                        <p:tav tm="100000">
                                          <p:val>
                                            <p:strVal val="#ppt_w"/>
                                          </p:val>
                                        </p:tav>
                                      </p:tavLst>
                                    </p:anim>
                                    <p:anim calcmode="lin" valueType="num">
                                      <p:cBhvr>
                                        <p:cTn id="29" dur="1000" fill="hold"/>
                                        <p:tgtEl>
                                          <p:spTgt spid="364760"/>
                                        </p:tgtEl>
                                        <p:attrNameLst>
                                          <p:attrName>ppt_h</p:attrName>
                                        </p:attrNameLst>
                                      </p:cBhvr>
                                      <p:tavLst>
                                        <p:tav tm="0">
                                          <p:val>
                                            <p:fltVal val="0"/>
                                          </p:val>
                                        </p:tav>
                                        <p:tav tm="100000">
                                          <p:val>
                                            <p:strVal val="#ppt_h"/>
                                          </p:val>
                                        </p:tav>
                                      </p:tavLst>
                                    </p:anim>
                                    <p:anim calcmode="lin" valueType="num">
                                      <p:cBhvr>
                                        <p:cTn id="30" dur="1000" fill="hold"/>
                                        <p:tgtEl>
                                          <p:spTgt spid="364760"/>
                                        </p:tgtEl>
                                        <p:attrNameLst>
                                          <p:attrName>ppt_x</p:attrName>
                                        </p:attrNameLst>
                                      </p:cBhvr>
                                      <p:tavLst>
                                        <p:tav tm="0" fmla="#ppt_x+(cos(-2*pi*(1-$))*-#ppt_x-sin(-2*pi*(1-$))*(1-#ppt_y))*(1-$)">
                                          <p:val>
                                            <p:fltVal val="0"/>
                                          </p:val>
                                        </p:tav>
                                        <p:tav tm="100000">
                                          <p:val>
                                            <p:fltVal val="1"/>
                                          </p:val>
                                        </p:tav>
                                      </p:tavLst>
                                    </p:anim>
                                    <p:anim calcmode="lin" valueType="num">
                                      <p:cBhvr>
                                        <p:cTn id="31" dur="1000" fill="hold"/>
                                        <p:tgtEl>
                                          <p:spTgt spid="364760"/>
                                        </p:tgtEl>
                                        <p:attrNameLst>
                                          <p:attrName>ppt_y</p:attrName>
                                        </p:attrNameLst>
                                      </p:cBhvr>
                                      <p:tavLst>
                                        <p:tav tm="0" fmla="#ppt_y+(sin(-2*pi*(1-$))*-#ppt_x+cos(-2*pi*(1-$))*(1-#ppt_y))*(1-$)">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10" grpId="0" animBg="1"/>
      <p:bldP spid="364699" grpId="0" build="p" advAuto="0"/>
      <p:bldP spid="364756" grpId="0"/>
      <p:bldP spid="364757" grpId="0" animBg="1"/>
      <p:bldP spid="364758" grpId="0"/>
      <p:bldP spid="36476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7E7D0-DB27-B14F-A5A8-EBE3CCF6C8C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6ED6EAE-E0F2-0144-A5E4-53806A4FF5BE}"/>
              </a:ext>
            </a:extLst>
          </p:cNvPr>
          <p:cNvSpPr>
            <a:spLocks noGrp="1"/>
          </p:cNvSpPr>
          <p:nvPr>
            <p:ph idx="1"/>
          </p:nvPr>
        </p:nvSpPr>
        <p:spPr/>
        <p:txBody>
          <a:bodyPr/>
          <a:lstStyle/>
          <a:p>
            <a:endParaRPr lang="en-US" dirty="0"/>
          </a:p>
        </p:txBody>
      </p:sp>
      <p:sp>
        <p:nvSpPr>
          <p:cNvPr id="6" name="文本框 3">
            <a:extLst>
              <a:ext uri="{FF2B5EF4-FFF2-40B4-BE49-F238E27FC236}">
                <a16:creationId xmlns:a16="http://schemas.microsoft.com/office/drawing/2014/main" id="{A18DF3F2-1246-2041-A34C-77F64D3DFC4D}"/>
              </a:ext>
            </a:extLst>
          </p:cNvPr>
          <p:cNvSpPr txBox="1"/>
          <p:nvPr/>
        </p:nvSpPr>
        <p:spPr>
          <a:xfrm>
            <a:off x="1753774" y="921186"/>
            <a:ext cx="5738051" cy="5734647"/>
          </a:xfrm>
          <a:prstGeom prst="rect">
            <a:avLst/>
          </a:prstGeom>
          <a:solidFill>
            <a:schemeClr val="accent4">
              <a:lumMod val="20000"/>
              <a:lumOff val="80000"/>
            </a:schemeClr>
          </a:solidFill>
        </p:spPr>
        <p:txBody>
          <a:bodyPr wrap="square">
            <a:spAutoFit/>
          </a:bodyPr>
          <a:lstStyle/>
          <a:p>
            <a:pPr indent="266700" algn="just">
              <a:lnSpc>
                <a:spcPct val="110000"/>
              </a:lnSpc>
              <a:buNone/>
            </a:pPr>
            <a:r>
              <a:rPr lang="zh-CN" altLang="zh-CN" sz="2000" b="1" kern="100" dirty="0">
                <a:effectLst/>
                <a:latin typeface="Times New Roman" panose="02020603050405020304" pitchFamily="18" charset="0"/>
                <a:ea typeface="宋体" panose="02010600030101010101" pitchFamily="2" charset="-122"/>
                <a:cs typeface="Times New Roman" panose="02020603050405020304" pitchFamily="18" charset="0"/>
              </a:rPr>
              <a:t>抽象数据类型</a:t>
            </a:r>
            <a:r>
              <a:rPr lang="zh-CN" altLang="zh-CN" sz="2000" b="1" kern="100" dirty="0">
                <a:solidFill>
                  <a:srgbClr val="C00000"/>
                </a:solidFill>
                <a:effectLst>
                  <a:outerShdw blurRad="38100" dist="38100" dir="2700000" algn="tl">
                    <a:srgbClr val="000000">
                      <a:alpha val="43137"/>
                    </a:srgbClr>
                  </a:outerShdw>
                </a:effectLst>
                <a:latin typeface="Times New Roman" panose="02020603050405020304" pitchFamily="18" charset="0"/>
                <a:ea typeface="宋体" panose="02010600030101010101" pitchFamily="2" charset="-122"/>
                <a:cs typeface="Times New Roman" panose="02020603050405020304" pitchFamily="18" charset="0"/>
              </a:rPr>
              <a:t>线性表</a:t>
            </a:r>
            <a:r>
              <a:rPr lang="zh-CN" altLang="zh-CN" sz="2000" b="1" kern="100" dirty="0">
                <a:effectLst/>
                <a:latin typeface="Times New Roman" panose="02020603050405020304" pitchFamily="18" charset="0"/>
                <a:ea typeface="宋体" panose="02010600030101010101" pitchFamily="2" charset="-122"/>
                <a:cs typeface="Times New Roman" panose="02020603050405020304" pitchFamily="18" charset="0"/>
              </a:rPr>
              <a:t>的定义如下：</a:t>
            </a:r>
            <a:endParaRPr lang="zh-CN" altLang="zh-CN" sz="20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269240" algn="just">
              <a:lnSpc>
                <a:spcPct val="110000"/>
              </a:lnSpc>
              <a:buNone/>
            </a:pPr>
            <a:r>
              <a:rPr lang="en-US" altLang="zh-CN" sz="1600" b="1" kern="100" dirty="0">
                <a:effectLst/>
                <a:latin typeface="Courier New" panose="02070309020205020404" pitchFamily="49" charset="0"/>
                <a:ea typeface="宋体" panose="02010600030101010101" pitchFamily="2" charset="-122"/>
                <a:cs typeface="Times New Roman" panose="02020603050405020304" pitchFamily="18" charset="0"/>
              </a:rPr>
              <a:t>ADT List {</a:t>
            </a:r>
            <a:endParaRPr lang="zh-CN" altLang="zh-CN" sz="16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449580" algn="just">
              <a:lnSpc>
                <a:spcPct val="120000"/>
              </a:lnSpc>
              <a:buNone/>
            </a:pPr>
            <a:r>
              <a:rPr lang="zh-CN" altLang="zh-CN" sz="1400" b="1" kern="100" dirty="0">
                <a:effectLst/>
                <a:latin typeface="Courier New" panose="02070309020205020404" pitchFamily="49" charset="0"/>
                <a:ea typeface="黑体" panose="02010609060101010101" pitchFamily="49" charset="-122"/>
                <a:cs typeface="Courier New" panose="02070309020205020404" pitchFamily="49" charset="0"/>
              </a:rPr>
              <a:t>数据对象：</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D = { a</a:t>
            </a:r>
            <a:r>
              <a:rPr lang="en-US" altLang="zh-CN" sz="1400" b="1" kern="100" baseline="-25000" dirty="0">
                <a:effectLst/>
                <a:latin typeface="Courier New" panose="02070309020205020404" pitchFamily="49" charset="0"/>
                <a:ea typeface="宋体" panose="02010600030101010101" pitchFamily="2" charset="-122"/>
                <a:cs typeface="Times New Roman" panose="02020603050405020304" pitchFamily="18" charset="0"/>
              </a:rPr>
              <a:t>i</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 | </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a</a:t>
            </a:r>
            <a:r>
              <a:rPr lang="en-US" altLang="zh-CN" sz="1400" b="1" kern="100" baseline="-25000" dirty="0" err="1">
                <a:effectLst/>
                <a:latin typeface="Courier New" panose="02070309020205020404" pitchFamily="49" charset="0"/>
                <a:ea typeface="宋体" panose="02010600030101010101" pitchFamily="2" charset="-122"/>
                <a:cs typeface="Times New Roman" panose="02020603050405020304" pitchFamily="18" charset="0"/>
              </a:rPr>
              <a:t>i</a:t>
            </a:r>
            <a:r>
              <a:rPr lang="en-US" altLang="zh-CN" sz="1400" b="1" kern="100" dirty="0" err="1">
                <a:effectLst/>
                <a:latin typeface="Courier New" panose="02070309020205020404" pitchFamily="49" charset="0"/>
                <a:ea typeface="宋体" panose="02010600030101010101" pitchFamily="2" charset="-122"/>
                <a:cs typeface="Courier New" panose="02070309020205020404" pitchFamily="49" charset="0"/>
                <a:sym typeface="Symbol" panose="05050102010706020507" pitchFamily="18" charset="2"/>
              </a:rPr>
              <a:t></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ElemSet</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 </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i</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=1,2,…,n, n</a:t>
            </a:r>
            <a:r>
              <a:rPr lang="zh-CN" altLang="zh-CN" sz="1400" b="1" kern="100" dirty="0">
                <a:effectLst/>
                <a:latin typeface="等线" panose="02010600030101010101" pitchFamily="2" charset="-122"/>
                <a:ea typeface="等线" panose="02010600030101010101" pitchFamily="2" charset="-122"/>
                <a:cs typeface="Courier New" panose="02070309020205020404" pitchFamily="49" charset="0"/>
              </a:rPr>
              <a:t>≥</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0 }</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449580" algn="just">
              <a:lnSpc>
                <a:spcPct val="120000"/>
              </a:lnSpc>
              <a:buNone/>
            </a:pPr>
            <a:r>
              <a:rPr lang="zh-CN" altLang="zh-CN" sz="1400" b="1" kern="100" dirty="0">
                <a:effectLst/>
                <a:latin typeface="Courier New" panose="02070309020205020404" pitchFamily="49" charset="0"/>
                <a:ea typeface="黑体" panose="02010609060101010101" pitchFamily="49" charset="-122"/>
                <a:cs typeface="Courier New" panose="02070309020205020404" pitchFamily="49" charset="0"/>
              </a:rPr>
              <a:t>数据关系：</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R1</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 = { &lt;a</a:t>
            </a:r>
            <a:r>
              <a:rPr lang="en-US" altLang="zh-CN" sz="1400" b="1" kern="100" baseline="-25000" dirty="0">
                <a:effectLst/>
                <a:latin typeface="Courier New" panose="02070309020205020404" pitchFamily="49" charset="0"/>
                <a:ea typeface="宋体" panose="02010600030101010101" pitchFamily="2" charset="-122"/>
                <a:cs typeface="Times New Roman" panose="02020603050405020304" pitchFamily="18" charset="0"/>
              </a:rPr>
              <a:t>i-</a:t>
            </a:r>
            <a:r>
              <a:rPr lang="en-US" altLang="zh-CN" sz="1400" b="1" kern="100" baseline="-25000" dirty="0" err="1">
                <a:effectLst/>
                <a:latin typeface="Courier New" panose="02070309020205020404" pitchFamily="49" charset="0"/>
                <a:ea typeface="宋体" panose="02010600030101010101" pitchFamily="2" charset="-122"/>
                <a:cs typeface="Times New Roman" panose="02020603050405020304" pitchFamily="18" charset="0"/>
              </a:rPr>
              <a:t>1</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,a</a:t>
            </a:r>
            <a:r>
              <a:rPr lang="en-US" altLang="zh-CN" sz="1400" b="1" kern="100" baseline="-25000" dirty="0" err="1">
                <a:effectLst/>
                <a:latin typeface="Courier New" panose="02070309020205020404" pitchFamily="49" charset="0"/>
                <a:ea typeface="宋体" panose="02010600030101010101" pitchFamily="2" charset="-122"/>
                <a:cs typeface="Times New Roman" panose="02020603050405020304" pitchFamily="18" charset="0"/>
              </a:rPr>
              <a:t>i</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&gt; | </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a</a:t>
            </a:r>
            <a:r>
              <a:rPr lang="en-US" altLang="zh-CN" sz="1400" b="1" kern="100" baseline="-25000" dirty="0" err="1">
                <a:effectLst/>
                <a:latin typeface="Courier New" panose="02070309020205020404" pitchFamily="49" charset="0"/>
                <a:ea typeface="宋体" panose="02010600030101010101" pitchFamily="2" charset="-122"/>
                <a:cs typeface="Times New Roman" panose="02020603050405020304" pitchFamily="18" charset="0"/>
              </a:rPr>
              <a:t>i-1</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,a</a:t>
            </a:r>
            <a:r>
              <a:rPr lang="en-US" altLang="zh-CN" sz="1400" b="1" kern="100" baseline="-25000" dirty="0" err="1">
                <a:effectLst/>
                <a:latin typeface="Courier New" panose="02070309020205020404" pitchFamily="49" charset="0"/>
                <a:ea typeface="宋体" panose="02010600030101010101" pitchFamily="2" charset="-122"/>
                <a:cs typeface="Times New Roman" panose="02020603050405020304" pitchFamily="18" charset="0"/>
              </a:rPr>
              <a:t>i</a:t>
            </a:r>
            <a:r>
              <a:rPr lang="en-US" altLang="zh-CN" sz="1400" b="1" kern="100" dirty="0" err="1">
                <a:effectLst/>
                <a:latin typeface="Courier New" panose="02070309020205020404" pitchFamily="49" charset="0"/>
                <a:ea typeface="宋体" panose="02010600030101010101" pitchFamily="2" charset="-122"/>
                <a:cs typeface="Courier New" panose="02070309020205020404" pitchFamily="49" charset="0"/>
                <a:sym typeface="Symbol" panose="05050102010706020507" pitchFamily="18" charset="2"/>
              </a:rPr>
              <a:t></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D</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 </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i</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=2,…,n }</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449580" algn="just">
              <a:lnSpc>
                <a:spcPct val="120000"/>
              </a:lnSpc>
              <a:buNone/>
            </a:pPr>
            <a:r>
              <a:rPr lang="zh-CN" altLang="zh-CN" sz="1400" b="1" kern="100" dirty="0">
                <a:effectLst/>
                <a:latin typeface="Courier New" panose="02070309020205020404" pitchFamily="49" charset="0"/>
                <a:ea typeface="黑体" panose="02010609060101010101" pitchFamily="49" charset="-122"/>
                <a:cs typeface="Courier New" panose="02070309020205020404" pitchFamily="49" charset="0"/>
              </a:rPr>
              <a:t>基本操作：</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algn="just">
              <a:lnSpc>
                <a:spcPct val="110000"/>
              </a:lnSpc>
              <a:buNone/>
            </a:pP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InitList</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a:t>
            </a:r>
            <a:r>
              <a:rPr lang="en-US" altLang="zh-CN" sz="1400" b="1" kern="100" dirty="0">
                <a:latin typeface="Courier New" panose="02070309020205020404" pitchFamily="49" charset="0"/>
                <a:ea typeface="宋体" panose="02010600030101010101" pitchFamily="2" charset="-122"/>
                <a:cs typeface="Times New Roman" panose="02020603050405020304" pitchFamily="18"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操作结果：构造并返回一个空的线性表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algn="just">
              <a:lnSpc>
                <a:spcPct val="110000"/>
              </a:lnSpc>
              <a:buNone/>
            </a:pP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FreeList</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初始条件：线性表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已存在。</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操作结果：回收线性表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，返回</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NULL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algn="just">
              <a:lnSpc>
                <a:spcPct val="110000"/>
              </a:lnSpc>
              <a:buNone/>
            </a:pP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ClearList</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初始条件：线性表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已存在。</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操作结果：将</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重置为空表。</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algn="just">
              <a:lnSpc>
                <a:spcPct val="110000"/>
              </a:lnSpc>
              <a:buNone/>
            </a:pP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ListEmpty</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初始条件：线性表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已存在。</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操作结果：若</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为空表，则返回</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TRUE</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，否则返回</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FALSE</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indent="558800" algn="just">
              <a:lnSpc>
                <a:spcPct val="110000"/>
              </a:lnSpc>
              <a:buNone/>
            </a:pP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ListLen(L);</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初始条件：线性表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已存在。</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操作结果：返回</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中数据元素个数。</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algn="just">
              <a:lnSpc>
                <a:spcPct val="110000"/>
              </a:lnSpc>
              <a:buNone/>
            </a:pP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GetElem</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 </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i</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初始条件：线性表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已存在，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1</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i</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ListLen</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操作结果：返回</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中第</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i</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个数据元素的值。若不存在，</a:t>
            </a:r>
            <a:endParaRPr lang="en-US" altLang="zh-CN" sz="1400" b="1" kern="100" dirty="0">
              <a:effectLst/>
              <a:latin typeface="Courier New" panose="02070309020205020404" pitchFamily="49" charset="0"/>
              <a:ea typeface="宋体" panose="02010600030101010101" pitchFamily="2" charset="-122"/>
              <a:cs typeface="Courier New" panose="02070309020205020404" pitchFamily="49" charset="0"/>
            </a:endParaRPr>
          </a:p>
          <a:p>
            <a:pPr marL="629285" indent="101600" algn="just">
              <a:lnSpc>
                <a:spcPct val="110000"/>
              </a:lnSpc>
              <a:buNone/>
            </a:pPr>
            <a:r>
              <a:rPr lang="en-US" altLang="zh-CN" sz="1400" b="1" kern="100" dirty="0">
                <a:latin typeface="Courier New" panose="02070309020205020404" pitchFamily="49" charset="0"/>
                <a:ea typeface="宋体" panose="02010600030101010101" pitchFamily="2" charset="-122"/>
                <a:cs typeface="Courier New" panose="02070309020205020404" pitchFamily="49" charset="0"/>
              </a:rPr>
              <a:t>        </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则返回出错值</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errV</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8812765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7E7D0-DB27-B14F-A5A8-EBE3CCF6C8C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6ED6EAE-E0F2-0144-A5E4-53806A4FF5BE}"/>
              </a:ext>
            </a:extLst>
          </p:cNvPr>
          <p:cNvSpPr>
            <a:spLocks noGrp="1"/>
          </p:cNvSpPr>
          <p:nvPr>
            <p:ph idx="1"/>
          </p:nvPr>
        </p:nvSpPr>
        <p:spPr/>
        <p:txBody>
          <a:bodyPr/>
          <a:lstStyle/>
          <a:p>
            <a:endParaRPr lang="en-US" dirty="0"/>
          </a:p>
        </p:txBody>
      </p:sp>
      <p:sp>
        <p:nvSpPr>
          <p:cNvPr id="7" name="文本框 5">
            <a:extLst>
              <a:ext uri="{FF2B5EF4-FFF2-40B4-BE49-F238E27FC236}">
                <a16:creationId xmlns:a16="http://schemas.microsoft.com/office/drawing/2014/main" id="{C10F72B4-3474-0B47-853E-17BAB66A7DEB}"/>
              </a:ext>
            </a:extLst>
          </p:cNvPr>
          <p:cNvSpPr txBox="1"/>
          <p:nvPr/>
        </p:nvSpPr>
        <p:spPr>
          <a:xfrm>
            <a:off x="1672158" y="333202"/>
            <a:ext cx="5799684" cy="6518708"/>
          </a:xfrm>
          <a:prstGeom prst="rect">
            <a:avLst/>
          </a:prstGeom>
          <a:solidFill>
            <a:schemeClr val="accent4">
              <a:lumMod val="20000"/>
              <a:lumOff val="80000"/>
            </a:schemeClr>
          </a:solidFill>
        </p:spPr>
        <p:txBody>
          <a:bodyPr wrap="square">
            <a:spAutoFit/>
          </a:bodyPr>
          <a:lstStyle/>
          <a:p>
            <a:pPr marL="629285" algn="just">
              <a:lnSpc>
                <a:spcPct val="110000"/>
              </a:lnSpc>
              <a:buNone/>
            </a:pPr>
            <a:r>
              <a:rPr lang="en-US" altLang="zh-CN" sz="1400" b="1" kern="100" dirty="0" err="1">
                <a:latin typeface="Courier New" panose="02070309020205020404" pitchFamily="49" charset="0"/>
                <a:cs typeface="Times New Roman" panose="02020603050405020304" pitchFamily="18" charset="0"/>
              </a:rPr>
              <a:t>LocateElem</a:t>
            </a:r>
            <a:r>
              <a:rPr lang="en-US" altLang="zh-CN" sz="1400" b="1" kern="100" dirty="0">
                <a:latin typeface="Courier New" panose="02070309020205020404" pitchFamily="49" charset="0"/>
                <a:cs typeface="Times New Roman" panose="02020603050405020304" pitchFamily="18" charset="0"/>
              </a:rPr>
              <a:t>(L, e, </a:t>
            </a:r>
            <a:r>
              <a:rPr lang="en-US" altLang="zh-CN" sz="1400" b="1" kern="100" dirty="0">
                <a:solidFill>
                  <a:srgbClr val="000000"/>
                </a:solidFill>
                <a:latin typeface="Courier New" panose="02070309020205020404" pitchFamily="49" charset="0"/>
                <a:cs typeface="Times New Roman" panose="02020603050405020304" pitchFamily="18" charset="0"/>
              </a:rPr>
              <a:t>equal());</a:t>
            </a:r>
            <a:endParaRPr lang="zh-CN" altLang="zh-CN" sz="1400" b="1" kern="100" dirty="0">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solidFill>
                  <a:srgbClr val="000000"/>
                </a:solidFill>
                <a:latin typeface="Courier New" panose="02070309020205020404" pitchFamily="49" charset="0"/>
                <a:cs typeface="Courier New" panose="02070309020205020404" pitchFamily="49" charset="0"/>
              </a:rPr>
              <a:t>初始条件：线性表</a:t>
            </a:r>
            <a:r>
              <a:rPr lang="en-US" altLang="zh-CN" sz="1400" b="1" kern="100" dirty="0">
                <a:solidFill>
                  <a:srgbClr val="000000"/>
                </a:solidFill>
                <a:latin typeface="Courier New" panose="02070309020205020404" pitchFamily="49" charset="0"/>
                <a:cs typeface="Times New Roman" panose="02020603050405020304" pitchFamily="18" charset="0"/>
              </a:rPr>
              <a:t>L</a:t>
            </a:r>
            <a:r>
              <a:rPr lang="zh-CN" altLang="zh-CN" sz="1400" b="1" kern="100" dirty="0">
                <a:solidFill>
                  <a:srgbClr val="000000"/>
                </a:solidFill>
                <a:latin typeface="Courier New" panose="02070309020205020404" pitchFamily="49" charset="0"/>
                <a:cs typeface="Courier New" panose="02070309020205020404" pitchFamily="49" charset="0"/>
              </a:rPr>
              <a:t>已存在，</a:t>
            </a:r>
            <a:r>
              <a:rPr lang="en-US" altLang="zh-CN" sz="1400" b="1" kern="100" dirty="0">
                <a:solidFill>
                  <a:srgbClr val="000000"/>
                </a:solidFill>
                <a:latin typeface="Courier New" panose="02070309020205020404" pitchFamily="49" charset="0"/>
                <a:cs typeface="Times New Roman" panose="02020603050405020304" pitchFamily="18" charset="0"/>
              </a:rPr>
              <a:t>equal()</a:t>
            </a:r>
            <a:r>
              <a:rPr lang="zh-CN" altLang="zh-CN" sz="1400" b="1" kern="100" dirty="0">
                <a:solidFill>
                  <a:srgbClr val="000000"/>
                </a:solidFill>
                <a:latin typeface="Courier New" panose="02070309020205020404" pitchFamily="49" charset="0"/>
                <a:cs typeface="Courier New" panose="02070309020205020404" pitchFamily="49" charset="0"/>
              </a:rPr>
              <a:t>是数据元素判定函数。</a:t>
            </a:r>
            <a:endParaRPr lang="zh-CN" altLang="zh-CN" sz="1400" b="1" kern="100" dirty="0">
              <a:latin typeface="等线" panose="02010600030101010101" pitchFamily="2" charset="-122"/>
              <a:ea typeface="等线" panose="02010600030101010101" pitchFamily="2" charset="-122"/>
              <a:cs typeface="Times New Roman" panose="02020603050405020304" pitchFamily="18" charset="0"/>
            </a:endParaRPr>
          </a:p>
          <a:p>
            <a:pPr marL="1282700" indent="-538480" algn="just">
              <a:lnSpc>
                <a:spcPct val="110000"/>
              </a:lnSpc>
              <a:buNone/>
            </a:pPr>
            <a:r>
              <a:rPr lang="zh-CN" altLang="zh-CN" sz="1400" b="1" kern="100" dirty="0">
                <a:solidFill>
                  <a:srgbClr val="000000"/>
                </a:solidFill>
                <a:latin typeface="Courier New" panose="02070309020205020404" pitchFamily="49" charset="0"/>
                <a:cs typeface="Courier New" panose="02070309020205020404" pitchFamily="49" charset="0"/>
              </a:rPr>
              <a:t>操作结果：返回</a:t>
            </a:r>
            <a:r>
              <a:rPr lang="en-US" altLang="zh-CN" sz="1400" b="1" kern="100" dirty="0">
                <a:solidFill>
                  <a:srgbClr val="000000"/>
                </a:solidFill>
                <a:latin typeface="Courier New" panose="02070309020205020404" pitchFamily="49" charset="0"/>
                <a:cs typeface="Times New Roman" panose="02020603050405020304" pitchFamily="18" charset="0"/>
              </a:rPr>
              <a:t>L</a:t>
            </a:r>
            <a:r>
              <a:rPr lang="zh-CN" altLang="zh-CN" sz="1400" b="1" kern="100" dirty="0">
                <a:solidFill>
                  <a:srgbClr val="000000"/>
                </a:solidFill>
                <a:latin typeface="Courier New" panose="02070309020205020404" pitchFamily="49" charset="0"/>
                <a:cs typeface="Courier New" panose="02070309020205020404" pitchFamily="49" charset="0"/>
              </a:rPr>
              <a:t>中第</a:t>
            </a:r>
            <a:r>
              <a:rPr lang="en-US" altLang="zh-CN" sz="1400" b="1" kern="100" dirty="0">
                <a:solidFill>
                  <a:srgbClr val="000000"/>
                </a:solidFill>
                <a:latin typeface="Courier New" panose="02070309020205020404" pitchFamily="49" charset="0"/>
                <a:cs typeface="Times New Roman" panose="02020603050405020304" pitchFamily="18" charset="0"/>
              </a:rPr>
              <a:t>1</a:t>
            </a:r>
            <a:r>
              <a:rPr lang="zh-CN" altLang="zh-CN" sz="1400" b="1" kern="100" dirty="0">
                <a:solidFill>
                  <a:srgbClr val="000000"/>
                </a:solidFill>
                <a:latin typeface="Courier New" panose="02070309020205020404" pitchFamily="49" charset="0"/>
                <a:cs typeface="Courier New" panose="02070309020205020404" pitchFamily="49" charset="0"/>
              </a:rPr>
              <a:t>个与</a:t>
            </a:r>
            <a:r>
              <a:rPr lang="en-US" altLang="zh-CN" sz="1400" b="1" kern="100" dirty="0">
                <a:solidFill>
                  <a:srgbClr val="000000"/>
                </a:solidFill>
                <a:latin typeface="Courier New" panose="02070309020205020404" pitchFamily="49" charset="0"/>
                <a:cs typeface="Times New Roman" panose="02020603050405020304" pitchFamily="18" charset="0"/>
              </a:rPr>
              <a:t>e</a:t>
            </a:r>
            <a:r>
              <a:rPr lang="zh-CN" altLang="zh-CN" sz="1400" b="1" kern="100" dirty="0">
                <a:solidFill>
                  <a:srgbClr val="000000"/>
                </a:solidFill>
                <a:latin typeface="Courier New" panose="02070309020205020404" pitchFamily="49" charset="0"/>
                <a:cs typeface="Courier New" panose="02070309020205020404" pitchFamily="49" charset="0"/>
              </a:rPr>
              <a:t>满足关系</a:t>
            </a:r>
            <a:r>
              <a:rPr lang="en-US" altLang="zh-CN" sz="1400" b="1" kern="100" dirty="0">
                <a:solidFill>
                  <a:srgbClr val="000000"/>
                </a:solidFill>
                <a:latin typeface="Courier New" panose="02070309020205020404" pitchFamily="49" charset="0"/>
                <a:cs typeface="Times New Roman" panose="02020603050405020304" pitchFamily="18" charset="0"/>
              </a:rPr>
              <a:t>equal()</a:t>
            </a:r>
            <a:r>
              <a:rPr lang="zh-CN" altLang="zh-CN" sz="1400" b="1" kern="100" dirty="0">
                <a:solidFill>
                  <a:srgbClr val="000000"/>
                </a:solidFill>
                <a:latin typeface="Courier New" panose="02070309020205020404" pitchFamily="49" charset="0"/>
                <a:cs typeface="Courier New" panose="02070309020205020404" pitchFamily="49" charset="0"/>
              </a:rPr>
              <a:t>的数据元素的位置。若这样的数据</a:t>
            </a:r>
            <a:r>
              <a:rPr lang="zh-CN" altLang="zh-CN" sz="1400" b="1" kern="100" dirty="0">
                <a:latin typeface="Courier New" panose="02070309020205020404" pitchFamily="49" charset="0"/>
                <a:cs typeface="Courier New" panose="02070309020205020404" pitchFamily="49" charset="0"/>
              </a:rPr>
              <a:t>元素不存在，则返回值为</a:t>
            </a:r>
            <a:r>
              <a:rPr lang="en-US" altLang="zh-CN" sz="1400" b="1" kern="100" dirty="0">
                <a:latin typeface="Courier New" panose="02070309020205020404" pitchFamily="49" charset="0"/>
                <a:cs typeface="Times New Roman" panose="02020603050405020304" pitchFamily="18" charset="0"/>
              </a:rPr>
              <a:t>0</a:t>
            </a:r>
            <a:r>
              <a:rPr lang="zh-CN" altLang="zh-CN" sz="1400" b="1" kern="100" dirty="0">
                <a:latin typeface="Courier New" panose="02070309020205020404" pitchFamily="49" charset="0"/>
                <a:cs typeface="Courier New" panose="02070309020205020404" pitchFamily="49" charset="0"/>
              </a:rPr>
              <a:t>或</a:t>
            </a:r>
            <a:r>
              <a:rPr lang="en-US" altLang="zh-CN" sz="1400" b="1" kern="100" dirty="0">
                <a:latin typeface="Courier New" panose="02070309020205020404" pitchFamily="49" charset="0"/>
                <a:cs typeface="Times New Roman" panose="02020603050405020304" pitchFamily="18" charset="0"/>
              </a:rPr>
              <a:t>null</a:t>
            </a:r>
            <a:r>
              <a:rPr lang="zh-CN" altLang="zh-CN" sz="1400" b="1" kern="100" dirty="0">
                <a:latin typeface="Courier New" panose="02070309020205020404" pitchFamily="49" charset="0"/>
                <a:cs typeface="Courier New" panose="02070309020205020404" pitchFamily="49" charset="0"/>
              </a:rPr>
              <a:t>。</a:t>
            </a:r>
            <a:endParaRPr lang="zh-CN" altLang="zh-CN" sz="1400" b="1" kern="100" dirty="0">
              <a:latin typeface="等线" panose="02010600030101010101" pitchFamily="2" charset="-122"/>
              <a:ea typeface="等线" panose="02010600030101010101" pitchFamily="2" charset="-122"/>
              <a:cs typeface="Times New Roman" panose="02020603050405020304" pitchFamily="18" charset="0"/>
            </a:endParaRPr>
          </a:p>
          <a:p>
            <a:pPr marL="629285" algn="just">
              <a:lnSpc>
                <a:spcPct val="110000"/>
              </a:lnSpc>
              <a:buNone/>
            </a:pP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PrevElem</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 e);</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初始条件：线性表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已存在。</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1282700" indent="-53848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操作结果：若</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e</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是</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的数据元素，且不是第一个，</a:t>
            </a:r>
            <a:endParaRPr lang="en-US" altLang="zh-CN" sz="1400" b="1" kern="100" dirty="0">
              <a:effectLst/>
              <a:latin typeface="Courier New" panose="02070309020205020404" pitchFamily="49" charset="0"/>
              <a:ea typeface="宋体" panose="02010600030101010101" pitchFamily="2" charset="-122"/>
              <a:cs typeface="Courier New" panose="02070309020205020404" pitchFamily="49" charset="0"/>
            </a:endParaRPr>
          </a:p>
          <a:p>
            <a:pPr marL="1282700" indent="-538480" algn="just">
              <a:lnSpc>
                <a:spcPct val="110000"/>
              </a:lnSpc>
              <a:buNone/>
            </a:pPr>
            <a:r>
              <a:rPr lang="en-US" altLang="zh-CN" sz="1400" b="1" kern="100" dirty="0">
                <a:latin typeface="Courier New" panose="02070309020205020404" pitchFamily="49" charset="0"/>
                <a:ea typeface="宋体" panose="02010600030101010101" pitchFamily="2" charset="-122"/>
                <a:cs typeface="Courier New" panose="02070309020205020404" pitchFamily="49" charset="0"/>
              </a:rPr>
              <a:t>        </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则用返回它的前驱元素值，否则返回出错值</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errV</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algn="just">
              <a:lnSpc>
                <a:spcPct val="110000"/>
              </a:lnSpc>
              <a:buNone/>
            </a:pP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NextElem</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 e);</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初始条件：线性表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已存在。</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1282700" indent="-53848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操作结果：若</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e</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是</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的数据元素，且不是最后一个，</a:t>
            </a:r>
            <a:endParaRPr lang="en-US" altLang="zh-CN" sz="1400" b="1" kern="100" dirty="0">
              <a:effectLst/>
              <a:latin typeface="Courier New" panose="02070309020205020404" pitchFamily="49" charset="0"/>
              <a:ea typeface="宋体" panose="02010600030101010101" pitchFamily="2" charset="-122"/>
              <a:cs typeface="Courier New" panose="02070309020205020404" pitchFamily="49" charset="0"/>
            </a:endParaRPr>
          </a:p>
          <a:p>
            <a:pPr marL="1282700" indent="-538480" algn="just">
              <a:lnSpc>
                <a:spcPct val="110000"/>
              </a:lnSpc>
              <a:buNone/>
            </a:pPr>
            <a:r>
              <a:rPr lang="en-US" altLang="zh-CN" sz="1400" b="1" kern="100" dirty="0">
                <a:latin typeface="Courier New" panose="02070309020205020404" pitchFamily="49" charset="0"/>
                <a:ea typeface="宋体" panose="02010600030101010101" pitchFamily="2" charset="-122"/>
                <a:cs typeface="Courier New" panose="02070309020205020404" pitchFamily="49" charset="0"/>
              </a:rPr>
              <a:t>        </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则用返回它的后继元素值，否则返回出错值</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errV</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algn="just">
              <a:lnSpc>
                <a:spcPct val="110000"/>
              </a:lnSpc>
              <a:buNone/>
            </a:pP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ListInsert</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 </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i</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 e);</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初始条件：线性表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已存在，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1</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i</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ListLen</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(L)+1</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操作结果：在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中第</a:t>
            </a:r>
            <a:r>
              <a:rPr lang="en-US" altLang="zh-CN" sz="1400" b="1" kern="100" dirty="0" err="1">
                <a:solidFill>
                  <a:srgbClr val="000000"/>
                </a:solidFill>
                <a:effectLst/>
                <a:latin typeface="Courier New" panose="02070309020205020404" pitchFamily="49" charset="0"/>
                <a:ea typeface="宋体" panose="02010600030101010101" pitchFamily="2" charset="-122"/>
                <a:cs typeface="Times New Roman" panose="02020603050405020304" pitchFamily="18" charset="0"/>
              </a:rPr>
              <a:t>i</a:t>
            </a:r>
            <a:r>
              <a:rPr lang="zh-CN" altLang="zh-CN" sz="1400" b="1" kern="100" dirty="0">
                <a:solidFill>
                  <a:srgbClr val="000000"/>
                </a:solidFill>
                <a:effectLst/>
                <a:latin typeface="Courier New" panose="02070309020205020404" pitchFamily="49" charset="0"/>
                <a:ea typeface="宋体" panose="02010600030101010101" pitchFamily="2" charset="-122"/>
                <a:cs typeface="Courier New" panose="02070309020205020404" pitchFamily="49" charset="0"/>
              </a:rPr>
              <a:t>个位置插入新的数</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据元素</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e</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的长度加</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1</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algn="just">
              <a:lnSpc>
                <a:spcPct val="110000"/>
              </a:lnSpc>
              <a:buNone/>
            </a:pP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ListDelete</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 </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i</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初始条件：线性表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已存在且非空，</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i</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ListLen</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r>
              <a:rPr lang="zh-CN" altLang="zh-CN" sz="1400" b="1" kern="100" dirty="0">
                <a:effectLst/>
                <a:latin typeface="等线" panose="02010600030101010101" pitchFamily="2" charset="-122"/>
                <a:ea typeface="Courier New" panose="02070309020205020404" pitchFamily="49" charset="0"/>
                <a:cs typeface="Times New Roman" panose="02020603050405020304" pitchFamily="18" charset="0"/>
              </a:rPr>
              <a:t> </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1228725" indent="-49149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操作结果：删除</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的第</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i</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个数据元素，并返回其值，</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的长度减</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1</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endParaRPr lang="en-US" altLang="zh-CN" sz="1400" b="1" kern="100" dirty="0">
              <a:effectLst/>
              <a:latin typeface="Courier New" panose="02070309020205020404" pitchFamily="49" charset="0"/>
              <a:ea typeface="宋体" panose="02010600030101010101" pitchFamily="2" charset="-122"/>
              <a:cs typeface="Courier New" panose="02070309020205020404" pitchFamily="49" charset="0"/>
            </a:endParaRPr>
          </a:p>
          <a:p>
            <a:pPr marL="1228725" indent="-491490" algn="just">
              <a:lnSpc>
                <a:spcPct val="110000"/>
              </a:lnSpc>
              <a:buNone/>
            </a:pPr>
            <a:r>
              <a:rPr lang="en-US" altLang="zh-CN" sz="1400" b="1" kern="100" dirty="0">
                <a:latin typeface="Courier New" panose="02070309020205020404" pitchFamily="49" charset="0"/>
                <a:ea typeface="宋体" panose="02010600030101010101" pitchFamily="2" charset="-122"/>
                <a:cs typeface="Courier New" panose="02070309020205020404" pitchFamily="49" charset="0"/>
              </a:rPr>
              <a:t>        </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若该元素不存在，则返回出错值</a:t>
            </a: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errV</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algn="just">
              <a:lnSpc>
                <a:spcPct val="110000"/>
              </a:lnSpc>
              <a:buNone/>
            </a:pPr>
            <a:r>
              <a:rPr lang="en-US" altLang="zh-CN" sz="1400" b="1" kern="100" dirty="0" err="1">
                <a:effectLst/>
                <a:latin typeface="Courier New" panose="02070309020205020404" pitchFamily="49" charset="0"/>
                <a:ea typeface="宋体" panose="02010600030101010101" pitchFamily="2" charset="-122"/>
                <a:cs typeface="Times New Roman" panose="02020603050405020304" pitchFamily="18" charset="0"/>
              </a:rPr>
              <a:t>ListTraverse</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 visit());</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629285" indent="10160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初始条件：线性表</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已存在。</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1282700" indent="-538480" algn="just">
              <a:lnSpc>
                <a:spcPct val="110000"/>
              </a:lnSpc>
              <a:buNone/>
            </a:pP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操作结果：依次对</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L</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的每个数据元素调用函数</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visit()</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a:t>
            </a:r>
            <a:endParaRPr lang="en-US" altLang="zh-CN" sz="1400" b="1" kern="100" dirty="0">
              <a:effectLst/>
              <a:latin typeface="Courier New" panose="02070309020205020404" pitchFamily="49" charset="0"/>
              <a:ea typeface="宋体" panose="02010600030101010101" pitchFamily="2" charset="-122"/>
              <a:cs typeface="Courier New" panose="02070309020205020404" pitchFamily="49" charset="0"/>
            </a:endParaRPr>
          </a:p>
          <a:p>
            <a:pPr marL="1282700" indent="-538480" algn="just">
              <a:lnSpc>
                <a:spcPct val="110000"/>
              </a:lnSpc>
              <a:buNone/>
            </a:pPr>
            <a:r>
              <a:rPr lang="en-US" altLang="zh-CN" sz="1400" b="1" kern="100" dirty="0">
                <a:latin typeface="Courier New" panose="02070309020205020404" pitchFamily="49" charset="0"/>
                <a:ea typeface="宋体" panose="02010600030101010101" pitchFamily="2" charset="-122"/>
                <a:cs typeface="Courier New" panose="02070309020205020404" pitchFamily="49" charset="0"/>
              </a:rPr>
              <a:t>        </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一旦</a:t>
            </a:r>
            <a:r>
              <a:rPr lang="en-US" altLang="zh-CN" sz="1400" b="1" kern="100" dirty="0">
                <a:effectLst/>
                <a:latin typeface="Courier New" panose="02070309020205020404" pitchFamily="49" charset="0"/>
                <a:ea typeface="宋体" panose="02010600030101010101" pitchFamily="2" charset="-122"/>
                <a:cs typeface="Times New Roman" panose="02020603050405020304" pitchFamily="18" charset="0"/>
              </a:rPr>
              <a:t>visit()</a:t>
            </a:r>
            <a:r>
              <a:rPr lang="zh-CN" altLang="zh-CN" sz="1400" b="1" kern="100" dirty="0">
                <a:effectLst/>
                <a:latin typeface="Courier New" panose="02070309020205020404" pitchFamily="49" charset="0"/>
                <a:ea typeface="宋体" panose="02010600030101010101" pitchFamily="2" charset="-122"/>
                <a:cs typeface="Courier New" panose="02070309020205020404" pitchFamily="49" charset="0"/>
              </a:rPr>
              <a:t>失败，则操作失败。</a:t>
            </a:r>
            <a:endParaRPr lang="zh-CN" altLang="zh-CN" sz="1400" b="1" kern="100" dirty="0">
              <a:effectLst/>
              <a:latin typeface="等线" panose="02010600030101010101" pitchFamily="2" charset="-122"/>
              <a:ea typeface="等线" panose="02010600030101010101" pitchFamily="2" charset="-122"/>
              <a:cs typeface="Times New Roman" panose="02020603050405020304" pitchFamily="18" charset="0"/>
            </a:endParaRPr>
          </a:p>
          <a:p>
            <a:pPr marL="269240" algn="just">
              <a:lnSpc>
                <a:spcPct val="110000"/>
              </a:lnSpc>
              <a:spcAft>
                <a:spcPts val="600"/>
              </a:spcAft>
            </a:pPr>
            <a:r>
              <a:rPr lang="en-US" altLang="zh-CN" sz="1600" b="1" kern="100" dirty="0">
                <a:latin typeface="Courier New" panose="02070309020205020404" pitchFamily="49" charset="0"/>
                <a:ea typeface="宋体" panose="02010600030101010101" pitchFamily="2" charset="-122"/>
                <a:cs typeface="Times New Roman" panose="02020603050405020304" pitchFamily="18" charset="0"/>
              </a:rPr>
              <a:t>}ADT List</a:t>
            </a:r>
            <a:endParaRPr lang="zh-CN" altLang="zh-CN" sz="1600" b="1" kern="100" dirty="0">
              <a:latin typeface="Courier New" panose="02070309020205020404" pitchFamily="49"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351848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482" name="图片 9">
            <a:extLst>
              <a:ext uri="{FF2B5EF4-FFF2-40B4-BE49-F238E27FC236}">
                <a16:creationId xmlns:a16="http://schemas.microsoft.com/office/drawing/2014/main" id="{7C986194-57DB-A14E-8DFF-2615164977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75"/>
          <a:stretch>
            <a:fillRect/>
          </a:stretch>
        </p:blipFill>
        <p:spPr bwMode="auto">
          <a:xfrm>
            <a:off x="0" y="1588"/>
            <a:ext cx="9124950"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6" name="矩形: 圆角 16">
            <a:extLst>
              <a:ext uri="{FF2B5EF4-FFF2-40B4-BE49-F238E27FC236}">
                <a16:creationId xmlns:a16="http://schemas.microsoft.com/office/drawing/2014/main" id="{62DA4F3B-22EB-409A-BE75-C9E6E0DF63E7}"/>
              </a:ext>
            </a:extLst>
          </p:cNvPr>
          <p:cNvSpPr>
            <a:spLocks noChangeArrowheads="1"/>
          </p:cNvSpPr>
          <p:nvPr/>
        </p:nvSpPr>
        <p:spPr bwMode="auto">
          <a:xfrm>
            <a:off x="3044825" y="2792413"/>
            <a:ext cx="5199063"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11267" name="矩形: 圆角 15">
            <a:extLst>
              <a:ext uri="{FF2B5EF4-FFF2-40B4-BE49-F238E27FC236}">
                <a16:creationId xmlns:a16="http://schemas.microsoft.com/office/drawing/2014/main" id="{3B6901DD-09CA-4D6A-AB5F-D091D7E44E07}"/>
              </a:ext>
            </a:extLst>
          </p:cNvPr>
          <p:cNvSpPr>
            <a:spLocks noChangeArrowheads="1"/>
          </p:cNvSpPr>
          <p:nvPr/>
        </p:nvSpPr>
        <p:spPr bwMode="auto">
          <a:xfrm>
            <a:off x="2100263" y="2792413"/>
            <a:ext cx="839787" cy="504825"/>
          </a:xfrm>
          <a:prstGeom prst="roundRect">
            <a:avLst>
              <a:gd name="adj" fmla="val 16667"/>
            </a:avLst>
          </a:prstGeom>
          <a:solidFill>
            <a:schemeClr val="accent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8" name="矩形 7">
            <a:extLst>
              <a:ext uri="{FF2B5EF4-FFF2-40B4-BE49-F238E27FC236}">
                <a16:creationId xmlns:a16="http://schemas.microsoft.com/office/drawing/2014/main" id="{A7C99EB3-B4B4-4471-A375-18839679D6D5}"/>
              </a:ext>
            </a:extLst>
          </p:cNvPr>
          <p:cNvSpPr/>
          <p:nvPr/>
        </p:nvSpPr>
        <p:spPr bwMode="auto">
          <a:xfrm>
            <a:off x="9525" y="1588"/>
            <a:ext cx="9151938" cy="2024062"/>
          </a:xfrm>
          <a:prstGeom prst="rect">
            <a:avLst/>
          </a:prstGeom>
          <a:solidFill>
            <a:schemeClr val="tx1">
              <a:alpha val="50000"/>
            </a:schemeClr>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zh-CN" altLang="en-US" sz="1800" kern="0">
              <a:solidFill>
                <a:prstClr val="white"/>
              </a:solidFill>
              <a:latin typeface="+mn-lt"/>
              <a:ea typeface="+mn-ea"/>
              <a:cs typeface="+mn-ea"/>
              <a:sym typeface="+mn-lt"/>
            </a:endParaRPr>
          </a:p>
        </p:txBody>
      </p:sp>
      <p:sp>
        <p:nvSpPr>
          <p:cNvPr id="7" name="Shape 26">
            <a:extLst>
              <a:ext uri="{FF2B5EF4-FFF2-40B4-BE49-F238E27FC236}">
                <a16:creationId xmlns:a16="http://schemas.microsoft.com/office/drawing/2014/main" id="{EEDD0E82-D7FC-4B76-91CE-5B0C043C7A7A}"/>
              </a:ext>
            </a:extLst>
          </p:cNvPr>
          <p:cNvSpPr/>
          <p:nvPr/>
        </p:nvSpPr>
        <p:spPr>
          <a:xfrm flipH="1">
            <a:off x="-36513" y="774700"/>
            <a:ext cx="9207501" cy="1260475"/>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bg1"/>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
        <p:nvSpPr>
          <p:cNvPr id="13" name="文本框 12">
            <a:extLst>
              <a:ext uri="{FF2B5EF4-FFF2-40B4-BE49-F238E27FC236}">
                <a16:creationId xmlns:a16="http://schemas.microsoft.com/office/drawing/2014/main" id="{18EF2524-D376-49D0-994B-E3BF4E7574C8}"/>
              </a:ext>
            </a:extLst>
          </p:cNvPr>
          <p:cNvSpPr txBox="1"/>
          <p:nvPr/>
        </p:nvSpPr>
        <p:spPr>
          <a:xfrm>
            <a:off x="558800" y="331788"/>
            <a:ext cx="2573338" cy="647700"/>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dist"/>
            <a:r>
              <a:rPr lang="zh-CN" altLang="en-US" sz="3600">
                <a:solidFill>
                  <a:schemeClr val="bg1"/>
                </a:solidFill>
                <a:ea typeface="微软雅黑" panose="020B0503020204020204" pitchFamily="34" charset="-122"/>
                <a:sym typeface="+mn-lt"/>
              </a:rPr>
              <a:t>目录导航</a:t>
            </a:r>
          </a:p>
        </p:txBody>
      </p:sp>
      <p:sp>
        <p:nvSpPr>
          <p:cNvPr id="14" name="文本框 13">
            <a:extLst>
              <a:ext uri="{FF2B5EF4-FFF2-40B4-BE49-F238E27FC236}">
                <a16:creationId xmlns:a16="http://schemas.microsoft.com/office/drawing/2014/main" id="{6A03B2C3-6920-4901-B703-A640AEF0AC36}"/>
              </a:ext>
            </a:extLst>
          </p:cNvPr>
          <p:cNvSpPr txBox="1"/>
          <p:nvPr/>
        </p:nvSpPr>
        <p:spPr>
          <a:xfrm>
            <a:off x="2219325" y="2138363"/>
            <a:ext cx="720725" cy="4524375"/>
          </a:xfrm>
          <a:prstGeom prst="rect">
            <a:avLst/>
          </a:prstGeom>
          <a:noFill/>
        </p:spPr>
        <p:txBody>
          <a:bodyPr>
            <a:spAutoFit/>
          </a:bodyPr>
          <a:lstStyle/>
          <a:p>
            <a:pPr>
              <a:lnSpc>
                <a:spcPct val="150000"/>
              </a:lnSpc>
              <a:defRPr/>
            </a:pPr>
            <a:r>
              <a:rPr lang="en-US" altLang="zh-CN" sz="2400" dirty="0">
                <a:latin typeface="+mn-lt"/>
                <a:ea typeface="+mn-ea"/>
                <a:cs typeface="+mn-ea"/>
                <a:sym typeface="+mn-lt"/>
              </a:rPr>
              <a:t>2.1</a:t>
            </a:r>
            <a:endParaRPr lang="zh-CN" altLang="en-US" sz="2400" dirty="0">
              <a:latin typeface="+mn-lt"/>
              <a:ea typeface="+mn-ea"/>
              <a:cs typeface="+mn-ea"/>
              <a:sym typeface="+mn-lt"/>
            </a:endParaRPr>
          </a:p>
          <a:p>
            <a:pPr>
              <a:lnSpc>
                <a:spcPct val="150000"/>
              </a:lnSpc>
              <a:defRPr/>
            </a:pPr>
            <a:r>
              <a:rPr lang="en-US" altLang="zh-CN" sz="2400" dirty="0">
                <a:solidFill>
                  <a:schemeClr val="bg1"/>
                </a:solidFill>
                <a:latin typeface="+mn-lt"/>
                <a:ea typeface="+mn-ea"/>
                <a:cs typeface="+mn-ea"/>
                <a:sym typeface="+mn-lt"/>
              </a:rPr>
              <a:t>2.2</a:t>
            </a:r>
            <a:endParaRPr lang="zh-CN" altLang="en-US" sz="2400" dirty="0">
              <a:solidFill>
                <a:schemeClr val="bg1"/>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2.3</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2.4</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2.5</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2.6</a:t>
            </a:r>
          </a:p>
          <a:p>
            <a:pPr>
              <a:lnSpc>
                <a:spcPct val="150000"/>
              </a:lnSpc>
              <a:defRPr/>
            </a:pPr>
            <a:r>
              <a:rPr lang="en-US" altLang="zh-CN" sz="2400" dirty="0">
                <a:solidFill>
                  <a:schemeClr val="tx1">
                    <a:lumMod val="95000"/>
                    <a:lumOff val="5000"/>
                  </a:schemeClr>
                </a:solidFill>
                <a:latin typeface="+mn-lt"/>
                <a:ea typeface="+mn-ea"/>
                <a:cs typeface="+mn-ea"/>
                <a:sym typeface="+mn-lt"/>
              </a:rPr>
              <a:t>2.7</a:t>
            </a:r>
          </a:p>
          <a:p>
            <a:pPr>
              <a:lnSpc>
                <a:spcPct val="150000"/>
              </a:lnSpc>
              <a:defRPr/>
            </a:pPr>
            <a:r>
              <a:rPr lang="en-US" altLang="zh-CN" sz="2400" dirty="0">
                <a:solidFill>
                  <a:schemeClr val="tx1">
                    <a:lumMod val="95000"/>
                    <a:lumOff val="5000"/>
                  </a:schemeClr>
                </a:solidFill>
                <a:latin typeface="+mn-lt"/>
                <a:ea typeface="+mn-ea"/>
                <a:cs typeface="+mn-ea"/>
                <a:sym typeface="+mn-lt"/>
              </a:rPr>
              <a:t>2.8</a:t>
            </a:r>
            <a:endParaRPr lang="zh-CN" altLang="en-US" sz="2400" dirty="0">
              <a:solidFill>
                <a:schemeClr val="tx1">
                  <a:lumMod val="95000"/>
                  <a:lumOff val="5000"/>
                </a:schemeClr>
              </a:solidFill>
              <a:latin typeface="+mn-lt"/>
              <a:ea typeface="+mn-ea"/>
              <a:cs typeface="+mn-ea"/>
              <a:sym typeface="+mn-lt"/>
            </a:endParaRPr>
          </a:p>
        </p:txBody>
      </p:sp>
      <p:sp>
        <p:nvSpPr>
          <p:cNvPr id="15" name="文本框 14">
            <a:extLst>
              <a:ext uri="{FF2B5EF4-FFF2-40B4-BE49-F238E27FC236}">
                <a16:creationId xmlns:a16="http://schemas.microsoft.com/office/drawing/2014/main" id="{AA844D73-BA82-4789-BACA-A8741C60A84A}"/>
              </a:ext>
            </a:extLst>
          </p:cNvPr>
          <p:cNvSpPr txBox="1"/>
          <p:nvPr/>
        </p:nvSpPr>
        <p:spPr>
          <a:xfrm>
            <a:off x="3057525" y="2138363"/>
            <a:ext cx="4129088" cy="4524375"/>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nSpc>
                <a:spcPct val="150000"/>
              </a:lnSpc>
            </a:pPr>
            <a:r>
              <a:rPr lang="zh-CN" altLang="en-US" sz="2400">
                <a:ea typeface="微软雅黑" panose="020B0503020204020204" pitchFamily="34" charset="-122"/>
                <a:sym typeface="+mn-lt"/>
              </a:rPr>
              <a:t>线性表的定义和特点</a:t>
            </a:r>
          </a:p>
          <a:p>
            <a:pPr>
              <a:lnSpc>
                <a:spcPct val="150000"/>
              </a:lnSpc>
            </a:pPr>
            <a:r>
              <a:rPr lang="zh-CN" altLang="en-US" sz="2400">
                <a:solidFill>
                  <a:schemeClr val="bg1"/>
                </a:solidFill>
                <a:ea typeface="微软雅黑" panose="020B0503020204020204" pitchFamily="34" charset="-122"/>
                <a:sym typeface="+mn-lt"/>
              </a:rPr>
              <a:t>案例引入</a:t>
            </a:r>
          </a:p>
          <a:p>
            <a:pPr>
              <a:lnSpc>
                <a:spcPct val="150000"/>
              </a:lnSpc>
            </a:pPr>
            <a:r>
              <a:rPr lang="zh-CN" altLang="en-US" sz="2400">
                <a:ea typeface="微软雅黑" panose="020B0503020204020204" pitchFamily="34" charset="-122"/>
                <a:sym typeface="+mn-lt"/>
              </a:rPr>
              <a:t>线性的类型定义</a:t>
            </a:r>
          </a:p>
          <a:p>
            <a:pPr>
              <a:lnSpc>
                <a:spcPct val="150000"/>
              </a:lnSpc>
            </a:pPr>
            <a:r>
              <a:rPr lang="zh-CN" altLang="en-US" sz="2400">
                <a:ea typeface="微软雅黑" panose="020B0503020204020204" pitchFamily="34" charset="-122"/>
                <a:sym typeface="+mn-lt"/>
              </a:rPr>
              <a:t>线性表的顺序表示和实现</a:t>
            </a:r>
          </a:p>
          <a:p>
            <a:pPr>
              <a:lnSpc>
                <a:spcPct val="150000"/>
              </a:lnSpc>
            </a:pPr>
            <a:r>
              <a:rPr lang="zh-CN" altLang="en-US" sz="2400">
                <a:ea typeface="微软雅黑" panose="020B0503020204020204" pitchFamily="34" charset="-122"/>
                <a:sym typeface="+mn-lt"/>
              </a:rPr>
              <a:t>线性表的链式表示和实现</a:t>
            </a:r>
          </a:p>
          <a:p>
            <a:pPr>
              <a:lnSpc>
                <a:spcPct val="150000"/>
              </a:lnSpc>
            </a:pPr>
            <a:r>
              <a:rPr lang="zh-CN" altLang="en-US" sz="2400">
                <a:ea typeface="微软雅黑" panose="020B0503020204020204" pitchFamily="34" charset="-122"/>
                <a:sym typeface="+mn-lt"/>
              </a:rPr>
              <a:t>顺序表和链表的比较</a:t>
            </a:r>
          </a:p>
          <a:p>
            <a:pPr>
              <a:lnSpc>
                <a:spcPct val="150000"/>
              </a:lnSpc>
            </a:pPr>
            <a:r>
              <a:rPr lang="zh-CN" altLang="en-US" sz="2400">
                <a:ea typeface="微软雅黑" panose="020B0503020204020204" pitchFamily="34" charset="-122"/>
                <a:sym typeface="+mn-lt"/>
              </a:rPr>
              <a:t>线性表的应用</a:t>
            </a:r>
          </a:p>
          <a:p>
            <a:pPr>
              <a:lnSpc>
                <a:spcPct val="150000"/>
              </a:lnSpc>
            </a:pPr>
            <a:r>
              <a:rPr lang="zh-CN" altLang="en-US" sz="2400">
                <a:ea typeface="微软雅黑" panose="020B0503020204020204" pitchFamily="34" charset="-122"/>
                <a:sym typeface="+mn-lt"/>
              </a:rPr>
              <a:t>案例分析与实现</a:t>
            </a:r>
          </a:p>
        </p:txBody>
      </p:sp>
      <p:sp>
        <p:nvSpPr>
          <p:cNvPr id="2" name="矩形 1">
            <a:extLst>
              <a:ext uri="{FF2B5EF4-FFF2-40B4-BE49-F238E27FC236}">
                <a16:creationId xmlns:a16="http://schemas.microsoft.com/office/drawing/2014/main" id="{AC3FDF19-481D-4D40-B4D9-B8C2C19DA023}"/>
              </a:ext>
            </a:extLst>
          </p:cNvPr>
          <p:cNvSpPr/>
          <p:nvPr/>
        </p:nvSpPr>
        <p:spPr>
          <a:xfrm>
            <a:off x="3276600" y="457200"/>
            <a:ext cx="1458913" cy="522288"/>
          </a:xfrm>
          <a:prstGeom prst="rect">
            <a:avLst/>
          </a:prstGeom>
        </p:spPr>
        <p:txBody>
          <a:bodyPr wrap="none">
            <a:spAutoFit/>
          </a:bodyPr>
          <a:lstStyle/>
          <a:p>
            <a:pPr>
              <a:defRPr/>
            </a:pPr>
            <a:r>
              <a:rPr lang="zh-CN" altLang="en-US" dirty="0">
                <a:solidFill>
                  <a:schemeClr val="bg1"/>
                </a:solidFill>
                <a:latin typeface="+mn-lt"/>
                <a:ea typeface="+mn-ea"/>
                <a:cs typeface="+mn-ea"/>
                <a:sym typeface="+mn-lt"/>
              </a:rPr>
              <a:t>Contents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标题 1">
            <a:extLst>
              <a:ext uri="{FF2B5EF4-FFF2-40B4-BE49-F238E27FC236}">
                <a16:creationId xmlns:a16="http://schemas.microsoft.com/office/drawing/2014/main" id="{D261D9B3-1B12-4EEF-8217-EFF83E148390}"/>
              </a:ext>
            </a:extLst>
          </p:cNvPr>
          <p:cNvSpPr>
            <a:spLocks noGrp="1" noChangeArrowheads="1"/>
          </p:cNvSpPr>
          <p:nvPr>
            <p:ph type="title"/>
          </p:nvPr>
        </p:nvSpPr>
        <p:spPr>
          <a:xfrm>
            <a:off x="844550" y="236538"/>
            <a:ext cx="6400800" cy="455612"/>
          </a:xfrm>
        </p:spPr>
        <p:txBody>
          <a:bodyPr/>
          <a:lstStyle/>
          <a:p>
            <a:pPr>
              <a:defRPr/>
            </a:pPr>
            <a:r>
              <a:rPr lang="en-US" altLang="zh-CN">
                <a:latin typeface="+mn-lt"/>
                <a:ea typeface="+mn-ea"/>
                <a:cs typeface="+mn-ea"/>
                <a:sym typeface="+mn-lt"/>
              </a:rPr>
              <a:t>2.2 </a:t>
            </a:r>
            <a:r>
              <a:rPr lang="zh-CN" altLang="en-US">
                <a:latin typeface="+mn-lt"/>
                <a:ea typeface="+mn-ea"/>
                <a:cs typeface="+mn-ea"/>
                <a:sym typeface="+mn-lt"/>
              </a:rPr>
              <a:t>案例引入</a:t>
            </a:r>
          </a:p>
        </p:txBody>
      </p:sp>
      <p:grpSp>
        <p:nvGrpSpPr>
          <p:cNvPr id="21507" name="组合 3">
            <a:extLst>
              <a:ext uri="{FF2B5EF4-FFF2-40B4-BE49-F238E27FC236}">
                <a16:creationId xmlns:a16="http://schemas.microsoft.com/office/drawing/2014/main" id="{B904F5A2-E2ED-754D-B7D4-8AFAD1D3E0B7}"/>
              </a:ext>
            </a:extLst>
          </p:cNvPr>
          <p:cNvGrpSpPr>
            <a:grpSpLocks/>
          </p:cNvGrpSpPr>
          <p:nvPr/>
        </p:nvGrpSpPr>
        <p:grpSpPr bwMode="auto">
          <a:xfrm>
            <a:off x="274638" y="2244725"/>
            <a:ext cx="2690812" cy="2735263"/>
            <a:chOff x="1198662" y="1665926"/>
            <a:chExt cx="4286400" cy="4356156"/>
          </a:xfrm>
        </p:grpSpPr>
        <p:sp>
          <p:nvSpPr>
            <p:cNvPr id="15" name="泪滴形 24">
              <a:extLst>
                <a:ext uri="{FF2B5EF4-FFF2-40B4-BE49-F238E27FC236}">
                  <a16:creationId xmlns:a16="http://schemas.microsoft.com/office/drawing/2014/main" id="{C131EB1D-6CD9-4F2E-915A-107F7234C22D}"/>
                </a:ext>
              </a:extLst>
            </p:cNvPr>
            <p:cNvSpPr>
              <a:spLocks/>
            </p:cNvSpPr>
            <p:nvPr/>
          </p:nvSpPr>
          <p:spPr bwMode="auto">
            <a:xfrm rot="10800000" flipH="1">
              <a:off x="1428787" y="1944032"/>
              <a:ext cx="1770195" cy="1772296"/>
            </a:xfrm>
            <a:custGeom>
              <a:avLst/>
              <a:gdLst>
                <a:gd name="T0" fmla="*/ 679134 w 1680168"/>
                <a:gd name="T1" fmla="*/ 1503514 h 1680168"/>
                <a:gd name="T2" fmla="*/ 176653 w 1680168"/>
                <a:gd name="T3" fmla="*/ 1001034 h 1680168"/>
                <a:gd name="T4" fmla="*/ 679134 w 1680168"/>
                <a:gd name="T5" fmla="*/ 498554 h 1680168"/>
                <a:gd name="T6" fmla="*/ 1181615 w 1680168"/>
                <a:gd name="T7" fmla="*/ 1001034 h 1680168"/>
                <a:gd name="T8" fmla="*/ 679134 w 1680168"/>
                <a:gd name="T9" fmla="*/ 1503514 h 1680168"/>
                <a:gd name="T10" fmla="*/ 840084 w 1680168"/>
                <a:gd name="T11" fmla="*/ 1680168 h 1680168"/>
                <a:gd name="T12" fmla="*/ 1680168 w 1680168"/>
                <a:gd name="T13" fmla="*/ 840084 h 1680168"/>
                <a:gd name="T14" fmla="*/ 1680168 w 1680168"/>
                <a:gd name="T15" fmla="*/ 0 h 1680168"/>
                <a:gd name="T16" fmla="*/ 840084 w 1680168"/>
                <a:gd name="T17" fmla="*/ 0 h 1680168"/>
                <a:gd name="T18" fmla="*/ 0 w 1680168"/>
                <a:gd name="T19" fmla="*/ 840084 h 1680168"/>
                <a:gd name="T20" fmla="*/ 840084 w 1680168"/>
                <a:gd name="T21" fmla="*/ 1680168 h 1680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80168" h="1680168">
                  <a:moveTo>
                    <a:pt x="679134" y="1503514"/>
                  </a:moveTo>
                  <a:cubicBezTo>
                    <a:pt x="401621" y="1503514"/>
                    <a:pt x="176653" y="1278546"/>
                    <a:pt x="176653" y="1001034"/>
                  </a:cubicBezTo>
                  <a:cubicBezTo>
                    <a:pt x="176653" y="723522"/>
                    <a:pt x="401621" y="498554"/>
                    <a:pt x="679134" y="498554"/>
                  </a:cubicBezTo>
                  <a:cubicBezTo>
                    <a:pt x="956647" y="498554"/>
                    <a:pt x="1181615" y="723522"/>
                    <a:pt x="1181615" y="1001034"/>
                  </a:cubicBezTo>
                  <a:cubicBezTo>
                    <a:pt x="1181615" y="1278546"/>
                    <a:pt x="956647" y="1503514"/>
                    <a:pt x="679134" y="1503514"/>
                  </a:cubicBezTo>
                  <a:close/>
                  <a:moveTo>
                    <a:pt x="840084" y="1680168"/>
                  </a:moveTo>
                  <a:cubicBezTo>
                    <a:pt x="1304050" y="1680168"/>
                    <a:pt x="1680168" y="1304050"/>
                    <a:pt x="1680168" y="840084"/>
                  </a:cubicBezTo>
                  <a:lnTo>
                    <a:pt x="1680168" y="0"/>
                  </a:lnTo>
                  <a:lnTo>
                    <a:pt x="840084" y="0"/>
                  </a:lnTo>
                  <a:cubicBezTo>
                    <a:pt x="376118" y="0"/>
                    <a:pt x="0" y="376118"/>
                    <a:pt x="0" y="840084"/>
                  </a:cubicBezTo>
                  <a:cubicBezTo>
                    <a:pt x="0" y="1304050"/>
                    <a:pt x="376118" y="1680168"/>
                    <a:pt x="840084" y="1680168"/>
                  </a:cubicBezTo>
                  <a:close/>
                </a:path>
              </a:pathLst>
            </a:custGeom>
            <a:solidFill>
              <a:srgbClr val="65A5D9"/>
            </a:solidFill>
            <a:ln>
              <a:noFill/>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sp>
          <p:nvSpPr>
            <p:cNvPr id="13" name="泪滴形 38">
              <a:extLst>
                <a:ext uri="{FF2B5EF4-FFF2-40B4-BE49-F238E27FC236}">
                  <a16:creationId xmlns:a16="http://schemas.microsoft.com/office/drawing/2014/main" id="{D542A2F5-F708-4526-986C-73D59BC5245F}"/>
                </a:ext>
              </a:extLst>
            </p:cNvPr>
            <p:cNvSpPr>
              <a:spLocks/>
            </p:cNvSpPr>
            <p:nvPr/>
          </p:nvSpPr>
          <p:spPr bwMode="auto">
            <a:xfrm>
              <a:off x="1198662" y="3761837"/>
              <a:ext cx="1980089" cy="1982139"/>
            </a:xfrm>
            <a:custGeom>
              <a:avLst/>
              <a:gdLst>
                <a:gd name="T0" fmla="*/ 811275 w 1879944"/>
                <a:gd name="T1" fmla="*/ 455670 h 1880638"/>
                <a:gd name="T2" fmla="*/ 198108 w 1879944"/>
                <a:gd name="T3" fmla="*/ 1069063 h 1880638"/>
                <a:gd name="T4" fmla="*/ 811275 w 1879944"/>
                <a:gd name="T5" fmla="*/ 1682456 h 1880638"/>
                <a:gd name="T6" fmla="*/ 1424442 w 1879944"/>
                <a:gd name="T7" fmla="*/ 1069063 h 1880638"/>
                <a:gd name="T8" fmla="*/ 811275 w 1879944"/>
                <a:gd name="T9" fmla="*/ 455670 h 1880638"/>
                <a:gd name="T10" fmla="*/ 939973 w 1879944"/>
                <a:gd name="T11" fmla="*/ 0 h 1880638"/>
                <a:gd name="T12" fmla="*/ 1879944 w 1879944"/>
                <a:gd name="T13" fmla="*/ 0 h 1880638"/>
                <a:gd name="T14" fmla="*/ 1879944 w 1879944"/>
                <a:gd name="T15" fmla="*/ 940319 h 1880638"/>
                <a:gd name="T16" fmla="*/ 939972 w 1879944"/>
                <a:gd name="T17" fmla="*/ 1880638 h 1880638"/>
                <a:gd name="T18" fmla="*/ 0 w 1879944"/>
                <a:gd name="T19" fmla="*/ 940319 h 1880638"/>
                <a:gd name="T20" fmla="*/ 1 w 1879944"/>
                <a:gd name="T21" fmla="*/ 940319 h 1880638"/>
                <a:gd name="T22" fmla="*/ 939973 w 1879944"/>
                <a:gd name="T23" fmla="*/ 0 h 18806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879944" h="1880638">
                  <a:moveTo>
                    <a:pt x="811275" y="455670"/>
                  </a:moveTo>
                  <a:cubicBezTo>
                    <a:pt x="472632" y="455670"/>
                    <a:pt x="198108" y="730295"/>
                    <a:pt x="198108" y="1069063"/>
                  </a:cubicBezTo>
                  <a:cubicBezTo>
                    <a:pt x="198108" y="1407831"/>
                    <a:pt x="472632" y="1682456"/>
                    <a:pt x="811275" y="1682456"/>
                  </a:cubicBezTo>
                  <a:cubicBezTo>
                    <a:pt x="1149918" y="1682456"/>
                    <a:pt x="1424442" y="1407831"/>
                    <a:pt x="1424442" y="1069063"/>
                  </a:cubicBezTo>
                  <a:cubicBezTo>
                    <a:pt x="1424442" y="730295"/>
                    <a:pt x="1149918" y="455670"/>
                    <a:pt x="811275" y="455670"/>
                  </a:cubicBezTo>
                  <a:close/>
                  <a:moveTo>
                    <a:pt x="939973" y="0"/>
                  </a:moveTo>
                  <a:lnTo>
                    <a:pt x="1879944" y="0"/>
                  </a:lnTo>
                  <a:lnTo>
                    <a:pt x="1879944" y="940319"/>
                  </a:lnTo>
                  <a:cubicBezTo>
                    <a:pt x="1879944" y="1459643"/>
                    <a:pt x="1459104" y="1880638"/>
                    <a:pt x="939972" y="1880638"/>
                  </a:cubicBezTo>
                  <a:cubicBezTo>
                    <a:pt x="420840" y="1880638"/>
                    <a:pt x="0" y="1459643"/>
                    <a:pt x="0" y="940319"/>
                  </a:cubicBezTo>
                  <a:lnTo>
                    <a:pt x="1" y="940319"/>
                  </a:lnTo>
                  <a:cubicBezTo>
                    <a:pt x="1" y="420995"/>
                    <a:pt x="420841" y="0"/>
                    <a:pt x="939973" y="0"/>
                  </a:cubicBezTo>
                  <a:close/>
                </a:path>
              </a:pathLst>
            </a:custGeom>
            <a:solidFill>
              <a:srgbClr val="6C4C8F"/>
            </a:solidFill>
            <a:ln>
              <a:noFill/>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sp>
          <p:nvSpPr>
            <p:cNvPr id="11" name="泪滴形 34">
              <a:extLst>
                <a:ext uri="{FF2B5EF4-FFF2-40B4-BE49-F238E27FC236}">
                  <a16:creationId xmlns:a16="http://schemas.microsoft.com/office/drawing/2014/main" id="{A85021FD-B3D3-4E8B-A0DD-8D958830A4AC}"/>
                </a:ext>
              </a:extLst>
            </p:cNvPr>
            <p:cNvSpPr>
              <a:spLocks/>
            </p:cNvSpPr>
            <p:nvPr/>
          </p:nvSpPr>
          <p:spPr bwMode="auto">
            <a:xfrm rot="16200000" flipH="1">
              <a:off x="3224518" y="1665678"/>
              <a:ext cx="2050402" cy="2050898"/>
            </a:xfrm>
            <a:custGeom>
              <a:avLst/>
              <a:gdLst>
                <a:gd name="T0" fmla="*/ 205247 w 1947680"/>
                <a:gd name="T1" fmla="*/ 1146936 h 1946960"/>
                <a:gd name="T2" fmla="*/ 800320 w 1947680"/>
                <a:gd name="T3" fmla="*/ 552082 h 1946960"/>
                <a:gd name="T4" fmla="*/ 1395393 w 1947680"/>
                <a:gd name="T5" fmla="*/ 1146936 h 1946960"/>
                <a:gd name="T6" fmla="*/ 800320 w 1947680"/>
                <a:gd name="T7" fmla="*/ 1741790 h 1946960"/>
                <a:gd name="T8" fmla="*/ 205247 w 1947680"/>
                <a:gd name="T9" fmla="*/ 1146936 h 1946960"/>
                <a:gd name="T10" fmla="*/ 0 w 1947680"/>
                <a:gd name="T11" fmla="*/ 973480 h 1946960"/>
                <a:gd name="T12" fmla="*/ 973840 w 1947680"/>
                <a:gd name="T13" fmla="*/ 1946960 h 1946960"/>
                <a:gd name="T14" fmla="*/ 1947680 w 1947680"/>
                <a:gd name="T15" fmla="*/ 973480 h 1946960"/>
                <a:gd name="T16" fmla="*/ 1947680 w 1947680"/>
                <a:gd name="T17" fmla="*/ 0 h 1946960"/>
                <a:gd name="T18" fmla="*/ 973841 w 1947680"/>
                <a:gd name="T19" fmla="*/ 0 h 1946960"/>
                <a:gd name="T20" fmla="*/ 1 w 1947680"/>
                <a:gd name="T21" fmla="*/ 973480 h 1946960"/>
                <a:gd name="T22" fmla="*/ 0 w 1947680"/>
                <a:gd name="T23" fmla="*/ 973480 h 1946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947680" h="1946960">
                  <a:moveTo>
                    <a:pt x="205247" y="1146936"/>
                  </a:moveTo>
                  <a:cubicBezTo>
                    <a:pt x="205247" y="818407"/>
                    <a:pt x="471670" y="552082"/>
                    <a:pt x="800320" y="552082"/>
                  </a:cubicBezTo>
                  <a:cubicBezTo>
                    <a:pt x="1128970" y="552082"/>
                    <a:pt x="1395393" y="818407"/>
                    <a:pt x="1395393" y="1146936"/>
                  </a:cubicBezTo>
                  <a:cubicBezTo>
                    <a:pt x="1395393" y="1475465"/>
                    <a:pt x="1128970" y="1741790"/>
                    <a:pt x="800320" y="1741790"/>
                  </a:cubicBezTo>
                  <a:cubicBezTo>
                    <a:pt x="471670" y="1741790"/>
                    <a:pt x="205247" y="1475465"/>
                    <a:pt x="205247" y="1146936"/>
                  </a:cubicBezTo>
                  <a:close/>
                  <a:moveTo>
                    <a:pt x="0" y="973480"/>
                  </a:moveTo>
                  <a:cubicBezTo>
                    <a:pt x="0" y="1511118"/>
                    <a:pt x="436003" y="1946960"/>
                    <a:pt x="973840" y="1946960"/>
                  </a:cubicBezTo>
                  <a:cubicBezTo>
                    <a:pt x="1511677" y="1946960"/>
                    <a:pt x="1947680" y="1511118"/>
                    <a:pt x="1947680" y="973480"/>
                  </a:cubicBezTo>
                  <a:lnTo>
                    <a:pt x="1947680" y="0"/>
                  </a:lnTo>
                  <a:lnTo>
                    <a:pt x="973841" y="0"/>
                  </a:lnTo>
                  <a:cubicBezTo>
                    <a:pt x="436004" y="0"/>
                    <a:pt x="1" y="435842"/>
                    <a:pt x="1" y="973480"/>
                  </a:cubicBezTo>
                  <a:lnTo>
                    <a:pt x="0" y="973480"/>
                  </a:lnTo>
                  <a:close/>
                </a:path>
              </a:pathLst>
            </a:custGeom>
            <a:solidFill>
              <a:schemeClr val="tx1">
                <a:lumMod val="50000"/>
                <a:lumOff val="50000"/>
              </a:schemeClr>
            </a:solidFill>
            <a:ln>
              <a:noFill/>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sp>
          <p:nvSpPr>
            <p:cNvPr id="9" name="泪滴形 36">
              <a:extLst>
                <a:ext uri="{FF2B5EF4-FFF2-40B4-BE49-F238E27FC236}">
                  <a16:creationId xmlns:a16="http://schemas.microsoft.com/office/drawing/2014/main" id="{696CF656-C630-4552-B7AF-B9266802D14D}"/>
                </a:ext>
              </a:extLst>
            </p:cNvPr>
            <p:cNvSpPr>
              <a:spLocks/>
            </p:cNvSpPr>
            <p:nvPr/>
          </p:nvSpPr>
          <p:spPr bwMode="auto">
            <a:xfrm flipH="1">
              <a:off x="3224270" y="3761837"/>
              <a:ext cx="2260792" cy="2260245"/>
            </a:xfrm>
            <a:custGeom>
              <a:avLst/>
              <a:gdLst>
                <a:gd name="T0" fmla="*/ 875297 w 2146050"/>
                <a:gd name="T1" fmla="*/ 621837 h 2146844"/>
                <a:gd name="T2" fmla="*/ 1524443 w 2146050"/>
                <a:gd name="T3" fmla="*/ 1271223 h 2146844"/>
                <a:gd name="T4" fmla="*/ 875297 w 2146050"/>
                <a:gd name="T5" fmla="*/ 1920609 h 2146844"/>
                <a:gd name="T6" fmla="*/ 226151 w 2146050"/>
                <a:gd name="T7" fmla="*/ 1271223 h 2146844"/>
                <a:gd name="T8" fmla="*/ 875297 w 2146050"/>
                <a:gd name="T9" fmla="*/ 621837 h 2146844"/>
                <a:gd name="T10" fmla="*/ 2146050 w 2146050"/>
                <a:gd name="T11" fmla="*/ 0 h 2146844"/>
                <a:gd name="T12" fmla="*/ 1073025 w 2146050"/>
                <a:gd name="T13" fmla="*/ 0 h 2146844"/>
                <a:gd name="T14" fmla="*/ 0 w 2146050"/>
                <a:gd name="T15" fmla="*/ 1073422 h 2146844"/>
                <a:gd name="T16" fmla="*/ 1073025 w 2146050"/>
                <a:gd name="T17" fmla="*/ 2146844 h 2146844"/>
                <a:gd name="T18" fmla="*/ 2146050 w 2146050"/>
                <a:gd name="T19" fmla="*/ 1073422 h 2146844"/>
                <a:gd name="T20" fmla="*/ 2146050 w 2146050"/>
                <a:gd name="T21" fmla="*/ 0 h 21468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146050" h="2146844">
                  <a:moveTo>
                    <a:pt x="875297" y="621837"/>
                  </a:moveTo>
                  <a:cubicBezTo>
                    <a:pt x="1233810" y="621837"/>
                    <a:pt x="1524443" y="912577"/>
                    <a:pt x="1524443" y="1271223"/>
                  </a:cubicBezTo>
                  <a:cubicBezTo>
                    <a:pt x="1524443" y="1629869"/>
                    <a:pt x="1233810" y="1920609"/>
                    <a:pt x="875297" y="1920609"/>
                  </a:cubicBezTo>
                  <a:cubicBezTo>
                    <a:pt x="516784" y="1920609"/>
                    <a:pt x="226151" y="1629869"/>
                    <a:pt x="226151" y="1271223"/>
                  </a:cubicBezTo>
                  <a:cubicBezTo>
                    <a:pt x="226151" y="912577"/>
                    <a:pt x="516784" y="621837"/>
                    <a:pt x="875297" y="621837"/>
                  </a:cubicBezTo>
                  <a:close/>
                  <a:moveTo>
                    <a:pt x="2146050" y="0"/>
                  </a:moveTo>
                  <a:lnTo>
                    <a:pt x="1073025" y="0"/>
                  </a:lnTo>
                  <a:cubicBezTo>
                    <a:pt x="480410" y="0"/>
                    <a:pt x="0" y="480587"/>
                    <a:pt x="0" y="1073422"/>
                  </a:cubicBezTo>
                  <a:cubicBezTo>
                    <a:pt x="0" y="1666257"/>
                    <a:pt x="480410" y="2146844"/>
                    <a:pt x="1073025" y="2146844"/>
                  </a:cubicBezTo>
                  <a:cubicBezTo>
                    <a:pt x="1665640" y="2146844"/>
                    <a:pt x="2146050" y="1666257"/>
                    <a:pt x="2146050" y="1073422"/>
                  </a:cubicBezTo>
                  <a:lnTo>
                    <a:pt x="2146050" y="0"/>
                  </a:lnTo>
                  <a:close/>
                </a:path>
              </a:pathLst>
            </a:custGeom>
            <a:solidFill>
              <a:srgbClr val="9476B6"/>
            </a:solidFill>
            <a:ln>
              <a:noFill/>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rgbClr val="9476B6"/>
                </a:solidFill>
                <a:cs typeface="+mn-ea"/>
                <a:sym typeface="+mn-lt"/>
              </a:endParaRPr>
            </a:p>
          </p:txBody>
        </p:sp>
      </p:grpSp>
      <p:grpSp>
        <p:nvGrpSpPr>
          <p:cNvPr id="21508" name="组合 16">
            <a:extLst>
              <a:ext uri="{FF2B5EF4-FFF2-40B4-BE49-F238E27FC236}">
                <a16:creationId xmlns:a16="http://schemas.microsoft.com/office/drawing/2014/main" id="{3AB3A70A-D28A-0F45-958F-7D5C1D0A05AE}"/>
              </a:ext>
            </a:extLst>
          </p:cNvPr>
          <p:cNvGrpSpPr>
            <a:grpSpLocks/>
          </p:cNvGrpSpPr>
          <p:nvPr/>
        </p:nvGrpSpPr>
        <p:grpSpPr bwMode="auto">
          <a:xfrm>
            <a:off x="3654425" y="2024063"/>
            <a:ext cx="657225" cy="663575"/>
            <a:chOff x="4929188" y="1303338"/>
            <a:chExt cx="501650" cy="506412"/>
          </a:xfrm>
        </p:grpSpPr>
        <p:sp>
          <p:nvSpPr>
            <p:cNvPr id="18" name="Freeform 6">
              <a:extLst>
                <a:ext uri="{FF2B5EF4-FFF2-40B4-BE49-F238E27FC236}">
                  <a16:creationId xmlns:a16="http://schemas.microsoft.com/office/drawing/2014/main" id="{58034DF7-FFAF-413A-AB85-48569DDE261B}"/>
                </a:ext>
              </a:extLst>
            </p:cNvPr>
            <p:cNvSpPr>
              <a:spLocks/>
            </p:cNvSpPr>
            <p:nvPr/>
          </p:nvSpPr>
          <p:spPr bwMode="auto">
            <a:xfrm>
              <a:off x="4929188" y="1303338"/>
              <a:ext cx="501650" cy="506412"/>
            </a:xfrm>
            <a:custGeom>
              <a:avLst/>
              <a:gdLst>
                <a:gd name="T0" fmla="*/ 134 w 134"/>
                <a:gd name="T1" fmla="*/ 36 h 135"/>
                <a:gd name="T2" fmla="*/ 134 w 134"/>
                <a:gd name="T3" fmla="*/ 98 h 135"/>
                <a:gd name="T4" fmla="*/ 98 w 134"/>
                <a:gd name="T5" fmla="*/ 135 h 135"/>
                <a:gd name="T6" fmla="*/ 36 w 134"/>
                <a:gd name="T7" fmla="*/ 135 h 135"/>
                <a:gd name="T8" fmla="*/ 0 w 134"/>
                <a:gd name="T9" fmla="*/ 98 h 135"/>
                <a:gd name="T10" fmla="*/ 0 w 134"/>
                <a:gd name="T11" fmla="*/ 36 h 135"/>
                <a:gd name="T12" fmla="*/ 36 w 134"/>
                <a:gd name="T13" fmla="*/ 0 h 135"/>
                <a:gd name="T14" fmla="*/ 134 w 134"/>
                <a:gd name="T15" fmla="*/ 0 h 135"/>
                <a:gd name="T16" fmla="*/ 134 w 134"/>
                <a:gd name="T17" fmla="*/ 3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4" h="135">
                  <a:moveTo>
                    <a:pt x="134" y="36"/>
                  </a:moveTo>
                  <a:cubicBezTo>
                    <a:pt x="134" y="98"/>
                    <a:pt x="134" y="98"/>
                    <a:pt x="134" y="98"/>
                  </a:cubicBezTo>
                  <a:cubicBezTo>
                    <a:pt x="134" y="118"/>
                    <a:pt x="118" y="135"/>
                    <a:pt x="98" y="135"/>
                  </a:cubicBezTo>
                  <a:cubicBezTo>
                    <a:pt x="36" y="135"/>
                    <a:pt x="36" y="135"/>
                    <a:pt x="36" y="135"/>
                  </a:cubicBezTo>
                  <a:cubicBezTo>
                    <a:pt x="16" y="135"/>
                    <a:pt x="0" y="118"/>
                    <a:pt x="0" y="98"/>
                  </a:cubicBezTo>
                  <a:cubicBezTo>
                    <a:pt x="0" y="36"/>
                    <a:pt x="0" y="36"/>
                    <a:pt x="0" y="36"/>
                  </a:cubicBezTo>
                  <a:cubicBezTo>
                    <a:pt x="0" y="16"/>
                    <a:pt x="16" y="0"/>
                    <a:pt x="36" y="0"/>
                  </a:cubicBezTo>
                  <a:cubicBezTo>
                    <a:pt x="134" y="0"/>
                    <a:pt x="134" y="0"/>
                    <a:pt x="134" y="0"/>
                  </a:cubicBezTo>
                  <a:lnTo>
                    <a:pt x="134" y="36"/>
                  </a:lnTo>
                  <a:close/>
                </a:path>
              </a:pathLst>
            </a:custGeom>
            <a:solidFill>
              <a:srgbClr val="65A5D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sp>
          <p:nvSpPr>
            <p:cNvPr id="19" name="Freeform 7">
              <a:extLst>
                <a:ext uri="{FF2B5EF4-FFF2-40B4-BE49-F238E27FC236}">
                  <a16:creationId xmlns:a16="http://schemas.microsoft.com/office/drawing/2014/main" id="{F1467A1B-E52C-43A2-B60F-A08129A784D2}"/>
                </a:ext>
              </a:extLst>
            </p:cNvPr>
            <p:cNvSpPr>
              <a:spLocks/>
            </p:cNvSpPr>
            <p:nvPr/>
          </p:nvSpPr>
          <p:spPr bwMode="auto">
            <a:xfrm>
              <a:off x="4995833" y="1359068"/>
              <a:ext cx="371996" cy="205957"/>
            </a:xfrm>
            <a:custGeom>
              <a:avLst/>
              <a:gdLst>
                <a:gd name="T0" fmla="*/ 97 w 99"/>
                <a:gd name="T1" fmla="*/ 44 h 55"/>
                <a:gd name="T2" fmla="*/ 50 w 99"/>
                <a:gd name="T3" fmla="*/ 0 h 55"/>
                <a:gd name="T4" fmla="*/ 3 w 99"/>
                <a:gd name="T5" fmla="*/ 44 h 55"/>
                <a:gd name="T6" fmla="*/ 3 w 99"/>
                <a:gd name="T7" fmla="*/ 53 h 55"/>
                <a:gd name="T8" fmla="*/ 8 w 99"/>
                <a:gd name="T9" fmla="*/ 55 h 55"/>
                <a:gd name="T10" fmla="*/ 12 w 99"/>
                <a:gd name="T11" fmla="*/ 53 h 55"/>
                <a:gd name="T12" fmla="*/ 50 w 99"/>
                <a:gd name="T13" fmla="*/ 18 h 55"/>
                <a:gd name="T14" fmla="*/ 87 w 99"/>
                <a:gd name="T15" fmla="*/ 53 h 55"/>
                <a:gd name="T16" fmla="*/ 92 w 99"/>
                <a:gd name="T17" fmla="*/ 55 h 55"/>
                <a:gd name="T18" fmla="*/ 97 w 99"/>
                <a:gd name="T19" fmla="*/ 53 h 55"/>
                <a:gd name="T20" fmla="*/ 97 w 99"/>
                <a:gd name="T21" fmla="*/ 44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9" h="55">
                  <a:moveTo>
                    <a:pt x="97" y="44"/>
                  </a:moveTo>
                  <a:cubicBezTo>
                    <a:pt x="50" y="0"/>
                    <a:pt x="50" y="0"/>
                    <a:pt x="50" y="0"/>
                  </a:cubicBezTo>
                  <a:cubicBezTo>
                    <a:pt x="3" y="44"/>
                    <a:pt x="3" y="44"/>
                    <a:pt x="3" y="44"/>
                  </a:cubicBezTo>
                  <a:cubicBezTo>
                    <a:pt x="1" y="46"/>
                    <a:pt x="0" y="50"/>
                    <a:pt x="3" y="53"/>
                  </a:cubicBezTo>
                  <a:cubicBezTo>
                    <a:pt x="4" y="54"/>
                    <a:pt x="6" y="55"/>
                    <a:pt x="8" y="55"/>
                  </a:cubicBezTo>
                  <a:cubicBezTo>
                    <a:pt x="9" y="55"/>
                    <a:pt x="11" y="54"/>
                    <a:pt x="12" y="53"/>
                  </a:cubicBezTo>
                  <a:cubicBezTo>
                    <a:pt x="50" y="18"/>
                    <a:pt x="50" y="18"/>
                    <a:pt x="50" y="18"/>
                  </a:cubicBezTo>
                  <a:cubicBezTo>
                    <a:pt x="87" y="53"/>
                    <a:pt x="87" y="53"/>
                    <a:pt x="87" y="53"/>
                  </a:cubicBezTo>
                  <a:cubicBezTo>
                    <a:pt x="89" y="54"/>
                    <a:pt x="90" y="55"/>
                    <a:pt x="92" y="55"/>
                  </a:cubicBezTo>
                  <a:cubicBezTo>
                    <a:pt x="94" y="55"/>
                    <a:pt x="96" y="54"/>
                    <a:pt x="97" y="53"/>
                  </a:cubicBezTo>
                  <a:cubicBezTo>
                    <a:pt x="99" y="50"/>
                    <a:pt x="99" y="46"/>
                    <a:pt x="97" y="44"/>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sp>
          <p:nvSpPr>
            <p:cNvPr id="20" name="Freeform 8">
              <a:extLst>
                <a:ext uri="{FF2B5EF4-FFF2-40B4-BE49-F238E27FC236}">
                  <a16:creationId xmlns:a16="http://schemas.microsoft.com/office/drawing/2014/main" id="{45915F13-1D0F-4947-AF69-D036729738C0}"/>
                </a:ext>
              </a:extLst>
            </p:cNvPr>
            <p:cNvSpPr>
              <a:spLocks/>
            </p:cNvSpPr>
            <p:nvPr/>
          </p:nvSpPr>
          <p:spPr bwMode="auto">
            <a:xfrm>
              <a:off x="5056418" y="1446296"/>
              <a:ext cx="255671" cy="265321"/>
            </a:xfrm>
            <a:custGeom>
              <a:avLst/>
              <a:gdLst>
                <a:gd name="T0" fmla="*/ 0 w 68"/>
                <a:gd name="T1" fmla="*/ 32 h 71"/>
                <a:gd name="T2" fmla="*/ 0 w 68"/>
                <a:gd name="T3" fmla="*/ 68 h 71"/>
                <a:gd name="T4" fmla="*/ 5 w 68"/>
                <a:gd name="T5" fmla="*/ 71 h 71"/>
                <a:gd name="T6" fmla="*/ 22 w 68"/>
                <a:gd name="T7" fmla="*/ 71 h 71"/>
                <a:gd name="T8" fmla="*/ 22 w 68"/>
                <a:gd name="T9" fmla="*/ 44 h 71"/>
                <a:gd name="T10" fmla="*/ 46 w 68"/>
                <a:gd name="T11" fmla="*/ 44 h 71"/>
                <a:gd name="T12" fmla="*/ 46 w 68"/>
                <a:gd name="T13" fmla="*/ 71 h 71"/>
                <a:gd name="T14" fmla="*/ 63 w 68"/>
                <a:gd name="T15" fmla="*/ 71 h 71"/>
                <a:gd name="T16" fmla="*/ 68 w 68"/>
                <a:gd name="T17" fmla="*/ 68 h 71"/>
                <a:gd name="T18" fmla="*/ 68 w 68"/>
                <a:gd name="T19" fmla="*/ 32 h 71"/>
                <a:gd name="T20" fmla="*/ 34 w 68"/>
                <a:gd name="T21" fmla="*/ 0 h 71"/>
                <a:gd name="T22" fmla="*/ 0 w 68"/>
                <a:gd name="T23"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68" h="71">
                  <a:moveTo>
                    <a:pt x="0" y="32"/>
                  </a:moveTo>
                  <a:cubicBezTo>
                    <a:pt x="0" y="68"/>
                    <a:pt x="0" y="68"/>
                    <a:pt x="0" y="68"/>
                  </a:cubicBezTo>
                  <a:cubicBezTo>
                    <a:pt x="0" y="70"/>
                    <a:pt x="2" y="71"/>
                    <a:pt x="5" y="71"/>
                  </a:cubicBezTo>
                  <a:cubicBezTo>
                    <a:pt x="22" y="71"/>
                    <a:pt x="22" y="71"/>
                    <a:pt x="22" y="71"/>
                  </a:cubicBezTo>
                  <a:cubicBezTo>
                    <a:pt x="22" y="44"/>
                    <a:pt x="22" y="44"/>
                    <a:pt x="22" y="44"/>
                  </a:cubicBezTo>
                  <a:cubicBezTo>
                    <a:pt x="46" y="44"/>
                    <a:pt x="46" y="44"/>
                    <a:pt x="46" y="44"/>
                  </a:cubicBezTo>
                  <a:cubicBezTo>
                    <a:pt x="46" y="71"/>
                    <a:pt x="46" y="71"/>
                    <a:pt x="46" y="71"/>
                  </a:cubicBezTo>
                  <a:cubicBezTo>
                    <a:pt x="63" y="71"/>
                    <a:pt x="63" y="71"/>
                    <a:pt x="63" y="71"/>
                  </a:cubicBezTo>
                  <a:cubicBezTo>
                    <a:pt x="66" y="71"/>
                    <a:pt x="68" y="70"/>
                    <a:pt x="68" y="68"/>
                  </a:cubicBezTo>
                  <a:cubicBezTo>
                    <a:pt x="68" y="32"/>
                    <a:pt x="68" y="32"/>
                    <a:pt x="68" y="32"/>
                  </a:cubicBezTo>
                  <a:cubicBezTo>
                    <a:pt x="34" y="0"/>
                    <a:pt x="34" y="0"/>
                    <a:pt x="34" y="0"/>
                  </a:cubicBezTo>
                  <a:lnTo>
                    <a:pt x="0" y="32"/>
                  </a:ln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grpSp>
      <p:grpSp>
        <p:nvGrpSpPr>
          <p:cNvPr id="21509" name="组合 20">
            <a:extLst>
              <a:ext uri="{FF2B5EF4-FFF2-40B4-BE49-F238E27FC236}">
                <a16:creationId xmlns:a16="http://schemas.microsoft.com/office/drawing/2014/main" id="{D3A1B45C-A110-8241-B21B-8D86C261516F}"/>
              </a:ext>
            </a:extLst>
          </p:cNvPr>
          <p:cNvGrpSpPr>
            <a:grpSpLocks/>
          </p:cNvGrpSpPr>
          <p:nvPr/>
        </p:nvGrpSpPr>
        <p:grpSpPr bwMode="auto">
          <a:xfrm>
            <a:off x="3648075" y="3009900"/>
            <a:ext cx="663575" cy="661988"/>
            <a:chOff x="1339850" y="2163763"/>
            <a:chExt cx="506413" cy="506412"/>
          </a:xfrm>
        </p:grpSpPr>
        <p:sp>
          <p:nvSpPr>
            <p:cNvPr id="22" name="Freeform 13">
              <a:extLst>
                <a:ext uri="{FF2B5EF4-FFF2-40B4-BE49-F238E27FC236}">
                  <a16:creationId xmlns:a16="http://schemas.microsoft.com/office/drawing/2014/main" id="{6982AC50-1DC0-4A07-A16E-46FB23690AC6}"/>
                </a:ext>
              </a:extLst>
            </p:cNvPr>
            <p:cNvSpPr>
              <a:spLocks/>
            </p:cNvSpPr>
            <p:nvPr/>
          </p:nvSpPr>
          <p:spPr bwMode="auto">
            <a:xfrm>
              <a:off x="1339850" y="2163763"/>
              <a:ext cx="506413" cy="506412"/>
            </a:xfrm>
            <a:custGeom>
              <a:avLst/>
              <a:gdLst>
                <a:gd name="T0" fmla="*/ 135 w 135"/>
                <a:gd name="T1" fmla="*/ 36 h 135"/>
                <a:gd name="T2" fmla="*/ 135 w 135"/>
                <a:gd name="T3" fmla="*/ 98 h 135"/>
                <a:gd name="T4" fmla="*/ 98 w 135"/>
                <a:gd name="T5" fmla="*/ 135 h 135"/>
                <a:gd name="T6" fmla="*/ 37 w 135"/>
                <a:gd name="T7" fmla="*/ 135 h 135"/>
                <a:gd name="T8" fmla="*/ 0 w 135"/>
                <a:gd name="T9" fmla="*/ 98 h 135"/>
                <a:gd name="T10" fmla="*/ 0 w 135"/>
                <a:gd name="T11" fmla="*/ 36 h 135"/>
                <a:gd name="T12" fmla="*/ 37 w 135"/>
                <a:gd name="T13" fmla="*/ 0 h 135"/>
                <a:gd name="T14" fmla="*/ 135 w 135"/>
                <a:gd name="T15" fmla="*/ 0 h 135"/>
                <a:gd name="T16" fmla="*/ 135 w 135"/>
                <a:gd name="T17" fmla="*/ 3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5" h="135">
                  <a:moveTo>
                    <a:pt x="135" y="36"/>
                  </a:moveTo>
                  <a:cubicBezTo>
                    <a:pt x="135" y="98"/>
                    <a:pt x="135" y="98"/>
                    <a:pt x="135" y="98"/>
                  </a:cubicBezTo>
                  <a:cubicBezTo>
                    <a:pt x="135" y="118"/>
                    <a:pt x="118" y="135"/>
                    <a:pt x="98" y="135"/>
                  </a:cubicBezTo>
                  <a:cubicBezTo>
                    <a:pt x="37" y="135"/>
                    <a:pt x="37" y="135"/>
                    <a:pt x="37" y="135"/>
                  </a:cubicBezTo>
                  <a:cubicBezTo>
                    <a:pt x="16" y="135"/>
                    <a:pt x="0" y="118"/>
                    <a:pt x="0" y="98"/>
                  </a:cubicBezTo>
                  <a:cubicBezTo>
                    <a:pt x="0" y="36"/>
                    <a:pt x="0" y="36"/>
                    <a:pt x="0" y="36"/>
                  </a:cubicBezTo>
                  <a:cubicBezTo>
                    <a:pt x="0" y="16"/>
                    <a:pt x="16" y="0"/>
                    <a:pt x="37" y="0"/>
                  </a:cubicBezTo>
                  <a:cubicBezTo>
                    <a:pt x="135" y="0"/>
                    <a:pt x="135" y="0"/>
                    <a:pt x="135" y="0"/>
                  </a:cubicBezTo>
                  <a:lnTo>
                    <a:pt x="135" y="36"/>
                  </a:lnTo>
                  <a:close/>
                </a:path>
              </a:pathLst>
            </a:custGeom>
            <a:solidFill>
              <a:schemeClr val="tx1">
                <a:lumMod val="50000"/>
                <a:lumOff val="5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sp>
          <p:nvSpPr>
            <p:cNvPr id="23" name="Freeform 14">
              <a:extLst>
                <a:ext uri="{FF2B5EF4-FFF2-40B4-BE49-F238E27FC236}">
                  <a16:creationId xmlns:a16="http://schemas.microsoft.com/office/drawing/2014/main" id="{F38C93A5-29F8-4071-B14F-A305F80BA727}"/>
                </a:ext>
              </a:extLst>
            </p:cNvPr>
            <p:cNvSpPr>
              <a:spLocks/>
            </p:cNvSpPr>
            <p:nvPr/>
          </p:nvSpPr>
          <p:spPr bwMode="auto">
            <a:xfrm>
              <a:off x="1499770" y="2276704"/>
              <a:ext cx="176881" cy="104440"/>
            </a:xfrm>
            <a:custGeom>
              <a:avLst/>
              <a:gdLst>
                <a:gd name="T0" fmla="*/ 111 w 111"/>
                <a:gd name="T1" fmla="*/ 0 h 66"/>
                <a:gd name="T2" fmla="*/ 55 w 111"/>
                <a:gd name="T3" fmla="*/ 0 h 66"/>
                <a:gd name="T4" fmla="*/ 55 w 111"/>
                <a:gd name="T5" fmla="*/ 54 h 66"/>
                <a:gd name="T6" fmla="*/ 14 w 111"/>
                <a:gd name="T7" fmla="*/ 54 h 66"/>
                <a:gd name="T8" fmla="*/ 14 w 111"/>
                <a:gd name="T9" fmla="*/ 0 h 66"/>
                <a:gd name="T10" fmla="*/ 0 w 111"/>
                <a:gd name="T11" fmla="*/ 0 h 66"/>
                <a:gd name="T12" fmla="*/ 0 w 111"/>
                <a:gd name="T13" fmla="*/ 66 h 66"/>
                <a:gd name="T14" fmla="*/ 111 w 111"/>
                <a:gd name="T15" fmla="*/ 66 h 66"/>
                <a:gd name="T16" fmla="*/ 111 w 111"/>
                <a:gd name="T17" fmla="*/ 0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1" h="66">
                  <a:moveTo>
                    <a:pt x="111" y="0"/>
                  </a:moveTo>
                  <a:lnTo>
                    <a:pt x="55" y="0"/>
                  </a:lnTo>
                  <a:lnTo>
                    <a:pt x="55" y="54"/>
                  </a:lnTo>
                  <a:lnTo>
                    <a:pt x="14" y="54"/>
                  </a:lnTo>
                  <a:lnTo>
                    <a:pt x="14" y="0"/>
                  </a:lnTo>
                  <a:lnTo>
                    <a:pt x="0" y="0"/>
                  </a:lnTo>
                  <a:lnTo>
                    <a:pt x="0" y="66"/>
                  </a:lnTo>
                  <a:lnTo>
                    <a:pt x="111" y="66"/>
                  </a:lnTo>
                  <a:lnTo>
                    <a:pt x="111" y="0"/>
                  </a:ln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sp>
          <p:nvSpPr>
            <p:cNvPr id="24" name="Freeform 15">
              <a:extLst>
                <a:ext uri="{FF2B5EF4-FFF2-40B4-BE49-F238E27FC236}">
                  <a16:creationId xmlns:a16="http://schemas.microsoft.com/office/drawing/2014/main" id="{A0AAA26A-1740-4C68-A4EB-A61D41AFE106}"/>
                </a:ext>
              </a:extLst>
            </p:cNvPr>
            <p:cNvSpPr>
              <a:spLocks noEditPoints="1"/>
            </p:cNvSpPr>
            <p:nvPr/>
          </p:nvSpPr>
          <p:spPr bwMode="auto">
            <a:xfrm>
              <a:off x="1447675" y="2276704"/>
              <a:ext cx="289552" cy="278101"/>
            </a:xfrm>
            <a:custGeom>
              <a:avLst/>
              <a:gdLst>
                <a:gd name="T0" fmla="*/ 72 w 77"/>
                <a:gd name="T1" fmla="*/ 0 h 74"/>
                <a:gd name="T2" fmla="*/ 64 w 77"/>
                <a:gd name="T3" fmla="*/ 0 h 74"/>
                <a:gd name="T4" fmla="*/ 64 w 77"/>
                <a:gd name="T5" fmla="*/ 31 h 74"/>
                <a:gd name="T6" fmla="*/ 10 w 77"/>
                <a:gd name="T7" fmla="*/ 31 h 74"/>
                <a:gd name="T8" fmla="*/ 10 w 77"/>
                <a:gd name="T9" fmla="*/ 0 h 74"/>
                <a:gd name="T10" fmla="*/ 5 w 77"/>
                <a:gd name="T11" fmla="*/ 0 h 74"/>
                <a:gd name="T12" fmla="*/ 0 w 77"/>
                <a:gd name="T13" fmla="*/ 6 h 74"/>
                <a:gd name="T14" fmla="*/ 0 w 77"/>
                <a:gd name="T15" fmla="*/ 68 h 74"/>
                <a:gd name="T16" fmla="*/ 5 w 77"/>
                <a:gd name="T17" fmla="*/ 74 h 74"/>
                <a:gd name="T18" fmla="*/ 72 w 77"/>
                <a:gd name="T19" fmla="*/ 74 h 74"/>
                <a:gd name="T20" fmla="*/ 77 w 77"/>
                <a:gd name="T21" fmla="*/ 68 h 74"/>
                <a:gd name="T22" fmla="*/ 77 w 77"/>
                <a:gd name="T23" fmla="*/ 6 h 74"/>
                <a:gd name="T24" fmla="*/ 72 w 77"/>
                <a:gd name="T25" fmla="*/ 0 h 74"/>
                <a:gd name="T26" fmla="*/ 38 w 77"/>
                <a:gd name="T27" fmla="*/ 65 h 74"/>
                <a:gd name="T28" fmla="*/ 22 w 77"/>
                <a:gd name="T29" fmla="*/ 49 h 74"/>
                <a:gd name="T30" fmla="*/ 38 w 77"/>
                <a:gd name="T31" fmla="*/ 33 h 74"/>
                <a:gd name="T32" fmla="*/ 54 w 77"/>
                <a:gd name="T33" fmla="*/ 49 h 74"/>
                <a:gd name="T34" fmla="*/ 38 w 77"/>
                <a:gd name="T35" fmla="*/ 65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7" h="74">
                  <a:moveTo>
                    <a:pt x="72" y="0"/>
                  </a:moveTo>
                  <a:cubicBezTo>
                    <a:pt x="64" y="0"/>
                    <a:pt x="64" y="0"/>
                    <a:pt x="64" y="0"/>
                  </a:cubicBezTo>
                  <a:cubicBezTo>
                    <a:pt x="64" y="31"/>
                    <a:pt x="64" y="31"/>
                    <a:pt x="64" y="31"/>
                  </a:cubicBezTo>
                  <a:cubicBezTo>
                    <a:pt x="10" y="31"/>
                    <a:pt x="10" y="31"/>
                    <a:pt x="10" y="31"/>
                  </a:cubicBezTo>
                  <a:cubicBezTo>
                    <a:pt x="10" y="0"/>
                    <a:pt x="10" y="0"/>
                    <a:pt x="10" y="0"/>
                  </a:cubicBezTo>
                  <a:cubicBezTo>
                    <a:pt x="5" y="0"/>
                    <a:pt x="5" y="0"/>
                    <a:pt x="5" y="0"/>
                  </a:cubicBezTo>
                  <a:cubicBezTo>
                    <a:pt x="2" y="0"/>
                    <a:pt x="0" y="3"/>
                    <a:pt x="0" y="6"/>
                  </a:cubicBezTo>
                  <a:cubicBezTo>
                    <a:pt x="0" y="68"/>
                    <a:pt x="0" y="68"/>
                    <a:pt x="0" y="68"/>
                  </a:cubicBezTo>
                  <a:cubicBezTo>
                    <a:pt x="0" y="72"/>
                    <a:pt x="2" y="74"/>
                    <a:pt x="5" y="74"/>
                  </a:cubicBezTo>
                  <a:cubicBezTo>
                    <a:pt x="72" y="74"/>
                    <a:pt x="72" y="74"/>
                    <a:pt x="72" y="74"/>
                  </a:cubicBezTo>
                  <a:cubicBezTo>
                    <a:pt x="75" y="74"/>
                    <a:pt x="77" y="72"/>
                    <a:pt x="77" y="68"/>
                  </a:cubicBezTo>
                  <a:cubicBezTo>
                    <a:pt x="77" y="6"/>
                    <a:pt x="77" y="6"/>
                    <a:pt x="77" y="6"/>
                  </a:cubicBezTo>
                  <a:cubicBezTo>
                    <a:pt x="77" y="3"/>
                    <a:pt x="75" y="0"/>
                    <a:pt x="72" y="0"/>
                  </a:cubicBezTo>
                  <a:close/>
                  <a:moveTo>
                    <a:pt x="38" y="65"/>
                  </a:moveTo>
                  <a:cubicBezTo>
                    <a:pt x="29" y="65"/>
                    <a:pt x="22" y="58"/>
                    <a:pt x="22" y="49"/>
                  </a:cubicBezTo>
                  <a:cubicBezTo>
                    <a:pt x="22" y="40"/>
                    <a:pt x="29" y="33"/>
                    <a:pt x="38" y="33"/>
                  </a:cubicBezTo>
                  <a:cubicBezTo>
                    <a:pt x="46" y="33"/>
                    <a:pt x="54" y="40"/>
                    <a:pt x="54" y="49"/>
                  </a:cubicBezTo>
                  <a:cubicBezTo>
                    <a:pt x="54" y="58"/>
                    <a:pt x="46" y="65"/>
                    <a:pt x="38" y="65"/>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sp>
          <p:nvSpPr>
            <p:cNvPr id="25" name="Oval 16">
              <a:extLst>
                <a:ext uri="{FF2B5EF4-FFF2-40B4-BE49-F238E27FC236}">
                  <a16:creationId xmlns:a16="http://schemas.microsoft.com/office/drawing/2014/main" id="{D24D621C-60FC-4F22-AF76-D07597058A26}"/>
                </a:ext>
              </a:extLst>
            </p:cNvPr>
            <p:cNvSpPr>
              <a:spLocks noChangeArrowheads="1"/>
            </p:cNvSpPr>
            <p:nvPr/>
          </p:nvSpPr>
          <p:spPr bwMode="auto">
            <a:xfrm>
              <a:off x="1549442" y="2418790"/>
              <a:ext cx="82383" cy="82580"/>
            </a:xfrm>
            <a:prstGeom prst="ellipse">
              <a:avLst/>
            </a:pr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grpSp>
      <p:grpSp>
        <p:nvGrpSpPr>
          <p:cNvPr id="21510" name="组合 25">
            <a:extLst>
              <a:ext uri="{FF2B5EF4-FFF2-40B4-BE49-F238E27FC236}">
                <a16:creationId xmlns:a16="http://schemas.microsoft.com/office/drawing/2014/main" id="{49B08D2B-D2E5-2049-8E64-C0824E831758}"/>
              </a:ext>
            </a:extLst>
          </p:cNvPr>
          <p:cNvGrpSpPr>
            <a:grpSpLocks/>
          </p:cNvGrpSpPr>
          <p:nvPr/>
        </p:nvGrpSpPr>
        <p:grpSpPr bwMode="auto">
          <a:xfrm>
            <a:off x="3654425" y="3994150"/>
            <a:ext cx="657225" cy="663575"/>
            <a:chOff x="5093055" y="2766720"/>
            <a:chExt cx="501650" cy="506413"/>
          </a:xfrm>
        </p:grpSpPr>
        <p:sp>
          <p:nvSpPr>
            <p:cNvPr id="27" name="Freeform 21">
              <a:extLst>
                <a:ext uri="{FF2B5EF4-FFF2-40B4-BE49-F238E27FC236}">
                  <a16:creationId xmlns:a16="http://schemas.microsoft.com/office/drawing/2014/main" id="{ED075A59-EC99-4F9D-83E9-FC60DE9B6BB2}"/>
                </a:ext>
              </a:extLst>
            </p:cNvPr>
            <p:cNvSpPr>
              <a:spLocks/>
            </p:cNvSpPr>
            <p:nvPr/>
          </p:nvSpPr>
          <p:spPr bwMode="auto">
            <a:xfrm>
              <a:off x="5093055" y="2766720"/>
              <a:ext cx="501650" cy="506413"/>
            </a:xfrm>
            <a:custGeom>
              <a:avLst/>
              <a:gdLst>
                <a:gd name="T0" fmla="*/ 134 w 134"/>
                <a:gd name="T1" fmla="*/ 37 h 135"/>
                <a:gd name="T2" fmla="*/ 134 w 134"/>
                <a:gd name="T3" fmla="*/ 98 h 135"/>
                <a:gd name="T4" fmla="*/ 98 w 134"/>
                <a:gd name="T5" fmla="*/ 135 h 135"/>
                <a:gd name="T6" fmla="*/ 36 w 134"/>
                <a:gd name="T7" fmla="*/ 135 h 135"/>
                <a:gd name="T8" fmla="*/ 0 w 134"/>
                <a:gd name="T9" fmla="*/ 98 h 135"/>
                <a:gd name="T10" fmla="*/ 0 w 134"/>
                <a:gd name="T11" fmla="*/ 37 h 135"/>
                <a:gd name="T12" fmla="*/ 36 w 134"/>
                <a:gd name="T13" fmla="*/ 0 h 135"/>
                <a:gd name="T14" fmla="*/ 134 w 134"/>
                <a:gd name="T15" fmla="*/ 0 h 135"/>
                <a:gd name="T16" fmla="*/ 134 w 134"/>
                <a:gd name="T17" fmla="*/ 3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4" h="135">
                  <a:moveTo>
                    <a:pt x="134" y="37"/>
                  </a:moveTo>
                  <a:cubicBezTo>
                    <a:pt x="134" y="98"/>
                    <a:pt x="134" y="98"/>
                    <a:pt x="134" y="98"/>
                  </a:cubicBezTo>
                  <a:cubicBezTo>
                    <a:pt x="134" y="118"/>
                    <a:pt x="118" y="135"/>
                    <a:pt x="98" y="135"/>
                  </a:cubicBezTo>
                  <a:cubicBezTo>
                    <a:pt x="36" y="135"/>
                    <a:pt x="36" y="135"/>
                    <a:pt x="36" y="135"/>
                  </a:cubicBezTo>
                  <a:cubicBezTo>
                    <a:pt x="16" y="135"/>
                    <a:pt x="0" y="118"/>
                    <a:pt x="0" y="98"/>
                  </a:cubicBezTo>
                  <a:cubicBezTo>
                    <a:pt x="0" y="37"/>
                    <a:pt x="0" y="37"/>
                    <a:pt x="0" y="37"/>
                  </a:cubicBezTo>
                  <a:cubicBezTo>
                    <a:pt x="0" y="16"/>
                    <a:pt x="16" y="0"/>
                    <a:pt x="36" y="0"/>
                  </a:cubicBezTo>
                  <a:cubicBezTo>
                    <a:pt x="134" y="0"/>
                    <a:pt x="134" y="0"/>
                    <a:pt x="134" y="0"/>
                  </a:cubicBezTo>
                  <a:lnTo>
                    <a:pt x="134" y="37"/>
                  </a:lnTo>
                  <a:close/>
                </a:path>
              </a:pathLst>
            </a:custGeom>
            <a:solidFill>
              <a:srgbClr val="9476B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dirty="0">
                <a:solidFill>
                  <a:sysClr val="windowText" lastClr="000000"/>
                </a:solidFill>
                <a:cs typeface="+mn-ea"/>
                <a:sym typeface="+mn-lt"/>
              </a:endParaRPr>
            </a:p>
          </p:txBody>
        </p:sp>
        <p:sp>
          <p:nvSpPr>
            <p:cNvPr id="28" name="Oval 22">
              <a:extLst>
                <a:ext uri="{FF2B5EF4-FFF2-40B4-BE49-F238E27FC236}">
                  <a16:creationId xmlns:a16="http://schemas.microsoft.com/office/drawing/2014/main" id="{DF4C6DDF-FF72-41CC-BEDC-06CF05EF8C33}"/>
                </a:ext>
              </a:extLst>
            </p:cNvPr>
            <p:cNvSpPr>
              <a:spLocks noChangeArrowheads="1"/>
            </p:cNvSpPr>
            <p:nvPr/>
          </p:nvSpPr>
          <p:spPr bwMode="auto">
            <a:xfrm>
              <a:off x="5200898" y="3069599"/>
              <a:ext cx="98149" cy="99344"/>
            </a:xfrm>
            <a:prstGeom prst="ellipse">
              <a:avLst/>
            </a:pr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sp>
          <p:nvSpPr>
            <p:cNvPr id="29" name="Freeform 23">
              <a:extLst>
                <a:ext uri="{FF2B5EF4-FFF2-40B4-BE49-F238E27FC236}">
                  <a16:creationId xmlns:a16="http://schemas.microsoft.com/office/drawing/2014/main" id="{264FF540-C6DF-4EE3-A3DC-8EC50C52CE81}"/>
                </a:ext>
              </a:extLst>
            </p:cNvPr>
            <p:cNvSpPr>
              <a:spLocks/>
            </p:cNvSpPr>
            <p:nvPr/>
          </p:nvSpPr>
          <p:spPr bwMode="auto">
            <a:xfrm>
              <a:off x="5211803" y="2970254"/>
              <a:ext cx="181757" cy="179304"/>
            </a:xfrm>
            <a:custGeom>
              <a:avLst/>
              <a:gdLst>
                <a:gd name="T0" fmla="*/ 6 w 48"/>
                <a:gd name="T1" fmla="*/ 0 h 48"/>
                <a:gd name="T2" fmla="*/ 0 w 48"/>
                <a:gd name="T3" fmla="*/ 7 h 48"/>
                <a:gd name="T4" fmla="*/ 6 w 48"/>
                <a:gd name="T5" fmla="*/ 13 h 48"/>
                <a:gd name="T6" fmla="*/ 35 w 48"/>
                <a:gd name="T7" fmla="*/ 42 h 48"/>
                <a:gd name="T8" fmla="*/ 42 w 48"/>
                <a:gd name="T9" fmla="*/ 48 h 48"/>
                <a:gd name="T10" fmla="*/ 48 w 48"/>
                <a:gd name="T11" fmla="*/ 42 h 48"/>
                <a:gd name="T12" fmla="*/ 6 w 48"/>
                <a:gd name="T13" fmla="*/ 0 h 48"/>
              </a:gdLst>
              <a:ahLst/>
              <a:cxnLst>
                <a:cxn ang="0">
                  <a:pos x="T0" y="T1"/>
                </a:cxn>
                <a:cxn ang="0">
                  <a:pos x="T2" y="T3"/>
                </a:cxn>
                <a:cxn ang="0">
                  <a:pos x="T4" y="T5"/>
                </a:cxn>
                <a:cxn ang="0">
                  <a:pos x="T6" y="T7"/>
                </a:cxn>
                <a:cxn ang="0">
                  <a:pos x="T8" y="T9"/>
                </a:cxn>
                <a:cxn ang="0">
                  <a:pos x="T10" y="T11"/>
                </a:cxn>
                <a:cxn ang="0">
                  <a:pos x="T12" y="T13"/>
                </a:cxn>
              </a:cxnLst>
              <a:rect l="0" t="0" r="r" b="b"/>
              <a:pathLst>
                <a:path w="48" h="48">
                  <a:moveTo>
                    <a:pt x="6" y="0"/>
                  </a:moveTo>
                  <a:cubicBezTo>
                    <a:pt x="3" y="0"/>
                    <a:pt x="0" y="3"/>
                    <a:pt x="0" y="7"/>
                  </a:cubicBezTo>
                  <a:cubicBezTo>
                    <a:pt x="0" y="10"/>
                    <a:pt x="3" y="13"/>
                    <a:pt x="6" y="13"/>
                  </a:cubicBezTo>
                  <a:cubicBezTo>
                    <a:pt x="22" y="13"/>
                    <a:pt x="35" y="26"/>
                    <a:pt x="35" y="42"/>
                  </a:cubicBezTo>
                  <a:cubicBezTo>
                    <a:pt x="35" y="45"/>
                    <a:pt x="38" y="48"/>
                    <a:pt x="42" y="48"/>
                  </a:cubicBezTo>
                  <a:cubicBezTo>
                    <a:pt x="45" y="48"/>
                    <a:pt x="48" y="45"/>
                    <a:pt x="48" y="42"/>
                  </a:cubicBezTo>
                  <a:cubicBezTo>
                    <a:pt x="48" y="19"/>
                    <a:pt x="29" y="0"/>
                    <a:pt x="6" y="0"/>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sp>
          <p:nvSpPr>
            <p:cNvPr id="30" name="Freeform 24">
              <a:extLst>
                <a:ext uri="{FF2B5EF4-FFF2-40B4-BE49-F238E27FC236}">
                  <a16:creationId xmlns:a16="http://schemas.microsoft.com/office/drawing/2014/main" id="{F753497B-238F-4530-8A08-0AD999405930}"/>
                </a:ext>
              </a:extLst>
            </p:cNvPr>
            <p:cNvSpPr>
              <a:spLocks/>
            </p:cNvSpPr>
            <p:nvPr/>
          </p:nvSpPr>
          <p:spPr bwMode="auto">
            <a:xfrm>
              <a:off x="5211803" y="2870910"/>
              <a:ext cx="278694" cy="278648"/>
            </a:xfrm>
            <a:custGeom>
              <a:avLst/>
              <a:gdLst>
                <a:gd name="T0" fmla="*/ 6 w 74"/>
                <a:gd name="T1" fmla="*/ 0 h 74"/>
                <a:gd name="T2" fmla="*/ 0 w 74"/>
                <a:gd name="T3" fmla="*/ 7 h 74"/>
                <a:gd name="T4" fmla="*/ 6 w 74"/>
                <a:gd name="T5" fmla="*/ 13 h 74"/>
                <a:gd name="T6" fmla="*/ 61 w 74"/>
                <a:gd name="T7" fmla="*/ 68 h 74"/>
                <a:gd name="T8" fmla="*/ 68 w 74"/>
                <a:gd name="T9" fmla="*/ 74 h 74"/>
                <a:gd name="T10" fmla="*/ 74 w 74"/>
                <a:gd name="T11" fmla="*/ 68 h 74"/>
                <a:gd name="T12" fmla="*/ 6 w 74"/>
                <a:gd name="T13" fmla="*/ 0 h 74"/>
              </a:gdLst>
              <a:ahLst/>
              <a:cxnLst>
                <a:cxn ang="0">
                  <a:pos x="T0" y="T1"/>
                </a:cxn>
                <a:cxn ang="0">
                  <a:pos x="T2" y="T3"/>
                </a:cxn>
                <a:cxn ang="0">
                  <a:pos x="T4" y="T5"/>
                </a:cxn>
                <a:cxn ang="0">
                  <a:pos x="T6" y="T7"/>
                </a:cxn>
                <a:cxn ang="0">
                  <a:pos x="T8" y="T9"/>
                </a:cxn>
                <a:cxn ang="0">
                  <a:pos x="T10" y="T11"/>
                </a:cxn>
                <a:cxn ang="0">
                  <a:pos x="T12" y="T13"/>
                </a:cxn>
              </a:cxnLst>
              <a:rect l="0" t="0" r="r" b="b"/>
              <a:pathLst>
                <a:path w="74" h="74">
                  <a:moveTo>
                    <a:pt x="6" y="0"/>
                  </a:moveTo>
                  <a:cubicBezTo>
                    <a:pt x="3" y="0"/>
                    <a:pt x="0" y="3"/>
                    <a:pt x="0" y="7"/>
                  </a:cubicBezTo>
                  <a:cubicBezTo>
                    <a:pt x="0" y="10"/>
                    <a:pt x="3" y="13"/>
                    <a:pt x="6" y="13"/>
                  </a:cubicBezTo>
                  <a:cubicBezTo>
                    <a:pt x="37" y="13"/>
                    <a:pt x="61" y="38"/>
                    <a:pt x="61" y="68"/>
                  </a:cubicBezTo>
                  <a:cubicBezTo>
                    <a:pt x="61" y="71"/>
                    <a:pt x="64" y="74"/>
                    <a:pt x="68" y="74"/>
                  </a:cubicBezTo>
                  <a:cubicBezTo>
                    <a:pt x="71" y="74"/>
                    <a:pt x="74" y="71"/>
                    <a:pt x="74" y="68"/>
                  </a:cubicBezTo>
                  <a:cubicBezTo>
                    <a:pt x="74" y="30"/>
                    <a:pt x="44" y="0"/>
                    <a:pt x="6" y="0"/>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grpSp>
      <p:grpSp>
        <p:nvGrpSpPr>
          <p:cNvPr id="21511" name="组合 30">
            <a:extLst>
              <a:ext uri="{FF2B5EF4-FFF2-40B4-BE49-F238E27FC236}">
                <a16:creationId xmlns:a16="http://schemas.microsoft.com/office/drawing/2014/main" id="{55B8A3CF-7DDF-DC45-8420-CB5DBAEC4590}"/>
              </a:ext>
            </a:extLst>
          </p:cNvPr>
          <p:cNvGrpSpPr>
            <a:grpSpLocks/>
          </p:cNvGrpSpPr>
          <p:nvPr/>
        </p:nvGrpSpPr>
        <p:grpSpPr bwMode="auto">
          <a:xfrm>
            <a:off x="3648075" y="4979988"/>
            <a:ext cx="663575" cy="661987"/>
            <a:chOff x="6137274" y="1900165"/>
            <a:chExt cx="506413" cy="506412"/>
          </a:xfrm>
        </p:grpSpPr>
        <p:sp>
          <p:nvSpPr>
            <p:cNvPr id="32" name="Freeform 29">
              <a:extLst>
                <a:ext uri="{FF2B5EF4-FFF2-40B4-BE49-F238E27FC236}">
                  <a16:creationId xmlns:a16="http://schemas.microsoft.com/office/drawing/2014/main" id="{2E0E2A65-3EB4-4218-9589-F12BF1616150}"/>
                </a:ext>
              </a:extLst>
            </p:cNvPr>
            <p:cNvSpPr>
              <a:spLocks/>
            </p:cNvSpPr>
            <p:nvPr/>
          </p:nvSpPr>
          <p:spPr bwMode="auto">
            <a:xfrm>
              <a:off x="6137274" y="1900165"/>
              <a:ext cx="506413" cy="506412"/>
            </a:xfrm>
            <a:custGeom>
              <a:avLst/>
              <a:gdLst>
                <a:gd name="T0" fmla="*/ 135 w 135"/>
                <a:gd name="T1" fmla="*/ 36 h 135"/>
                <a:gd name="T2" fmla="*/ 135 w 135"/>
                <a:gd name="T3" fmla="*/ 98 h 135"/>
                <a:gd name="T4" fmla="*/ 98 w 135"/>
                <a:gd name="T5" fmla="*/ 135 h 135"/>
                <a:gd name="T6" fmla="*/ 36 w 135"/>
                <a:gd name="T7" fmla="*/ 135 h 135"/>
                <a:gd name="T8" fmla="*/ 0 w 135"/>
                <a:gd name="T9" fmla="*/ 98 h 135"/>
                <a:gd name="T10" fmla="*/ 0 w 135"/>
                <a:gd name="T11" fmla="*/ 36 h 135"/>
                <a:gd name="T12" fmla="*/ 36 w 135"/>
                <a:gd name="T13" fmla="*/ 0 h 135"/>
                <a:gd name="T14" fmla="*/ 135 w 135"/>
                <a:gd name="T15" fmla="*/ 0 h 135"/>
                <a:gd name="T16" fmla="*/ 135 w 135"/>
                <a:gd name="T17" fmla="*/ 3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5" h="135">
                  <a:moveTo>
                    <a:pt x="135" y="36"/>
                  </a:moveTo>
                  <a:cubicBezTo>
                    <a:pt x="135" y="98"/>
                    <a:pt x="135" y="98"/>
                    <a:pt x="135" y="98"/>
                  </a:cubicBezTo>
                  <a:cubicBezTo>
                    <a:pt x="135" y="118"/>
                    <a:pt x="118" y="135"/>
                    <a:pt x="98" y="135"/>
                  </a:cubicBezTo>
                  <a:cubicBezTo>
                    <a:pt x="36" y="135"/>
                    <a:pt x="36" y="135"/>
                    <a:pt x="36" y="135"/>
                  </a:cubicBezTo>
                  <a:cubicBezTo>
                    <a:pt x="16" y="135"/>
                    <a:pt x="0" y="118"/>
                    <a:pt x="0" y="98"/>
                  </a:cubicBezTo>
                  <a:cubicBezTo>
                    <a:pt x="0" y="36"/>
                    <a:pt x="0" y="36"/>
                    <a:pt x="0" y="36"/>
                  </a:cubicBezTo>
                  <a:cubicBezTo>
                    <a:pt x="0" y="16"/>
                    <a:pt x="16" y="0"/>
                    <a:pt x="36" y="0"/>
                  </a:cubicBezTo>
                  <a:cubicBezTo>
                    <a:pt x="135" y="0"/>
                    <a:pt x="135" y="0"/>
                    <a:pt x="135" y="0"/>
                  </a:cubicBezTo>
                  <a:lnTo>
                    <a:pt x="135" y="36"/>
                  </a:lnTo>
                  <a:close/>
                </a:path>
              </a:pathLst>
            </a:custGeom>
            <a:solidFill>
              <a:srgbClr val="6C4C8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sp>
          <p:nvSpPr>
            <p:cNvPr id="33" name="Freeform 30">
              <a:extLst>
                <a:ext uri="{FF2B5EF4-FFF2-40B4-BE49-F238E27FC236}">
                  <a16:creationId xmlns:a16="http://schemas.microsoft.com/office/drawing/2014/main" id="{EFEBF60D-DBBD-47EE-8C17-2C2D53E5B8BC}"/>
                </a:ext>
              </a:extLst>
            </p:cNvPr>
            <p:cNvSpPr>
              <a:spLocks noEditPoints="1"/>
            </p:cNvSpPr>
            <p:nvPr/>
          </p:nvSpPr>
          <p:spPr bwMode="auto">
            <a:xfrm>
              <a:off x="6208754" y="1979102"/>
              <a:ext cx="327109" cy="325464"/>
            </a:xfrm>
            <a:custGeom>
              <a:avLst/>
              <a:gdLst>
                <a:gd name="T0" fmla="*/ 64 w 87"/>
                <a:gd name="T1" fmla="*/ 14 h 87"/>
                <a:gd name="T2" fmla="*/ 14 w 87"/>
                <a:gd name="T3" fmla="*/ 14 h 87"/>
                <a:gd name="T4" fmla="*/ 14 w 87"/>
                <a:gd name="T5" fmla="*/ 64 h 87"/>
                <a:gd name="T6" fmla="*/ 59 w 87"/>
                <a:gd name="T7" fmla="*/ 69 h 87"/>
                <a:gd name="T8" fmla="*/ 74 w 87"/>
                <a:gd name="T9" fmla="*/ 84 h 87"/>
                <a:gd name="T10" fmla="*/ 83 w 87"/>
                <a:gd name="T11" fmla="*/ 84 h 87"/>
                <a:gd name="T12" fmla="*/ 84 w 87"/>
                <a:gd name="T13" fmla="*/ 83 h 87"/>
                <a:gd name="T14" fmla="*/ 84 w 87"/>
                <a:gd name="T15" fmla="*/ 74 h 87"/>
                <a:gd name="T16" fmla="*/ 69 w 87"/>
                <a:gd name="T17" fmla="*/ 59 h 87"/>
                <a:gd name="T18" fmla="*/ 64 w 87"/>
                <a:gd name="T19" fmla="*/ 14 h 87"/>
                <a:gd name="T20" fmla="*/ 58 w 87"/>
                <a:gd name="T21" fmla="*/ 58 h 87"/>
                <a:gd name="T22" fmla="*/ 20 w 87"/>
                <a:gd name="T23" fmla="*/ 58 h 87"/>
                <a:gd name="T24" fmla="*/ 20 w 87"/>
                <a:gd name="T25" fmla="*/ 21 h 87"/>
                <a:gd name="T26" fmla="*/ 58 w 87"/>
                <a:gd name="T27" fmla="*/ 21 h 87"/>
                <a:gd name="T28" fmla="*/ 58 w 87"/>
                <a:gd name="T29" fmla="*/ 58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7" h="87">
                  <a:moveTo>
                    <a:pt x="64" y="14"/>
                  </a:moveTo>
                  <a:cubicBezTo>
                    <a:pt x="50" y="0"/>
                    <a:pt x="28" y="0"/>
                    <a:pt x="14" y="14"/>
                  </a:cubicBezTo>
                  <a:cubicBezTo>
                    <a:pt x="0" y="28"/>
                    <a:pt x="0" y="51"/>
                    <a:pt x="14" y="64"/>
                  </a:cubicBezTo>
                  <a:cubicBezTo>
                    <a:pt x="26" y="77"/>
                    <a:pt x="45" y="78"/>
                    <a:pt x="59" y="69"/>
                  </a:cubicBezTo>
                  <a:cubicBezTo>
                    <a:pt x="74" y="84"/>
                    <a:pt x="74" y="84"/>
                    <a:pt x="74" y="84"/>
                  </a:cubicBezTo>
                  <a:cubicBezTo>
                    <a:pt x="76" y="87"/>
                    <a:pt x="80" y="87"/>
                    <a:pt x="83" y="84"/>
                  </a:cubicBezTo>
                  <a:cubicBezTo>
                    <a:pt x="84" y="83"/>
                    <a:pt x="84" y="83"/>
                    <a:pt x="84" y="83"/>
                  </a:cubicBezTo>
                  <a:cubicBezTo>
                    <a:pt x="87" y="81"/>
                    <a:pt x="87" y="77"/>
                    <a:pt x="84" y="74"/>
                  </a:cubicBezTo>
                  <a:cubicBezTo>
                    <a:pt x="69" y="59"/>
                    <a:pt x="69" y="59"/>
                    <a:pt x="69" y="59"/>
                  </a:cubicBezTo>
                  <a:cubicBezTo>
                    <a:pt x="78" y="45"/>
                    <a:pt x="76" y="26"/>
                    <a:pt x="64" y="14"/>
                  </a:cubicBezTo>
                  <a:close/>
                  <a:moveTo>
                    <a:pt x="58" y="58"/>
                  </a:moveTo>
                  <a:cubicBezTo>
                    <a:pt x="47" y="68"/>
                    <a:pt x="31" y="68"/>
                    <a:pt x="20" y="58"/>
                  </a:cubicBezTo>
                  <a:cubicBezTo>
                    <a:pt x="10" y="48"/>
                    <a:pt x="10" y="31"/>
                    <a:pt x="20" y="21"/>
                  </a:cubicBezTo>
                  <a:cubicBezTo>
                    <a:pt x="31" y="10"/>
                    <a:pt x="47" y="10"/>
                    <a:pt x="58" y="21"/>
                  </a:cubicBezTo>
                  <a:cubicBezTo>
                    <a:pt x="68" y="31"/>
                    <a:pt x="68" y="48"/>
                    <a:pt x="58" y="58"/>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cs typeface="+mn-ea"/>
                <a:sym typeface="+mn-lt"/>
              </a:endParaRPr>
            </a:p>
          </p:txBody>
        </p:sp>
      </p:grpSp>
      <p:sp>
        <p:nvSpPr>
          <p:cNvPr id="20488" name="Text Box 11">
            <a:extLst>
              <a:ext uri="{FF2B5EF4-FFF2-40B4-BE49-F238E27FC236}">
                <a16:creationId xmlns:a16="http://schemas.microsoft.com/office/drawing/2014/main" id="{5F01D09D-40FA-4BEA-B4AD-0C546341E513}"/>
              </a:ext>
            </a:extLst>
          </p:cNvPr>
          <p:cNvSpPr txBox="1">
            <a:spLocks noChangeArrowheads="1"/>
          </p:cNvSpPr>
          <p:nvPr/>
        </p:nvSpPr>
        <p:spPr bwMode="auto">
          <a:xfrm>
            <a:off x="4500563" y="2093913"/>
            <a:ext cx="41179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olidFill>
                  <a:srgbClr val="000000"/>
                </a:solidFill>
                <a:sym typeface="+mn-lt"/>
              </a:rPr>
              <a:t>案例</a:t>
            </a:r>
            <a:r>
              <a:rPr lang="en-US" altLang="zh-CN">
                <a:solidFill>
                  <a:srgbClr val="000000"/>
                </a:solidFill>
                <a:sym typeface="+mn-lt"/>
              </a:rPr>
              <a:t>2.1 </a:t>
            </a:r>
            <a:r>
              <a:rPr lang="zh-CN" altLang="en-US">
                <a:solidFill>
                  <a:srgbClr val="000000"/>
                </a:solidFill>
                <a:sym typeface="+mn-lt"/>
              </a:rPr>
              <a:t>：一元多项式的运算</a:t>
            </a:r>
          </a:p>
        </p:txBody>
      </p:sp>
      <p:sp>
        <p:nvSpPr>
          <p:cNvPr id="20489" name="Text Box 11">
            <a:extLst>
              <a:ext uri="{FF2B5EF4-FFF2-40B4-BE49-F238E27FC236}">
                <a16:creationId xmlns:a16="http://schemas.microsoft.com/office/drawing/2014/main" id="{762974BE-1365-4289-A4B7-FE499AC0AFBF}"/>
              </a:ext>
            </a:extLst>
          </p:cNvPr>
          <p:cNvSpPr txBox="1">
            <a:spLocks noChangeArrowheads="1"/>
          </p:cNvSpPr>
          <p:nvPr/>
        </p:nvSpPr>
        <p:spPr bwMode="auto">
          <a:xfrm>
            <a:off x="4500563" y="3079750"/>
            <a:ext cx="41179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olidFill>
                  <a:srgbClr val="000000"/>
                </a:solidFill>
                <a:sym typeface="+mn-lt"/>
              </a:rPr>
              <a:t>案例</a:t>
            </a:r>
            <a:r>
              <a:rPr lang="en-US" altLang="zh-CN">
                <a:solidFill>
                  <a:srgbClr val="000000"/>
                </a:solidFill>
                <a:sym typeface="+mn-lt"/>
              </a:rPr>
              <a:t>2.2</a:t>
            </a:r>
            <a:r>
              <a:rPr lang="zh-CN" altLang="en-US">
                <a:solidFill>
                  <a:srgbClr val="000000"/>
                </a:solidFill>
                <a:sym typeface="+mn-lt"/>
              </a:rPr>
              <a:t>：稀疏多项式的运算</a:t>
            </a:r>
          </a:p>
        </p:txBody>
      </p:sp>
      <p:sp>
        <p:nvSpPr>
          <p:cNvPr id="20490" name="Text Box 11">
            <a:extLst>
              <a:ext uri="{FF2B5EF4-FFF2-40B4-BE49-F238E27FC236}">
                <a16:creationId xmlns:a16="http://schemas.microsoft.com/office/drawing/2014/main" id="{A4B44BF3-C07D-4BCA-8C5E-7028809DB2BB}"/>
              </a:ext>
            </a:extLst>
          </p:cNvPr>
          <p:cNvSpPr txBox="1">
            <a:spLocks noChangeArrowheads="1"/>
          </p:cNvSpPr>
          <p:nvPr/>
        </p:nvSpPr>
        <p:spPr bwMode="auto">
          <a:xfrm>
            <a:off x="4500563" y="4064000"/>
            <a:ext cx="41179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olidFill>
                  <a:srgbClr val="000000"/>
                </a:solidFill>
                <a:sym typeface="+mn-lt"/>
              </a:rPr>
              <a:t>案例</a:t>
            </a:r>
            <a:r>
              <a:rPr lang="en-US" altLang="zh-CN">
                <a:solidFill>
                  <a:srgbClr val="000000"/>
                </a:solidFill>
                <a:sym typeface="+mn-lt"/>
              </a:rPr>
              <a:t>2.3 </a:t>
            </a:r>
            <a:r>
              <a:rPr lang="zh-CN" altLang="en-US">
                <a:solidFill>
                  <a:srgbClr val="000000"/>
                </a:solidFill>
                <a:sym typeface="+mn-lt"/>
              </a:rPr>
              <a:t>：表达式求值</a:t>
            </a:r>
          </a:p>
        </p:txBody>
      </p:sp>
      <p:sp>
        <p:nvSpPr>
          <p:cNvPr id="20491" name="Text Box 11">
            <a:extLst>
              <a:ext uri="{FF2B5EF4-FFF2-40B4-BE49-F238E27FC236}">
                <a16:creationId xmlns:a16="http://schemas.microsoft.com/office/drawing/2014/main" id="{105CA451-4C04-4F4B-B871-C3A902271789}"/>
              </a:ext>
            </a:extLst>
          </p:cNvPr>
          <p:cNvSpPr txBox="1">
            <a:spLocks noChangeArrowheads="1"/>
          </p:cNvSpPr>
          <p:nvPr/>
        </p:nvSpPr>
        <p:spPr bwMode="auto">
          <a:xfrm>
            <a:off x="4500563" y="5049838"/>
            <a:ext cx="41179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olidFill>
                  <a:srgbClr val="000000"/>
                </a:solidFill>
                <a:sym typeface="+mn-lt"/>
              </a:rPr>
              <a:t>案例</a:t>
            </a:r>
            <a:r>
              <a:rPr lang="en-US" altLang="zh-CN">
                <a:solidFill>
                  <a:srgbClr val="000000"/>
                </a:solidFill>
                <a:sym typeface="+mn-lt"/>
              </a:rPr>
              <a:t>2.4 </a:t>
            </a:r>
            <a:r>
              <a:rPr lang="zh-CN" altLang="en-US">
                <a:solidFill>
                  <a:srgbClr val="000000"/>
                </a:solidFill>
                <a:sym typeface="+mn-lt"/>
              </a:rPr>
              <a:t>：舞伴问题</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8DE370D4-8BB7-48BE-9341-5F77986C215E}"/>
              </a:ext>
            </a:extLst>
          </p:cNvPr>
          <p:cNvSpPr/>
          <p:nvPr/>
        </p:nvSpPr>
        <p:spPr bwMode="auto">
          <a:xfrm>
            <a:off x="257175" y="1995488"/>
            <a:ext cx="8491538" cy="882650"/>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graphicFrame>
        <p:nvGraphicFramePr>
          <p:cNvPr id="16" name="表格 15">
            <a:extLst>
              <a:ext uri="{FF2B5EF4-FFF2-40B4-BE49-F238E27FC236}">
                <a16:creationId xmlns:a16="http://schemas.microsoft.com/office/drawing/2014/main" id="{4755D11E-CD15-F94A-A737-D067D0507F4C}"/>
              </a:ext>
            </a:extLst>
          </p:cNvPr>
          <p:cNvGraphicFramePr>
            <a:graphicFrameLocks noGrp="1"/>
          </p:cNvGraphicFramePr>
          <p:nvPr/>
        </p:nvGraphicFramePr>
        <p:xfrm>
          <a:off x="257175" y="4319588"/>
          <a:ext cx="5143500" cy="1223963"/>
        </p:xfrm>
        <a:graphic>
          <a:graphicData uri="http://schemas.openxmlformats.org/drawingml/2006/table">
            <a:tbl>
              <a:tblPr/>
              <a:tblGrid>
                <a:gridCol w="1543050">
                  <a:extLst>
                    <a:ext uri="{9D8B030D-6E8A-4147-A177-3AD203B41FA5}">
                      <a16:colId xmlns:a16="http://schemas.microsoft.com/office/drawing/2014/main" val="2647744077"/>
                    </a:ext>
                  </a:extLst>
                </a:gridCol>
                <a:gridCol w="792163">
                  <a:extLst>
                    <a:ext uri="{9D8B030D-6E8A-4147-A177-3AD203B41FA5}">
                      <a16:colId xmlns:a16="http://schemas.microsoft.com/office/drawing/2014/main" val="3856035894"/>
                    </a:ext>
                  </a:extLst>
                </a:gridCol>
                <a:gridCol w="647700">
                  <a:extLst>
                    <a:ext uri="{9D8B030D-6E8A-4147-A177-3AD203B41FA5}">
                      <a16:colId xmlns:a16="http://schemas.microsoft.com/office/drawing/2014/main" val="1805849651"/>
                    </a:ext>
                  </a:extLst>
                </a:gridCol>
                <a:gridCol w="720725">
                  <a:extLst>
                    <a:ext uri="{9D8B030D-6E8A-4147-A177-3AD203B41FA5}">
                      <a16:colId xmlns:a16="http://schemas.microsoft.com/office/drawing/2014/main" val="2403009712"/>
                    </a:ext>
                  </a:extLst>
                </a:gridCol>
                <a:gridCol w="719137">
                  <a:extLst>
                    <a:ext uri="{9D8B030D-6E8A-4147-A177-3AD203B41FA5}">
                      <a16:colId xmlns:a16="http://schemas.microsoft.com/office/drawing/2014/main" val="1243461398"/>
                    </a:ext>
                  </a:extLst>
                </a:gridCol>
                <a:gridCol w="720725">
                  <a:extLst>
                    <a:ext uri="{9D8B030D-6E8A-4147-A177-3AD203B41FA5}">
                      <a16:colId xmlns:a16="http://schemas.microsoft.com/office/drawing/2014/main" val="904760585"/>
                    </a:ext>
                  </a:extLst>
                </a:gridCol>
              </a:tblGrid>
              <a:tr h="614363">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指数（下标</a:t>
                      </a:r>
                      <a:r>
                        <a:rPr kumimoji="0" lang="en-US" altLang="zh-CN"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i</a:t>
                      </a:r>
                      <a:r>
                        <a:rPr kumimoji="0"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a:t>
                      </a:r>
                    </a:p>
                  </a:txBody>
                  <a:tcPr marL="68580" marR="6858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6C4C8F"/>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rPr>
                        <a:t>0</a:t>
                      </a:r>
                      <a:endParaRPr kumimoji="0" lang="zh-CN"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rPr>
                        <a:t>1</a:t>
                      </a:r>
                      <a:endParaRPr kumimoji="0" lang="zh-CN"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rPr>
                        <a:t>2</a:t>
                      </a:r>
                      <a:endParaRPr kumimoji="0" lang="zh-CN"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rPr>
                        <a:t>3</a:t>
                      </a:r>
                      <a:endParaRPr kumimoji="0" lang="zh-CN"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rPr>
                        <a:t>4</a:t>
                      </a:r>
                      <a:endParaRPr kumimoji="0" lang="zh-CN"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EBE9EE"/>
                    </a:solidFill>
                  </a:tcPr>
                </a:tc>
                <a:extLst>
                  <a:ext uri="{0D108BD9-81ED-4DB2-BD59-A6C34878D82A}">
                    <a16:rowId xmlns:a16="http://schemas.microsoft.com/office/drawing/2014/main" val="4113655431"/>
                  </a:ext>
                </a:extLst>
              </a:tr>
              <a:tr h="609600">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系数</a:t>
                      </a:r>
                      <a:r>
                        <a:rPr kumimoji="0" lang="en-US" altLang="zh-CN"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p[i]</a:t>
                      </a:r>
                      <a:endParaRPr kumimoji="0" lang="zh-CN" altLang="zh-CN"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6C4C8F"/>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rPr>
                        <a:t>10</a:t>
                      </a:r>
                      <a:endParaRPr kumimoji="0" lang="zh-CN"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rPr>
                        <a:t>5</a:t>
                      </a:r>
                      <a:endParaRPr kumimoji="0" lang="zh-CN"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rPr>
                        <a:t>-4</a:t>
                      </a:r>
                      <a:endParaRPr kumimoji="0" lang="zh-CN"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rPr>
                        <a:t>3</a:t>
                      </a:r>
                      <a:endParaRPr kumimoji="0" lang="zh-CN"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rPr>
                        <a:t>2</a:t>
                      </a:r>
                      <a:endParaRPr kumimoji="0" lang="zh-CN" altLang="zh-CN" sz="2400" b="0" i="0" u="none" strike="noStrike" cap="none" normalizeH="0" baseline="0">
                        <a:ln>
                          <a:noFill/>
                        </a:ln>
                        <a:solidFill>
                          <a:srgbClr val="0D0D0D"/>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BE9EE"/>
                    </a:solidFill>
                  </a:tcPr>
                </a:tc>
                <a:extLst>
                  <a:ext uri="{0D108BD9-81ED-4DB2-BD59-A6C34878D82A}">
                    <a16:rowId xmlns:a16="http://schemas.microsoft.com/office/drawing/2014/main" val="3723964868"/>
                  </a:ext>
                </a:extLst>
              </a:tr>
            </a:tbl>
          </a:graphicData>
        </a:graphic>
      </p:graphicFrame>
      <p:sp>
        <p:nvSpPr>
          <p:cNvPr id="21530" name="Rectangle 154">
            <a:extLst>
              <a:ext uri="{FF2B5EF4-FFF2-40B4-BE49-F238E27FC236}">
                <a16:creationId xmlns:a16="http://schemas.microsoft.com/office/drawing/2014/main" id="{84E6EB68-72BF-4973-8FDF-393F47019E7D}"/>
              </a:ext>
            </a:extLst>
          </p:cNvPr>
          <p:cNvSpPr txBox="1">
            <a:spLocks noChangeArrowheads="1"/>
          </p:cNvSpPr>
          <p:nvPr/>
        </p:nvSpPr>
        <p:spPr bwMode="auto">
          <a:xfrm>
            <a:off x="798513" y="188913"/>
            <a:ext cx="52133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2.1 </a:t>
            </a:r>
            <a:r>
              <a:rPr lang="zh-CN" altLang="en-US" sz="2800">
                <a:solidFill>
                  <a:schemeClr val="bg1"/>
                </a:solidFill>
                <a:sym typeface="+mn-lt"/>
              </a:rPr>
              <a:t>：一元多项式的运算</a:t>
            </a:r>
          </a:p>
        </p:txBody>
      </p:sp>
      <p:sp>
        <p:nvSpPr>
          <p:cNvPr id="63" name="矩形 62">
            <a:extLst>
              <a:ext uri="{FF2B5EF4-FFF2-40B4-BE49-F238E27FC236}">
                <a16:creationId xmlns:a16="http://schemas.microsoft.com/office/drawing/2014/main" id="{92CAA09F-C294-4C2A-B9B3-9E31282BFD56}"/>
              </a:ext>
            </a:extLst>
          </p:cNvPr>
          <p:cNvSpPr>
            <a:spLocks noChangeArrowheads="1"/>
          </p:cNvSpPr>
          <p:nvPr/>
        </p:nvSpPr>
        <p:spPr bwMode="auto">
          <a:xfrm>
            <a:off x="257175" y="1533525"/>
            <a:ext cx="8491538" cy="461963"/>
          </a:xfrm>
          <a:prstGeom prst="rect">
            <a:avLst/>
          </a:prstGeom>
          <a:solidFill>
            <a:srgbClr val="6C4C8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i="1" dirty="0" err="1">
                <a:solidFill>
                  <a:schemeClr val="bg1"/>
                </a:solidFill>
                <a:latin typeface="+mn-lt"/>
                <a:ea typeface="+mn-ea"/>
                <a:cs typeface="+mn-ea"/>
                <a:sym typeface="+mn-lt"/>
              </a:rPr>
              <a:t>P</a:t>
            </a:r>
            <a:r>
              <a:rPr lang="en-US" altLang="zh-CN" i="1" baseline="-25000" dirty="0" err="1">
                <a:solidFill>
                  <a:schemeClr val="bg1"/>
                </a:solidFill>
                <a:latin typeface="+mn-lt"/>
                <a:ea typeface="+mn-ea"/>
                <a:cs typeface="+mn-ea"/>
                <a:sym typeface="+mn-lt"/>
              </a:rPr>
              <a:t>n</a:t>
            </a:r>
            <a:r>
              <a:rPr lang="en-US" altLang="zh-CN" dirty="0">
                <a:solidFill>
                  <a:schemeClr val="bg1"/>
                </a:solidFill>
                <a:latin typeface="+mn-lt"/>
                <a:ea typeface="+mn-ea"/>
                <a:cs typeface="+mn-ea"/>
                <a:sym typeface="+mn-lt"/>
              </a:rPr>
              <a:t>(</a:t>
            </a:r>
            <a:r>
              <a:rPr lang="en-US" altLang="zh-CN" i="1" dirty="0">
                <a:solidFill>
                  <a:schemeClr val="bg1"/>
                </a:solidFill>
                <a:latin typeface="+mn-lt"/>
                <a:ea typeface="+mn-ea"/>
                <a:cs typeface="+mn-ea"/>
                <a:sym typeface="+mn-lt"/>
              </a:rPr>
              <a:t>x</a:t>
            </a:r>
            <a:r>
              <a:rPr lang="en-US" altLang="zh-CN" dirty="0">
                <a:solidFill>
                  <a:schemeClr val="bg1"/>
                </a:solidFill>
                <a:latin typeface="+mn-lt"/>
                <a:ea typeface="+mn-ea"/>
                <a:cs typeface="+mn-ea"/>
                <a:sym typeface="+mn-lt"/>
              </a:rPr>
              <a:t>) = </a:t>
            </a:r>
            <a:r>
              <a:rPr lang="en-US" altLang="zh-CN" i="1" dirty="0">
                <a:solidFill>
                  <a:schemeClr val="bg1"/>
                </a:solidFill>
                <a:latin typeface="+mn-lt"/>
                <a:ea typeface="+mn-ea"/>
                <a:cs typeface="+mn-ea"/>
                <a:sym typeface="+mn-lt"/>
              </a:rPr>
              <a:t>p</a:t>
            </a:r>
            <a:r>
              <a:rPr lang="en-US" altLang="zh-CN" baseline="-25000" dirty="0">
                <a:solidFill>
                  <a:schemeClr val="bg1"/>
                </a:solidFill>
                <a:latin typeface="+mn-lt"/>
                <a:ea typeface="+mn-ea"/>
                <a:cs typeface="+mn-ea"/>
                <a:sym typeface="+mn-lt"/>
              </a:rPr>
              <a:t>0</a:t>
            </a:r>
            <a:r>
              <a:rPr lang="en-US" altLang="zh-CN" dirty="0">
                <a:solidFill>
                  <a:schemeClr val="bg1"/>
                </a:solidFill>
                <a:latin typeface="+mn-lt"/>
                <a:ea typeface="+mn-ea"/>
                <a:cs typeface="+mn-ea"/>
                <a:sym typeface="+mn-lt"/>
              </a:rPr>
              <a:t> + </a:t>
            </a:r>
            <a:r>
              <a:rPr lang="en-US" altLang="zh-CN" i="1" dirty="0">
                <a:solidFill>
                  <a:schemeClr val="bg1"/>
                </a:solidFill>
                <a:latin typeface="+mn-lt"/>
                <a:ea typeface="+mn-ea"/>
                <a:cs typeface="+mn-ea"/>
                <a:sym typeface="+mn-lt"/>
              </a:rPr>
              <a:t>p</a:t>
            </a:r>
            <a:r>
              <a:rPr lang="en-US" altLang="zh-CN" baseline="-25000" dirty="0">
                <a:solidFill>
                  <a:schemeClr val="bg1"/>
                </a:solidFill>
                <a:latin typeface="+mn-lt"/>
                <a:ea typeface="+mn-ea"/>
                <a:cs typeface="+mn-ea"/>
                <a:sym typeface="+mn-lt"/>
              </a:rPr>
              <a:t>1</a:t>
            </a:r>
            <a:r>
              <a:rPr lang="en-US" altLang="zh-CN" dirty="0">
                <a:solidFill>
                  <a:schemeClr val="bg1"/>
                </a:solidFill>
                <a:latin typeface="+mn-lt"/>
                <a:ea typeface="+mn-ea"/>
                <a:cs typeface="+mn-ea"/>
                <a:sym typeface="+mn-lt"/>
              </a:rPr>
              <a:t>x + </a:t>
            </a:r>
            <a:r>
              <a:rPr lang="en-US" altLang="zh-CN" i="1" dirty="0">
                <a:solidFill>
                  <a:schemeClr val="bg1"/>
                </a:solidFill>
                <a:latin typeface="+mn-lt"/>
                <a:ea typeface="+mn-ea"/>
                <a:cs typeface="+mn-ea"/>
                <a:sym typeface="+mn-lt"/>
              </a:rPr>
              <a:t>p</a:t>
            </a:r>
            <a:r>
              <a:rPr lang="en-US" altLang="zh-CN" baseline="-25000" dirty="0">
                <a:solidFill>
                  <a:schemeClr val="bg1"/>
                </a:solidFill>
                <a:latin typeface="+mn-lt"/>
                <a:ea typeface="+mn-ea"/>
                <a:cs typeface="+mn-ea"/>
                <a:sym typeface="+mn-lt"/>
              </a:rPr>
              <a:t>2</a:t>
            </a:r>
            <a:r>
              <a:rPr lang="en-US" altLang="zh-CN" i="1" dirty="0">
                <a:solidFill>
                  <a:schemeClr val="bg1"/>
                </a:solidFill>
                <a:latin typeface="+mn-lt"/>
                <a:ea typeface="+mn-ea"/>
                <a:cs typeface="+mn-ea"/>
                <a:sym typeface="+mn-lt"/>
              </a:rPr>
              <a:t>x</a:t>
            </a:r>
            <a:r>
              <a:rPr lang="en-US" altLang="zh-CN" baseline="30000" dirty="0">
                <a:solidFill>
                  <a:schemeClr val="bg1"/>
                </a:solidFill>
                <a:latin typeface="+mn-lt"/>
                <a:ea typeface="+mn-ea"/>
                <a:cs typeface="+mn-ea"/>
                <a:sym typeface="+mn-lt"/>
              </a:rPr>
              <a:t>2</a:t>
            </a:r>
            <a:r>
              <a:rPr lang="en-US" altLang="zh-CN" dirty="0">
                <a:solidFill>
                  <a:schemeClr val="bg1"/>
                </a:solidFill>
                <a:latin typeface="+mn-lt"/>
                <a:ea typeface="+mn-ea"/>
                <a:cs typeface="+mn-ea"/>
                <a:sym typeface="+mn-lt"/>
              </a:rPr>
              <a:t> + … + </a:t>
            </a:r>
            <a:r>
              <a:rPr lang="en-US" altLang="zh-CN" i="1" dirty="0" err="1">
                <a:solidFill>
                  <a:schemeClr val="bg1"/>
                </a:solidFill>
                <a:latin typeface="+mn-lt"/>
                <a:ea typeface="+mn-ea"/>
                <a:cs typeface="+mn-ea"/>
                <a:sym typeface="+mn-lt"/>
              </a:rPr>
              <a:t>p</a:t>
            </a:r>
            <a:r>
              <a:rPr lang="en-US" altLang="zh-CN" i="1" baseline="-25000" dirty="0" err="1">
                <a:solidFill>
                  <a:schemeClr val="bg1"/>
                </a:solidFill>
                <a:latin typeface="+mn-lt"/>
                <a:ea typeface="+mn-ea"/>
                <a:cs typeface="+mn-ea"/>
                <a:sym typeface="+mn-lt"/>
              </a:rPr>
              <a:t>n</a:t>
            </a:r>
            <a:r>
              <a:rPr lang="en-US" altLang="zh-CN" i="1" dirty="0" err="1">
                <a:solidFill>
                  <a:schemeClr val="bg1"/>
                </a:solidFill>
                <a:latin typeface="+mn-lt"/>
                <a:ea typeface="+mn-ea"/>
                <a:cs typeface="+mn-ea"/>
                <a:sym typeface="+mn-lt"/>
              </a:rPr>
              <a:t>x</a:t>
            </a:r>
            <a:r>
              <a:rPr lang="en-US" altLang="zh-CN" i="1" baseline="30000" dirty="0" err="1">
                <a:solidFill>
                  <a:schemeClr val="bg1"/>
                </a:solidFill>
                <a:latin typeface="+mn-lt"/>
                <a:ea typeface="+mn-ea"/>
                <a:cs typeface="+mn-ea"/>
                <a:sym typeface="+mn-lt"/>
              </a:rPr>
              <a:t>n</a:t>
            </a:r>
            <a:endParaRPr lang="zh-CN" altLang="en-US" dirty="0">
              <a:solidFill>
                <a:schemeClr val="bg1"/>
              </a:solidFill>
              <a:latin typeface="+mn-lt"/>
              <a:ea typeface="+mn-ea"/>
              <a:cs typeface="+mn-ea"/>
              <a:sym typeface="+mn-lt"/>
            </a:endParaRPr>
          </a:p>
        </p:txBody>
      </p:sp>
      <p:sp>
        <p:nvSpPr>
          <p:cNvPr id="21538" name="矩形 64">
            <a:extLst>
              <a:ext uri="{FF2B5EF4-FFF2-40B4-BE49-F238E27FC236}">
                <a16:creationId xmlns:a16="http://schemas.microsoft.com/office/drawing/2014/main" id="{B3638829-2046-47CC-A064-FBEECDBF41C0}"/>
              </a:ext>
            </a:extLst>
          </p:cNvPr>
          <p:cNvSpPr>
            <a:spLocks noChangeArrowheads="1"/>
          </p:cNvSpPr>
          <p:nvPr/>
        </p:nvSpPr>
        <p:spPr bwMode="auto">
          <a:xfrm>
            <a:off x="868363" y="2252663"/>
            <a:ext cx="7772400" cy="461962"/>
          </a:xfrm>
          <a:prstGeom prst="rect">
            <a:avLst/>
          </a:prstGeom>
          <a:solidFill>
            <a:schemeClr val="bg2">
              <a:lumMod val="20000"/>
              <a:lumOff val="80000"/>
            </a:schemeClr>
          </a:solidFill>
          <a:ln>
            <a:noFill/>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a:sym typeface="+mn-lt"/>
              </a:rPr>
              <a:t>线性表</a:t>
            </a:r>
            <a:r>
              <a:rPr lang="en-US" altLang="zh-CN">
                <a:sym typeface="+mn-lt"/>
              </a:rPr>
              <a:t>P = (p</a:t>
            </a:r>
            <a:r>
              <a:rPr lang="en-US" altLang="zh-CN" baseline="-25000">
                <a:sym typeface="+mn-lt"/>
              </a:rPr>
              <a:t>0</a:t>
            </a:r>
            <a:r>
              <a:rPr lang="en-US" altLang="zh-CN">
                <a:sym typeface="+mn-lt"/>
              </a:rPr>
              <a:t>,p</a:t>
            </a:r>
            <a:r>
              <a:rPr lang="en-US" altLang="zh-CN" baseline="-25000">
                <a:sym typeface="+mn-lt"/>
              </a:rPr>
              <a:t>1</a:t>
            </a:r>
            <a:r>
              <a:rPr lang="en-US" altLang="zh-CN">
                <a:sym typeface="+mn-lt"/>
              </a:rPr>
              <a:t>,p</a:t>
            </a:r>
            <a:r>
              <a:rPr lang="en-US" altLang="zh-CN" baseline="-25000">
                <a:sym typeface="+mn-lt"/>
              </a:rPr>
              <a:t>2</a:t>
            </a:r>
            <a:r>
              <a:rPr lang="en-US" altLang="zh-CN">
                <a:sym typeface="+mn-lt"/>
              </a:rPr>
              <a:t>,…,p</a:t>
            </a:r>
            <a:r>
              <a:rPr lang="en-US" altLang="zh-CN" baseline="-25000">
                <a:sym typeface="+mn-lt"/>
              </a:rPr>
              <a:t>n</a:t>
            </a:r>
            <a:r>
              <a:rPr lang="en-US" altLang="zh-CN">
                <a:sym typeface="+mn-lt"/>
              </a:rPr>
              <a:t>)</a:t>
            </a:r>
            <a:endParaRPr lang="zh-CN" altLang="en-US">
              <a:sym typeface="+mn-lt"/>
            </a:endParaRPr>
          </a:p>
        </p:txBody>
      </p:sp>
      <p:sp>
        <p:nvSpPr>
          <p:cNvPr id="44062" name="矩形 74">
            <a:extLst>
              <a:ext uri="{FF2B5EF4-FFF2-40B4-BE49-F238E27FC236}">
                <a16:creationId xmlns:a16="http://schemas.microsoft.com/office/drawing/2014/main" id="{F10CC320-ED49-424B-91F4-79BA903F7041}"/>
              </a:ext>
            </a:extLst>
          </p:cNvPr>
          <p:cNvSpPr>
            <a:spLocks noChangeArrowheads="1"/>
          </p:cNvSpPr>
          <p:nvPr/>
        </p:nvSpPr>
        <p:spPr bwMode="auto">
          <a:xfrm>
            <a:off x="257175" y="3362325"/>
            <a:ext cx="5143500" cy="461963"/>
          </a:xfrm>
          <a:prstGeom prst="rect">
            <a:avLst/>
          </a:prstGeom>
          <a:solidFill>
            <a:schemeClr val="bg2">
              <a:lumMod val="20000"/>
              <a:lumOff val="80000"/>
            </a:schemeClr>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i="1">
                <a:latin typeface="+mn-lt"/>
                <a:ea typeface="+mn-ea"/>
                <a:cs typeface="+mn-ea"/>
                <a:sym typeface="+mn-lt"/>
              </a:rPr>
              <a:t>P</a:t>
            </a:r>
            <a:r>
              <a:rPr lang="en-US" altLang="zh-CN">
                <a:latin typeface="+mn-lt"/>
                <a:ea typeface="+mn-ea"/>
                <a:cs typeface="+mn-ea"/>
                <a:sym typeface="+mn-lt"/>
              </a:rPr>
              <a:t>(</a:t>
            </a:r>
            <a:r>
              <a:rPr lang="en-US" altLang="zh-CN" i="1">
                <a:latin typeface="+mn-lt"/>
                <a:ea typeface="+mn-ea"/>
                <a:cs typeface="+mn-ea"/>
                <a:sym typeface="+mn-lt"/>
              </a:rPr>
              <a:t>x</a:t>
            </a:r>
            <a:r>
              <a:rPr lang="en-US" altLang="zh-CN">
                <a:latin typeface="+mn-lt"/>
                <a:ea typeface="+mn-ea"/>
                <a:cs typeface="+mn-ea"/>
                <a:sym typeface="+mn-lt"/>
              </a:rPr>
              <a:t>) = 10 + 5x - 4</a:t>
            </a:r>
            <a:r>
              <a:rPr lang="en-US" altLang="zh-CN" i="1">
                <a:latin typeface="+mn-lt"/>
                <a:ea typeface="+mn-ea"/>
                <a:cs typeface="+mn-ea"/>
                <a:sym typeface="+mn-lt"/>
              </a:rPr>
              <a:t>x</a:t>
            </a:r>
            <a:r>
              <a:rPr lang="en-US" altLang="zh-CN" baseline="30000">
                <a:latin typeface="+mn-lt"/>
                <a:ea typeface="+mn-ea"/>
                <a:cs typeface="+mn-ea"/>
                <a:sym typeface="+mn-lt"/>
              </a:rPr>
              <a:t>2</a:t>
            </a:r>
            <a:r>
              <a:rPr lang="en-US" altLang="zh-CN">
                <a:latin typeface="+mn-lt"/>
                <a:ea typeface="+mn-ea"/>
                <a:cs typeface="+mn-ea"/>
                <a:sym typeface="+mn-lt"/>
              </a:rPr>
              <a:t> + 3</a:t>
            </a:r>
            <a:r>
              <a:rPr lang="en-US" altLang="zh-CN" i="1">
                <a:latin typeface="+mn-lt"/>
                <a:ea typeface="+mn-ea"/>
                <a:cs typeface="+mn-ea"/>
                <a:sym typeface="+mn-lt"/>
              </a:rPr>
              <a:t>x</a:t>
            </a:r>
            <a:r>
              <a:rPr lang="en-US" altLang="zh-CN" baseline="30000">
                <a:latin typeface="+mn-lt"/>
                <a:ea typeface="+mn-ea"/>
                <a:cs typeface="+mn-ea"/>
                <a:sym typeface="+mn-lt"/>
              </a:rPr>
              <a:t>3</a:t>
            </a:r>
            <a:r>
              <a:rPr lang="en-US" altLang="zh-CN">
                <a:latin typeface="+mn-lt"/>
                <a:ea typeface="+mn-ea"/>
                <a:cs typeface="+mn-ea"/>
                <a:sym typeface="+mn-lt"/>
              </a:rPr>
              <a:t> + 2</a:t>
            </a:r>
            <a:r>
              <a:rPr lang="en-US" altLang="zh-CN" i="1">
                <a:latin typeface="+mn-lt"/>
                <a:ea typeface="+mn-ea"/>
                <a:cs typeface="+mn-ea"/>
                <a:sym typeface="+mn-lt"/>
              </a:rPr>
              <a:t>x</a:t>
            </a:r>
            <a:r>
              <a:rPr lang="en-US" altLang="zh-CN" baseline="30000">
                <a:latin typeface="+mn-lt"/>
                <a:ea typeface="+mn-ea"/>
                <a:cs typeface="+mn-ea"/>
                <a:sym typeface="+mn-lt"/>
              </a:rPr>
              <a:t>4</a:t>
            </a:r>
            <a:endParaRPr lang="zh-CN" altLang="en-US">
              <a:latin typeface="+mn-lt"/>
              <a:ea typeface="+mn-ea"/>
              <a:cs typeface="+mn-ea"/>
              <a:sym typeface="+mn-lt"/>
            </a:endParaRPr>
          </a:p>
        </p:txBody>
      </p:sp>
      <p:grpSp>
        <p:nvGrpSpPr>
          <p:cNvPr id="3" name="组合 14">
            <a:extLst>
              <a:ext uri="{FF2B5EF4-FFF2-40B4-BE49-F238E27FC236}">
                <a16:creationId xmlns:a16="http://schemas.microsoft.com/office/drawing/2014/main" id="{1A4A92DD-487F-E342-8E6B-268B6A303F22}"/>
              </a:ext>
            </a:extLst>
          </p:cNvPr>
          <p:cNvGrpSpPr>
            <a:grpSpLocks/>
          </p:cNvGrpSpPr>
          <p:nvPr/>
        </p:nvGrpSpPr>
        <p:grpSpPr bwMode="auto">
          <a:xfrm>
            <a:off x="5400675" y="3357563"/>
            <a:ext cx="3348038" cy="2185987"/>
            <a:chOff x="5786438" y="3852255"/>
            <a:chExt cx="2432312" cy="2186130"/>
          </a:xfrm>
        </p:grpSpPr>
        <p:sp>
          <p:nvSpPr>
            <p:cNvPr id="21536" name="矩形 75">
              <a:extLst>
                <a:ext uri="{FF2B5EF4-FFF2-40B4-BE49-F238E27FC236}">
                  <a16:creationId xmlns:a16="http://schemas.microsoft.com/office/drawing/2014/main" id="{C485ADFE-6DAD-4432-B588-ABDA351F7F75}"/>
                </a:ext>
              </a:extLst>
            </p:cNvPr>
            <p:cNvSpPr>
              <a:spLocks noChangeArrowheads="1"/>
            </p:cNvSpPr>
            <p:nvPr/>
          </p:nvSpPr>
          <p:spPr bwMode="auto">
            <a:xfrm>
              <a:off x="6331950" y="3852255"/>
              <a:ext cx="1886800" cy="2186130"/>
            </a:xfrm>
            <a:prstGeom prst="roundRect">
              <a:avLst/>
            </a:prstGeom>
            <a:solidFill>
              <a:schemeClr val="bg2">
                <a:lumMod val="20000"/>
                <a:lumOff val="8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a:solidFill>
                    <a:srgbClr val="FF0000"/>
                  </a:solidFill>
                  <a:sym typeface="+mn-lt"/>
                </a:rPr>
                <a:t>数组表示</a:t>
              </a:r>
              <a:endParaRPr lang="en-US" altLang="zh-CN">
                <a:solidFill>
                  <a:srgbClr val="FF0000"/>
                </a:solidFill>
                <a:sym typeface="+mn-lt"/>
              </a:endParaRPr>
            </a:p>
            <a:p>
              <a:pPr>
                <a:spcBef>
                  <a:spcPct val="20000"/>
                </a:spcBef>
              </a:pPr>
              <a:r>
                <a:rPr lang="zh-CN" altLang="en-US">
                  <a:sym typeface="+mn-lt"/>
                </a:rPr>
                <a:t>（每一项的指数</a:t>
              </a:r>
              <a:r>
                <a:rPr lang="en-US" altLang="zh-CN" i="1">
                  <a:sym typeface="+mn-lt"/>
                </a:rPr>
                <a:t>i</a:t>
              </a:r>
              <a:r>
                <a:rPr lang="zh-CN" altLang="en-US">
                  <a:sym typeface="+mn-lt"/>
                </a:rPr>
                <a:t>隐含在其系数</a:t>
              </a:r>
              <a:r>
                <a:rPr lang="en-US" altLang="zh-CN" i="1">
                  <a:sym typeface="+mn-lt"/>
                </a:rPr>
                <a:t>p</a:t>
              </a:r>
              <a:r>
                <a:rPr lang="en-US" altLang="zh-CN" i="1" baseline="-30000">
                  <a:sym typeface="+mn-lt"/>
                </a:rPr>
                <a:t>i</a:t>
              </a:r>
              <a:r>
                <a:rPr lang="zh-CN" altLang="en-US">
                  <a:sym typeface="+mn-lt"/>
                </a:rPr>
                <a:t>的序号中）</a:t>
              </a:r>
            </a:p>
          </p:txBody>
        </p:sp>
        <p:sp>
          <p:nvSpPr>
            <p:cNvPr id="2" name="右弧形箭头 76">
              <a:extLst>
                <a:ext uri="{FF2B5EF4-FFF2-40B4-BE49-F238E27FC236}">
                  <a16:creationId xmlns:a16="http://schemas.microsoft.com/office/drawing/2014/main" id="{15DFDC56-3612-4FCD-A6D0-70CAAFF2E16A}"/>
                </a:ext>
              </a:extLst>
            </p:cNvPr>
            <p:cNvSpPr>
              <a:spLocks noChangeArrowheads="1"/>
            </p:cNvSpPr>
            <p:nvPr/>
          </p:nvSpPr>
          <p:spPr bwMode="auto">
            <a:xfrm>
              <a:off x="5786438" y="4045943"/>
              <a:ext cx="429028" cy="1759065"/>
            </a:xfrm>
            <a:prstGeom prst="curvedLeftArrow">
              <a:avLst>
                <a:gd name="adj1" fmla="val 24980"/>
                <a:gd name="adj2" fmla="val 49923"/>
                <a:gd name="adj3" fmla="val 33278"/>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box(in)">
                                      <p:cBhvr>
                                        <p:cTn id="7" dur="500"/>
                                        <p:tgtEl>
                                          <p:spTgt spid="6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4062"/>
                                        </p:tgtEl>
                                        <p:attrNameLst>
                                          <p:attrName>style.visibility</p:attrName>
                                        </p:attrNameLst>
                                      </p:cBhvr>
                                      <p:to>
                                        <p:strVal val="visible"/>
                                      </p:to>
                                    </p:set>
                                    <p:anim calcmode="lin" valueType="num">
                                      <p:cBhvr additive="base">
                                        <p:cTn id="12" dur="500" fill="hold"/>
                                        <p:tgtEl>
                                          <p:spTgt spid="44062"/>
                                        </p:tgtEl>
                                        <p:attrNameLst>
                                          <p:attrName>ppt_x</p:attrName>
                                        </p:attrNameLst>
                                      </p:cBhvr>
                                      <p:tavLst>
                                        <p:tav tm="0">
                                          <p:val>
                                            <p:strVal val="#ppt_x"/>
                                          </p:val>
                                        </p:tav>
                                        <p:tav tm="100000">
                                          <p:val>
                                            <p:strVal val="#ppt_x"/>
                                          </p:val>
                                        </p:tav>
                                      </p:tavLst>
                                    </p:anim>
                                    <p:anim calcmode="lin" valueType="num">
                                      <p:cBhvr additive="base">
                                        <p:cTn id="13" dur="500" fill="hold"/>
                                        <p:tgtEl>
                                          <p:spTgt spid="44062"/>
                                        </p:tgtEl>
                                        <p:attrNameLst>
                                          <p:attrName>ppt_y</p:attrName>
                                        </p:attrNameLst>
                                      </p:cBhvr>
                                      <p:tavLst>
                                        <p:tav tm="0">
                                          <p:val>
                                            <p:strVal val="1+#ppt_h/2"/>
                                          </p:val>
                                        </p:tav>
                                        <p:tav tm="100000">
                                          <p:val>
                                            <p:strVal val="#ppt_y"/>
                                          </p:val>
                                        </p:tav>
                                      </p:tavLst>
                                    </p:anim>
                                  </p:childTnLst>
                                </p:cTn>
                              </p:par>
                            </p:childTnLst>
                          </p:cTn>
                        </p:par>
                      </p:childTnLst>
                    </p:cTn>
                  </p:par>
                  <p:par>
                    <p:cTn id="14" fill="hold" nodeType="clickPar">
                      <p:stCondLst>
                        <p:cond delay="indefinite"/>
                      </p:stCondLst>
                      <p:childTnLst>
                        <p:par>
                          <p:cTn id="15" fill="hold" nodeType="withGroup">
                            <p:stCondLst>
                              <p:cond delay="0"/>
                            </p:stCondLst>
                            <p:childTnLst>
                              <p:par>
                                <p:cTn id="16" presetID="2" presetClass="entr" presetSubtype="4" fill="hold" nodeType="clickEffect">
                                  <p:stCondLst>
                                    <p:cond delay="0"/>
                                  </p:stCondLst>
                                  <p:childTnLst>
                                    <p:set>
                                      <p:cBhvr>
                                        <p:cTn id="17" dur="1" fill="hold">
                                          <p:stCondLst>
                                            <p:cond delay="0"/>
                                          </p:stCondLst>
                                        </p:cTn>
                                        <p:tgtEl>
                                          <p:spTgt spid="3"/>
                                        </p:tgtEl>
                                        <p:attrNameLst>
                                          <p:attrName>style.visibility</p:attrName>
                                        </p:attrNameLst>
                                      </p:cBhvr>
                                      <p:to>
                                        <p:strVal val="visible"/>
                                      </p:to>
                                    </p:set>
                                    <p:anim calcmode="lin" valueType="num">
                                      <p:cBhvr additive="base">
                                        <p:cTn id="18" dur="500" fill="hold"/>
                                        <p:tgtEl>
                                          <p:spTgt spid="3"/>
                                        </p:tgtEl>
                                        <p:attrNameLst>
                                          <p:attrName>ppt_x</p:attrName>
                                        </p:attrNameLst>
                                      </p:cBhvr>
                                      <p:tavLst>
                                        <p:tav tm="0">
                                          <p:val>
                                            <p:strVal val="#ppt_x"/>
                                          </p:val>
                                        </p:tav>
                                        <p:tav tm="100000">
                                          <p:val>
                                            <p:strVal val="#ppt_x"/>
                                          </p:val>
                                        </p:tav>
                                      </p:tavLst>
                                    </p:anim>
                                    <p:anim calcmode="lin" valueType="num">
                                      <p:cBhvr additive="base">
                                        <p:cTn id="19"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P spid="4406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矩形 2">
            <a:extLst>
              <a:ext uri="{FF2B5EF4-FFF2-40B4-BE49-F238E27FC236}">
                <a16:creationId xmlns:a16="http://schemas.microsoft.com/office/drawing/2014/main" id="{43B4FA37-50DE-49FF-98E8-7C5EAF4D2B73}"/>
              </a:ext>
            </a:extLst>
          </p:cNvPr>
          <p:cNvSpPr>
            <a:spLocks noChangeArrowheads="1"/>
          </p:cNvSpPr>
          <p:nvPr/>
        </p:nvSpPr>
        <p:spPr bwMode="auto">
          <a:xfrm>
            <a:off x="539750" y="1468438"/>
            <a:ext cx="8066088" cy="461962"/>
          </a:xfrm>
          <a:prstGeom prst="rect">
            <a:avLst/>
          </a:prstGeom>
          <a:solidFill>
            <a:srgbClr val="6C4C8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i="1">
                <a:solidFill>
                  <a:schemeClr val="bg1"/>
                </a:solidFill>
                <a:latin typeface="+mn-lt"/>
                <a:ea typeface="+mn-ea"/>
                <a:cs typeface="+mn-ea"/>
                <a:sym typeface="+mn-lt"/>
              </a:rPr>
              <a:t>R</a:t>
            </a:r>
            <a:r>
              <a:rPr lang="en-US" altLang="zh-CN" i="1" baseline="-30000">
                <a:solidFill>
                  <a:schemeClr val="bg1"/>
                </a:solidFill>
                <a:latin typeface="+mn-lt"/>
                <a:ea typeface="+mn-ea"/>
                <a:cs typeface="+mn-ea"/>
                <a:sym typeface="+mn-lt"/>
              </a:rPr>
              <a:t>n</a:t>
            </a:r>
            <a:r>
              <a:rPr lang="en-US" altLang="zh-CN">
                <a:solidFill>
                  <a:schemeClr val="bg1"/>
                </a:solidFill>
                <a:latin typeface="+mn-lt"/>
                <a:ea typeface="+mn-ea"/>
                <a:cs typeface="+mn-ea"/>
                <a:sym typeface="+mn-lt"/>
              </a:rPr>
              <a:t>(</a:t>
            </a:r>
            <a:r>
              <a:rPr lang="en-US" altLang="zh-CN" i="1">
                <a:solidFill>
                  <a:schemeClr val="bg1"/>
                </a:solidFill>
                <a:latin typeface="+mn-lt"/>
                <a:ea typeface="+mn-ea"/>
                <a:cs typeface="+mn-ea"/>
                <a:sym typeface="+mn-lt"/>
              </a:rPr>
              <a:t>x</a:t>
            </a:r>
            <a:r>
              <a:rPr lang="en-US" altLang="zh-CN">
                <a:solidFill>
                  <a:schemeClr val="bg1"/>
                </a:solidFill>
                <a:latin typeface="+mn-lt"/>
                <a:ea typeface="+mn-ea"/>
                <a:cs typeface="+mn-ea"/>
                <a:sym typeface="+mn-lt"/>
              </a:rPr>
              <a:t>) = </a:t>
            </a:r>
            <a:r>
              <a:rPr lang="en-US" altLang="zh-CN" i="1">
                <a:solidFill>
                  <a:schemeClr val="bg1"/>
                </a:solidFill>
                <a:latin typeface="+mn-lt"/>
                <a:ea typeface="+mn-ea"/>
                <a:cs typeface="+mn-ea"/>
                <a:sym typeface="+mn-lt"/>
              </a:rPr>
              <a:t>P</a:t>
            </a:r>
            <a:r>
              <a:rPr lang="en-US" altLang="zh-CN" i="1" baseline="-30000">
                <a:solidFill>
                  <a:schemeClr val="bg1"/>
                </a:solidFill>
                <a:latin typeface="+mn-lt"/>
                <a:ea typeface="+mn-ea"/>
                <a:cs typeface="+mn-ea"/>
                <a:sym typeface="+mn-lt"/>
              </a:rPr>
              <a:t>n</a:t>
            </a:r>
            <a:r>
              <a:rPr lang="en-US" altLang="zh-CN">
                <a:solidFill>
                  <a:schemeClr val="bg1"/>
                </a:solidFill>
                <a:latin typeface="+mn-lt"/>
                <a:ea typeface="+mn-ea"/>
                <a:cs typeface="+mn-ea"/>
                <a:sym typeface="+mn-lt"/>
              </a:rPr>
              <a:t>(</a:t>
            </a:r>
            <a:r>
              <a:rPr lang="en-US" altLang="zh-CN" i="1">
                <a:solidFill>
                  <a:schemeClr val="bg1"/>
                </a:solidFill>
                <a:latin typeface="+mn-lt"/>
                <a:ea typeface="+mn-ea"/>
                <a:cs typeface="+mn-ea"/>
                <a:sym typeface="+mn-lt"/>
              </a:rPr>
              <a:t>x</a:t>
            </a:r>
            <a:r>
              <a:rPr lang="en-US" altLang="zh-CN">
                <a:solidFill>
                  <a:schemeClr val="bg1"/>
                </a:solidFill>
                <a:latin typeface="+mn-lt"/>
                <a:ea typeface="+mn-ea"/>
                <a:cs typeface="+mn-ea"/>
                <a:sym typeface="+mn-lt"/>
              </a:rPr>
              <a:t>) + </a:t>
            </a:r>
            <a:r>
              <a:rPr lang="en-US" altLang="zh-CN" i="1">
                <a:solidFill>
                  <a:schemeClr val="bg1"/>
                </a:solidFill>
                <a:latin typeface="+mn-lt"/>
                <a:ea typeface="+mn-ea"/>
                <a:cs typeface="+mn-ea"/>
                <a:sym typeface="+mn-lt"/>
              </a:rPr>
              <a:t>Q</a:t>
            </a:r>
            <a:r>
              <a:rPr lang="en-US" altLang="zh-CN" i="1" baseline="-30000">
                <a:solidFill>
                  <a:schemeClr val="bg1"/>
                </a:solidFill>
                <a:latin typeface="+mn-lt"/>
                <a:ea typeface="+mn-ea"/>
                <a:cs typeface="+mn-ea"/>
                <a:sym typeface="+mn-lt"/>
              </a:rPr>
              <a:t>m</a:t>
            </a:r>
            <a:r>
              <a:rPr lang="en-US" altLang="zh-CN">
                <a:solidFill>
                  <a:schemeClr val="bg1"/>
                </a:solidFill>
                <a:latin typeface="+mn-lt"/>
                <a:ea typeface="+mn-ea"/>
                <a:cs typeface="+mn-ea"/>
                <a:sym typeface="+mn-lt"/>
              </a:rPr>
              <a:t>(</a:t>
            </a:r>
            <a:r>
              <a:rPr lang="en-US" altLang="zh-CN" i="1">
                <a:solidFill>
                  <a:schemeClr val="bg1"/>
                </a:solidFill>
                <a:latin typeface="+mn-lt"/>
                <a:ea typeface="+mn-ea"/>
                <a:cs typeface="+mn-ea"/>
                <a:sym typeface="+mn-lt"/>
              </a:rPr>
              <a:t>x</a:t>
            </a:r>
            <a:r>
              <a:rPr lang="en-US" altLang="zh-CN">
                <a:solidFill>
                  <a:schemeClr val="bg1"/>
                </a:solidFill>
                <a:latin typeface="+mn-lt"/>
                <a:ea typeface="+mn-ea"/>
                <a:cs typeface="+mn-ea"/>
                <a:sym typeface="+mn-lt"/>
              </a:rPr>
              <a:t>)</a:t>
            </a:r>
            <a:endParaRPr lang="zh-CN" altLang="en-US">
              <a:solidFill>
                <a:schemeClr val="bg1"/>
              </a:solidFill>
              <a:latin typeface="+mn-lt"/>
              <a:ea typeface="+mn-ea"/>
              <a:cs typeface="+mn-ea"/>
              <a:sym typeface="+mn-lt"/>
            </a:endParaRPr>
          </a:p>
        </p:txBody>
      </p:sp>
      <p:sp>
        <p:nvSpPr>
          <p:cNvPr id="22536" name="矩形 4">
            <a:extLst>
              <a:ext uri="{FF2B5EF4-FFF2-40B4-BE49-F238E27FC236}">
                <a16:creationId xmlns:a16="http://schemas.microsoft.com/office/drawing/2014/main" id="{A1C0CE81-ADC9-409A-A0D1-99F7D546A33B}"/>
              </a:ext>
            </a:extLst>
          </p:cNvPr>
          <p:cNvSpPr>
            <a:spLocks noChangeArrowheads="1"/>
          </p:cNvSpPr>
          <p:nvPr/>
        </p:nvSpPr>
        <p:spPr bwMode="auto">
          <a:xfrm>
            <a:off x="539750" y="1925638"/>
            <a:ext cx="8050213" cy="525462"/>
          </a:xfrm>
          <a:prstGeom prst="rect">
            <a:avLst/>
          </a:prstGeom>
          <a:solidFill>
            <a:schemeClr val="bg2">
              <a:lumMod val="20000"/>
              <a:lumOff val="80000"/>
            </a:schemeClr>
          </a:solidFill>
          <a:ln>
            <a:noFill/>
          </a:ln>
        </p:spPr>
        <p:txBody>
          <a:bodyPr>
            <a:spAutoFit/>
          </a:bodyPr>
          <a:lstStyle>
            <a:lvl1pPr indent="254000">
              <a:lnSpc>
                <a:spcPct val="130000"/>
              </a:lnSpc>
              <a:tabLst>
                <a:tab pos="2667000" algn="ctr"/>
                <a:tab pos="5334000" algn="r"/>
              </a:tabLst>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tabLst>
                <a:tab pos="2667000" algn="ctr"/>
                <a:tab pos="5334000" algn="r"/>
              </a:tabLst>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tabLst>
                <a:tab pos="2667000" algn="ctr"/>
                <a:tab pos="5334000" algn="r"/>
              </a:tabLst>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tabLst>
                <a:tab pos="2667000" algn="ctr"/>
                <a:tab pos="5334000" algn="r"/>
              </a:tabLst>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tabLst>
                <a:tab pos="2667000" algn="ctr"/>
                <a:tab pos="5334000" algn="r"/>
              </a:tabLst>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tabLst>
                <a:tab pos="2667000" algn="ctr"/>
                <a:tab pos="5334000" algn="r"/>
              </a:tabLst>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tabLst>
                <a:tab pos="2667000" algn="ctr"/>
                <a:tab pos="5334000" algn="r"/>
              </a:tabLst>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tabLst>
                <a:tab pos="2667000" algn="ctr"/>
                <a:tab pos="5334000" algn="r"/>
              </a:tabLst>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tabLst>
                <a:tab pos="2667000" algn="ctr"/>
                <a:tab pos="5334000" algn="r"/>
              </a:tabLst>
              <a:defRPr sz="2000">
                <a:solidFill>
                  <a:schemeClr val="tx1"/>
                </a:solidFill>
                <a:latin typeface="Times New Roman" panose="02020603050405020304" pitchFamily="18" charset="0"/>
                <a:ea typeface="微软雅黑" panose="020B0503020204020204" pitchFamily="34" charset="-122"/>
              </a:defRPr>
            </a:lvl9pPr>
          </a:lstStyle>
          <a:p>
            <a:r>
              <a:rPr lang="zh-CN" altLang="en-US">
                <a:sym typeface="+mn-lt"/>
              </a:rPr>
              <a:t>线性表</a:t>
            </a:r>
            <a:r>
              <a:rPr lang="en-US" altLang="zh-CN">
                <a:sym typeface="+mn-lt"/>
              </a:rPr>
              <a:t>R = (p</a:t>
            </a:r>
            <a:r>
              <a:rPr lang="en-US" altLang="zh-CN" baseline="-30000">
                <a:sym typeface="+mn-lt"/>
              </a:rPr>
              <a:t>0</a:t>
            </a:r>
            <a:r>
              <a:rPr lang="en-US" altLang="zh-CN">
                <a:sym typeface="+mn-lt"/>
              </a:rPr>
              <a:t> + q</a:t>
            </a:r>
            <a:r>
              <a:rPr lang="en-US" altLang="zh-CN" baseline="-30000">
                <a:sym typeface="+mn-lt"/>
              </a:rPr>
              <a:t>0</a:t>
            </a:r>
            <a:r>
              <a:rPr lang="en-US" altLang="zh-CN">
                <a:sym typeface="+mn-lt"/>
              </a:rPr>
              <a:t>,p</a:t>
            </a:r>
            <a:r>
              <a:rPr lang="en-US" altLang="zh-CN" baseline="-30000">
                <a:sym typeface="+mn-lt"/>
              </a:rPr>
              <a:t>1</a:t>
            </a:r>
            <a:r>
              <a:rPr lang="en-US" altLang="zh-CN">
                <a:sym typeface="+mn-lt"/>
              </a:rPr>
              <a:t> + q</a:t>
            </a:r>
            <a:r>
              <a:rPr lang="en-US" altLang="zh-CN" baseline="-30000">
                <a:sym typeface="+mn-lt"/>
              </a:rPr>
              <a:t>1</a:t>
            </a:r>
            <a:r>
              <a:rPr lang="en-US" altLang="zh-CN">
                <a:sym typeface="+mn-lt"/>
              </a:rPr>
              <a:t>,p</a:t>
            </a:r>
            <a:r>
              <a:rPr lang="en-US" altLang="zh-CN" baseline="-30000">
                <a:sym typeface="+mn-lt"/>
              </a:rPr>
              <a:t>2</a:t>
            </a:r>
            <a:r>
              <a:rPr lang="en-US" altLang="zh-CN">
                <a:sym typeface="+mn-lt"/>
              </a:rPr>
              <a:t> + q</a:t>
            </a:r>
            <a:r>
              <a:rPr lang="en-US" altLang="zh-CN" baseline="-30000">
                <a:sym typeface="+mn-lt"/>
              </a:rPr>
              <a:t>2</a:t>
            </a:r>
            <a:r>
              <a:rPr lang="en-US" altLang="zh-CN">
                <a:sym typeface="+mn-lt"/>
              </a:rPr>
              <a:t>,…,p</a:t>
            </a:r>
            <a:r>
              <a:rPr lang="en-US" altLang="zh-CN" baseline="-30000">
                <a:sym typeface="+mn-lt"/>
              </a:rPr>
              <a:t>m</a:t>
            </a:r>
            <a:r>
              <a:rPr lang="en-US" altLang="zh-CN">
                <a:sym typeface="+mn-lt"/>
              </a:rPr>
              <a:t> + q</a:t>
            </a:r>
            <a:r>
              <a:rPr lang="en-US" altLang="zh-CN" baseline="-30000">
                <a:sym typeface="+mn-lt"/>
              </a:rPr>
              <a:t>m</a:t>
            </a:r>
            <a:r>
              <a:rPr lang="en-US" altLang="zh-CN">
                <a:sym typeface="+mn-lt"/>
              </a:rPr>
              <a:t>,p</a:t>
            </a:r>
            <a:r>
              <a:rPr lang="en-US" altLang="zh-CN" baseline="-30000">
                <a:sym typeface="+mn-lt"/>
              </a:rPr>
              <a:t>m+1</a:t>
            </a:r>
            <a:r>
              <a:rPr lang="en-US" altLang="zh-CN">
                <a:sym typeface="+mn-lt"/>
              </a:rPr>
              <a:t>,…,p</a:t>
            </a:r>
            <a:r>
              <a:rPr lang="en-US" altLang="zh-CN" baseline="-30000">
                <a:sym typeface="+mn-lt"/>
              </a:rPr>
              <a:t>n</a:t>
            </a:r>
            <a:r>
              <a:rPr lang="en-US" altLang="zh-CN">
                <a:sym typeface="+mn-lt"/>
              </a:rPr>
              <a:t>)</a:t>
            </a:r>
          </a:p>
        </p:txBody>
      </p:sp>
      <p:pic>
        <p:nvPicPr>
          <p:cNvPr id="8" name="Picture 12">
            <a:extLst>
              <a:ext uri="{FF2B5EF4-FFF2-40B4-BE49-F238E27FC236}">
                <a16:creationId xmlns:a16="http://schemas.microsoft.com/office/drawing/2014/main" id="{2929BFBD-4380-424B-9410-BE68190430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54775" y="4221163"/>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云形标注 8">
            <a:extLst>
              <a:ext uri="{FF2B5EF4-FFF2-40B4-BE49-F238E27FC236}">
                <a16:creationId xmlns:a16="http://schemas.microsoft.com/office/drawing/2014/main" id="{6A9E6D22-0DC0-42BF-84BB-F76A3A224652}"/>
              </a:ext>
            </a:extLst>
          </p:cNvPr>
          <p:cNvSpPr>
            <a:spLocks noChangeArrowheads="1"/>
          </p:cNvSpPr>
          <p:nvPr/>
        </p:nvSpPr>
        <p:spPr bwMode="auto">
          <a:xfrm>
            <a:off x="865188" y="3640138"/>
            <a:ext cx="6192837" cy="1265237"/>
          </a:xfrm>
          <a:prstGeom prst="cloudCallout">
            <a:avLst>
              <a:gd name="adj1" fmla="val 49958"/>
              <a:gd name="adj2" fmla="val 57644"/>
            </a:avLst>
          </a:prstGeom>
          <a:solidFill>
            <a:srgbClr val="FFC000"/>
          </a:solidFill>
          <a:ln>
            <a:noFill/>
          </a:ln>
          <a:extLst>
            <a:ext uri="{91240B29-F687-4F45-9708-019B960494DF}">
              <a14:hiddenLine xmlns:a14="http://schemas.microsoft.com/office/drawing/2010/main" w="9525">
                <a:solidFill>
                  <a:srgbClr val="000000"/>
                </a:solidFill>
                <a:round/>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a:solidFill>
                  <a:srgbClr val="FF0000"/>
                </a:solidFill>
                <a:sym typeface="+mn-lt"/>
              </a:rPr>
              <a:t>稀疏多项式</a:t>
            </a:r>
            <a:r>
              <a:rPr lang="en-US" altLang="zh-CN" i="1">
                <a:sym typeface="+mn-lt"/>
              </a:rPr>
              <a:t>S</a:t>
            </a:r>
            <a:r>
              <a:rPr lang="en-US" altLang="zh-CN">
                <a:sym typeface="+mn-lt"/>
              </a:rPr>
              <a:t>(</a:t>
            </a:r>
            <a:r>
              <a:rPr lang="en-US" altLang="zh-CN" i="1">
                <a:sym typeface="+mn-lt"/>
              </a:rPr>
              <a:t>x</a:t>
            </a:r>
            <a:r>
              <a:rPr lang="en-US" altLang="zh-CN">
                <a:sym typeface="+mn-lt"/>
              </a:rPr>
              <a:t>) = 1 + 3</a:t>
            </a:r>
            <a:r>
              <a:rPr lang="en-US" altLang="zh-CN" i="1">
                <a:sym typeface="+mn-lt"/>
              </a:rPr>
              <a:t>x</a:t>
            </a:r>
            <a:r>
              <a:rPr lang="en-US" altLang="zh-CN" baseline="30000">
                <a:sym typeface="+mn-lt"/>
              </a:rPr>
              <a:t>10000</a:t>
            </a:r>
            <a:r>
              <a:rPr lang="en-US" altLang="zh-CN">
                <a:sym typeface="+mn-lt"/>
              </a:rPr>
              <a:t> + 2</a:t>
            </a:r>
            <a:r>
              <a:rPr lang="en-US" altLang="zh-CN" i="1">
                <a:sym typeface="+mn-lt"/>
              </a:rPr>
              <a:t>x</a:t>
            </a:r>
            <a:r>
              <a:rPr lang="en-US" altLang="zh-CN" baseline="30000">
                <a:sym typeface="+mn-lt"/>
              </a:rPr>
              <a:t>20000</a:t>
            </a:r>
            <a:endParaRPr lang="zh-CN" altLang="en-US">
              <a:sym typeface="+mn-lt"/>
            </a:endParaRPr>
          </a:p>
        </p:txBody>
      </p:sp>
      <p:sp>
        <p:nvSpPr>
          <p:cNvPr id="22534" name="Rectangle 154">
            <a:extLst>
              <a:ext uri="{FF2B5EF4-FFF2-40B4-BE49-F238E27FC236}">
                <a16:creationId xmlns:a16="http://schemas.microsoft.com/office/drawing/2014/main" id="{6F9086E7-7EA2-4960-9AAE-4281652AF72C}"/>
              </a:ext>
            </a:extLst>
          </p:cNvPr>
          <p:cNvSpPr txBox="1">
            <a:spLocks noChangeArrowheads="1"/>
          </p:cNvSpPr>
          <p:nvPr/>
        </p:nvSpPr>
        <p:spPr bwMode="auto">
          <a:xfrm>
            <a:off x="798513" y="188913"/>
            <a:ext cx="52133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2.1 </a:t>
            </a:r>
            <a:r>
              <a:rPr lang="zh-CN" altLang="en-US" sz="2800">
                <a:solidFill>
                  <a:schemeClr val="bg1"/>
                </a:solidFill>
                <a:sym typeface="+mn-lt"/>
              </a:rPr>
              <a:t>：一元多项式的运算</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ox(in)">
                                      <p:cBhvr>
                                        <p:cTn id="7" dur="500"/>
                                        <p:tgtEl>
                                          <p:spTgt spid="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box(in)">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矩形 2">
            <a:extLst>
              <a:ext uri="{FF2B5EF4-FFF2-40B4-BE49-F238E27FC236}">
                <a16:creationId xmlns:a16="http://schemas.microsoft.com/office/drawing/2014/main" id="{5EB946A6-FBBD-4C9B-B12A-E15850D30C6D}"/>
              </a:ext>
            </a:extLst>
          </p:cNvPr>
          <p:cNvSpPr>
            <a:spLocks noChangeArrowheads="1"/>
          </p:cNvSpPr>
          <p:nvPr/>
        </p:nvSpPr>
        <p:spPr bwMode="auto">
          <a:xfrm>
            <a:off x="12700" y="5189538"/>
            <a:ext cx="9144000" cy="1697037"/>
          </a:xfrm>
          <a:prstGeom prst="rect">
            <a:avLst/>
          </a:prstGeom>
          <a:solidFill>
            <a:srgbClr val="76AEDD"/>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20" name="矩形: 圆角 16">
            <a:extLst>
              <a:ext uri="{FF2B5EF4-FFF2-40B4-BE49-F238E27FC236}">
                <a16:creationId xmlns:a16="http://schemas.microsoft.com/office/drawing/2014/main" id="{6DE407DF-82FC-430B-BA14-FE347D17EC49}"/>
              </a:ext>
            </a:extLst>
          </p:cNvPr>
          <p:cNvSpPr>
            <a:spLocks noChangeArrowheads="1"/>
          </p:cNvSpPr>
          <p:nvPr/>
        </p:nvSpPr>
        <p:spPr bwMode="auto">
          <a:xfrm>
            <a:off x="604838" y="1177925"/>
            <a:ext cx="7918450"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23556" name="AutoShape 2" descr="http://img0.imgtn.bdimg.com/it/u=239226275,1387765387&amp;fm=21&amp;gp=0.jpg">
            <a:extLst>
              <a:ext uri="{FF2B5EF4-FFF2-40B4-BE49-F238E27FC236}">
                <a16:creationId xmlns:a16="http://schemas.microsoft.com/office/drawing/2014/main" id="{38E37FC1-2E5B-43AA-84DC-9ADB6C7EFB2F}"/>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3557" name="AutoShape 4" descr="http://img0.imgtn.bdimg.com/it/u=239226275,1387765387&amp;fm=21&amp;gp=0.jpg">
            <a:extLst>
              <a:ext uri="{FF2B5EF4-FFF2-40B4-BE49-F238E27FC236}">
                <a16:creationId xmlns:a16="http://schemas.microsoft.com/office/drawing/2014/main" id="{33D09912-B6A6-4B0A-8A7F-C2EA06B5FF9C}"/>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3558" name="AutoShape 6" descr="http://img0.imgtn.bdimg.com/it/u=239226275,1387765387&amp;fm=21&amp;gp=0.jpg">
            <a:extLst>
              <a:ext uri="{FF2B5EF4-FFF2-40B4-BE49-F238E27FC236}">
                <a16:creationId xmlns:a16="http://schemas.microsoft.com/office/drawing/2014/main" id="{17A53010-6797-49F5-877E-6FEF77C3BEB8}"/>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3559" name="AutoShape 8" descr="http://img4.imgtn.bdimg.com/it/u=3584398993,898841989&amp;fm=21&amp;gp=0.jpg">
            <a:extLst>
              <a:ext uri="{FF2B5EF4-FFF2-40B4-BE49-F238E27FC236}">
                <a16:creationId xmlns:a16="http://schemas.microsoft.com/office/drawing/2014/main" id="{44627C15-2BDE-43C1-825B-128C06DB5BC3}"/>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aphicFrame>
        <p:nvGraphicFramePr>
          <p:cNvPr id="7" name="表格 6">
            <a:extLst>
              <a:ext uri="{FF2B5EF4-FFF2-40B4-BE49-F238E27FC236}">
                <a16:creationId xmlns:a16="http://schemas.microsoft.com/office/drawing/2014/main" id="{9388B3A6-FB35-9A45-A2A3-CE58FB8CBF9E}"/>
              </a:ext>
            </a:extLst>
          </p:cNvPr>
          <p:cNvGraphicFramePr>
            <a:graphicFrameLocks noGrp="1"/>
          </p:cNvGraphicFramePr>
          <p:nvPr/>
        </p:nvGraphicFramePr>
        <p:xfrm>
          <a:off x="833438" y="2595563"/>
          <a:ext cx="7721600" cy="2200276"/>
        </p:xfrm>
        <a:graphic>
          <a:graphicData uri="http://schemas.openxmlformats.org/drawingml/2006/table">
            <a:tbl>
              <a:tblPr/>
              <a:tblGrid>
                <a:gridCol w="1025525">
                  <a:extLst>
                    <a:ext uri="{9D8B030D-6E8A-4147-A177-3AD203B41FA5}">
                      <a16:colId xmlns:a16="http://schemas.microsoft.com/office/drawing/2014/main" val="3988575264"/>
                    </a:ext>
                  </a:extLst>
                </a:gridCol>
                <a:gridCol w="657225">
                  <a:extLst>
                    <a:ext uri="{9D8B030D-6E8A-4147-A177-3AD203B41FA5}">
                      <a16:colId xmlns:a16="http://schemas.microsoft.com/office/drawing/2014/main" val="570567179"/>
                    </a:ext>
                  </a:extLst>
                </a:gridCol>
                <a:gridCol w="657225">
                  <a:extLst>
                    <a:ext uri="{9D8B030D-6E8A-4147-A177-3AD203B41FA5}">
                      <a16:colId xmlns:a16="http://schemas.microsoft.com/office/drawing/2014/main" val="1624864365"/>
                    </a:ext>
                  </a:extLst>
                </a:gridCol>
                <a:gridCol w="655637">
                  <a:extLst>
                    <a:ext uri="{9D8B030D-6E8A-4147-A177-3AD203B41FA5}">
                      <a16:colId xmlns:a16="http://schemas.microsoft.com/office/drawing/2014/main" val="2240069526"/>
                    </a:ext>
                  </a:extLst>
                </a:gridCol>
                <a:gridCol w="657225">
                  <a:extLst>
                    <a:ext uri="{9D8B030D-6E8A-4147-A177-3AD203B41FA5}">
                      <a16:colId xmlns:a16="http://schemas.microsoft.com/office/drawing/2014/main" val="56717605"/>
                    </a:ext>
                  </a:extLst>
                </a:gridCol>
                <a:gridCol w="692150">
                  <a:extLst>
                    <a:ext uri="{9D8B030D-6E8A-4147-A177-3AD203B41FA5}">
                      <a16:colId xmlns:a16="http://schemas.microsoft.com/office/drawing/2014/main" val="37909345"/>
                    </a:ext>
                  </a:extLst>
                </a:gridCol>
                <a:gridCol w="901700">
                  <a:extLst>
                    <a:ext uri="{9D8B030D-6E8A-4147-A177-3AD203B41FA5}">
                      <a16:colId xmlns:a16="http://schemas.microsoft.com/office/drawing/2014/main" val="2031647947"/>
                    </a:ext>
                  </a:extLst>
                </a:gridCol>
                <a:gridCol w="825500">
                  <a:extLst>
                    <a:ext uri="{9D8B030D-6E8A-4147-A177-3AD203B41FA5}">
                      <a16:colId xmlns:a16="http://schemas.microsoft.com/office/drawing/2014/main" val="3966711483"/>
                    </a:ext>
                  </a:extLst>
                </a:gridCol>
                <a:gridCol w="823913">
                  <a:extLst>
                    <a:ext uri="{9D8B030D-6E8A-4147-A177-3AD203B41FA5}">
                      <a16:colId xmlns:a16="http://schemas.microsoft.com/office/drawing/2014/main" val="697207530"/>
                    </a:ext>
                  </a:extLst>
                </a:gridCol>
                <a:gridCol w="825500">
                  <a:extLst>
                    <a:ext uri="{9D8B030D-6E8A-4147-A177-3AD203B41FA5}">
                      <a16:colId xmlns:a16="http://schemas.microsoft.com/office/drawing/2014/main" val="1431710304"/>
                    </a:ext>
                  </a:extLst>
                </a:gridCol>
              </a:tblGrid>
              <a:tr h="598488">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下标</a:t>
                      </a: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i</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1</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2</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3</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endPar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a:noFill/>
                    </a:lnL>
                    <a:lnR>
                      <a:noFill/>
                    </a:lnR>
                    <a:lnT>
                      <a:noFill/>
                    </a:lnT>
                    <a:lnB>
                      <a:noFill/>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下标</a:t>
                      </a: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i</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1</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2</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36069881"/>
                  </a:ext>
                </a:extLst>
              </a:tr>
              <a:tr h="1003300">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系数</a:t>
                      </a: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a[i]</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7</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3</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9</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5</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endPar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a:noFill/>
                    </a:lnL>
                    <a:lnR>
                      <a:noFill/>
                    </a:lnR>
                    <a:lnT>
                      <a:noFill/>
                    </a:lnT>
                    <a:lnB>
                      <a:noFill/>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系数</a:t>
                      </a: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b[i]</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8</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22</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-9</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74423294"/>
                  </a:ext>
                </a:extLst>
              </a:tr>
              <a:tr h="598488">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指数</a:t>
                      </a:r>
                    </a:p>
                  </a:txBody>
                  <a:tcPr marL="68565" marR="68565"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0</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1</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8</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17</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endPar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a:noFill/>
                    </a:lnL>
                    <a:lnR>
                      <a:noFill/>
                    </a:lnR>
                    <a:lnT>
                      <a:noFill/>
                    </a:lnT>
                    <a:lnB>
                      <a:noFill/>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指数</a:t>
                      </a:r>
                    </a:p>
                  </a:txBody>
                  <a:tcPr marL="68565" marR="68565"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1</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7</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8</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65" marR="68565"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10291471"/>
                  </a:ext>
                </a:extLst>
              </a:tr>
            </a:tbl>
          </a:graphicData>
        </a:graphic>
      </p:graphicFrame>
      <p:sp>
        <p:nvSpPr>
          <p:cNvPr id="23606" name="Rectangle 1">
            <a:extLst>
              <a:ext uri="{FF2B5EF4-FFF2-40B4-BE49-F238E27FC236}">
                <a16:creationId xmlns:a16="http://schemas.microsoft.com/office/drawing/2014/main" id="{260D6923-488B-4A98-AF09-532C0C98041D}"/>
              </a:ext>
            </a:extLst>
          </p:cNvPr>
          <p:cNvSpPr>
            <a:spLocks noChangeArrowheads="1"/>
          </p:cNvSpPr>
          <p:nvPr/>
        </p:nvSpPr>
        <p:spPr bwMode="auto">
          <a:xfrm>
            <a:off x="554038" y="1144588"/>
            <a:ext cx="8248650" cy="525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indent="252413">
              <a:lnSpc>
                <a:spcPct val="130000"/>
              </a:lnSpc>
              <a:tabLst>
                <a:tab pos="2667000" algn="ctr"/>
              </a:tabLst>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tabLst>
                <a:tab pos="2667000" algn="ctr"/>
              </a:tabLst>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tabLst>
                <a:tab pos="2667000" algn="ctr"/>
              </a:tabLst>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tabLst>
                <a:tab pos="2667000" algn="ctr"/>
              </a:tabLst>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tabLst>
                <a:tab pos="2667000" algn="ctr"/>
              </a:tabLst>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tabLst>
                <a:tab pos="2667000" algn="ctr"/>
              </a:tabLst>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tabLst>
                <a:tab pos="2667000" algn="ctr"/>
              </a:tabLst>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tabLst>
                <a:tab pos="2667000" algn="ctr"/>
              </a:tabLst>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tabLst>
                <a:tab pos="2667000" algn="ctr"/>
              </a:tabLst>
              <a:defRPr sz="2000">
                <a:solidFill>
                  <a:schemeClr val="tx1"/>
                </a:solidFill>
                <a:latin typeface="Times New Roman" panose="02020603050405020304" pitchFamily="18" charset="0"/>
                <a:ea typeface="微软雅黑" panose="020B0503020204020204" pitchFamily="34" charset="-122"/>
              </a:defRPr>
            </a:lvl9pPr>
          </a:lstStyle>
          <a:p>
            <a:pPr eaLnBrk="1" hangingPunct="1"/>
            <a:r>
              <a:rPr lang="zh-CN" altLang="en-US">
                <a:solidFill>
                  <a:schemeClr val="bg1"/>
                </a:solidFill>
                <a:sym typeface="+mn-lt"/>
              </a:rPr>
              <a:t>多项式</a:t>
            </a:r>
            <a:r>
              <a:rPr lang="zh-CN" altLang="en-US" b="1">
                <a:solidFill>
                  <a:schemeClr val="bg1"/>
                </a:solidFill>
                <a:sym typeface="+mn-lt"/>
              </a:rPr>
              <a:t>非零项</a:t>
            </a:r>
            <a:r>
              <a:rPr lang="zh-CN" altLang="en-US">
                <a:solidFill>
                  <a:schemeClr val="bg1"/>
                </a:solidFill>
                <a:sym typeface="+mn-lt"/>
              </a:rPr>
              <a:t>的数组表示</a:t>
            </a:r>
          </a:p>
        </p:txBody>
      </p:sp>
      <p:grpSp>
        <p:nvGrpSpPr>
          <p:cNvPr id="3" name="组合 22">
            <a:extLst>
              <a:ext uri="{FF2B5EF4-FFF2-40B4-BE49-F238E27FC236}">
                <a16:creationId xmlns:a16="http://schemas.microsoft.com/office/drawing/2014/main" id="{42586A1F-A74D-654E-A97A-24305D9E3CA6}"/>
              </a:ext>
            </a:extLst>
          </p:cNvPr>
          <p:cNvGrpSpPr>
            <a:grpSpLocks/>
          </p:cNvGrpSpPr>
          <p:nvPr/>
        </p:nvGrpSpPr>
        <p:grpSpPr bwMode="auto">
          <a:xfrm>
            <a:off x="833438" y="5418138"/>
            <a:ext cx="7421562" cy="1252537"/>
            <a:chOff x="611560" y="2886256"/>
            <a:chExt cx="7422324" cy="1251208"/>
          </a:xfrm>
        </p:grpSpPr>
        <p:sp>
          <p:nvSpPr>
            <p:cNvPr id="23611" name="矩形 10">
              <a:extLst>
                <a:ext uri="{FF2B5EF4-FFF2-40B4-BE49-F238E27FC236}">
                  <a16:creationId xmlns:a16="http://schemas.microsoft.com/office/drawing/2014/main" id="{DC4BD016-1DC0-4B76-BE04-5F286003B05D}"/>
                </a:ext>
              </a:extLst>
            </p:cNvPr>
            <p:cNvSpPr>
              <a:spLocks noChangeArrowheads="1"/>
            </p:cNvSpPr>
            <p:nvPr/>
          </p:nvSpPr>
          <p:spPr bwMode="auto">
            <a:xfrm>
              <a:off x="611560" y="3599873"/>
              <a:ext cx="6707876" cy="523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sz="2800">
                  <a:sym typeface="+mn-lt"/>
                </a:rPr>
                <a:t>线性表</a:t>
              </a:r>
              <a:r>
                <a:rPr lang="en-US" altLang="zh-CN" sz="2800">
                  <a:sym typeface="+mn-lt"/>
                </a:rPr>
                <a:t>P =((p</a:t>
              </a:r>
              <a:r>
                <a:rPr lang="en-US" altLang="zh-CN" sz="2800" baseline="-25000">
                  <a:sym typeface="+mn-lt"/>
                </a:rPr>
                <a:t>1</a:t>
              </a:r>
              <a:r>
                <a:rPr lang="en-US" altLang="zh-CN" sz="2800">
                  <a:sym typeface="+mn-lt"/>
                </a:rPr>
                <a:t>, e</a:t>
              </a:r>
              <a:r>
                <a:rPr lang="en-US" altLang="zh-CN" sz="2800" baseline="-25000">
                  <a:sym typeface="+mn-lt"/>
                </a:rPr>
                <a:t>1</a:t>
              </a:r>
              <a:r>
                <a:rPr lang="en-US" altLang="zh-CN" sz="2800">
                  <a:sym typeface="+mn-lt"/>
                </a:rPr>
                <a:t>), (p</a:t>
              </a:r>
              <a:r>
                <a:rPr lang="en-US" altLang="zh-CN" sz="2800" baseline="-25000">
                  <a:sym typeface="+mn-lt"/>
                </a:rPr>
                <a:t>2</a:t>
              </a:r>
              <a:r>
                <a:rPr lang="en-US" altLang="zh-CN" sz="2800">
                  <a:sym typeface="+mn-lt"/>
                </a:rPr>
                <a:t>, e</a:t>
              </a:r>
              <a:r>
                <a:rPr lang="en-US" altLang="zh-CN" sz="2800" baseline="-25000">
                  <a:sym typeface="+mn-lt"/>
                </a:rPr>
                <a:t>2</a:t>
              </a:r>
              <a:r>
                <a:rPr lang="en-US" altLang="zh-CN" sz="2800">
                  <a:sym typeface="+mn-lt"/>
                </a:rPr>
                <a:t>),…,(p</a:t>
              </a:r>
              <a:r>
                <a:rPr lang="en-US" altLang="zh-CN" sz="2800" baseline="-25000">
                  <a:sym typeface="+mn-lt"/>
                </a:rPr>
                <a:t>m</a:t>
              </a:r>
              <a:r>
                <a:rPr lang="en-US" altLang="zh-CN" sz="2800">
                  <a:sym typeface="+mn-lt"/>
                </a:rPr>
                <a:t>, e</a:t>
              </a:r>
              <a:r>
                <a:rPr lang="en-US" altLang="zh-CN" sz="2800" baseline="-25000">
                  <a:sym typeface="+mn-lt"/>
                </a:rPr>
                <a:t>m</a:t>
              </a:r>
              <a:r>
                <a:rPr lang="en-US" altLang="zh-CN" sz="2800">
                  <a:sym typeface="+mn-lt"/>
                </a:rPr>
                <a:t>))</a:t>
              </a:r>
              <a:endParaRPr lang="zh-CN" altLang="en-US" sz="2800">
                <a:sym typeface="+mn-lt"/>
              </a:endParaRPr>
            </a:p>
          </p:txBody>
        </p:sp>
        <p:sp>
          <p:nvSpPr>
            <p:cNvPr id="23612" name="右弧形箭头 11">
              <a:extLst>
                <a:ext uri="{FF2B5EF4-FFF2-40B4-BE49-F238E27FC236}">
                  <a16:creationId xmlns:a16="http://schemas.microsoft.com/office/drawing/2014/main" id="{3866798B-14C7-4C77-993C-1AA5F07C48D4}"/>
                </a:ext>
              </a:extLst>
            </p:cNvPr>
            <p:cNvSpPr>
              <a:spLocks noChangeArrowheads="1"/>
            </p:cNvSpPr>
            <p:nvPr/>
          </p:nvSpPr>
          <p:spPr bwMode="auto">
            <a:xfrm>
              <a:off x="7567111" y="3155845"/>
              <a:ext cx="466773" cy="981619"/>
            </a:xfrm>
            <a:prstGeom prst="curvedLeftArrow">
              <a:avLst>
                <a:gd name="adj1" fmla="val 25002"/>
                <a:gd name="adj2" fmla="val 50004"/>
                <a:gd name="adj3" fmla="val 33278"/>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pic>
          <p:nvPicPr>
            <p:cNvPr id="23615" name="Picture 9" descr="C:\Users\Administrator\AppData\Roaming\Tencent\Users\597999009\QQ\WinTemp\RichOle\1AKPSCBIIOLLOXL@N~]ADUB.png">
              <a:extLst>
                <a:ext uri="{FF2B5EF4-FFF2-40B4-BE49-F238E27FC236}">
                  <a16:creationId xmlns:a16="http://schemas.microsoft.com/office/drawing/2014/main" id="{13800B4F-6D47-4168-8946-A56CF279D26D}"/>
                </a:ext>
              </a:extLst>
            </p:cNvPr>
            <p:cNvPicPr>
              <a:picLocks noChangeAspect="1" noChangeArrowheads="1"/>
            </p:cNvPicPr>
            <p:nvPr/>
          </p:nvPicPr>
          <p:blipFill>
            <a:blip r:embed="rId2">
              <a:clrChange>
                <a:clrFrom>
                  <a:srgbClr val="FFFFFF"/>
                </a:clrFrom>
                <a:clrTo>
                  <a:srgbClr val="FFFF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611560" y="2886256"/>
              <a:ext cx="6475533" cy="647700"/>
            </a:xfrm>
            <a:prstGeom prst="rect">
              <a:avLst/>
            </a:prstGeom>
            <a:solidFill>
              <a:srgbClr val="76AEDD"/>
            </a:solidFill>
            <a:ln w="9525">
              <a:noFill/>
              <a:miter lim="800000"/>
              <a:headEnd/>
              <a:tailEnd/>
            </a:ln>
          </p:spPr>
        </p:pic>
      </p:grpSp>
      <p:sp>
        <p:nvSpPr>
          <p:cNvPr id="23608" name="AutoShape 11" descr="http://img5.imgtn.bdimg.com/it/u=2433390337,3835181186&amp;fm=21&amp;gp=0.jpg">
            <a:extLst>
              <a:ext uri="{FF2B5EF4-FFF2-40B4-BE49-F238E27FC236}">
                <a16:creationId xmlns:a16="http://schemas.microsoft.com/office/drawing/2014/main" id="{DF606FAE-2AA9-45CD-9B02-949CE3AE18A2}"/>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3609" name="Rectangle 154">
            <a:extLst>
              <a:ext uri="{FF2B5EF4-FFF2-40B4-BE49-F238E27FC236}">
                <a16:creationId xmlns:a16="http://schemas.microsoft.com/office/drawing/2014/main" id="{90633AC2-C12F-463E-8D0B-2783ED70B86F}"/>
              </a:ext>
            </a:extLst>
          </p:cNvPr>
          <p:cNvSpPr txBox="1">
            <a:spLocks noChangeArrowheads="1"/>
          </p:cNvSpPr>
          <p:nvPr/>
        </p:nvSpPr>
        <p:spPr bwMode="auto">
          <a:xfrm>
            <a:off x="854075" y="165100"/>
            <a:ext cx="49339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2.2 </a:t>
            </a:r>
            <a:r>
              <a:rPr lang="zh-CN" altLang="en-US" sz="2800">
                <a:solidFill>
                  <a:schemeClr val="bg1"/>
                </a:solidFill>
                <a:sym typeface="+mn-lt"/>
              </a:rPr>
              <a:t>：稀疏多项式的运算</a:t>
            </a:r>
          </a:p>
        </p:txBody>
      </p:sp>
      <p:sp>
        <p:nvSpPr>
          <p:cNvPr id="23610" name="Rectangle 1">
            <a:extLst>
              <a:ext uri="{FF2B5EF4-FFF2-40B4-BE49-F238E27FC236}">
                <a16:creationId xmlns:a16="http://schemas.microsoft.com/office/drawing/2014/main" id="{A4A8993D-28CD-43B2-8C98-3F205C6F3A2C}"/>
              </a:ext>
            </a:extLst>
          </p:cNvPr>
          <p:cNvSpPr>
            <a:spLocks noChangeArrowheads="1"/>
          </p:cNvSpPr>
          <p:nvPr/>
        </p:nvSpPr>
        <p:spPr bwMode="auto">
          <a:xfrm>
            <a:off x="395288" y="1898650"/>
            <a:ext cx="8248650" cy="525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indent="252413">
              <a:lnSpc>
                <a:spcPct val="130000"/>
              </a:lnSpc>
              <a:tabLst>
                <a:tab pos="2667000" algn="ctr"/>
              </a:tabLst>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tabLst>
                <a:tab pos="2667000" algn="ctr"/>
              </a:tabLst>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tabLst>
                <a:tab pos="2667000" algn="ctr"/>
              </a:tabLst>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tabLst>
                <a:tab pos="2667000" algn="ctr"/>
              </a:tabLst>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tabLst>
                <a:tab pos="2667000" algn="ctr"/>
              </a:tabLst>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tabLst>
                <a:tab pos="2667000" algn="ctr"/>
              </a:tabLst>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tabLst>
                <a:tab pos="2667000" algn="ctr"/>
              </a:tabLst>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tabLst>
                <a:tab pos="2667000" algn="ctr"/>
              </a:tabLst>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tabLst>
                <a:tab pos="2667000" algn="ctr"/>
              </a:tabLst>
              <a:defRPr sz="2000">
                <a:solidFill>
                  <a:schemeClr val="tx1"/>
                </a:solidFill>
                <a:latin typeface="Times New Roman" panose="02020603050405020304" pitchFamily="18" charset="0"/>
                <a:ea typeface="微软雅黑" panose="020B0503020204020204" pitchFamily="34" charset="-122"/>
              </a:defRPr>
            </a:lvl9pPr>
          </a:lstStyle>
          <a:p>
            <a:pPr eaLnBrk="1" hangingPunct="1">
              <a:defRPr/>
            </a:pPr>
            <a:r>
              <a:rPr lang="zh-CN" altLang="en-US">
                <a:latin typeface="+mn-lt"/>
                <a:ea typeface="+mn-ea"/>
                <a:cs typeface="+mn-ea"/>
                <a:sym typeface="+mn-lt"/>
              </a:rPr>
              <a:t>（</a:t>
            </a:r>
            <a:r>
              <a:rPr lang="en-US" altLang="zh-CN">
                <a:latin typeface="+mn-lt"/>
                <a:ea typeface="+mn-ea"/>
                <a:cs typeface="+mn-ea"/>
                <a:sym typeface="+mn-lt"/>
              </a:rPr>
              <a:t>a</a:t>
            </a:r>
            <a:r>
              <a:rPr lang="zh-CN" altLang="en-US">
                <a:latin typeface="+mn-lt"/>
                <a:ea typeface="+mn-ea"/>
                <a:cs typeface="+mn-ea"/>
                <a:sym typeface="+mn-lt"/>
              </a:rPr>
              <a:t>）</a:t>
            </a:r>
            <a:r>
              <a:rPr lang="en-US" altLang="zh-CN" i="1">
                <a:latin typeface="+mn-lt"/>
                <a:ea typeface="+mn-ea"/>
                <a:cs typeface="+mn-ea"/>
                <a:sym typeface="+mn-lt"/>
              </a:rPr>
              <a:t>A</a:t>
            </a:r>
            <a:r>
              <a:rPr lang="en-US" altLang="zh-CN">
                <a:latin typeface="+mn-lt"/>
                <a:ea typeface="+mn-ea"/>
                <a:cs typeface="+mn-ea"/>
                <a:sym typeface="+mn-lt"/>
              </a:rPr>
              <a:t>(</a:t>
            </a:r>
            <a:r>
              <a:rPr lang="en-US" altLang="zh-CN" i="1">
                <a:latin typeface="+mn-lt"/>
                <a:ea typeface="+mn-ea"/>
                <a:cs typeface="+mn-ea"/>
                <a:sym typeface="+mn-lt"/>
              </a:rPr>
              <a:t>x</a:t>
            </a:r>
            <a:r>
              <a:rPr lang="en-US" altLang="zh-CN">
                <a:latin typeface="+mn-lt"/>
                <a:ea typeface="+mn-ea"/>
                <a:cs typeface="+mn-ea"/>
                <a:sym typeface="+mn-lt"/>
              </a:rPr>
              <a:t>) = 7 + 3</a:t>
            </a:r>
            <a:r>
              <a:rPr lang="en-US" altLang="zh-CN" i="1">
                <a:latin typeface="+mn-lt"/>
                <a:ea typeface="+mn-ea"/>
                <a:cs typeface="+mn-ea"/>
                <a:sym typeface="+mn-lt"/>
              </a:rPr>
              <a:t>x</a:t>
            </a:r>
            <a:r>
              <a:rPr lang="en-US" altLang="zh-CN">
                <a:latin typeface="+mn-lt"/>
                <a:ea typeface="+mn-ea"/>
                <a:cs typeface="+mn-ea"/>
                <a:sym typeface="+mn-lt"/>
              </a:rPr>
              <a:t> + 9</a:t>
            </a:r>
            <a:r>
              <a:rPr lang="en-US" altLang="zh-CN" i="1">
                <a:latin typeface="+mn-lt"/>
                <a:ea typeface="+mn-ea"/>
                <a:cs typeface="+mn-ea"/>
                <a:sym typeface="+mn-lt"/>
              </a:rPr>
              <a:t>x</a:t>
            </a:r>
            <a:r>
              <a:rPr lang="en-US" altLang="zh-CN" baseline="30000">
                <a:latin typeface="+mn-lt"/>
                <a:ea typeface="+mn-ea"/>
                <a:cs typeface="+mn-ea"/>
                <a:sym typeface="+mn-lt"/>
              </a:rPr>
              <a:t>8</a:t>
            </a:r>
            <a:r>
              <a:rPr lang="en-US" altLang="zh-CN">
                <a:latin typeface="+mn-lt"/>
                <a:ea typeface="+mn-ea"/>
                <a:cs typeface="+mn-ea"/>
                <a:sym typeface="+mn-lt"/>
              </a:rPr>
              <a:t> + 5</a:t>
            </a:r>
            <a:r>
              <a:rPr lang="en-US" altLang="zh-CN" i="1">
                <a:latin typeface="+mn-lt"/>
                <a:ea typeface="+mn-ea"/>
                <a:cs typeface="+mn-ea"/>
                <a:sym typeface="+mn-lt"/>
              </a:rPr>
              <a:t>x</a:t>
            </a:r>
            <a:r>
              <a:rPr lang="en-US" altLang="zh-CN" baseline="30000">
                <a:latin typeface="+mn-lt"/>
                <a:ea typeface="+mn-ea"/>
                <a:cs typeface="+mn-ea"/>
                <a:sym typeface="+mn-lt"/>
              </a:rPr>
              <a:t>17</a:t>
            </a:r>
            <a:r>
              <a:rPr lang="en-US" altLang="zh-CN">
                <a:latin typeface="+mn-lt"/>
                <a:ea typeface="+mn-ea"/>
                <a:cs typeface="+mn-ea"/>
                <a:sym typeface="+mn-lt"/>
              </a:rPr>
              <a:t>       </a:t>
            </a:r>
            <a:r>
              <a:rPr lang="zh-CN" altLang="en-US">
                <a:latin typeface="+mn-lt"/>
                <a:ea typeface="+mn-ea"/>
                <a:cs typeface="+mn-ea"/>
                <a:sym typeface="+mn-lt"/>
              </a:rPr>
              <a:t>（</a:t>
            </a:r>
            <a:r>
              <a:rPr lang="en-US" altLang="zh-CN">
                <a:latin typeface="+mn-lt"/>
                <a:ea typeface="+mn-ea"/>
                <a:cs typeface="+mn-ea"/>
                <a:sym typeface="+mn-lt"/>
              </a:rPr>
              <a:t>b</a:t>
            </a:r>
            <a:r>
              <a:rPr lang="zh-CN" altLang="en-US">
                <a:latin typeface="+mn-lt"/>
                <a:ea typeface="+mn-ea"/>
                <a:cs typeface="+mn-ea"/>
                <a:sym typeface="+mn-lt"/>
              </a:rPr>
              <a:t>）</a:t>
            </a:r>
            <a:r>
              <a:rPr lang="en-US" altLang="zh-CN">
                <a:latin typeface="+mn-lt"/>
                <a:ea typeface="+mn-ea"/>
                <a:cs typeface="+mn-ea"/>
                <a:sym typeface="+mn-lt"/>
              </a:rPr>
              <a:t>(</a:t>
            </a:r>
            <a:r>
              <a:rPr lang="en-US" altLang="zh-CN" i="1">
                <a:latin typeface="+mn-lt"/>
                <a:ea typeface="+mn-ea"/>
                <a:cs typeface="+mn-ea"/>
                <a:sym typeface="+mn-lt"/>
              </a:rPr>
              <a:t>x</a:t>
            </a:r>
            <a:r>
              <a:rPr lang="en-US" altLang="zh-CN">
                <a:latin typeface="+mn-lt"/>
                <a:ea typeface="+mn-ea"/>
                <a:cs typeface="+mn-ea"/>
                <a:sym typeface="+mn-lt"/>
              </a:rPr>
              <a:t>) = 8</a:t>
            </a:r>
            <a:r>
              <a:rPr lang="en-US" altLang="zh-CN" i="1">
                <a:latin typeface="+mn-lt"/>
                <a:ea typeface="+mn-ea"/>
                <a:cs typeface="+mn-ea"/>
                <a:sym typeface="+mn-lt"/>
              </a:rPr>
              <a:t>x</a:t>
            </a:r>
            <a:r>
              <a:rPr lang="en-US" altLang="zh-CN">
                <a:latin typeface="+mn-lt"/>
                <a:ea typeface="+mn-ea"/>
                <a:cs typeface="+mn-ea"/>
                <a:sym typeface="+mn-lt"/>
              </a:rPr>
              <a:t> + 22</a:t>
            </a:r>
            <a:r>
              <a:rPr lang="en-US" altLang="zh-CN" i="1">
                <a:latin typeface="+mn-lt"/>
                <a:ea typeface="+mn-ea"/>
                <a:cs typeface="+mn-ea"/>
                <a:sym typeface="+mn-lt"/>
              </a:rPr>
              <a:t>x</a:t>
            </a:r>
            <a:r>
              <a:rPr lang="en-US" altLang="zh-CN" baseline="30000">
                <a:latin typeface="+mn-lt"/>
                <a:ea typeface="+mn-ea"/>
                <a:cs typeface="+mn-ea"/>
                <a:sym typeface="+mn-lt"/>
              </a:rPr>
              <a:t>7</a:t>
            </a:r>
            <a:r>
              <a:rPr lang="en-US" altLang="zh-CN">
                <a:latin typeface="+mn-lt"/>
                <a:ea typeface="+mn-ea"/>
                <a:cs typeface="+mn-ea"/>
                <a:sym typeface="+mn-lt"/>
              </a:rPr>
              <a:t> − 9</a:t>
            </a:r>
            <a:r>
              <a:rPr lang="en-US" altLang="zh-CN" i="1">
                <a:latin typeface="+mn-lt"/>
                <a:ea typeface="+mn-ea"/>
                <a:cs typeface="+mn-ea"/>
                <a:sym typeface="+mn-lt"/>
              </a:rPr>
              <a:t>x</a:t>
            </a:r>
            <a:r>
              <a:rPr lang="en-US" altLang="zh-CN" baseline="30000">
                <a:latin typeface="+mn-lt"/>
                <a:ea typeface="+mn-ea"/>
                <a:cs typeface="+mn-ea"/>
                <a:sym typeface="+mn-lt"/>
              </a:rPr>
              <a:t>8</a:t>
            </a:r>
            <a:endParaRPr lang="en-US" altLang="zh-CN">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ox(in)">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AutoShape 2" descr="http://img0.imgtn.bdimg.com/it/u=239226275,1387765387&amp;fm=21&amp;gp=0.jpg">
            <a:extLst>
              <a:ext uri="{FF2B5EF4-FFF2-40B4-BE49-F238E27FC236}">
                <a16:creationId xmlns:a16="http://schemas.microsoft.com/office/drawing/2014/main" id="{E43CBC7D-BB8E-4FEA-9FA1-1C8D66249656}"/>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4579" name="AutoShape 4" descr="http://img0.imgtn.bdimg.com/it/u=239226275,1387765387&amp;fm=21&amp;gp=0.jpg">
            <a:extLst>
              <a:ext uri="{FF2B5EF4-FFF2-40B4-BE49-F238E27FC236}">
                <a16:creationId xmlns:a16="http://schemas.microsoft.com/office/drawing/2014/main" id="{69B4B305-1455-4B5F-9F8A-0106179010B4}"/>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4580" name="AutoShape 6" descr="http://img0.imgtn.bdimg.com/it/u=239226275,1387765387&amp;fm=21&amp;gp=0.jpg">
            <a:extLst>
              <a:ext uri="{FF2B5EF4-FFF2-40B4-BE49-F238E27FC236}">
                <a16:creationId xmlns:a16="http://schemas.microsoft.com/office/drawing/2014/main" id="{ACF64E8C-5463-413C-AC33-748814233C15}"/>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4581" name="AutoShape 8" descr="http://img4.imgtn.bdimg.com/it/u=3584398993,898841989&amp;fm=21&amp;gp=0.jpg">
            <a:extLst>
              <a:ext uri="{FF2B5EF4-FFF2-40B4-BE49-F238E27FC236}">
                <a16:creationId xmlns:a16="http://schemas.microsoft.com/office/drawing/2014/main" id="{AB7F27BC-7491-45AE-91FE-0B186C4FBBC1}"/>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4582" name="AutoShape 11" descr="http://img5.imgtn.bdimg.com/it/u=2433390337,3835181186&amp;fm=21&amp;gp=0.jpg">
            <a:extLst>
              <a:ext uri="{FF2B5EF4-FFF2-40B4-BE49-F238E27FC236}">
                <a16:creationId xmlns:a16="http://schemas.microsoft.com/office/drawing/2014/main" id="{C3F1E0FE-CF00-4D19-AB27-FDA0D4C2C6D0}"/>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4583" name="Rectangle 1044">
            <a:extLst>
              <a:ext uri="{FF2B5EF4-FFF2-40B4-BE49-F238E27FC236}">
                <a16:creationId xmlns:a16="http://schemas.microsoft.com/office/drawing/2014/main" id="{6C9E9708-88BB-4CE3-8705-5BBF0D009664}"/>
              </a:ext>
            </a:extLst>
          </p:cNvPr>
          <p:cNvSpPr>
            <a:spLocks noChangeArrowheads="1"/>
          </p:cNvSpPr>
          <p:nvPr/>
        </p:nvSpPr>
        <p:spPr bwMode="auto">
          <a:xfrm>
            <a:off x="119063" y="2732088"/>
            <a:ext cx="2817812"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ym typeface="+mn-lt"/>
              </a:rPr>
              <a:t>创建一个</a:t>
            </a:r>
            <a:r>
              <a:rPr lang="zh-CN" altLang="en-US">
                <a:solidFill>
                  <a:srgbClr val="FF0000"/>
                </a:solidFill>
                <a:sym typeface="+mn-lt"/>
              </a:rPr>
              <a:t>新数组</a:t>
            </a:r>
            <a:r>
              <a:rPr lang="en-US" altLang="zh-CN">
                <a:solidFill>
                  <a:srgbClr val="FF0000"/>
                </a:solidFill>
                <a:sym typeface="+mn-lt"/>
              </a:rPr>
              <a:t>c</a:t>
            </a:r>
          </a:p>
        </p:txBody>
      </p:sp>
      <p:sp>
        <p:nvSpPr>
          <p:cNvPr id="24584" name="Rectangle 154">
            <a:extLst>
              <a:ext uri="{FF2B5EF4-FFF2-40B4-BE49-F238E27FC236}">
                <a16:creationId xmlns:a16="http://schemas.microsoft.com/office/drawing/2014/main" id="{1BD4B337-264B-4818-BB8D-25BEEFB66205}"/>
              </a:ext>
            </a:extLst>
          </p:cNvPr>
          <p:cNvSpPr txBox="1">
            <a:spLocks noChangeArrowheads="1"/>
          </p:cNvSpPr>
          <p:nvPr/>
        </p:nvSpPr>
        <p:spPr bwMode="auto">
          <a:xfrm>
            <a:off x="854075" y="165100"/>
            <a:ext cx="49339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2.2 </a:t>
            </a:r>
            <a:r>
              <a:rPr lang="zh-CN" altLang="en-US" sz="2800">
                <a:solidFill>
                  <a:schemeClr val="bg1"/>
                </a:solidFill>
                <a:sym typeface="+mn-lt"/>
              </a:rPr>
              <a:t>：稀疏多项式的运算</a:t>
            </a:r>
          </a:p>
        </p:txBody>
      </p:sp>
      <p:grpSp>
        <p:nvGrpSpPr>
          <p:cNvPr id="25609" name="组合 15">
            <a:extLst>
              <a:ext uri="{FF2B5EF4-FFF2-40B4-BE49-F238E27FC236}">
                <a16:creationId xmlns:a16="http://schemas.microsoft.com/office/drawing/2014/main" id="{FBE9836E-03E4-544E-8EE2-26B8007589B6}"/>
              </a:ext>
            </a:extLst>
          </p:cNvPr>
          <p:cNvGrpSpPr>
            <a:grpSpLocks/>
          </p:cNvGrpSpPr>
          <p:nvPr/>
        </p:nvGrpSpPr>
        <p:grpSpPr bwMode="auto">
          <a:xfrm>
            <a:off x="2743200" y="1638300"/>
            <a:ext cx="2644775" cy="2355850"/>
            <a:chOff x="3025400" y="1197238"/>
            <a:chExt cx="5489035" cy="4890804"/>
          </a:xfrm>
        </p:grpSpPr>
        <p:sp>
          <p:nvSpPr>
            <p:cNvPr id="19" name="Freeform 5">
              <a:extLst>
                <a:ext uri="{FF2B5EF4-FFF2-40B4-BE49-F238E27FC236}">
                  <a16:creationId xmlns:a16="http://schemas.microsoft.com/office/drawing/2014/main" id="{128E784B-95AC-4D44-9DE6-9C6255C2F5DB}"/>
                </a:ext>
              </a:extLst>
            </p:cNvPr>
            <p:cNvSpPr>
              <a:spLocks noEditPoints="1"/>
            </p:cNvSpPr>
            <p:nvPr/>
          </p:nvSpPr>
          <p:spPr bwMode="auto">
            <a:xfrm>
              <a:off x="3373764" y="2204590"/>
              <a:ext cx="2722236" cy="2755074"/>
            </a:xfrm>
            <a:custGeom>
              <a:avLst/>
              <a:gdLst>
                <a:gd name="T0" fmla="*/ 70 w 83"/>
                <a:gd name="T1" fmla="*/ 23 h 84"/>
                <a:gd name="T2" fmla="*/ 76 w 83"/>
                <a:gd name="T3" fmla="*/ 17 h 84"/>
                <a:gd name="T4" fmla="*/ 66 w 83"/>
                <a:gd name="T5" fmla="*/ 8 h 84"/>
                <a:gd name="T6" fmla="*/ 61 w 83"/>
                <a:gd name="T7" fmla="*/ 13 h 84"/>
                <a:gd name="T8" fmla="*/ 48 w 83"/>
                <a:gd name="T9" fmla="*/ 8 h 84"/>
                <a:gd name="T10" fmla="*/ 48 w 83"/>
                <a:gd name="T11" fmla="*/ 0 h 84"/>
                <a:gd name="T12" fmla="*/ 35 w 83"/>
                <a:gd name="T13" fmla="*/ 0 h 84"/>
                <a:gd name="T14" fmla="*/ 35 w 83"/>
                <a:gd name="T15" fmla="*/ 8 h 84"/>
                <a:gd name="T16" fmla="*/ 23 w 83"/>
                <a:gd name="T17" fmla="*/ 13 h 84"/>
                <a:gd name="T18" fmla="*/ 17 w 83"/>
                <a:gd name="T19" fmla="*/ 8 h 84"/>
                <a:gd name="T20" fmla="*/ 7 w 83"/>
                <a:gd name="T21" fmla="*/ 17 h 84"/>
                <a:gd name="T22" fmla="*/ 13 w 83"/>
                <a:gd name="T23" fmla="*/ 23 h 84"/>
                <a:gd name="T24" fmla="*/ 8 w 83"/>
                <a:gd name="T25" fmla="*/ 35 h 84"/>
                <a:gd name="T26" fmla="*/ 0 w 83"/>
                <a:gd name="T27" fmla="*/ 35 h 84"/>
                <a:gd name="T28" fmla="*/ 0 w 83"/>
                <a:gd name="T29" fmla="*/ 49 h 84"/>
                <a:gd name="T30" fmla="*/ 8 w 83"/>
                <a:gd name="T31" fmla="*/ 49 h 84"/>
                <a:gd name="T32" fmla="*/ 13 w 83"/>
                <a:gd name="T33" fmla="*/ 61 h 84"/>
                <a:gd name="T34" fmla="*/ 7 w 83"/>
                <a:gd name="T35" fmla="*/ 67 h 84"/>
                <a:gd name="T36" fmla="*/ 17 w 83"/>
                <a:gd name="T37" fmla="*/ 76 h 84"/>
                <a:gd name="T38" fmla="*/ 22 w 83"/>
                <a:gd name="T39" fmla="*/ 71 h 84"/>
                <a:gd name="T40" fmla="*/ 35 w 83"/>
                <a:gd name="T41" fmla="*/ 76 h 84"/>
                <a:gd name="T42" fmla="*/ 35 w 83"/>
                <a:gd name="T43" fmla="*/ 84 h 84"/>
                <a:gd name="T44" fmla="*/ 48 w 83"/>
                <a:gd name="T45" fmla="*/ 84 h 84"/>
                <a:gd name="T46" fmla="*/ 48 w 83"/>
                <a:gd name="T47" fmla="*/ 76 h 84"/>
                <a:gd name="T48" fmla="*/ 61 w 83"/>
                <a:gd name="T49" fmla="*/ 71 h 84"/>
                <a:gd name="T50" fmla="*/ 66 w 83"/>
                <a:gd name="T51" fmla="*/ 76 h 84"/>
                <a:gd name="T52" fmla="*/ 76 w 83"/>
                <a:gd name="T53" fmla="*/ 67 h 84"/>
                <a:gd name="T54" fmla="*/ 70 w 83"/>
                <a:gd name="T55" fmla="*/ 61 h 84"/>
                <a:gd name="T56" fmla="*/ 75 w 83"/>
                <a:gd name="T57" fmla="*/ 49 h 84"/>
                <a:gd name="T58" fmla="*/ 83 w 83"/>
                <a:gd name="T59" fmla="*/ 49 h 84"/>
                <a:gd name="T60" fmla="*/ 83 w 83"/>
                <a:gd name="T61" fmla="*/ 35 h 84"/>
                <a:gd name="T62" fmla="*/ 75 w 83"/>
                <a:gd name="T63" fmla="*/ 35 h 84"/>
                <a:gd name="T64" fmla="*/ 70 w 83"/>
                <a:gd name="T65" fmla="*/ 23 h 84"/>
                <a:gd name="T66" fmla="*/ 57 w 83"/>
                <a:gd name="T67" fmla="*/ 58 h 84"/>
                <a:gd name="T68" fmla="*/ 42 w 83"/>
                <a:gd name="T69" fmla="*/ 64 h 84"/>
                <a:gd name="T70" fmla="*/ 26 w 83"/>
                <a:gd name="T71" fmla="*/ 58 h 84"/>
                <a:gd name="T72" fmla="*/ 19 w 83"/>
                <a:gd name="T73" fmla="*/ 42 h 84"/>
                <a:gd name="T74" fmla="*/ 26 w 83"/>
                <a:gd name="T75" fmla="*/ 26 h 84"/>
                <a:gd name="T76" fmla="*/ 42 w 83"/>
                <a:gd name="T77" fmla="*/ 20 h 84"/>
                <a:gd name="T78" fmla="*/ 57 w 83"/>
                <a:gd name="T79" fmla="*/ 26 h 84"/>
                <a:gd name="T80" fmla="*/ 64 w 83"/>
                <a:gd name="T81" fmla="*/ 42 h 84"/>
                <a:gd name="T82" fmla="*/ 57 w 83"/>
                <a:gd name="T83" fmla="*/ 58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3" h="84">
                  <a:moveTo>
                    <a:pt x="70" y="23"/>
                  </a:moveTo>
                  <a:cubicBezTo>
                    <a:pt x="76" y="17"/>
                    <a:pt x="76" y="17"/>
                    <a:pt x="76" y="17"/>
                  </a:cubicBezTo>
                  <a:cubicBezTo>
                    <a:pt x="66" y="8"/>
                    <a:pt x="66" y="8"/>
                    <a:pt x="66" y="8"/>
                  </a:cubicBezTo>
                  <a:cubicBezTo>
                    <a:pt x="61" y="13"/>
                    <a:pt x="61" y="13"/>
                    <a:pt x="61" y="13"/>
                  </a:cubicBezTo>
                  <a:cubicBezTo>
                    <a:pt x="57" y="11"/>
                    <a:pt x="53" y="9"/>
                    <a:pt x="48" y="8"/>
                  </a:cubicBezTo>
                  <a:cubicBezTo>
                    <a:pt x="48" y="0"/>
                    <a:pt x="48" y="0"/>
                    <a:pt x="48" y="0"/>
                  </a:cubicBezTo>
                  <a:cubicBezTo>
                    <a:pt x="35" y="0"/>
                    <a:pt x="35" y="0"/>
                    <a:pt x="35" y="0"/>
                  </a:cubicBezTo>
                  <a:cubicBezTo>
                    <a:pt x="35" y="8"/>
                    <a:pt x="35" y="8"/>
                    <a:pt x="35" y="8"/>
                  </a:cubicBezTo>
                  <a:cubicBezTo>
                    <a:pt x="30" y="9"/>
                    <a:pt x="26" y="11"/>
                    <a:pt x="23" y="13"/>
                  </a:cubicBezTo>
                  <a:cubicBezTo>
                    <a:pt x="17" y="8"/>
                    <a:pt x="17" y="8"/>
                    <a:pt x="17" y="8"/>
                  </a:cubicBezTo>
                  <a:cubicBezTo>
                    <a:pt x="7" y="17"/>
                    <a:pt x="7" y="17"/>
                    <a:pt x="7" y="17"/>
                  </a:cubicBezTo>
                  <a:cubicBezTo>
                    <a:pt x="13" y="23"/>
                    <a:pt x="13" y="23"/>
                    <a:pt x="13" y="23"/>
                  </a:cubicBezTo>
                  <a:cubicBezTo>
                    <a:pt x="10" y="27"/>
                    <a:pt x="9" y="31"/>
                    <a:pt x="8" y="35"/>
                  </a:cubicBezTo>
                  <a:cubicBezTo>
                    <a:pt x="0" y="35"/>
                    <a:pt x="0" y="35"/>
                    <a:pt x="0" y="35"/>
                  </a:cubicBezTo>
                  <a:cubicBezTo>
                    <a:pt x="0" y="49"/>
                    <a:pt x="0" y="49"/>
                    <a:pt x="0" y="49"/>
                  </a:cubicBezTo>
                  <a:cubicBezTo>
                    <a:pt x="8" y="49"/>
                    <a:pt x="8" y="49"/>
                    <a:pt x="8" y="49"/>
                  </a:cubicBezTo>
                  <a:cubicBezTo>
                    <a:pt x="9" y="53"/>
                    <a:pt x="10" y="57"/>
                    <a:pt x="13" y="61"/>
                  </a:cubicBezTo>
                  <a:cubicBezTo>
                    <a:pt x="7" y="67"/>
                    <a:pt x="7" y="67"/>
                    <a:pt x="7" y="67"/>
                  </a:cubicBezTo>
                  <a:cubicBezTo>
                    <a:pt x="17" y="76"/>
                    <a:pt x="17" y="76"/>
                    <a:pt x="17" y="76"/>
                  </a:cubicBezTo>
                  <a:cubicBezTo>
                    <a:pt x="22" y="71"/>
                    <a:pt x="22" y="71"/>
                    <a:pt x="22" y="71"/>
                  </a:cubicBezTo>
                  <a:cubicBezTo>
                    <a:pt x="26" y="73"/>
                    <a:pt x="30" y="75"/>
                    <a:pt x="35" y="76"/>
                  </a:cubicBezTo>
                  <a:cubicBezTo>
                    <a:pt x="35" y="84"/>
                    <a:pt x="35" y="84"/>
                    <a:pt x="35" y="84"/>
                  </a:cubicBezTo>
                  <a:cubicBezTo>
                    <a:pt x="48" y="84"/>
                    <a:pt x="48" y="84"/>
                    <a:pt x="48" y="84"/>
                  </a:cubicBezTo>
                  <a:cubicBezTo>
                    <a:pt x="48" y="76"/>
                    <a:pt x="48" y="76"/>
                    <a:pt x="48" y="76"/>
                  </a:cubicBezTo>
                  <a:cubicBezTo>
                    <a:pt x="53" y="75"/>
                    <a:pt x="57" y="73"/>
                    <a:pt x="61" y="71"/>
                  </a:cubicBezTo>
                  <a:cubicBezTo>
                    <a:pt x="66" y="76"/>
                    <a:pt x="66" y="76"/>
                    <a:pt x="66" y="76"/>
                  </a:cubicBezTo>
                  <a:cubicBezTo>
                    <a:pt x="76" y="67"/>
                    <a:pt x="76" y="67"/>
                    <a:pt x="76" y="67"/>
                  </a:cubicBezTo>
                  <a:cubicBezTo>
                    <a:pt x="70" y="61"/>
                    <a:pt x="70" y="61"/>
                    <a:pt x="70" y="61"/>
                  </a:cubicBezTo>
                  <a:cubicBezTo>
                    <a:pt x="73" y="57"/>
                    <a:pt x="74" y="53"/>
                    <a:pt x="75" y="49"/>
                  </a:cubicBezTo>
                  <a:cubicBezTo>
                    <a:pt x="83" y="49"/>
                    <a:pt x="83" y="49"/>
                    <a:pt x="83" y="49"/>
                  </a:cubicBezTo>
                  <a:cubicBezTo>
                    <a:pt x="83" y="35"/>
                    <a:pt x="83" y="35"/>
                    <a:pt x="83" y="35"/>
                  </a:cubicBezTo>
                  <a:cubicBezTo>
                    <a:pt x="75" y="35"/>
                    <a:pt x="75" y="35"/>
                    <a:pt x="75" y="35"/>
                  </a:cubicBezTo>
                  <a:cubicBezTo>
                    <a:pt x="74" y="31"/>
                    <a:pt x="73" y="27"/>
                    <a:pt x="70" y="23"/>
                  </a:cubicBezTo>
                  <a:close/>
                  <a:moveTo>
                    <a:pt x="57" y="58"/>
                  </a:moveTo>
                  <a:cubicBezTo>
                    <a:pt x="53" y="62"/>
                    <a:pt x="48" y="64"/>
                    <a:pt x="42" y="64"/>
                  </a:cubicBezTo>
                  <a:cubicBezTo>
                    <a:pt x="35" y="64"/>
                    <a:pt x="30" y="62"/>
                    <a:pt x="26" y="58"/>
                  </a:cubicBezTo>
                  <a:cubicBezTo>
                    <a:pt x="22" y="54"/>
                    <a:pt x="19" y="48"/>
                    <a:pt x="19" y="42"/>
                  </a:cubicBezTo>
                  <a:cubicBezTo>
                    <a:pt x="19" y="36"/>
                    <a:pt x="22" y="30"/>
                    <a:pt x="26" y="26"/>
                  </a:cubicBezTo>
                  <a:cubicBezTo>
                    <a:pt x="30" y="22"/>
                    <a:pt x="35" y="20"/>
                    <a:pt x="42" y="20"/>
                  </a:cubicBezTo>
                  <a:cubicBezTo>
                    <a:pt x="48" y="20"/>
                    <a:pt x="53" y="22"/>
                    <a:pt x="57" y="26"/>
                  </a:cubicBezTo>
                  <a:cubicBezTo>
                    <a:pt x="61" y="30"/>
                    <a:pt x="64" y="36"/>
                    <a:pt x="64" y="42"/>
                  </a:cubicBezTo>
                  <a:cubicBezTo>
                    <a:pt x="64" y="48"/>
                    <a:pt x="61" y="54"/>
                    <a:pt x="57" y="58"/>
                  </a:cubicBezTo>
                  <a:close/>
                </a:path>
              </a:pathLst>
            </a:custGeom>
            <a:solidFill>
              <a:srgbClr val="01ACBE"/>
            </a:solidFill>
            <a:ln>
              <a:noFill/>
            </a:ln>
            <a:effectLst>
              <a:outerShdw blurRad="50800" dist="38100" dir="8100000" algn="tr" rotWithShape="0">
                <a:prstClr val="black">
                  <a:alpha val="40000"/>
                </a:prstClr>
              </a:outerShdw>
            </a:effectLst>
            <a:scene3d>
              <a:camera prst="orthographicFront"/>
              <a:lightRig rig="threePt" dir="t"/>
            </a:scene3d>
            <a:sp3d extrusionH="76200">
              <a:extrusionClr>
                <a:srgbClr val="A5C3CF"/>
              </a:extrusionClr>
            </a:sp3d>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a:latin typeface="+mn-lt"/>
                <a:ea typeface="+mn-ea"/>
                <a:cs typeface="+mn-ea"/>
                <a:sym typeface="+mn-lt"/>
              </a:endParaRPr>
            </a:p>
          </p:txBody>
        </p:sp>
        <p:grpSp>
          <p:nvGrpSpPr>
            <p:cNvPr id="25615" name="Group 8">
              <a:extLst>
                <a:ext uri="{FF2B5EF4-FFF2-40B4-BE49-F238E27FC236}">
                  <a16:creationId xmlns:a16="http://schemas.microsoft.com/office/drawing/2014/main" id="{BC912449-B821-B74A-8913-26C04E2CE68C}"/>
                </a:ext>
              </a:extLst>
            </p:cNvPr>
            <p:cNvGrpSpPr>
              <a:grpSpLocks noChangeAspect="1"/>
            </p:cNvGrpSpPr>
            <p:nvPr/>
          </p:nvGrpSpPr>
          <p:grpSpPr bwMode="auto">
            <a:xfrm>
              <a:off x="4430530" y="3139897"/>
              <a:ext cx="608702" cy="743027"/>
              <a:chOff x="3804" y="2116"/>
              <a:chExt cx="503" cy="614"/>
            </a:xfrm>
          </p:grpSpPr>
          <p:sp>
            <p:nvSpPr>
              <p:cNvPr id="24600" name="AutoShape 7">
                <a:extLst>
                  <a:ext uri="{FF2B5EF4-FFF2-40B4-BE49-F238E27FC236}">
                    <a16:creationId xmlns:a16="http://schemas.microsoft.com/office/drawing/2014/main" id="{4BE53619-455F-4454-BA4B-3252E5FAD25A}"/>
                  </a:ext>
                </a:extLst>
              </p:cNvPr>
              <p:cNvSpPr>
                <a:spLocks noChangeAspect="1" noChangeArrowheads="1" noTextEdit="1"/>
              </p:cNvSpPr>
              <p:nvPr/>
            </p:nvSpPr>
            <p:spPr bwMode="auto">
              <a:xfrm>
                <a:off x="3803" y="2115"/>
                <a:ext cx="504" cy="6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latin typeface="+mn-lt"/>
                  <a:ea typeface="+mn-ea"/>
                  <a:cs typeface="+mn-ea"/>
                  <a:sym typeface="+mn-lt"/>
                </a:endParaRPr>
              </a:p>
            </p:txBody>
          </p:sp>
          <p:sp>
            <p:nvSpPr>
              <p:cNvPr id="24601" name="Oval 9">
                <a:extLst>
                  <a:ext uri="{FF2B5EF4-FFF2-40B4-BE49-F238E27FC236}">
                    <a16:creationId xmlns:a16="http://schemas.microsoft.com/office/drawing/2014/main" id="{07208E0D-ED74-466B-B797-40810468AA2D}"/>
                  </a:ext>
                </a:extLst>
              </p:cNvPr>
              <p:cNvSpPr>
                <a:spLocks noChangeArrowheads="1"/>
              </p:cNvSpPr>
              <p:nvPr/>
            </p:nvSpPr>
            <p:spPr bwMode="auto">
              <a:xfrm>
                <a:off x="3906" y="2137"/>
                <a:ext cx="275" cy="267"/>
              </a:xfrm>
              <a:prstGeom prst="ellipse">
                <a:avLst/>
              </a:prstGeom>
              <a:solidFill>
                <a:srgbClr val="88889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1800">
                  <a:latin typeface="+mn-lt"/>
                  <a:ea typeface="+mn-ea"/>
                  <a:cs typeface="+mn-ea"/>
                  <a:sym typeface="+mn-lt"/>
                </a:endParaRPr>
              </a:p>
            </p:txBody>
          </p:sp>
          <p:sp>
            <p:nvSpPr>
              <p:cNvPr id="24602" name="Freeform 10">
                <a:extLst>
                  <a:ext uri="{FF2B5EF4-FFF2-40B4-BE49-F238E27FC236}">
                    <a16:creationId xmlns:a16="http://schemas.microsoft.com/office/drawing/2014/main" id="{83684EF3-6BC3-4628-A623-311063EFDBCB}"/>
                  </a:ext>
                </a:extLst>
              </p:cNvPr>
              <p:cNvSpPr>
                <a:spLocks/>
              </p:cNvSpPr>
              <p:nvPr/>
            </p:nvSpPr>
            <p:spPr bwMode="auto">
              <a:xfrm>
                <a:off x="3781" y="2423"/>
                <a:ext cx="525" cy="327"/>
              </a:xfrm>
              <a:custGeom>
                <a:avLst/>
                <a:gdLst>
                  <a:gd name="T0" fmla="*/ 2147483646 w 25"/>
                  <a:gd name="T1" fmla="*/ 0 h 16"/>
                  <a:gd name="T2" fmla="*/ 2147483646 w 25"/>
                  <a:gd name="T3" fmla="*/ 0 h 16"/>
                  <a:gd name="T4" fmla="*/ 2147483646 w 25"/>
                  <a:gd name="T5" fmla="*/ 2147483646 h 16"/>
                  <a:gd name="T6" fmla="*/ 2147483646 w 25"/>
                  <a:gd name="T7" fmla="*/ 2147483646 h 16"/>
                  <a:gd name="T8" fmla="*/ 2147483646 w 25"/>
                  <a:gd name="T9" fmla="*/ 2147483646 h 16"/>
                  <a:gd name="T10" fmla="*/ 2147483646 w 25"/>
                  <a:gd name="T11" fmla="*/ 0 h 16"/>
                  <a:gd name="T12" fmla="*/ 2147483646 w 25"/>
                  <a:gd name="T13" fmla="*/ 0 h 16"/>
                  <a:gd name="T14" fmla="*/ 0 w 25"/>
                  <a:gd name="T15" fmla="*/ 2147483646 h 16"/>
                  <a:gd name="T16" fmla="*/ 0 w 25"/>
                  <a:gd name="T17" fmla="*/ 2147483646 h 16"/>
                  <a:gd name="T18" fmla="*/ 2147483646 w 25"/>
                  <a:gd name="T19" fmla="*/ 2147483646 h 16"/>
                  <a:gd name="T20" fmla="*/ 2147483646 w 25"/>
                  <a:gd name="T21" fmla="*/ 2147483646 h 16"/>
                  <a:gd name="T22" fmla="*/ 2147483646 w 25"/>
                  <a:gd name="T23" fmla="*/ 2147483646 h 16"/>
                  <a:gd name="T24" fmla="*/ 2147483646 w 25"/>
                  <a:gd name="T25" fmla="*/ 0 h 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5" h="16">
                    <a:moveTo>
                      <a:pt x="16" y="0"/>
                    </a:moveTo>
                    <a:cubicBezTo>
                      <a:pt x="13" y="0"/>
                      <a:pt x="13" y="0"/>
                      <a:pt x="13" y="0"/>
                    </a:cubicBezTo>
                    <a:cubicBezTo>
                      <a:pt x="15" y="11"/>
                      <a:pt x="15" y="11"/>
                      <a:pt x="15" y="11"/>
                    </a:cubicBezTo>
                    <a:cubicBezTo>
                      <a:pt x="12" y="14"/>
                      <a:pt x="12" y="14"/>
                      <a:pt x="12" y="14"/>
                    </a:cubicBezTo>
                    <a:cubicBezTo>
                      <a:pt x="9" y="11"/>
                      <a:pt x="9" y="11"/>
                      <a:pt x="9" y="11"/>
                    </a:cubicBezTo>
                    <a:cubicBezTo>
                      <a:pt x="11" y="0"/>
                      <a:pt x="11" y="0"/>
                      <a:pt x="11" y="0"/>
                    </a:cubicBezTo>
                    <a:cubicBezTo>
                      <a:pt x="8" y="0"/>
                      <a:pt x="8" y="0"/>
                      <a:pt x="8" y="0"/>
                    </a:cubicBezTo>
                    <a:cubicBezTo>
                      <a:pt x="3" y="0"/>
                      <a:pt x="0" y="4"/>
                      <a:pt x="0" y="8"/>
                    </a:cubicBezTo>
                    <a:cubicBezTo>
                      <a:pt x="0" y="14"/>
                      <a:pt x="0" y="14"/>
                      <a:pt x="0" y="14"/>
                    </a:cubicBezTo>
                    <a:cubicBezTo>
                      <a:pt x="3" y="16"/>
                      <a:pt x="9" y="16"/>
                      <a:pt x="12" y="16"/>
                    </a:cubicBezTo>
                    <a:cubicBezTo>
                      <a:pt x="15" y="16"/>
                      <a:pt x="21" y="16"/>
                      <a:pt x="25" y="14"/>
                    </a:cubicBezTo>
                    <a:cubicBezTo>
                      <a:pt x="25" y="8"/>
                      <a:pt x="25" y="8"/>
                      <a:pt x="25" y="8"/>
                    </a:cubicBezTo>
                    <a:cubicBezTo>
                      <a:pt x="25" y="4"/>
                      <a:pt x="21" y="0"/>
                      <a:pt x="16" y="0"/>
                    </a:cubicBezTo>
                  </a:path>
                </a:pathLst>
              </a:custGeom>
              <a:solidFill>
                <a:srgbClr val="88889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grpSp>
        <p:sp>
          <p:nvSpPr>
            <p:cNvPr id="24592" name="Freeform 14">
              <a:extLst>
                <a:ext uri="{FF2B5EF4-FFF2-40B4-BE49-F238E27FC236}">
                  <a16:creationId xmlns:a16="http://schemas.microsoft.com/office/drawing/2014/main" id="{4FBF85B3-FF0A-40A0-B1D5-C940FE361750}"/>
                </a:ext>
              </a:extLst>
            </p:cNvPr>
            <p:cNvSpPr>
              <a:spLocks/>
            </p:cNvSpPr>
            <p:nvPr/>
          </p:nvSpPr>
          <p:spPr bwMode="auto">
            <a:xfrm>
              <a:off x="3025400" y="1968429"/>
              <a:ext cx="2807118" cy="3256142"/>
            </a:xfrm>
            <a:custGeom>
              <a:avLst/>
              <a:gdLst>
                <a:gd name="T0" fmla="*/ 2147483646 w 85"/>
                <a:gd name="T1" fmla="*/ 0 h 99"/>
                <a:gd name="T2" fmla="*/ 2147483646 w 85"/>
                <a:gd name="T3" fmla="*/ 2147483646 h 99"/>
                <a:gd name="T4" fmla="*/ 0 w 85"/>
                <a:gd name="T5" fmla="*/ 2147483646 h 99"/>
                <a:gd name="T6" fmla="*/ 2147483646 w 85"/>
                <a:gd name="T7" fmla="*/ 2147483646 h 99"/>
                <a:gd name="T8" fmla="*/ 2147483646 w 85"/>
                <a:gd name="T9" fmla="*/ 2147483646 h 99"/>
                <a:gd name="T10" fmla="*/ 2147483646 w 85"/>
                <a:gd name="T11" fmla="*/ 2147483646 h 99"/>
                <a:gd name="T12" fmla="*/ 2147483646 w 85"/>
                <a:gd name="T13" fmla="*/ 2147483646 h 99"/>
                <a:gd name="T14" fmla="*/ 2147483646 w 85"/>
                <a:gd name="T15" fmla="*/ 2147483646 h 99"/>
                <a:gd name="T16" fmla="*/ 2147483646 w 85"/>
                <a:gd name="T17" fmla="*/ 2147483646 h 99"/>
                <a:gd name="T18" fmla="*/ 2147483646 w 85"/>
                <a:gd name="T19" fmla="*/ 2147483646 h 99"/>
                <a:gd name="T20" fmla="*/ 2147483646 w 85"/>
                <a:gd name="T21" fmla="*/ 2147483646 h 99"/>
                <a:gd name="T22" fmla="*/ 2147483646 w 85"/>
                <a:gd name="T23" fmla="*/ 2147483646 h 99"/>
                <a:gd name="T24" fmla="*/ 2147483646 w 85"/>
                <a:gd name="T25" fmla="*/ 2147483646 h 99"/>
                <a:gd name="T26" fmla="*/ 2147483646 w 85"/>
                <a:gd name="T27" fmla="*/ 2147483646 h 99"/>
                <a:gd name="T28" fmla="*/ 2147483646 w 85"/>
                <a:gd name="T29" fmla="*/ 0 h 9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5" h="99">
                  <a:moveTo>
                    <a:pt x="49" y="0"/>
                  </a:moveTo>
                  <a:cubicBezTo>
                    <a:pt x="36" y="0"/>
                    <a:pt x="24" y="5"/>
                    <a:pt x="14" y="14"/>
                  </a:cubicBezTo>
                  <a:cubicBezTo>
                    <a:pt x="5" y="23"/>
                    <a:pt x="0" y="36"/>
                    <a:pt x="0" y="49"/>
                  </a:cubicBezTo>
                  <a:cubicBezTo>
                    <a:pt x="0" y="62"/>
                    <a:pt x="5" y="75"/>
                    <a:pt x="14" y="84"/>
                  </a:cubicBezTo>
                  <a:cubicBezTo>
                    <a:pt x="24" y="94"/>
                    <a:pt x="36" y="99"/>
                    <a:pt x="50" y="99"/>
                  </a:cubicBezTo>
                  <a:cubicBezTo>
                    <a:pt x="63" y="99"/>
                    <a:pt x="75" y="94"/>
                    <a:pt x="85" y="84"/>
                  </a:cubicBezTo>
                  <a:cubicBezTo>
                    <a:pt x="82" y="82"/>
                    <a:pt x="82" y="82"/>
                    <a:pt x="82" y="82"/>
                  </a:cubicBezTo>
                  <a:cubicBezTo>
                    <a:pt x="74" y="91"/>
                    <a:pt x="62" y="96"/>
                    <a:pt x="50" y="96"/>
                  </a:cubicBezTo>
                  <a:cubicBezTo>
                    <a:pt x="37" y="96"/>
                    <a:pt x="25" y="91"/>
                    <a:pt x="17" y="82"/>
                  </a:cubicBezTo>
                  <a:cubicBezTo>
                    <a:pt x="8" y="73"/>
                    <a:pt x="3" y="61"/>
                    <a:pt x="3" y="49"/>
                  </a:cubicBezTo>
                  <a:cubicBezTo>
                    <a:pt x="3" y="37"/>
                    <a:pt x="8" y="25"/>
                    <a:pt x="17" y="16"/>
                  </a:cubicBezTo>
                  <a:cubicBezTo>
                    <a:pt x="25" y="7"/>
                    <a:pt x="37" y="3"/>
                    <a:pt x="49" y="2"/>
                  </a:cubicBezTo>
                  <a:cubicBezTo>
                    <a:pt x="60" y="3"/>
                    <a:pt x="70" y="6"/>
                    <a:pt x="78" y="12"/>
                  </a:cubicBezTo>
                  <a:cubicBezTo>
                    <a:pt x="80" y="10"/>
                    <a:pt x="80" y="10"/>
                    <a:pt x="80" y="10"/>
                  </a:cubicBezTo>
                  <a:cubicBezTo>
                    <a:pt x="71" y="3"/>
                    <a:pt x="61" y="0"/>
                    <a:pt x="49" y="0"/>
                  </a:cubicBezTo>
                </a:path>
              </a:pathLst>
            </a:custGeom>
            <a:solidFill>
              <a:srgbClr val="05B8C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grpSp>
          <p:nvGrpSpPr>
            <p:cNvPr id="22" name="组合 21">
              <a:extLst>
                <a:ext uri="{FF2B5EF4-FFF2-40B4-BE49-F238E27FC236}">
                  <a16:creationId xmlns:a16="http://schemas.microsoft.com/office/drawing/2014/main" id="{B6466AFA-ADAE-416A-856B-4E7E38D7C3E9}"/>
                </a:ext>
              </a:extLst>
            </p:cNvPr>
            <p:cNvGrpSpPr/>
            <p:nvPr/>
          </p:nvGrpSpPr>
          <p:grpSpPr>
            <a:xfrm rot="9277281">
              <a:off x="6065134" y="1197238"/>
              <a:ext cx="2449301" cy="2596616"/>
              <a:chOff x="3533775" y="1263651"/>
              <a:chExt cx="4028103" cy="4270375"/>
            </a:xfrm>
            <a:solidFill>
              <a:srgbClr val="8DC1CF"/>
            </a:solidFill>
          </p:grpSpPr>
          <p:sp>
            <p:nvSpPr>
              <p:cNvPr id="28" name="Freeform 5">
                <a:extLst>
                  <a:ext uri="{FF2B5EF4-FFF2-40B4-BE49-F238E27FC236}">
                    <a16:creationId xmlns:a16="http://schemas.microsoft.com/office/drawing/2014/main" id="{067A57BE-5FFD-4CAA-BCD5-9DFB52644AB2}"/>
                  </a:ext>
                </a:extLst>
              </p:cNvPr>
              <p:cNvSpPr>
                <a:spLocks noEditPoints="1"/>
              </p:cNvSpPr>
              <p:nvPr/>
            </p:nvSpPr>
            <p:spPr bwMode="auto">
              <a:xfrm>
                <a:off x="3990769" y="1572211"/>
                <a:ext cx="3571109" cy="3614186"/>
              </a:xfrm>
              <a:custGeom>
                <a:avLst/>
                <a:gdLst>
                  <a:gd name="T0" fmla="*/ 70 w 83"/>
                  <a:gd name="T1" fmla="*/ 23 h 84"/>
                  <a:gd name="T2" fmla="*/ 76 w 83"/>
                  <a:gd name="T3" fmla="*/ 17 h 84"/>
                  <a:gd name="T4" fmla="*/ 66 w 83"/>
                  <a:gd name="T5" fmla="*/ 8 h 84"/>
                  <a:gd name="T6" fmla="*/ 61 w 83"/>
                  <a:gd name="T7" fmla="*/ 13 h 84"/>
                  <a:gd name="T8" fmla="*/ 48 w 83"/>
                  <a:gd name="T9" fmla="*/ 8 h 84"/>
                  <a:gd name="T10" fmla="*/ 48 w 83"/>
                  <a:gd name="T11" fmla="*/ 0 h 84"/>
                  <a:gd name="T12" fmla="*/ 35 w 83"/>
                  <a:gd name="T13" fmla="*/ 0 h 84"/>
                  <a:gd name="T14" fmla="*/ 35 w 83"/>
                  <a:gd name="T15" fmla="*/ 8 h 84"/>
                  <a:gd name="T16" fmla="*/ 23 w 83"/>
                  <a:gd name="T17" fmla="*/ 13 h 84"/>
                  <a:gd name="T18" fmla="*/ 17 w 83"/>
                  <a:gd name="T19" fmla="*/ 8 h 84"/>
                  <a:gd name="T20" fmla="*/ 7 w 83"/>
                  <a:gd name="T21" fmla="*/ 17 h 84"/>
                  <a:gd name="T22" fmla="*/ 13 w 83"/>
                  <a:gd name="T23" fmla="*/ 23 h 84"/>
                  <a:gd name="T24" fmla="*/ 8 w 83"/>
                  <a:gd name="T25" fmla="*/ 35 h 84"/>
                  <a:gd name="T26" fmla="*/ 0 w 83"/>
                  <a:gd name="T27" fmla="*/ 35 h 84"/>
                  <a:gd name="T28" fmla="*/ 0 w 83"/>
                  <a:gd name="T29" fmla="*/ 49 h 84"/>
                  <a:gd name="T30" fmla="*/ 8 w 83"/>
                  <a:gd name="T31" fmla="*/ 49 h 84"/>
                  <a:gd name="T32" fmla="*/ 13 w 83"/>
                  <a:gd name="T33" fmla="*/ 61 h 84"/>
                  <a:gd name="T34" fmla="*/ 7 w 83"/>
                  <a:gd name="T35" fmla="*/ 67 h 84"/>
                  <a:gd name="T36" fmla="*/ 17 w 83"/>
                  <a:gd name="T37" fmla="*/ 76 h 84"/>
                  <a:gd name="T38" fmla="*/ 22 w 83"/>
                  <a:gd name="T39" fmla="*/ 71 h 84"/>
                  <a:gd name="T40" fmla="*/ 35 w 83"/>
                  <a:gd name="T41" fmla="*/ 76 h 84"/>
                  <a:gd name="T42" fmla="*/ 35 w 83"/>
                  <a:gd name="T43" fmla="*/ 84 h 84"/>
                  <a:gd name="T44" fmla="*/ 48 w 83"/>
                  <a:gd name="T45" fmla="*/ 84 h 84"/>
                  <a:gd name="T46" fmla="*/ 48 w 83"/>
                  <a:gd name="T47" fmla="*/ 76 h 84"/>
                  <a:gd name="T48" fmla="*/ 61 w 83"/>
                  <a:gd name="T49" fmla="*/ 71 h 84"/>
                  <a:gd name="T50" fmla="*/ 66 w 83"/>
                  <a:gd name="T51" fmla="*/ 76 h 84"/>
                  <a:gd name="T52" fmla="*/ 76 w 83"/>
                  <a:gd name="T53" fmla="*/ 67 h 84"/>
                  <a:gd name="T54" fmla="*/ 70 w 83"/>
                  <a:gd name="T55" fmla="*/ 61 h 84"/>
                  <a:gd name="T56" fmla="*/ 75 w 83"/>
                  <a:gd name="T57" fmla="*/ 49 h 84"/>
                  <a:gd name="T58" fmla="*/ 83 w 83"/>
                  <a:gd name="T59" fmla="*/ 49 h 84"/>
                  <a:gd name="T60" fmla="*/ 83 w 83"/>
                  <a:gd name="T61" fmla="*/ 35 h 84"/>
                  <a:gd name="T62" fmla="*/ 75 w 83"/>
                  <a:gd name="T63" fmla="*/ 35 h 84"/>
                  <a:gd name="T64" fmla="*/ 70 w 83"/>
                  <a:gd name="T65" fmla="*/ 23 h 84"/>
                  <a:gd name="T66" fmla="*/ 57 w 83"/>
                  <a:gd name="T67" fmla="*/ 58 h 84"/>
                  <a:gd name="T68" fmla="*/ 42 w 83"/>
                  <a:gd name="T69" fmla="*/ 64 h 84"/>
                  <a:gd name="T70" fmla="*/ 26 w 83"/>
                  <a:gd name="T71" fmla="*/ 58 h 84"/>
                  <a:gd name="T72" fmla="*/ 19 w 83"/>
                  <a:gd name="T73" fmla="*/ 42 h 84"/>
                  <a:gd name="T74" fmla="*/ 26 w 83"/>
                  <a:gd name="T75" fmla="*/ 26 h 84"/>
                  <a:gd name="T76" fmla="*/ 42 w 83"/>
                  <a:gd name="T77" fmla="*/ 20 h 84"/>
                  <a:gd name="T78" fmla="*/ 57 w 83"/>
                  <a:gd name="T79" fmla="*/ 26 h 84"/>
                  <a:gd name="T80" fmla="*/ 64 w 83"/>
                  <a:gd name="T81" fmla="*/ 42 h 84"/>
                  <a:gd name="T82" fmla="*/ 57 w 83"/>
                  <a:gd name="T83" fmla="*/ 58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3" h="84">
                    <a:moveTo>
                      <a:pt x="70" y="23"/>
                    </a:moveTo>
                    <a:cubicBezTo>
                      <a:pt x="76" y="17"/>
                      <a:pt x="76" y="17"/>
                      <a:pt x="76" y="17"/>
                    </a:cubicBezTo>
                    <a:cubicBezTo>
                      <a:pt x="66" y="8"/>
                      <a:pt x="66" y="8"/>
                      <a:pt x="66" y="8"/>
                    </a:cubicBezTo>
                    <a:cubicBezTo>
                      <a:pt x="61" y="13"/>
                      <a:pt x="61" y="13"/>
                      <a:pt x="61" y="13"/>
                    </a:cubicBezTo>
                    <a:cubicBezTo>
                      <a:pt x="57" y="11"/>
                      <a:pt x="53" y="9"/>
                      <a:pt x="48" y="8"/>
                    </a:cubicBezTo>
                    <a:cubicBezTo>
                      <a:pt x="48" y="0"/>
                      <a:pt x="48" y="0"/>
                      <a:pt x="48" y="0"/>
                    </a:cubicBezTo>
                    <a:cubicBezTo>
                      <a:pt x="35" y="0"/>
                      <a:pt x="35" y="0"/>
                      <a:pt x="35" y="0"/>
                    </a:cubicBezTo>
                    <a:cubicBezTo>
                      <a:pt x="35" y="8"/>
                      <a:pt x="35" y="8"/>
                      <a:pt x="35" y="8"/>
                    </a:cubicBezTo>
                    <a:cubicBezTo>
                      <a:pt x="30" y="9"/>
                      <a:pt x="26" y="11"/>
                      <a:pt x="23" y="13"/>
                    </a:cubicBezTo>
                    <a:cubicBezTo>
                      <a:pt x="17" y="8"/>
                      <a:pt x="17" y="8"/>
                      <a:pt x="17" y="8"/>
                    </a:cubicBezTo>
                    <a:cubicBezTo>
                      <a:pt x="7" y="17"/>
                      <a:pt x="7" y="17"/>
                      <a:pt x="7" y="17"/>
                    </a:cubicBezTo>
                    <a:cubicBezTo>
                      <a:pt x="13" y="23"/>
                      <a:pt x="13" y="23"/>
                      <a:pt x="13" y="23"/>
                    </a:cubicBezTo>
                    <a:cubicBezTo>
                      <a:pt x="10" y="27"/>
                      <a:pt x="9" y="31"/>
                      <a:pt x="8" y="35"/>
                    </a:cubicBezTo>
                    <a:cubicBezTo>
                      <a:pt x="0" y="35"/>
                      <a:pt x="0" y="35"/>
                      <a:pt x="0" y="35"/>
                    </a:cubicBezTo>
                    <a:cubicBezTo>
                      <a:pt x="0" y="49"/>
                      <a:pt x="0" y="49"/>
                      <a:pt x="0" y="49"/>
                    </a:cubicBezTo>
                    <a:cubicBezTo>
                      <a:pt x="8" y="49"/>
                      <a:pt x="8" y="49"/>
                      <a:pt x="8" y="49"/>
                    </a:cubicBezTo>
                    <a:cubicBezTo>
                      <a:pt x="9" y="53"/>
                      <a:pt x="10" y="57"/>
                      <a:pt x="13" y="61"/>
                    </a:cubicBezTo>
                    <a:cubicBezTo>
                      <a:pt x="7" y="67"/>
                      <a:pt x="7" y="67"/>
                      <a:pt x="7" y="67"/>
                    </a:cubicBezTo>
                    <a:cubicBezTo>
                      <a:pt x="17" y="76"/>
                      <a:pt x="17" y="76"/>
                      <a:pt x="17" y="76"/>
                    </a:cubicBezTo>
                    <a:cubicBezTo>
                      <a:pt x="22" y="71"/>
                      <a:pt x="22" y="71"/>
                      <a:pt x="22" y="71"/>
                    </a:cubicBezTo>
                    <a:cubicBezTo>
                      <a:pt x="26" y="73"/>
                      <a:pt x="30" y="75"/>
                      <a:pt x="35" y="76"/>
                    </a:cubicBezTo>
                    <a:cubicBezTo>
                      <a:pt x="35" y="84"/>
                      <a:pt x="35" y="84"/>
                      <a:pt x="35" y="84"/>
                    </a:cubicBezTo>
                    <a:cubicBezTo>
                      <a:pt x="48" y="84"/>
                      <a:pt x="48" y="84"/>
                      <a:pt x="48" y="84"/>
                    </a:cubicBezTo>
                    <a:cubicBezTo>
                      <a:pt x="48" y="76"/>
                      <a:pt x="48" y="76"/>
                      <a:pt x="48" y="76"/>
                    </a:cubicBezTo>
                    <a:cubicBezTo>
                      <a:pt x="53" y="75"/>
                      <a:pt x="57" y="73"/>
                      <a:pt x="61" y="71"/>
                    </a:cubicBezTo>
                    <a:cubicBezTo>
                      <a:pt x="66" y="76"/>
                      <a:pt x="66" y="76"/>
                      <a:pt x="66" y="76"/>
                    </a:cubicBezTo>
                    <a:cubicBezTo>
                      <a:pt x="76" y="67"/>
                      <a:pt x="76" y="67"/>
                      <a:pt x="76" y="67"/>
                    </a:cubicBezTo>
                    <a:cubicBezTo>
                      <a:pt x="70" y="61"/>
                      <a:pt x="70" y="61"/>
                      <a:pt x="70" y="61"/>
                    </a:cubicBezTo>
                    <a:cubicBezTo>
                      <a:pt x="73" y="57"/>
                      <a:pt x="74" y="53"/>
                      <a:pt x="75" y="49"/>
                    </a:cubicBezTo>
                    <a:cubicBezTo>
                      <a:pt x="83" y="49"/>
                      <a:pt x="83" y="49"/>
                      <a:pt x="83" y="49"/>
                    </a:cubicBezTo>
                    <a:cubicBezTo>
                      <a:pt x="83" y="35"/>
                      <a:pt x="83" y="35"/>
                      <a:pt x="83" y="35"/>
                    </a:cubicBezTo>
                    <a:cubicBezTo>
                      <a:pt x="75" y="35"/>
                      <a:pt x="75" y="35"/>
                      <a:pt x="75" y="35"/>
                    </a:cubicBezTo>
                    <a:cubicBezTo>
                      <a:pt x="74" y="31"/>
                      <a:pt x="73" y="27"/>
                      <a:pt x="70" y="23"/>
                    </a:cubicBezTo>
                    <a:close/>
                    <a:moveTo>
                      <a:pt x="57" y="58"/>
                    </a:moveTo>
                    <a:cubicBezTo>
                      <a:pt x="53" y="62"/>
                      <a:pt x="48" y="64"/>
                      <a:pt x="42" y="64"/>
                    </a:cubicBezTo>
                    <a:cubicBezTo>
                      <a:pt x="35" y="64"/>
                      <a:pt x="30" y="62"/>
                      <a:pt x="26" y="58"/>
                    </a:cubicBezTo>
                    <a:cubicBezTo>
                      <a:pt x="22" y="54"/>
                      <a:pt x="19" y="48"/>
                      <a:pt x="19" y="42"/>
                    </a:cubicBezTo>
                    <a:cubicBezTo>
                      <a:pt x="19" y="36"/>
                      <a:pt x="22" y="30"/>
                      <a:pt x="26" y="26"/>
                    </a:cubicBezTo>
                    <a:cubicBezTo>
                      <a:pt x="30" y="22"/>
                      <a:pt x="35" y="20"/>
                      <a:pt x="42" y="20"/>
                    </a:cubicBezTo>
                    <a:cubicBezTo>
                      <a:pt x="48" y="20"/>
                      <a:pt x="53" y="22"/>
                      <a:pt x="57" y="26"/>
                    </a:cubicBezTo>
                    <a:cubicBezTo>
                      <a:pt x="61" y="30"/>
                      <a:pt x="64" y="36"/>
                      <a:pt x="64" y="42"/>
                    </a:cubicBezTo>
                    <a:cubicBezTo>
                      <a:pt x="64" y="48"/>
                      <a:pt x="61" y="54"/>
                      <a:pt x="57" y="58"/>
                    </a:cubicBezTo>
                    <a:close/>
                  </a:path>
                </a:pathLst>
              </a:custGeom>
              <a:solidFill>
                <a:schemeClr val="bg2">
                  <a:lumMod val="40000"/>
                  <a:lumOff val="60000"/>
                </a:schemeClr>
              </a:solidFill>
              <a:ln>
                <a:noFill/>
              </a:ln>
              <a:effectLst>
                <a:outerShdw blurRad="50800" dist="38100" dir="8100000" algn="tr" rotWithShape="0">
                  <a:prstClr val="black">
                    <a:alpha val="40000"/>
                  </a:prstClr>
                </a:outerShdw>
              </a:effectLst>
              <a:scene3d>
                <a:camera prst="orthographicFront"/>
                <a:lightRig rig="threePt" dir="t"/>
              </a:scene3d>
              <a:sp3d extrusionH="76200">
                <a:extrusionClr>
                  <a:srgbClr val="A5C3CF"/>
                </a:extrusionClr>
              </a:sp3d>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a:latin typeface="+mn-lt"/>
                  <a:ea typeface="+mn-ea"/>
                  <a:cs typeface="+mn-ea"/>
                  <a:sym typeface="+mn-lt"/>
                </a:endParaRPr>
              </a:p>
            </p:txBody>
          </p:sp>
          <p:sp>
            <p:nvSpPr>
              <p:cNvPr id="29" name="Freeform 14">
                <a:extLst>
                  <a:ext uri="{FF2B5EF4-FFF2-40B4-BE49-F238E27FC236}">
                    <a16:creationId xmlns:a16="http://schemas.microsoft.com/office/drawing/2014/main" id="{764757AC-5A13-4864-9F37-6F5D0E76EC5C}"/>
                  </a:ext>
                </a:extLst>
              </p:cNvPr>
              <p:cNvSpPr/>
              <p:nvPr/>
            </p:nvSpPr>
            <p:spPr bwMode="auto">
              <a:xfrm>
                <a:off x="3533775" y="1263651"/>
                <a:ext cx="3683000" cy="4270375"/>
              </a:xfrm>
              <a:custGeom>
                <a:avLst/>
                <a:gdLst>
                  <a:gd name="T0" fmla="*/ 49 w 85"/>
                  <a:gd name="T1" fmla="*/ 0 h 99"/>
                  <a:gd name="T2" fmla="*/ 14 w 85"/>
                  <a:gd name="T3" fmla="*/ 14 h 99"/>
                  <a:gd name="T4" fmla="*/ 0 w 85"/>
                  <a:gd name="T5" fmla="*/ 49 h 99"/>
                  <a:gd name="T6" fmla="*/ 14 w 85"/>
                  <a:gd name="T7" fmla="*/ 84 h 99"/>
                  <a:gd name="T8" fmla="*/ 50 w 85"/>
                  <a:gd name="T9" fmla="*/ 99 h 99"/>
                  <a:gd name="T10" fmla="*/ 85 w 85"/>
                  <a:gd name="T11" fmla="*/ 84 h 99"/>
                  <a:gd name="T12" fmla="*/ 82 w 85"/>
                  <a:gd name="T13" fmla="*/ 82 h 99"/>
                  <a:gd name="T14" fmla="*/ 50 w 85"/>
                  <a:gd name="T15" fmla="*/ 96 h 99"/>
                  <a:gd name="T16" fmla="*/ 17 w 85"/>
                  <a:gd name="T17" fmla="*/ 82 h 99"/>
                  <a:gd name="T18" fmla="*/ 3 w 85"/>
                  <a:gd name="T19" fmla="*/ 49 h 99"/>
                  <a:gd name="T20" fmla="*/ 17 w 85"/>
                  <a:gd name="T21" fmla="*/ 16 h 99"/>
                  <a:gd name="T22" fmla="*/ 49 w 85"/>
                  <a:gd name="T23" fmla="*/ 2 h 99"/>
                  <a:gd name="T24" fmla="*/ 78 w 85"/>
                  <a:gd name="T25" fmla="*/ 12 h 99"/>
                  <a:gd name="T26" fmla="*/ 80 w 85"/>
                  <a:gd name="T27" fmla="*/ 10 h 99"/>
                  <a:gd name="T28" fmla="*/ 49 w 85"/>
                  <a:gd name="T29" fmla="*/ 0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5" h="99">
                    <a:moveTo>
                      <a:pt x="49" y="0"/>
                    </a:moveTo>
                    <a:cubicBezTo>
                      <a:pt x="36" y="0"/>
                      <a:pt x="24" y="5"/>
                      <a:pt x="14" y="14"/>
                    </a:cubicBezTo>
                    <a:cubicBezTo>
                      <a:pt x="5" y="23"/>
                      <a:pt x="0" y="36"/>
                      <a:pt x="0" y="49"/>
                    </a:cubicBezTo>
                    <a:cubicBezTo>
                      <a:pt x="0" y="62"/>
                      <a:pt x="5" y="75"/>
                      <a:pt x="14" y="84"/>
                    </a:cubicBezTo>
                    <a:cubicBezTo>
                      <a:pt x="24" y="94"/>
                      <a:pt x="36" y="99"/>
                      <a:pt x="50" y="99"/>
                    </a:cubicBezTo>
                    <a:cubicBezTo>
                      <a:pt x="63" y="99"/>
                      <a:pt x="75" y="94"/>
                      <a:pt x="85" y="84"/>
                    </a:cubicBezTo>
                    <a:cubicBezTo>
                      <a:pt x="82" y="82"/>
                      <a:pt x="82" y="82"/>
                      <a:pt x="82" y="82"/>
                    </a:cubicBezTo>
                    <a:cubicBezTo>
                      <a:pt x="74" y="91"/>
                      <a:pt x="62" y="96"/>
                      <a:pt x="50" y="96"/>
                    </a:cubicBezTo>
                    <a:cubicBezTo>
                      <a:pt x="37" y="96"/>
                      <a:pt x="25" y="91"/>
                      <a:pt x="17" y="82"/>
                    </a:cubicBezTo>
                    <a:cubicBezTo>
                      <a:pt x="8" y="73"/>
                      <a:pt x="3" y="61"/>
                      <a:pt x="3" y="49"/>
                    </a:cubicBezTo>
                    <a:cubicBezTo>
                      <a:pt x="3" y="37"/>
                      <a:pt x="8" y="25"/>
                      <a:pt x="17" y="16"/>
                    </a:cubicBezTo>
                    <a:cubicBezTo>
                      <a:pt x="25" y="7"/>
                      <a:pt x="37" y="3"/>
                      <a:pt x="49" y="2"/>
                    </a:cubicBezTo>
                    <a:cubicBezTo>
                      <a:pt x="60" y="3"/>
                      <a:pt x="70" y="6"/>
                      <a:pt x="78" y="12"/>
                    </a:cubicBezTo>
                    <a:cubicBezTo>
                      <a:pt x="80" y="10"/>
                      <a:pt x="80" y="10"/>
                      <a:pt x="80" y="10"/>
                    </a:cubicBezTo>
                    <a:cubicBezTo>
                      <a:pt x="71" y="3"/>
                      <a:pt x="61" y="0"/>
                      <a:pt x="49" y="0"/>
                    </a:cubicBezTo>
                  </a:path>
                </a:pathLst>
              </a:custGeom>
              <a:solidFill>
                <a:schemeClr val="bg2">
                  <a:lumMod val="20000"/>
                  <a:lumOff val="80000"/>
                </a:schemeClr>
              </a:soli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a:latin typeface="+mn-lt"/>
                  <a:ea typeface="+mn-ea"/>
                  <a:cs typeface="+mn-ea"/>
                  <a:sym typeface="+mn-lt"/>
                </a:endParaRPr>
              </a:p>
            </p:txBody>
          </p:sp>
        </p:grpSp>
        <p:sp>
          <p:nvSpPr>
            <p:cNvPr id="24594" name="KSO_Shape">
              <a:extLst>
                <a:ext uri="{FF2B5EF4-FFF2-40B4-BE49-F238E27FC236}">
                  <a16:creationId xmlns:a16="http://schemas.microsoft.com/office/drawing/2014/main" id="{9958E28A-9291-4C45-81AB-A2E7B06D00A2}"/>
                </a:ext>
              </a:extLst>
            </p:cNvPr>
            <p:cNvSpPr>
              <a:spLocks/>
            </p:cNvSpPr>
            <p:nvPr/>
          </p:nvSpPr>
          <p:spPr bwMode="auto">
            <a:xfrm>
              <a:off x="7002151" y="2261747"/>
              <a:ext cx="336063" cy="606407"/>
            </a:xfrm>
            <a:custGeom>
              <a:avLst/>
              <a:gdLst>
                <a:gd name="T0" fmla="*/ 5278 w 709759"/>
                <a:gd name="T1" fmla="*/ 0 h 1280034"/>
                <a:gd name="T2" fmla="*/ 8181 w 709759"/>
                <a:gd name="T3" fmla="*/ 0 h 1280034"/>
                <a:gd name="T4" fmla="*/ 8181 w 709759"/>
                <a:gd name="T5" fmla="*/ 2609 h 1280034"/>
                <a:gd name="T6" fmla="*/ 12668 w 709759"/>
                <a:gd name="T7" fmla="*/ 3392 h 1280034"/>
                <a:gd name="T8" fmla="*/ 11613 w 709759"/>
                <a:gd name="T9" fmla="*/ 6784 h 1280034"/>
                <a:gd name="T10" fmla="*/ 7390 w 709759"/>
                <a:gd name="T11" fmla="*/ 5740 h 1280034"/>
                <a:gd name="T12" fmla="*/ 4751 w 709759"/>
                <a:gd name="T13" fmla="*/ 7567 h 1280034"/>
                <a:gd name="T14" fmla="*/ 8445 w 709759"/>
                <a:gd name="T15" fmla="*/ 9915 h 1280034"/>
                <a:gd name="T16" fmla="*/ 13460 w 709759"/>
                <a:gd name="T17" fmla="*/ 15656 h 1280034"/>
                <a:gd name="T18" fmla="*/ 8181 w 709759"/>
                <a:gd name="T19" fmla="*/ 20874 h 1280034"/>
                <a:gd name="T20" fmla="*/ 8181 w 709759"/>
                <a:gd name="T21" fmla="*/ 24005 h 1280034"/>
                <a:gd name="T22" fmla="*/ 5278 w 709759"/>
                <a:gd name="T23" fmla="*/ 24005 h 1280034"/>
                <a:gd name="T24" fmla="*/ 5278 w 709759"/>
                <a:gd name="T25" fmla="*/ 21135 h 1280034"/>
                <a:gd name="T26" fmla="*/ 0 w 709759"/>
                <a:gd name="T27" fmla="*/ 19830 h 1280034"/>
                <a:gd name="T28" fmla="*/ 1056 w 709759"/>
                <a:gd name="T29" fmla="*/ 16438 h 1280034"/>
                <a:gd name="T30" fmla="*/ 6070 w 709759"/>
                <a:gd name="T31" fmla="*/ 17743 h 1280034"/>
                <a:gd name="T32" fmla="*/ 8973 w 709759"/>
                <a:gd name="T33" fmla="*/ 15916 h 1280034"/>
                <a:gd name="T34" fmla="*/ 5806 w 709759"/>
                <a:gd name="T35" fmla="*/ 13307 h 1280034"/>
                <a:gd name="T36" fmla="*/ 264 w 709759"/>
                <a:gd name="T37" fmla="*/ 8089 h 1280034"/>
                <a:gd name="T38" fmla="*/ 5278 w 709759"/>
                <a:gd name="T39" fmla="*/ 2609 h 1280034"/>
                <a:gd name="T40" fmla="*/ 5278 w 709759"/>
                <a:gd name="T41" fmla="*/ 0 h 128003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09759" h="1280034">
                  <a:moveTo>
                    <a:pt x="278337" y="0"/>
                  </a:moveTo>
                  <a:cubicBezTo>
                    <a:pt x="431422" y="0"/>
                    <a:pt x="431422" y="0"/>
                    <a:pt x="431422" y="0"/>
                  </a:cubicBezTo>
                  <a:cubicBezTo>
                    <a:pt x="431422" y="139134"/>
                    <a:pt x="431422" y="139134"/>
                    <a:pt x="431422" y="139134"/>
                  </a:cubicBezTo>
                  <a:cubicBezTo>
                    <a:pt x="542757" y="139134"/>
                    <a:pt x="612342" y="166961"/>
                    <a:pt x="668009" y="180875"/>
                  </a:cubicBezTo>
                  <a:cubicBezTo>
                    <a:pt x="612342" y="361749"/>
                    <a:pt x="612342" y="361749"/>
                    <a:pt x="612342" y="361749"/>
                  </a:cubicBezTo>
                  <a:cubicBezTo>
                    <a:pt x="584508" y="347835"/>
                    <a:pt x="501007" y="306095"/>
                    <a:pt x="389672" y="306095"/>
                  </a:cubicBezTo>
                  <a:cubicBezTo>
                    <a:pt x="292254" y="306095"/>
                    <a:pt x="250503" y="361749"/>
                    <a:pt x="250503" y="403489"/>
                  </a:cubicBezTo>
                  <a:cubicBezTo>
                    <a:pt x="250503" y="445229"/>
                    <a:pt x="306171" y="486970"/>
                    <a:pt x="445339" y="528710"/>
                  </a:cubicBezTo>
                  <a:cubicBezTo>
                    <a:pt x="640175" y="598277"/>
                    <a:pt x="709759" y="681757"/>
                    <a:pt x="709759" y="834805"/>
                  </a:cubicBezTo>
                  <a:cubicBezTo>
                    <a:pt x="709759" y="973939"/>
                    <a:pt x="612342" y="1085246"/>
                    <a:pt x="431422" y="1113073"/>
                  </a:cubicBezTo>
                  <a:cubicBezTo>
                    <a:pt x="431422" y="1280034"/>
                    <a:pt x="431422" y="1280034"/>
                    <a:pt x="431422" y="1280034"/>
                  </a:cubicBezTo>
                  <a:cubicBezTo>
                    <a:pt x="278337" y="1280034"/>
                    <a:pt x="278337" y="1280034"/>
                    <a:pt x="278337" y="1280034"/>
                  </a:cubicBezTo>
                  <a:cubicBezTo>
                    <a:pt x="278337" y="1126986"/>
                    <a:pt x="278337" y="1126986"/>
                    <a:pt x="278337" y="1126986"/>
                  </a:cubicBezTo>
                  <a:cubicBezTo>
                    <a:pt x="167002" y="1126986"/>
                    <a:pt x="69584" y="1099160"/>
                    <a:pt x="0" y="1057419"/>
                  </a:cubicBezTo>
                  <a:cubicBezTo>
                    <a:pt x="55667" y="876545"/>
                    <a:pt x="55667" y="876545"/>
                    <a:pt x="55667" y="876545"/>
                  </a:cubicBezTo>
                  <a:cubicBezTo>
                    <a:pt x="125252" y="918285"/>
                    <a:pt x="208753" y="946112"/>
                    <a:pt x="320088" y="946112"/>
                  </a:cubicBezTo>
                  <a:cubicBezTo>
                    <a:pt x="403589" y="946112"/>
                    <a:pt x="473173" y="918285"/>
                    <a:pt x="473173" y="848718"/>
                  </a:cubicBezTo>
                  <a:cubicBezTo>
                    <a:pt x="473173" y="793065"/>
                    <a:pt x="417506" y="751324"/>
                    <a:pt x="306171" y="709584"/>
                  </a:cubicBezTo>
                  <a:cubicBezTo>
                    <a:pt x="125252" y="653930"/>
                    <a:pt x="13917" y="584363"/>
                    <a:pt x="13917" y="431316"/>
                  </a:cubicBezTo>
                  <a:cubicBezTo>
                    <a:pt x="13917" y="292182"/>
                    <a:pt x="111335" y="180875"/>
                    <a:pt x="278337" y="139134"/>
                  </a:cubicBezTo>
                  <a:cubicBezTo>
                    <a:pt x="278337" y="0"/>
                    <a:pt x="278337" y="0"/>
                    <a:pt x="278337" y="0"/>
                  </a:cubicBezTo>
                  <a:close/>
                </a:path>
              </a:pathLst>
            </a:custGeom>
            <a:solidFill>
              <a:srgbClr val="888890"/>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defRPr/>
              </a:pPr>
              <a:endParaRPr lang="zh-CN" altLang="en-US">
                <a:latin typeface="+mn-lt"/>
                <a:ea typeface="+mn-ea"/>
                <a:cs typeface="+mn-ea"/>
                <a:sym typeface="+mn-lt"/>
              </a:endParaRPr>
            </a:p>
          </p:txBody>
        </p:sp>
        <p:sp>
          <p:nvSpPr>
            <p:cNvPr id="24" name="Freeform 5">
              <a:extLst>
                <a:ext uri="{FF2B5EF4-FFF2-40B4-BE49-F238E27FC236}">
                  <a16:creationId xmlns:a16="http://schemas.microsoft.com/office/drawing/2014/main" id="{5E6A178B-F7AD-4A91-B15A-52D9F4722C22}"/>
                </a:ext>
              </a:extLst>
            </p:cNvPr>
            <p:cNvSpPr>
              <a:spLocks noEditPoints="1"/>
            </p:cNvSpPr>
            <p:nvPr/>
          </p:nvSpPr>
          <p:spPr bwMode="auto">
            <a:xfrm rot="13858708">
              <a:off x="6228882" y="4042244"/>
              <a:ext cx="1697289" cy="1717763"/>
            </a:xfrm>
            <a:custGeom>
              <a:avLst/>
              <a:gdLst>
                <a:gd name="T0" fmla="*/ 70 w 83"/>
                <a:gd name="T1" fmla="*/ 23 h 84"/>
                <a:gd name="T2" fmla="*/ 76 w 83"/>
                <a:gd name="T3" fmla="*/ 17 h 84"/>
                <a:gd name="T4" fmla="*/ 66 w 83"/>
                <a:gd name="T5" fmla="*/ 8 h 84"/>
                <a:gd name="T6" fmla="*/ 61 w 83"/>
                <a:gd name="T7" fmla="*/ 13 h 84"/>
                <a:gd name="T8" fmla="*/ 48 w 83"/>
                <a:gd name="T9" fmla="*/ 8 h 84"/>
                <a:gd name="T10" fmla="*/ 48 w 83"/>
                <a:gd name="T11" fmla="*/ 0 h 84"/>
                <a:gd name="T12" fmla="*/ 35 w 83"/>
                <a:gd name="T13" fmla="*/ 0 h 84"/>
                <a:gd name="T14" fmla="*/ 35 w 83"/>
                <a:gd name="T15" fmla="*/ 8 h 84"/>
                <a:gd name="T16" fmla="*/ 23 w 83"/>
                <a:gd name="T17" fmla="*/ 13 h 84"/>
                <a:gd name="T18" fmla="*/ 17 w 83"/>
                <a:gd name="T19" fmla="*/ 8 h 84"/>
                <a:gd name="T20" fmla="*/ 7 w 83"/>
                <a:gd name="T21" fmla="*/ 17 h 84"/>
                <a:gd name="T22" fmla="*/ 13 w 83"/>
                <a:gd name="T23" fmla="*/ 23 h 84"/>
                <a:gd name="T24" fmla="*/ 8 w 83"/>
                <a:gd name="T25" fmla="*/ 35 h 84"/>
                <a:gd name="T26" fmla="*/ 0 w 83"/>
                <a:gd name="T27" fmla="*/ 35 h 84"/>
                <a:gd name="T28" fmla="*/ 0 w 83"/>
                <a:gd name="T29" fmla="*/ 49 h 84"/>
                <a:gd name="T30" fmla="*/ 8 w 83"/>
                <a:gd name="T31" fmla="*/ 49 h 84"/>
                <a:gd name="T32" fmla="*/ 13 w 83"/>
                <a:gd name="T33" fmla="*/ 61 h 84"/>
                <a:gd name="T34" fmla="*/ 7 w 83"/>
                <a:gd name="T35" fmla="*/ 67 h 84"/>
                <a:gd name="T36" fmla="*/ 17 w 83"/>
                <a:gd name="T37" fmla="*/ 76 h 84"/>
                <a:gd name="T38" fmla="*/ 22 w 83"/>
                <a:gd name="T39" fmla="*/ 71 h 84"/>
                <a:gd name="T40" fmla="*/ 35 w 83"/>
                <a:gd name="T41" fmla="*/ 76 h 84"/>
                <a:gd name="T42" fmla="*/ 35 w 83"/>
                <a:gd name="T43" fmla="*/ 84 h 84"/>
                <a:gd name="T44" fmla="*/ 48 w 83"/>
                <a:gd name="T45" fmla="*/ 84 h 84"/>
                <a:gd name="T46" fmla="*/ 48 w 83"/>
                <a:gd name="T47" fmla="*/ 76 h 84"/>
                <a:gd name="T48" fmla="*/ 61 w 83"/>
                <a:gd name="T49" fmla="*/ 71 h 84"/>
                <a:gd name="T50" fmla="*/ 66 w 83"/>
                <a:gd name="T51" fmla="*/ 76 h 84"/>
                <a:gd name="T52" fmla="*/ 76 w 83"/>
                <a:gd name="T53" fmla="*/ 67 h 84"/>
                <a:gd name="T54" fmla="*/ 70 w 83"/>
                <a:gd name="T55" fmla="*/ 61 h 84"/>
                <a:gd name="T56" fmla="*/ 75 w 83"/>
                <a:gd name="T57" fmla="*/ 49 h 84"/>
                <a:gd name="T58" fmla="*/ 83 w 83"/>
                <a:gd name="T59" fmla="*/ 49 h 84"/>
                <a:gd name="T60" fmla="*/ 83 w 83"/>
                <a:gd name="T61" fmla="*/ 35 h 84"/>
                <a:gd name="T62" fmla="*/ 75 w 83"/>
                <a:gd name="T63" fmla="*/ 35 h 84"/>
                <a:gd name="T64" fmla="*/ 70 w 83"/>
                <a:gd name="T65" fmla="*/ 23 h 84"/>
                <a:gd name="T66" fmla="*/ 57 w 83"/>
                <a:gd name="T67" fmla="*/ 58 h 84"/>
                <a:gd name="T68" fmla="*/ 42 w 83"/>
                <a:gd name="T69" fmla="*/ 64 h 84"/>
                <a:gd name="T70" fmla="*/ 26 w 83"/>
                <a:gd name="T71" fmla="*/ 58 h 84"/>
                <a:gd name="T72" fmla="*/ 19 w 83"/>
                <a:gd name="T73" fmla="*/ 42 h 84"/>
                <a:gd name="T74" fmla="*/ 26 w 83"/>
                <a:gd name="T75" fmla="*/ 26 h 84"/>
                <a:gd name="T76" fmla="*/ 42 w 83"/>
                <a:gd name="T77" fmla="*/ 20 h 84"/>
                <a:gd name="T78" fmla="*/ 57 w 83"/>
                <a:gd name="T79" fmla="*/ 26 h 84"/>
                <a:gd name="T80" fmla="*/ 64 w 83"/>
                <a:gd name="T81" fmla="*/ 42 h 84"/>
                <a:gd name="T82" fmla="*/ 57 w 83"/>
                <a:gd name="T83" fmla="*/ 58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3" h="84">
                  <a:moveTo>
                    <a:pt x="70" y="23"/>
                  </a:moveTo>
                  <a:cubicBezTo>
                    <a:pt x="76" y="17"/>
                    <a:pt x="76" y="17"/>
                    <a:pt x="76" y="17"/>
                  </a:cubicBezTo>
                  <a:cubicBezTo>
                    <a:pt x="66" y="8"/>
                    <a:pt x="66" y="8"/>
                    <a:pt x="66" y="8"/>
                  </a:cubicBezTo>
                  <a:cubicBezTo>
                    <a:pt x="61" y="13"/>
                    <a:pt x="61" y="13"/>
                    <a:pt x="61" y="13"/>
                  </a:cubicBezTo>
                  <a:cubicBezTo>
                    <a:pt x="57" y="11"/>
                    <a:pt x="53" y="9"/>
                    <a:pt x="48" y="8"/>
                  </a:cubicBezTo>
                  <a:cubicBezTo>
                    <a:pt x="48" y="0"/>
                    <a:pt x="48" y="0"/>
                    <a:pt x="48" y="0"/>
                  </a:cubicBezTo>
                  <a:cubicBezTo>
                    <a:pt x="35" y="0"/>
                    <a:pt x="35" y="0"/>
                    <a:pt x="35" y="0"/>
                  </a:cubicBezTo>
                  <a:cubicBezTo>
                    <a:pt x="35" y="8"/>
                    <a:pt x="35" y="8"/>
                    <a:pt x="35" y="8"/>
                  </a:cubicBezTo>
                  <a:cubicBezTo>
                    <a:pt x="30" y="9"/>
                    <a:pt x="26" y="11"/>
                    <a:pt x="23" y="13"/>
                  </a:cubicBezTo>
                  <a:cubicBezTo>
                    <a:pt x="17" y="8"/>
                    <a:pt x="17" y="8"/>
                    <a:pt x="17" y="8"/>
                  </a:cubicBezTo>
                  <a:cubicBezTo>
                    <a:pt x="7" y="17"/>
                    <a:pt x="7" y="17"/>
                    <a:pt x="7" y="17"/>
                  </a:cubicBezTo>
                  <a:cubicBezTo>
                    <a:pt x="13" y="23"/>
                    <a:pt x="13" y="23"/>
                    <a:pt x="13" y="23"/>
                  </a:cubicBezTo>
                  <a:cubicBezTo>
                    <a:pt x="10" y="27"/>
                    <a:pt x="9" y="31"/>
                    <a:pt x="8" y="35"/>
                  </a:cubicBezTo>
                  <a:cubicBezTo>
                    <a:pt x="0" y="35"/>
                    <a:pt x="0" y="35"/>
                    <a:pt x="0" y="35"/>
                  </a:cubicBezTo>
                  <a:cubicBezTo>
                    <a:pt x="0" y="49"/>
                    <a:pt x="0" y="49"/>
                    <a:pt x="0" y="49"/>
                  </a:cubicBezTo>
                  <a:cubicBezTo>
                    <a:pt x="8" y="49"/>
                    <a:pt x="8" y="49"/>
                    <a:pt x="8" y="49"/>
                  </a:cubicBezTo>
                  <a:cubicBezTo>
                    <a:pt x="9" y="53"/>
                    <a:pt x="10" y="57"/>
                    <a:pt x="13" y="61"/>
                  </a:cubicBezTo>
                  <a:cubicBezTo>
                    <a:pt x="7" y="67"/>
                    <a:pt x="7" y="67"/>
                    <a:pt x="7" y="67"/>
                  </a:cubicBezTo>
                  <a:cubicBezTo>
                    <a:pt x="17" y="76"/>
                    <a:pt x="17" y="76"/>
                    <a:pt x="17" y="76"/>
                  </a:cubicBezTo>
                  <a:cubicBezTo>
                    <a:pt x="22" y="71"/>
                    <a:pt x="22" y="71"/>
                    <a:pt x="22" y="71"/>
                  </a:cubicBezTo>
                  <a:cubicBezTo>
                    <a:pt x="26" y="73"/>
                    <a:pt x="30" y="75"/>
                    <a:pt x="35" y="76"/>
                  </a:cubicBezTo>
                  <a:cubicBezTo>
                    <a:pt x="35" y="84"/>
                    <a:pt x="35" y="84"/>
                    <a:pt x="35" y="84"/>
                  </a:cubicBezTo>
                  <a:cubicBezTo>
                    <a:pt x="48" y="84"/>
                    <a:pt x="48" y="84"/>
                    <a:pt x="48" y="84"/>
                  </a:cubicBezTo>
                  <a:cubicBezTo>
                    <a:pt x="48" y="76"/>
                    <a:pt x="48" y="76"/>
                    <a:pt x="48" y="76"/>
                  </a:cubicBezTo>
                  <a:cubicBezTo>
                    <a:pt x="53" y="75"/>
                    <a:pt x="57" y="73"/>
                    <a:pt x="61" y="71"/>
                  </a:cubicBezTo>
                  <a:cubicBezTo>
                    <a:pt x="66" y="76"/>
                    <a:pt x="66" y="76"/>
                    <a:pt x="66" y="76"/>
                  </a:cubicBezTo>
                  <a:cubicBezTo>
                    <a:pt x="76" y="67"/>
                    <a:pt x="76" y="67"/>
                    <a:pt x="76" y="67"/>
                  </a:cubicBezTo>
                  <a:cubicBezTo>
                    <a:pt x="70" y="61"/>
                    <a:pt x="70" y="61"/>
                    <a:pt x="70" y="61"/>
                  </a:cubicBezTo>
                  <a:cubicBezTo>
                    <a:pt x="73" y="57"/>
                    <a:pt x="74" y="53"/>
                    <a:pt x="75" y="49"/>
                  </a:cubicBezTo>
                  <a:cubicBezTo>
                    <a:pt x="83" y="49"/>
                    <a:pt x="83" y="49"/>
                    <a:pt x="83" y="49"/>
                  </a:cubicBezTo>
                  <a:cubicBezTo>
                    <a:pt x="83" y="35"/>
                    <a:pt x="83" y="35"/>
                    <a:pt x="83" y="35"/>
                  </a:cubicBezTo>
                  <a:cubicBezTo>
                    <a:pt x="75" y="35"/>
                    <a:pt x="75" y="35"/>
                    <a:pt x="75" y="35"/>
                  </a:cubicBezTo>
                  <a:cubicBezTo>
                    <a:pt x="74" y="31"/>
                    <a:pt x="73" y="27"/>
                    <a:pt x="70" y="23"/>
                  </a:cubicBezTo>
                  <a:close/>
                  <a:moveTo>
                    <a:pt x="57" y="58"/>
                  </a:moveTo>
                  <a:cubicBezTo>
                    <a:pt x="53" y="62"/>
                    <a:pt x="48" y="64"/>
                    <a:pt x="42" y="64"/>
                  </a:cubicBezTo>
                  <a:cubicBezTo>
                    <a:pt x="35" y="64"/>
                    <a:pt x="30" y="62"/>
                    <a:pt x="26" y="58"/>
                  </a:cubicBezTo>
                  <a:cubicBezTo>
                    <a:pt x="22" y="54"/>
                    <a:pt x="19" y="48"/>
                    <a:pt x="19" y="42"/>
                  </a:cubicBezTo>
                  <a:cubicBezTo>
                    <a:pt x="19" y="36"/>
                    <a:pt x="22" y="30"/>
                    <a:pt x="26" y="26"/>
                  </a:cubicBezTo>
                  <a:cubicBezTo>
                    <a:pt x="30" y="22"/>
                    <a:pt x="35" y="20"/>
                    <a:pt x="42" y="20"/>
                  </a:cubicBezTo>
                  <a:cubicBezTo>
                    <a:pt x="48" y="20"/>
                    <a:pt x="53" y="22"/>
                    <a:pt x="57" y="26"/>
                  </a:cubicBezTo>
                  <a:cubicBezTo>
                    <a:pt x="61" y="30"/>
                    <a:pt x="64" y="36"/>
                    <a:pt x="64" y="42"/>
                  </a:cubicBezTo>
                  <a:cubicBezTo>
                    <a:pt x="64" y="48"/>
                    <a:pt x="61" y="54"/>
                    <a:pt x="57" y="58"/>
                  </a:cubicBezTo>
                  <a:close/>
                </a:path>
              </a:pathLst>
            </a:custGeom>
            <a:solidFill>
              <a:srgbClr val="6C4C8F"/>
            </a:solidFill>
            <a:ln>
              <a:noFill/>
            </a:ln>
            <a:effectLst>
              <a:outerShdw blurRad="50800" dist="38100" dir="8100000" algn="tr" rotWithShape="0">
                <a:prstClr val="black">
                  <a:alpha val="40000"/>
                </a:prstClr>
              </a:outerShdw>
            </a:effectLst>
            <a:scene3d>
              <a:camera prst="orthographicFront"/>
              <a:lightRig rig="threePt" dir="t"/>
            </a:scene3d>
            <a:sp3d extrusionH="76200">
              <a:extrusionClr>
                <a:srgbClr val="A5C3CF"/>
              </a:extrusionClr>
            </a:sp3d>
          </p:spPr>
          <p:txBody>
            <a:bodyPr/>
            <a:lstStyle/>
            <a:p>
              <a:pPr>
                <a:defRPr/>
              </a:pPr>
              <a:endParaRPr lang="zh-CN" altLang="en-US">
                <a:latin typeface="+mn-lt"/>
                <a:ea typeface="+mn-ea"/>
                <a:cs typeface="+mn-ea"/>
                <a:sym typeface="+mn-lt"/>
              </a:endParaRPr>
            </a:p>
          </p:txBody>
        </p:sp>
        <p:sp>
          <p:nvSpPr>
            <p:cNvPr id="24598" name="Freeform 18">
              <a:extLst>
                <a:ext uri="{FF2B5EF4-FFF2-40B4-BE49-F238E27FC236}">
                  <a16:creationId xmlns:a16="http://schemas.microsoft.com/office/drawing/2014/main" id="{1A49C17C-7FCB-4B04-96B2-C35352C19583}"/>
                </a:ext>
              </a:extLst>
            </p:cNvPr>
            <p:cNvSpPr>
              <a:spLocks/>
            </p:cNvSpPr>
            <p:nvPr/>
          </p:nvSpPr>
          <p:spPr bwMode="auto">
            <a:xfrm rot="-1119039">
              <a:off x="5875350" y="4031531"/>
              <a:ext cx="2405159" cy="2056511"/>
            </a:xfrm>
            <a:custGeom>
              <a:avLst/>
              <a:gdLst>
                <a:gd name="T0" fmla="*/ 2147483646 w 52"/>
                <a:gd name="T1" fmla="*/ 0 h 44"/>
                <a:gd name="T2" fmla="*/ 2147483646 w 52"/>
                <a:gd name="T3" fmla="*/ 2147483646 h 44"/>
                <a:gd name="T4" fmla="*/ 2147483646 w 52"/>
                <a:gd name="T5" fmla="*/ 2147483646 h 44"/>
                <a:gd name="T6" fmla="*/ 2147483646 w 52"/>
                <a:gd name="T7" fmla="*/ 2147483646 h 44"/>
                <a:gd name="T8" fmla="*/ 2147483646 w 52"/>
                <a:gd name="T9" fmla="*/ 2147483646 h 44"/>
                <a:gd name="T10" fmla="*/ 2147483646 w 52"/>
                <a:gd name="T11" fmla="*/ 2147483646 h 44"/>
                <a:gd name="T12" fmla="*/ 2147483646 w 52"/>
                <a:gd name="T13" fmla="*/ 2147483646 h 44"/>
                <a:gd name="T14" fmla="*/ 2147483646 w 52"/>
                <a:gd name="T15" fmla="*/ 2147483646 h 44"/>
                <a:gd name="T16" fmla="*/ 2147483646 w 52"/>
                <a:gd name="T17" fmla="*/ 2147483646 h 44"/>
                <a:gd name="T18" fmla="*/ 2147483646 w 52"/>
                <a:gd name="T19" fmla="*/ 2147483646 h 44"/>
                <a:gd name="T20" fmla="*/ 0 w 52"/>
                <a:gd name="T21" fmla="*/ 2147483646 h 44"/>
                <a:gd name="T22" fmla="*/ 0 w 52"/>
                <a:gd name="T23" fmla="*/ 2147483646 h 44"/>
                <a:gd name="T24" fmla="*/ 2147483646 w 52"/>
                <a:gd name="T25" fmla="*/ 2147483646 h 44"/>
                <a:gd name="T26" fmla="*/ 2147483646 w 52"/>
                <a:gd name="T27" fmla="*/ 2147483646 h 44"/>
                <a:gd name="T28" fmla="*/ 2147483646 w 52"/>
                <a:gd name="T29" fmla="*/ 2147483646 h 44"/>
                <a:gd name="T30" fmla="*/ 2147483646 w 52"/>
                <a:gd name="T31" fmla="*/ 2147483646 h 44"/>
                <a:gd name="T32" fmla="*/ 2147483646 w 52"/>
                <a:gd name="T33" fmla="*/ 2147483646 h 44"/>
                <a:gd name="T34" fmla="*/ 2147483646 w 52"/>
                <a:gd name="T35" fmla="*/ 2147483646 h 44"/>
                <a:gd name="T36" fmla="*/ 2147483646 w 52"/>
                <a:gd name="T37" fmla="*/ 0 h 4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2" h="44">
                  <a:moveTo>
                    <a:pt x="45" y="0"/>
                  </a:moveTo>
                  <a:cubicBezTo>
                    <a:pt x="43" y="2"/>
                    <a:pt x="43" y="2"/>
                    <a:pt x="43" y="2"/>
                  </a:cubicBezTo>
                  <a:cubicBezTo>
                    <a:pt x="43" y="3"/>
                    <a:pt x="43" y="3"/>
                    <a:pt x="43" y="3"/>
                  </a:cubicBezTo>
                  <a:cubicBezTo>
                    <a:pt x="47" y="8"/>
                    <a:pt x="49" y="14"/>
                    <a:pt x="49" y="20"/>
                  </a:cubicBezTo>
                  <a:cubicBezTo>
                    <a:pt x="48" y="26"/>
                    <a:pt x="45" y="31"/>
                    <a:pt x="41" y="35"/>
                  </a:cubicBezTo>
                  <a:cubicBezTo>
                    <a:pt x="37" y="39"/>
                    <a:pt x="31" y="41"/>
                    <a:pt x="26" y="41"/>
                  </a:cubicBezTo>
                  <a:cubicBezTo>
                    <a:pt x="25" y="41"/>
                    <a:pt x="25" y="41"/>
                    <a:pt x="24" y="40"/>
                  </a:cubicBezTo>
                  <a:cubicBezTo>
                    <a:pt x="18" y="40"/>
                    <a:pt x="13" y="37"/>
                    <a:pt x="9" y="32"/>
                  </a:cubicBezTo>
                  <a:cubicBezTo>
                    <a:pt x="5" y="28"/>
                    <a:pt x="3" y="22"/>
                    <a:pt x="3" y="16"/>
                  </a:cubicBezTo>
                  <a:cubicBezTo>
                    <a:pt x="3" y="15"/>
                    <a:pt x="3" y="15"/>
                    <a:pt x="3" y="15"/>
                  </a:cubicBezTo>
                  <a:cubicBezTo>
                    <a:pt x="0" y="15"/>
                    <a:pt x="0" y="15"/>
                    <a:pt x="0" y="15"/>
                  </a:cubicBezTo>
                  <a:cubicBezTo>
                    <a:pt x="0" y="16"/>
                    <a:pt x="0" y="16"/>
                    <a:pt x="0" y="16"/>
                  </a:cubicBezTo>
                  <a:cubicBezTo>
                    <a:pt x="0" y="22"/>
                    <a:pt x="2" y="29"/>
                    <a:pt x="6" y="34"/>
                  </a:cubicBezTo>
                  <a:cubicBezTo>
                    <a:pt x="11" y="40"/>
                    <a:pt x="17" y="43"/>
                    <a:pt x="24" y="43"/>
                  </a:cubicBezTo>
                  <a:cubicBezTo>
                    <a:pt x="25" y="44"/>
                    <a:pt x="25" y="44"/>
                    <a:pt x="26" y="44"/>
                  </a:cubicBezTo>
                  <a:cubicBezTo>
                    <a:pt x="32" y="44"/>
                    <a:pt x="38" y="41"/>
                    <a:pt x="43" y="38"/>
                  </a:cubicBezTo>
                  <a:cubicBezTo>
                    <a:pt x="48" y="33"/>
                    <a:pt x="51" y="27"/>
                    <a:pt x="52" y="20"/>
                  </a:cubicBezTo>
                  <a:cubicBezTo>
                    <a:pt x="52" y="13"/>
                    <a:pt x="50" y="6"/>
                    <a:pt x="46" y="1"/>
                  </a:cubicBezTo>
                  <a:cubicBezTo>
                    <a:pt x="45" y="0"/>
                    <a:pt x="45" y="0"/>
                    <a:pt x="45" y="0"/>
                  </a:cubicBezTo>
                </a:path>
              </a:pathLst>
            </a:custGeom>
            <a:solidFill>
              <a:srgbClr val="6C4C8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26" name="KSO_Shape">
              <a:extLst>
                <a:ext uri="{FF2B5EF4-FFF2-40B4-BE49-F238E27FC236}">
                  <a16:creationId xmlns:a16="http://schemas.microsoft.com/office/drawing/2014/main" id="{3707E1CD-1FCE-442B-99BE-5A2033A562EA}"/>
                </a:ext>
              </a:extLst>
            </p:cNvPr>
            <p:cNvSpPr/>
            <p:nvPr/>
          </p:nvSpPr>
          <p:spPr bwMode="auto">
            <a:xfrm>
              <a:off x="6929667" y="4720332"/>
              <a:ext cx="332768" cy="359229"/>
            </a:xfrm>
            <a:custGeom>
              <a:avLst/>
              <a:gdLst>
                <a:gd name="T0" fmla="*/ 1753292 w 4636"/>
                <a:gd name="T1" fmla="*/ 1304768 h 4986"/>
                <a:gd name="T2" fmla="*/ 1683756 w 4636"/>
                <a:gd name="T3" fmla="*/ 1479374 h 4986"/>
                <a:gd name="T4" fmla="*/ 1569137 w 4636"/>
                <a:gd name="T5" fmla="*/ 1631438 h 4986"/>
                <a:gd name="T6" fmla="*/ 1415547 w 4636"/>
                <a:gd name="T7" fmla="*/ 1755611 h 4986"/>
                <a:gd name="T8" fmla="*/ 1230628 w 4636"/>
                <a:gd name="T9" fmla="*/ 1845779 h 4986"/>
                <a:gd name="T10" fmla="*/ 1020493 w 4636"/>
                <a:gd name="T11" fmla="*/ 1896594 h 4986"/>
                <a:gd name="T12" fmla="*/ 817235 w 4636"/>
                <a:gd name="T13" fmla="*/ 1902708 h 4986"/>
                <a:gd name="T14" fmla="*/ 601369 w 4636"/>
                <a:gd name="T15" fmla="*/ 1865647 h 4986"/>
                <a:gd name="T16" fmla="*/ 408426 w 4636"/>
                <a:gd name="T17" fmla="*/ 1786558 h 4986"/>
                <a:gd name="T18" fmla="*/ 244521 w 4636"/>
                <a:gd name="T19" fmla="*/ 1671937 h 4986"/>
                <a:gd name="T20" fmla="*/ 117294 w 4636"/>
                <a:gd name="T21" fmla="*/ 1527897 h 4986"/>
                <a:gd name="T22" fmla="*/ 33622 w 4636"/>
                <a:gd name="T23" fmla="*/ 1359022 h 4986"/>
                <a:gd name="T24" fmla="*/ 382 w 4636"/>
                <a:gd name="T25" fmla="*/ 1173336 h 4986"/>
                <a:gd name="T26" fmla="*/ 9170 w 4636"/>
                <a:gd name="T27" fmla="*/ 1046107 h 4986"/>
                <a:gd name="T28" fmla="*/ 44319 w 4636"/>
                <a:gd name="T29" fmla="*/ 918114 h 4986"/>
                <a:gd name="T30" fmla="*/ 104303 w 4636"/>
                <a:gd name="T31" fmla="*/ 799672 h 4986"/>
                <a:gd name="T32" fmla="*/ 224654 w 4636"/>
                <a:gd name="T33" fmla="*/ 654103 h 4986"/>
                <a:gd name="T34" fmla="*/ 458477 w 4636"/>
                <a:gd name="T35" fmla="*/ 495927 h 4986"/>
                <a:gd name="T36" fmla="*/ 1413637 w 4636"/>
                <a:gd name="T37" fmla="*/ 551327 h 4986"/>
                <a:gd name="T38" fmla="*/ 1619952 w 4636"/>
                <a:gd name="T39" fmla="*/ 733956 h 4986"/>
                <a:gd name="T40" fmla="*/ 1693690 w 4636"/>
                <a:gd name="T41" fmla="*/ 845520 h 4986"/>
                <a:gd name="T42" fmla="*/ 1744122 w 4636"/>
                <a:gd name="T43" fmla="*/ 968165 h 4986"/>
                <a:gd name="T44" fmla="*/ 1768957 w 4636"/>
                <a:gd name="T45" fmla="*/ 1099215 h 4986"/>
                <a:gd name="T46" fmla="*/ 810740 w 4636"/>
                <a:gd name="T47" fmla="*/ 1403342 h 4986"/>
                <a:gd name="T48" fmla="*/ 749610 w 4636"/>
                <a:gd name="T49" fmla="*/ 1364371 h 4986"/>
                <a:gd name="T50" fmla="*/ 721337 w 4636"/>
                <a:gd name="T51" fmla="*/ 1311646 h 4986"/>
                <a:gd name="T52" fmla="*/ 574242 w 4636"/>
                <a:gd name="T53" fmla="*/ 1220331 h 4986"/>
                <a:gd name="T54" fmla="*/ 590289 w 4636"/>
                <a:gd name="T55" fmla="*/ 1349853 h 4986"/>
                <a:gd name="T56" fmla="*/ 636519 w 4636"/>
                <a:gd name="T57" fmla="*/ 1442696 h 4986"/>
                <a:gd name="T58" fmla="*/ 705290 w 4636"/>
                <a:gd name="T59" fmla="*/ 1500770 h 4986"/>
                <a:gd name="T60" fmla="*/ 835956 w 4636"/>
                <a:gd name="T61" fmla="*/ 1679961 h 4986"/>
                <a:gd name="T62" fmla="*/ 1024696 w 4636"/>
                <a:gd name="T63" fmla="*/ 1517199 h 4986"/>
                <a:gd name="T64" fmla="*/ 1127089 w 4636"/>
                <a:gd name="T65" fmla="*/ 1453011 h 4986"/>
                <a:gd name="T66" fmla="*/ 1182488 w 4636"/>
                <a:gd name="T67" fmla="*/ 1354819 h 4986"/>
                <a:gd name="T68" fmla="*/ 1193950 w 4636"/>
                <a:gd name="T69" fmla="*/ 1246694 h 4986"/>
                <a:gd name="T70" fmla="*/ 1176375 w 4636"/>
                <a:gd name="T71" fmla="*/ 1166459 h 4986"/>
                <a:gd name="T72" fmla="*/ 1133584 w 4636"/>
                <a:gd name="T73" fmla="*/ 1100361 h 4986"/>
                <a:gd name="T74" fmla="*/ 1066341 w 4636"/>
                <a:gd name="T75" fmla="*/ 1049164 h 4986"/>
                <a:gd name="T76" fmla="*/ 943316 w 4636"/>
                <a:gd name="T77" fmla="*/ 710650 h 4986"/>
                <a:gd name="T78" fmla="*/ 992220 w 4636"/>
                <a:gd name="T79" fmla="*/ 732810 h 4986"/>
                <a:gd name="T80" fmla="*/ 1028899 w 4636"/>
                <a:gd name="T81" fmla="*/ 775984 h 4986"/>
                <a:gd name="T82" fmla="*/ 1183634 w 4636"/>
                <a:gd name="T83" fmla="*/ 862332 h 4986"/>
                <a:gd name="T84" fmla="*/ 1156126 w 4636"/>
                <a:gd name="T85" fmla="*/ 728989 h 4986"/>
                <a:gd name="T86" fmla="*/ 1112953 w 4636"/>
                <a:gd name="T87" fmla="*/ 665566 h 4986"/>
                <a:gd name="T88" fmla="*/ 1054879 w 4636"/>
                <a:gd name="T89" fmla="*/ 620481 h 4986"/>
                <a:gd name="T90" fmla="*/ 971207 w 4636"/>
                <a:gd name="T91" fmla="*/ 591062 h 4986"/>
                <a:gd name="T92" fmla="*/ 831753 w 4636"/>
                <a:gd name="T93" fmla="*/ 588005 h 4986"/>
                <a:gd name="T94" fmla="*/ 707201 w 4636"/>
                <a:gd name="T95" fmla="*/ 635382 h 4986"/>
                <a:gd name="T96" fmla="*/ 628877 w 4636"/>
                <a:gd name="T97" fmla="*/ 713324 h 4986"/>
                <a:gd name="T98" fmla="*/ 596784 w 4636"/>
                <a:gd name="T99" fmla="*/ 822978 h 4986"/>
                <a:gd name="T100" fmla="*/ 609010 w 4636"/>
                <a:gd name="T101" fmla="*/ 933779 h 4986"/>
                <a:gd name="T102" fmla="*/ 664409 w 4636"/>
                <a:gd name="T103" fmla="*/ 1020508 h 4986"/>
                <a:gd name="T104" fmla="*/ 780175 w 4636"/>
                <a:gd name="T105" fmla="*/ 1086989 h 4986"/>
                <a:gd name="T106" fmla="*/ 829461 w 4636"/>
                <a:gd name="T107" fmla="*/ 963962 h 4986"/>
                <a:gd name="T108" fmla="*/ 750374 w 4636"/>
                <a:gd name="T109" fmla="*/ 897100 h 4986"/>
                <a:gd name="T110" fmla="*/ 740440 w 4636"/>
                <a:gd name="T111" fmla="*/ 809988 h 4986"/>
                <a:gd name="T112" fmla="*/ 788198 w 4636"/>
                <a:gd name="T113" fmla="*/ 733192 h 4986"/>
                <a:gd name="T114" fmla="*/ 943316 w 4636"/>
                <a:gd name="T115" fmla="*/ 1136276 h 4986"/>
                <a:gd name="T116" fmla="*/ 1017437 w 4636"/>
                <a:gd name="T117" fmla="*/ 1185945 h 4986"/>
                <a:gd name="T118" fmla="*/ 1045709 w 4636"/>
                <a:gd name="T119" fmla="*/ 1231411 h 4986"/>
                <a:gd name="T120" fmla="*/ 1048766 w 4636"/>
                <a:gd name="T121" fmla="*/ 1299801 h 4986"/>
                <a:gd name="T122" fmla="*/ 1017819 w 4636"/>
                <a:gd name="T123" fmla="*/ 1372395 h 4986"/>
                <a:gd name="T124" fmla="*/ 965858 w 4636"/>
                <a:gd name="T125" fmla="*/ 1409838 h 498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4636" h="4986">
                  <a:moveTo>
                    <a:pt x="4636" y="3019"/>
                  </a:moveTo>
                  <a:lnTo>
                    <a:pt x="4636" y="3019"/>
                  </a:lnTo>
                  <a:lnTo>
                    <a:pt x="4635" y="3071"/>
                  </a:lnTo>
                  <a:lnTo>
                    <a:pt x="4633" y="3121"/>
                  </a:lnTo>
                  <a:lnTo>
                    <a:pt x="4629" y="3171"/>
                  </a:lnTo>
                  <a:lnTo>
                    <a:pt x="4624" y="3221"/>
                  </a:lnTo>
                  <a:lnTo>
                    <a:pt x="4618" y="3270"/>
                  </a:lnTo>
                  <a:lnTo>
                    <a:pt x="4609" y="3319"/>
                  </a:lnTo>
                  <a:lnTo>
                    <a:pt x="4600" y="3367"/>
                  </a:lnTo>
                  <a:lnTo>
                    <a:pt x="4589" y="3415"/>
                  </a:lnTo>
                  <a:lnTo>
                    <a:pt x="4577" y="3464"/>
                  </a:lnTo>
                  <a:lnTo>
                    <a:pt x="4563" y="3511"/>
                  </a:lnTo>
                  <a:lnTo>
                    <a:pt x="4548" y="3557"/>
                  </a:lnTo>
                  <a:lnTo>
                    <a:pt x="4532" y="3605"/>
                  </a:lnTo>
                  <a:lnTo>
                    <a:pt x="4515" y="3650"/>
                  </a:lnTo>
                  <a:lnTo>
                    <a:pt x="4496" y="3696"/>
                  </a:lnTo>
                  <a:lnTo>
                    <a:pt x="4476" y="3740"/>
                  </a:lnTo>
                  <a:lnTo>
                    <a:pt x="4454" y="3785"/>
                  </a:lnTo>
                  <a:lnTo>
                    <a:pt x="4431" y="3829"/>
                  </a:lnTo>
                  <a:lnTo>
                    <a:pt x="4407" y="3872"/>
                  </a:lnTo>
                  <a:lnTo>
                    <a:pt x="4382" y="3915"/>
                  </a:lnTo>
                  <a:lnTo>
                    <a:pt x="4357" y="3957"/>
                  </a:lnTo>
                  <a:lnTo>
                    <a:pt x="4330" y="3999"/>
                  </a:lnTo>
                  <a:lnTo>
                    <a:pt x="4300" y="4039"/>
                  </a:lnTo>
                  <a:lnTo>
                    <a:pt x="4271" y="4080"/>
                  </a:lnTo>
                  <a:lnTo>
                    <a:pt x="4240" y="4119"/>
                  </a:lnTo>
                  <a:lnTo>
                    <a:pt x="4209" y="4157"/>
                  </a:lnTo>
                  <a:lnTo>
                    <a:pt x="4176" y="4196"/>
                  </a:lnTo>
                  <a:lnTo>
                    <a:pt x="4141" y="4233"/>
                  </a:lnTo>
                  <a:lnTo>
                    <a:pt x="4107" y="4270"/>
                  </a:lnTo>
                  <a:lnTo>
                    <a:pt x="4071" y="4307"/>
                  </a:lnTo>
                  <a:lnTo>
                    <a:pt x="4034" y="4341"/>
                  </a:lnTo>
                  <a:lnTo>
                    <a:pt x="3996" y="4376"/>
                  </a:lnTo>
                  <a:lnTo>
                    <a:pt x="3957" y="4410"/>
                  </a:lnTo>
                  <a:lnTo>
                    <a:pt x="3917" y="4443"/>
                  </a:lnTo>
                  <a:lnTo>
                    <a:pt x="3876" y="4475"/>
                  </a:lnTo>
                  <a:lnTo>
                    <a:pt x="3835" y="4506"/>
                  </a:lnTo>
                  <a:lnTo>
                    <a:pt x="3792" y="4537"/>
                  </a:lnTo>
                  <a:lnTo>
                    <a:pt x="3749" y="4566"/>
                  </a:lnTo>
                  <a:lnTo>
                    <a:pt x="3705" y="4595"/>
                  </a:lnTo>
                  <a:lnTo>
                    <a:pt x="3660" y="4623"/>
                  </a:lnTo>
                  <a:lnTo>
                    <a:pt x="3614" y="4650"/>
                  </a:lnTo>
                  <a:lnTo>
                    <a:pt x="3567" y="4676"/>
                  </a:lnTo>
                  <a:lnTo>
                    <a:pt x="3520" y="4701"/>
                  </a:lnTo>
                  <a:lnTo>
                    <a:pt x="3472" y="4725"/>
                  </a:lnTo>
                  <a:lnTo>
                    <a:pt x="3422" y="4748"/>
                  </a:lnTo>
                  <a:lnTo>
                    <a:pt x="3373" y="4770"/>
                  </a:lnTo>
                  <a:lnTo>
                    <a:pt x="3322" y="4792"/>
                  </a:lnTo>
                  <a:lnTo>
                    <a:pt x="3272" y="4812"/>
                  </a:lnTo>
                  <a:lnTo>
                    <a:pt x="3221" y="4831"/>
                  </a:lnTo>
                  <a:lnTo>
                    <a:pt x="3168" y="4849"/>
                  </a:lnTo>
                  <a:lnTo>
                    <a:pt x="3114" y="4867"/>
                  </a:lnTo>
                  <a:lnTo>
                    <a:pt x="3062" y="4883"/>
                  </a:lnTo>
                  <a:lnTo>
                    <a:pt x="3007" y="4897"/>
                  </a:lnTo>
                  <a:lnTo>
                    <a:pt x="2952" y="4911"/>
                  </a:lnTo>
                  <a:lnTo>
                    <a:pt x="2897" y="4924"/>
                  </a:lnTo>
                  <a:lnTo>
                    <a:pt x="2841" y="4935"/>
                  </a:lnTo>
                  <a:lnTo>
                    <a:pt x="2785" y="4946"/>
                  </a:lnTo>
                  <a:lnTo>
                    <a:pt x="2729" y="4955"/>
                  </a:lnTo>
                  <a:lnTo>
                    <a:pt x="2671" y="4964"/>
                  </a:lnTo>
                  <a:lnTo>
                    <a:pt x="2613" y="4970"/>
                  </a:lnTo>
                  <a:lnTo>
                    <a:pt x="2555" y="4975"/>
                  </a:lnTo>
                  <a:lnTo>
                    <a:pt x="2496" y="4980"/>
                  </a:lnTo>
                  <a:lnTo>
                    <a:pt x="2437" y="4984"/>
                  </a:lnTo>
                  <a:lnTo>
                    <a:pt x="2377" y="4986"/>
                  </a:lnTo>
                  <a:lnTo>
                    <a:pt x="2318" y="4986"/>
                  </a:lnTo>
                  <a:lnTo>
                    <a:pt x="2258" y="4986"/>
                  </a:lnTo>
                  <a:lnTo>
                    <a:pt x="2199" y="4984"/>
                  </a:lnTo>
                  <a:lnTo>
                    <a:pt x="2139" y="4980"/>
                  </a:lnTo>
                  <a:lnTo>
                    <a:pt x="2081" y="4975"/>
                  </a:lnTo>
                  <a:lnTo>
                    <a:pt x="2022" y="4970"/>
                  </a:lnTo>
                  <a:lnTo>
                    <a:pt x="1964" y="4964"/>
                  </a:lnTo>
                  <a:lnTo>
                    <a:pt x="1908" y="4955"/>
                  </a:lnTo>
                  <a:lnTo>
                    <a:pt x="1851" y="4946"/>
                  </a:lnTo>
                  <a:lnTo>
                    <a:pt x="1794" y="4935"/>
                  </a:lnTo>
                  <a:lnTo>
                    <a:pt x="1738" y="4924"/>
                  </a:lnTo>
                  <a:lnTo>
                    <a:pt x="1683" y="4911"/>
                  </a:lnTo>
                  <a:lnTo>
                    <a:pt x="1628" y="4897"/>
                  </a:lnTo>
                  <a:lnTo>
                    <a:pt x="1574" y="4883"/>
                  </a:lnTo>
                  <a:lnTo>
                    <a:pt x="1521" y="4867"/>
                  </a:lnTo>
                  <a:lnTo>
                    <a:pt x="1468" y="4849"/>
                  </a:lnTo>
                  <a:lnTo>
                    <a:pt x="1416" y="4831"/>
                  </a:lnTo>
                  <a:lnTo>
                    <a:pt x="1364" y="4812"/>
                  </a:lnTo>
                  <a:lnTo>
                    <a:pt x="1313" y="4792"/>
                  </a:lnTo>
                  <a:lnTo>
                    <a:pt x="1262" y="4770"/>
                  </a:lnTo>
                  <a:lnTo>
                    <a:pt x="1213" y="4748"/>
                  </a:lnTo>
                  <a:lnTo>
                    <a:pt x="1163" y="4725"/>
                  </a:lnTo>
                  <a:lnTo>
                    <a:pt x="1116" y="4701"/>
                  </a:lnTo>
                  <a:lnTo>
                    <a:pt x="1069" y="4676"/>
                  </a:lnTo>
                  <a:lnTo>
                    <a:pt x="1021" y="4650"/>
                  </a:lnTo>
                  <a:lnTo>
                    <a:pt x="976" y="4623"/>
                  </a:lnTo>
                  <a:lnTo>
                    <a:pt x="931" y="4595"/>
                  </a:lnTo>
                  <a:lnTo>
                    <a:pt x="887" y="4566"/>
                  </a:lnTo>
                  <a:lnTo>
                    <a:pt x="843" y="4537"/>
                  </a:lnTo>
                  <a:lnTo>
                    <a:pt x="801" y="4506"/>
                  </a:lnTo>
                  <a:lnTo>
                    <a:pt x="759" y="4475"/>
                  </a:lnTo>
                  <a:lnTo>
                    <a:pt x="719" y="4443"/>
                  </a:lnTo>
                  <a:lnTo>
                    <a:pt x="679" y="4410"/>
                  </a:lnTo>
                  <a:lnTo>
                    <a:pt x="640" y="4376"/>
                  </a:lnTo>
                  <a:lnTo>
                    <a:pt x="602" y="4341"/>
                  </a:lnTo>
                  <a:lnTo>
                    <a:pt x="565" y="4307"/>
                  </a:lnTo>
                  <a:lnTo>
                    <a:pt x="529" y="4270"/>
                  </a:lnTo>
                  <a:lnTo>
                    <a:pt x="494" y="4233"/>
                  </a:lnTo>
                  <a:lnTo>
                    <a:pt x="460" y="4196"/>
                  </a:lnTo>
                  <a:lnTo>
                    <a:pt x="428" y="4157"/>
                  </a:lnTo>
                  <a:lnTo>
                    <a:pt x="396" y="4119"/>
                  </a:lnTo>
                  <a:lnTo>
                    <a:pt x="364" y="4080"/>
                  </a:lnTo>
                  <a:lnTo>
                    <a:pt x="335" y="4039"/>
                  </a:lnTo>
                  <a:lnTo>
                    <a:pt x="307" y="3999"/>
                  </a:lnTo>
                  <a:lnTo>
                    <a:pt x="279" y="3957"/>
                  </a:lnTo>
                  <a:lnTo>
                    <a:pt x="253" y="3915"/>
                  </a:lnTo>
                  <a:lnTo>
                    <a:pt x="228" y="3872"/>
                  </a:lnTo>
                  <a:lnTo>
                    <a:pt x="205" y="3829"/>
                  </a:lnTo>
                  <a:lnTo>
                    <a:pt x="182" y="3785"/>
                  </a:lnTo>
                  <a:lnTo>
                    <a:pt x="160" y="3740"/>
                  </a:lnTo>
                  <a:lnTo>
                    <a:pt x="141" y="3696"/>
                  </a:lnTo>
                  <a:lnTo>
                    <a:pt x="122" y="3650"/>
                  </a:lnTo>
                  <a:lnTo>
                    <a:pt x="104" y="3605"/>
                  </a:lnTo>
                  <a:lnTo>
                    <a:pt x="88" y="3557"/>
                  </a:lnTo>
                  <a:lnTo>
                    <a:pt x="72" y="3511"/>
                  </a:lnTo>
                  <a:lnTo>
                    <a:pt x="59" y="3464"/>
                  </a:lnTo>
                  <a:lnTo>
                    <a:pt x="47" y="3415"/>
                  </a:lnTo>
                  <a:lnTo>
                    <a:pt x="35" y="3367"/>
                  </a:lnTo>
                  <a:lnTo>
                    <a:pt x="26" y="3319"/>
                  </a:lnTo>
                  <a:lnTo>
                    <a:pt x="19" y="3270"/>
                  </a:lnTo>
                  <a:lnTo>
                    <a:pt x="11" y="3221"/>
                  </a:lnTo>
                  <a:lnTo>
                    <a:pt x="6" y="3171"/>
                  </a:lnTo>
                  <a:lnTo>
                    <a:pt x="3" y="3121"/>
                  </a:lnTo>
                  <a:lnTo>
                    <a:pt x="1" y="3071"/>
                  </a:lnTo>
                  <a:lnTo>
                    <a:pt x="0" y="3019"/>
                  </a:lnTo>
                  <a:lnTo>
                    <a:pt x="0" y="2983"/>
                  </a:lnTo>
                  <a:lnTo>
                    <a:pt x="1" y="2948"/>
                  </a:lnTo>
                  <a:lnTo>
                    <a:pt x="3" y="2912"/>
                  </a:lnTo>
                  <a:lnTo>
                    <a:pt x="6" y="2877"/>
                  </a:lnTo>
                  <a:lnTo>
                    <a:pt x="9" y="2842"/>
                  </a:lnTo>
                  <a:lnTo>
                    <a:pt x="13" y="2807"/>
                  </a:lnTo>
                  <a:lnTo>
                    <a:pt x="18" y="2772"/>
                  </a:lnTo>
                  <a:lnTo>
                    <a:pt x="24" y="2738"/>
                  </a:lnTo>
                  <a:lnTo>
                    <a:pt x="29" y="2703"/>
                  </a:lnTo>
                  <a:lnTo>
                    <a:pt x="36" y="2669"/>
                  </a:lnTo>
                  <a:lnTo>
                    <a:pt x="44" y="2635"/>
                  </a:lnTo>
                  <a:lnTo>
                    <a:pt x="52" y="2601"/>
                  </a:lnTo>
                  <a:lnTo>
                    <a:pt x="62" y="2567"/>
                  </a:lnTo>
                  <a:lnTo>
                    <a:pt x="71" y="2534"/>
                  </a:lnTo>
                  <a:lnTo>
                    <a:pt x="82" y="2501"/>
                  </a:lnTo>
                  <a:lnTo>
                    <a:pt x="92" y="2468"/>
                  </a:lnTo>
                  <a:lnTo>
                    <a:pt x="104" y="2436"/>
                  </a:lnTo>
                  <a:lnTo>
                    <a:pt x="116" y="2403"/>
                  </a:lnTo>
                  <a:lnTo>
                    <a:pt x="129" y="2371"/>
                  </a:lnTo>
                  <a:lnTo>
                    <a:pt x="143" y="2339"/>
                  </a:lnTo>
                  <a:lnTo>
                    <a:pt x="156" y="2308"/>
                  </a:lnTo>
                  <a:lnTo>
                    <a:pt x="172" y="2276"/>
                  </a:lnTo>
                  <a:lnTo>
                    <a:pt x="187" y="2245"/>
                  </a:lnTo>
                  <a:lnTo>
                    <a:pt x="203" y="2214"/>
                  </a:lnTo>
                  <a:lnTo>
                    <a:pt x="219" y="2184"/>
                  </a:lnTo>
                  <a:lnTo>
                    <a:pt x="237" y="2153"/>
                  </a:lnTo>
                  <a:lnTo>
                    <a:pt x="255" y="2123"/>
                  </a:lnTo>
                  <a:lnTo>
                    <a:pt x="273" y="2093"/>
                  </a:lnTo>
                  <a:lnTo>
                    <a:pt x="292" y="2064"/>
                  </a:lnTo>
                  <a:lnTo>
                    <a:pt x="312" y="2034"/>
                  </a:lnTo>
                  <a:lnTo>
                    <a:pt x="332" y="2006"/>
                  </a:lnTo>
                  <a:lnTo>
                    <a:pt x="353" y="1978"/>
                  </a:lnTo>
                  <a:lnTo>
                    <a:pt x="374" y="1949"/>
                  </a:lnTo>
                  <a:lnTo>
                    <a:pt x="396" y="1922"/>
                  </a:lnTo>
                  <a:lnTo>
                    <a:pt x="440" y="1867"/>
                  </a:lnTo>
                  <a:lnTo>
                    <a:pt x="487" y="1814"/>
                  </a:lnTo>
                  <a:lnTo>
                    <a:pt x="537" y="1762"/>
                  </a:lnTo>
                  <a:lnTo>
                    <a:pt x="588" y="1712"/>
                  </a:lnTo>
                  <a:lnTo>
                    <a:pt x="642" y="1662"/>
                  </a:lnTo>
                  <a:lnTo>
                    <a:pt x="697" y="1615"/>
                  </a:lnTo>
                  <a:lnTo>
                    <a:pt x="754" y="1570"/>
                  </a:lnTo>
                  <a:lnTo>
                    <a:pt x="812" y="1526"/>
                  </a:lnTo>
                  <a:lnTo>
                    <a:pt x="873" y="1483"/>
                  </a:lnTo>
                  <a:lnTo>
                    <a:pt x="935" y="1443"/>
                  </a:lnTo>
                  <a:lnTo>
                    <a:pt x="999" y="1404"/>
                  </a:lnTo>
                  <a:lnTo>
                    <a:pt x="1065" y="1366"/>
                  </a:lnTo>
                  <a:lnTo>
                    <a:pt x="1132" y="1331"/>
                  </a:lnTo>
                  <a:lnTo>
                    <a:pt x="1200" y="1298"/>
                  </a:lnTo>
                  <a:lnTo>
                    <a:pt x="1271" y="1266"/>
                  </a:lnTo>
                  <a:lnTo>
                    <a:pt x="553" y="0"/>
                  </a:lnTo>
                  <a:lnTo>
                    <a:pt x="4082" y="0"/>
                  </a:lnTo>
                  <a:lnTo>
                    <a:pt x="3365" y="1266"/>
                  </a:lnTo>
                  <a:lnTo>
                    <a:pt x="3435" y="1298"/>
                  </a:lnTo>
                  <a:lnTo>
                    <a:pt x="3503" y="1331"/>
                  </a:lnTo>
                  <a:lnTo>
                    <a:pt x="3571" y="1366"/>
                  </a:lnTo>
                  <a:lnTo>
                    <a:pt x="3636" y="1404"/>
                  </a:lnTo>
                  <a:lnTo>
                    <a:pt x="3700" y="1443"/>
                  </a:lnTo>
                  <a:lnTo>
                    <a:pt x="3762" y="1483"/>
                  </a:lnTo>
                  <a:lnTo>
                    <a:pt x="3823" y="1526"/>
                  </a:lnTo>
                  <a:lnTo>
                    <a:pt x="3882" y="1570"/>
                  </a:lnTo>
                  <a:lnTo>
                    <a:pt x="3938" y="1615"/>
                  </a:lnTo>
                  <a:lnTo>
                    <a:pt x="3994" y="1662"/>
                  </a:lnTo>
                  <a:lnTo>
                    <a:pt x="4047" y="1712"/>
                  </a:lnTo>
                  <a:lnTo>
                    <a:pt x="4098" y="1762"/>
                  </a:lnTo>
                  <a:lnTo>
                    <a:pt x="4148" y="1814"/>
                  </a:lnTo>
                  <a:lnTo>
                    <a:pt x="4195" y="1866"/>
                  </a:lnTo>
                  <a:lnTo>
                    <a:pt x="4240" y="1921"/>
                  </a:lnTo>
                  <a:lnTo>
                    <a:pt x="4262" y="1949"/>
                  </a:lnTo>
                  <a:lnTo>
                    <a:pt x="4283" y="1978"/>
                  </a:lnTo>
                  <a:lnTo>
                    <a:pt x="4304" y="2006"/>
                  </a:lnTo>
                  <a:lnTo>
                    <a:pt x="4324" y="2034"/>
                  </a:lnTo>
                  <a:lnTo>
                    <a:pt x="4343" y="2064"/>
                  </a:lnTo>
                  <a:lnTo>
                    <a:pt x="4362" y="2093"/>
                  </a:lnTo>
                  <a:lnTo>
                    <a:pt x="4381" y="2123"/>
                  </a:lnTo>
                  <a:lnTo>
                    <a:pt x="4399" y="2153"/>
                  </a:lnTo>
                  <a:lnTo>
                    <a:pt x="4416" y="2183"/>
                  </a:lnTo>
                  <a:lnTo>
                    <a:pt x="4433" y="2213"/>
                  </a:lnTo>
                  <a:lnTo>
                    <a:pt x="4448" y="2245"/>
                  </a:lnTo>
                  <a:lnTo>
                    <a:pt x="4464" y="2275"/>
                  </a:lnTo>
                  <a:lnTo>
                    <a:pt x="4479" y="2307"/>
                  </a:lnTo>
                  <a:lnTo>
                    <a:pt x="4494" y="2338"/>
                  </a:lnTo>
                  <a:lnTo>
                    <a:pt x="4507" y="2371"/>
                  </a:lnTo>
                  <a:lnTo>
                    <a:pt x="4520" y="2402"/>
                  </a:lnTo>
                  <a:lnTo>
                    <a:pt x="4532" y="2435"/>
                  </a:lnTo>
                  <a:lnTo>
                    <a:pt x="4544" y="2467"/>
                  </a:lnTo>
                  <a:lnTo>
                    <a:pt x="4554" y="2501"/>
                  </a:lnTo>
                  <a:lnTo>
                    <a:pt x="4565" y="2534"/>
                  </a:lnTo>
                  <a:lnTo>
                    <a:pt x="4574" y="2567"/>
                  </a:lnTo>
                  <a:lnTo>
                    <a:pt x="4584" y="2601"/>
                  </a:lnTo>
                  <a:lnTo>
                    <a:pt x="4592" y="2635"/>
                  </a:lnTo>
                  <a:lnTo>
                    <a:pt x="4600" y="2669"/>
                  </a:lnTo>
                  <a:lnTo>
                    <a:pt x="4606" y="2703"/>
                  </a:lnTo>
                  <a:lnTo>
                    <a:pt x="4612" y="2738"/>
                  </a:lnTo>
                  <a:lnTo>
                    <a:pt x="4618" y="2772"/>
                  </a:lnTo>
                  <a:lnTo>
                    <a:pt x="4623" y="2807"/>
                  </a:lnTo>
                  <a:lnTo>
                    <a:pt x="4627" y="2842"/>
                  </a:lnTo>
                  <a:lnTo>
                    <a:pt x="4630" y="2877"/>
                  </a:lnTo>
                  <a:lnTo>
                    <a:pt x="4633" y="2912"/>
                  </a:lnTo>
                  <a:lnTo>
                    <a:pt x="4634" y="2948"/>
                  </a:lnTo>
                  <a:lnTo>
                    <a:pt x="4635" y="2983"/>
                  </a:lnTo>
                  <a:lnTo>
                    <a:pt x="4636" y="3019"/>
                  </a:lnTo>
                  <a:close/>
                  <a:moveTo>
                    <a:pt x="2188" y="3696"/>
                  </a:moveTo>
                  <a:lnTo>
                    <a:pt x="2188" y="3696"/>
                  </a:lnTo>
                  <a:lnTo>
                    <a:pt x="2165" y="3689"/>
                  </a:lnTo>
                  <a:lnTo>
                    <a:pt x="2143" y="3681"/>
                  </a:lnTo>
                  <a:lnTo>
                    <a:pt x="2122" y="3673"/>
                  </a:lnTo>
                  <a:lnTo>
                    <a:pt x="2101" y="3665"/>
                  </a:lnTo>
                  <a:lnTo>
                    <a:pt x="2082" y="3655"/>
                  </a:lnTo>
                  <a:lnTo>
                    <a:pt x="2064" y="3646"/>
                  </a:lnTo>
                  <a:lnTo>
                    <a:pt x="2046" y="3636"/>
                  </a:lnTo>
                  <a:lnTo>
                    <a:pt x="2030" y="3627"/>
                  </a:lnTo>
                  <a:lnTo>
                    <a:pt x="2015" y="3616"/>
                  </a:lnTo>
                  <a:lnTo>
                    <a:pt x="2000" y="3606"/>
                  </a:lnTo>
                  <a:lnTo>
                    <a:pt x="1986" y="3594"/>
                  </a:lnTo>
                  <a:lnTo>
                    <a:pt x="1974" y="3583"/>
                  </a:lnTo>
                  <a:lnTo>
                    <a:pt x="1962" y="3571"/>
                  </a:lnTo>
                  <a:lnTo>
                    <a:pt x="1952" y="3558"/>
                  </a:lnTo>
                  <a:lnTo>
                    <a:pt x="1942" y="3546"/>
                  </a:lnTo>
                  <a:lnTo>
                    <a:pt x="1934" y="3533"/>
                  </a:lnTo>
                  <a:lnTo>
                    <a:pt x="1925" y="3518"/>
                  </a:lnTo>
                  <a:lnTo>
                    <a:pt x="1917" y="3504"/>
                  </a:lnTo>
                  <a:lnTo>
                    <a:pt x="1909" y="3487"/>
                  </a:lnTo>
                  <a:lnTo>
                    <a:pt x="1901" y="3470"/>
                  </a:lnTo>
                  <a:lnTo>
                    <a:pt x="1894" y="3452"/>
                  </a:lnTo>
                  <a:lnTo>
                    <a:pt x="1888" y="3433"/>
                  </a:lnTo>
                  <a:lnTo>
                    <a:pt x="1882" y="3413"/>
                  </a:lnTo>
                  <a:lnTo>
                    <a:pt x="1877" y="3392"/>
                  </a:lnTo>
                  <a:lnTo>
                    <a:pt x="1873" y="3370"/>
                  </a:lnTo>
                  <a:lnTo>
                    <a:pt x="1869" y="3348"/>
                  </a:lnTo>
                  <a:lnTo>
                    <a:pt x="1866" y="3325"/>
                  </a:lnTo>
                  <a:lnTo>
                    <a:pt x="1862" y="3300"/>
                  </a:lnTo>
                  <a:lnTo>
                    <a:pt x="1858" y="3248"/>
                  </a:lnTo>
                  <a:lnTo>
                    <a:pt x="1856" y="3194"/>
                  </a:lnTo>
                  <a:lnTo>
                    <a:pt x="1503" y="3194"/>
                  </a:lnTo>
                  <a:lnTo>
                    <a:pt x="1505" y="3234"/>
                  </a:lnTo>
                  <a:lnTo>
                    <a:pt x="1507" y="3271"/>
                  </a:lnTo>
                  <a:lnTo>
                    <a:pt x="1509" y="3309"/>
                  </a:lnTo>
                  <a:lnTo>
                    <a:pt x="1512" y="3345"/>
                  </a:lnTo>
                  <a:lnTo>
                    <a:pt x="1517" y="3380"/>
                  </a:lnTo>
                  <a:lnTo>
                    <a:pt x="1521" y="3412"/>
                  </a:lnTo>
                  <a:lnTo>
                    <a:pt x="1526" y="3445"/>
                  </a:lnTo>
                  <a:lnTo>
                    <a:pt x="1532" y="3475"/>
                  </a:lnTo>
                  <a:lnTo>
                    <a:pt x="1538" y="3505"/>
                  </a:lnTo>
                  <a:lnTo>
                    <a:pt x="1545" y="3533"/>
                  </a:lnTo>
                  <a:lnTo>
                    <a:pt x="1552" y="3559"/>
                  </a:lnTo>
                  <a:lnTo>
                    <a:pt x="1561" y="3585"/>
                  </a:lnTo>
                  <a:lnTo>
                    <a:pt x="1569" y="3609"/>
                  </a:lnTo>
                  <a:lnTo>
                    <a:pt x="1578" y="3632"/>
                  </a:lnTo>
                  <a:lnTo>
                    <a:pt x="1588" y="3653"/>
                  </a:lnTo>
                  <a:lnTo>
                    <a:pt x="1599" y="3673"/>
                  </a:lnTo>
                  <a:lnTo>
                    <a:pt x="1618" y="3710"/>
                  </a:lnTo>
                  <a:lnTo>
                    <a:pt x="1642" y="3743"/>
                  </a:lnTo>
                  <a:lnTo>
                    <a:pt x="1666" y="3776"/>
                  </a:lnTo>
                  <a:lnTo>
                    <a:pt x="1691" y="3806"/>
                  </a:lnTo>
                  <a:lnTo>
                    <a:pt x="1705" y="3820"/>
                  </a:lnTo>
                  <a:lnTo>
                    <a:pt x="1718" y="3835"/>
                  </a:lnTo>
                  <a:lnTo>
                    <a:pt x="1733" y="3848"/>
                  </a:lnTo>
                  <a:lnTo>
                    <a:pt x="1748" y="3861"/>
                  </a:lnTo>
                  <a:lnTo>
                    <a:pt x="1763" y="3874"/>
                  </a:lnTo>
                  <a:lnTo>
                    <a:pt x="1778" y="3885"/>
                  </a:lnTo>
                  <a:lnTo>
                    <a:pt x="1795" y="3897"/>
                  </a:lnTo>
                  <a:lnTo>
                    <a:pt x="1811" y="3908"/>
                  </a:lnTo>
                  <a:lnTo>
                    <a:pt x="1846" y="3928"/>
                  </a:lnTo>
                  <a:lnTo>
                    <a:pt x="1881" y="3947"/>
                  </a:lnTo>
                  <a:lnTo>
                    <a:pt x="1918" y="3964"/>
                  </a:lnTo>
                  <a:lnTo>
                    <a:pt x="1958" y="3980"/>
                  </a:lnTo>
                  <a:lnTo>
                    <a:pt x="1998" y="3992"/>
                  </a:lnTo>
                  <a:lnTo>
                    <a:pt x="2041" y="4004"/>
                  </a:lnTo>
                  <a:lnTo>
                    <a:pt x="2085" y="4012"/>
                  </a:lnTo>
                  <a:lnTo>
                    <a:pt x="2131" y="4020"/>
                  </a:lnTo>
                  <a:lnTo>
                    <a:pt x="2188" y="4027"/>
                  </a:lnTo>
                  <a:lnTo>
                    <a:pt x="2188" y="4397"/>
                  </a:lnTo>
                  <a:lnTo>
                    <a:pt x="2469" y="4397"/>
                  </a:lnTo>
                  <a:lnTo>
                    <a:pt x="2469" y="4027"/>
                  </a:lnTo>
                  <a:lnTo>
                    <a:pt x="2504" y="4021"/>
                  </a:lnTo>
                  <a:lnTo>
                    <a:pt x="2541" y="4012"/>
                  </a:lnTo>
                  <a:lnTo>
                    <a:pt x="2578" y="4004"/>
                  </a:lnTo>
                  <a:lnTo>
                    <a:pt x="2614" y="3994"/>
                  </a:lnTo>
                  <a:lnTo>
                    <a:pt x="2649" y="3983"/>
                  </a:lnTo>
                  <a:lnTo>
                    <a:pt x="2682" y="3971"/>
                  </a:lnTo>
                  <a:lnTo>
                    <a:pt x="2715" y="3959"/>
                  </a:lnTo>
                  <a:lnTo>
                    <a:pt x="2745" y="3945"/>
                  </a:lnTo>
                  <a:lnTo>
                    <a:pt x="2776" y="3930"/>
                  </a:lnTo>
                  <a:lnTo>
                    <a:pt x="2804" y="3915"/>
                  </a:lnTo>
                  <a:lnTo>
                    <a:pt x="2832" y="3899"/>
                  </a:lnTo>
                  <a:lnTo>
                    <a:pt x="2858" y="3882"/>
                  </a:lnTo>
                  <a:lnTo>
                    <a:pt x="2882" y="3863"/>
                  </a:lnTo>
                  <a:lnTo>
                    <a:pt x="2906" y="3844"/>
                  </a:lnTo>
                  <a:lnTo>
                    <a:pt x="2928" y="3824"/>
                  </a:lnTo>
                  <a:lnTo>
                    <a:pt x="2950" y="3803"/>
                  </a:lnTo>
                  <a:lnTo>
                    <a:pt x="2970" y="3782"/>
                  </a:lnTo>
                  <a:lnTo>
                    <a:pt x="2989" y="3759"/>
                  </a:lnTo>
                  <a:lnTo>
                    <a:pt x="3006" y="3736"/>
                  </a:lnTo>
                  <a:lnTo>
                    <a:pt x="3023" y="3711"/>
                  </a:lnTo>
                  <a:lnTo>
                    <a:pt x="3038" y="3686"/>
                  </a:lnTo>
                  <a:lnTo>
                    <a:pt x="3052" y="3659"/>
                  </a:lnTo>
                  <a:lnTo>
                    <a:pt x="3065" y="3632"/>
                  </a:lnTo>
                  <a:lnTo>
                    <a:pt x="3076" y="3605"/>
                  </a:lnTo>
                  <a:lnTo>
                    <a:pt x="3087" y="3575"/>
                  </a:lnTo>
                  <a:lnTo>
                    <a:pt x="3095" y="3546"/>
                  </a:lnTo>
                  <a:lnTo>
                    <a:pt x="3104" y="3514"/>
                  </a:lnTo>
                  <a:lnTo>
                    <a:pt x="3110" y="3483"/>
                  </a:lnTo>
                  <a:lnTo>
                    <a:pt x="3115" y="3450"/>
                  </a:lnTo>
                  <a:lnTo>
                    <a:pt x="3121" y="3417"/>
                  </a:lnTo>
                  <a:lnTo>
                    <a:pt x="3123" y="3382"/>
                  </a:lnTo>
                  <a:lnTo>
                    <a:pt x="3125" y="3346"/>
                  </a:lnTo>
                  <a:lnTo>
                    <a:pt x="3126" y="3310"/>
                  </a:lnTo>
                  <a:lnTo>
                    <a:pt x="3125" y="3286"/>
                  </a:lnTo>
                  <a:lnTo>
                    <a:pt x="3125" y="3263"/>
                  </a:lnTo>
                  <a:lnTo>
                    <a:pt x="3123" y="3241"/>
                  </a:lnTo>
                  <a:lnTo>
                    <a:pt x="3121" y="3218"/>
                  </a:lnTo>
                  <a:lnTo>
                    <a:pt x="3117" y="3196"/>
                  </a:lnTo>
                  <a:lnTo>
                    <a:pt x="3114" y="3175"/>
                  </a:lnTo>
                  <a:lnTo>
                    <a:pt x="3109" y="3154"/>
                  </a:lnTo>
                  <a:lnTo>
                    <a:pt x="3105" y="3133"/>
                  </a:lnTo>
                  <a:lnTo>
                    <a:pt x="3100" y="3112"/>
                  </a:lnTo>
                  <a:lnTo>
                    <a:pt x="3093" y="3092"/>
                  </a:lnTo>
                  <a:lnTo>
                    <a:pt x="3086" y="3072"/>
                  </a:lnTo>
                  <a:lnTo>
                    <a:pt x="3079" y="3053"/>
                  </a:lnTo>
                  <a:lnTo>
                    <a:pt x="3070" y="3034"/>
                  </a:lnTo>
                  <a:lnTo>
                    <a:pt x="3062" y="3015"/>
                  </a:lnTo>
                  <a:lnTo>
                    <a:pt x="3052" y="2997"/>
                  </a:lnTo>
                  <a:lnTo>
                    <a:pt x="3042" y="2979"/>
                  </a:lnTo>
                  <a:lnTo>
                    <a:pt x="3031" y="2961"/>
                  </a:lnTo>
                  <a:lnTo>
                    <a:pt x="3020" y="2945"/>
                  </a:lnTo>
                  <a:lnTo>
                    <a:pt x="3007" y="2928"/>
                  </a:lnTo>
                  <a:lnTo>
                    <a:pt x="2995" y="2912"/>
                  </a:lnTo>
                  <a:lnTo>
                    <a:pt x="2981" y="2895"/>
                  </a:lnTo>
                  <a:lnTo>
                    <a:pt x="2967" y="2880"/>
                  </a:lnTo>
                  <a:lnTo>
                    <a:pt x="2952" y="2865"/>
                  </a:lnTo>
                  <a:lnTo>
                    <a:pt x="2937" y="2850"/>
                  </a:lnTo>
                  <a:lnTo>
                    <a:pt x="2921" y="2836"/>
                  </a:lnTo>
                  <a:lnTo>
                    <a:pt x="2904" y="2822"/>
                  </a:lnTo>
                  <a:lnTo>
                    <a:pt x="2887" y="2808"/>
                  </a:lnTo>
                  <a:lnTo>
                    <a:pt x="2869" y="2795"/>
                  </a:lnTo>
                  <a:lnTo>
                    <a:pt x="2850" y="2783"/>
                  </a:lnTo>
                  <a:lnTo>
                    <a:pt x="2832" y="2770"/>
                  </a:lnTo>
                  <a:lnTo>
                    <a:pt x="2812" y="2758"/>
                  </a:lnTo>
                  <a:lnTo>
                    <a:pt x="2791" y="2746"/>
                  </a:lnTo>
                  <a:lnTo>
                    <a:pt x="2756" y="2728"/>
                  </a:lnTo>
                  <a:lnTo>
                    <a:pt x="2720" y="2709"/>
                  </a:lnTo>
                  <a:lnTo>
                    <a:pt x="2682" y="2690"/>
                  </a:lnTo>
                  <a:lnTo>
                    <a:pt x="2642" y="2672"/>
                  </a:lnTo>
                  <a:lnTo>
                    <a:pt x="2601" y="2655"/>
                  </a:lnTo>
                  <a:lnTo>
                    <a:pt x="2559" y="2637"/>
                  </a:lnTo>
                  <a:lnTo>
                    <a:pt x="2515" y="2618"/>
                  </a:lnTo>
                  <a:lnTo>
                    <a:pt x="2469" y="2600"/>
                  </a:lnTo>
                  <a:lnTo>
                    <a:pt x="2469" y="1860"/>
                  </a:lnTo>
                  <a:lnTo>
                    <a:pt x="2486" y="1864"/>
                  </a:lnTo>
                  <a:lnTo>
                    <a:pt x="2501" y="1869"/>
                  </a:lnTo>
                  <a:lnTo>
                    <a:pt x="2516" y="1875"/>
                  </a:lnTo>
                  <a:lnTo>
                    <a:pt x="2531" y="1880"/>
                  </a:lnTo>
                  <a:lnTo>
                    <a:pt x="2545" y="1886"/>
                  </a:lnTo>
                  <a:lnTo>
                    <a:pt x="2558" y="1894"/>
                  </a:lnTo>
                  <a:lnTo>
                    <a:pt x="2572" y="1901"/>
                  </a:lnTo>
                  <a:lnTo>
                    <a:pt x="2585" y="1909"/>
                  </a:lnTo>
                  <a:lnTo>
                    <a:pt x="2597" y="1918"/>
                  </a:lnTo>
                  <a:lnTo>
                    <a:pt x="2609" y="1926"/>
                  </a:lnTo>
                  <a:lnTo>
                    <a:pt x="2620" y="1936"/>
                  </a:lnTo>
                  <a:lnTo>
                    <a:pt x="2631" y="1946"/>
                  </a:lnTo>
                  <a:lnTo>
                    <a:pt x="2641" y="1957"/>
                  </a:lnTo>
                  <a:lnTo>
                    <a:pt x="2651" y="1967"/>
                  </a:lnTo>
                  <a:lnTo>
                    <a:pt x="2660" y="1979"/>
                  </a:lnTo>
                  <a:lnTo>
                    <a:pt x="2669" y="1991"/>
                  </a:lnTo>
                  <a:lnTo>
                    <a:pt x="2677" y="2004"/>
                  </a:lnTo>
                  <a:lnTo>
                    <a:pt x="2685" y="2018"/>
                  </a:lnTo>
                  <a:lnTo>
                    <a:pt x="2693" y="2031"/>
                  </a:lnTo>
                  <a:lnTo>
                    <a:pt x="2699" y="2045"/>
                  </a:lnTo>
                  <a:lnTo>
                    <a:pt x="2705" y="2060"/>
                  </a:lnTo>
                  <a:lnTo>
                    <a:pt x="2712" y="2075"/>
                  </a:lnTo>
                  <a:lnTo>
                    <a:pt x="2722" y="2107"/>
                  </a:lnTo>
                  <a:lnTo>
                    <a:pt x="2731" y="2142"/>
                  </a:lnTo>
                  <a:lnTo>
                    <a:pt x="2737" y="2178"/>
                  </a:lnTo>
                  <a:lnTo>
                    <a:pt x="2741" y="2216"/>
                  </a:lnTo>
                  <a:lnTo>
                    <a:pt x="2744" y="2257"/>
                  </a:lnTo>
                  <a:lnTo>
                    <a:pt x="3098" y="2257"/>
                  </a:lnTo>
                  <a:lnTo>
                    <a:pt x="3095" y="2208"/>
                  </a:lnTo>
                  <a:lnTo>
                    <a:pt x="3092" y="2161"/>
                  </a:lnTo>
                  <a:lnTo>
                    <a:pt x="3087" y="2114"/>
                  </a:lnTo>
                  <a:lnTo>
                    <a:pt x="3079" y="2070"/>
                  </a:lnTo>
                  <a:lnTo>
                    <a:pt x="3069" y="2027"/>
                  </a:lnTo>
                  <a:lnTo>
                    <a:pt x="3057" y="1986"/>
                  </a:lnTo>
                  <a:lnTo>
                    <a:pt x="3050" y="1966"/>
                  </a:lnTo>
                  <a:lnTo>
                    <a:pt x="3043" y="1946"/>
                  </a:lnTo>
                  <a:lnTo>
                    <a:pt x="3034" y="1927"/>
                  </a:lnTo>
                  <a:lnTo>
                    <a:pt x="3026" y="1908"/>
                  </a:lnTo>
                  <a:lnTo>
                    <a:pt x="3017" y="1889"/>
                  </a:lnTo>
                  <a:lnTo>
                    <a:pt x="3007" y="1871"/>
                  </a:lnTo>
                  <a:lnTo>
                    <a:pt x="2998" y="1854"/>
                  </a:lnTo>
                  <a:lnTo>
                    <a:pt x="2987" y="1837"/>
                  </a:lnTo>
                  <a:lnTo>
                    <a:pt x="2976" y="1820"/>
                  </a:lnTo>
                  <a:lnTo>
                    <a:pt x="2964" y="1803"/>
                  </a:lnTo>
                  <a:lnTo>
                    <a:pt x="2952" y="1787"/>
                  </a:lnTo>
                  <a:lnTo>
                    <a:pt x="2940" y="1772"/>
                  </a:lnTo>
                  <a:lnTo>
                    <a:pt x="2926" y="1757"/>
                  </a:lnTo>
                  <a:lnTo>
                    <a:pt x="2913" y="1742"/>
                  </a:lnTo>
                  <a:lnTo>
                    <a:pt x="2898" y="1727"/>
                  </a:lnTo>
                  <a:lnTo>
                    <a:pt x="2883" y="1714"/>
                  </a:lnTo>
                  <a:lnTo>
                    <a:pt x="2868" y="1700"/>
                  </a:lnTo>
                  <a:lnTo>
                    <a:pt x="2853" y="1686"/>
                  </a:lnTo>
                  <a:lnTo>
                    <a:pt x="2836" y="1674"/>
                  </a:lnTo>
                  <a:lnTo>
                    <a:pt x="2819" y="1661"/>
                  </a:lnTo>
                  <a:lnTo>
                    <a:pt x="2800" y="1649"/>
                  </a:lnTo>
                  <a:lnTo>
                    <a:pt x="2781" y="1636"/>
                  </a:lnTo>
                  <a:lnTo>
                    <a:pt x="2761" y="1624"/>
                  </a:lnTo>
                  <a:lnTo>
                    <a:pt x="2741" y="1614"/>
                  </a:lnTo>
                  <a:lnTo>
                    <a:pt x="2720" y="1603"/>
                  </a:lnTo>
                  <a:lnTo>
                    <a:pt x="2700" y="1594"/>
                  </a:lnTo>
                  <a:lnTo>
                    <a:pt x="2678" y="1586"/>
                  </a:lnTo>
                  <a:lnTo>
                    <a:pt x="2657" y="1577"/>
                  </a:lnTo>
                  <a:lnTo>
                    <a:pt x="2635" y="1570"/>
                  </a:lnTo>
                  <a:lnTo>
                    <a:pt x="2612" y="1562"/>
                  </a:lnTo>
                  <a:lnTo>
                    <a:pt x="2590" y="1556"/>
                  </a:lnTo>
                  <a:lnTo>
                    <a:pt x="2567" y="1551"/>
                  </a:lnTo>
                  <a:lnTo>
                    <a:pt x="2542" y="1547"/>
                  </a:lnTo>
                  <a:lnTo>
                    <a:pt x="2518" y="1542"/>
                  </a:lnTo>
                  <a:lnTo>
                    <a:pt x="2494" y="1538"/>
                  </a:lnTo>
                  <a:lnTo>
                    <a:pt x="2469" y="1535"/>
                  </a:lnTo>
                  <a:lnTo>
                    <a:pt x="2469" y="1248"/>
                  </a:lnTo>
                  <a:lnTo>
                    <a:pt x="2197" y="1248"/>
                  </a:lnTo>
                  <a:lnTo>
                    <a:pt x="2197" y="1536"/>
                  </a:lnTo>
                  <a:lnTo>
                    <a:pt x="2186" y="1537"/>
                  </a:lnTo>
                  <a:lnTo>
                    <a:pt x="2177" y="1539"/>
                  </a:lnTo>
                  <a:lnTo>
                    <a:pt x="2139" y="1549"/>
                  </a:lnTo>
                  <a:lnTo>
                    <a:pt x="2102" y="1558"/>
                  </a:lnTo>
                  <a:lnTo>
                    <a:pt x="2066" y="1568"/>
                  </a:lnTo>
                  <a:lnTo>
                    <a:pt x="2032" y="1579"/>
                  </a:lnTo>
                  <a:lnTo>
                    <a:pt x="1999" y="1591"/>
                  </a:lnTo>
                  <a:lnTo>
                    <a:pt x="1966" y="1603"/>
                  </a:lnTo>
                  <a:lnTo>
                    <a:pt x="1936" y="1617"/>
                  </a:lnTo>
                  <a:lnTo>
                    <a:pt x="1907" y="1632"/>
                  </a:lnTo>
                  <a:lnTo>
                    <a:pt x="1878" y="1647"/>
                  </a:lnTo>
                  <a:lnTo>
                    <a:pt x="1851" y="1663"/>
                  </a:lnTo>
                  <a:lnTo>
                    <a:pt x="1826" y="1680"/>
                  </a:lnTo>
                  <a:lnTo>
                    <a:pt x="1800" y="1697"/>
                  </a:lnTo>
                  <a:lnTo>
                    <a:pt x="1777" y="1716"/>
                  </a:lnTo>
                  <a:lnTo>
                    <a:pt x="1755" y="1735"/>
                  </a:lnTo>
                  <a:lnTo>
                    <a:pt x="1734" y="1755"/>
                  </a:lnTo>
                  <a:lnTo>
                    <a:pt x="1714" y="1776"/>
                  </a:lnTo>
                  <a:lnTo>
                    <a:pt x="1695" y="1798"/>
                  </a:lnTo>
                  <a:lnTo>
                    <a:pt x="1677" y="1820"/>
                  </a:lnTo>
                  <a:lnTo>
                    <a:pt x="1662" y="1843"/>
                  </a:lnTo>
                  <a:lnTo>
                    <a:pt x="1646" y="1867"/>
                  </a:lnTo>
                  <a:lnTo>
                    <a:pt x="1632" y="1892"/>
                  </a:lnTo>
                  <a:lnTo>
                    <a:pt x="1620" y="1919"/>
                  </a:lnTo>
                  <a:lnTo>
                    <a:pt x="1608" y="1945"/>
                  </a:lnTo>
                  <a:lnTo>
                    <a:pt x="1599" y="1972"/>
                  </a:lnTo>
                  <a:lnTo>
                    <a:pt x="1589" y="2001"/>
                  </a:lnTo>
                  <a:lnTo>
                    <a:pt x="1582" y="2029"/>
                  </a:lnTo>
                  <a:lnTo>
                    <a:pt x="1574" y="2060"/>
                  </a:lnTo>
                  <a:lnTo>
                    <a:pt x="1569" y="2090"/>
                  </a:lnTo>
                  <a:lnTo>
                    <a:pt x="1565" y="2122"/>
                  </a:lnTo>
                  <a:lnTo>
                    <a:pt x="1562" y="2154"/>
                  </a:lnTo>
                  <a:lnTo>
                    <a:pt x="1561" y="2187"/>
                  </a:lnTo>
                  <a:lnTo>
                    <a:pt x="1560" y="2220"/>
                  </a:lnTo>
                  <a:lnTo>
                    <a:pt x="1561" y="2255"/>
                  </a:lnTo>
                  <a:lnTo>
                    <a:pt x="1563" y="2289"/>
                  </a:lnTo>
                  <a:lnTo>
                    <a:pt x="1566" y="2321"/>
                  </a:lnTo>
                  <a:lnTo>
                    <a:pt x="1571" y="2353"/>
                  </a:lnTo>
                  <a:lnTo>
                    <a:pt x="1578" y="2384"/>
                  </a:lnTo>
                  <a:lnTo>
                    <a:pt x="1585" y="2415"/>
                  </a:lnTo>
                  <a:lnTo>
                    <a:pt x="1594" y="2444"/>
                  </a:lnTo>
                  <a:lnTo>
                    <a:pt x="1605" y="2473"/>
                  </a:lnTo>
                  <a:lnTo>
                    <a:pt x="1616" y="2500"/>
                  </a:lnTo>
                  <a:lnTo>
                    <a:pt x="1630" y="2527"/>
                  </a:lnTo>
                  <a:lnTo>
                    <a:pt x="1645" y="2554"/>
                  </a:lnTo>
                  <a:lnTo>
                    <a:pt x="1661" y="2579"/>
                  </a:lnTo>
                  <a:lnTo>
                    <a:pt x="1678" y="2603"/>
                  </a:lnTo>
                  <a:lnTo>
                    <a:pt x="1697" y="2627"/>
                  </a:lnTo>
                  <a:lnTo>
                    <a:pt x="1718" y="2649"/>
                  </a:lnTo>
                  <a:lnTo>
                    <a:pt x="1739" y="2671"/>
                  </a:lnTo>
                  <a:lnTo>
                    <a:pt x="1752" y="2683"/>
                  </a:lnTo>
                  <a:lnTo>
                    <a:pt x="1767" y="2694"/>
                  </a:lnTo>
                  <a:lnTo>
                    <a:pt x="1781" y="2707"/>
                  </a:lnTo>
                  <a:lnTo>
                    <a:pt x="1798" y="2719"/>
                  </a:lnTo>
                  <a:lnTo>
                    <a:pt x="1816" y="2730"/>
                  </a:lnTo>
                  <a:lnTo>
                    <a:pt x="1836" y="2743"/>
                  </a:lnTo>
                  <a:lnTo>
                    <a:pt x="1879" y="2767"/>
                  </a:lnTo>
                  <a:lnTo>
                    <a:pt x="1928" y="2793"/>
                  </a:lnTo>
                  <a:lnTo>
                    <a:pt x="1982" y="2818"/>
                  </a:lnTo>
                  <a:lnTo>
                    <a:pt x="2042" y="2845"/>
                  </a:lnTo>
                  <a:lnTo>
                    <a:pt x="2107" y="2872"/>
                  </a:lnTo>
                  <a:lnTo>
                    <a:pt x="2148" y="2888"/>
                  </a:lnTo>
                  <a:lnTo>
                    <a:pt x="2188" y="2903"/>
                  </a:lnTo>
                  <a:lnTo>
                    <a:pt x="2188" y="3696"/>
                  </a:lnTo>
                  <a:close/>
                  <a:moveTo>
                    <a:pt x="2188" y="2533"/>
                  </a:moveTo>
                  <a:lnTo>
                    <a:pt x="2188" y="2533"/>
                  </a:lnTo>
                  <a:lnTo>
                    <a:pt x="2180" y="2528"/>
                  </a:lnTo>
                  <a:lnTo>
                    <a:pt x="2171" y="2523"/>
                  </a:lnTo>
                  <a:lnTo>
                    <a:pt x="2143" y="2508"/>
                  </a:lnTo>
                  <a:lnTo>
                    <a:pt x="2116" y="2494"/>
                  </a:lnTo>
                  <a:lnTo>
                    <a:pt x="2089" y="2479"/>
                  </a:lnTo>
                  <a:lnTo>
                    <a:pt x="2066" y="2462"/>
                  </a:lnTo>
                  <a:lnTo>
                    <a:pt x="2044" y="2445"/>
                  </a:lnTo>
                  <a:lnTo>
                    <a:pt x="2025" y="2427"/>
                  </a:lnTo>
                  <a:lnTo>
                    <a:pt x="2007" y="2409"/>
                  </a:lnTo>
                  <a:lnTo>
                    <a:pt x="1991" y="2389"/>
                  </a:lnTo>
                  <a:lnTo>
                    <a:pt x="1977" y="2369"/>
                  </a:lnTo>
                  <a:lnTo>
                    <a:pt x="1964" y="2348"/>
                  </a:lnTo>
                  <a:lnTo>
                    <a:pt x="1954" y="2326"/>
                  </a:lnTo>
                  <a:lnTo>
                    <a:pt x="1945" y="2302"/>
                  </a:lnTo>
                  <a:lnTo>
                    <a:pt x="1939" y="2279"/>
                  </a:lnTo>
                  <a:lnTo>
                    <a:pt x="1935" y="2255"/>
                  </a:lnTo>
                  <a:lnTo>
                    <a:pt x="1932" y="2230"/>
                  </a:lnTo>
                  <a:lnTo>
                    <a:pt x="1931" y="2204"/>
                  </a:lnTo>
                  <a:lnTo>
                    <a:pt x="1932" y="2174"/>
                  </a:lnTo>
                  <a:lnTo>
                    <a:pt x="1934" y="2147"/>
                  </a:lnTo>
                  <a:lnTo>
                    <a:pt x="1938" y="2120"/>
                  </a:lnTo>
                  <a:lnTo>
                    <a:pt x="1943" y="2094"/>
                  </a:lnTo>
                  <a:lnTo>
                    <a:pt x="1951" y="2070"/>
                  </a:lnTo>
                  <a:lnTo>
                    <a:pt x="1959" y="2047"/>
                  </a:lnTo>
                  <a:lnTo>
                    <a:pt x="1969" y="2025"/>
                  </a:lnTo>
                  <a:lnTo>
                    <a:pt x="1981" y="2004"/>
                  </a:lnTo>
                  <a:lnTo>
                    <a:pt x="1994" y="1985"/>
                  </a:lnTo>
                  <a:lnTo>
                    <a:pt x="2008" y="1966"/>
                  </a:lnTo>
                  <a:lnTo>
                    <a:pt x="2025" y="1949"/>
                  </a:lnTo>
                  <a:lnTo>
                    <a:pt x="2043" y="1933"/>
                  </a:lnTo>
                  <a:lnTo>
                    <a:pt x="2063" y="1919"/>
                  </a:lnTo>
                  <a:lnTo>
                    <a:pt x="2084" y="1905"/>
                  </a:lnTo>
                  <a:lnTo>
                    <a:pt x="2106" y="1892"/>
                  </a:lnTo>
                  <a:lnTo>
                    <a:pt x="2131" y="1881"/>
                  </a:lnTo>
                  <a:lnTo>
                    <a:pt x="2142" y="1877"/>
                  </a:lnTo>
                  <a:lnTo>
                    <a:pt x="2156" y="1871"/>
                  </a:lnTo>
                  <a:lnTo>
                    <a:pt x="2188" y="1861"/>
                  </a:lnTo>
                  <a:lnTo>
                    <a:pt x="2188" y="2533"/>
                  </a:lnTo>
                  <a:close/>
                  <a:moveTo>
                    <a:pt x="2469" y="2974"/>
                  </a:moveTo>
                  <a:lnTo>
                    <a:pt x="2469" y="2974"/>
                  </a:lnTo>
                  <a:lnTo>
                    <a:pt x="2485" y="2981"/>
                  </a:lnTo>
                  <a:lnTo>
                    <a:pt x="2499" y="2991"/>
                  </a:lnTo>
                  <a:lnTo>
                    <a:pt x="2544" y="3017"/>
                  </a:lnTo>
                  <a:lnTo>
                    <a:pt x="2583" y="3042"/>
                  </a:lnTo>
                  <a:lnTo>
                    <a:pt x="2602" y="3055"/>
                  </a:lnTo>
                  <a:lnTo>
                    <a:pt x="2619" y="3068"/>
                  </a:lnTo>
                  <a:lnTo>
                    <a:pt x="2635" y="3079"/>
                  </a:lnTo>
                  <a:lnTo>
                    <a:pt x="2650" y="3092"/>
                  </a:lnTo>
                  <a:lnTo>
                    <a:pt x="2663" y="3104"/>
                  </a:lnTo>
                  <a:lnTo>
                    <a:pt x="2676" y="3117"/>
                  </a:lnTo>
                  <a:lnTo>
                    <a:pt x="2688" y="3130"/>
                  </a:lnTo>
                  <a:lnTo>
                    <a:pt x="2697" y="3142"/>
                  </a:lnTo>
                  <a:lnTo>
                    <a:pt x="2706" y="3155"/>
                  </a:lnTo>
                  <a:lnTo>
                    <a:pt x="2714" y="3166"/>
                  </a:lnTo>
                  <a:lnTo>
                    <a:pt x="2721" y="3179"/>
                  </a:lnTo>
                  <a:lnTo>
                    <a:pt x="2726" y="3192"/>
                  </a:lnTo>
                  <a:lnTo>
                    <a:pt x="2732" y="3207"/>
                  </a:lnTo>
                  <a:lnTo>
                    <a:pt x="2737" y="3223"/>
                  </a:lnTo>
                  <a:lnTo>
                    <a:pt x="2741" y="3240"/>
                  </a:lnTo>
                  <a:lnTo>
                    <a:pt x="2744" y="3257"/>
                  </a:lnTo>
                  <a:lnTo>
                    <a:pt x="2746" y="3275"/>
                  </a:lnTo>
                  <a:lnTo>
                    <a:pt x="2749" y="3292"/>
                  </a:lnTo>
                  <a:lnTo>
                    <a:pt x="2750" y="3311"/>
                  </a:lnTo>
                  <a:lnTo>
                    <a:pt x="2750" y="3330"/>
                  </a:lnTo>
                  <a:lnTo>
                    <a:pt x="2750" y="3354"/>
                  </a:lnTo>
                  <a:lnTo>
                    <a:pt x="2747" y="3379"/>
                  </a:lnTo>
                  <a:lnTo>
                    <a:pt x="2745" y="3402"/>
                  </a:lnTo>
                  <a:lnTo>
                    <a:pt x="2742" y="3424"/>
                  </a:lnTo>
                  <a:lnTo>
                    <a:pt x="2737" y="3445"/>
                  </a:lnTo>
                  <a:lnTo>
                    <a:pt x="2732" y="3466"/>
                  </a:lnTo>
                  <a:lnTo>
                    <a:pt x="2725" y="3486"/>
                  </a:lnTo>
                  <a:lnTo>
                    <a:pt x="2717" y="3506"/>
                  </a:lnTo>
                  <a:lnTo>
                    <a:pt x="2709" y="3524"/>
                  </a:lnTo>
                  <a:lnTo>
                    <a:pt x="2699" y="3543"/>
                  </a:lnTo>
                  <a:lnTo>
                    <a:pt x="2689" y="3559"/>
                  </a:lnTo>
                  <a:lnTo>
                    <a:pt x="2677" y="3576"/>
                  </a:lnTo>
                  <a:lnTo>
                    <a:pt x="2664" y="3592"/>
                  </a:lnTo>
                  <a:lnTo>
                    <a:pt x="2651" y="3608"/>
                  </a:lnTo>
                  <a:lnTo>
                    <a:pt x="2636" y="3623"/>
                  </a:lnTo>
                  <a:lnTo>
                    <a:pt x="2620" y="3636"/>
                  </a:lnTo>
                  <a:lnTo>
                    <a:pt x="2605" y="3648"/>
                  </a:lnTo>
                  <a:lnTo>
                    <a:pt x="2590" y="3659"/>
                  </a:lnTo>
                  <a:lnTo>
                    <a:pt x="2574" y="3669"/>
                  </a:lnTo>
                  <a:lnTo>
                    <a:pt x="2558" y="3677"/>
                  </a:lnTo>
                  <a:lnTo>
                    <a:pt x="2544" y="3683"/>
                  </a:lnTo>
                  <a:lnTo>
                    <a:pt x="2528" y="3690"/>
                  </a:lnTo>
                  <a:lnTo>
                    <a:pt x="2512" y="3694"/>
                  </a:lnTo>
                  <a:lnTo>
                    <a:pt x="2496" y="3697"/>
                  </a:lnTo>
                  <a:lnTo>
                    <a:pt x="2469" y="3697"/>
                  </a:lnTo>
                  <a:lnTo>
                    <a:pt x="2469" y="2974"/>
                  </a:lnTo>
                  <a:close/>
                </a:path>
              </a:pathLst>
            </a:custGeom>
            <a:solidFill>
              <a:srgbClr val="888890"/>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itchFamily="34" charset="0"/>
                  <a:ea typeface="宋体" pitchFamily="2" charset="-122"/>
                  <a:cs typeface="+mn-cs"/>
                </a:defRPr>
              </a:lvl1pPr>
              <a:lvl2pPr marL="457200" algn="l" rtl="0" eaLnBrk="0" fontAlgn="base" hangingPunct="0">
                <a:spcBef>
                  <a:spcPct val="0"/>
                </a:spcBef>
                <a:spcAft>
                  <a:spcPct val="0"/>
                </a:spcAft>
                <a:defRPr kern="1200">
                  <a:solidFill>
                    <a:schemeClr val="tx1"/>
                  </a:solidFill>
                  <a:latin typeface="Calibri" pitchFamily="34" charset="0"/>
                  <a:ea typeface="宋体" pitchFamily="2" charset="-122"/>
                  <a:cs typeface="+mn-cs"/>
                </a:defRPr>
              </a:lvl2pPr>
              <a:lvl3pPr marL="914400" algn="l" rtl="0" eaLnBrk="0" fontAlgn="base" hangingPunct="0">
                <a:spcBef>
                  <a:spcPct val="0"/>
                </a:spcBef>
                <a:spcAft>
                  <a:spcPct val="0"/>
                </a:spcAft>
                <a:defRPr kern="1200">
                  <a:solidFill>
                    <a:schemeClr val="tx1"/>
                  </a:solidFill>
                  <a:latin typeface="Calibri" pitchFamily="34" charset="0"/>
                  <a:ea typeface="宋体" pitchFamily="2" charset="-122"/>
                  <a:cs typeface="+mn-cs"/>
                </a:defRPr>
              </a:lvl3pPr>
              <a:lvl4pPr marL="1371600" algn="l" rtl="0" eaLnBrk="0" fontAlgn="base" hangingPunct="0">
                <a:spcBef>
                  <a:spcPct val="0"/>
                </a:spcBef>
                <a:spcAft>
                  <a:spcPct val="0"/>
                </a:spcAft>
                <a:defRPr kern="1200">
                  <a:solidFill>
                    <a:schemeClr val="tx1"/>
                  </a:solidFill>
                  <a:latin typeface="Calibri" pitchFamily="34" charset="0"/>
                  <a:ea typeface="宋体" pitchFamily="2" charset="-122"/>
                  <a:cs typeface="+mn-cs"/>
                </a:defRPr>
              </a:lvl4pPr>
              <a:lvl5pPr marL="1828800" algn="l" rtl="0" eaLnBrk="0" fontAlgn="base" hangingPunct="0">
                <a:spcBef>
                  <a:spcPct val="0"/>
                </a:spcBef>
                <a:spcAft>
                  <a:spcPct val="0"/>
                </a:spcAft>
                <a:defRPr kern="1200">
                  <a:solidFill>
                    <a:schemeClr val="tx1"/>
                  </a:solidFill>
                  <a:latin typeface="Calibri" pitchFamily="34" charset="0"/>
                  <a:ea typeface="宋体" pitchFamily="2" charset="-122"/>
                  <a:cs typeface="+mn-cs"/>
                </a:defRPr>
              </a:lvl5pPr>
              <a:lvl6pPr marL="2286000" algn="l" defTabSz="914400" rtl="0" eaLnBrk="1" latinLnBrk="0" hangingPunct="1">
                <a:defRPr kern="1200">
                  <a:solidFill>
                    <a:schemeClr val="tx1"/>
                  </a:solidFill>
                  <a:latin typeface="Calibri" pitchFamily="34" charset="0"/>
                  <a:ea typeface="宋体" pitchFamily="2" charset="-122"/>
                  <a:cs typeface="+mn-cs"/>
                </a:defRPr>
              </a:lvl6pPr>
              <a:lvl7pPr marL="2743200" algn="l" defTabSz="914400" rtl="0" eaLnBrk="1" latinLnBrk="0" hangingPunct="1">
                <a:defRPr kern="1200">
                  <a:solidFill>
                    <a:schemeClr val="tx1"/>
                  </a:solidFill>
                  <a:latin typeface="Calibri" pitchFamily="34" charset="0"/>
                  <a:ea typeface="宋体" pitchFamily="2" charset="-122"/>
                  <a:cs typeface="+mn-cs"/>
                </a:defRPr>
              </a:lvl7pPr>
              <a:lvl8pPr marL="3200400" algn="l" defTabSz="914400" rtl="0" eaLnBrk="1" latinLnBrk="0" hangingPunct="1">
                <a:defRPr kern="1200">
                  <a:solidFill>
                    <a:schemeClr val="tx1"/>
                  </a:solidFill>
                  <a:latin typeface="Calibri" pitchFamily="34" charset="0"/>
                  <a:ea typeface="宋体" pitchFamily="2" charset="-122"/>
                  <a:cs typeface="+mn-cs"/>
                </a:defRPr>
              </a:lvl8pPr>
              <a:lvl9pPr marL="3657600" algn="l" defTabSz="914400" rtl="0" eaLnBrk="1" latinLnBrk="0" hangingPunct="1">
                <a:defRPr kern="1200">
                  <a:solidFill>
                    <a:schemeClr val="tx1"/>
                  </a:solidFill>
                  <a:latin typeface="Calibri" pitchFamily="34" charset="0"/>
                  <a:ea typeface="宋体" pitchFamily="2" charset="-122"/>
                  <a:cs typeface="+mn-cs"/>
                </a:defRPr>
              </a:lvl9pPr>
            </a:lstStyle>
            <a:p>
              <a:pPr algn="ctr">
                <a:defRPr/>
              </a:pPr>
              <a:endParaRPr lang="zh-CN" altLang="en-US">
                <a:solidFill>
                  <a:srgbClr val="FFFFFF"/>
                </a:solidFill>
                <a:latin typeface="+mn-lt"/>
                <a:ea typeface="+mn-ea"/>
                <a:cs typeface="+mn-ea"/>
                <a:sym typeface="+mn-lt"/>
              </a:endParaRPr>
            </a:p>
          </p:txBody>
        </p:sp>
      </p:grpSp>
      <p:sp>
        <p:nvSpPr>
          <p:cNvPr id="24586" name="Rectangle 1044">
            <a:extLst>
              <a:ext uri="{FF2B5EF4-FFF2-40B4-BE49-F238E27FC236}">
                <a16:creationId xmlns:a16="http://schemas.microsoft.com/office/drawing/2014/main" id="{15B37FD3-43DF-46C1-9DFF-E50268C336E1}"/>
              </a:ext>
            </a:extLst>
          </p:cNvPr>
          <p:cNvSpPr>
            <a:spLocks noChangeArrowheads="1"/>
          </p:cNvSpPr>
          <p:nvPr/>
        </p:nvSpPr>
        <p:spPr bwMode="auto">
          <a:xfrm>
            <a:off x="854075" y="4381500"/>
            <a:ext cx="7173913" cy="1692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800100" indent="-34290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ym typeface="+mn-lt"/>
              </a:rPr>
              <a:t>分别从头遍历比较</a:t>
            </a:r>
            <a:r>
              <a:rPr lang="en-US" altLang="zh-CN">
                <a:sym typeface="+mn-lt"/>
              </a:rPr>
              <a:t>a</a:t>
            </a:r>
            <a:r>
              <a:rPr lang="zh-CN" altLang="en-US">
                <a:sym typeface="+mn-lt"/>
              </a:rPr>
              <a:t>和</a:t>
            </a:r>
            <a:r>
              <a:rPr lang="en-US" altLang="zh-CN">
                <a:sym typeface="+mn-lt"/>
              </a:rPr>
              <a:t>b</a:t>
            </a:r>
            <a:r>
              <a:rPr lang="zh-CN" altLang="en-US">
                <a:sym typeface="+mn-lt"/>
              </a:rPr>
              <a:t>的每一项</a:t>
            </a:r>
            <a:endParaRPr lang="en-US" altLang="zh-CN">
              <a:sym typeface="+mn-lt"/>
            </a:endParaRPr>
          </a:p>
          <a:p>
            <a:pPr lvl="1" eaLnBrk="1" hangingPunct="1">
              <a:spcBef>
                <a:spcPct val="50000"/>
              </a:spcBef>
              <a:buFont typeface="Wingdings" pitchFamily="2" charset="2"/>
              <a:buChar char="n"/>
            </a:pPr>
            <a:r>
              <a:rPr lang="zh-CN" altLang="en-US" sz="2000">
                <a:solidFill>
                  <a:srgbClr val="FF0000"/>
                </a:solidFill>
                <a:sym typeface="+mn-lt"/>
              </a:rPr>
              <a:t>指数相同</a:t>
            </a:r>
            <a:r>
              <a:rPr lang="zh-CN" altLang="en-US" sz="2000">
                <a:sym typeface="+mn-lt"/>
              </a:rPr>
              <a:t>，对应系数相加，若其和不为零，则在</a:t>
            </a:r>
            <a:r>
              <a:rPr lang="en-US" altLang="zh-CN" sz="2000">
                <a:sym typeface="+mn-lt"/>
              </a:rPr>
              <a:t>c</a:t>
            </a:r>
            <a:r>
              <a:rPr lang="zh-CN" altLang="en-US" sz="2000">
                <a:sym typeface="+mn-lt"/>
              </a:rPr>
              <a:t>中增加一个新项。</a:t>
            </a:r>
            <a:endParaRPr lang="en-US" altLang="zh-CN" sz="2000">
              <a:sym typeface="+mn-lt"/>
            </a:endParaRPr>
          </a:p>
          <a:p>
            <a:pPr lvl="1" eaLnBrk="1" hangingPunct="1">
              <a:spcBef>
                <a:spcPct val="50000"/>
              </a:spcBef>
              <a:buFont typeface="Wingdings" pitchFamily="2" charset="2"/>
              <a:buChar char="n"/>
            </a:pPr>
            <a:r>
              <a:rPr lang="zh-CN" altLang="en-US" sz="2000">
                <a:solidFill>
                  <a:srgbClr val="FF0000"/>
                </a:solidFill>
                <a:sym typeface="+mn-lt"/>
              </a:rPr>
              <a:t>指数不相同</a:t>
            </a:r>
            <a:r>
              <a:rPr lang="zh-CN" altLang="en-US" sz="2000">
                <a:sym typeface="+mn-lt"/>
              </a:rPr>
              <a:t>，则将指数较小的项复制到</a:t>
            </a:r>
            <a:r>
              <a:rPr lang="en-US" altLang="zh-CN" sz="2000">
                <a:sym typeface="+mn-lt"/>
              </a:rPr>
              <a:t>c</a:t>
            </a:r>
            <a:r>
              <a:rPr lang="zh-CN" altLang="en-US" sz="2000">
                <a:sym typeface="+mn-lt"/>
              </a:rPr>
              <a:t>中。</a:t>
            </a:r>
            <a:endParaRPr lang="en-US" altLang="zh-CN" sz="2000">
              <a:sym typeface="+mn-lt"/>
            </a:endParaRPr>
          </a:p>
        </p:txBody>
      </p:sp>
      <p:sp>
        <p:nvSpPr>
          <p:cNvPr id="24587" name="Rectangle 1044">
            <a:extLst>
              <a:ext uri="{FF2B5EF4-FFF2-40B4-BE49-F238E27FC236}">
                <a16:creationId xmlns:a16="http://schemas.microsoft.com/office/drawing/2014/main" id="{880EA2BE-8308-4882-A4B6-52EEB1C8B736}"/>
              </a:ext>
            </a:extLst>
          </p:cNvPr>
          <p:cNvSpPr>
            <a:spLocks noChangeArrowheads="1"/>
          </p:cNvSpPr>
          <p:nvPr/>
        </p:nvSpPr>
        <p:spPr bwMode="auto">
          <a:xfrm>
            <a:off x="5619750" y="1482725"/>
            <a:ext cx="3313113" cy="153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a:sym typeface="+mn-lt"/>
              </a:rPr>
              <a:t>一个多项式已遍历</a:t>
            </a:r>
            <a:r>
              <a:rPr lang="zh-CN" altLang="en-US">
                <a:solidFill>
                  <a:srgbClr val="FF0000"/>
                </a:solidFill>
                <a:sym typeface="+mn-lt"/>
              </a:rPr>
              <a:t>完毕</a:t>
            </a:r>
            <a:r>
              <a:rPr lang="zh-CN" altLang="en-US">
                <a:sym typeface="+mn-lt"/>
              </a:rPr>
              <a:t>时，将另一个剩余项依次复制到</a:t>
            </a:r>
            <a:r>
              <a:rPr lang="en-US" altLang="zh-CN">
                <a:sym typeface="+mn-lt"/>
              </a:rPr>
              <a:t>c</a:t>
            </a:r>
            <a:r>
              <a:rPr lang="zh-CN" altLang="en-US">
                <a:sym typeface="+mn-lt"/>
              </a:rPr>
              <a:t>中即可</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矩形 2">
            <a:extLst>
              <a:ext uri="{FF2B5EF4-FFF2-40B4-BE49-F238E27FC236}">
                <a16:creationId xmlns:a16="http://schemas.microsoft.com/office/drawing/2014/main" id="{47F6A5C5-83C2-4A6F-8481-E0AB5ECB4AED}"/>
              </a:ext>
            </a:extLst>
          </p:cNvPr>
          <p:cNvSpPr>
            <a:spLocks noChangeArrowheads="1"/>
          </p:cNvSpPr>
          <p:nvPr/>
        </p:nvSpPr>
        <p:spPr bwMode="auto">
          <a:xfrm>
            <a:off x="-6350" y="2887663"/>
            <a:ext cx="9144000" cy="3514725"/>
          </a:xfrm>
          <a:prstGeom prst="rect">
            <a:avLst/>
          </a:prstGeom>
          <a:solidFill>
            <a:srgbClr val="76AEDD"/>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grpSp>
        <p:nvGrpSpPr>
          <p:cNvPr id="2" name="组合 1">
            <a:extLst>
              <a:ext uri="{FF2B5EF4-FFF2-40B4-BE49-F238E27FC236}">
                <a16:creationId xmlns:a16="http://schemas.microsoft.com/office/drawing/2014/main" id="{BE54C91C-5316-5143-BB34-CEE382BB9D43}"/>
              </a:ext>
            </a:extLst>
          </p:cNvPr>
          <p:cNvGrpSpPr>
            <a:grpSpLocks/>
          </p:cNvGrpSpPr>
          <p:nvPr/>
        </p:nvGrpSpPr>
        <p:grpSpPr bwMode="auto">
          <a:xfrm>
            <a:off x="360363" y="3025775"/>
            <a:ext cx="8453437" cy="3262313"/>
            <a:chOff x="379413" y="3510024"/>
            <a:chExt cx="8453437" cy="3261635"/>
          </a:xfrm>
        </p:grpSpPr>
        <p:sp>
          <p:nvSpPr>
            <p:cNvPr id="25610" name="Text Box 3">
              <a:extLst>
                <a:ext uri="{FF2B5EF4-FFF2-40B4-BE49-F238E27FC236}">
                  <a16:creationId xmlns:a16="http://schemas.microsoft.com/office/drawing/2014/main" id="{7AD00BBB-084A-4A1A-BC56-5A253F552559}"/>
                </a:ext>
              </a:extLst>
            </p:cNvPr>
            <p:cNvSpPr txBox="1">
              <a:spLocks noChangeArrowheads="1"/>
            </p:cNvSpPr>
            <p:nvPr/>
          </p:nvSpPr>
          <p:spPr bwMode="auto">
            <a:xfrm>
              <a:off x="379413" y="3510024"/>
              <a:ext cx="4054475" cy="461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dirty="0">
                  <a:latin typeface="+mn-lt"/>
                  <a:ea typeface="+mn-ea"/>
                  <a:cs typeface="+mn-ea"/>
                  <a:sym typeface="+mn-lt"/>
                </a:rPr>
                <a:t>A</a:t>
              </a:r>
              <a:r>
                <a:rPr lang="en-US" altLang="zh-CN" baseline="-25000" dirty="0">
                  <a:latin typeface="+mn-lt"/>
                  <a:ea typeface="+mn-ea"/>
                  <a:cs typeface="+mn-ea"/>
                  <a:sym typeface="+mn-lt"/>
                </a:rPr>
                <a:t>17</a:t>
              </a:r>
              <a:r>
                <a:rPr lang="en-US" altLang="zh-CN" dirty="0">
                  <a:latin typeface="+mn-lt"/>
                  <a:ea typeface="+mn-ea"/>
                  <a:cs typeface="+mn-ea"/>
                  <a:sym typeface="+mn-lt"/>
                </a:rPr>
                <a:t>(x)=7+3x+9x</a:t>
              </a:r>
              <a:r>
                <a:rPr lang="en-US" altLang="zh-CN" baseline="30000" dirty="0">
                  <a:latin typeface="+mn-lt"/>
                  <a:ea typeface="+mn-ea"/>
                  <a:cs typeface="+mn-ea"/>
                  <a:sym typeface="+mn-lt"/>
                </a:rPr>
                <a:t>8</a:t>
              </a:r>
              <a:r>
                <a:rPr lang="en-US" altLang="zh-CN" dirty="0">
                  <a:latin typeface="+mn-lt"/>
                  <a:ea typeface="+mn-ea"/>
                  <a:cs typeface="+mn-ea"/>
                  <a:sym typeface="+mn-lt"/>
                </a:rPr>
                <a:t>+5x</a:t>
              </a:r>
              <a:r>
                <a:rPr lang="en-US" altLang="zh-CN" baseline="30000" dirty="0">
                  <a:latin typeface="+mn-lt"/>
                  <a:ea typeface="+mn-ea"/>
                  <a:cs typeface="+mn-ea"/>
                  <a:sym typeface="+mn-lt"/>
                </a:rPr>
                <a:t>17</a:t>
              </a:r>
            </a:p>
          </p:txBody>
        </p:sp>
        <p:sp>
          <p:nvSpPr>
            <p:cNvPr id="25611" name="Text Box 4">
              <a:extLst>
                <a:ext uri="{FF2B5EF4-FFF2-40B4-BE49-F238E27FC236}">
                  <a16:creationId xmlns:a16="http://schemas.microsoft.com/office/drawing/2014/main" id="{A80B19C3-0F27-4633-B7F2-B26958A38AA6}"/>
                </a:ext>
              </a:extLst>
            </p:cNvPr>
            <p:cNvSpPr txBox="1">
              <a:spLocks noChangeArrowheads="1"/>
            </p:cNvSpPr>
            <p:nvPr/>
          </p:nvSpPr>
          <p:spPr bwMode="auto">
            <a:xfrm>
              <a:off x="381000" y="4016332"/>
              <a:ext cx="2743200" cy="4618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dirty="0">
                  <a:latin typeface="+mn-lt"/>
                  <a:ea typeface="+mn-ea"/>
                  <a:cs typeface="+mn-ea"/>
                  <a:sym typeface="+mn-lt"/>
                </a:rPr>
                <a:t>B</a:t>
              </a:r>
              <a:r>
                <a:rPr lang="en-US" altLang="zh-CN" baseline="-25000" dirty="0">
                  <a:latin typeface="+mn-lt"/>
                  <a:ea typeface="+mn-ea"/>
                  <a:cs typeface="+mn-ea"/>
                  <a:sym typeface="+mn-lt"/>
                </a:rPr>
                <a:t>8</a:t>
              </a:r>
              <a:r>
                <a:rPr lang="en-US" altLang="zh-CN" dirty="0">
                  <a:latin typeface="+mn-lt"/>
                  <a:ea typeface="+mn-ea"/>
                  <a:cs typeface="+mn-ea"/>
                  <a:sym typeface="+mn-lt"/>
                </a:rPr>
                <a:t>(x)=8x+22x</a:t>
              </a:r>
              <a:r>
                <a:rPr lang="en-US" altLang="zh-CN" baseline="30000" dirty="0">
                  <a:latin typeface="+mn-lt"/>
                  <a:ea typeface="+mn-ea"/>
                  <a:cs typeface="+mn-ea"/>
                  <a:sym typeface="+mn-lt"/>
                </a:rPr>
                <a:t>7</a:t>
              </a:r>
              <a:r>
                <a:rPr lang="en-US" altLang="zh-CN" dirty="0">
                  <a:latin typeface="+mn-lt"/>
                  <a:ea typeface="+mn-ea"/>
                  <a:cs typeface="+mn-ea"/>
                  <a:sym typeface="+mn-lt"/>
                </a:rPr>
                <a:t>-9x</a:t>
              </a:r>
              <a:r>
                <a:rPr lang="en-US" altLang="zh-CN" baseline="30000" dirty="0">
                  <a:latin typeface="+mn-lt"/>
                  <a:ea typeface="+mn-ea"/>
                  <a:cs typeface="+mn-ea"/>
                  <a:sym typeface="+mn-lt"/>
                </a:rPr>
                <a:t>8</a:t>
              </a:r>
            </a:p>
          </p:txBody>
        </p:sp>
        <p:sp>
          <p:nvSpPr>
            <p:cNvPr id="25612" name="Rectangle 6" descr="深色上对角线">
              <a:extLst>
                <a:ext uri="{FF2B5EF4-FFF2-40B4-BE49-F238E27FC236}">
                  <a16:creationId xmlns:a16="http://schemas.microsoft.com/office/drawing/2014/main" id="{A9A113B2-2DBD-C049-B66A-5C9041C4EB16}"/>
                </a:ext>
              </a:extLst>
            </p:cNvPr>
            <p:cNvSpPr>
              <a:spLocks noChangeArrowheads="1"/>
            </p:cNvSpPr>
            <p:nvPr/>
          </p:nvSpPr>
          <p:spPr bwMode="auto">
            <a:xfrm>
              <a:off x="958850" y="4898798"/>
              <a:ext cx="419100" cy="438059"/>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5613" name="Rectangle 7" descr="深色上对角线">
              <a:extLst>
                <a:ext uri="{FF2B5EF4-FFF2-40B4-BE49-F238E27FC236}">
                  <a16:creationId xmlns:a16="http://schemas.microsoft.com/office/drawing/2014/main" id="{3E49F029-BD5A-4479-93FF-D716A25DEC34}"/>
                </a:ext>
              </a:extLst>
            </p:cNvPr>
            <p:cNvSpPr>
              <a:spLocks noChangeArrowheads="1"/>
            </p:cNvSpPr>
            <p:nvPr/>
          </p:nvSpPr>
          <p:spPr bwMode="auto">
            <a:xfrm>
              <a:off x="1377950" y="4898798"/>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5614" name="Rectangle 8" descr="深色上对角线">
              <a:extLst>
                <a:ext uri="{FF2B5EF4-FFF2-40B4-BE49-F238E27FC236}">
                  <a16:creationId xmlns:a16="http://schemas.microsoft.com/office/drawing/2014/main" id="{65F9D5DC-7A17-40FE-8265-511D8CB6EA14}"/>
                </a:ext>
              </a:extLst>
            </p:cNvPr>
            <p:cNvSpPr>
              <a:spLocks noChangeArrowheads="1"/>
            </p:cNvSpPr>
            <p:nvPr/>
          </p:nvSpPr>
          <p:spPr bwMode="auto">
            <a:xfrm>
              <a:off x="1809750" y="4898798"/>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5615" name="Rectangle 9" descr="深色上对角线">
              <a:extLst>
                <a:ext uri="{FF2B5EF4-FFF2-40B4-BE49-F238E27FC236}">
                  <a16:creationId xmlns:a16="http://schemas.microsoft.com/office/drawing/2014/main" id="{3BA59E49-999C-4C25-AE6F-FFBAEF89B5C3}"/>
                </a:ext>
              </a:extLst>
            </p:cNvPr>
            <p:cNvSpPr>
              <a:spLocks noChangeArrowheads="1"/>
            </p:cNvSpPr>
            <p:nvPr/>
          </p:nvSpPr>
          <p:spPr bwMode="auto">
            <a:xfrm>
              <a:off x="2609850" y="4898798"/>
              <a:ext cx="4191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25616" name="Rectangle 10" descr="深色上对角线">
              <a:extLst>
                <a:ext uri="{FF2B5EF4-FFF2-40B4-BE49-F238E27FC236}">
                  <a16:creationId xmlns:a16="http://schemas.microsoft.com/office/drawing/2014/main" id="{17C03421-E7D8-4ACA-8544-66459800F16C}"/>
                </a:ext>
              </a:extLst>
            </p:cNvPr>
            <p:cNvSpPr>
              <a:spLocks noChangeArrowheads="1"/>
            </p:cNvSpPr>
            <p:nvPr/>
          </p:nvSpPr>
          <p:spPr bwMode="auto">
            <a:xfrm>
              <a:off x="3028950" y="4898798"/>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0</a:t>
              </a:r>
            </a:p>
          </p:txBody>
        </p:sp>
        <p:sp>
          <p:nvSpPr>
            <p:cNvPr id="25617" name="Rectangle 11" descr="深色上对角线">
              <a:extLst>
                <a:ext uri="{FF2B5EF4-FFF2-40B4-BE49-F238E27FC236}">
                  <a16:creationId xmlns:a16="http://schemas.microsoft.com/office/drawing/2014/main" id="{0F65FB87-7229-46F8-982E-45F464E3F34B}"/>
                </a:ext>
              </a:extLst>
            </p:cNvPr>
            <p:cNvSpPr>
              <a:spLocks noChangeArrowheads="1"/>
            </p:cNvSpPr>
            <p:nvPr/>
          </p:nvSpPr>
          <p:spPr bwMode="auto">
            <a:xfrm>
              <a:off x="3460750" y="4898798"/>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5618" name="Rectangle 12" descr="深色上对角线">
              <a:extLst>
                <a:ext uri="{FF2B5EF4-FFF2-40B4-BE49-F238E27FC236}">
                  <a16:creationId xmlns:a16="http://schemas.microsoft.com/office/drawing/2014/main" id="{2D2F5D61-7909-4E13-8881-3276ACDD8C56}"/>
                </a:ext>
              </a:extLst>
            </p:cNvPr>
            <p:cNvSpPr>
              <a:spLocks noChangeArrowheads="1"/>
            </p:cNvSpPr>
            <p:nvPr/>
          </p:nvSpPr>
          <p:spPr bwMode="auto">
            <a:xfrm>
              <a:off x="4260850" y="4898798"/>
              <a:ext cx="4191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3</a:t>
              </a:r>
            </a:p>
          </p:txBody>
        </p:sp>
        <p:sp>
          <p:nvSpPr>
            <p:cNvPr id="25619" name="Rectangle 13" descr="深色上对角线">
              <a:extLst>
                <a:ext uri="{FF2B5EF4-FFF2-40B4-BE49-F238E27FC236}">
                  <a16:creationId xmlns:a16="http://schemas.microsoft.com/office/drawing/2014/main" id="{2DA0FEC3-EA20-4B09-96A8-C30AE795AED8}"/>
                </a:ext>
              </a:extLst>
            </p:cNvPr>
            <p:cNvSpPr>
              <a:spLocks noChangeArrowheads="1"/>
            </p:cNvSpPr>
            <p:nvPr/>
          </p:nvSpPr>
          <p:spPr bwMode="auto">
            <a:xfrm>
              <a:off x="4679950" y="4898798"/>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5620" name="Rectangle 14" descr="深色上对角线">
              <a:extLst>
                <a:ext uri="{FF2B5EF4-FFF2-40B4-BE49-F238E27FC236}">
                  <a16:creationId xmlns:a16="http://schemas.microsoft.com/office/drawing/2014/main" id="{E3E4B4E2-1337-47D7-B91D-98607BC673D8}"/>
                </a:ext>
              </a:extLst>
            </p:cNvPr>
            <p:cNvSpPr>
              <a:spLocks noChangeArrowheads="1"/>
            </p:cNvSpPr>
            <p:nvPr/>
          </p:nvSpPr>
          <p:spPr bwMode="auto">
            <a:xfrm>
              <a:off x="5111750" y="4898798"/>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5621" name="Rectangle 15" descr="深色上对角线">
              <a:extLst>
                <a:ext uri="{FF2B5EF4-FFF2-40B4-BE49-F238E27FC236}">
                  <a16:creationId xmlns:a16="http://schemas.microsoft.com/office/drawing/2014/main" id="{CFE19A2C-E6AC-41E5-A441-D1223BDAE6E6}"/>
                </a:ext>
              </a:extLst>
            </p:cNvPr>
            <p:cNvSpPr>
              <a:spLocks noChangeArrowheads="1"/>
            </p:cNvSpPr>
            <p:nvPr/>
          </p:nvSpPr>
          <p:spPr bwMode="auto">
            <a:xfrm>
              <a:off x="5886450" y="4898798"/>
              <a:ext cx="4191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25622" name="Rectangle 16" descr="深色上对角线">
              <a:extLst>
                <a:ext uri="{FF2B5EF4-FFF2-40B4-BE49-F238E27FC236}">
                  <a16:creationId xmlns:a16="http://schemas.microsoft.com/office/drawing/2014/main" id="{D72623D4-B504-4674-95A1-3A09B3EC165C}"/>
                </a:ext>
              </a:extLst>
            </p:cNvPr>
            <p:cNvSpPr>
              <a:spLocks noChangeArrowheads="1"/>
            </p:cNvSpPr>
            <p:nvPr/>
          </p:nvSpPr>
          <p:spPr bwMode="auto">
            <a:xfrm>
              <a:off x="6305550" y="4898798"/>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5623" name="Rectangle 17" descr="深色上对角线">
              <a:extLst>
                <a:ext uri="{FF2B5EF4-FFF2-40B4-BE49-F238E27FC236}">
                  <a16:creationId xmlns:a16="http://schemas.microsoft.com/office/drawing/2014/main" id="{58C351F4-9E8C-4961-A292-43CB42959004}"/>
                </a:ext>
              </a:extLst>
            </p:cNvPr>
            <p:cNvSpPr>
              <a:spLocks noChangeArrowheads="1"/>
            </p:cNvSpPr>
            <p:nvPr/>
          </p:nvSpPr>
          <p:spPr bwMode="auto">
            <a:xfrm>
              <a:off x="6737350" y="4898798"/>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5624" name="Rectangle 18" descr="深色上对角线">
              <a:extLst>
                <a:ext uri="{FF2B5EF4-FFF2-40B4-BE49-F238E27FC236}">
                  <a16:creationId xmlns:a16="http://schemas.microsoft.com/office/drawing/2014/main" id="{BE0A4520-A8BD-41B0-8765-6A66CD6B1E14}"/>
                </a:ext>
              </a:extLst>
            </p:cNvPr>
            <p:cNvSpPr>
              <a:spLocks noChangeArrowheads="1"/>
            </p:cNvSpPr>
            <p:nvPr/>
          </p:nvSpPr>
          <p:spPr bwMode="auto">
            <a:xfrm>
              <a:off x="7550150" y="4898798"/>
              <a:ext cx="4191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5</a:t>
              </a:r>
            </a:p>
          </p:txBody>
        </p:sp>
        <p:sp>
          <p:nvSpPr>
            <p:cNvPr id="25625" name="Rectangle 19" descr="深色上对角线">
              <a:extLst>
                <a:ext uri="{FF2B5EF4-FFF2-40B4-BE49-F238E27FC236}">
                  <a16:creationId xmlns:a16="http://schemas.microsoft.com/office/drawing/2014/main" id="{06CCE5EC-BBFB-41DC-894A-E2A9041225C8}"/>
                </a:ext>
              </a:extLst>
            </p:cNvPr>
            <p:cNvSpPr>
              <a:spLocks noChangeArrowheads="1"/>
            </p:cNvSpPr>
            <p:nvPr/>
          </p:nvSpPr>
          <p:spPr bwMode="auto">
            <a:xfrm>
              <a:off x="7969250" y="4898798"/>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17</a:t>
              </a:r>
            </a:p>
          </p:txBody>
        </p:sp>
        <p:sp>
          <p:nvSpPr>
            <p:cNvPr id="25626" name="Rectangle 20" descr="深色上对角线">
              <a:extLst>
                <a:ext uri="{FF2B5EF4-FFF2-40B4-BE49-F238E27FC236}">
                  <a16:creationId xmlns:a16="http://schemas.microsoft.com/office/drawing/2014/main" id="{ABF1567A-2DC6-44E7-9D72-0B59918F0E4A}"/>
                </a:ext>
              </a:extLst>
            </p:cNvPr>
            <p:cNvSpPr>
              <a:spLocks noChangeArrowheads="1"/>
            </p:cNvSpPr>
            <p:nvPr/>
          </p:nvSpPr>
          <p:spPr bwMode="auto">
            <a:xfrm>
              <a:off x="8401050" y="4898798"/>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5627" name="Line 21">
              <a:extLst>
                <a:ext uri="{FF2B5EF4-FFF2-40B4-BE49-F238E27FC236}">
                  <a16:creationId xmlns:a16="http://schemas.microsoft.com/office/drawing/2014/main" id="{B874BCC3-CA85-40F2-925E-F13F4EB59820}"/>
                </a:ext>
              </a:extLst>
            </p:cNvPr>
            <p:cNvSpPr>
              <a:spLocks noChangeShapeType="1"/>
            </p:cNvSpPr>
            <p:nvPr/>
          </p:nvSpPr>
          <p:spPr bwMode="auto">
            <a:xfrm flipH="1">
              <a:off x="8540750" y="5032121"/>
              <a:ext cx="76200" cy="152368"/>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28" name="Line 22">
              <a:extLst>
                <a:ext uri="{FF2B5EF4-FFF2-40B4-BE49-F238E27FC236}">
                  <a16:creationId xmlns:a16="http://schemas.microsoft.com/office/drawing/2014/main" id="{86BE2372-26AB-4390-9A8C-2E7084497470}"/>
                </a:ext>
              </a:extLst>
            </p:cNvPr>
            <p:cNvSpPr>
              <a:spLocks noChangeShapeType="1"/>
            </p:cNvSpPr>
            <p:nvPr/>
          </p:nvSpPr>
          <p:spPr bwMode="auto">
            <a:xfrm>
              <a:off x="8616950" y="5032121"/>
              <a:ext cx="76200" cy="152368"/>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29" name="Rectangle 23" descr="深色上对角线">
              <a:extLst>
                <a:ext uri="{FF2B5EF4-FFF2-40B4-BE49-F238E27FC236}">
                  <a16:creationId xmlns:a16="http://schemas.microsoft.com/office/drawing/2014/main" id="{BBFB2E3C-6146-AB41-BFC0-0CAEF94025D4}"/>
                </a:ext>
              </a:extLst>
            </p:cNvPr>
            <p:cNvSpPr>
              <a:spLocks noChangeArrowheads="1"/>
            </p:cNvSpPr>
            <p:nvPr/>
          </p:nvSpPr>
          <p:spPr bwMode="auto">
            <a:xfrm>
              <a:off x="958850" y="5613025"/>
              <a:ext cx="419100" cy="438059"/>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5630" name="Rectangle 24" descr="深色上对角线">
              <a:extLst>
                <a:ext uri="{FF2B5EF4-FFF2-40B4-BE49-F238E27FC236}">
                  <a16:creationId xmlns:a16="http://schemas.microsoft.com/office/drawing/2014/main" id="{2436A169-0D40-423C-92B1-8AB8A71526DE}"/>
                </a:ext>
              </a:extLst>
            </p:cNvPr>
            <p:cNvSpPr>
              <a:spLocks noChangeArrowheads="1"/>
            </p:cNvSpPr>
            <p:nvPr/>
          </p:nvSpPr>
          <p:spPr bwMode="auto">
            <a:xfrm>
              <a:off x="1377950" y="5613025"/>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5631" name="Rectangle 25" descr="深色上对角线">
              <a:extLst>
                <a:ext uri="{FF2B5EF4-FFF2-40B4-BE49-F238E27FC236}">
                  <a16:creationId xmlns:a16="http://schemas.microsoft.com/office/drawing/2014/main" id="{7A7F5165-7050-4C57-8A24-8DC6243463C7}"/>
                </a:ext>
              </a:extLst>
            </p:cNvPr>
            <p:cNvSpPr>
              <a:spLocks noChangeArrowheads="1"/>
            </p:cNvSpPr>
            <p:nvPr/>
          </p:nvSpPr>
          <p:spPr bwMode="auto">
            <a:xfrm>
              <a:off x="1809750" y="5613025"/>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5632" name="Rectangle 26" descr="深色上对角线">
              <a:extLst>
                <a:ext uri="{FF2B5EF4-FFF2-40B4-BE49-F238E27FC236}">
                  <a16:creationId xmlns:a16="http://schemas.microsoft.com/office/drawing/2014/main" id="{CE6C49F9-6AA4-40AD-A996-5FC7FB720DE0}"/>
                </a:ext>
              </a:extLst>
            </p:cNvPr>
            <p:cNvSpPr>
              <a:spLocks noChangeArrowheads="1"/>
            </p:cNvSpPr>
            <p:nvPr/>
          </p:nvSpPr>
          <p:spPr bwMode="auto">
            <a:xfrm>
              <a:off x="2609850" y="5613025"/>
              <a:ext cx="4191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5633" name="Rectangle 27" descr="深色上对角线">
              <a:extLst>
                <a:ext uri="{FF2B5EF4-FFF2-40B4-BE49-F238E27FC236}">
                  <a16:creationId xmlns:a16="http://schemas.microsoft.com/office/drawing/2014/main" id="{032E34A1-64B1-4DEA-B608-7C12261DE4BE}"/>
                </a:ext>
              </a:extLst>
            </p:cNvPr>
            <p:cNvSpPr>
              <a:spLocks noChangeArrowheads="1"/>
            </p:cNvSpPr>
            <p:nvPr/>
          </p:nvSpPr>
          <p:spPr bwMode="auto">
            <a:xfrm>
              <a:off x="3028950" y="5613025"/>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5634" name="Rectangle 28" descr="深色上对角线">
              <a:extLst>
                <a:ext uri="{FF2B5EF4-FFF2-40B4-BE49-F238E27FC236}">
                  <a16:creationId xmlns:a16="http://schemas.microsoft.com/office/drawing/2014/main" id="{5553FAB8-0195-4F98-B839-682EB73C8B16}"/>
                </a:ext>
              </a:extLst>
            </p:cNvPr>
            <p:cNvSpPr>
              <a:spLocks noChangeArrowheads="1"/>
            </p:cNvSpPr>
            <p:nvPr/>
          </p:nvSpPr>
          <p:spPr bwMode="auto">
            <a:xfrm>
              <a:off x="3460750" y="5613025"/>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5635" name="Rectangle 29" descr="深色上对角线">
              <a:extLst>
                <a:ext uri="{FF2B5EF4-FFF2-40B4-BE49-F238E27FC236}">
                  <a16:creationId xmlns:a16="http://schemas.microsoft.com/office/drawing/2014/main" id="{73DB829D-B710-4B9D-85E8-6D49D316C032}"/>
                </a:ext>
              </a:extLst>
            </p:cNvPr>
            <p:cNvSpPr>
              <a:spLocks noChangeArrowheads="1"/>
            </p:cNvSpPr>
            <p:nvPr/>
          </p:nvSpPr>
          <p:spPr bwMode="auto">
            <a:xfrm>
              <a:off x="4260850" y="5613025"/>
              <a:ext cx="4191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22</a:t>
              </a:r>
            </a:p>
          </p:txBody>
        </p:sp>
        <p:sp>
          <p:nvSpPr>
            <p:cNvPr id="25636" name="Rectangle 30" descr="深色上对角线">
              <a:extLst>
                <a:ext uri="{FF2B5EF4-FFF2-40B4-BE49-F238E27FC236}">
                  <a16:creationId xmlns:a16="http://schemas.microsoft.com/office/drawing/2014/main" id="{81BA07DC-7B52-44F4-B42C-93FAC853D41C}"/>
                </a:ext>
              </a:extLst>
            </p:cNvPr>
            <p:cNvSpPr>
              <a:spLocks noChangeArrowheads="1"/>
            </p:cNvSpPr>
            <p:nvPr/>
          </p:nvSpPr>
          <p:spPr bwMode="auto">
            <a:xfrm>
              <a:off x="4679950" y="5613025"/>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25637" name="Rectangle 31" descr="深色上对角线">
              <a:extLst>
                <a:ext uri="{FF2B5EF4-FFF2-40B4-BE49-F238E27FC236}">
                  <a16:creationId xmlns:a16="http://schemas.microsoft.com/office/drawing/2014/main" id="{241C9539-81EE-41D2-9E6A-E10ACE3D9861}"/>
                </a:ext>
              </a:extLst>
            </p:cNvPr>
            <p:cNvSpPr>
              <a:spLocks noChangeArrowheads="1"/>
            </p:cNvSpPr>
            <p:nvPr/>
          </p:nvSpPr>
          <p:spPr bwMode="auto">
            <a:xfrm>
              <a:off x="5111750" y="5613025"/>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5638" name="Rectangle 32" descr="深色上对角线">
              <a:extLst>
                <a:ext uri="{FF2B5EF4-FFF2-40B4-BE49-F238E27FC236}">
                  <a16:creationId xmlns:a16="http://schemas.microsoft.com/office/drawing/2014/main" id="{4DD6B388-F75A-4798-BE82-A77E4D6CB859}"/>
                </a:ext>
              </a:extLst>
            </p:cNvPr>
            <p:cNvSpPr>
              <a:spLocks noChangeArrowheads="1"/>
            </p:cNvSpPr>
            <p:nvPr/>
          </p:nvSpPr>
          <p:spPr bwMode="auto">
            <a:xfrm>
              <a:off x="5886450" y="5613025"/>
              <a:ext cx="4191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25639" name="Rectangle 33" descr="深色上对角线">
              <a:extLst>
                <a:ext uri="{FF2B5EF4-FFF2-40B4-BE49-F238E27FC236}">
                  <a16:creationId xmlns:a16="http://schemas.microsoft.com/office/drawing/2014/main" id="{C2FB2E5F-F4AD-4057-9A61-AAADCF632444}"/>
                </a:ext>
              </a:extLst>
            </p:cNvPr>
            <p:cNvSpPr>
              <a:spLocks noChangeArrowheads="1"/>
            </p:cNvSpPr>
            <p:nvPr/>
          </p:nvSpPr>
          <p:spPr bwMode="auto">
            <a:xfrm>
              <a:off x="6305550" y="5613025"/>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5640" name="Rectangle 34" descr="深色上对角线">
              <a:extLst>
                <a:ext uri="{FF2B5EF4-FFF2-40B4-BE49-F238E27FC236}">
                  <a16:creationId xmlns:a16="http://schemas.microsoft.com/office/drawing/2014/main" id="{37188BE7-899F-4DB3-BDC8-917B6C3B8399}"/>
                </a:ext>
              </a:extLst>
            </p:cNvPr>
            <p:cNvSpPr>
              <a:spLocks noChangeArrowheads="1"/>
            </p:cNvSpPr>
            <p:nvPr/>
          </p:nvSpPr>
          <p:spPr bwMode="auto">
            <a:xfrm>
              <a:off x="6737350" y="5613025"/>
              <a:ext cx="431800" cy="438059"/>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5641" name="Line 35">
              <a:extLst>
                <a:ext uri="{FF2B5EF4-FFF2-40B4-BE49-F238E27FC236}">
                  <a16:creationId xmlns:a16="http://schemas.microsoft.com/office/drawing/2014/main" id="{41F189D4-F691-4279-B12D-82DC73402770}"/>
                </a:ext>
              </a:extLst>
            </p:cNvPr>
            <p:cNvSpPr>
              <a:spLocks noChangeShapeType="1"/>
            </p:cNvSpPr>
            <p:nvPr/>
          </p:nvSpPr>
          <p:spPr bwMode="auto">
            <a:xfrm flipH="1">
              <a:off x="6864350" y="5771742"/>
              <a:ext cx="76200" cy="152368"/>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42" name="Line 36">
              <a:extLst>
                <a:ext uri="{FF2B5EF4-FFF2-40B4-BE49-F238E27FC236}">
                  <a16:creationId xmlns:a16="http://schemas.microsoft.com/office/drawing/2014/main" id="{44BA65CB-DE22-4261-9004-16AF24FE5656}"/>
                </a:ext>
              </a:extLst>
            </p:cNvPr>
            <p:cNvSpPr>
              <a:spLocks noChangeShapeType="1"/>
            </p:cNvSpPr>
            <p:nvPr/>
          </p:nvSpPr>
          <p:spPr bwMode="auto">
            <a:xfrm>
              <a:off x="6940550" y="5771742"/>
              <a:ext cx="76200" cy="152368"/>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43" name="Line 37">
              <a:extLst>
                <a:ext uri="{FF2B5EF4-FFF2-40B4-BE49-F238E27FC236}">
                  <a16:creationId xmlns:a16="http://schemas.microsoft.com/office/drawing/2014/main" id="{2F3AA532-FB34-4321-BB03-3E2884736E21}"/>
                </a:ext>
              </a:extLst>
            </p:cNvPr>
            <p:cNvSpPr>
              <a:spLocks noChangeShapeType="1"/>
            </p:cNvSpPr>
            <p:nvPr/>
          </p:nvSpPr>
          <p:spPr bwMode="auto">
            <a:xfrm>
              <a:off x="463550" y="5108305"/>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44" name="Line 38">
              <a:extLst>
                <a:ext uri="{FF2B5EF4-FFF2-40B4-BE49-F238E27FC236}">
                  <a16:creationId xmlns:a16="http://schemas.microsoft.com/office/drawing/2014/main" id="{EDCA9BD7-B53A-4E65-BBC1-49E22A887807}"/>
                </a:ext>
              </a:extLst>
            </p:cNvPr>
            <p:cNvSpPr>
              <a:spLocks noChangeShapeType="1"/>
            </p:cNvSpPr>
            <p:nvPr/>
          </p:nvSpPr>
          <p:spPr bwMode="auto">
            <a:xfrm>
              <a:off x="463550" y="5835229"/>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45" name="Line 39">
              <a:extLst>
                <a:ext uri="{FF2B5EF4-FFF2-40B4-BE49-F238E27FC236}">
                  <a16:creationId xmlns:a16="http://schemas.microsoft.com/office/drawing/2014/main" id="{67703968-2E7D-45E0-9C6F-381CC4DD49F8}"/>
                </a:ext>
              </a:extLst>
            </p:cNvPr>
            <p:cNvSpPr>
              <a:spLocks noChangeShapeType="1"/>
            </p:cNvSpPr>
            <p:nvPr/>
          </p:nvSpPr>
          <p:spPr bwMode="auto">
            <a:xfrm>
              <a:off x="2108200" y="5121002"/>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46" name="Line 40">
              <a:extLst>
                <a:ext uri="{FF2B5EF4-FFF2-40B4-BE49-F238E27FC236}">
                  <a16:creationId xmlns:a16="http://schemas.microsoft.com/office/drawing/2014/main" id="{78FCEC01-8BF3-40E7-AF20-AA4EADF14C91}"/>
                </a:ext>
              </a:extLst>
            </p:cNvPr>
            <p:cNvSpPr>
              <a:spLocks noChangeShapeType="1"/>
            </p:cNvSpPr>
            <p:nvPr/>
          </p:nvSpPr>
          <p:spPr bwMode="auto">
            <a:xfrm>
              <a:off x="3759200" y="5121002"/>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47" name="Line 41">
              <a:extLst>
                <a:ext uri="{FF2B5EF4-FFF2-40B4-BE49-F238E27FC236}">
                  <a16:creationId xmlns:a16="http://schemas.microsoft.com/office/drawing/2014/main" id="{E2F619D3-A679-43F7-91DC-672EEABB7A7F}"/>
                </a:ext>
              </a:extLst>
            </p:cNvPr>
            <p:cNvSpPr>
              <a:spLocks noChangeShapeType="1"/>
            </p:cNvSpPr>
            <p:nvPr/>
          </p:nvSpPr>
          <p:spPr bwMode="auto">
            <a:xfrm>
              <a:off x="5397500" y="5127351"/>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48" name="Line 42">
              <a:extLst>
                <a:ext uri="{FF2B5EF4-FFF2-40B4-BE49-F238E27FC236}">
                  <a16:creationId xmlns:a16="http://schemas.microsoft.com/office/drawing/2014/main" id="{4A148B8B-8987-4B9E-8788-F0B960C20D78}"/>
                </a:ext>
              </a:extLst>
            </p:cNvPr>
            <p:cNvSpPr>
              <a:spLocks noChangeShapeType="1"/>
            </p:cNvSpPr>
            <p:nvPr/>
          </p:nvSpPr>
          <p:spPr bwMode="auto">
            <a:xfrm>
              <a:off x="7061200" y="5133699"/>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49" name="Line 43">
              <a:extLst>
                <a:ext uri="{FF2B5EF4-FFF2-40B4-BE49-F238E27FC236}">
                  <a16:creationId xmlns:a16="http://schemas.microsoft.com/office/drawing/2014/main" id="{2F9BB02E-4210-4F25-A3C0-4FE32F47E3A0}"/>
                </a:ext>
              </a:extLst>
            </p:cNvPr>
            <p:cNvSpPr>
              <a:spLocks noChangeShapeType="1"/>
            </p:cNvSpPr>
            <p:nvPr/>
          </p:nvSpPr>
          <p:spPr bwMode="auto">
            <a:xfrm>
              <a:off x="2114550" y="5835229"/>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50" name="Line 44">
              <a:extLst>
                <a:ext uri="{FF2B5EF4-FFF2-40B4-BE49-F238E27FC236}">
                  <a16:creationId xmlns:a16="http://schemas.microsoft.com/office/drawing/2014/main" id="{2B36D325-A496-437C-B5F1-C88EFF3BFBDB}"/>
                </a:ext>
              </a:extLst>
            </p:cNvPr>
            <p:cNvSpPr>
              <a:spLocks noChangeShapeType="1"/>
            </p:cNvSpPr>
            <p:nvPr/>
          </p:nvSpPr>
          <p:spPr bwMode="auto">
            <a:xfrm>
              <a:off x="3765550" y="5835229"/>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51" name="Line 45">
              <a:extLst>
                <a:ext uri="{FF2B5EF4-FFF2-40B4-BE49-F238E27FC236}">
                  <a16:creationId xmlns:a16="http://schemas.microsoft.com/office/drawing/2014/main" id="{902E6FAD-DCA4-4255-8EF7-FA0DC7CFF89A}"/>
                </a:ext>
              </a:extLst>
            </p:cNvPr>
            <p:cNvSpPr>
              <a:spLocks noChangeShapeType="1"/>
            </p:cNvSpPr>
            <p:nvPr/>
          </p:nvSpPr>
          <p:spPr bwMode="auto">
            <a:xfrm>
              <a:off x="5403850" y="5841577"/>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52" name="Text Box 46">
              <a:extLst>
                <a:ext uri="{FF2B5EF4-FFF2-40B4-BE49-F238E27FC236}">
                  <a16:creationId xmlns:a16="http://schemas.microsoft.com/office/drawing/2014/main" id="{F74BB685-087F-44DA-A1FB-78942DC09318}"/>
                </a:ext>
              </a:extLst>
            </p:cNvPr>
            <p:cNvSpPr txBox="1">
              <a:spLocks noChangeArrowheads="1"/>
            </p:cNvSpPr>
            <p:nvPr/>
          </p:nvSpPr>
          <p:spPr bwMode="auto">
            <a:xfrm>
              <a:off x="396875" y="4795632"/>
              <a:ext cx="331788" cy="3380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A</a:t>
              </a:r>
            </a:p>
          </p:txBody>
        </p:sp>
        <p:sp>
          <p:nvSpPr>
            <p:cNvPr id="25653" name="Text Box 47">
              <a:extLst>
                <a:ext uri="{FF2B5EF4-FFF2-40B4-BE49-F238E27FC236}">
                  <a16:creationId xmlns:a16="http://schemas.microsoft.com/office/drawing/2014/main" id="{06ABE8A6-B839-4D48-83E6-BB26DB6D0E25}"/>
                </a:ext>
              </a:extLst>
            </p:cNvPr>
            <p:cNvSpPr txBox="1">
              <a:spLocks noChangeArrowheads="1"/>
            </p:cNvSpPr>
            <p:nvPr/>
          </p:nvSpPr>
          <p:spPr bwMode="auto">
            <a:xfrm>
              <a:off x="381000" y="5524143"/>
              <a:ext cx="320675" cy="3380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B</a:t>
              </a:r>
            </a:p>
          </p:txBody>
        </p:sp>
        <p:grpSp>
          <p:nvGrpSpPr>
            <p:cNvPr id="26678" name="Group 48">
              <a:extLst>
                <a:ext uri="{FF2B5EF4-FFF2-40B4-BE49-F238E27FC236}">
                  <a16:creationId xmlns:a16="http://schemas.microsoft.com/office/drawing/2014/main" id="{05C1EB55-2B37-534E-8F23-74B88FD8CDEC}"/>
                </a:ext>
              </a:extLst>
            </p:cNvPr>
            <p:cNvGrpSpPr>
              <a:grpSpLocks/>
            </p:cNvGrpSpPr>
            <p:nvPr/>
          </p:nvGrpSpPr>
          <p:grpSpPr bwMode="auto">
            <a:xfrm>
              <a:off x="2978150" y="4051301"/>
              <a:ext cx="474663" cy="746125"/>
              <a:chOff x="1728" y="2205"/>
              <a:chExt cx="299" cy="470"/>
            </a:xfrm>
          </p:grpSpPr>
          <p:sp>
            <p:nvSpPr>
              <p:cNvPr id="25658" name="Line 49">
                <a:extLst>
                  <a:ext uri="{FF2B5EF4-FFF2-40B4-BE49-F238E27FC236}">
                    <a16:creationId xmlns:a16="http://schemas.microsoft.com/office/drawing/2014/main" id="{830C7675-BC03-412D-A142-5FB7845742CB}"/>
                  </a:ext>
                </a:extLst>
              </p:cNvPr>
              <p:cNvSpPr>
                <a:spLocks noChangeShapeType="1"/>
              </p:cNvSpPr>
              <p:nvPr/>
            </p:nvSpPr>
            <p:spPr bwMode="auto">
              <a:xfrm>
                <a:off x="1872" y="2493"/>
                <a:ext cx="0" cy="182"/>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59" name="Text Box 50">
                <a:extLst>
                  <a:ext uri="{FF2B5EF4-FFF2-40B4-BE49-F238E27FC236}">
                    <a16:creationId xmlns:a16="http://schemas.microsoft.com/office/drawing/2014/main" id="{A2DEECF2-1459-4210-8965-9F69D9805A1B}"/>
                  </a:ext>
                </a:extLst>
              </p:cNvPr>
              <p:cNvSpPr txBox="1">
                <a:spLocks noChangeArrowheads="1"/>
              </p:cNvSpPr>
              <p:nvPr/>
            </p:nvSpPr>
            <p:spPr bwMode="auto">
              <a:xfrm>
                <a:off x="1728" y="2205"/>
                <a:ext cx="299"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pa</a:t>
                </a:r>
              </a:p>
            </p:txBody>
          </p:sp>
        </p:grpSp>
        <p:grpSp>
          <p:nvGrpSpPr>
            <p:cNvPr id="26679" name="Group 51">
              <a:extLst>
                <a:ext uri="{FF2B5EF4-FFF2-40B4-BE49-F238E27FC236}">
                  <a16:creationId xmlns:a16="http://schemas.microsoft.com/office/drawing/2014/main" id="{5145C786-681D-1A40-93B9-A2213DDCC626}"/>
                </a:ext>
              </a:extLst>
            </p:cNvPr>
            <p:cNvGrpSpPr>
              <a:grpSpLocks/>
            </p:cNvGrpSpPr>
            <p:nvPr/>
          </p:nvGrpSpPr>
          <p:grpSpPr bwMode="auto">
            <a:xfrm>
              <a:off x="2978150" y="6119196"/>
              <a:ext cx="492125" cy="652463"/>
              <a:chOff x="1728" y="3360"/>
              <a:chExt cx="310" cy="411"/>
            </a:xfrm>
          </p:grpSpPr>
          <p:sp>
            <p:nvSpPr>
              <p:cNvPr id="25656" name="Line 52">
                <a:extLst>
                  <a:ext uri="{FF2B5EF4-FFF2-40B4-BE49-F238E27FC236}">
                    <a16:creationId xmlns:a16="http://schemas.microsoft.com/office/drawing/2014/main" id="{AA79BB28-9045-4722-9ED7-C10C3551F116}"/>
                  </a:ext>
                </a:extLst>
              </p:cNvPr>
              <p:cNvSpPr>
                <a:spLocks noChangeShapeType="1"/>
              </p:cNvSpPr>
              <p:nvPr/>
            </p:nvSpPr>
            <p:spPr bwMode="auto">
              <a:xfrm flipV="1">
                <a:off x="1872" y="3360"/>
                <a:ext cx="0" cy="178"/>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5657" name="Text Box 53">
                <a:extLst>
                  <a:ext uri="{FF2B5EF4-FFF2-40B4-BE49-F238E27FC236}">
                    <a16:creationId xmlns:a16="http://schemas.microsoft.com/office/drawing/2014/main" id="{041BFC03-2B17-46D8-AF38-DC585E08F79F}"/>
                  </a:ext>
                </a:extLst>
              </p:cNvPr>
              <p:cNvSpPr txBox="1">
                <a:spLocks noChangeArrowheads="1"/>
              </p:cNvSpPr>
              <p:nvPr/>
            </p:nvSpPr>
            <p:spPr bwMode="auto">
              <a:xfrm>
                <a:off x="1728" y="3480"/>
                <a:ext cx="310"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pb</a:t>
                </a:r>
              </a:p>
            </p:txBody>
          </p:sp>
        </p:grpSp>
      </p:grpSp>
      <p:sp>
        <p:nvSpPr>
          <p:cNvPr id="25604" name="Rectangle 1044">
            <a:extLst>
              <a:ext uri="{FF2B5EF4-FFF2-40B4-BE49-F238E27FC236}">
                <a16:creationId xmlns:a16="http://schemas.microsoft.com/office/drawing/2014/main" id="{9390179E-C4C3-4639-A04B-478F8ED9D7DD}"/>
              </a:ext>
            </a:extLst>
          </p:cNvPr>
          <p:cNvSpPr>
            <a:spLocks noChangeArrowheads="1"/>
          </p:cNvSpPr>
          <p:nvPr/>
        </p:nvSpPr>
        <p:spPr bwMode="auto">
          <a:xfrm>
            <a:off x="296863" y="1235075"/>
            <a:ext cx="4249737" cy="1323975"/>
          </a:xfrm>
          <a:prstGeom prst="rect">
            <a:avLst/>
          </a:prstGeom>
          <a:noFill/>
          <a:ln>
            <a:solidFill>
              <a:schemeClr val="bg2">
                <a:lumMod val="40000"/>
                <a:lumOff val="60000"/>
              </a:schemeClr>
            </a:solid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sz="2000">
                <a:sym typeface="+mn-lt"/>
              </a:rPr>
              <a:t>顺序存储结构存在问题</a:t>
            </a:r>
            <a:endParaRPr lang="en-US" altLang="en-US" sz="2000">
              <a:sym typeface="+mn-lt"/>
            </a:endParaRPr>
          </a:p>
          <a:p>
            <a:pPr lvl="1" eaLnBrk="1" hangingPunct="1">
              <a:spcBef>
                <a:spcPct val="50000"/>
              </a:spcBef>
              <a:buFont typeface="Wingdings" pitchFamily="2" charset="2"/>
              <a:buChar char="ü"/>
            </a:pPr>
            <a:r>
              <a:rPr lang="zh-CN" altLang="en-US" sz="2000">
                <a:solidFill>
                  <a:srgbClr val="FF0000"/>
                </a:solidFill>
                <a:sym typeface="+mn-lt"/>
              </a:rPr>
              <a:t>存储空间分配不灵活</a:t>
            </a:r>
            <a:endParaRPr lang="en-US" altLang="zh-CN" sz="2000">
              <a:sym typeface="+mn-lt"/>
            </a:endParaRPr>
          </a:p>
          <a:p>
            <a:pPr lvl="1" eaLnBrk="1" hangingPunct="1">
              <a:spcBef>
                <a:spcPct val="50000"/>
              </a:spcBef>
              <a:buFont typeface="Wingdings" pitchFamily="2" charset="2"/>
              <a:buChar char="ü"/>
            </a:pPr>
            <a:r>
              <a:rPr lang="zh-CN" altLang="en-US" sz="2000">
                <a:solidFill>
                  <a:srgbClr val="FF0000"/>
                </a:solidFill>
                <a:sym typeface="+mn-lt"/>
              </a:rPr>
              <a:t>运算的空间复杂度高</a:t>
            </a:r>
            <a:endParaRPr lang="zh-CN" altLang="en-US" sz="2000">
              <a:sym typeface="+mn-lt"/>
            </a:endParaRPr>
          </a:p>
        </p:txBody>
      </p:sp>
      <p:pic>
        <p:nvPicPr>
          <p:cNvPr id="26629" name="Picture 2">
            <a:extLst>
              <a:ext uri="{FF2B5EF4-FFF2-40B4-BE49-F238E27FC236}">
                <a16:creationId xmlns:a16="http://schemas.microsoft.com/office/drawing/2014/main" id="{8D685959-60BC-5843-BADE-5D5E0E618D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89350" y="1235075"/>
            <a:ext cx="985838" cy="13223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pic>
      <p:grpSp>
        <p:nvGrpSpPr>
          <p:cNvPr id="7" name="组合 61">
            <a:extLst>
              <a:ext uri="{FF2B5EF4-FFF2-40B4-BE49-F238E27FC236}">
                <a16:creationId xmlns:a16="http://schemas.microsoft.com/office/drawing/2014/main" id="{06918396-67B4-A44D-B910-2F737A183EE8}"/>
              </a:ext>
            </a:extLst>
          </p:cNvPr>
          <p:cNvGrpSpPr>
            <a:grpSpLocks/>
          </p:cNvGrpSpPr>
          <p:nvPr/>
        </p:nvGrpSpPr>
        <p:grpSpPr bwMode="auto">
          <a:xfrm>
            <a:off x="4784725" y="1631950"/>
            <a:ext cx="4122738" cy="584200"/>
            <a:chOff x="4475162" y="585545"/>
            <a:chExt cx="4122738" cy="584775"/>
          </a:xfrm>
        </p:grpSpPr>
        <p:sp>
          <p:nvSpPr>
            <p:cNvPr id="25608" name="Rectangle 8">
              <a:extLst>
                <a:ext uri="{FF2B5EF4-FFF2-40B4-BE49-F238E27FC236}">
                  <a16:creationId xmlns:a16="http://schemas.microsoft.com/office/drawing/2014/main" id="{1BDCE89F-AFEE-4DDB-BE1D-3561CE3E56A6}"/>
                </a:ext>
              </a:extLst>
            </p:cNvPr>
            <p:cNvSpPr>
              <a:spLocks noChangeArrowheads="1"/>
            </p:cNvSpPr>
            <p:nvPr/>
          </p:nvSpPr>
          <p:spPr bwMode="auto">
            <a:xfrm>
              <a:off x="5951537" y="585545"/>
              <a:ext cx="264636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pPr>
              <a:r>
                <a:rPr lang="zh-CN" altLang="en-US" sz="3200">
                  <a:solidFill>
                    <a:srgbClr val="FF0000"/>
                  </a:solidFill>
                  <a:sym typeface="+mn-lt"/>
                </a:rPr>
                <a:t>链式存储结构</a:t>
              </a:r>
            </a:p>
          </p:txBody>
        </p:sp>
        <p:sp>
          <p:nvSpPr>
            <p:cNvPr id="25609" name="AutoShape 11">
              <a:extLst>
                <a:ext uri="{FF2B5EF4-FFF2-40B4-BE49-F238E27FC236}">
                  <a16:creationId xmlns:a16="http://schemas.microsoft.com/office/drawing/2014/main" id="{B5BC979D-84BE-4AD8-BE20-B635424104E6}"/>
                </a:ext>
              </a:extLst>
            </p:cNvPr>
            <p:cNvSpPr>
              <a:spLocks noChangeArrowheads="1"/>
            </p:cNvSpPr>
            <p:nvPr/>
          </p:nvSpPr>
          <p:spPr bwMode="auto">
            <a:xfrm>
              <a:off x="4475162" y="664998"/>
              <a:ext cx="1387475" cy="425869"/>
            </a:xfrm>
            <a:prstGeom prst="notchedRightArrow">
              <a:avLst>
                <a:gd name="adj1" fmla="val 50000"/>
                <a:gd name="adj2" fmla="val 81197"/>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25607" name="Rectangle 154">
            <a:extLst>
              <a:ext uri="{FF2B5EF4-FFF2-40B4-BE49-F238E27FC236}">
                <a16:creationId xmlns:a16="http://schemas.microsoft.com/office/drawing/2014/main" id="{A567FECD-0BA2-4994-BC94-2CD8A76DC17A}"/>
              </a:ext>
            </a:extLst>
          </p:cNvPr>
          <p:cNvSpPr txBox="1">
            <a:spLocks noChangeArrowheads="1"/>
          </p:cNvSpPr>
          <p:nvPr/>
        </p:nvSpPr>
        <p:spPr bwMode="auto">
          <a:xfrm>
            <a:off x="854075" y="165100"/>
            <a:ext cx="49339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2.2 </a:t>
            </a:r>
            <a:r>
              <a:rPr lang="zh-CN" altLang="en-US" sz="2800">
                <a:solidFill>
                  <a:schemeClr val="bg1"/>
                </a:solidFill>
                <a:sym typeface="+mn-lt"/>
              </a:rPr>
              <a:t>：稀疏多项式的运算</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ox(in)">
                                      <p:cBhvr>
                                        <p:cTn id="7" dur="500"/>
                                        <p:tgtEl>
                                          <p:spTgt spid="7"/>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6" presetClass="entr" presetSubtype="16"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circle(in)">
                                      <p:cBhvr>
                                        <p:cTn id="12"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矩形 2">
            <a:extLst>
              <a:ext uri="{FF2B5EF4-FFF2-40B4-BE49-F238E27FC236}">
                <a16:creationId xmlns:a16="http://schemas.microsoft.com/office/drawing/2014/main" id="{7F140E79-3B62-4227-94EA-FF609397E101}"/>
              </a:ext>
            </a:extLst>
          </p:cNvPr>
          <p:cNvSpPr>
            <a:spLocks noChangeArrowheads="1"/>
          </p:cNvSpPr>
          <p:nvPr/>
        </p:nvSpPr>
        <p:spPr bwMode="auto">
          <a:xfrm>
            <a:off x="0" y="2898775"/>
            <a:ext cx="9144000" cy="3514725"/>
          </a:xfrm>
          <a:prstGeom prst="rect">
            <a:avLst/>
          </a:prstGeom>
          <a:solidFill>
            <a:srgbClr val="76AEDD"/>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25602" name="Rectangle 2">
            <a:extLst>
              <a:ext uri="{FF2B5EF4-FFF2-40B4-BE49-F238E27FC236}">
                <a16:creationId xmlns:a16="http://schemas.microsoft.com/office/drawing/2014/main" id="{C3D68692-4FA8-407C-8F14-C8BE8BDF39F5}"/>
              </a:ext>
            </a:extLst>
          </p:cNvPr>
          <p:cNvSpPr>
            <a:spLocks noGrp="1" noChangeArrowheads="1"/>
          </p:cNvSpPr>
          <p:nvPr>
            <p:ph type="title"/>
          </p:nvPr>
        </p:nvSpPr>
        <p:spPr>
          <a:xfrm>
            <a:off x="795338" y="168275"/>
            <a:ext cx="7315200" cy="622300"/>
          </a:xfrm>
        </p:spPr>
        <p:txBody>
          <a:bodyPr/>
          <a:lstStyle/>
          <a:p>
            <a:r>
              <a:rPr lang="zh-CN" altLang="en-US">
                <a:sym typeface="+mn-lt"/>
              </a:rPr>
              <a:t>多项式相加</a:t>
            </a:r>
          </a:p>
        </p:txBody>
      </p:sp>
      <p:sp>
        <p:nvSpPr>
          <p:cNvPr id="26627" name="Text Box 3">
            <a:extLst>
              <a:ext uri="{FF2B5EF4-FFF2-40B4-BE49-F238E27FC236}">
                <a16:creationId xmlns:a16="http://schemas.microsoft.com/office/drawing/2014/main" id="{31F14D1C-994C-4382-BE3B-F7D16CCCC787}"/>
              </a:ext>
            </a:extLst>
          </p:cNvPr>
          <p:cNvSpPr txBox="1">
            <a:spLocks noChangeArrowheads="1"/>
          </p:cNvSpPr>
          <p:nvPr/>
        </p:nvSpPr>
        <p:spPr bwMode="auto">
          <a:xfrm>
            <a:off x="401638" y="1368425"/>
            <a:ext cx="4054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A</a:t>
            </a:r>
            <a:r>
              <a:rPr lang="en-US" altLang="zh-CN" sz="2800" baseline="-25000" dirty="0">
                <a:latin typeface="+mn-lt"/>
                <a:ea typeface="+mn-ea"/>
                <a:cs typeface="+mn-ea"/>
                <a:sym typeface="+mn-lt"/>
              </a:rPr>
              <a:t>17</a:t>
            </a:r>
            <a:r>
              <a:rPr lang="en-US" altLang="zh-CN" sz="2800" dirty="0">
                <a:latin typeface="+mn-lt"/>
                <a:ea typeface="+mn-ea"/>
                <a:cs typeface="+mn-ea"/>
                <a:sym typeface="+mn-lt"/>
              </a:rPr>
              <a:t>(x)=7+3x+9x</a:t>
            </a:r>
            <a:r>
              <a:rPr lang="en-US" altLang="zh-CN" sz="2800" baseline="30000" dirty="0">
                <a:latin typeface="+mn-lt"/>
                <a:ea typeface="+mn-ea"/>
                <a:cs typeface="+mn-ea"/>
                <a:sym typeface="+mn-lt"/>
              </a:rPr>
              <a:t>8</a:t>
            </a:r>
            <a:r>
              <a:rPr lang="en-US" altLang="zh-CN" sz="2800" dirty="0">
                <a:latin typeface="+mn-lt"/>
                <a:ea typeface="+mn-ea"/>
                <a:cs typeface="+mn-ea"/>
                <a:sym typeface="+mn-lt"/>
              </a:rPr>
              <a:t>+5x</a:t>
            </a:r>
            <a:r>
              <a:rPr lang="en-US" altLang="zh-CN" sz="2800" baseline="30000" dirty="0">
                <a:latin typeface="+mn-lt"/>
                <a:ea typeface="+mn-ea"/>
                <a:cs typeface="+mn-ea"/>
                <a:sym typeface="+mn-lt"/>
              </a:rPr>
              <a:t>17</a:t>
            </a:r>
          </a:p>
        </p:txBody>
      </p:sp>
      <p:sp>
        <p:nvSpPr>
          <p:cNvPr id="26628" name="Text Box 4">
            <a:extLst>
              <a:ext uri="{FF2B5EF4-FFF2-40B4-BE49-F238E27FC236}">
                <a16:creationId xmlns:a16="http://schemas.microsoft.com/office/drawing/2014/main" id="{CE7E0F00-7F87-42B6-99A4-56958E30E68A}"/>
              </a:ext>
            </a:extLst>
          </p:cNvPr>
          <p:cNvSpPr txBox="1">
            <a:spLocks noChangeArrowheads="1"/>
          </p:cNvSpPr>
          <p:nvPr/>
        </p:nvSpPr>
        <p:spPr bwMode="auto">
          <a:xfrm>
            <a:off x="401638" y="2054225"/>
            <a:ext cx="4054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B</a:t>
            </a:r>
            <a:r>
              <a:rPr lang="en-US" altLang="zh-CN" sz="2800" baseline="-25000" dirty="0">
                <a:latin typeface="+mn-lt"/>
                <a:ea typeface="+mn-ea"/>
                <a:cs typeface="+mn-ea"/>
                <a:sym typeface="+mn-lt"/>
              </a:rPr>
              <a:t>8</a:t>
            </a:r>
            <a:r>
              <a:rPr lang="en-US" altLang="zh-CN" sz="2800" dirty="0">
                <a:latin typeface="+mn-lt"/>
                <a:ea typeface="+mn-ea"/>
                <a:cs typeface="+mn-ea"/>
                <a:sym typeface="+mn-lt"/>
              </a:rPr>
              <a:t>(x)=8x+22x</a:t>
            </a:r>
            <a:r>
              <a:rPr lang="en-US" altLang="zh-CN" sz="2800" baseline="30000" dirty="0">
                <a:latin typeface="+mn-lt"/>
                <a:ea typeface="+mn-ea"/>
                <a:cs typeface="+mn-ea"/>
                <a:sym typeface="+mn-lt"/>
              </a:rPr>
              <a:t>7</a:t>
            </a:r>
            <a:r>
              <a:rPr lang="en-US" altLang="zh-CN" sz="2800" dirty="0">
                <a:latin typeface="+mn-lt"/>
                <a:ea typeface="+mn-ea"/>
                <a:cs typeface="+mn-ea"/>
                <a:sym typeface="+mn-lt"/>
              </a:rPr>
              <a:t>-9x</a:t>
            </a:r>
            <a:r>
              <a:rPr lang="en-US" altLang="zh-CN" sz="2800" baseline="30000" dirty="0">
                <a:latin typeface="+mn-lt"/>
                <a:ea typeface="+mn-ea"/>
                <a:cs typeface="+mn-ea"/>
                <a:sym typeface="+mn-lt"/>
              </a:rPr>
              <a:t>8</a:t>
            </a:r>
          </a:p>
        </p:txBody>
      </p:sp>
      <p:grpSp>
        <p:nvGrpSpPr>
          <p:cNvPr id="27654" name="组合 1">
            <a:extLst>
              <a:ext uri="{FF2B5EF4-FFF2-40B4-BE49-F238E27FC236}">
                <a16:creationId xmlns:a16="http://schemas.microsoft.com/office/drawing/2014/main" id="{F85ECBCE-2A58-2645-97ED-3A0F8A7C5A05}"/>
              </a:ext>
            </a:extLst>
          </p:cNvPr>
          <p:cNvGrpSpPr>
            <a:grpSpLocks/>
          </p:cNvGrpSpPr>
          <p:nvPr/>
        </p:nvGrpSpPr>
        <p:grpSpPr bwMode="auto">
          <a:xfrm>
            <a:off x="212725" y="2857500"/>
            <a:ext cx="8451850" cy="3379788"/>
            <a:chOff x="336550" y="2828925"/>
            <a:chExt cx="8451850" cy="3379490"/>
          </a:xfrm>
        </p:grpSpPr>
        <p:sp>
          <p:nvSpPr>
            <p:cNvPr id="26631" name="Rectangle 5" descr="深色上对角线">
              <a:extLst>
                <a:ext uri="{FF2B5EF4-FFF2-40B4-BE49-F238E27FC236}">
                  <a16:creationId xmlns:a16="http://schemas.microsoft.com/office/drawing/2014/main" id="{DCC65F3B-0C42-B544-AD8E-79B3DED3A910}"/>
                </a:ext>
              </a:extLst>
            </p:cNvPr>
            <p:cNvSpPr>
              <a:spLocks noChangeArrowheads="1"/>
            </p:cNvSpPr>
            <p:nvPr/>
          </p:nvSpPr>
          <p:spPr bwMode="auto">
            <a:xfrm>
              <a:off x="914400" y="3868646"/>
              <a:ext cx="419100" cy="438111"/>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6632" name="Rectangle 6" descr="深色上对角线">
              <a:extLst>
                <a:ext uri="{FF2B5EF4-FFF2-40B4-BE49-F238E27FC236}">
                  <a16:creationId xmlns:a16="http://schemas.microsoft.com/office/drawing/2014/main" id="{C4C668D7-4D27-43EC-9792-2341A5D15D1A}"/>
                </a:ext>
              </a:extLst>
            </p:cNvPr>
            <p:cNvSpPr>
              <a:spLocks noChangeArrowheads="1"/>
            </p:cNvSpPr>
            <p:nvPr/>
          </p:nvSpPr>
          <p:spPr bwMode="auto">
            <a:xfrm>
              <a:off x="1333500" y="3868646"/>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6633" name="Rectangle 7" descr="深色上对角线">
              <a:extLst>
                <a:ext uri="{FF2B5EF4-FFF2-40B4-BE49-F238E27FC236}">
                  <a16:creationId xmlns:a16="http://schemas.microsoft.com/office/drawing/2014/main" id="{F10B266A-4CDA-49A3-BEFC-4A73D2EB6889}"/>
                </a:ext>
              </a:extLst>
            </p:cNvPr>
            <p:cNvSpPr>
              <a:spLocks noChangeArrowheads="1"/>
            </p:cNvSpPr>
            <p:nvPr/>
          </p:nvSpPr>
          <p:spPr bwMode="auto">
            <a:xfrm>
              <a:off x="1765300" y="3868646"/>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6634" name="Rectangle 8">
              <a:extLst>
                <a:ext uri="{FF2B5EF4-FFF2-40B4-BE49-F238E27FC236}">
                  <a16:creationId xmlns:a16="http://schemas.microsoft.com/office/drawing/2014/main" id="{000C5BA5-C9E5-4263-9C24-275A2A2502F3}"/>
                </a:ext>
              </a:extLst>
            </p:cNvPr>
            <p:cNvSpPr>
              <a:spLocks noChangeArrowheads="1"/>
            </p:cNvSpPr>
            <p:nvPr/>
          </p:nvSpPr>
          <p:spPr bwMode="auto">
            <a:xfrm>
              <a:off x="2565400" y="3868646"/>
              <a:ext cx="419100" cy="438111"/>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26635" name="Rectangle 9">
              <a:extLst>
                <a:ext uri="{FF2B5EF4-FFF2-40B4-BE49-F238E27FC236}">
                  <a16:creationId xmlns:a16="http://schemas.microsoft.com/office/drawing/2014/main" id="{366BC2C8-7183-4F92-99D2-D1E6E7419CBC}"/>
                </a:ext>
              </a:extLst>
            </p:cNvPr>
            <p:cNvSpPr>
              <a:spLocks noChangeArrowheads="1"/>
            </p:cNvSpPr>
            <p:nvPr/>
          </p:nvSpPr>
          <p:spPr bwMode="auto">
            <a:xfrm>
              <a:off x="2984500" y="3868646"/>
              <a:ext cx="431800" cy="438111"/>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0</a:t>
              </a:r>
            </a:p>
          </p:txBody>
        </p:sp>
        <p:sp>
          <p:nvSpPr>
            <p:cNvPr id="26636" name="Rectangle 10">
              <a:extLst>
                <a:ext uri="{FF2B5EF4-FFF2-40B4-BE49-F238E27FC236}">
                  <a16:creationId xmlns:a16="http://schemas.microsoft.com/office/drawing/2014/main" id="{073030DD-1556-4EFA-BEB5-DEEDE83EAF28}"/>
                </a:ext>
              </a:extLst>
            </p:cNvPr>
            <p:cNvSpPr>
              <a:spLocks noChangeArrowheads="1"/>
            </p:cNvSpPr>
            <p:nvPr/>
          </p:nvSpPr>
          <p:spPr bwMode="auto">
            <a:xfrm>
              <a:off x="3416300" y="3868646"/>
              <a:ext cx="431800" cy="438111"/>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6637" name="Rectangle 11" descr="深色上对角线">
              <a:extLst>
                <a:ext uri="{FF2B5EF4-FFF2-40B4-BE49-F238E27FC236}">
                  <a16:creationId xmlns:a16="http://schemas.microsoft.com/office/drawing/2014/main" id="{8CE9DA3B-52E2-4A9E-A87D-398D3031BB87}"/>
                </a:ext>
              </a:extLst>
            </p:cNvPr>
            <p:cNvSpPr>
              <a:spLocks noChangeArrowheads="1"/>
            </p:cNvSpPr>
            <p:nvPr/>
          </p:nvSpPr>
          <p:spPr bwMode="auto">
            <a:xfrm>
              <a:off x="4216400" y="3868646"/>
              <a:ext cx="4191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3</a:t>
              </a:r>
            </a:p>
          </p:txBody>
        </p:sp>
        <p:sp>
          <p:nvSpPr>
            <p:cNvPr id="26638" name="Rectangle 12" descr="深色上对角线">
              <a:extLst>
                <a:ext uri="{FF2B5EF4-FFF2-40B4-BE49-F238E27FC236}">
                  <a16:creationId xmlns:a16="http://schemas.microsoft.com/office/drawing/2014/main" id="{F49B3AB8-A841-4FD8-B2DE-66A744AE6FBF}"/>
                </a:ext>
              </a:extLst>
            </p:cNvPr>
            <p:cNvSpPr>
              <a:spLocks noChangeArrowheads="1"/>
            </p:cNvSpPr>
            <p:nvPr/>
          </p:nvSpPr>
          <p:spPr bwMode="auto">
            <a:xfrm>
              <a:off x="4635500" y="3868646"/>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6639" name="Rectangle 13" descr="深色上对角线">
              <a:extLst>
                <a:ext uri="{FF2B5EF4-FFF2-40B4-BE49-F238E27FC236}">
                  <a16:creationId xmlns:a16="http://schemas.microsoft.com/office/drawing/2014/main" id="{867AD39E-24EB-49D3-B73E-B9E036375203}"/>
                </a:ext>
              </a:extLst>
            </p:cNvPr>
            <p:cNvSpPr>
              <a:spLocks noChangeArrowheads="1"/>
            </p:cNvSpPr>
            <p:nvPr/>
          </p:nvSpPr>
          <p:spPr bwMode="auto">
            <a:xfrm>
              <a:off x="5067300" y="3868646"/>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6640" name="Rectangle 14" descr="深色上对角线">
              <a:extLst>
                <a:ext uri="{FF2B5EF4-FFF2-40B4-BE49-F238E27FC236}">
                  <a16:creationId xmlns:a16="http://schemas.microsoft.com/office/drawing/2014/main" id="{5FF9EB55-76ED-4193-A810-709EABA9953A}"/>
                </a:ext>
              </a:extLst>
            </p:cNvPr>
            <p:cNvSpPr>
              <a:spLocks noChangeArrowheads="1"/>
            </p:cNvSpPr>
            <p:nvPr/>
          </p:nvSpPr>
          <p:spPr bwMode="auto">
            <a:xfrm>
              <a:off x="5842000" y="3868646"/>
              <a:ext cx="4191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26641" name="Rectangle 15" descr="深色上对角线">
              <a:extLst>
                <a:ext uri="{FF2B5EF4-FFF2-40B4-BE49-F238E27FC236}">
                  <a16:creationId xmlns:a16="http://schemas.microsoft.com/office/drawing/2014/main" id="{4A053B22-1311-413D-A87E-440A0DBEC3F0}"/>
                </a:ext>
              </a:extLst>
            </p:cNvPr>
            <p:cNvSpPr>
              <a:spLocks noChangeArrowheads="1"/>
            </p:cNvSpPr>
            <p:nvPr/>
          </p:nvSpPr>
          <p:spPr bwMode="auto">
            <a:xfrm>
              <a:off x="6261100" y="3868646"/>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6642" name="Rectangle 16" descr="深色上对角线">
              <a:extLst>
                <a:ext uri="{FF2B5EF4-FFF2-40B4-BE49-F238E27FC236}">
                  <a16:creationId xmlns:a16="http://schemas.microsoft.com/office/drawing/2014/main" id="{91FD39CD-9045-472B-98B4-1F3274A9D152}"/>
                </a:ext>
              </a:extLst>
            </p:cNvPr>
            <p:cNvSpPr>
              <a:spLocks noChangeArrowheads="1"/>
            </p:cNvSpPr>
            <p:nvPr/>
          </p:nvSpPr>
          <p:spPr bwMode="auto">
            <a:xfrm>
              <a:off x="6692900" y="3868646"/>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6643" name="Rectangle 17" descr="深色上对角线">
              <a:extLst>
                <a:ext uri="{FF2B5EF4-FFF2-40B4-BE49-F238E27FC236}">
                  <a16:creationId xmlns:a16="http://schemas.microsoft.com/office/drawing/2014/main" id="{F71E031B-221D-45E3-8713-9802813A0382}"/>
                </a:ext>
              </a:extLst>
            </p:cNvPr>
            <p:cNvSpPr>
              <a:spLocks noChangeArrowheads="1"/>
            </p:cNvSpPr>
            <p:nvPr/>
          </p:nvSpPr>
          <p:spPr bwMode="auto">
            <a:xfrm>
              <a:off x="7505700" y="3868646"/>
              <a:ext cx="4191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5</a:t>
              </a:r>
            </a:p>
          </p:txBody>
        </p:sp>
        <p:sp>
          <p:nvSpPr>
            <p:cNvPr id="26644" name="Rectangle 18" descr="深色上对角线">
              <a:extLst>
                <a:ext uri="{FF2B5EF4-FFF2-40B4-BE49-F238E27FC236}">
                  <a16:creationId xmlns:a16="http://schemas.microsoft.com/office/drawing/2014/main" id="{BACD83EE-6D15-40E8-AAA8-485278A798DF}"/>
                </a:ext>
              </a:extLst>
            </p:cNvPr>
            <p:cNvSpPr>
              <a:spLocks noChangeArrowheads="1"/>
            </p:cNvSpPr>
            <p:nvPr/>
          </p:nvSpPr>
          <p:spPr bwMode="auto">
            <a:xfrm>
              <a:off x="7924800" y="3868646"/>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17</a:t>
              </a:r>
            </a:p>
          </p:txBody>
        </p:sp>
        <p:sp>
          <p:nvSpPr>
            <p:cNvPr id="26645" name="Rectangle 19" descr="深色上对角线">
              <a:extLst>
                <a:ext uri="{FF2B5EF4-FFF2-40B4-BE49-F238E27FC236}">
                  <a16:creationId xmlns:a16="http://schemas.microsoft.com/office/drawing/2014/main" id="{0CF1AB39-24C3-4B18-A899-DAB726648395}"/>
                </a:ext>
              </a:extLst>
            </p:cNvPr>
            <p:cNvSpPr>
              <a:spLocks noChangeArrowheads="1"/>
            </p:cNvSpPr>
            <p:nvPr/>
          </p:nvSpPr>
          <p:spPr bwMode="auto">
            <a:xfrm>
              <a:off x="8356600" y="3868646"/>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6646" name="Line 20">
              <a:extLst>
                <a:ext uri="{FF2B5EF4-FFF2-40B4-BE49-F238E27FC236}">
                  <a16:creationId xmlns:a16="http://schemas.microsoft.com/office/drawing/2014/main" id="{8F069804-E37A-4AE3-B89C-38552E4362F0}"/>
                </a:ext>
              </a:extLst>
            </p:cNvPr>
            <p:cNvSpPr>
              <a:spLocks noChangeShapeType="1"/>
            </p:cNvSpPr>
            <p:nvPr/>
          </p:nvSpPr>
          <p:spPr bwMode="auto">
            <a:xfrm flipH="1">
              <a:off x="8496300" y="4001985"/>
              <a:ext cx="76200" cy="152387"/>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47" name="Line 21">
              <a:extLst>
                <a:ext uri="{FF2B5EF4-FFF2-40B4-BE49-F238E27FC236}">
                  <a16:creationId xmlns:a16="http://schemas.microsoft.com/office/drawing/2014/main" id="{4FB7890D-D43D-4CA2-AF92-F6E8DA78F421}"/>
                </a:ext>
              </a:extLst>
            </p:cNvPr>
            <p:cNvSpPr>
              <a:spLocks noChangeShapeType="1"/>
            </p:cNvSpPr>
            <p:nvPr/>
          </p:nvSpPr>
          <p:spPr bwMode="auto">
            <a:xfrm>
              <a:off x="8572500" y="4001985"/>
              <a:ext cx="76200" cy="152387"/>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48" name="Rectangle 22" descr="深色上对角线">
              <a:extLst>
                <a:ext uri="{FF2B5EF4-FFF2-40B4-BE49-F238E27FC236}">
                  <a16:creationId xmlns:a16="http://schemas.microsoft.com/office/drawing/2014/main" id="{88820EB6-8E17-534E-A28A-7950956A8AE0}"/>
                </a:ext>
              </a:extLst>
            </p:cNvPr>
            <p:cNvSpPr>
              <a:spLocks noChangeArrowheads="1"/>
            </p:cNvSpPr>
            <p:nvPr/>
          </p:nvSpPr>
          <p:spPr bwMode="auto">
            <a:xfrm>
              <a:off x="914400" y="4859159"/>
              <a:ext cx="419100" cy="438111"/>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6649" name="Rectangle 23" descr="深色上对角线">
              <a:extLst>
                <a:ext uri="{FF2B5EF4-FFF2-40B4-BE49-F238E27FC236}">
                  <a16:creationId xmlns:a16="http://schemas.microsoft.com/office/drawing/2014/main" id="{DF266B2B-0FE6-4C90-9FF2-31B8D10900D2}"/>
                </a:ext>
              </a:extLst>
            </p:cNvPr>
            <p:cNvSpPr>
              <a:spLocks noChangeArrowheads="1"/>
            </p:cNvSpPr>
            <p:nvPr/>
          </p:nvSpPr>
          <p:spPr bwMode="auto">
            <a:xfrm>
              <a:off x="1333500" y="4859159"/>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6650" name="Rectangle 24" descr="深色上对角线">
              <a:extLst>
                <a:ext uri="{FF2B5EF4-FFF2-40B4-BE49-F238E27FC236}">
                  <a16:creationId xmlns:a16="http://schemas.microsoft.com/office/drawing/2014/main" id="{2235C693-92D8-41AA-BEE6-10D86B04CE94}"/>
                </a:ext>
              </a:extLst>
            </p:cNvPr>
            <p:cNvSpPr>
              <a:spLocks noChangeArrowheads="1"/>
            </p:cNvSpPr>
            <p:nvPr/>
          </p:nvSpPr>
          <p:spPr bwMode="auto">
            <a:xfrm>
              <a:off x="1765300" y="4859159"/>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6651" name="Rectangle 25" descr="深色上对角线">
              <a:extLst>
                <a:ext uri="{FF2B5EF4-FFF2-40B4-BE49-F238E27FC236}">
                  <a16:creationId xmlns:a16="http://schemas.microsoft.com/office/drawing/2014/main" id="{5292AFC8-3D38-4404-A140-2654DEF32152}"/>
                </a:ext>
              </a:extLst>
            </p:cNvPr>
            <p:cNvSpPr>
              <a:spLocks noChangeArrowheads="1"/>
            </p:cNvSpPr>
            <p:nvPr/>
          </p:nvSpPr>
          <p:spPr bwMode="auto">
            <a:xfrm>
              <a:off x="2565400" y="4859159"/>
              <a:ext cx="4191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6652" name="Rectangle 26" descr="深色上对角线">
              <a:extLst>
                <a:ext uri="{FF2B5EF4-FFF2-40B4-BE49-F238E27FC236}">
                  <a16:creationId xmlns:a16="http://schemas.microsoft.com/office/drawing/2014/main" id="{C738F190-9629-40C7-84D9-3428C857C07C}"/>
                </a:ext>
              </a:extLst>
            </p:cNvPr>
            <p:cNvSpPr>
              <a:spLocks noChangeArrowheads="1"/>
            </p:cNvSpPr>
            <p:nvPr/>
          </p:nvSpPr>
          <p:spPr bwMode="auto">
            <a:xfrm>
              <a:off x="2984500" y="4859159"/>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6653" name="Rectangle 27" descr="深色上对角线">
              <a:extLst>
                <a:ext uri="{FF2B5EF4-FFF2-40B4-BE49-F238E27FC236}">
                  <a16:creationId xmlns:a16="http://schemas.microsoft.com/office/drawing/2014/main" id="{DD956979-43DC-4880-8637-4256EBB95795}"/>
                </a:ext>
              </a:extLst>
            </p:cNvPr>
            <p:cNvSpPr>
              <a:spLocks noChangeArrowheads="1"/>
            </p:cNvSpPr>
            <p:nvPr/>
          </p:nvSpPr>
          <p:spPr bwMode="auto">
            <a:xfrm>
              <a:off x="3416300" y="4859159"/>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6654" name="Rectangle 28" descr="深色上对角线">
              <a:extLst>
                <a:ext uri="{FF2B5EF4-FFF2-40B4-BE49-F238E27FC236}">
                  <a16:creationId xmlns:a16="http://schemas.microsoft.com/office/drawing/2014/main" id="{A7522760-BF8F-4D1E-AE21-160F6D3AD9E0}"/>
                </a:ext>
              </a:extLst>
            </p:cNvPr>
            <p:cNvSpPr>
              <a:spLocks noChangeArrowheads="1"/>
            </p:cNvSpPr>
            <p:nvPr/>
          </p:nvSpPr>
          <p:spPr bwMode="auto">
            <a:xfrm>
              <a:off x="4216400" y="4859159"/>
              <a:ext cx="4191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22</a:t>
              </a:r>
            </a:p>
          </p:txBody>
        </p:sp>
        <p:sp>
          <p:nvSpPr>
            <p:cNvPr id="26655" name="Rectangle 29" descr="深色上对角线">
              <a:extLst>
                <a:ext uri="{FF2B5EF4-FFF2-40B4-BE49-F238E27FC236}">
                  <a16:creationId xmlns:a16="http://schemas.microsoft.com/office/drawing/2014/main" id="{CB8961E1-A303-4140-B803-2E55C7BEAF58}"/>
                </a:ext>
              </a:extLst>
            </p:cNvPr>
            <p:cNvSpPr>
              <a:spLocks noChangeArrowheads="1"/>
            </p:cNvSpPr>
            <p:nvPr/>
          </p:nvSpPr>
          <p:spPr bwMode="auto">
            <a:xfrm>
              <a:off x="4635500" y="4859159"/>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26656" name="Rectangle 30" descr="深色上对角线">
              <a:extLst>
                <a:ext uri="{FF2B5EF4-FFF2-40B4-BE49-F238E27FC236}">
                  <a16:creationId xmlns:a16="http://schemas.microsoft.com/office/drawing/2014/main" id="{FEC75D9F-2632-4E6D-9AF9-F4A6AE7B5683}"/>
                </a:ext>
              </a:extLst>
            </p:cNvPr>
            <p:cNvSpPr>
              <a:spLocks noChangeArrowheads="1"/>
            </p:cNvSpPr>
            <p:nvPr/>
          </p:nvSpPr>
          <p:spPr bwMode="auto">
            <a:xfrm>
              <a:off x="5067300" y="4859159"/>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6657" name="Rectangle 31" descr="深色上对角线">
              <a:extLst>
                <a:ext uri="{FF2B5EF4-FFF2-40B4-BE49-F238E27FC236}">
                  <a16:creationId xmlns:a16="http://schemas.microsoft.com/office/drawing/2014/main" id="{5D32BC6B-01A1-4985-9C45-226F322B70F4}"/>
                </a:ext>
              </a:extLst>
            </p:cNvPr>
            <p:cNvSpPr>
              <a:spLocks noChangeArrowheads="1"/>
            </p:cNvSpPr>
            <p:nvPr/>
          </p:nvSpPr>
          <p:spPr bwMode="auto">
            <a:xfrm>
              <a:off x="5842000" y="4859159"/>
              <a:ext cx="4191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26658" name="Rectangle 32" descr="深色上对角线">
              <a:extLst>
                <a:ext uri="{FF2B5EF4-FFF2-40B4-BE49-F238E27FC236}">
                  <a16:creationId xmlns:a16="http://schemas.microsoft.com/office/drawing/2014/main" id="{E06AE2B2-8EDE-49C6-ABB5-844CEFD42F24}"/>
                </a:ext>
              </a:extLst>
            </p:cNvPr>
            <p:cNvSpPr>
              <a:spLocks noChangeArrowheads="1"/>
            </p:cNvSpPr>
            <p:nvPr/>
          </p:nvSpPr>
          <p:spPr bwMode="auto">
            <a:xfrm>
              <a:off x="6261100" y="4859159"/>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6659" name="Rectangle 33" descr="深色上对角线">
              <a:extLst>
                <a:ext uri="{FF2B5EF4-FFF2-40B4-BE49-F238E27FC236}">
                  <a16:creationId xmlns:a16="http://schemas.microsoft.com/office/drawing/2014/main" id="{5AA422C5-F213-4D8C-8B47-603DCDAF86BB}"/>
                </a:ext>
              </a:extLst>
            </p:cNvPr>
            <p:cNvSpPr>
              <a:spLocks noChangeArrowheads="1"/>
            </p:cNvSpPr>
            <p:nvPr/>
          </p:nvSpPr>
          <p:spPr bwMode="auto">
            <a:xfrm>
              <a:off x="6692900" y="4859159"/>
              <a:ext cx="431800" cy="43811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6660" name="Line 34">
              <a:extLst>
                <a:ext uri="{FF2B5EF4-FFF2-40B4-BE49-F238E27FC236}">
                  <a16:creationId xmlns:a16="http://schemas.microsoft.com/office/drawing/2014/main" id="{816F5D5D-9125-442F-9D91-0FC11A11A393}"/>
                </a:ext>
              </a:extLst>
            </p:cNvPr>
            <p:cNvSpPr>
              <a:spLocks noChangeShapeType="1"/>
            </p:cNvSpPr>
            <p:nvPr/>
          </p:nvSpPr>
          <p:spPr bwMode="auto">
            <a:xfrm flipH="1">
              <a:off x="6819900" y="5017895"/>
              <a:ext cx="76200" cy="152387"/>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61" name="Line 35">
              <a:extLst>
                <a:ext uri="{FF2B5EF4-FFF2-40B4-BE49-F238E27FC236}">
                  <a16:creationId xmlns:a16="http://schemas.microsoft.com/office/drawing/2014/main" id="{EB526AF4-4E3C-41DC-AAB3-572E9F5B854B}"/>
                </a:ext>
              </a:extLst>
            </p:cNvPr>
            <p:cNvSpPr>
              <a:spLocks noChangeShapeType="1"/>
            </p:cNvSpPr>
            <p:nvPr/>
          </p:nvSpPr>
          <p:spPr bwMode="auto">
            <a:xfrm>
              <a:off x="6896100" y="5017895"/>
              <a:ext cx="76200" cy="152387"/>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62" name="Line 36">
              <a:extLst>
                <a:ext uri="{FF2B5EF4-FFF2-40B4-BE49-F238E27FC236}">
                  <a16:creationId xmlns:a16="http://schemas.microsoft.com/office/drawing/2014/main" id="{63DCE7AA-5D4B-4B89-8B54-5D68124A4FC0}"/>
                </a:ext>
              </a:extLst>
            </p:cNvPr>
            <p:cNvSpPr>
              <a:spLocks noChangeShapeType="1"/>
            </p:cNvSpPr>
            <p:nvPr/>
          </p:nvSpPr>
          <p:spPr bwMode="auto">
            <a:xfrm>
              <a:off x="419100" y="407817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63" name="Line 37">
              <a:extLst>
                <a:ext uri="{FF2B5EF4-FFF2-40B4-BE49-F238E27FC236}">
                  <a16:creationId xmlns:a16="http://schemas.microsoft.com/office/drawing/2014/main" id="{82DA602D-4706-4607-AEB2-C32CF471A7B3}"/>
                </a:ext>
              </a:extLst>
            </p:cNvPr>
            <p:cNvSpPr>
              <a:spLocks noChangeShapeType="1"/>
            </p:cNvSpPr>
            <p:nvPr/>
          </p:nvSpPr>
          <p:spPr bwMode="auto">
            <a:xfrm>
              <a:off x="419100" y="5081389"/>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64" name="Line 38">
              <a:extLst>
                <a:ext uri="{FF2B5EF4-FFF2-40B4-BE49-F238E27FC236}">
                  <a16:creationId xmlns:a16="http://schemas.microsoft.com/office/drawing/2014/main" id="{91B27A8D-F95F-4F53-A7B2-4D1D87D2741D}"/>
                </a:ext>
              </a:extLst>
            </p:cNvPr>
            <p:cNvSpPr>
              <a:spLocks noChangeShapeType="1"/>
            </p:cNvSpPr>
            <p:nvPr/>
          </p:nvSpPr>
          <p:spPr bwMode="auto">
            <a:xfrm>
              <a:off x="2063750" y="4090877"/>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65" name="Line 39">
              <a:extLst>
                <a:ext uri="{FF2B5EF4-FFF2-40B4-BE49-F238E27FC236}">
                  <a16:creationId xmlns:a16="http://schemas.microsoft.com/office/drawing/2014/main" id="{0BEC5922-3EE1-4B5D-8375-BB04DDBD06D4}"/>
                </a:ext>
              </a:extLst>
            </p:cNvPr>
            <p:cNvSpPr>
              <a:spLocks noChangeShapeType="1"/>
            </p:cNvSpPr>
            <p:nvPr/>
          </p:nvSpPr>
          <p:spPr bwMode="auto">
            <a:xfrm>
              <a:off x="3714750" y="4090877"/>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66" name="Line 40">
              <a:extLst>
                <a:ext uri="{FF2B5EF4-FFF2-40B4-BE49-F238E27FC236}">
                  <a16:creationId xmlns:a16="http://schemas.microsoft.com/office/drawing/2014/main" id="{B18A769B-324A-47C3-B56F-7818B9B35C31}"/>
                </a:ext>
              </a:extLst>
            </p:cNvPr>
            <p:cNvSpPr>
              <a:spLocks noChangeShapeType="1"/>
            </p:cNvSpPr>
            <p:nvPr/>
          </p:nvSpPr>
          <p:spPr bwMode="auto">
            <a:xfrm>
              <a:off x="5353050" y="4097226"/>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67" name="Line 41">
              <a:extLst>
                <a:ext uri="{FF2B5EF4-FFF2-40B4-BE49-F238E27FC236}">
                  <a16:creationId xmlns:a16="http://schemas.microsoft.com/office/drawing/2014/main" id="{C0577C65-5AAE-41E4-85BA-083C03A194E7}"/>
                </a:ext>
              </a:extLst>
            </p:cNvPr>
            <p:cNvSpPr>
              <a:spLocks noChangeShapeType="1"/>
            </p:cNvSpPr>
            <p:nvPr/>
          </p:nvSpPr>
          <p:spPr bwMode="auto">
            <a:xfrm>
              <a:off x="7016750" y="4103576"/>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68" name="Line 42">
              <a:extLst>
                <a:ext uri="{FF2B5EF4-FFF2-40B4-BE49-F238E27FC236}">
                  <a16:creationId xmlns:a16="http://schemas.microsoft.com/office/drawing/2014/main" id="{5A949253-EE37-4522-AF91-D2BE18003F8A}"/>
                </a:ext>
              </a:extLst>
            </p:cNvPr>
            <p:cNvSpPr>
              <a:spLocks noChangeShapeType="1"/>
            </p:cNvSpPr>
            <p:nvPr/>
          </p:nvSpPr>
          <p:spPr bwMode="auto">
            <a:xfrm>
              <a:off x="2070100" y="5081389"/>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69" name="Line 43">
              <a:extLst>
                <a:ext uri="{FF2B5EF4-FFF2-40B4-BE49-F238E27FC236}">
                  <a16:creationId xmlns:a16="http://schemas.microsoft.com/office/drawing/2014/main" id="{3C51DF4E-A7F0-4682-A6DF-19067EFBA154}"/>
                </a:ext>
              </a:extLst>
            </p:cNvPr>
            <p:cNvSpPr>
              <a:spLocks noChangeShapeType="1"/>
            </p:cNvSpPr>
            <p:nvPr/>
          </p:nvSpPr>
          <p:spPr bwMode="auto">
            <a:xfrm>
              <a:off x="3721100" y="5081389"/>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70" name="Line 44">
              <a:extLst>
                <a:ext uri="{FF2B5EF4-FFF2-40B4-BE49-F238E27FC236}">
                  <a16:creationId xmlns:a16="http://schemas.microsoft.com/office/drawing/2014/main" id="{23B42C02-7454-47AA-B254-E825539BE686}"/>
                </a:ext>
              </a:extLst>
            </p:cNvPr>
            <p:cNvSpPr>
              <a:spLocks noChangeShapeType="1"/>
            </p:cNvSpPr>
            <p:nvPr/>
          </p:nvSpPr>
          <p:spPr bwMode="auto">
            <a:xfrm>
              <a:off x="5359400" y="5087739"/>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71" name="Text Box 45">
              <a:extLst>
                <a:ext uri="{FF2B5EF4-FFF2-40B4-BE49-F238E27FC236}">
                  <a16:creationId xmlns:a16="http://schemas.microsoft.com/office/drawing/2014/main" id="{8E484CB9-7483-4B63-A543-6677E5425034}"/>
                </a:ext>
              </a:extLst>
            </p:cNvPr>
            <p:cNvSpPr txBox="1">
              <a:spLocks noChangeArrowheads="1"/>
            </p:cNvSpPr>
            <p:nvPr/>
          </p:nvSpPr>
          <p:spPr bwMode="auto">
            <a:xfrm>
              <a:off x="352425" y="3765467"/>
              <a:ext cx="331788" cy="338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A</a:t>
              </a:r>
            </a:p>
          </p:txBody>
        </p:sp>
        <p:sp>
          <p:nvSpPr>
            <p:cNvPr id="26672" name="Text Box 46">
              <a:extLst>
                <a:ext uri="{FF2B5EF4-FFF2-40B4-BE49-F238E27FC236}">
                  <a16:creationId xmlns:a16="http://schemas.microsoft.com/office/drawing/2014/main" id="{7573B120-CA1B-4676-9B5E-04979CD04E70}"/>
                </a:ext>
              </a:extLst>
            </p:cNvPr>
            <p:cNvSpPr txBox="1">
              <a:spLocks noChangeArrowheads="1"/>
            </p:cNvSpPr>
            <p:nvPr/>
          </p:nvSpPr>
          <p:spPr bwMode="auto">
            <a:xfrm>
              <a:off x="336550" y="4770267"/>
              <a:ext cx="320675" cy="338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B</a:t>
              </a:r>
            </a:p>
          </p:txBody>
        </p:sp>
        <p:sp>
          <p:nvSpPr>
            <p:cNvPr id="26673" name="Line 47">
              <a:extLst>
                <a:ext uri="{FF2B5EF4-FFF2-40B4-BE49-F238E27FC236}">
                  <a16:creationId xmlns:a16="http://schemas.microsoft.com/office/drawing/2014/main" id="{2E8B3DDE-0FD0-47A9-BB2F-1DEEA776CC66}"/>
                </a:ext>
              </a:extLst>
            </p:cNvPr>
            <p:cNvSpPr>
              <a:spLocks noChangeShapeType="1"/>
            </p:cNvSpPr>
            <p:nvPr/>
          </p:nvSpPr>
          <p:spPr bwMode="auto">
            <a:xfrm>
              <a:off x="4859338" y="3308308"/>
              <a:ext cx="0" cy="45716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74" name="Text Box 48">
              <a:extLst>
                <a:ext uri="{FF2B5EF4-FFF2-40B4-BE49-F238E27FC236}">
                  <a16:creationId xmlns:a16="http://schemas.microsoft.com/office/drawing/2014/main" id="{B97AC8FD-4309-4F5D-AB8F-B89EEA0EC9DF}"/>
                </a:ext>
              </a:extLst>
            </p:cNvPr>
            <p:cNvSpPr txBox="1">
              <a:spLocks noChangeArrowheads="1"/>
            </p:cNvSpPr>
            <p:nvPr/>
          </p:nvSpPr>
          <p:spPr bwMode="auto">
            <a:xfrm>
              <a:off x="4630738" y="2828925"/>
              <a:ext cx="474662" cy="4619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pa</a:t>
              </a:r>
            </a:p>
          </p:txBody>
        </p:sp>
        <p:sp>
          <p:nvSpPr>
            <p:cNvPr id="26675" name="Line 49">
              <a:extLst>
                <a:ext uri="{FF2B5EF4-FFF2-40B4-BE49-F238E27FC236}">
                  <a16:creationId xmlns:a16="http://schemas.microsoft.com/office/drawing/2014/main" id="{F1A0A32D-1DD8-45BD-BE9F-ECA09EB9F3AC}"/>
                </a:ext>
              </a:extLst>
            </p:cNvPr>
            <p:cNvSpPr>
              <a:spLocks noChangeShapeType="1"/>
            </p:cNvSpPr>
            <p:nvPr/>
          </p:nvSpPr>
          <p:spPr bwMode="auto">
            <a:xfrm flipV="1">
              <a:off x="3162300" y="5365526"/>
              <a:ext cx="0" cy="45716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6676" name="Text Box 50">
              <a:extLst>
                <a:ext uri="{FF2B5EF4-FFF2-40B4-BE49-F238E27FC236}">
                  <a16:creationId xmlns:a16="http://schemas.microsoft.com/office/drawing/2014/main" id="{50B89003-A6C4-4301-8042-9729C01D4FE0}"/>
                </a:ext>
              </a:extLst>
            </p:cNvPr>
            <p:cNvSpPr txBox="1">
              <a:spLocks noChangeArrowheads="1"/>
            </p:cNvSpPr>
            <p:nvPr/>
          </p:nvSpPr>
          <p:spPr bwMode="auto">
            <a:xfrm>
              <a:off x="2933700" y="5746493"/>
              <a:ext cx="492125" cy="4619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pb</a:t>
              </a:r>
            </a:p>
          </p:txBody>
        </p:sp>
      </p:gr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矩形 2">
            <a:extLst>
              <a:ext uri="{FF2B5EF4-FFF2-40B4-BE49-F238E27FC236}">
                <a16:creationId xmlns:a16="http://schemas.microsoft.com/office/drawing/2014/main" id="{62D6FF3F-1103-4CF8-92F9-618D44D98603}"/>
              </a:ext>
            </a:extLst>
          </p:cNvPr>
          <p:cNvSpPr>
            <a:spLocks noChangeArrowheads="1"/>
          </p:cNvSpPr>
          <p:nvPr/>
        </p:nvSpPr>
        <p:spPr bwMode="auto">
          <a:xfrm>
            <a:off x="0" y="2852738"/>
            <a:ext cx="9144000" cy="3514725"/>
          </a:xfrm>
          <a:prstGeom prst="rect">
            <a:avLst/>
          </a:prstGeom>
          <a:solidFill>
            <a:srgbClr val="76AEDD"/>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27651" name="Text Box 3">
            <a:extLst>
              <a:ext uri="{FF2B5EF4-FFF2-40B4-BE49-F238E27FC236}">
                <a16:creationId xmlns:a16="http://schemas.microsoft.com/office/drawing/2014/main" id="{D4534FBE-F04B-4F78-92A5-52D33B48B688}"/>
              </a:ext>
            </a:extLst>
          </p:cNvPr>
          <p:cNvSpPr txBox="1">
            <a:spLocks noChangeArrowheads="1"/>
          </p:cNvSpPr>
          <p:nvPr/>
        </p:nvSpPr>
        <p:spPr bwMode="auto">
          <a:xfrm>
            <a:off x="606425" y="1387475"/>
            <a:ext cx="4054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A</a:t>
            </a:r>
            <a:r>
              <a:rPr lang="en-US" altLang="zh-CN" sz="2800" baseline="-25000" dirty="0">
                <a:latin typeface="+mn-lt"/>
                <a:ea typeface="+mn-ea"/>
                <a:cs typeface="+mn-ea"/>
                <a:sym typeface="+mn-lt"/>
              </a:rPr>
              <a:t>17</a:t>
            </a:r>
            <a:r>
              <a:rPr lang="en-US" altLang="zh-CN" sz="2800" dirty="0">
                <a:latin typeface="+mn-lt"/>
                <a:ea typeface="+mn-ea"/>
                <a:cs typeface="+mn-ea"/>
                <a:sym typeface="+mn-lt"/>
              </a:rPr>
              <a:t>(x)=7+3x+9x</a:t>
            </a:r>
            <a:r>
              <a:rPr lang="en-US" altLang="zh-CN" sz="2800" baseline="30000" dirty="0">
                <a:latin typeface="+mn-lt"/>
                <a:ea typeface="+mn-ea"/>
                <a:cs typeface="+mn-ea"/>
                <a:sym typeface="+mn-lt"/>
              </a:rPr>
              <a:t>8</a:t>
            </a:r>
            <a:r>
              <a:rPr lang="en-US" altLang="zh-CN" sz="2800" dirty="0">
                <a:latin typeface="+mn-lt"/>
                <a:ea typeface="+mn-ea"/>
                <a:cs typeface="+mn-ea"/>
                <a:sym typeface="+mn-lt"/>
              </a:rPr>
              <a:t>+5x</a:t>
            </a:r>
            <a:r>
              <a:rPr lang="en-US" altLang="zh-CN" sz="2800" baseline="30000" dirty="0">
                <a:latin typeface="+mn-lt"/>
                <a:ea typeface="+mn-ea"/>
                <a:cs typeface="+mn-ea"/>
                <a:sym typeface="+mn-lt"/>
              </a:rPr>
              <a:t>17</a:t>
            </a:r>
          </a:p>
        </p:txBody>
      </p:sp>
      <p:sp>
        <p:nvSpPr>
          <p:cNvPr id="27652" name="Text Box 4">
            <a:extLst>
              <a:ext uri="{FF2B5EF4-FFF2-40B4-BE49-F238E27FC236}">
                <a16:creationId xmlns:a16="http://schemas.microsoft.com/office/drawing/2014/main" id="{E83B6CA5-4BD1-4EA2-AA1B-E3026630325B}"/>
              </a:ext>
            </a:extLst>
          </p:cNvPr>
          <p:cNvSpPr txBox="1">
            <a:spLocks noChangeArrowheads="1"/>
          </p:cNvSpPr>
          <p:nvPr/>
        </p:nvSpPr>
        <p:spPr bwMode="auto">
          <a:xfrm>
            <a:off x="606425" y="2073275"/>
            <a:ext cx="4054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B</a:t>
            </a:r>
            <a:r>
              <a:rPr lang="en-US" altLang="zh-CN" sz="2800" baseline="-25000" dirty="0">
                <a:latin typeface="+mn-lt"/>
                <a:ea typeface="+mn-ea"/>
                <a:cs typeface="+mn-ea"/>
                <a:sym typeface="+mn-lt"/>
              </a:rPr>
              <a:t>8</a:t>
            </a:r>
            <a:r>
              <a:rPr lang="en-US" altLang="zh-CN" sz="2800" dirty="0">
                <a:latin typeface="+mn-lt"/>
                <a:ea typeface="+mn-ea"/>
                <a:cs typeface="+mn-ea"/>
                <a:sym typeface="+mn-lt"/>
              </a:rPr>
              <a:t>(x)=8x+22x</a:t>
            </a:r>
            <a:r>
              <a:rPr lang="en-US" altLang="zh-CN" sz="2800" baseline="30000" dirty="0">
                <a:latin typeface="+mn-lt"/>
                <a:ea typeface="+mn-ea"/>
                <a:cs typeface="+mn-ea"/>
                <a:sym typeface="+mn-lt"/>
              </a:rPr>
              <a:t>7</a:t>
            </a:r>
            <a:r>
              <a:rPr lang="en-US" altLang="zh-CN" sz="2800" dirty="0">
                <a:latin typeface="+mn-lt"/>
                <a:ea typeface="+mn-ea"/>
                <a:cs typeface="+mn-ea"/>
                <a:sym typeface="+mn-lt"/>
              </a:rPr>
              <a:t>-9x</a:t>
            </a:r>
            <a:r>
              <a:rPr lang="en-US" altLang="zh-CN" sz="2800" baseline="30000" dirty="0">
                <a:latin typeface="+mn-lt"/>
                <a:ea typeface="+mn-ea"/>
                <a:cs typeface="+mn-ea"/>
                <a:sym typeface="+mn-lt"/>
              </a:rPr>
              <a:t>8</a:t>
            </a:r>
          </a:p>
        </p:txBody>
      </p:sp>
      <p:sp>
        <p:nvSpPr>
          <p:cNvPr id="27653" name="Rectangle 5" descr="深色上对角线">
            <a:extLst>
              <a:ext uri="{FF2B5EF4-FFF2-40B4-BE49-F238E27FC236}">
                <a16:creationId xmlns:a16="http://schemas.microsoft.com/office/drawing/2014/main" id="{625BEDCF-75AB-2A42-BAE7-3FB90B4B9B0C}"/>
              </a:ext>
            </a:extLst>
          </p:cNvPr>
          <p:cNvSpPr>
            <a:spLocks noChangeArrowheads="1"/>
          </p:cNvSpPr>
          <p:nvPr/>
        </p:nvSpPr>
        <p:spPr bwMode="auto">
          <a:xfrm>
            <a:off x="723900" y="3836988"/>
            <a:ext cx="419100" cy="438150"/>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7654" name="Rectangle 6" descr="深色上对角线">
            <a:extLst>
              <a:ext uri="{FF2B5EF4-FFF2-40B4-BE49-F238E27FC236}">
                <a16:creationId xmlns:a16="http://schemas.microsoft.com/office/drawing/2014/main" id="{577C6CBC-C6AA-4BFA-8A62-7BCCA4C2B7FF}"/>
              </a:ext>
            </a:extLst>
          </p:cNvPr>
          <p:cNvSpPr>
            <a:spLocks noChangeArrowheads="1"/>
          </p:cNvSpPr>
          <p:nvPr/>
        </p:nvSpPr>
        <p:spPr bwMode="auto">
          <a:xfrm>
            <a:off x="11430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7655" name="Rectangle 7" descr="深色上对角线">
            <a:extLst>
              <a:ext uri="{FF2B5EF4-FFF2-40B4-BE49-F238E27FC236}">
                <a16:creationId xmlns:a16="http://schemas.microsoft.com/office/drawing/2014/main" id="{246D5EB1-5C2A-4CBE-8BD5-F4DA1A685933}"/>
              </a:ext>
            </a:extLst>
          </p:cNvPr>
          <p:cNvSpPr>
            <a:spLocks noChangeArrowheads="1"/>
          </p:cNvSpPr>
          <p:nvPr/>
        </p:nvSpPr>
        <p:spPr bwMode="auto">
          <a:xfrm>
            <a:off x="15748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7656" name="Rectangle 8">
            <a:extLst>
              <a:ext uri="{FF2B5EF4-FFF2-40B4-BE49-F238E27FC236}">
                <a16:creationId xmlns:a16="http://schemas.microsoft.com/office/drawing/2014/main" id="{E8FAC6FE-F6FD-4E68-8052-0EE1C8FA716A}"/>
              </a:ext>
            </a:extLst>
          </p:cNvPr>
          <p:cNvSpPr>
            <a:spLocks noChangeArrowheads="1"/>
          </p:cNvSpPr>
          <p:nvPr/>
        </p:nvSpPr>
        <p:spPr bwMode="auto">
          <a:xfrm>
            <a:off x="2374900" y="3836988"/>
            <a:ext cx="4191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27657" name="Rectangle 9">
            <a:extLst>
              <a:ext uri="{FF2B5EF4-FFF2-40B4-BE49-F238E27FC236}">
                <a16:creationId xmlns:a16="http://schemas.microsoft.com/office/drawing/2014/main" id="{C0FA8969-E0AE-48C1-A78B-5A26D7289388}"/>
              </a:ext>
            </a:extLst>
          </p:cNvPr>
          <p:cNvSpPr>
            <a:spLocks noChangeArrowheads="1"/>
          </p:cNvSpPr>
          <p:nvPr/>
        </p:nvSpPr>
        <p:spPr bwMode="auto">
          <a:xfrm>
            <a:off x="27940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0</a:t>
            </a:r>
          </a:p>
        </p:txBody>
      </p:sp>
      <p:sp>
        <p:nvSpPr>
          <p:cNvPr id="27658" name="Rectangle 10">
            <a:extLst>
              <a:ext uri="{FF2B5EF4-FFF2-40B4-BE49-F238E27FC236}">
                <a16:creationId xmlns:a16="http://schemas.microsoft.com/office/drawing/2014/main" id="{208EAA46-EF0A-4B29-8465-5804AA691224}"/>
              </a:ext>
            </a:extLst>
          </p:cNvPr>
          <p:cNvSpPr>
            <a:spLocks noChangeArrowheads="1"/>
          </p:cNvSpPr>
          <p:nvPr/>
        </p:nvSpPr>
        <p:spPr bwMode="auto">
          <a:xfrm>
            <a:off x="32258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7659" name="Rectangle 11">
            <a:extLst>
              <a:ext uri="{FF2B5EF4-FFF2-40B4-BE49-F238E27FC236}">
                <a16:creationId xmlns:a16="http://schemas.microsoft.com/office/drawing/2014/main" id="{C040C371-9521-45F7-A700-2CF5D964B319}"/>
              </a:ext>
            </a:extLst>
          </p:cNvPr>
          <p:cNvSpPr>
            <a:spLocks noChangeArrowheads="1"/>
          </p:cNvSpPr>
          <p:nvPr/>
        </p:nvSpPr>
        <p:spPr bwMode="auto">
          <a:xfrm>
            <a:off x="4025900" y="3836988"/>
            <a:ext cx="4191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11</a:t>
            </a:r>
          </a:p>
        </p:txBody>
      </p:sp>
      <p:sp>
        <p:nvSpPr>
          <p:cNvPr id="27660" name="Rectangle 12">
            <a:extLst>
              <a:ext uri="{FF2B5EF4-FFF2-40B4-BE49-F238E27FC236}">
                <a16:creationId xmlns:a16="http://schemas.microsoft.com/office/drawing/2014/main" id="{BE220444-F2DD-4F5C-9E86-4C5DE86454DA}"/>
              </a:ext>
            </a:extLst>
          </p:cNvPr>
          <p:cNvSpPr>
            <a:spLocks noChangeArrowheads="1"/>
          </p:cNvSpPr>
          <p:nvPr/>
        </p:nvSpPr>
        <p:spPr bwMode="auto">
          <a:xfrm>
            <a:off x="44450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7661" name="Rectangle 13">
            <a:extLst>
              <a:ext uri="{FF2B5EF4-FFF2-40B4-BE49-F238E27FC236}">
                <a16:creationId xmlns:a16="http://schemas.microsoft.com/office/drawing/2014/main" id="{65507E79-7CB7-471F-ADC5-28C8C2BB305D}"/>
              </a:ext>
            </a:extLst>
          </p:cNvPr>
          <p:cNvSpPr>
            <a:spLocks noChangeArrowheads="1"/>
          </p:cNvSpPr>
          <p:nvPr/>
        </p:nvSpPr>
        <p:spPr bwMode="auto">
          <a:xfrm>
            <a:off x="48768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7662" name="Rectangle 14" descr="深色上对角线">
            <a:extLst>
              <a:ext uri="{FF2B5EF4-FFF2-40B4-BE49-F238E27FC236}">
                <a16:creationId xmlns:a16="http://schemas.microsoft.com/office/drawing/2014/main" id="{B78F8636-1B08-4786-9455-24B40D4F62B4}"/>
              </a:ext>
            </a:extLst>
          </p:cNvPr>
          <p:cNvSpPr>
            <a:spLocks noChangeArrowheads="1"/>
          </p:cNvSpPr>
          <p:nvPr/>
        </p:nvSpPr>
        <p:spPr bwMode="auto">
          <a:xfrm>
            <a:off x="5651500" y="38369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27663" name="Rectangle 15" descr="深色上对角线">
            <a:extLst>
              <a:ext uri="{FF2B5EF4-FFF2-40B4-BE49-F238E27FC236}">
                <a16:creationId xmlns:a16="http://schemas.microsoft.com/office/drawing/2014/main" id="{F995EE00-2384-425A-B949-8D1EEB77BA94}"/>
              </a:ext>
            </a:extLst>
          </p:cNvPr>
          <p:cNvSpPr>
            <a:spLocks noChangeArrowheads="1"/>
          </p:cNvSpPr>
          <p:nvPr/>
        </p:nvSpPr>
        <p:spPr bwMode="auto">
          <a:xfrm>
            <a:off x="60706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7664" name="Rectangle 16" descr="深色上对角线">
            <a:extLst>
              <a:ext uri="{FF2B5EF4-FFF2-40B4-BE49-F238E27FC236}">
                <a16:creationId xmlns:a16="http://schemas.microsoft.com/office/drawing/2014/main" id="{72C69053-20C7-4A7B-BED1-393F6C3CD3F7}"/>
              </a:ext>
            </a:extLst>
          </p:cNvPr>
          <p:cNvSpPr>
            <a:spLocks noChangeArrowheads="1"/>
          </p:cNvSpPr>
          <p:nvPr/>
        </p:nvSpPr>
        <p:spPr bwMode="auto">
          <a:xfrm>
            <a:off x="65024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7665" name="Rectangle 17" descr="深色上对角线">
            <a:extLst>
              <a:ext uri="{FF2B5EF4-FFF2-40B4-BE49-F238E27FC236}">
                <a16:creationId xmlns:a16="http://schemas.microsoft.com/office/drawing/2014/main" id="{D450A5EA-C4E7-4DEC-9A46-830CED11A486}"/>
              </a:ext>
            </a:extLst>
          </p:cNvPr>
          <p:cNvSpPr>
            <a:spLocks noChangeArrowheads="1"/>
          </p:cNvSpPr>
          <p:nvPr/>
        </p:nvSpPr>
        <p:spPr bwMode="auto">
          <a:xfrm>
            <a:off x="7315200" y="38369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5</a:t>
            </a:r>
          </a:p>
        </p:txBody>
      </p:sp>
      <p:sp>
        <p:nvSpPr>
          <p:cNvPr id="27666" name="Rectangle 18" descr="深色上对角线">
            <a:extLst>
              <a:ext uri="{FF2B5EF4-FFF2-40B4-BE49-F238E27FC236}">
                <a16:creationId xmlns:a16="http://schemas.microsoft.com/office/drawing/2014/main" id="{BA81DD11-6769-4511-835B-C56213BFF824}"/>
              </a:ext>
            </a:extLst>
          </p:cNvPr>
          <p:cNvSpPr>
            <a:spLocks noChangeArrowheads="1"/>
          </p:cNvSpPr>
          <p:nvPr/>
        </p:nvSpPr>
        <p:spPr bwMode="auto">
          <a:xfrm>
            <a:off x="77343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17</a:t>
            </a:r>
          </a:p>
        </p:txBody>
      </p:sp>
      <p:sp>
        <p:nvSpPr>
          <p:cNvPr id="27667" name="Rectangle 19" descr="深色上对角线">
            <a:extLst>
              <a:ext uri="{FF2B5EF4-FFF2-40B4-BE49-F238E27FC236}">
                <a16:creationId xmlns:a16="http://schemas.microsoft.com/office/drawing/2014/main" id="{6E0EF37F-73FC-462F-BC39-26EE681BF0A5}"/>
              </a:ext>
            </a:extLst>
          </p:cNvPr>
          <p:cNvSpPr>
            <a:spLocks noChangeArrowheads="1"/>
          </p:cNvSpPr>
          <p:nvPr/>
        </p:nvSpPr>
        <p:spPr bwMode="auto">
          <a:xfrm>
            <a:off x="81661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7668" name="Line 20">
            <a:extLst>
              <a:ext uri="{FF2B5EF4-FFF2-40B4-BE49-F238E27FC236}">
                <a16:creationId xmlns:a16="http://schemas.microsoft.com/office/drawing/2014/main" id="{590DB773-1524-4EDB-BD57-8FEF5CA5F157}"/>
              </a:ext>
            </a:extLst>
          </p:cNvPr>
          <p:cNvSpPr>
            <a:spLocks noChangeShapeType="1"/>
          </p:cNvSpPr>
          <p:nvPr/>
        </p:nvSpPr>
        <p:spPr bwMode="auto">
          <a:xfrm flipH="1">
            <a:off x="8305800" y="3970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69" name="Line 21">
            <a:extLst>
              <a:ext uri="{FF2B5EF4-FFF2-40B4-BE49-F238E27FC236}">
                <a16:creationId xmlns:a16="http://schemas.microsoft.com/office/drawing/2014/main" id="{D4CD4231-D42E-4C26-BCEE-94AA9211CF90}"/>
              </a:ext>
            </a:extLst>
          </p:cNvPr>
          <p:cNvSpPr>
            <a:spLocks noChangeShapeType="1"/>
          </p:cNvSpPr>
          <p:nvPr/>
        </p:nvSpPr>
        <p:spPr bwMode="auto">
          <a:xfrm>
            <a:off x="8382000" y="3970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70" name="Rectangle 22" descr="深色上对角线">
            <a:extLst>
              <a:ext uri="{FF2B5EF4-FFF2-40B4-BE49-F238E27FC236}">
                <a16:creationId xmlns:a16="http://schemas.microsoft.com/office/drawing/2014/main" id="{512F04DB-7C54-1A4C-BD4C-959312DBFD74}"/>
              </a:ext>
            </a:extLst>
          </p:cNvPr>
          <p:cNvSpPr>
            <a:spLocks noChangeArrowheads="1"/>
          </p:cNvSpPr>
          <p:nvPr/>
        </p:nvSpPr>
        <p:spPr bwMode="auto">
          <a:xfrm>
            <a:off x="723900" y="4827588"/>
            <a:ext cx="419100" cy="438150"/>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7671" name="Rectangle 23" descr="深色上对角线">
            <a:extLst>
              <a:ext uri="{FF2B5EF4-FFF2-40B4-BE49-F238E27FC236}">
                <a16:creationId xmlns:a16="http://schemas.microsoft.com/office/drawing/2014/main" id="{E3716583-F17B-40E4-A048-8CD63CEE29D6}"/>
              </a:ext>
            </a:extLst>
          </p:cNvPr>
          <p:cNvSpPr>
            <a:spLocks noChangeArrowheads="1"/>
          </p:cNvSpPr>
          <p:nvPr/>
        </p:nvSpPr>
        <p:spPr bwMode="auto">
          <a:xfrm>
            <a:off x="1143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7672" name="Rectangle 24" descr="深色上对角线">
            <a:extLst>
              <a:ext uri="{FF2B5EF4-FFF2-40B4-BE49-F238E27FC236}">
                <a16:creationId xmlns:a16="http://schemas.microsoft.com/office/drawing/2014/main" id="{0D624415-C95A-4EA3-84A4-2C8CB6A92FBD}"/>
              </a:ext>
            </a:extLst>
          </p:cNvPr>
          <p:cNvSpPr>
            <a:spLocks noChangeArrowheads="1"/>
          </p:cNvSpPr>
          <p:nvPr/>
        </p:nvSpPr>
        <p:spPr bwMode="auto">
          <a:xfrm>
            <a:off x="1574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7673" name="Rectangle 25" descr="深色上对角线">
            <a:extLst>
              <a:ext uri="{FF2B5EF4-FFF2-40B4-BE49-F238E27FC236}">
                <a16:creationId xmlns:a16="http://schemas.microsoft.com/office/drawing/2014/main" id="{77977D25-03DB-4B6B-8BA2-9C8B0D650FFF}"/>
              </a:ext>
            </a:extLst>
          </p:cNvPr>
          <p:cNvSpPr>
            <a:spLocks noChangeArrowheads="1"/>
          </p:cNvSpPr>
          <p:nvPr/>
        </p:nvSpPr>
        <p:spPr bwMode="auto">
          <a:xfrm>
            <a:off x="23749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7674" name="Rectangle 26" descr="深色上对角线">
            <a:extLst>
              <a:ext uri="{FF2B5EF4-FFF2-40B4-BE49-F238E27FC236}">
                <a16:creationId xmlns:a16="http://schemas.microsoft.com/office/drawing/2014/main" id="{7DA51FBA-39C6-4FA9-8001-0A6F7B843F61}"/>
              </a:ext>
            </a:extLst>
          </p:cNvPr>
          <p:cNvSpPr>
            <a:spLocks noChangeArrowheads="1"/>
          </p:cNvSpPr>
          <p:nvPr/>
        </p:nvSpPr>
        <p:spPr bwMode="auto">
          <a:xfrm>
            <a:off x="2794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7675" name="Rectangle 27" descr="深色上对角线">
            <a:extLst>
              <a:ext uri="{FF2B5EF4-FFF2-40B4-BE49-F238E27FC236}">
                <a16:creationId xmlns:a16="http://schemas.microsoft.com/office/drawing/2014/main" id="{DAEFB823-3842-429E-A062-F21413EE134B}"/>
              </a:ext>
            </a:extLst>
          </p:cNvPr>
          <p:cNvSpPr>
            <a:spLocks noChangeArrowheads="1"/>
          </p:cNvSpPr>
          <p:nvPr/>
        </p:nvSpPr>
        <p:spPr bwMode="auto">
          <a:xfrm>
            <a:off x="3225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7676" name="Rectangle 28" descr="深色上对角线">
            <a:extLst>
              <a:ext uri="{FF2B5EF4-FFF2-40B4-BE49-F238E27FC236}">
                <a16:creationId xmlns:a16="http://schemas.microsoft.com/office/drawing/2014/main" id="{778FEEBD-9044-47D0-8BDD-96D5C6EA7317}"/>
              </a:ext>
            </a:extLst>
          </p:cNvPr>
          <p:cNvSpPr>
            <a:spLocks noChangeArrowheads="1"/>
          </p:cNvSpPr>
          <p:nvPr/>
        </p:nvSpPr>
        <p:spPr bwMode="auto">
          <a:xfrm>
            <a:off x="40259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22</a:t>
            </a:r>
          </a:p>
        </p:txBody>
      </p:sp>
      <p:sp>
        <p:nvSpPr>
          <p:cNvPr id="27677" name="Rectangle 29" descr="深色上对角线">
            <a:extLst>
              <a:ext uri="{FF2B5EF4-FFF2-40B4-BE49-F238E27FC236}">
                <a16:creationId xmlns:a16="http://schemas.microsoft.com/office/drawing/2014/main" id="{D425D617-4D96-4FDD-A68F-6CC41FBCDF39}"/>
              </a:ext>
            </a:extLst>
          </p:cNvPr>
          <p:cNvSpPr>
            <a:spLocks noChangeArrowheads="1"/>
          </p:cNvSpPr>
          <p:nvPr/>
        </p:nvSpPr>
        <p:spPr bwMode="auto">
          <a:xfrm>
            <a:off x="4445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27678" name="Rectangle 30" descr="深色上对角线">
            <a:extLst>
              <a:ext uri="{FF2B5EF4-FFF2-40B4-BE49-F238E27FC236}">
                <a16:creationId xmlns:a16="http://schemas.microsoft.com/office/drawing/2014/main" id="{6E4DBEA4-C967-4E17-9EF5-B24FA429053F}"/>
              </a:ext>
            </a:extLst>
          </p:cNvPr>
          <p:cNvSpPr>
            <a:spLocks noChangeArrowheads="1"/>
          </p:cNvSpPr>
          <p:nvPr/>
        </p:nvSpPr>
        <p:spPr bwMode="auto">
          <a:xfrm>
            <a:off x="4876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7679" name="Rectangle 31" descr="深色上对角线">
            <a:extLst>
              <a:ext uri="{FF2B5EF4-FFF2-40B4-BE49-F238E27FC236}">
                <a16:creationId xmlns:a16="http://schemas.microsoft.com/office/drawing/2014/main" id="{1A765668-20F5-464C-8A86-1AC0E9738350}"/>
              </a:ext>
            </a:extLst>
          </p:cNvPr>
          <p:cNvSpPr>
            <a:spLocks noChangeArrowheads="1"/>
          </p:cNvSpPr>
          <p:nvPr/>
        </p:nvSpPr>
        <p:spPr bwMode="auto">
          <a:xfrm>
            <a:off x="56515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27680" name="Rectangle 32" descr="深色上对角线">
            <a:extLst>
              <a:ext uri="{FF2B5EF4-FFF2-40B4-BE49-F238E27FC236}">
                <a16:creationId xmlns:a16="http://schemas.microsoft.com/office/drawing/2014/main" id="{308DDC64-F7B7-4AC3-9391-F3CE946D9952}"/>
              </a:ext>
            </a:extLst>
          </p:cNvPr>
          <p:cNvSpPr>
            <a:spLocks noChangeArrowheads="1"/>
          </p:cNvSpPr>
          <p:nvPr/>
        </p:nvSpPr>
        <p:spPr bwMode="auto">
          <a:xfrm>
            <a:off x="60706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7681" name="Rectangle 33" descr="深色上对角线">
            <a:extLst>
              <a:ext uri="{FF2B5EF4-FFF2-40B4-BE49-F238E27FC236}">
                <a16:creationId xmlns:a16="http://schemas.microsoft.com/office/drawing/2014/main" id="{1B759EC2-AFF4-4FE5-AE23-5DE742382EBF}"/>
              </a:ext>
            </a:extLst>
          </p:cNvPr>
          <p:cNvSpPr>
            <a:spLocks noChangeArrowheads="1"/>
          </p:cNvSpPr>
          <p:nvPr/>
        </p:nvSpPr>
        <p:spPr bwMode="auto">
          <a:xfrm>
            <a:off x="65024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7682" name="Line 34">
            <a:extLst>
              <a:ext uri="{FF2B5EF4-FFF2-40B4-BE49-F238E27FC236}">
                <a16:creationId xmlns:a16="http://schemas.microsoft.com/office/drawing/2014/main" id="{86C61520-6CC1-4E52-AB79-79204A5322EC}"/>
              </a:ext>
            </a:extLst>
          </p:cNvPr>
          <p:cNvSpPr>
            <a:spLocks noChangeShapeType="1"/>
          </p:cNvSpPr>
          <p:nvPr/>
        </p:nvSpPr>
        <p:spPr bwMode="auto">
          <a:xfrm flipH="1">
            <a:off x="6629400" y="4986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83" name="Line 35">
            <a:extLst>
              <a:ext uri="{FF2B5EF4-FFF2-40B4-BE49-F238E27FC236}">
                <a16:creationId xmlns:a16="http://schemas.microsoft.com/office/drawing/2014/main" id="{80D72EA1-5252-4D0B-BD99-1ECC1E0802F6}"/>
              </a:ext>
            </a:extLst>
          </p:cNvPr>
          <p:cNvSpPr>
            <a:spLocks noChangeShapeType="1"/>
          </p:cNvSpPr>
          <p:nvPr/>
        </p:nvSpPr>
        <p:spPr bwMode="auto">
          <a:xfrm>
            <a:off x="6705600" y="4986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84" name="Line 36">
            <a:extLst>
              <a:ext uri="{FF2B5EF4-FFF2-40B4-BE49-F238E27FC236}">
                <a16:creationId xmlns:a16="http://schemas.microsoft.com/office/drawing/2014/main" id="{963E57F2-3D68-401C-9631-FB5FC6174E36}"/>
              </a:ext>
            </a:extLst>
          </p:cNvPr>
          <p:cNvSpPr>
            <a:spLocks noChangeShapeType="1"/>
          </p:cNvSpPr>
          <p:nvPr/>
        </p:nvSpPr>
        <p:spPr bwMode="auto">
          <a:xfrm>
            <a:off x="228600" y="40465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85" name="Line 37">
            <a:extLst>
              <a:ext uri="{FF2B5EF4-FFF2-40B4-BE49-F238E27FC236}">
                <a16:creationId xmlns:a16="http://schemas.microsoft.com/office/drawing/2014/main" id="{9307C312-E7F1-4A84-9AFE-277E9D9DBD6E}"/>
              </a:ext>
            </a:extLst>
          </p:cNvPr>
          <p:cNvSpPr>
            <a:spLocks noChangeShapeType="1"/>
          </p:cNvSpPr>
          <p:nvPr/>
        </p:nvSpPr>
        <p:spPr bwMode="auto">
          <a:xfrm>
            <a:off x="228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86" name="Line 38">
            <a:extLst>
              <a:ext uri="{FF2B5EF4-FFF2-40B4-BE49-F238E27FC236}">
                <a16:creationId xmlns:a16="http://schemas.microsoft.com/office/drawing/2014/main" id="{05364A96-84A2-472E-9EA8-3A82817BA1D1}"/>
              </a:ext>
            </a:extLst>
          </p:cNvPr>
          <p:cNvSpPr>
            <a:spLocks noChangeShapeType="1"/>
          </p:cNvSpPr>
          <p:nvPr/>
        </p:nvSpPr>
        <p:spPr bwMode="auto">
          <a:xfrm>
            <a:off x="1873250" y="40592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87" name="Line 39">
            <a:extLst>
              <a:ext uri="{FF2B5EF4-FFF2-40B4-BE49-F238E27FC236}">
                <a16:creationId xmlns:a16="http://schemas.microsoft.com/office/drawing/2014/main" id="{6AAF2C97-71F7-43DC-BE9D-9578C716621B}"/>
              </a:ext>
            </a:extLst>
          </p:cNvPr>
          <p:cNvSpPr>
            <a:spLocks noChangeShapeType="1"/>
          </p:cNvSpPr>
          <p:nvPr/>
        </p:nvSpPr>
        <p:spPr bwMode="auto">
          <a:xfrm>
            <a:off x="3524250" y="40592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88" name="Line 40">
            <a:extLst>
              <a:ext uri="{FF2B5EF4-FFF2-40B4-BE49-F238E27FC236}">
                <a16:creationId xmlns:a16="http://schemas.microsoft.com/office/drawing/2014/main" id="{7B4150AD-49EB-42B6-A20A-EBD513CCD4D9}"/>
              </a:ext>
            </a:extLst>
          </p:cNvPr>
          <p:cNvSpPr>
            <a:spLocks noChangeShapeType="1"/>
          </p:cNvSpPr>
          <p:nvPr/>
        </p:nvSpPr>
        <p:spPr bwMode="auto">
          <a:xfrm>
            <a:off x="5162550" y="406558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89" name="Line 41">
            <a:extLst>
              <a:ext uri="{FF2B5EF4-FFF2-40B4-BE49-F238E27FC236}">
                <a16:creationId xmlns:a16="http://schemas.microsoft.com/office/drawing/2014/main" id="{3C7705E8-217D-4514-B7D2-CF62462152B0}"/>
              </a:ext>
            </a:extLst>
          </p:cNvPr>
          <p:cNvSpPr>
            <a:spLocks noChangeShapeType="1"/>
          </p:cNvSpPr>
          <p:nvPr/>
        </p:nvSpPr>
        <p:spPr bwMode="auto">
          <a:xfrm>
            <a:off x="6826250" y="40719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90" name="Line 42">
            <a:extLst>
              <a:ext uri="{FF2B5EF4-FFF2-40B4-BE49-F238E27FC236}">
                <a16:creationId xmlns:a16="http://schemas.microsoft.com/office/drawing/2014/main" id="{7F5356F6-8DF4-4775-BDF0-9BC2D71BF8AA}"/>
              </a:ext>
            </a:extLst>
          </p:cNvPr>
          <p:cNvSpPr>
            <a:spLocks noChangeShapeType="1"/>
          </p:cNvSpPr>
          <p:nvPr/>
        </p:nvSpPr>
        <p:spPr bwMode="auto">
          <a:xfrm>
            <a:off x="1879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91" name="Line 43">
            <a:extLst>
              <a:ext uri="{FF2B5EF4-FFF2-40B4-BE49-F238E27FC236}">
                <a16:creationId xmlns:a16="http://schemas.microsoft.com/office/drawing/2014/main" id="{207CC162-6D44-4DF3-AAB7-38108DC55175}"/>
              </a:ext>
            </a:extLst>
          </p:cNvPr>
          <p:cNvSpPr>
            <a:spLocks noChangeShapeType="1"/>
          </p:cNvSpPr>
          <p:nvPr/>
        </p:nvSpPr>
        <p:spPr bwMode="auto">
          <a:xfrm>
            <a:off x="3530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92" name="Line 44">
            <a:extLst>
              <a:ext uri="{FF2B5EF4-FFF2-40B4-BE49-F238E27FC236}">
                <a16:creationId xmlns:a16="http://schemas.microsoft.com/office/drawing/2014/main" id="{BCB11A83-4906-4044-BA81-E66FB9B79147}"/>
              </a:ext>
            </a:extLst>
          </p:cNvPr>
          <p:cNvSpPr>
            <a:spLocks noChangeShapeType="1"/>
          </p:cNvSpPr>
          <p:nvPr/>
        </p:nvSpPr>
        <p:spPr bwMode="auto">
          <a:xfrm>
            <a:off x="5168900" y="505618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93" name="Text Box 45">
            <a:extLst>
              <a:ext uri="{FF2B5EF4-FFF2-40B4-BE49-F238E27FC236}">
                <a16:creationId xmlns:a16="http://schemas.microsoft.com/office/drawing/2014/main" id="{347C3924-587E-43CE-A0E1-502BBE1D9E05}"/>
              </a:ext>
            </a:extLst>
          </p:cNvPr>
          <p:cNvSpPr txBox="1">
            <a:spLocks noChangeArrowheads="1"/>
          </p:cNvSpPr>
          <p:nvPr/>
        </p:nvSpPr>
        <p:spPr bwMode="auto">
          <a:xfrm>
            <a:off x="161925" y="3733800"/>
            <a:ext cx="33178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A</a:t>
            </a:r>
          </a:p>
        </p:txBody>
      </p:sp>
      <p:sp>
        <p:nvSpPr>
          <p:cNvPr id="27694" name="Text Box 46">
            <a:extLst>
              <a:ext uri="{FF2B5EF4-FFF2-40B4-BE49-F238E27FC236}">
                <a16:creationId xmlns:a16="http://schemas.microsoft.com/office/drawing/2014/main" id="{D3EA4F37-B8D2-40AB-B5D1-1EA787D139ED}"/>
              </a:ext>
            </a:extLst>
          </p:cNvPr>
          <p:cNvSpPr txBox="1">
            <a:spLocks noChangeArrowheads="1"/>
          </p:cNvSpPr>
          <p:nvPr/>
        </p:nvSpPr>
        <p:spPr bwMode="auto">
          <a:xfrm>
            <a:off x="146050" y="4738688"/>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B</a:t>
            </a:r>
          </a:p>
        </p:txBody>
      </p:sp>
      <p:sp>
        <p:nvSpPr>
          <p:cNvPr id="27695" name="Line 47">
            <a:extLst>
              <a:ext uri="{FF2B5EF4-FFF2-40B4-BE49-F238E27FC236}">
                <a16:creationId xmlns:a16="http://schemas.microsoft.com/office/drawing/2014/main" id="{8AD7DB25-CADB-4816-9015-D6E5AB8DB4F0}"/>
              </a:ext>
            </a:extLst>
          </p:cNvPr>
          <p:cNvSpPr>
            <a:spLocks noChangeShapeType="1"/>
          </p:cNvSpPr>
          <p:nvPr/>
        </p:nvSpPr>
        <p:spPr bwMode="auto">
          <a:xfrm>
            <a:off x="6269038" y="3276600"/>
            <a:ext cx="0" cy="45720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96" name="Text Box 48">
            <a:extLst>
              <a:ext uri="{FF2B5EF4-FFF2-40B4-BE49-F238E27FC236}">
                <a16:creationId xmlns:a16="http://schemas.microsoft.com/office/drawing/2014/main" id="{204E5F45-ABF0-45D8-9937-167224D22B4B}"/>
              </a:ext>
            </a:extLst>
          </p:cNvPr>
          <p:cNvSpPr txBox="1">
            <a:spLocks noChangeArrowheads="1"/>
          </p:cNvSpPr>
          <p:nvPr/>
        </p:nvSpPr>
        <p:spPr bwMode="auto">
          <a:xfrm>
            <a:off x="6040438" y="2797175"/>
            <a:ext cx="47466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pa</a:t>
            </a:r>
          </a:p>
        </p:txBody>
      </p:sp>
      <p:sp>
        <p:nvSpPr>
          <p:cNvPr id="27697" name="Line 49">
            <a:extLst>
              <a:ext uri="{FF2B5EF4-FFF2-40B4-BE49-F238E27FC236}">
                <a16:creationId xmlns:a16="http://schemas.microsoft.com/office/drawing/2014/main" id="{C2E6A0A1-4A24-4CD3-B018-77A892BB1A8E}"/>
              </a:ext>
            </a:extLst>
          </p:cNvPr>
          <p:cNvSpPr>
            <a:spLocks noChangeShapeType="1"/>
          </p:cNvSpPr>
          <p:nvPr/>
        </p:nvSpPr>
        <p:spPr bwMode="auto">
          <a:xfrm flipV="1">
            <a:off x="4660900" y="5334000"/>
            <a:ext cx="0" cy="45720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7698" name="Text Box 50">
            <a:extLst>
              <a:ext uri="{FF2B5EF4-FFF2-40B4-BE49-F238E27FC236}">
                <a16:creationId xmlns:a16="http://schemas.microsoft.com/office/drawing/2014/main" id="{3E20DED2-076F-4E38-BB43-BF86DD16D50D}"/>
              </a:ext>
            </a:extLst>
          </p:cNvPr>
          <p:cNvSpPr txBox="1">
            <a:spLocks noChangeArrowheads="1"/>
          </p:cNvSpPr>
          <p:nvPr/>
        </p:nvSpPr>
        <p:spPr bwMode="auto">
          <a:xfrm>
            <a:off x="4432300" y="5715000"/>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chemeClr val="hlink"/>
                </a:solidFill>
                <a:latin typeface="+mn-lt"/>
                <a:ea typeface="+mn-ea"/>
                <a:cs typeface="+mn-ea"/>
                <a:sym typeface="+mn-lt"/>
              </a:rPr>
              <a:t>pb</a:t>
            </a:r>
          </a:p>
        </p:txBody>
      </p:sp>
      <p:sp>
        <p:nvSpPr>
          <p:cNvPr id="27699" name="Rectangle 2">
            <a:extLst>
              <a:ext uri="{FF2B5EF4-FFF2-40B4-BE49-F238E27FC236}">
                <a16:creationId xmlns:a16="http://schemas.microsoft.com/office/drawing/2014/main" id="{F61DACA6-DE9A-4D89-B759-7D8713D73EBF}"/>
              </a:ext>
            </a:extLst>
          </p:cNvPr>
          <p:cNvSpPr txBox="1">
            <a:spLocks noChangeArrowheads="1"/>
          </p:cNvSpPr>
          <p:nvPr/>
        </p:nvSpPr>
        <p:spPr bwMode="auto">
          <a:xfrm>
            <a:off x="795338" y="168275"/>
            <a:ext cx="7315200"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多项式相加</a:t>
            </a:r>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矩形 2">
            <a:extLst>
              <a:ext uri="{FF2B5EF4-FFF2-40B4-BE49-F238E27FC236}">
                <a16:creationId xmlns:a16="http://schemas.microsoft.com/office/drawing/2014/main" id="{E5C04774-587F-4553-833B-AB2A76320311}"/>
              </a:ext>
            </a:extLst>
          </p:cNvPr>
          <p:cNvSpPr>
            <a:spLocks noChangeArrowheads="1"/>
          </p:cNvSpPr>
          <p:nvPr/>
        </p:nvSpPr>
        <p:spPr bwMode="auto">
          <a:xfrm>
            <a:off x="0" y="2852738"/>
            <a:ext cx="9144000" cy="3514725"/>
          </a:xfrm>
          <a:prstGeom prst="rect">
            <a:avLst/>
          </a:prstGeom>
          <a:solidFill>
            <a:srgbClr val="76AEDD"/>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28675" name="Text Box 3">
            <a:extLst>
              <a:ext uri="{FF2B5EF4-FFF2-40B4-BE49-F238E27FC236}">
                <a16:creationId xmlns:a16="http://schemas.microsoft.com/office/drawing/2014/main" id="{FA935D7E-BA3D-4E29-B00E-7A8EF4EF5B7A}"/>
              </a:ext>
            </a:extLst>
          </p:cNvPr>
          <p:cNvSpPr txBox="1">
            <a:spLocks noChangeArrowheads="1"/>
          </p:cNvSpPr>
          <p:nvPr/>
        </p:nvSpPr>
        <p:spPr bwMode="auto">
          <a:xfrm>
            <a:off x="593725" y="1433513"/>
            <a:ext cx="4054475"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A</a:t>
            </a:r>
            <a:r>
              <a:rPr lang="en-US" altLang="zh-CN" sz="2800" baseline="-25000" dirty="0">
                <a:latin typeface="+mn-lt"/>
                <a:ea typeface="+mn-ea"/>
                <a:cs typeface="+mn-ea"/>
                <a:sym typeface="+mn-lt"/>
              </a:rPr>
              <a:t>17</a:t>
            </a:r>
            <a:r>
              <a:rPr lang="en-US" altLang="zh-CN" sz="2800" dirty="0">
                <a:latin typeface="+mn-lt"/>
                <a:ea typeface="+mn-ea"/>
                <a:cs typeface="+mn-ea"/>
                <a:sym typeface="+mn-lt"/>
              </a:rPr>
              <a:t>(x)=7+3x+9x</a:t>
            </a:r>
            <a:r>
              <a:rPr lang="en-US" altLang="zh-CN" sz="2800" baseline="30000" dirty="0">
                <a:latin typeface="+mn-lt"/>
                <a:ea typeface="+mn-ea"/>
                <a:cs typeface="+mn-ea"/>
                <a:sym typeface="+mn-lt"/>
              </a:rPr>
              <a:t>8</a:t>
            </a:r>
            <a:r>
              <a:rPr lang="en-US" altLang="zh-CN" sz="2800" dirty="0">
                <a:latin typeface="+mn-lt"/>
                <a:ea typeface="+mn-ea"/>
                <a:cs typeface="+mn-ea"/>
                <a:sym typeface="+mn-lt"/>
              </a:rPr>
              <a:t>+5x</a:t>
            </a:r>
            <a:r>
              <a:rPr lang="en-US" altLang="zh-CN" sz="2800" baseline="30000" dirty="0">
                <a:latin typeface="+mn-lt"/>
                <a:ea typeface="+mn-ea"/>
                <a:cs typeface="+mn-ea"/>
                <a:sym typeface="+mn-lt"/>
              </a:rPr>
              <a:t>17</a:t>
            </a:r>
          </a:p>
        </p:txBody>
      </p:sp>
      <p:sp>
        <p:nvSpPr>
          <p:cNvPr id="28676" name="Text Box 4">
            <a:extLst>
              <a:ext uri="{FF2B5EF4-FFF2-40B4-BE49-F238E27FC236}">
                <a16:creationId xmlns:a16="http://schemas.microsoft.com/office/drawing/2014/main" id="{5A7604D4-8CC3-4EA2-A9F0-028203803254}"/>
              </a:ext>
            </a:extLst>
          </p:cNvPr>
          <p:cNvSpPr txBox="1">
            <a:spLocks noChangeArrowheads="1"/>
          </p:cNvSpPr>
          <p:nvPr/>
        </p:nvSpPr>
        <p:spPr bwMode="auto">
          <a:xfrm>
            <a:off x="593725" y="2119313"/>
            <a:ext cx="4054475"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B</a:t>
            </a:r>
            <a:r>
              <a:rPr lang="en-US" altLang="zh-CN" sz="2800" baseline="-25000" dirty="0">
                <a:latin typeface="+mn-lt"/>
                <a:ea typeface="+mn-ea"/>
                <a:cs typeface="+mn-ea"/>
                <a:sym typeface="+mn-lt"/>
              </a:rPr>
              <a:t>8</a:t>
            </a:r>
            <a:r>
              <a:rPr lang="en-US" altLang="zh-CN" sz="2800" dirty="0">
                <a:latin typeface="+mn-lt"/>
                <a:ea typeface="+mn-ea"/>
                <a:cs typeface="+mn-ea"/>
                <a:sym typeface="+mn-lt"/>
              </a:rPr>
              <a:t>(x)=8x+22x</a:t>
            </a:r>
            <a:r>
              <a:rPr lang="en-US" altLang="zh-CN" sz="2800" baseline="30000" dirty="0">
                <a:latin typeface="+mn-lt"/>
                <a:ea typeface="+mn-ea"/>
                <a:cs typeface="+mn-ea"/>
                <a:sym typeface="+mn-lt"/>
              </a:rPr>
              <a:t>7</a:t>
            </a:r>
            <a:r>
              <a:rPr lang="en-US" altLang="zh-CN" sz="2800" dirty="0">
                <a:latin typeface="+mn-lt"/>
                <a:ea typeface="+mn-ea"/>
                <a:cs typeface="+mn-ea"/>
                <a:sym typeface="+mn-lt"/>
              </a:rPr>
              <a:t>-9x</a:t>
            </a:r>
            <a:r>
              <a:rPr lang="en-US" altLang="zh-CN" sz="2800" baseline="30000" dirty="0">
                <a:latin typeface="+mn-lt"/>
                <a:ea typeface="+mn-ea"/>
                <a:cs typeface="+mn-ea"/>
                <a:sym typeface="+mn-lt"/>
              </a:rPr>
              <a:t>8</a:t>
            </a:r>
          </a:p>
        </p:txBody>
      </p:sp>
      <p:sp>
        <p:nvSpPr>
          <p:cNvPr id="28677" name="Rectangle 5" descr="深色上对角线">
            <a:extLst>
              <a:ext uri="{FF2B5EF4-FFF2-40B4-BE49-F238E27FC236}">
                <a16:creationId xmlns:a16="http://schemas.microsoft.com/office/drawing/2014/main" id="{D8F3BD64-8B1B-4749-ADEA-A0F5E34198D5}"/>
              </a:ext>
            </a:extLst>
          </p:cNvPr>
          <p:cNvSpPr>
            <a:spLocks noChangeArrowheads="1"/>
          </p:cNvSpPr>
          <p:nvPr/>
        </p:nvSpPr>
        <p:spPr bwMode="auto">
          <a:xfrm>
            <a:off x="723900" y="3836988"/>
            <a:ext cx="419100" cy="438150"/>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8678" name="Rectangle 6" descr="深色上对角线">
            <a:extLst>
              <a:ext uri="{FF2B5EF4-FFF2-40B4-BE49-F238E27FC236}">
                <a16:creationId xmlns:a16="http://schemas.microsoft.com/office/drawing/2014/main" id="{02E4FC04-E556-440C-87E0-6F993BAB5AB6}"/>
              </a:ext>
            </a:extLst>
          </p:cNvPr>
          <p:cNvSpPr>
            <a:spLocks noChangeArrowheads="1"/>
          </p:cNvSpPr>
          <p:nvPr/>
        </p:nvSpPr>
        <p:spPr bwMode="auto">
          <a:xfrm>
            <a:off x="11430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8679" name="Rectangle 7" descr="深色上对角线">
            <a:extLst>
              <a:ext uri="{FF2B5EF4-FFF2-40B4-BE49-F238E27FC236}">
                <a16:creationId xmlns:a16="http://schemas.microsoft.com/office/drawing/2014/main" id="{1245F69A-657E-4AFC-AC52-BBA351251CF0}"/>
              </a:ext>
            </a:extLst>
          </p:cNvPr>
          <p:cNvSpPr>
            <a:spLocks noChangeArrowheads="1"/>
          </p:cNvSpPr>
          <p:nvPr/>
        </p:nvSpPr>
        <p:spPr bwMode="auto">
          <a:xfrm>
            <a:off x="15748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8680" name="Rectangle 8">
            <a:extLst>
              <a:ext uri="{FF2B5EF4-FFF2-40B4-BE49-F238E27FC236}">
                <a16:creationId xmlns:a16="http://schemas.microsoft.com/office/drawing/2014/main" id="{B293CE5A-96A7-4B28-9F51-6370BF83369D}"/>
              </a:ext>
            </a:extLst>
          </p:cNvPr>
          <p:cNvSpPr>
            <a:spLocks noChangeArrowheads="1"/>
          </p:cNvSpPr>
          <p:nvPr/>
        </p:nvSpPr>
        <p:spPr bwMode="auto">
          <a:xfrm>
            <a:off x="2374900" y="3836988"/>
            <a:ext cx="4191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28681" name="Rectangle 9">
            <a:extLst>
              <a:ext uri="{FF2B5EF4-FFF2-40B4-BE49-F238E27FC236}">
                <a16:creationId xmlns:a16="http://schemas.microsoft.com/office/drawing/2014/main" id="{DDC94A2B-513A-421F-BFD3-DAEC515AA13A}"/>
              </a:ext>
            </a:extLst>
          </p:cNvPr>
          <p:cNvSpPr>
            <a:spLocks noChangeArrowheads="1"/>
          </p:cNvSpPr>
          <p:nvPr/>
        </p:nvSpPr>
        <p:spPr bwMode="auto">
          <a:xfrm>
            <a:off x="27940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0</a:t>
            </a:r>
          </a:p>
        </p:txBody>
      </p:sp>
      <p:sp>
        <p:nvSpPr>
          <p:cNvPr id="28682" name="Rectangle 10">
            <a:extLst>
              <a:ext uri="{FF2B5EF4-FFF2-40B4-BE49-F238E27FC236}">
                <a16:creationId xmlns:a16="http://schemas.microsoft.com/office/drawing/2014/main" id="{C8723872-7BA4-4C65-AD98-4F19551475D1}"/>
              </a:ext>
            </a:extLst>
          </p:cNvPr>
          <p:cNvSpPr>
            <a:spLocks noChangeArrowheads="1"/>
          </p:cNvSpPr>
          <p:nvPr/>
        </p:nvSpPr>
        <p:spPr bwMode="auto">
          <a:xfrm>
            <a:off x="32258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8683" name="Rectangle 11">
            <a:extLst>
              <a:ext uri="{FF2B5EF4-FFF2-40B4-BE49-F238E27FC236}">
                <a16:creationId xmlns:a16="http://schemas.microsoft.com/office/drawing/2014/main" id="{FCD031ED-D065-4952-BD2B-E04CE279FD80}"/>
              </a:ext>
            </a:extLst>
          </p:cNvPr>
          <p:cNvSpPr>
            <a:spLocks noChangeArrowheads="1"/>
          </p:cNvSpPr>
          <p:nvPr/>
        </p:nvSpPr>
        <p:spPr bwMode="auto">
          <a:xfrm>
            <a:off x="4025900" y="3836988"/>
            <a:ext cx="4191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11</a:t>
            </a:r>
          </a:p>
        </p:txBody>
      </p:sp>
      <p:sp>
        <p:nvSpPr>
          <p:cNvPr id="28684" name="Rectangle 12">
            <a:extLst>
              <a:ext uri="{FF2B5EF4-FFF2-40B4-BE49-F238E27FC236}">
                <a16:creationId xmlns:a16="http://schemas.microsoft.com/office/drawing/2014/main" id="{8C1CC475-8D1F-4947-B8E4-D18A0DF25167}"/>
              </a:ext>
            </a:extLst>
          </p:cNvPr>
          <p:cNvSpPr>
            <a:spLocks noChangeArrowheads="1"/>
          </p:cNvSpPr>
          <p:nvPr/>
        </p:nvSpPr>
        <p:spPr bwMode="auto">
          <a:xfrm>
            <a:off x="44450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8685" name="Rectangle 13">
            <a:extLst>
              <a:ext uri="{FF2B5EF4-FFF2-40B4-BE49-F238E27FC236}">
                <a16:creationId xmlns:a16="http://schemas.microsoft.com/office/drawing/2014/main" id="{F320D9DA-260E-4962-B824-35B00759256A}"/>
              </a:ext>
            </a:extLst>
          </p:cNvPr>
          <p:cNvSpPr>
            <a:spLocks noChangeArrowheads="1"/>
          </p:cNvSpPr>
          <p:nvPr/>
        </p:nvSpPr>
        <p:spPr bwMode="auto">
          <a:xfrm>
            <a:off x="48768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8686" name="Rectangle 14" descr="深色上对角线">
            <a:extLst>
              <a:ext uri="{FF2B5EF4-FFF2-40B4-BE49-F238E27FC236}">
                <a16:creationId xmlns:a16="http://schemas.microsoft.com/office/drawing/2014/main" id="{EFCC199E-B460-436D-AF4F-C442FB729270}"/>
              </a:ext>
            </a:extLst>
          </p:cNvPr>
          <p:cNvSpPr>
            <a:spLocks noChangeArrowheads="1"/>
          </p:cNvSpPr>
          <p:nvPr/>
        </p:nvSpPr>
        <p:spPr bwMode="auto">
          <a:xfrm>
            <a:off x="5651500" y="38369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28687" name="Rectangle 15" descr="深色上对角线">
            <a:extLst>
              <a:ext uri="{FF2B5EF4-FFF2-40B4-BE49-F238E27FC236}">
                <a16:creationId xmlns:a16="http://schemas.microsoft.com/office/drawing/2014/main" id="{4A8B519C-1473-4D47-AE43-0A25B2B8E651}"/>
              </a:ext>
            </a:extLst>
          </p:cNvPr>
          <p:cNvSpPr>
            <a:spLocks noChangeArrowheads="1"/>
          </p:cNvSpPr>
          <p:nvPr/>
        </p:nvSpPr>
        <p:spPr bwMode="auto">
          <a:xfrm>
            <a:off x="60706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8688" name="Rectangle 16" descr="深色上对角线">
            <a:extLst>
              <a:ext uri="{FF2B5EF4-FFF2-40B4-BE49-F238E27FC236}">
                <a16:creationId xmlns:a16="http://schemas.microsoft.com/office/drawing/2014/main" id="{26BA6EDC-84DA-4F68-9781-26B0A90F3216}"/>
              </a:ext>
            </a:extLst>
          </p:cNvPr>
          <p:cNvSpPr>
            <a:spLocks noChangeArrowheads="1"/>
          </p:cNvSpPr>
          <p:nvPr/>
        </p:nvSpPr>
        <p:spPr bwMode="auto">
          <a:xfrm>
            <a:off x="65024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8689" name="Rectangle 17" descr="深色上对角线">
            <a:extLst>
              <a:ext uri="{FF2B5EF4-FFF2-40B4-BE49-F238E27FC236}">
                <a16:creationId xmlns:a16="http://schemas.microsoft.com/office/drawing/2014/main" id="{637004CA-F75C-48DC-BCA8-5FBD8E6A8006}"/>
              </a:ext>
            </a:extLst>
          </p:cNvPr>
          <p:cNvSpPr>
            <a:spLocks noChangeArrowheads="1"/>
          </p:cNvSpPr>
          <p:nvPr/>
        </p:nvSpPr>
        <p:spPr bwMode="auto">
          <a:xfrm>
            <a:off x="7315200" y="38369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5</a:t>
            </a:r>
          </a:p>
        </p:txBody>
      </p:sp>
      <p:sp>
        <p:nvSpPr>
          <p:cNvPr id="28690" name="Rectangle 18" descr="深色上对角线">
            <a:extLst>
              <a:ext uri="{FF2B5EF4-FFF2-40B4-BE49-F238E27FC236}">
                <a16:creationId xmlns:a16="http://schemas.microsoft.com/office/drawing/2014/main" id="{874685F4-BEE6-41F7-B538-5EEC31DC1719}"/>
              </a:ext>
            </a:extLst>
          </p:cNvPr>
          <p:cNvSpPr>
            <a:spLocks noChangeArrowheads="1"/>
          </p:cNvSpPr>
          <p:nvPr/>
        </p:nvSpPr>
        <p:spPr bwMode="auto">
          <a:xfrm>
            <a:off x="77343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17</a:t>
            </a:r>
          </a:p>
        </p:txBody>
      </p:sp>
      <p:sp>
        <p:nvSpPr>
          <p:cNvPr id="28691" name="Rectangle 19" descr="深色上对角线">
            <a:extLst>
              <a:ext uri="{FF2B5EF4-FFF2-40B4-BE49-F238E27FC236}">
                <a16:creationId xmlns:a16="http://schemas.microsoft.com/office/drawing/2014/main" id="{7BDA50CB-A06B-4DB6-A86E-5F676C0DDEE8}"/>
              </a:ext>
            </a:extLst>
          </p:cNvPr>
          <p:cNvSpPr>
            <a:spLocks noChangeArrowheads="1"/>
          </p:cNvSpPr>
          <p:nvPr/>
        </p:nvSpPr>
        <p:spPr bwMode="auto">
          <a:xfrm>
            <a:off x="81661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8692" name="Line 20">
            <a:extLst>
              <a:ext uri="{FF2B5EF4-FFF2-40B4-BE49-F238E27FC236}">
                <a16:creationId xmlns:a16="http://schemas.microsoft.com/office/drawing/2014/main" id="{7AB83FA1-2192-4352-BD0B-734D11F14BF5}"/>
              </a:ext>
            </a:extLst>
          </p:cNvPr>
          <p:cNvSpPr>
            <a:spLocks noChangeShapeType="1"/>
          </p:cNvSpPr>
          <p:nvPr/>
        </p:nvSpPr>
        <p:spPr bwMode="auto">
          <a:xfrm flipH="1">
            <a:off x="8305800" y="3970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693" name="Line 21">
            <a:extLst>
              <a:ext uri="{FF2B5EF4-FFF2-40B4-BE49-F238E27FC236}">
                <a16:creationId xmlns:a16="http://schemas.microsoft.com/office/drawing/2014/main" id="{B9455DA5-E213-495F-B54A-41024E8D6A95}"/>
              </a:ext>
            </a:extLst>
          </p:cNvPr>
          <p:cNvSpPr>
            <a:spLocks noChangeShapeType="1"/>
          </p:cNvSpPr>
          <p:nvPr/>
        </p:nvSpPr>
        <p:spPr bwMode="auto">
          <a:xfrm>
            <a:off x="8382000" y="3970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694" name="Rectangle 22" descr="深色上对角线">
            <a:extLst>
              <a:ext uri="{FF2B5EF4-FFF2-40B4-BE49-F238E27FC236}">
                <a16:creationId xmlns:a16="http://schemas.microsoft.com/office/drawing/2014/main" id="{7CAF09B7-7FE7-7046-9189-F3F0302193AF}"/>
              </a:ext>
            </a:extLst>
          </p:cNvPr>
          <p:cNvSpPr>
            <a:spLocks noChangeArrowheads="1"/>
          </p:cNvSpPr>
          <p:nvPr/>
        </p:nvSpPr>
        <p:spPr bwMode="auto">
          <a:xfrm>
            <a:off x="723900" y="4827588"/>
            <a:ext cx="419100" cy="438150"/>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8695" name="Rectangle 23" descr="深色上对角线">
            <a:extLst>
              <a:ext uri="{FF2B5EF4-FFF2-40B4-BE49-F238E27FC236}">
                <a16:creationId xmlns:a16="http://schemas.microsoft.com/office/drawing/2014/main" id="{A69E4D34-C618-4F9D-A358-78728A421B8D}"/>
              </a:ext>
            </a:extLst>
          </p:cNvPr>
          <p:cNvSpPr>
            <a:spLocks noChangeArrowheads="1"/>
          </p:cNvSpPr>
          <p:nvPr/>
        </p:nvSpPr>
        <p:spPr bwMode="auto">
          <a:xfrm>
            <a:off x="1143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8696" name="Rectangle 24" descr="深色上对角线">
            <a:extLst>
              <a:ext uri="{FF2B5EF4-FFF2-40B4-BE49-F238E27FC236}">
                <a16:creationId xmlns:a16="http://schemas.microsoft.com/office/drawing/2014/main" id="{5FE00D44-CCB6-4418-BD26-0542CC0266FD}"/>
              </a:ext>
            </a:extLst>
          </p:cNvPr>
          <p:cNvSpPr>
            <a:spLocks noChangeArrowheads="1"/>
          </p:cNvSpPr>
          <p:nvPr/>
        </p:nvSpPr>
        <p:spPr bwMode="auto">
          <a:xfrm>
            <a:off x="1574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8697" name="Rectangle 25" descr="深色上对角线">
            <a:extLst>
              <a:ext uri="{FF2B5EF4-FFF2-40B4-BE49-F238E27FC236}">
                <a16:creationId xmlns:a16="http://schemas.microsoft.com/office/drawing/2014/main" id="{415FB4DA-12F2-497F-AD2D-D7F496130F5A}"/>
              </a:ext>
            </a:extLst>
          </p:cNvPr>
          <p:cNvSpPr>
            <a:spLocks noChangeArrowheads="1"/>
          </p:cNvSpPr>
          <p:nvPr/>
        </p:nvSpPr>
        <p:spPr bwMode="auto">
          <a:xfrm>
            <a:off x="23749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8698" name="Rectangle 26" descr="深色上对角线">
            <a:extLst>
              <a:ext uri="{FF2B5EF4-FFF2-40B4-BE49-F238E27FC236}">
                <a16:creationId xmlns:a16="http://schemas.microsoft.com/office/drawing/2014/main" id="{2D86212E-239C-447F-82B3-C7AAB47F7055}"/>
              </a:ext>
            </a:extLst>
          </p:cNvPr>
          <p:cNvSpPr>
            <a:spLocks noChangeArrowheads="1"/>
          </p:cNvSpPr>
          <p:nvPr/>
        </p:nvSpPr>
        <p:spPr bwMode="auto">
          <a:xfrm>
            <a:off x="2794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8699" name="Rectangle 27" descr="深色上对角线">
            <a:extLst>
              <a:ext uri="{FF2B5EF4-FFF2-40B4-BE49-F238E27FC236}">
                <a16:creationId xmlns:a16="http://schemas.microsoft.com/office/drawing/2014/main" id="{8D38FE6F-C18B-4DA3-A44C-B06421D45016}"/>
              </a:ext>
            </a:extLst>
          </p:cNvPr>
          <p:cNvSpPr>
            <a:spLocks noChangeArrowheads="1"/>
          </p:cNvSpPr>
          <p:nvPr/>
        </p:nvSpPr>
        <p:spPr bwMode="auto">
          <a:xfrm>
            <a:off x="3225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8700" name="Rectangle 28" descr="深色上对角线">
            <a:extLst>
              <a:ext uri="{FF2B5EF4-FFF2-40B4-BE49-F238E27FC236}">
                <a16:creationId xmlns:a16="http://schemas.microsoft.com/office/drawing/2014/main" id="{340DF561-EBB1-409E-9C71-6F699ECA4038}"/>
              </a:ext>
            </a:extLst>
          </p:cNvPr>
          <p:cNvSpPr>
            <a:spLocks noChangeArrowheads="1"/>
          </p:cNvSpPr>
          <p:nvPr/>
        </p:nvSpPr>
        <p:spPr bwMode="auto">
          <a:xfrm>
            <a:off x="40259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22</a:t>
            </a:r>
          </a:p>
        </p:txBody>
      </p:sp>
      <p:sp>
        <p:nvSpPr>
          <p:cNvPr id="28701" name="Rectangle 29" descr="深色上对角线">
            <a:extLst>
              <a:ext uri="{FF2B5EF4-FFF2-40B4-BE49-F238E27FC236}">
                <a16:creationId xmlns:a16="http://schemas.microsoft.com/office/drawing/2014/main" id="{A03568F8-5603-4AA6-A660-167E728710C0}"/>
              </a:ext>
            </a:extLst>
          </p:cNvPr>
          <p:cNvSpPr>
            <a:spLocks noChangeArrowheads="1"/>
          </p:cNvSpPr>
          <p:nvPr/>
        </p:nvSpPr>
        <p:spPr bwMode="auto">
          <a:xfrm>
            <a:off x="4445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28702" name="Rectangle 30" descr="深色上对角线">
            <a:extLst>
              <a:ext uri="{FF2B5EF4-FFF2-40B4-BE49-F238E27FC236}">
                <a16:creationId xmlns:a16="http://schemas.microsoft.com/office/drawing/2014/main" id="{14B61FDD-CF45-4C63-B5C7-64C387B9D59F}"/>
              </a:ext>
            </a:extLst>
          </p:cNvPr>
          <p:cNvSpPr>
            <a:spLocks noChangeArrowheads="1"/>
          </p:cNvSpPr>
          <p:nvPr/>
        </p:nvSpPr>
        <p:spPr bwMode="auto">
          <a:xfrm>
            <a:off x="4876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8703" name="Rectangle 31" descr="深色上对角线">
            <a:extLst>
              <a:ext uri="{FF2B5EF4-FFF2-40B4-BE49-F238E27FC236}">
                <a16:creationId xmlns:a16="http://schemas.microsoft.com/office/drawing/2014/main" id="{571DD3B0-98E2-4568-8CA6-AA0ACAC78CB9}"/>
              </a:ext>
            </a:extLst>
          </p:cNvPr>
          <p:cNvSpPr>
            <a:spLocks noChangeArrowheads="1"/>
          </p:cNvSpPr>
          <p:nvPr/>
        </p:nvSpPr>
        <p:spPr bwMode="auto">
          <a:xfrm>
            <a:off x="56515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28704" name="Rectangle 32" descr="深色上对角线">
            <a:extLst>
              <a:ext uri="{FF2B5EF4-FFF2-40B4-BE49-F238E27FC236}">
                <a16:creationId xmlns:a16="http://schemas.microsoft.com/office/drawing/2014/main" id="{3B63032E-D0B4-4221-9A07-733AAF336004}"/>
              </a:ext>
            </a:extLst>
          </p:cNvPr>
          <p:cNvSpPr>
            <a:spLocks noChangeArrowheads="1"/>
          </p:cNvSpPr>
          <p:nvPr/>
        </p:nvSpPr>
        <p:spPr bwMode="auto">
          <a:xfrm>
            <a:off x="60706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8705" name="Rectangle 33" descr="深色上对角线">
            <a:extLst>
              <a:ext uri="{FF2B5EF4-FFF2-40B4-BE49-F238E27FC236}">
                <a16:creationId xmlns:a16="http://schemas.microsoft.com/office/drawing/2014/main" id="{774C9594-58CA-41C6-8C1E-346F90E8431D}"/>
              </a:ext>
            </a:extLst>
          </p:cNvPr>
          <p:cNvSpPr>
            <a:spLocks noChangeArrowheads="1"/>
          </p:cNvSpPr>
          <p:nvPr/>
        </p:nvSpPr>
        <p:spPr bwMode="auto">
          <a:xfrm>
            <a:off x="65024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8706" name="Line 34">
            <a:extLst>
              <a:ext uri="{FF2B5EF4-FFF2-40B4-BE49-F238E27FC236}">
                <a16:creationId xmlns:a16="http://schemas.microsoft.com/office/drawing/2014/main" id="{F38E373E-E330-47A5-90A3-D9FAD5A28369}"/>
              </a:ext>
            </a:extLst>
          </p:cNvPr>
          <p:cNvSpPr>
            <a:spLocks noChangeShapeType="1"/>
          </p:cNvSpPr>
          <p:nvPr/>
        </p:nvSpPr>
        <p:spPr bwMode="auto">
          <a:xfrm flipH="1">
            <a:off x="6629400" y="4986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07" name="Line 35">
            <a:extLst>
              <a:ext uri="{FF2B5EF4-FFF2-40B4-BE49-F238E27FC236}">
                <a16:creationId xmlns:a16="http://schemas.microsoft.com/office/drawing/2014/main" id="{E610699C-C29F-4329-BB6C-221C28C0CB48}"/>
              </a:ext>
            </a:extLst>
          </p:cNvPr>
          <p:cNvSpPr>
            <a:spLocks noChangeShapeType="1"/>
          </p:cNvSpPr>
          <p:nvPr/>
        </p:nvSpPr>
        <p:spPr bwMode="auto">
          <a:xfrm>
            <a:off x="6705600" y="4986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08" name="Line 36">
            <a:extLst>
              <a:ext uri="{FF2B5EF4-FFF2-40B4-BE49-F238E27FC236}">
                <a16:creationId xmlns:a16="http://schemas.microsoft.com/office/drawing/2014/main" id="{B4D31DCC-5ECC-4398-8B3E-8475FC1103FD}"/>
              </a:ext>
            </a:extLst>
          </p:cNvPr>
          <p:cNvSpPr>
            <a:spLocks noChangeShapeType="1"/>
          </p:cNvSpPr>
          <p:nvPr/>
        </p:nvSpPr>
        <p:spPr bwMode="auto">
          <a:xfrm>
            <a:off x="228600" y="40465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09" name="Line 37">
            <a:extLst>
              <a:ext uri="{FF2B5EF4-FFF2-40B4-BE49-F238E27FC236}">
                <a16:creationId xmlns:a16="http://schemas.microsoft.com/office/drawing/2014/main" id="{383BB9DE-B169-46A7-A595-63E6E98CE36A}"/>
              </a:ext>
            </a:extLst>
          </p:cNvPr>
          <p:cNvSpPr>
            <a:spLocks noChangeShapeType="1"/>
          </p:cNvSpPr>
          <p:nvPr/>
        </p:nvSpPr>
        <p:spPr bwMode="auto">
          <a:xfrm>
            <a:off x="228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10" name="Line 38">
            <a:extLst>
              <a:ext uri="{FF2B5EF4-FFF2-40B4-BE49-F238E27FC236}">
                <a16:creationId xmlns:a16="http://schemas.microsoft.com/office/drawing/2014/main" id="{F6906391-FB78-477B-A225-61892E00E80E}"/>
              </a:ext>
            </a:extLst>
          </p:cNvPr>
          <p:cNvSpPr>
            <a:spLocks noChangeShapeType="1"/>
          </p:cNvSpPr>
          <p:nvPr/>
        </p:nvSpPr>
        <p:spPr bwMode="auto">
          <a:xfrm>
            <a:off x="1873250" y="40592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11" name="Line 39">
            <a:extLst>
              <a:ext uri="{FF2B5EF4-FFF2-40B4-BE49-F238E27FC236}">
                <a16:creationId xmlns:a16="http://schemas.microsoft.com/office/drawing/2014/main" id="{56156A64-FA61-4800-A4E4-A8E46817B24D}"/>
              </a:ext>
            </a:extLst>
          </p:cNvPr>
          <p:cNvSpPr>
            <a:spLocks noChangeShapeType="1"/>
          </p:cNvSpPr>
          <p:nvPr/>
        </p:nvSpPr>
        <p:spPr bwMode="auto">
          <a:xfrm>
            <a:off x="3524250" y="40592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12" name="Line 40">
            <a:extLst>
              <a:ext uri="{FF2B5EF4-FFF2-40B4-BE49-F238E27FC236}">
                <a16:creationId xmlns:a16="http://schemas.microsoft.com/office/drawing/2014/main" id="{F8F50BC0-F3DC-4577-B09B-579D066BEB23}"/>
              </a:ext>
            </a:extLst>
          </p:cNvPr>
          <p:cNvSpPr>
            <a:spLocks noChangeShapeType="1"/>
          </p:cNvSpPr>
          <p:nvPr/>
        </p:nvSpPr>
        <p:spPr bwMode="auto">
          <a:xfrm>
            <a:off x="5149850" y="4065588"/>
            <a:ext cx="6350" cy="660400"/>
          </a:xfrm>
          <a:prstGeom prst="line">
            <a:avLst/>
          </a:prstGeom>
          <a:noFill/>
          <a:ln w="28575">
            <a:solidFill>
              <a:schemeClr val="hlink"/>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13" name="Line 41">
            <a:extLst>
              <a:ext uri="{FF2B5EF4-FFF2-40B4-BE49-F238E27FC236}">
                <a16:creationId xmlns:a16="http://schemas.microsoft.com/office/drawing/2014/main" id="{1A79FA3C-5747-4F0F-A4A9-D8A9F7587936}"/>
              </a:ext>
            </a:extLst>
          </p:cNvPr>
          <p:cNvSpPr>
            <a:spLocks noChangeShapeType="1"/>
          </p:cNvSpPr>
          <p:nvPr/>
        </p:nvSpPr>
        <p:spPr bwMode="auto">
          <a:xfrm>
            <a:off x="6826250" y="40719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14" name="Line 42">
            <a:extLst>
              <a:ext uri="{FF2B5EF4-FFF2-40B4-BE49-F238E27FC236}">
                <a16:creationId xmlns:a16="http://schemas.microsoft.com/office/drawing/2014/main" id="{D4354A80-F307-4585-8AA5-D81E3F2B3D18}"/>
              </a:ext>
            </a:extLst>
          </p:cNvPr>
          <p:cNvSpPr>
            <a:spLocks noChangeShapeType="1"/>
          </p:cNvSpPr>
          <p:nvPr/>
        </p:nvSpPr>
        <p:spPr bwMode="auto">
          <a:xfrm>
            <a:off x="1879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15" name="Line 43">
            <a:extLst>
              <a:ext uri="{FF2B5EF4-FFF2-40B4-BE49-F238E27FC236}">
                <a16:creationId xmlns:a16="http://schemas.microsoft.com/office/drawing/2014/main" id="{AF2B167C-F10A-40F7-938C-06428B34F181}"/>
              </a:ext>
            </a:extLst>
          </p:cNvPr>
          <p:cNvSpPr>
            <a:spLocks noChangeShapeType="1"/>
          </p:cNvSpPr>
          <p:nvPr/>
        </p:nvSpPr>
        <p:spPr bwMode="auto">
          <a:xfrm>
            <a:off x="3530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16" name="Line 44">
            <a:extLst>
              <a:ext uri="{FF2B5EF4-FFF2-40B4-BE49-F238E27FC236}">
                <a16:creationId xmlns:a16="http://schemas.microsoft.com/office/drawing/2014/main" id="{CF80C8E4-07DA-4FE0-9C6E-360E9C47AC81}"/>
              </a:ext>
            </a:extLst>
          </p:cNvPr>
          <p:cNvSpPr>
            <a:spLocks noChangeShapeType="1"/>
          </p:cNvSpPr>
          <p:nvPr/>
        </p:nvSpPr>
        <p:spPr bwMode="auto">
          <a:xfrm>
            <a:off x="5168900" y="505618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17" name="Text Box 45">
            <a:extLst>
              <a:ext uri="{FF2B5EF4-FFF2-40B4-BE49-F238E27FC236}">
                <a16:creationId xmlns:a16="http://schemas.microsoft.com/office/drawing/2014/main" id="{AC5B81D5-8B20-4BE3-8D29-758A73702919}"/>
              </a:ext>
            </a:extLst>
          </p:cNvPr>
          <p:cNvSpPr txBox="1">
            <a:spLocks noChangeArrowheads="1"/>
          </p:cNvSpPr>
          <p:nvPr/>
        </p:nvSpPr>
        <p:spPr bwMode="auto">
          <a:xfrm>
            <a:off x="161925" y="3733800"/>
            <a:ext cx="33178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A</a:t>
            </a:r>
          </a:p>
        </p:txBody>
      </p:sp>
      <p:sp>
        <p:nvSpPr>
          <p:cNvPr id="28718" name="Text Box 46">
            <a:extLst>
              <a:ext uri="{FF2B5EF4-FFF2-40B4-BE49-F238E27FC236}">
                <a16:creationId xmlns:a16="http://schemas.microsoft.com/office/drawing/2014/main" id="{E83F779B-E815-45B7-99EE-FB983559835F}"/>
              </a:ext>
            </a:extLst>
          </p:cNvPr>
          <p:cNvSpPr txBox="1">
            <a:spLocks noChangeArrowheads="1"/>
          </p:cNvSpPr>
          <p:nvPr/>
        </p:nvSpPr>
        <p:spPr bwMode="auto">
          <a:xfrm>
            <a:off x="146050" y="4738688"/>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B</a:t>
            </a:r>
          </a:p>
        </p:txBody>
      </p:sp>
      <p:sp>
        <p:nvSpPr>
          <p:cNvPr id="28719" name="Line 47">
            <a:extLst>
              <a:ext uri="{FF2B5EF4-FFF2-40B4-BE49-F238E27FC236}">
                <a16:creationId xmlns:a16="http://schemas.microsoft.com/office/drawing/2014/main" id="{FF9FC63A-AD6B-4158-8EEF-F8AB2B7EF32A}"/>
              </a:ext>
            </a:extLst>
          </p:cNvPr>
          <p:cNvSpPr>
            <a:spLocks noChangeShapeType="1"/>
          </p:cNvSpPr>
          <p:nvPr/>
        </p:nvSpPr>
        <p:spPr bwMode="auto">
          <a:xfrm>
            <a:off x="6269038" y="3276600"/>
            <a:ext cx="0" cy="45720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20" name="Text Box 48">
            <a:extLst>
              <a:ext uri="{FF2B5EF4-FFF2-40B4-BE49-F238E27FC236}">
                <a16:creationId xmlns:a16="http://schemas.microsoft.com/office/drawing/2014/main" id="{2ADFA39A-95E9-45F9-8135-D057846CDEB7}"/>
              </a:ext>
            </a:extLst>
          </p:cNvPr>
          <p:cNvSpPr txBox="1">
            <a:spLocks noChangeArrowheads="1"/>
          </p:cNvSpPr>
          <p:nvPr/>
        </p:nvSpPr>
        <p:spPr bwMode="auto">
          <a:xfrm>
            <a:off x="6040438" y="2797175"/>
            <a:ext cx="47466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pa</a:t>
            </a:r>
          </a:p>
        </p:txBody>
      </p:sp>
      <p:sp>
        <p:nvSpPr>
          <p:cNvPr id="28721" name="Line 49">
            <a:extLst>
              <a:ext uri="{FF2B5EF4-FFF2-40B4-BE49-F238E27FC236}">
                <a16:creationId xmlns:a16="http://schemas.microsoft.com/office/drawing/2014/main" id="{8F59A9F9-11E5-4B7F-973A-935A8ADCB1F5}"/>
              </a:ext>
            </a:extLst>
          </p:cNvPr>
          <p:cNvSpPr>
            <a:spLocks noChangeShapeType="1"/>
          </p:cNvSpPr>
          <p:nvPr/>
        </p:nvSpPr>
        <p:spPr bwMode="auto">
          <a:xfrm flipV="1">
            <a:off x="6261100" y="5334000"/>
            <a:ext cx="0" cy="45720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8722" name="Text Box 50">
            <a:extLst>
              <a:ext uri="{FF2B5EF4-FFF2-40B4-BE49-F238E27FC236}">
                <a16:creationId xmlns:a16="http://schemas.microsoft.com/office/drawing/2014/main" id="{CF4CB3C1-FB3D-4B20-B310-027DBBD0E17C}"/>
              </a:ext>
            </a:extLst>
          </p:cNvPr>
          <p:cNvSpPr txBox="1">
            <a:spLocks noChangeArrowheads="1"/>
          </p:cNvSpPr>
          <p:nvPr/>
        </p:nvSpPr>
        <p:spPr bwMode="auto">
          <a:xfrm>
            <a:off x="6032500" y="5715000"/>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pb</a:t>
            </a:r>
          </a:p>
        </p:txBody>
      </p:sp>
      <p:sp>
        <p:nvSpPr>
          <p:cNvPr id="28723" name="Rectangle 2">
            <a:extLst>
              <a:ext uri="{FF2B5EF4-FFF2-40B4-BE49-F238E27FC236}">
                <a16:creationId xmlns:a16="http://schemas.microsoft.com/office/drawing/2014/main" id="{0DBD0A32-BB43-4142-AA88-67999CBD2B4D}"/>
              </a:ext>
            </a:extLst>
          </p:cNvPr>
          <p:cNvSpPr txBox="1">
            <a:spLocks noChangeArrowheads="1"/>
          </p:cNvSpPr>
          <p:nvPr/>
        </p:nvSpPr>
        <p:spPr bwMode="auto">
          <a:xfrm>
            <a:off x="795338" y="168275"/>
            <a:ext cx="7315200"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多项式相加</a:t>
            </a:r>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矩形 2">
            <a:extLst>
              <a:ext uri="{FF2B5EF4-FFF2-40B4-BE49-F238E27FC236}">
                <a16:creationId xmlns:a16="http://schemas.microsoft.com/office/drawing/2014/main" id="{90B23F91-F52A-4730-873F-564A2B7EFC76}"/>
              </a:ext>
            </a:extLst>
          </p:cNvPr>
          <p:cNvSpPr>
            <a:spLocks noChangeArrowheads="1"/>
          </p:cNvSpPr>
          <p:nvPr/>
        </p:nvSpPr>
        <p:spPr bwMode="auto">
          <a:xfrm>
            <a:off x="0" y="2852738"/>
            <a:ext cx="9144000" cy="3514725"/>
          </a:xfrm>
          <a:prstGeom prst="rect">
            <a:avLst/>
          </a:prstGeom>
          <a:solidFill>
            <a:srgbClr val="76AEDD"/>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29699" name="Text Box 3">
            <a:extLst>
              <a:ext uri="{FF2B5EF4-FFF2-40B4-BE49-F238E27FC236}">
                <a16:creationId xmlns:a16="http://schemas.microsoft.com/office/drawing/2014/main" id="{40E817D0-C671-4876-8AA3-EFC5AEB1EC71}"/>
              </a:ext>
            </a:extLst>
          </p:cNvPr>
          <p:cNvSpPr txBox="1">
            <a:spLocks noChangeArrowheads="1"/>
          </p:cNvSpPr>
          <p:nvPr/>
        </p:nvSpPr>
        <p:spPr bwMode="auto">
          <a:xfrm>
            <a:off x="669925" y="1355725"/>
            <a:ext cx="4054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A</a:t>
            </a:r>
            <a:r>
              <a:rPr lang="en-US" altLang="zh-CN" sz="2800" baseline="-25000" dirty="0">
                <a:latin typeface="+mn-lt"/>
                <a:ea typeface="+mn-ea"/>
                <a:cs typeface="+mn-ea"/>
                <a:sym typeface="+mn-lt"/>
              </a:rPr>
              <a:t>17</a:t>
            </a:r>
            <a:r>
              <a:rPr lang="en-US" altLang="zh-CN" sz="2800" dirty="0">
                <a:latin typeface="+mn-lt"/>
                <a:ea typeface="+mn-ea"/>
                <a:cs typeface="+mn-ea"/>
                <a:sym typeface="+mn-lt"/>
              </a:rPr>
              <a:t>(x)=7+3x+9x</a:t>
            </a:r>
            <a:r>
              <a:rPr lang="en-US" altLang="zh-CN" sz="2800" baseline="30000" dirty="0">
                <a:latin typeface="+mn-lt"/>
                <a:ea typeface="+mn-ea"/>
                <a:cs typeface="+mn-ea"/>
                <a:sym typeface="+mn-lt"/>
              </a:rPr>
              <a:t>8</a:t>
            </a:r>
            <a:r>
              <a:rPr lang="en-US" altLang="zh-CN" sz="2800" dirty="0">
                <a:latin typeface="+mn-lt"/>
                <a:ea typeface="+mn-ea"/>
                <a:cs typeface="+mn-ea"/>
                <a:sym typeface="+mn-lt"/>
              </a:rPr>
              <a:t>+5x</a:t>
            </a:r>
            <a:r>
              <a:rPr lang="en-US" altLang="zh-CN" sz="2800" baseline="30000" dirty="0">
                <a:latin typeface="+mn-lt"/>
                <a:ea typeface="+mn-ea"/>
                <a:cs typeface="+mn-ea"/>
                <a:sym typeface="+mn-lt"/>
              </a:rPr>
              <a:t>17</a:t>
            </a:r>
          </a:p>
        </p:txBody>
      </p:sp>
      <p:sp>
        <p:nvSpPr>
          <p:cNvPr id="29700" name="Text Box 4">
            <a:extLst>
              <a:ext uri="{FF2B5EF4-FFF2-40B4-BE49-F238E27FC236}">
                <a16:creationId xmlns:a16="http://schemas.microsoft.com/office/drawing/2014/main" id="{3E91742D-48C0-4EE3-B956-67BB06AFCE30}"/>
              </a:ext>
            </a:extLst>
          </p:cNvPr>
          <p:cNvSpPr txBox="1">
            <a:spLocks noChangeArrowheads="1"/>
          </p:cNvSpPr>
          <p:nvPr/>
        </p:nvSpPr>
        <p:spPr bwMode="auto">
          <a:xfrm>
            <a:off x="669925" y="2041525"/>
            <a:ext cx="4054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B</a:t>
            </a:r>
            <a:r>
              <a:rPr lang="en-US" altLang="zh-CN" sz="2800" baseline="-25000" dirty="0">
                <a:latin typeface="+mn-lt"/>
                <a:ea typeface="+mn-ea"/>
                <a:cs typeface="+mn-ea"/>
                <a:sym typeface="+mn-lt"/>
              </a:rPr>
              <a:t>8</a:t>
            </a:r>
            <a:r>
              <a:rPr lang="en-US" altLang="zh-CN" sz="2800" dirty="0">
                <a:latin typeface="+mn-lt"/>
                <a:ea typeface="+mn-ea"/>
                <a:cs typeface="+mn-ea"/>
                <a:sym typeface="+mn-lt"/>
              </a:rPr>
              <a:t>(x)=8x+22x</a:t>
            </a:r>
            <a:r>
              <a:rPr lang="en-US" altLang="zh-CN" sz="2800" baseline="30000" dirty="0">
                <a:latin typeface="+mn-lt"/>
                <a:ea typeface="+mn-ea"/>
                <a:cs typeface="+mn-ea"/>
                <a:sym typeface="+mn-lt"/>
              </a:rPr>
              <a:t>7</a:t>
            </a:r>
            <a:r>
              <a:rPr lang="en-US" altLang="zh-CN" sz="2800" dirty="0">
                <a:latin typeface="+mn-lt"/>
                <a:ea typeface="+mn-ea"/>
                <a:cs typeface="+mn-ea"/>
                <a:sym typeface="+mn-lt"/>
              </a:rPr>
              <a:t>-9x</a:t>
            </a:r>
            <a:r>
              <a:rPr lang="en-US" altLang="zh-CN" sz="2800" baseline="30000" dirty="0">
                <a:latin typeface="+mn-lt"/>
                <a:ea typeface="+mn-ea"/>
                <a:cs typeface="+mn-ea"/>
                <a:sym typeface="+mn-lt"/>
              </a:rPr>
              <a:t>8</a:t>
            </a:r>
          </a:p>
        </p:txBody>
      </p:sp>
      <p:sp>
        <p:nvSpPr>
          <p:cNvPr id="29701" name="Rectangle 5" descr="深色上对角线">
            <a:extLst>
              <a:ext uri="{FF2B5EF4-FFF2-40B4-BE49-F238E27FC236}">
                <a16:creationId xmlns:a16="http://schemas.microsoft.com/office/drawing/2014/main" id="{36D31305-8FC8-AE40-AC87-213B94C5BCDB}"/>
              </a:ext>
            </a:extLst>
          </p:cNvPr>
          <p:cNvSpPr>
            <a:spLocks noChangeArrowheads="1"/>
          </p:cNvSpPr>
          <p:nvPr/>
        </p:nvSpPr>
        <p:spPr bwMode="auto">
          <a:xfrm>
            <a:off x="723900" y="3836988"/>
            <a:ext cx="419100" cy="438150"/>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9702" name="Rectangle 6" descr="深色上对角线">
            <a:extLst>
              <a:ext uri="{FF2B5EF4-FFF2-40B4-BE49-F238E27FC236}">
                <a16:creationId xmlns:a16="http://schemas.microsoft.com/office/drawing/2014/main" id="{8DFC8279-F7D5-48F2-82D4-CC41988ADF66}"/>
              </a:ext>
            </a:extLst>
          </p:cNvPr>
          <p:cNvSpPr>
            <a:spLocks noChangeArrowheads="1"/>
          </p:cNvSpPr>
          <p:nvPr/>
        </p:nvSpPr>
        <p:spPr bwMode="auto">
          <a:xfrm>
            <a:off x="11430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9703" name="Rectangle 7" descr="深色上对角线">
            <a:extLst>
              <a:ext uri="{FF2B5EF4-FFF2-40B4-BE49-F238E27FC236}">
                <a16:creationId xmlns:a16="http://schemas.microsoft.com/office/drawing/2014/main" id="{48393333-EFDD-451B-BB7F-BD3832D6AF16}"/>
              </a:ext>
            </a:extLst>
          </p:cNvPr>
          <p:cNvSpPr>
            <a:spLocks noChangeArrowheads="1"/>
          </p:cNvSpPr>
          <p:nvPr/>
        </p:nvSpPr>
        <p:spPr bwMode="auto">
          <a:xfrm>
            <a:off x="15748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9704" name="Rectangle 8">
            <a:extLst>
              <a:ext uri="{FF2B5EF4-FFF2-40B4-BE49-F238E27FC236}">
                <a16:creationId xmlns:a16="http://schemas.microsoft.com/office/drawing/2014/main" id="{964141F9-7F86-4B0E-88FF-74F58E8E3183}"/>
              </a:ext>
            </a:extLst>
          </p:cNvPr>
          <p:cNvSpPr>
            <a:spLocks noChangeArrowheads="1"/>
          </p:cNvSpPr>
          <p:nvPr/>
        </p:nvSpPr>
        <p:spPr bwMode="auto">
          <a:xfrm>
            <a:off x="2374900" y="3836988"/>
            <a:ext cx="4191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29705" name="Rectangle 9">
            <a:extLst>
              <a:ext uri="{FF2B5EF4-FFF2-40B4-BE49-F238E27FC236}">
                <a16:creationId xmlns:a16="http://schemas.microsoft.com/office/drawing/2014/main" id="{B2373B50-D921-4182-85F6-5F73D338D411}"/>
              </a:ext>
            </a:extLst>
          </p:cNvPr>
          <p:cNvSpPr>
            <a:spLocks noChangeArrowheads="1"/>
          </p:cNvSpPr>
          <p:nvPr/>
        </p:nvSpPr>
        <p:spPr bwMode="auto">
          <a:xfrm>
            <a:off x="27940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0</a:t>
            </a:r>
          </a:p>
        </p:txBody>
      </p:sp>
      <p:sp>
        <p:nvSpPr>
          <p:cNvPr id="29706" name="Rectangle 10">
            <a:extLst>
              <a:ext uri="{FF2B5EF4-FFF2-40B4-BE49-F238E27FC236}">
                <a16:creationId xmlns:a16="http://schemas.microsoft.com/office/drawing/2014/main" id="{5C0D2C74-2FC2-4A97-B09D-80AB39CD4DD6}"/>
              </a:ext>
            </a:extLst>
          </p:cNvPr>
          <p:cNvSpPr>
            <a:spLocks noChangeArrowheads="1"/>
          </p:cNvSpPr>
          <p:nvPr/>
        </p:nvSpPr>
        <p:spPr bwMode="auto">
          <a:xfrm>
            <a:off x="32258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9707" name="Rectangle 11">
            <a:extLst>
              <a:ext uri="{FF2B5EF4-FFF2-40B4-BE49-F238E27FC236}">
                <a16:creationId xmlns:a16="http://schemas.microsoft.com/office/drawing/2014/main" id="{7D8B2D37-68E9-42AC-8463-AC7BB3F2029F}"/>
              </a:ext>
            </a:extLst>
          </p:cNvPr>
          <p:cNvSpPr>
            <a:spLocks noChangeArrowheads="1"/>
          </p:cNvSpPr>
          <p:nvPr/>
        </p:nvSpPr>
        <p:spPr bwMode="auto">
          <a:xfrm>
            <a:off x="4025900" y="3836988"/>
            <a:ext cx="4191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11</a:t>
            </a:r>
          </a:p>
        </p:txBody>
      </p:sp>
      <p:sp>
        <p:nvSpPr>
          <p:cNvPr id="29708" name="Rectangle 12">
            <a:extLst>
              <a:ext uri="{FF2B5EF4-FFF2-40B4-BE49-F238E27FC236}">
                <a16:creationId xmlns:a16="http://schemas.microsoft.com/office/drawing/2014/main" id="{536E0706-121F-4EF0-8CD4-CC58DF3CABB8}"/>
              </a:ext>
            </a:extLst>
          </p:cNvPr>
          <p:cNvSpPr>
            <a:spLocks noChangeArrowheads="1"/>
          </p:cNvSpPr>
          <p:nvPr/>
        </p:nvSpPr>
        <p:spPr bwMode="auto">
          <a:xfrm>
            <a:off x="44450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9709" name="Rectangle 13">
            <a:extLst>
              <a:ext uri="{FF2B5EF4-FFF2-40B4-BE49-F238E27FC236}">
                <a16:creationId xmlns:a16="http://schemas.microsoft.com/office/drawing/2014/main" id="{1D4EF131-6633-4EED-8F53-AA5EF5FD1F37}"/>
              </a:ext>
            </a:extLst>
          </p:cNvPr>
          <p:cNvSpPr>
            <a:spLocks noChangeArrowheads="1"/>
          </p:cNvSpPr>
          <p:nvPr/>
        </p:nvSpPr>
        <p:spPr bwMode="auto">
          <a:xfrm>
            <a:off x="48768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9710" name="Rectangle 14" descr="深色上对角线">
            <a:extLst>
              <a:ext uri="{FF2B5EF4-FFF2-40B4-BE49-F238E27FC236}">
                <a16:creationId xmlns:a16="http://schemas.microsoft.com/office/drawing/2014/main" id="{BB17A51A-911B-475C-896F-5515326FC099}"/>
              </a:ext>
            </a:extLst>
          </p:cNvPr>
          <p:cNvSpPr>
            <a:spLocks noChangeArrowheads="1"/>
          </p:cNvSpPr>
          <p:nvPr/>
        </p:nvSpPr>
        <p:spPr bwMode="auto">
          <a:xfrm>
            <a:off x="5651500" y="38369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29711" name="Rectangle 15" descr="深色上对角线">
            <a:extLst>
              <a:ext uri="{FF2B5EF4-FFF2-40B4-BE49-F238E27FC236}">
                <a16:creationId xmlns:a16="http://schemas.microsoft.com/office/drawing/2014/main" id="{2DF1F9D4-9FED-4EA2-BE4C-46662DD206C7}"/>
              </a:ext>
            </a:extLst>
          </p:cNvPr>
          <p:cNvSpPr>
            <a:spLocks noChangeArrowheads="1"/>
          </p:cNvSpPr>
          <p:nvPr/>
        </p:nvSpPr>
        <p:spPr bwMode="auto">
          <a:xfrm>
            <a:off x="60706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9712" name="Rectangle 16" descr="深色上对角线">
            <a:extLst>
              <a:ext uri="{FF2B5EF4-FFF2-40B4-BE49-F238E27FC236}">
                <a16:creationId xmlns:a16="http://schemas.microsoft.com/office/drawing/2014/main" id="{C1E20268-A6BB-4632-8CE8-911A75E6C8CE}"/>
              </a:ext>
            </a:extLst>
          </p:cNvPr>
          <p:cNvSpPr>
            <a:spLocks noChangeArrowheads="1"/>
          </p:cNvSpPr>
          <p:nvPr/>
        </p:nvSpPr>
        <p:spPr bwMode="auto">
          <a:xfrm>
            <a:off x="65024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9713" name="Rectangle 17">
            <a:extLst>
              <a:ext uri="{FF2B5EF4-FFF2-40B4-BE49-F238E27FC236}">
                <a16:creationId xmlns:a16="http://schemas.microsoft.com/office/drawing/2014/main" id="{B64CBE4E-0494-4436-A0DD-78ECE2646228}"/>
              </a:ext>
            </a:extLst>
          </p:cNvPr>
          <p:cNvSpPr>
            <a:spLocks noChangeArrowheads="1"/>
          </p:cNvSpPr>
          <p:nvPr/>
        </p:nvSpPr>
        <p:spPr bwMode="auto">
          <a:xfrm>
            <a:off x="7315200" y="3836988"/>
            <a:ext cx="4191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5</a:t>
            </a:r>
          </a:p>
        </p:txBody>
      </p:sp>
      <p:sp>
        <p:nvSpPr>
          <p:cNvPr id="29714" name="Rectangle 18">
            <a:extLst>
              <a:ext uri="{FF2B5EF4-FFF2-40B4-BE49-F238E27FC236}">
                <a16:creationId xmlns:a16="http://schemas.microsoft.com/office/drawing/2014/main" id="{943F2285-B1C8-4853-9F4D-84E29BD87B40}"/>
              </a:ext>
            </a:extLst>
          </p:cNvPr>
          <p:cNvSpPr>
            <a:spLocks noChangeArrowheads="1"/>
          </p:cNvSpPr>
          <p:nvPr/>
        </p:nvSpPr>
        <p:spPr bwMode="auto">
          <a:xfrm>
            <a:off x="77343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17</a:t>
            </a:r>
          </a:p>
        </p:txBody>
      </p:sp>
      <p:sp>
        <p:nvSpPr>
          <p:cNvPr id="29715" name="Rectangle 19">
            <a:extLst>
              <a:ext uri="{FF2B5EF4-FFF2-40B4-BE49-F238E27FC236}">
                <a16:creationId xmlns:a16="http://schemas.microsoft.com/office/drawing/2014/main" id="{68D79D35-7055-4900-8600-F9EF8BEEA965}"/>
              </a:ext>
            </a:extLst>
          </p:cNvPr>
          <p:cNvSpPr>
            <a:spLocks noChangeArrowheads="1"/>
          </p:cNvSpPr>
          <p:nvPr/>
        </p:nvSpPr>
        <p:spPr bwMode="auto">
          <a:xfrm>
            <a:off x="8166100" y="3836988"/>
            <a:ext cx="431800" cy="438150"/>
          </a:xfrm>
          <a:prstGeom prst="rect">
            <a:avLst/>
          </a:prstGeom>
          <a:solidFill>
            <a:srgbClr val="FFFF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9716" name="Line 20">
            <a:extLst>
              <a:ext uri="{FF2B5EF4-FFF2-40B4-BE49-F238E27FC236}">
                <a16:creationId xmlns:a16="http://schemas.microsoft.com/office/drawing/2014/main" id="{73A9D756-5477-484D-A0A8-3F5BF0E8F60A}"/>
              </a:ext>
            </a:extLst>
          </p:cNvPr>
          <p:cNvSpPr>
            <a:spLocks noChangeShapeType="1"/>
          </p:cNvSpPr>
          <p:nvPr/>
        </p:nvSpPr>
        <p:spPr bwMode="auto">
          <a:xfrm flipH="1">
            <a:off x="8305800" y="3970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17" name="Line 21">
            <a:extLst>
              <a:ext uri="{FF2B5EF4-FFF2-40B4-BE49-F238E27FC236}">
                <a16:creationId xmlns:a16="http://schemas.microsoft.com/office/drawing/2014/main" id="{FEF9A3E5-2868-4D53-B404-93888D8ED1DC}"/>
              </a:ext>
            </a:extLst>
          </p:cNvPr>
          <p:cNvSpPr>
            <a:spLocks noChangeShapeType="1"/>
          </p:cNvSpPr>
          <p:nvPr/>
        </p:nvSpPr>
        <p:spPr bwMode="auto">
          <a:xfrm>
            <a:off x="8382000" y="3970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18" name="Rectangle 22" descr="深色上对角线">
            <a:extLst>
              <a:ext uri="{FF2B5EF4-FFF2-40B4-BE49-F238E27FC236}">
                <a16:creationId xmlns:a16="http://schemas.microsoft.com/office/drawing/2014/main" id="{D502DDC6-C83B-DD43-BC4E-873C99523FC7}"/>
              </a:ext>
            </a:extLst>
          </p:cNvPr>
          <p:cNvSpPr>
            <a:spLocks noChangeArrowheads="1"/>
          </p:cNvSpPr>
          <p:nvPr/>
        </p:nvSpPr>
        <p:spPr bwMode="auto">
          <a:xfrm>
            <a:off x="723900" y="4827588"/>
            <a:ext cx="419100" cy="438150"/>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9719" name="Rectangle 23" descr="深色上对角线">
            <a:extLst>
              <a:ext uri="{FF2B5EF4-FFF2-40B4-BE49-F238E27FC236}">
                <a16:creationId xmlns:a16="http://schemas.microsoft.com/office/drawing/2014/main" id="{D81B6B70-F5D2-4EB7-9A17-0B70C4DAC8CD}"/>
              </a:ext>
            </a:extLst>
          </p:cNvPr>
          <p:cNvSpPr>
            <a:spLocks noChangeArrowheads="1"/>
          </p:cNvSpPr>
          <p:nvPr/>
        </p:nvSpPr>
        <p:spPr bwMode="auto">
          <a:xfrm>
            <a:off x="1143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9720" name="Rectangle 24" descr="深色上对角线">
            <a:extLst>
              <a:ext uri="{FF2B5EF4-FFF2-40B4-BE49-F238E27FC236}">
                <a16:creationId xmlns:a16="http://schemas.microsoft.com/office/drawing/2014/main" id="{600AC95C-476D-4EF0-B26A-D858CD81EE73}"/>
              </a:ext>
            </a:extLst>
          </p:cNvPr>
          <p:cNvSpPr>
            <a:spLocks noChangeArrowheads="1"/>
          </p:cNvSpPr>
          <p:nvPr/>
        </p:nvSpPr>
        <p:spPr bwMode="auto">
          <a:xfrm>
            <a:off x="1574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9721" name="Rectangle 25" descr="深色上对角线">
            <a:extLst>
              <a:ext uri="{FF2B5EF4-FFF2-40B4-BE49-F238E27FC236}">
                <a16:creationId xmlns:a16="http://schemas.microsoft.com/office/drawing/2014/main" id="{BF924E30-FD55-4A04-B5AE-5412C5F899B3}"/>
              </a:ext>
            </a:extLst>
          </p:cNvPr>
          <p:cNvSpPr>
            <a:spLocks noChangeArrowheads="1"/>
          </p:cNvSpPr>
          <p:nvPr/>
        </p:nvSpPr>
        <p:spPr bwMode="auto">
          <a:xfrm>
            <a:off x="23749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9722" name="Rectangle 26" descr="深色上对角线">
            <a:extLst>
              <a:ext uri="{FF2B5EF4-FFF2-40B4-BE49-F238E27FC236}">
                <a16:creationId xmlns:a16="http://schemas.microsoft.com/office/drawing/2014/main" id="{949CB51A-E33C-41DD-A756-12CDF6857099}"/>
              </a:ext>
            </a:extLst>
          </p:cNvPr>
          <p:cNvSpPr>
            <a:spLocks noChangeArrowheads="1"/>
          </p:cNvSpPr>
          <p:nvPr/>
        </p:nvSpPr>
        <p:spPr bwMode="auto">
          <a:xfrm>
            <a:off x="2794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29723" name="Rectangle 27" descr="深色上对角线">
            <a:extLst>
              <a:ext uri="{FF2B5EF4-FFF2-40B4-BE49-F238E27FC236}">
                <a16:creationId xmlns:a16="http://schemas.microsoft.com/office/drawing/2014/main" id="{F9B631CB-9C2F-48A5-8391-BDE49AAD643F}"/>
              </a:ext>
            </a:extLst>
          </p:cNvPr>
          <p:cNvSpPr>
            <a:spLocks noChangeArrowheads="1"/>
          </p:cNvSpPr>
          <p:nvPr/>
        </p:nvSpPr>
        <p:spPr bwMode="auto">
          <a:xfrm>
            <a:off x="3225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9724" name="Rectangle 28" descr="深色上对角线">
            <a:extLst>
              <a:ext uri="{FF2B5EF4-FFF2-40B4-BE49-F238E27FC236}">
                <a16:creationId xmlns:a16="http://schemas.microsoft.com/office/drawing/2014/main" id="{C796440B-2A10-4C70-BDF4-13DC7D8ECE19}"/>
              </a:ext>
            </a:extLst>
          </p:cNvPr>
          <p:cNvSpPr>
            <a:spLocks noChangeArrowheads="1"/>
          </p:cNvSpPr>
          <p:nvPr/>
        </p:nvSpPr>
        <p:spPr bwMode="auto">
          <a:xfrm>
            <a:off x="40259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22</a:t>
            </a:r>
          </a:p>
        </p:txBody>
      </p:sp>
      <p:sp>
        <p:nvSpPr>
          <p:cNvPr id="29725" name="Rectangle 29" descr="深色上对角线">
            <a:extLst>
              <a:ext uri="{FF2B5EF4-FFF2-40B4-BE49-F238E27FC236}">
                <a16:creationId xmlns:a16="http://schemas.microsoft.com/office/drawing/2014/main" id="{449086C7-EEDF-4ABA-8CF5-D85A0AC37014}"/>
              </a:ext>
            </a:extLst>
          </p:cNvPr>
          <p:cNvSpPr>
            <a:spLocks noChangeArrowheads="1"/>
          </p:cNvSpPr>
          <p:nvPr/>
        </p:nvSpPr>
        <p:spPr bwMode="auto">
          <a:xfrm>
            <a:off x="4445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29726" name="Rectangle 30" descr="深色上对角线">
            <a:extLst>
              <a:ext uri="{FF2B5EF4-FFF2-40B4-BE49-F238E27FC236}">
                <a16:creationId xmlns:a16="http://schemas.microsoft.com/office/drawing/2014/main" id="{927E8854-7048-40A7-A899-54C01410EB0F}"/>
              </a:ext>
            </a:extLst>
          </p:cNvPr>
          <p:cNvSpPr>
            <a:spLocks noChangeArrowheads="1"/>
          </p:cNvSpPr>
          <p:nvPr/>
        </p:nvSpPr>
        <p:spPr bwMode="auto">
          <a:xfrm>
            <a:off x="4876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9727" name="Rectangle 31" descr="深色上对角线">
            <a:extLst>
              <a:ext uri="{FF2B5EF4-FFF2-40B4-BE49-F238E27FC236}">
                <a16:creationId xmlns:a16="http://schemas.microsoft.com/office/drawing/2014/main" id="{7CC0492B-6C81-44AC-A5C1-567BC84D7119}"/>
              </a:ext>
            </a:extLst>
          </p:cNvPr>
          <p:cNvSpPr>
            <a:spLocks noChangeArrowheads="1"/>
          </p:cNvSpPr>
          <p:nvPr/>
        </p:nvSpPr>
        <p:spPr bwMode="auto">
          <a:xfrm>
            <a:off x="56515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29728" name="Rectangle 32" descr="深色上对角线">
            <a:extLst>
              <a:ext uri="{FF2B5EF4-FFF2-40B4-BE49-F238E27FC236}">
                <a16:creationId xmlns:a16="http://schemas.microsoft.com/office/drawing/2014/main" id="{89441F2D-DF78-429A-B10E-17CFDB84E016}"/>
              </a:ext>
            </a:extLst>
          </p:cNvPr>
          <p:cNvSpPr>
            <a:spLocks noChangeArrowheads="1"/>
          </p:cNvSpPr>
          <p:nvPr/>
        </p:nvSpPr>
        <p:spPr bwMode="auto">
          <a:xfrm>
            <a:off x="60706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29729" name="Rectangle 33" descr="深色上对角线">
            <a:extLst>
              <a:ext uri="{FF2B5EF4-FFF2-40B4-BE49-F238E27FC236}">
                <a16:creationId xmlns:a16="http://schemas.microsoft.com/office/drawing/2014/main" id="{0203A958-AC34-4174-B79A-4AC1A2C2790C}"/>
              </a:ext>
            </a:extLst>
          </p:cNvPr>
          <p:cNvSpPr>
            <a:spLocks noChangeArrowheads="1"/>
          </p:cNvSpPr>
          <p:nvPr/>
        </p:nvSpPr>
        <p:spPr bwMode="auto">
          <a:xfrm>
            <a:off x="65024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29730" name="Line 34">
            <a:extLst>
              <a:ext uri="{FF2B5EF4-FFF2-40B4-BE49-F238E27FC236}">
                <a16:creationId xmlns:a16="http://schemas.microsoft.com/office/drawing/2014/main" id="{715A04F4-1C7F-40DE-A863-EA64F10FE271}"/>
              </a:ext>
            </a:extLst>
          </p:cNvPr>
          <p:cNvSpPr>
            <a:spLocks noChangeShapeType="1"/>
          </p:cNvSpPr>
          <p:nvPr/>
        </p:nvSpPr>
        <p:spPr bwMode="auto">
          <a:xfrm flipH="1">
            <a:off x="6629400" y="4986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31" name="Line 35">
            <a:extLst>
              <a:ext uri="{FF2B5EF4-FFF2-40B4-BE49-F238E27FC236}">
                <a16:creationId xmlns:a16="http://schemas.microsoft.com/office/drawing/2014/main" id="{0DDB4040-750F-4E45-A578-147538C8A77E}"/>
              </a:ext>
            </a:extLst>
          </p:cNvPr>
          <p:cNvSpPr>
            <a:spLocks noChangeShapeType="1"/>
          </p:cNvSpPr>
          <p:nvPr/>
        </p:nvSpPr>
        <p:spPr bwMode="auto">
          <a:xfrm>
            <a:off x="6705600" y="4986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32" name="Line 36">
            <a:extLst>
              <a:ext uri="{FF2B5EF4-FFF2-40B4-BE49-F238E27FC236}">
                <a16:creationId xmlns:a16="http://schemas.microsoft.com/office/drawing/2014/main" id="{849F14A6-CA70-46EB-BE05-604F28A54CDC}"/>
              </a:ext>
            </a:extLst>
          </p:cNvPr>
          <p:cNvSpPr>
            <a:spLocks noChangeShapeType="1"/>
          </p:cNvSpPr>
          <p:nvPr/>
        </p:nvSpPr>
        <p:spPr bwMode="auto">
          <a:xfrm>
            <a:off x="228600" y="40465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33" name="Line 37">
            <a:extLst>
              <a:ext uri="{FF2B5EF4-FFF2-40B4-BE49-F238E27FC236}">
                <a16:creationId xmlns:a16="http://schemas.microsoft.com/office/drawing/2014/main" id="{B0645DB1-440F-4CA8-9C31-CEDA51786283}"/>
              </a:ext>
            </a:extLst>
          </p:cNvPr>
          <p:cNvSpPr>
            <a:spLocks noChangeShapeType="1"/>
          </p:cNvSpPr>
          <p:nvPr/>
        </p:nvSpPr>
        <p:spPr bwMode="auto">
          <a:xfrm>
            <a:off x="228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34" name="Line 38">
            <a:extLst>
              <a:ext uri="{FF2B5EF4-FFF2-40B4-BE49-F238E27FC236}">
                <a16:creationId xmlns:a16="http://schemas.microsoft.com/office/drawing/2014/main" id="{4E3EE426-EDC6-4B44-8158-6C50A58267B0}"/>
              </a:ext>
            </a:extLst>
          </p:cNvPr>
          <p:cNvSpPr>
            <a:spLocks noChangeShapeType="1"/>
          </p:cNvSpPr>
          <p:nvPr/>
        </p:nvSpPr>
        <p:spPr bwMode="auto">
          <a:xfrm>
            <a:off x="1873250" y="40592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35" name="Line 39">
            <a:extLst>
              <a:ext uri="{FF2B5EF4-FFF2-40B4-BE49-F238E27FC236}">
                <a16:creationId xmlns:a16="http://schemas.microsoft.com/office/drawing/2014/main" id="{40E1ABA5-AB33-49E9-9C0E-72575135DD9B}"/>
              </a:ext>
            </a:extLst>
          </p:cNvPr>
          <p:cNvSpPr>
            <a:spLocks noChangeShapeType="1"/>
          </p:cNvSpPr>
          <p:nvPr/>
        </p:nvSpPr>
        <p:spPr bwMode="auto">
          <a:xfrm>
            <a:off x="3524250" y="40592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36" name="Line 40">
            <a:extLst>
              <a:ext uri="{FF2B5EF4-FFF2-40B4-BE49-F238E27FC236}">
                <a16:creationId xmlns:a16="http://schemas.microsoft.com/office/drawing/2014/main" id="{D34A193B-EC2E-4B7D-8E0D-320610858FE3}"/>
              </a:ext>
            </a:extLst>
          </p:cNvPr>
          <p:cNvSpPr>
            <a:spLocks noChangeShapeType="1"/>
          </p:cNvSpPr>
          <p:nvPr/>
        </p:nvSpPr>
        <p:spPr bwMode="auto">
          <a:xfrm>
            <a:off x="1879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37" name="Line 41">
            <a:extLst>
              <a:ext uri="{FF2B5EF4-FFF2-40B4-BE49-F238E27FC236}">
                <a16:creationId xmlns:a16="http://schemas.microsoft.com/office/drawing/2014/main" id="{47DD81F3-8C92-4C8A-A69B-82B0B0F483D2}"/>
              </a:ext>
            </a:extLst>
          </p:cNvPr>
          <p:cNvSpPr>
            <a:spLocks noChangeShapeType="1"/>
          </p:cNvSpPr>
          <p:nvPr/>
        </p:nvSpPr>
        <p:spPr bwMode="auto">
          <a:xfrm>
            <a:off x="3530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38" name="Text Box 42">
            <a:extLst>
              <a:ext uri="{FF2B5EF4-FFF2-40B4-BE49-F238E27FC236}">
                <a16:creationId xmlns:a16="http://schemas.microsoft.com/office/drawing/2014/main" id="{34B84F87-49C0-4217-8C46-6693AE7914B0}"/>
              </a:ext>
            </a:extLst>
          </p:cNvPr>
          <p:cNvSpPr txBox="1">
            <a:spLocks noChangeArrowheads="1"/>
          </p:cNvSpPr>
          <p:nvPr/>
        </p:nvSpPr>
        <p:spPr bwMode="auto">
          <a:xfrm>
            <a:off x="161925" y="3733800"/>
            <a:ext cx="33178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A</a:t>
            </a:r>
          </a:p>
        </p:txBody>
      </p:sp>
      <p:sp>
        <p:nvSpPr>
          <p:cNvPr id="29739" name="Text Box 43">
            <a:extLst>
              <a:ext uri="{FF2B5EF4-FFF2-40B4-BE49-F238E27FC236}">
                <a16:creationId xmlns:a16="http://schemas.microsoft.com/office/drawing/2014/main" id="{CB8426D6-0682-4A8A-B51E-7A7F48FAE337}"/>
              </a:ext>
            </a:extLst>
          </p:cNvPr>
          <p:cNvSpPr txBox="1">
            <a:spLocks noChangeArrowheads="1"/>
          </p:cNvSpPr>
          <p:nvPr/>
        </p:nvSpPr>
        <p:spPr bwMode="auto">
          <a:xfrm>
            <a:off x="146050" y="4738688"/>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B</a:t>
            </a:r>
          </a:p>
        </p:txBody>
      </p:sp>
      <p:sp>
        <p:nvSpPr>
          <p:cNvPr id="29740" name="Line 44">
            <a:extLst>
              <a:ext uri="{FF2B5EF4-FFF2-40B4-BE49-F238E27FC236}">
                <a16:creationId xmlns:a16="http://schemas.microsoft.com/office/drawing/2014/main" id="{105D6C54-524F-415B-8ED4-FC9EDD3813A5}"/>
              </a:ext>
            </a:extLst>
          </p:cNvPr>
          <p:cNvSpPr>
            <a:spLocks noChangeShapeType="1"/>
          </p:cNvSpPr>
          <p:nvPr/>
        </p:nvSpPr>
        <p:spPr bwMode="auto">
          <a:xfrm>
            <a:off x="7945438" y="3276600"/>
            <a:ext cx="0" cy="45720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41" name="Text Box 45">
            <a:extLst>
              <a:ext uri="{FF2B5EF4-FFF2-40B4-BE49-F238E27FC236}">
                <a16:creationId xmlns:a16="http://schemas.microsoft.com/office/drawing/2014/main" id="{F7B8E6E0-62B4-455E-ABA4-423F0D68442E}"/>
              </a:ext>
            </a:extLst>
          </p:cNvPr>
          <p:cNvSpPr txBox="1">
            <a:spLocks noChangeArrowheads="1"/>
          </p:cNvSpPr>
          <p:nvPr/>
        </p:nvSpPr>
        <p:spPr bwMode="auto">
          <a:xfrm>
            <a:off x="7716838" y="2797175"/>
            <a:ext cx="47466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pa</a:t>
            </a:r>
          </a:p>
        </p:txBody>
      </p:sp>
      <p:sp>
        <p:nvSpPr>
          <p:cNvPr id="29742" name="Line 46">
            <a:extLst>
              <a:ext uri="{FF2B5EF4-FFF2-40B4-BE49-F238E27FC236}">
                <a16:creationId xmlns:a16="http://schemas.microsoft.com/office/drawing/2014/main" id="{363B689E-0E7B-48B9-BA65-D739A848B7C6}"/>
              </a:ext>
            </a:extLst>
          </p:cNvPr>
          <p:cNvSpPr>
            <a:spLocks noChangeShapeType="1"/>
          </p:cNvSpPr>
          <p:nvPr/>
        </p:nvSpPr>
        <p:spPr bwMode="auto">
          <a:xfrm flipV="1">
            <a:off x="6261100" y="5334000"/>
            <a:ext cx="0" cy="45720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43" name="Text Box 47">
            <a:extLst>
              <a:ext uri="{FF2B5EF4-FFF2-40B4-BE49-F238E27FC236}">
                <a16:creationId xmlns:a16="http://schemas.microsoft.com/office/drawing/2014/main" id="{99D07290-8AA0-48F6-9669-A82BC3F0461E}"/>
              </a:ext>
            </a:extLst>
          </p:cNvPr>
          <p:cNvSpPr txBox="1">
            <a:spLocks noChangeArrowheads="1"/>
          </p:cNvSpPr>
          <p:nvPr/>
        </p:nvSpPr>
        <p:spPr bwMode="auto">
          <a:xfrm>
            <a:off x="6032500" y="5715000"/>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pb</a:t>
            </a:r>
          </a:p>
        </p:txBody>
      </p:sp>
      <p:sp>
        <p:nvSpPr>
          <p:cNvPr id="29744" name="Freeform 48">
            <a:extLst>
              <a:ext uri="{FF2B5EF4-FFF2-40B4-BE49-F238E27FC236}">
                <a16:creationId xmlns:a16="http://schemas.microsoft.com/office/drawing/2014/main" id="{BA3E5124-7344-4B53-8D05-3ED645A87133}"/>
              </a:ext>
            </a:extLst>
          </p:cNvPr>
          <p:cNvSpPr>
            <a:spLocks noChangeArrowheads="1"/>
          </p:cNvSpPr>
          <p:nvPr/>
        </p:nvSpPr>
        <p:spPr bwMode="auto">
          <a:xfrm>
            <a:off x="5181600" y="4038600"/>
            <a:ext cx="2133600" cy="965200"/>
          </a:xfrm>
          <a:custGeom>
            <a:avLst/>
            <a:gdLst>
              <a:gd name="T0" fmla="*/ 0 w 1344"/>
              <a:gd name="T1" fmla="*/ 2147483646 h 608"/>
              <a:gd name="T2" fmla="*/ 2147483646 w 1344"/>
              <a:gd name="T3" fmla="*/ 2147483646 h 608"/>
              <a:gd name="T4" fmla="*/ 2147483646 w 1344"/>
              <a:gd name="T5" fmla="*/ 2147483646 h 608"/>
              <a:gd name="T6" fmla="*/ 2147483646 w 1344"/>
              <a:gd name="T7" fmla="*/ 2147483646 h 608"/>
              <a:gd name="T8" fmla="*/ 2147483646 w 1344"/>
              <a:gd name="T9" fmla="*/ 2147483646 h 608"/>
              <a:gd name="T10" fmla="*/ 2147483646 w 1344"/>
              <a:gd name="T11" fmla="*/ 0 h 60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4" h="608">
                <a:moveTo>
                  <a:pt x="0" y="576"/>
                </a:moveTo>
                <a:cubicBezTo>
                  <a:pt x="96" y="592"/>
                  <a:pt x="192" y="608"/>
                  <a:pt x="240" y="576"/>
                </a:cubicBezTo>
                <a:cubicBezTo>
                  <a:pt x="288" y="544"/>
                  <a:pt x="128" y="416"/>
                  <a:pt x="288" y="384"/>
                </a:cubicBezTo>
                <a:cubicBezTo>
                  <a:pt x="448" y="352"/>
                  <a:pt x="1064" y="424"/>
                  <a:pt x="1200" y="384"/>
                </a:cubicBezTo>
                <a:cubicBezTo>
                  <a:pt x="1336" y="344"/>
                  <a:pt x="1080" y="208"/>
                  <a:pt x="1104" y="144"/>
                </a:cubicBezTo>
                <a:cubicBezTo>
                  <a:pt x="1128" y="80"/>
                  <a:pt x="1304" y="24"/>
                  <a:pt x="1344" y="0"/>
                </a:cubicBezTo>
              </a:path>
            </a:pathLst>
          </a:custGeom>
          <a:noFill/>
          <a:ln w="28575">
            <a:solidFill>
              <a:schemeClr val="hlink"/>
            </a:solidFill>
            <a:miter lim="800000"/>
            <a:headEnd/>
            <a:tailEnd type="triangle" w="med" len="me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29745" name="Line 49">
            <a:extLst>
              <a:ext uri="{FF2B5EF4-FFF2-40B4-BE49-F238E27FC236}">
                <a16:creationId xmlns:a16="http://schemas.microsoft.com/office/drawing/2014/main" id="{B5ABB5C8-18FD-407A-AAFC-E4DF2758DF2D}"/>
              </a:ext>
            </a:extLst>
          </p:cNvPr>
          <p:cNvSpPr>
            <a:spLocks noChangeShapeType="1"/>
          </p:cNvSpPr>
          <p:nvPr/>
        </p:nvSpPr>
        <p:spPr bwMode="auto">
          <a:xfrm>
            <a:off x="5149850" y="4065588"/>
            <a:ext cx="6350" cy="660400"/>
          </a:xfrm>
          <a:prstGeom prst="line">
            <a:avLst/>
          </a:prstGeom>
          <a:noFill/>
          <a:ln w="28575">
            <a:solidFill>
              <a:schemeClr val="hlink"/>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29746" name="Rectangle 2">
            <a:extLst>
              <a:ext uri="{FF2B5EF4-FFF2-40B4-BE49-F238E27FC236}">
                <a16:creationId xmlns:a16="http://schemas.microsoft.com/office/drawing/2014/main" id="{B1D4093E-B53E-4BEA-B879-C17A49262042}"/>
              </a:ext>
            </a:extLst>
          </p:cNvPr>
          <p:cNvSpPr txBox="1">
            <a:spLocks noChangeArrowheads="1"/>
          </p:cNvSpPr>
          <p:nvPr/>
        </p:nvSpPr>
        <p:spPr bwMode="auto">
          <a:xfrm>
            <a:off x="795338" y="168275"/>
            <a:ext cx="7315200"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多项式相加</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矩形 6">
            <a:extLst>
              <a:ext uri="{FF2B5EF4-FFF2-40B4-BE49-F238E27FC236}">
                <a16:creationId xmlns:a16="http://schemas.microsoft.com/office/drawing/2014/main" id="{EB820ECD-D416-4A6C-90E2-ECBACFB352AF}"/>
              </a:ext>
            </a:extLst>
          </p:cNvPr>
          <p:cNvSpPr>
            <a:spLocks noChangeArrowheads="1"/>
          </p:cNvSpPr>
          <p:nvPr/>
        </p:nvSpPr>
        <p:spPr bwMode="auto">
          <a:xfrm>
            <a:off x="6300788" y="1219200"/>
            <a:ext cx="2500312" cy="2703513"/>
          </a:xfrm>
          <a:prstGeom prst="roundRect">
            <a:avLst>
              <a:gd name="adj" fmla="val 2953"/>
            </a:avLst>
          </a:prstGeom>
          <a:solidFill>
            <a:schemeClr val="accent1">
              <a:lumMod val="20000"/>
              <a:lumOff val="80000"/>
            </a:schemeClr>
          </a:solidFill>
          <a:ln w="9525">
            <a:no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a:sym typeface="+mn-lt"/>
              </a:rPr>
              <a:t>（</a:t>
            </a:r>
            <a:r>
              <a:rPr lang="en-US" altLang="zh-CN">
                <a:sym typeface="+mn-lt"/>
              </a:rPr>
              <a:t>1</a:t>
            </a:r>
            <a:r>
              <a:rPr lang="zh-CN" altLang="en-US">
                <a:sym typeface="+mn-lt"/>
              </a:rPr>
              <a:t>）查找</a:t>
            </a:r>
          </a:p>
          <a:p>
            <a:pPr>
              <a:lnSpc>
                <a:spcPct val="100000"/>
              </a:lnSpc>
              <a:spcBef>
                <a:spcPct val="20000"/>
              </a:spcBef>
            </a:pPr>
            <a:r>
              <a:rPr lang="zh-CN" altLang="en-US">
                <a:sym typeface="+mn-lt"/>
              </a:rPr>
              <a:t>（</a:t>
            </a:r>
            <a:r>
              <a:rPr lang="en-US" altLang="zh-CN">
                <a:sym typeface="+mn-lt"/>
              </a:rPr>
              <a:t>2</a:t>
            </a:r>
            <a:r>
              <a:rPr lang="zh-CN" altLang="en-US">
                <a:sym typeface="+mn-lt"/>
              </a:rPr>
              <a:t>）插入</a:t>
            </a:r>
          </a:p>
          <a:p>
            <a:pPr>
              <a:lnSpc>
                <a:spcPct val="100000"/>
              </a:lnSpc>
              <a:spcBef>
                <a:spcPct val="20000"/>
              </a:spcBef>
            </a:pPr>
            <a:r>
              <a:rPr lang="zh-CN" altLang="en-US">
                <a:sym typeface="+mn-lt"/>
              </a:rPr>
              <a:t>（</a:t>
            </a:r>
            <a:r>
              <a:rPr lang="en-US" altLang="zh-CN">
                <a:sym typeface="+mn-lt"/>
              </a:rPr>
              <a:t>3</a:t>
            </a:r>
            <a:r>
              <a:rPr lang="zh-CN" altLang="en-US">
                <a:sym typeface="+mn-lt"/>
              </a:rPr>
              <a:t>）删除</a:t>
            </a:r>
          </a:p>
          <a:p>
            <a:pPr>
              <a:lnSpc>
                <a:spcPct val="100000"/>
              </a:lnSpc>
              <a:spcBef>
                <a:spcPct val="20000"/>
              </a:spcBef>
            </a:pPr>
            <a:r>
              <a:rPr lang="zh-CN" altLang="en-US">
                <a:sym typeface="+mn-lt"/>
              </a:rPr>
              <a:t>（</a:t>
            </a:r>
            <a:r>
              <a:rPr lang="en-US" altLang="zh-CN">
                <a:sym typeface="+mn-lt"/>
              </a:rPr>
              <a:t>4</a:t>
            </a:r>
            <a:r>
              <a:rPr lang="zh-CN" altLang="en-US">
                <a:sym typeface="+mn-lt"/>
              </a:rPr>
              <a:t>）修改</a:t>
            </a:r>
          </a:p>
          <a:p>
            <a:pPr>
              <a:lnSpc>
                <a:spcPct val="100000"/>
              </a:lnSpc>
              <a:spcBef>
                <a:spcPct val="20000"/>
              </a:spcBef>
            </a:pPr>
            <a:r>
              <a:rPr lang="zh-CN" altLang="en-US">
                <a:sym typeface="+mn-lt"/>
              </a:rPr>
              <a:t>（</a:t>
            </a:r>
            <a:r>
              <a:rPr lang="en-US" altLang="zh-CN">
                <a:sym typeface="+mn-lt"/>
              </a:rPr>
              <a:t>5</a:t>
            </a:r>
            <a:r>
              <a:rPr lang="zh-CN" altLang="en-US">
                <a:sym typeface="+mn-lt"/>
              </a:rPr>
              <a:t>）排序</a:t>
            </a:r>
          </a:p>
          <a:p>
            <a:pPr>
              <a:lnSpc>
                <a:spcPct val="100000"/>
              </a:lnSpc>
              <a:spcBef>
                <a:spcPct val="20000"/>
              </a:spcBef>
            </a:pPr>
            <a:r>
              <a:rPr lang="zh-CN" altLang="en-US">
                <a:sym typeface="+mn-lt"/>
              </a:rPr>
              <a:t>（</a:t>
            </a:r>
            <a:r>
              <a:rPr lang="en-US" altLang="zh-CN">
                <a:sym typeface="+mn-lt"/>
              </a:rPr>
              <a:t>6</a:t>
            </a:r>
            <a:r>
              <a:rPr lang="zh-CN" altLang="en-US">
                <a:sym typeface="+mn-lt"/>
              </a:rPr>
              <a:t>）计数</a:t>
            </a:r>
          </a:p>
        </p:txBody>
      </p:sp>
      <p:sp>
        <p:nvSpPr>
          <p:cNvPr id="3" name="Rectangle 154">
            <a:extLst>
              <a:ext uri="{FF2B5EF4-FFF2-40B4-BE49-F238E27FC236}">
                <a16:creationId xmlns:a16="http://schemas.microsoft.com/office/drawing/2014/main" id="{CA7295F9-CC02-4C49-99D7-EAD70C2662A6}"/>
              </a:ext>
            </a:extLst>
          </p:cNvPr>
          <p:cNvSpPr txBox="1">
            <a:spLocks noChangeArrowheads="1"/>
          </p:cNvSpPr>
          <p:nvPr/>
        </p:nvSpPr>
        <p:spPr bwMode="auto">
          <a:xfrm>
            <a:off x="827088" y="161925"/>
            <a:ext cx="49339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2.3 </a:t>
            </a:r>
            <a:r>
              <a:rPr lang="zh-CN" altLang="en-US" sz="2800">
                <a:solidFill>
                  <a:schemeClr val="bg1"/>
                </a:solidFill>
                <a:sym typeface="+mn-lt"/>
              </a:rPr>
              <a:t>：图书信息管理系统</a:t>
            </a:r>
          </a:p>
        </p:txBody>
      </p:sp>
      <p:pic>
        <p:nvPicPr>
          <p:cNvPr id="31748" name="Picture 1" descr="2UD0Y{DZT1C_VAP(LNSYLGW">
            <a:extLst>
              <a:ext uri="{FF2B5EF4-FFF2-40B4-BE49-F238E27FC236}">
                <a16:creationId xmlns:a16="http://schemas.microsoft.com/office/drawing/2014/main" id="{019337E8-73AE-DD46-912A-CA53D505AC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1219200"/>
            <a:ext cx="5889625" cy="4878388"/>
          </a:xfrm>
          <a:prstGeom prst="rect">
            <a:avLst/>
          </a:prstGeom>
          <a:noFill/>
          <a:ln w="9525">
            <a:solidFill>
              <a:srgbClr val="2F9DE9"/>
            </a:solidFill>
            <a:miter lim="800000"/>
            <a:headEnd/>
            <a:tailEnd/>
          </a:ln>
          <a:extLst>
            <a:ext uri="{909E8E84-426E-40DD-AFC4-6F175D3DCCD1}">
              <a14:hiddenFill xmlns:a14="http://schemas.microsoft.com/office/drawing/2010/main">
                <a:solidFill>
                  <a:srgbClr val="FFFFFF"/>
                </a:solidFill>
              </a14:hiddenFill>
            </a:ext>
          </a:extLst>
        </p:spPr>
      </p:pic>
      <p:sp>
        <p:nvSpPr>
          <p:cNvPr id="2" name="矩形 1">
            <a:extLst>
              <a:ext uri="{FF2B5EF4-FFF2-40B4-BE49-F238E27FC236}">
                <a16:creationId xmlns:a16="http://schemas.microsoft.com/office/drawing/2014/main" id="{4D743326-A8E3-4FD3-B3B2-B91802B709B7}"/>
              </a:ext>
            </a:extLst>
          </p:cNvPr>
          <p:cNvSpPr/>
          <p:nvPr/>
        </p:nvSpPr>
        <p:spPr bwMode="auto">
          <a:xfrm>
            <a:off x="6300788" y="4221163"/>
            <a:ext cx="2500312" cy="71437"/>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7" name="矩形 6">
            <a:extLst>
              <a:ext uri="{FF2B5EF4-FFF2-40B4-BE49-F238E27FC236}">
                <a16:creationId xmlns:a16="http://schemas.microsoft.com/office/drawing/2014/main" id="{DEDC3C54-2648-4618-A4FC-E35A0EEDC4F7}"/>
              </a:ext>
            </a:extLst>
          </p:cNvPr>
          <p:cNvSpPr/>
          <p:nvPr/>
        </p:nvSpPr>
        <p:spPr bwMode="auto">
          <a:xfrm>
            <a:off x="6300788" y="4348163"/>
            <a:ext cx="2500312" cy="73025"/>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8" name="矩形 7">
            <a:extLst>
              <a:ext uri="{FF2B5EF4-FFF2-40B4-BE49-F238E27FC236}">
                <a16:creationId xmlns:a16="http://schemas.microsoft.com/office/drawing/2014/main" id="{DD74F948-099D-4292-AABF-CEFE671BF80B}"/>
              </a:ext>
            </a:extLst>
          </p:cNvPr>
          <p:cNvSpPr/>
          <p:nvPr/>
        </p:nvSpPr>
        <p:spPr bwMode="auto">
          <a:xfrm>
            <a:off x="6294438" y="4476750"/>
            <a:ext cx="2500312" cy="71438"/>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9" name="矩形 8">
            <a:extLst>
              <a:ext uri="{FF2B5EF4-FFF2-40B4-BE49-F238E27FC236}">
                <a16:creationId xmlns:a16="http://schemas.microsoft.com/office/drawing/2014/main" id="{43D5957C-7591-4E4F-8A72-CE1BCCD910E5}"/>
              </a:ext>
            </a:extLst>
          </p:cNvPr>
          <p:cNvSpPr/>
          <p:nvPr/>
        </p:nvSpPr>
        <p:spPr bwMode="auto">
          <a:xfrm>
            <a:off x="6307138" y="4603750"/>
            <a:ext cx="2500312" cy="73025"/>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0" name="矩形 9">
            <a:extLst>
              <a:ext uri="{FF2B5EF4-FFF2-40B4-BE49-F238E27FC236}">
                <a16:creationId xmlns:a16="http://schemas.microsoft.com/office/drawing/2014/main" id="{559A355A-24DB-454B-A3C2-FD94B18B55DC}"/>
              </a:ext>
            </a:extLst>
          </p:cNvPr>
          <p:cNvSpPr/>
          <p:nvPr/>
        </p:nvSpPr>
        <p:spPr bwMode="auto">
          <a:xfrm>
            <a:off x="6307138" y="4732338"/>
            <a:ext cx="2500312" cy="71437"/>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1" name="矩形 10">
            <a:extLst>
              <a:ext uri="{FF2B5EF4-FFF2-40B4-BE49-F238E27FC236}">
                <a16:creationId xmlns:a16="http://schemas.microsoft.com/office/drawing/2014/main" id="{35114B45-F9CB-46EE-BBC3-B27C55B64595}"/>
              </a:ext>
            </a:extLst>
          </p:cNvPr>
          <p:cNvSpPr/>
          <p:nvPr/>
        </p:nvSpPr>
        <p:spPr bwMode="auto">
          <a:xfrm>
            <a:off x="6300788" y="4859338"/>
            <a:ext cx="2500312" cy="73025"/>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2" name="矩形 11">
            <a:extLst>
              <a:ext uri="{FF2B5EF4-FFF2-40B4-BE49-F238E27FC236}">
                <a16:creationId xmlns:a16="http://schemas.microsoft.com/office/drawing/2014/main" id="{48F521CA-47BE-47EE-B18F-C03E64681053}"/>
              </a:ext>
            </a:extLst>
          </p:cNvPr>
          <p:cNvSpPr/>
          <p:nvPr/>
        </p:nvSpPr>
        <p:spPr bwMode="auto">
          <a:xfrm>
            <a:off x="6307138" y="4994275"/>
            <a:ext cx="2500312" cy="71438"/>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3" name="矩形 12">
            <a:extLst>
              <a:ext uri="{FF2B5EF4-FFF2-40B4-BE49-F238E27FC236}">
                <a16:creationId xmlns:a16="http://schemas.microsoft.com/office/drawing/2014/main" id="{11B65332-B5EB-4DB5-B7DE-1F547B5AC1E1}"/>
              </a:ext>
            </a:extLst>
          </p:cNvPr>
          <p:cNvSpPr/>
          <p:nvPr/>
        </p:nvSpPr>
        <p:spPr bwMode="auto">
          <a:xfrm>
            <a:off x="6307138" y="5122863"/>
            <a:ext cx="2500312" cy="71437"/>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4" name="矩形 13">
            <a:extLst>
              <a:ext uri="{FF2B5EF4-FFF2-40B4-BE49-F238E27FC236}">
                <a16:creationId xmlns:a16="http://schemas.microsoft.com/office/drawing/2014/main" id="{C2799446-D033-451C-B7D3-E54E780AC29C}"/>
              </a:ext>
            </a:extLst>
          </p:cNvPr>
          <p:cNvSpPr/>
          <p:nvPr/>
        </p:nvSpPr>
        <p:spPr bwMode="auto">
          <a:xfrm>
            <a:off x="6300788" y="5249863"/>
            <a:ext cx="2500312" cy="71437"/>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5" name="矩形 14">
            <a:extLst>
              <a:ext uri="{FF2B5EF4-FFF2-40B4-BE49-F238E27FC236}">
                <a16:creationId xmlns:a16="http://schemas.microsoft.com/office/drawing/2014/main" id="{91927A82-ADD5-43DD-8145-0076AB1261B7}"/>
              </a:ext>
            </a:extLst>
          </p:cNvPr>
          <p:cNvSpPr/>
          <p:nvPr/>
        </p:nvSpPr>
        <p:spPr bwMode="auto">
          <a:xfrm>
            <a:off x="6313488" y="5378450"/>
            <a:ext cx="2500312" cy="71438"/>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6" name="矩形 15">
            <a:extLst>
              <a:ext uri="{FF2B5EF4-FFF2-40B4-BE49-F238E27FC236}">
                <a16:creationId xmlns:a16="http://schemas.microsoft.com/office/drawing/2014/main" id="{14B4D0F4-C838-476E-AF83-B246410FF9AF}"/>
              </a:ext>
            </a:extLst>
          </p:cNvPr>
          <p:cNvSpPr/>
          <p:nvPr/>
        </p:nvSpPr>
        <p:spPr bwMode="auto">
          <a:xfrm>
            <a:off x="6313488" y="5505450"/>
            <a:ext cx="2500312" cy="71438"/>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7" name="矩形 16">
            <a:extLst>
              <a:ext uri="{FF2B5EF4-FFF2-40B4-BE49-F238E27FC236}">
                <a16:creationId xmlns:a16="http://schemas.microsoft.com/office/drawing/2014/main" id="{258EF3AA-B246-4BE6-AF0F-2AC757B90E6D}"/>
              </a:ext>
            </a:extLst>
          </p:cNvPr>
          <p:cNvSpPr/>
          <p:nvPr/>
        </p:nvSpPr>
        <p:spPr bwMode="auto">
          <a:xfrm>
            <a:off x="6307138" y="5634038"/>
            <a:ext cx="2500312" cy="71437"/>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8" name="矩形 17">
            <a:extLst>
              <a:ext uri="{FF2B5EF4-FFF2-40B4-BE49-F238E27FC236}">
                <a16:creationId xmlns:a16="http://schemas.microsoft.com/office/drawing/2014/main" id="{EF193BD7-6886-45B3-997B-1F497DCDAC1E}"/>
              </a:ext>
            </a:extLst>
          </p:cNvPr>
          <p:cNvSpPr/>
          <p:nvPr/>
        </p:nvSpPr>
        <p:spPr bwMode="auto">
          <a:xfrm>
            <a:off x="6300788" y="5767388"/>
            <a:ext cx="2500312" cy="73025"/>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9" name="矩形 18">
            <a:extLst>
              <a:ext uri="{FF2B5EF4-FFF2-40B4-BE49-F238E27FC236}">
                <a16:creationId xmlns:a16="http://schemas.microsoft.com/office/drawing/2014/main" id="{D069CDEB-B63B-4C66-B452-97F4AB1728CE}"/>
              </a:ext>
            </a:extLst>
          </p:cNvPr>
          <p:cNvSpPr/>
          <p:nvPr/>
        </p:nvSpPr>
        <p:spPr bwMode="auto">
          <a:xfrm>
            <a:off x="6313488" y="5895975"/>
            <a:ext cx="2500312" cy="71438"/>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20" name="矩形 19">
            <a:extLst>
              <a:ext uri="{FF2B5EF4-FFF2-40B4-BE49-F238E27FC236}">
                <a16:creationId xmlns:a16="http://schemas.microsoft.com/office/drawing/2014/main" id="{507F34F5-1578-480A-B027-3FB9DB43A385}"/>
              </a:ext>
            </a:extLst>
          </p:cNvPr>
          <p:cNvSpPr/>
          <p:nvPr/>
        </p:nvSpPr>
        <p:spPr bwMode="auto">
          <a:xfrm>
            <a:off x="6313488" y="6022975"/>
            <a:ext cx="2500312" cy="73025"/>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Picture 3" descr="0204">
            <a:extLst>
              <a:ext uri="{FF2B5EF4-FFF2-40B4-BE49-F238E27FC236}">
                <a16:creationId xmlns:a16="http://schemas.microsoft.com/office/drawing/2014/main" id="{7664AD3A-2A7A-A648-AE9F-0E32A47227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8625" y="1612900"/>
            <a:ext cx="8215313" cy="211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747" name="矩形 5">
            <a:extLst>
              <a:ext uri="{FF2B5EF4-FFF2-40B4-BE49-F238E27FC236}">
                <a16:creationId xmlns:a16="http://schemas.microsoft.com/office/drawing/2014/main" id="{905981ED-FA11-4D85-B674-E34DCB36D311}"/>
              </a:ext>
            </a:extLst>
          </p:cNvPr>
          <p:cNvSpPr>
            <a:spLocks noChangeArrowheads="1"/>
          </p:cNvSpPr>
          <p:nvPr/>
        </p:nvSpPr>
        <p:spPr bwMode="auto">
          <a:xfrm>
            <a:off x="0" y="1541463"/>
            <a:ext cx="2214563" cy="523875"/>
          </a:xfrm>
          <a:prstGeom prst="rect">
            <a:avLst/>
          </a:prstGeom>
          <a:solidFill>
            <a:srgbClr val="6C4C8F"/>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pPr>
            <a:r>
              <a:rPr lang="zh-CN" altLang="en-US" sz="2800">
                <a:solidFill>
                  <a:schemeClr val="bg1"/>
                </a:solidFill>
                <a:sym typeface="+mn-lt"/>
              </a:rPr>
              <a:t>图书顺序表</a:t>
            </a:r>
          </a:p>
        </p:txBody>
      </p:sp>
      <p:grpSp>
        <p:nvGrpSpPr>
          <p:cNvPr id="2" name="组合 6">
            <a:extLst>
              <a:ext uri="{FF2B5EF4-FFF2-40B4-BE49-F238E27FC236}">
                <a16:creationId xmlns:a16="http://schemas.microsoft.com/office/drawing/2014/main" id="{59F67AE1-5879-DE4B-9611-74A0184CB479}"/>
              </a:ext>
            </a:extLst>
          </p:cNvPr>
          <p:cNvGrpSpPr>
            <a:grpSpLocks/>
          </p:cNvGrpSpPr>
          <p:nvPr/>
        </p:nvGrpSpPr>
        <p:grpSpPr bwMode="auto">
          <a:xfrm>
            <a:off x="0" y="3730625"/>
            <a:ext cx="6696075" cy="1704975"/>
            <a:chOff x="0" y="2903804"/>
            <a:chExt cx="6696046" cy="1704130"/>
          </a:xfrm>
        </p:grpSpPr>
        <p:pic>
          <p:nvPicPr>
            <p:cNvPr id="32780" name="Picture 6">
              <a:extLst>
                <a:ext uri="{FF2B5EF4-FFF2-40B4-BE49-F238E27FC236}">
                  <a16:creationId xmlns:a16="http://schemas.microsoft.com/office/drawing/2014/main" id="{698F247F-020C-3741-8D57-D5A29AEA5C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596" y="3836409"/>
              <a:ext cx="6267450" cy="771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750" name="矩形 8">
              <a:extLst>
                <a:ext uri="{FF2B5EF4-FFF2-40B4-BE49-F238E27FC236}">
                  <a16:creationId xmlns:a16="http://schemas.microsoft.com/office/drawing/2014/main" id="{00A48898-7787-4982-ABC2-00993241D143}"/>
                </a:ext>
              </a:extLst>
            </p:cNvPr>
            <p:cNvSpPr>
              <a:spLocks noChangeArrowheads="1"/>
            </p:cNvSpPr>
            <p:nvPr/>
          </p:nvSpPr>
          <p:spPr bwMode="auto">
            <a:xfrm>
              <a:off x="0" y="3214800"/>
              <a:ext cx="2214553" cy="523615"/>
            </a:xfrm>
            <a:prstGeom prst="rect">
              <a:avLst/>
            </a:prstGeom>
            <a:solidFill>
              <a:srgbClr val="6C4C8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pPr>
              <a:r>
                <a:rPr lang="zh-CN" altLang="en-US" sz="2800">
                  <a:solidFill>
                    <a:schemeClr val="bg1"/>
                  </a:solidFill>
                  <a:sym typeface="+mn-lt"/>
                </a:rPr>
                <a:t>图书链表</a:t>
              </a:r>
            </a:p>
          </p:txBody>
        </p:sp>
        <p:cxnSp>
          <p:nvCxnSpPr>
            <p:cNvPr id="32782" name="直接连接符 9">
              <a:extLst>
                <a:ext uri="{FF2B5EF4-FFF2-40B4-BE49-F238E27FC236}">
                  <a16:creationId xmlns:a16="http://schemas.microsoft.com/office/drawing/2014/main" id="{AC54CAAA-B79F-FD47-8031-CB50BE325354}"/>
                </a:ext>
              </a:extLst>
            </p:cNvPr>
            <p:cNvCxnSpPr>
              <a:cxnSpLocks noChangeShapeType="1"/>
            </p:cNvCxnSpPr>
            <p:nvPr/>
          </p:nvCxnSpPr>
          <p:spPr bwMode="auto">
            <a:xfrm>
              <a:off x="2571736" y="2903804"/>
              <a:ext cx="1428761" cy="1025262"/>
            </a:xfrm>
            <a:prstGeom prst="line">
              <a:avLst/>
            </a:prstGeom>
            <a:noFill/>
            <a:ln w="31750">
              <a:solidFill>
                <a:srgbClr val="FF0000"/>
              </a:solidFill>
              <a:round/>
              <a:headEnd/>
              <a:tailEnd/>
            </a:ln>
            <a:extLst>
              <a:ext uri="{909E8E84-426E-40DD-AFC4-6F175D3DCCD1}">
                <a14:hiddenFill xmlns:a14="http://schemas.microsoft.com/office/drawing/2010/main">
                  <a:noFill/>
                </a14:hiddenFill>
              </a:ext>
            </a:extLst>
          </p:spPr>
        </p:cxnSp>
        <p:cxnSp>
          <p:nvCxnSpPr>
            <p:cNvPr id="32783" name="直接连接符 10">
              <a:extLst>
                <a:ext uri="{FF2B5EF4-FFF2-40B4-BE49-F238E27FC236}">
                  <a16:creationId xmlns:a16="http://schemas.microsoft.com/office/drawing/2014/main" id="{DAB59248-D103-874A-907A-ADE4148FC055}"/>
                </a:ext>
              </a:extLst>
            </p:cNvPr>
            <p:cNvCxnSpPr>
              <a:cxnSpLocks noChangeShapeType="1"/>
            </p:cNvCxnSpPr>
            <p:nvPr/>
          </p:nvCxnSpPr>
          <p:spPr bwMode="auto">
            <a:xfrm rot="16200000" flipH="1">
              <a:off x="3380708" y="3309278"/>
              <a:ext cx="1025262" cy="214314"/>
            </a:xfrm>
            <a:prstGeom prst="line">
              <a:avLst/>
            </a:prstGeom>
            <a:noFill/>
            <a:ln w="31750">
              <a:solidFill>
                <a:srgbClr val="FF0000"/>
              </a:solidFill>
              <a:round/>
              <a:headEnd/>
              <a:tailEnd/>
            </a:ln>
            <a:extLst>
              <a:ext uri="{909E8E84-426E-40DD-AFC4-6F175D3DCCD1}">
                <a14:hiddenFill xmlns:a14="http://schemas.microsoft.com/office/drawing/2010/main">
                  <a:noFill/>
                </a14:hiddenFill>
              </a:ext>
            </a:extLst>
          </p:spPr>
        </p:cxnSp>
      </p:grpSp>
      <p:sp>
        <p:nvSpPr>
          <p:cNvPr id="31749" name="Rectangle 154">
            <a:extLst>
              <a:ext uri="{FF2B5EF4-FFF2-40B4-BE49-F238E27FC236}">
                <a16:creationId xmlns:a16="http://schemas.microsoft.com/office/drawing/2014/main" id="{41327933-64A1-4E53-8171-B3CC0865C6F2}"/>
              </a:ext>
            </a:extLst>
          </p:cNvPr>
          <p:cNvSpPr txBox="1">
            <a:spLocks noChangeArrowheads="1"/>
          </p:cNvSpPr>
          <p:nvPr/>
        </p:nvSpPr>
        <p:spPr bwMode="auto">
          <a:xfrm>
            <a:off x="827088" y="161925"/>
            <a:ext cx="49339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2.3 </a:t>
            </a:r>
            <a:r>
              <a:rPr lang="zh-CN" altLang="en-US" sz="2800">
                <a:solidFill>
                  <a:schemeClr val="bg1"/>
                </a:solidFill>
                <a:sym typeface="+mn-lt"/>
              </a:rPr>
              <a:t>：图书信息管理系统</a:t>
            </a:r>
          </a:p>
        </p:txBody>
      </p:sp>
      <p:grpSp>
        <p:nvGrpSpPr>
          <p:cNvPr id="10" name="组合 9">
            <a:extLst>
              <a:ext uri="{FF2B5EF4-FFF2-40B4-BE49-F238E27FC236}">
                <a16:creationId xmlns:a16="http://schemas.microsoft.com/office/drawing/2014/main" id="{2E9D20C7-323E-A74C-B28A-DA17CBDC3AFA}"/>
              </a:ext>
            </a:extLst>
          </p:cNvPr>
          <p:cNvGrpSpPr>
            <a:grpSpLocks/>
          </p:cNvGrpSpPr>
          <p:nvPr/>
        </p:nvGrpSpPr>
        <p:grpSpPr bwMode="auto">
          <a:xfrm>
            <a:off x="0" y="6380163"/>
            <a:ext cx="9144000" cy="431800"/>
            <a:chOff x="0" y="6379908"/>
            <a:chExt cx="9144000" cy="432048"/>
          </a:xfrm>
        </p:grpSpPr>
        <p:grpSp>
          <p:nvGrpSpPr>
            <p:cNvPr id="32775" name="组合 5">
              <a:extLst>
                <a:ext uri="{FF2B5EF4-FFF2-40B4-BE49-F238E27FC236}">
                  <a16:creationId xmlns:a16="http://schemas.microsoft.com/office/drawing/2014/main" id="{50658091-EB8E-C34F-863B-04776B40566A}"/>
                </a:ext>
              </a:extLst>
            </p:cNvPr>
            <p:cNvGrpSpPr>
              <a:grpSpLocks/>
            </p:cNvGrpSpPr>
            <p:nvPr/>
          </p:nvGrpSpPr>
          <p:grpSpPr bwMode="auto">
            <a:xfrm>
              <a:off x="0" y="6379908"/>
              <a:ext cx="9144000" cy="432048"/>
              <a:chOff x="0" y="6165304"/>
              <a:chExt cx="9144000" cy="432048"/>
            </a:xfrm>
          </p:grpSpPr>
          <p:cxnSp>
            <p:nvCxnSpPr>
              <p:cNvPr id="32777" name="直接连接符 6">
                <a:extLst>
                  <a:ext uri="{FF2B5EF4-FFF2-40B4-BE49-F238E27FC236}">
                    <a16:creationId xmlns:a16="http://schemas.microsoft.com/office/drawing/2014/main" id="{7AECA7E6-E199-5B4C-A1C5-92BF6D56B40A}"/>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14" name="直接连接符 13">
                <a:extLst>
                  <a:ext uri="{FF2B5EF4-FFF2-40B4-BE49-F238E27FC236}">
                    <a16:creationId xmlns:a16="http://schemas.microsoft.com/office/drawing/2014/main" id="{61ED7FF8-054A-404F-8DD6-F2E23BAEDD58}"/>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32779" name="直接连接符 8">
                <a:extLst>
                  <a:ext uri="{FF2B5EF4-FFF2-40B4-BE49-F238E27FC236}">
                    <a16:creationId xmlns:a16="http://schemas.microsoft.com/office/drawing/2014/main" id="{8118CF71-79AF-9543-8406-D7CC4F01C5B6}"/>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12" name="Shape 26">
              <a:extLst>
                <a:ext uri="{FF2B5EF4-FFF2-40B4-BE49-F238E27FC236}">
                  <a16:creationId xmlns:a16="http://schemas.microsoft.com/office/drawing/2014/main" id="{27A9933A-61F9-4D83-962B-773A65CB626A}"/>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amond(in)">
                                      <p:cBhvr>
                                        <p:cTn id="7" dur="2000"/>
                                        <p:tgtEl>
                                          <p:spTgt spid="2"/>
                                        </p:tgtEl>
                                      </p:cBhvr>
                                    </p:animEffect>
                                  </p:childTnLst>
                                </p:cTn>
                              </p:par>
                            </p:childTnLst>
                          </p:cTn>
                        </p:par>
                        <p:par>
                          <p:cTn id="8" fill="hold" nodeType="afterGroup">
                            <p:stCondLst>
                              <p:cond delay="2000"/>
                            </p:stCondLst>
                            <p:childTnLst>
                              <p:par>
                                <p:cTn id="9" presetID="2" presetClass="entr" presetSubtype="4"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组合 73">
            <a:extLst>
              <a:ext uri="{FF2B5EF4-FFF2-40B4-BE49-F238E27FC236}">
                <a16:creationId xmlns:a16="http://schemas.microsoft.com/office/drawing/2014/main" id="{7699F840-67A5-254B-9A60-6FB9485478DE}"/>
              </a:ext>
            </a:extLst>
          </p:cNvPr>
          <p:cNvGrpSpPr>
            <a:grpSpLocks/>
          </p:cNvGrpSpPr>
          <p:nvPr/>
        </p:nvGrpSpPr>
        <p:grpSpPr bwMode="auto">
          <a:xfrm>
            <a:off x="0" y="6380163"/>
            <a:ext cx="9144000" cy="431800"/>
            <a:chOff x="0" y="6379908"/>
            <a:chExt cx="9144000" cy="432048"/>
          </a:xfrm>
        </p:grpSpPr>
        <p:grpSp>
          <p:nvGrpSpPr>
            <p:cNvPr id="33800" name="组合 5">
              <a:extLst>
                <a:ext uri="{FF2B5EF4-FFF2-40B4-BE49-F238E27FC236}">
                  <a16:creationId xmlns:a16="http://schemas.microsoft.com/office/drawing/2014/main" id="{83862FD2-8CF9-684E-B861-FE5E96A2AA4B}"/>
                </a:ext>
              </a:extLst>
            </p:cNvPr>
            <p:cNvGrpSpPr>
              <a:grpSpLocks/>
            </p:cNvGrpSpPr>
            <p:nvPr/>
          </p:nvGrpSpPr>
          <p:grpSpPr bwMode="auto">
            <a:xfrm>
              <a:off x="0" y="6379908"/>
              <a:ext cx="9144000" cy="432048"/>
              <a:chOff x="0" y="6165304"/>
              <a:chExt cx="9144000" cy="432048"/>
            </a:xfrm>
          </p:grpSpPr>
          <p:cxnSp>
            <p:nvCxnSpPr>
              <p:cNvPr id="33802" name="直接连接符 6">
                <a:extLst>
                  <a:ext uri="{FF2B5EF4-FFF2-40B4-BE49-F238E27FC236}">
                    <a16:creationId xmlns:a16="http://schemas.microsoft.com/office/drawing/2014/main" id="{D80E8D5C-C24E-B145-908A-A33CC9BB319D}"/>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78" name="直接连接符 77">
                <a:extLst>
                  <a:ext uri="{FF2B5EF4-FFF2-40B4-BE49-F238E27FC236}">
                    <a16:creationId xmlns:a16="http://schemas.microsoft.com/office/drawing/2014/main" id="{2F300217-4FD1-4450-9F94-520274EE29B5}"/>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33804" name="直接连接符 8">
                <a:extLst>
                  <a:ext uri="{FF2B5EF4-FFF2-40B4-BE49-F238E27FC236}">
                    <a16:creationId xmlns:a16="http://schemas.microsoft.com/office/drawing/2014/main" id="{371A7CA1-36B8-0747-B5DA-8BFFA21E47BA}"/>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76" name="Shape 26">
              <a:extLst>
                <a:ext uri="{FF2B5EF4-FFF2-40B4-BE49-F238E27FC236}">
                  <a16:creationId xmlns:a16="http://schemas.microsoft.com/office/drawing/2014/main" id="{D72014F2-6797-4160-A8D2-A49372AE7ACD}"/>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
        <p:nvSpPr>
          <p:cNvPr id="21" name="Rectangle 1044">
            <a:extLst>
              <a:ext uri="{FF2B5EF4-FFF2-40B4-BE49-F238E27FC236}">
                <a16:creationId xmlns:a16="http://schemas.microsoft.com/office/drawing/2014/main" id="{D470E43C-F591-46D9-97D2-95076392BD52}"/>
              </a:ext>
            </a:extLst>
          </p:cNvPr>
          <p:cNvSpPr>
            <a:spLocks noChangeArrowheads="1"/>
          </p:cNvSpPr>
          <p:nvPr/>
        </p:nvSpPr>
        <p:spPr bwMode="auto">
          <a:xfrm>
            <a:off x="1979613" y="1766888"/>
            <a:ext cx="6408737" cy="3822700"/>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a:sym typeface="+mn-lt"/>
              </a:rPr>
              <a:t>线性表中数据元素的类型可以为简单类型，也可以为复杂类型。</a:t>
            </a:r>
            <a:endParaRPr lang="en-US" altLang="zh-CN">
              <a:sym typeface="+mn-lt"/>
            </a:endParaRPr>
          </a:p>
          <a:p>
            <a:pPr eaLnBrk="1" hangingPunct="1">
              <a:spcBef>
                <a:spcPct val="50000"/>
              </a:spcBef>
            </a:pPr>
            <a:r>
              <a:rPr lang="zh-CN" altLang="en-US">
                <a:sym typeface="+mn-lt"/>
              </a:rPr>
              <a:t>许多实际应用问题所涉的基本操作有很大相似性，不应为每个具体应用单独编写一个程序。</a:t>
            </a:r>
            <a:endParaRPr lang="en-US" altLang="zh-CN">
              <a:sym typeface="+mn-lt"/>
            </a:endParaRPr>
          </a:p>
          <a:p>
            <a:pPr eaLnBrk="1" hangingPunct="1">
              <a:spcBef>
                <a:spcPct val="50000"/>
              </a:spcBef>
            </a:pPr>
            <a:r>
              <a:rPr lang="zh-CN" altLang="en-US">
                <a:sym typeface="+mn-lt"/>
              </a:rPr>
              <a:t>从具体应用中</a:t>
            </a:r>
            <a:r>
              <a:rPr lang="zh-CN" altLang="en-US">
                <a:solidFill>
                  <a:srgbClr val="FF0000"/>
                </a:solidFill>
                <a:sym typeface="+mn-lt"/>
              </a:rPr>
              <a:t>抽象出共性的逻辑结构和基本操作</a:t>
            </a:r>
            <a:r>
              <a:rPr lang="zh-CN" altLang="en-US">
                <a:sym typeface="+mn-lt"/>
              </a:rPr>
              <a:t>（</a:t>
            </a:r>
            <a:r>
              <a:rPr lang="zh-CN" altLang="en-US">
                <a:solidFill>
                  <a:srgbClr val="FF0000"/>
                </a:solidFill>
                <a:sym typeface="+mn-lt"/>
              </a:rPr>
              <a:t>抽象数据类型</a:t>
            </a:r>
            <a:r>
              <a:rPr lang="zh-CN" altLang="en-US">
                <a:sym typeface="+mn-lt"/>
              </a:rPr>
              <a:t>），然后实现其存储结构和基本操作。</a:t>
            </a:r>
            <a:endParaRPr lang="en-US" altLang="zh-CN">
              <a:sym typeface="+mn-lt"/>
            </a:endParaRPr>
          </a:p>
        </p:txBody>
      </p:sp>
      <p:sp>
        <p:nvSpPr>
          <p:cNvPr id="32772" name="Rectangle 154">
            <a:extLst>
              <a:ext uri="{FF2B5EF4-FFF2-40B4-BE49-F238E27FC236}">
                <a16:creationId xmlns:a16="http://schemas.microsoft.com/office/drawing/2014/main" id="{98A2D96E-BDBD-46C9-9C25-954467C69FAE}"/>
              </a:ext>
            </a:extLst>
          </p:cNvPr>
          <p:cNvSpPr txBox="1">
            <a:spLocks noChangeArrowheads="1"/>
          </p:cNvSpPr>
          <p:nvPr/>
        </p:nvSpPr>
        <p:spPr bwMode="auto">
          <a:xfrm>
            <a:off x="827088" y="161925"/>
            <a:ext cx="49339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defRPr/>
            </a:pPr>
            <a:r>
              <a:rPr lang="zh-CN" altLang="en-US">
                <a:solidFill>
                  <a:schemeClr val="bg1"/>
                </a:solidFill>
                <a:latin typeface="+mn-lt"/>
                <a:ea typeface="+mn-ea"/>
                <a:cs typeface="+mn-ea"/>
                <a:sym typeface="+mn-lt"/>
              </a:rPr>
              <a:t>总结</a:t>
            </a:r>
          </a:p>
        </p:txBody>
      </p:sp>
      <p:sp>
        <p:nvSpPr>
          <p:cNvPr id="61" name="Diamond 8">
            <a:extLst>
              <a:ext uri="{FF2B5EF4-FFF2-40B4-BE49-F238E27FC236}">
                <a16:creationId xmlns:a16="http://schemas.microsoft.com/office/drawing/2014/main" id="{FE01A12C-DCF5-40A9-9451-40271B501852}"/>
              </a:ext>
            </a:extLst>
          </p:cNvPr>
          <p:cNvSpPr/>
          <p:nvPr/>
        </p:nvSpPr>
        <p:spPr>
          <a:xfrm>
            <a:off x="727075" y="4175125"/>
            <a:ext cx="982663" cy="944563"/>
          </a:xfrm>
          <a:prstGeom prst="diamond">
            <a:avLst/>
          </a:prstGeom>
          <a:solidFill>
            <a:srgbClr val="4BACC6"/>
          </a:solidFill>
          <a:ln w="25400" cap="flat" cmpd="sng" algn="ctr">
            <a:noFill/>
            <a:prstDash val="solid"/>
          </a:ln>
          <a:effectLst/>
        </p:spPr>
        <p:txBody>
          <a:bodyPr anchor="ctr"/>
          <a:lstStyle/>
          <a:p>
            <a:pPr algn="ctr" eaLnBrk="1" fontAlgn="auto" hangingPunct="1">
              <a:spcBef>
                <a:spcPts val="0"/>
              </a:spcBef>
              <a:spcAft>
                <a:spcPts val="0"/>
              </a:spcAft>
              <a:defRPr/>
            </a:pPr>
            <a:r>
              <a:rPr lang="en-GB" sz="1800" kern="0" dirty="0">
                <a:solidFill>
                  <a:schemeClr val="bg1"/>
                </a:solidFill>
                <a:latin typeface="+mn-lt"/>
                <a:ea typeface="+mn-ea"/>
                <a:cs typeface="+mn-ea"/>
                <a:sym typeface="+mn-lt"/>
              </a:rPr>
              <a:t>03</a:t>
            </a:r>
          </a:p>
        </p:txBody>
      </p:sp>
      <p:sp>
        <p:nvSpPr>
          <p:cNvPr id="66" name="Diamond 13">
            <a:extLst>
              <a:ext uri="{FF2B5EF4-FFF2-40B4-BE49-F238E27FC236}">
                <a16:creationId xmlns:a16="http://schemas.microsoft.com/office/drawing/2014/main" id="{97DB55D7-32A4-4113-ADBF-E3A9C6ADBF4C}"/>
              </a:ext>
            </a:extLst>
          </p:cNvPr>
          <p:cNvSpPr/>
          <p:nvPr/>
        </p:nvSpPr>
        <p:spPr>
          <a:xfrm>
            <a:off x="727075" y="1766888"/>
            <a:ext cx="982663" cy="944562"/>
          </a:xfrm>
          <a:prstGeom prst="diamond">
            <a:avLst/>
          </a:prstGeom>
          <a:solidFill>
            <a:srgbClr val="C0504D"/>
          </a:solidFill>
          <a:ln w="25400" cap="flat" cmpd="sng" algn="ctr">
            <a:noFill/>
            <a:prstDash val="solid"/>
          </a:ln>
          <a:effectLst/>
        </p:spPr>
        <p:txBody>
          <a:bodyPr anchor="ctr"/>
          <a:lstStyle/>
          <a:p>
            <a:pPr algn="ctr" eaLnBrk="1" fontAlgn="auto" hangingPunct="1">
              <a:spcBef>
                <a:spcPts val="0"/>
              </a:spcBef>
              <a:spcAft>
                <a:spcPts val="0"/>
              </a:spcAft>
              <a:defRPr/>
            </a:pPr>
            <a:r>
              <a:rPr lang="en-GB" sz="1800" kern="0" dirty="0">
                <a:solidFill>
                  <a:schemeClr val="bg1"/>
                </a:solidFill>
                <a:latin typeface="+mn-lt"/>
                <a:ea typeface="+mn-ea"/>
                <a:cs typeface="+mn-ea"/>
                <a:sym typeface="+mn-lt"/>
              </a:rPr>
              <a:t>01</a:t>
            </a:r>
          </a:p>
        </p:txBody>
      </p:sp>
      <p:sp>
        <p:nvSpPr>
          <p:cNvPr id="69" name="Diamond 16">
            <a:extLst>
              <a:ext uri="{FF2B5EF4-FFF2-40B4-BE49-F238E27FC236}">
                <a16:creationId xmlns:a16="http://schemas.microsoft.com/office/drawing/2014/main" id="{29A5F678-8D6B-4F51-A233-5C2DC8C68336}"/>
              </a:ext>
            </a:extLst>
          </p:cNvPr>
          <p:cNvSpPr/>
          <p:nvPr/>
        </p:nvSpPr>
        <p:spPr>
          <a:xfrm>
            <a:off x="719138" y="3006725"/>
            <a:ext cx="984250" cy="944563"/>
          </a:xfrm>
          <a:prstGeom prst="diamond">
            <a:avLst/>
          </a:prstGeom>
          <a:solidFill>
            <a:srgbClr val="8064A2"/>
          </a:solidFill>
          <a:ln w="25400" cap="flat" cmpd="sng" algn="ctr">
            <a:noFill/>
            <a:prstDash val="solid"/>
          </a:ln>
          <a:effectLst/>
        </p:spPr>
        <p:txBody>
          <a:bodyPr anchor="ctr"/>
          <a:lstStyle/>
          <a:p>
            <a:pPr algn="ctr" eaLnBrk="1" fontAlgn="auto" hangingPunct="1">
              <a:spcBef>
                <a:spcPts val="0"/>
              </a:spcBef>
              <a:spcAft>
                <a:spcPts val="0"/>
              </a:spcAft>
              <a:defRPr/>
            </a:pPr>
            <a:r>
              <a:rPr lang="en-GB" sz="1800" kern="0" dirty="0">
                <a:solidFill>
                  <a:schemeClr val="bg1"/>
                </a:solidFill>
                <a:latin typeface="+mn-lt"/>
                <a:ea typeface="+mn-ea"/>
                <a:cs typeface="+mn-ea"/>
                <a:sym typeface="+mn-lt"/>
              </a:rPr>
              <a:t>02</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66">
                                            <p:bg/>
                                          </p:spTgt>
                                        </p:tgtEl>
                                        <p:attrNameLst>
                                          <p:attrName>style.visibility</p:attrName>
                                        </p:attrNameLst>
                                      </p:cBhvr>
                                      <p:to>
                                        <p:strVal val="visible"/>
                                      </p:to>
                                    </p:set>
                                    <p:animEffect transition="in" filter="box(in)">
                                      <p:cBhvr>
                                        <p:cTn id="7" dur="500"/>
                                        <p:tgtEl>
                                          <p:spTgt spid="66">
                                            <p:bg/>
                                          </p:spTgt>
                                        </p:tgtEl>
                                      </p:cBhvr>
                                    </p:animEffect>
                                  </p:childTnLst>
                                </p:cTn>
                              </p:par>
                            </p:childTnLst>
                          </p:cTn>
                        </p:par>
                        <p:par>
                          <p:cTn id="8" fill="hold" nodeType="afterGroup">
                            <p:stCondLst>
                              <p:cond delay="500"/>
                            </p:stCondLst>
                            <p:childTnLst>
                              <p:par>
                                <p:cTn id="9" presetID="4" presetClass="entr" presetSubtype="16" fill="hold" grpId="0" nodeType="afterEffect">
                                  <p:stCondLst>
                                    <p:cond delay="0"/>
                                  </p:stCondLst>
                                  <p:childTnLst>
                                    <p:set>
                                      <p:cBhvr>
                                        <p:cTn id="10" dur="1" fill="hold">
                                          <p:stCondLst>
                                            <p:cond delay="0"/>
                                          </p:stCondLst>
                                        </p:cTn>
                                        <p:tgtEl>
                                          <p:spTgt spid="66">
                                            <p:txEl>
                                              <p:pRg st="0" end="0"/>
                                            </p:txEl>
                                          </p:spTgt>
                                        </p:tgtEl>
                                        <p:attrNameLst>
                                          <p:attrName>style.visibility</p:attrName>
                                        </p:attrNameLst>
                                      </p:cBhvr>
                                      <p:to>
                                        <p:strVal val="visible"/>
                                      </p:to>
                                    </p:set>
                                    <p:animEffect transition="in" filter="box(in)">
                                      <p:cBhvr>
                                        <p:cTn id="11" dur="500"/>
                                        <p:tgtEl>
                                          <p:spTgt spid="66">
                                            <p:txEl>
                                              <p:pRg st="0" end="0"/>
                                            </p:txEl>
                                          </p:spTgt>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4" presetClass="entr" presetSubtype="16" fill="hold" grpId="0" nodeType="clickEffect">
                                  <p:stCondLst>
                                    <p:cond delay="0"/>
                                  </p:stCondLst>
                                  <p:childTnLst>
                                    <p:set>
                                      <p:cBhvr>
                                        <p:cTn id="15" dur="1" fill="hold">
                                          <p:stCondLst>
                                            <p:cond delay="0"/>
                                          </p:stCondLst>
                                        </p:cTn>
                                        <p:tgtEl>
                                          <p:spTgt spid="21">
                                            <p:txEl>
                                              <p:pRg st="0" end="0"/>
                                            </p:txEl>
                                          </p:spTgt>
                                        </p:tgtEl>
                                        <p:attrNameLst>
                                          <p:attrName>style.visibility</p:attrName>
                                        </p:attrNameLst>
                                      </p:cBhvr>
                                      <p:to>
                                        <p:strVal val="visible"/>
                                      </p:to>
                                    </p:set>
                                    <p:animEffect transition="in" filter="box(in)">
                                      <p:cBhvr>
                                        <p:cTn id="16" dur="500"/>
                                        <p:tgtEl>
                                          <p:spTgt spid="21">
                                            <p:txEl>
                                              <p:pRg st="0" end="0"/>
                                            </p:txEl>
                                          </p:spTgt>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4" presetClass="entr" presetSubtype="16" fill="hold" grpId="0" nodeType="clickEffect">
                                  <p:stCondLst>
                                    <p:cond delay="0"/>
                                  </p:stCondLst>
                                  <p:childTnLst>
                                    <p:set>
                                      <p:cBhvr>
                                        <p:cTn id="20" dur="1" fill="hold">
                                          <p:stCondLst>
                                            <p:cond delay="0"/>
                                          </p:stCondLst>
                                        </p:cTn>
                                        <p:tgtEl>
                                          <p:spTgt spid="69">
                                            <p:bg/>
                                          </p:spTgt>
                                        </p:tgtEl>
                                        <p:attrNameLst>
                                          <p:attrName>style.visibility</p:attrName>
                                        </p:attrNameLst>
                                      </p:cBhvr>
                                      <p:to>
                                        <p:strVal val="visible"/>
                                      </p:to>
                                    </p:set>
                                    <p:animEffect transition="in" filter="box(in)">
                                      <p:cBhvr>
                                        <p:cTn id="21" dur="500"/>
                                        <p:tgtEl>
                                          <p:spTgt spid="69">
                                            <p:bg/>
                                          </p:spTgt>
                                        </p:tgtEl>
                                      </p:cBhvr>
                                    </p:animEffect>
                                  </p:childTnLst>
                                </p:cTn>
                              </p:par>
                            </p:childTnLst>
                          </p:cTn>
                        </p:par>
                        <p:par>
                          <p:cTn id="22" fill="hold" nodeType="afterGroup">
                            <p:stCondLst>
                              <p:cond delay="500"/>
                            </p:stCondLst>
                            <p:childTnLst>
                              <p:par>
                                <p:cTn id="23" presetID="4" presetClass="entr" presetSubtype="16" fill="hold" grpId="0" nodeType="afterEffect">
                                  <p:stCondLst>
                                    <p:cond delay="0"/>
                                  </p:stCondLst>
                                  <p:childTnLst>
                                    <p:set>
                                      <p:cBhvr>
                                        <p:cTn id="24" dur="1" fill="hold">
                                          <p:stCondLst>
                                            <p:cond delay="0"/>
                                          </p:stCondLst>
                                        </p:cTn>
                                        <p:tgtEl>
                                          <p:spTgt spid="69">
                                            <p:txEl>
                                              <p:pRg st="0" end="0"/>
                                            </p:txEl>
                                          </p:spTgt>
                                        </p:tgtEl>
                                        <p:attrNameLst>
                                          <p:attrName>style.visibility</p:attrName>
                                        </p:attrNameLst>
                                      </p:cBhvr>
                                      <p:to>
                                        <p:strVal val="visible"/>
                                      </p:to>
                                    </p:set>
                                    <p:animEffect transition="in" filter="box(in)">
                                      <p:cBhvr>
                                        <p:cTn id="25" dur="500"/>
                                        <p:tgtEl>
                                          <p:spTgt spid="69">
                                            <p:txEl>
                                              <p:pRg st="0" end="0"/>
                                            </p:txEl>
                                          </p:spTgt>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4" presetClass="entr" presetSubtype="16" fill="hold" grpId="0" nodeType="clickEffect">
                                  <p:stCondLst>
                                    <p:cond delay="0"/>
                                  </p:stCondLst>
                                  <p:childTnLst>
                                    <p:set>
                                      <p:cBhvr>
                                        <p:cTn id="29" dur="1" fill="hold">
                                          <p:stCondLst>
                                            <p:cond delay="0"/>
                                          </p:stCondLst>
                                        </p:cTn>
                                        <p:tgtEl>
                                          <p:spTgt spid="21">
                                            <p:txEl>
                                              <p:pRg st="1" end="1"/>
                                            </p:txEl>
                                          </p:spTgt>
                                        </p:tgtEl>
                                        <p:attrNameLst>
                                          <p:attrName>style.visibility</p:attrName>
                                        </p:attrNameLst>
                                      </p:cBhvr>
                                      <p:to>
                                        <p:strVal val="visible"/>
                                      </p:to>
                                    </p:set>
                                    <p:animEffect transition="in" filter="box(in)">
                                      <p:cBhvr>
                                        <p:cTn id="30" dur="500"/>
                                        <p:tgtEl>
                                          <p:spTgt spid="21">
                                            <p:txEl>
                                              <p:pRg st="1" end="1"/>
                                            </p:txEl>
                                          </p:spTgt>
                                        </p:tgtEl>
                                      </p:cBhvr>
                                    </p:animEffect>
                                  </p:childTnLst>
                                </p:cTn>
                              </p:par>
                            </p:childTnLst>
                          </p:cTn>
                        </p:par>
                      </p:childTnLst>
                    </p:cTn>
                  </p:par>
                  <p:par>
                    <p:cTn id="31" fill="hold" nodeType="clickPar">
                      <p:stCondLst>
                        <p:cond delay="indefinite"/>
                      </p:stCondLst>
                      <p:childTnLst>
                        <p:par>
                          <p:cTn id="32" fill="hold" nodeType="withGroup">
                            <p:stCondLst>
                              <p:cond delay="0"/>
                            </p:stCondLst>
                            <p:childTnLst>
                              <p:par>
                                <p:cTn id="33" presetID="4" presetClass="entr" presetSubtype="16" fill="hold" grpId="0" nodeType="clickEffect">
                                  <p:stCondLst>
                                    <p:cond delay="0"/>
                                  </p:stCondLst>
                                  <p:childTnLst>
                                    <p:set>
                                      <p:cBhvr>
                                        <p:cTn id="34" dur="1" fill="hold">
                                          <p:stCondLst>
                                            <p:cond delay="0"/>
                                          </p:stCondLst>
                                        </p:cTn>
                                        <p:tgtEl>
                                          <p:spTgt spid="61">
                                            <p:bg/>
                                          </p:spTgt>
                                        </p:tgtEl>
                                        <p:attrNameLst>
                                          <p:attrName>style.visibility</p:attrName>
                                        </p:attrNameLst>
                                      </p:cBhvr>
                                      <p:to>
                                        <p:strVal val="visible"/>
                                      </p:to>
                                    </p:set>
                                    <p:animEffect transition="in" filter="box(in)">
                                      <p:cBhvr>
                                        <p:cTn id="35" dur="500"/>
                                        <p:tgtEl>
                                          <p:spTgt spid="61">
                                            <p:bg/>
                                          </p:spTgt>
                                        </p:tgtEl>
                                      </p:cBhvr>
                                    </p:animEffect>
                                  </p:childTnLst>
                                </p:cTn>
                              </p:par>
                            </p:childTnLst>
                          </p:cTn>
                        </p:par>
                        <p:par>
                          <p:cTn id="36" fill="hold" nodeType="afterGroup">
                            <p:stCondLst>
                              <p:cond delay="500"/>
                            </p:stCondLst>
                            <p:childTnLst>
                              <p:par>
                                <p:cTn id="37" presetID="4" presetClass="entr" presetSubtype="16" fill="hold" grpId="0" nodeType="afterEffect">
                                  <p:stCondLst>
                                    <p:cond delay="0"/>
                                  </p:stCondLst>
                                  <p:childTnLst>
                                    <p:set>
                                      <p:cBhvr>
                                        <p:cTn id="38" dur="1" fill="hold">
                                          <p:stCondLst>
                                            <p:cond delay="0"/>
                                          </p:stCondLst>
                                        </p:cTn>
                                        <p:tgtEl>
                                          <p:spTgt spid="61">
                                            <p:txEl>
                                              <p:pRg st="0" end="0"/>
                                            </p:txEl>
                                          </p:spTgt>
                                        </p:tgtEl>
                                        <p:attrNameLst>
                                          <p:attrName>style.visibility</p:attrName>
                                        </p:attrNameLst>
                                      </p:cBhvr>
                                      <p:to>
                                        <p:strVal val="visible"/>
                                      </p:to>
                                    </p:set>
                                    <p:animEffect transition="in" filter="box(in)">
                                      <p:cBhvr>
                                        <p:cTn id="39" dur="500"/>
                                        <p:tgtEl>
                                          <p:spTgt spid="61">
                                            <p:txEl>
                                              <p:pRg st="0" end="0"/>
                                            </p:txEl>
                                          </p:spTgt>
                                        </p:tgtEl>
                                      </p:cBhvr>
                                    </p:animEffect>
                                  </p:childTnLst>
                                </p:cTn>
                              </p:par>
                            </p:childTnLst>
                          </p:cTn>
                        </p:par>
                      </p:childTnLst>
                    </p:cTn>
                  </p:par>
                  <p:par>
                    <p:cTn id="40" fill="hold" nodeType="clickPar">
                      <p:stCondLst>
                        <p:cond delay="indefinite"/>
                      </p:stCondLst>
                      <p:childTnLst>
                        <p:par>
                          <p:cTn id="41" fill="hold" nodeType="withGroup">
                            <p:stCondLst>
                              <p:cond delay="0"/>
                            </p:stCondLst>
                            <p:childTnLst>
                              <p:par>
                                <p:cTn id="42" presetID="4" presetClass="entr" presetSubtype="16" fill="hold" grpId="0" nodeType="clickEffect">
                                  <p:stCondLst>
                                    <p:cond delay="0"/>
                                  </p:stCondLst>
                                  <p:childTnLst>
                                    <p:set>
                                      <p:cBhvr>
                                        <p:cTn id="43" dur="1" fill="hold">
                                          <p:stCondLst>
                                            <p:cond delay="0"/>
                                          </p:stCondLst>
                                        </p:cTn>
                                        <p:tgtEl>
                                          <p:spTgt spid="21">
                                            <p:txEl>
                                              <p:pRg st="2" end="2"/>
                                            </p:txEl>
                                          </p:spTgt>
                                        </p:tgtEl>
                                        <p:attrNameLst>
                                          <p:attrName>style.visibility</p:attrName>
                                        </p:attrNameLst>
                                      </p:cBhvr>
                                      <p:to>
                                        <p:strVal val="visible"/>
                                      </p:to>
                                    </p:set>
                                    <p:animEffect transition="in" filter="box(in)">
                                      <p:cBhvr>
                                        <p:cTn id="44" dur="500"/>
                                        <p:tgtEl>
                                          <p:spTgt spid="21">
                                            <p:txEl>
                                              <p:pRg st="2" end="2"/>
                                            </p:txEl>
                                          </p:spTgt>
                                        </p:tgtEl>
                                      </p:cBhvr>
                                    </p:animEffect>
                                  </p:childTnLst>
                                </p:cTn>
                              </p:par>
                            </p:childTnLst>
                          </p:cTn>
                        </p:par>
                        <p:par>
                          <p:cTn id="45" fill="hold" nodeType="afterGroup">
                            <p:stCondLst>
                              <p:cond delay="500"/>
                            </p:stCondLst>
                            <p:childTnLst>
                              <p:par>
                                <p:cTn id="46" presetID="2" presetClass="entr" presetSubtype="4" fill="hold" nodeType="afterEffect">
                                  <p:stCondLst>
                                    <p:cond delay="0"/>
                                  </p:stCondLst>
                                  <p:childTnLst>
                                    <p:set>
                                      <p:cBhvr>
                                        <p:cTn id="47" dur="1" fill="hold">
                                          <p:stCondLst>
                                            <p:cond delay="0"/>
                                          </p:stCondLst>
                                        </p:cTn>
                                        <p:tgtEl>
                                          <p:spTgt spid="74"/>
                                        </p:tgtEl>
                                        <p:attrNameLst>
                                          <p:attrName>style.visibility</p:attrName>
                                        </p:attrNameLst>
                                      </p:cBhvr>
                                      <p:to>
                                        <p:strVal val="visible"/>
                                      </p:to>
                                    </p:set>
                                    <p:anim calcmode="lin" valueType="num">
                                      <p:cBhvr additive="base">
                                        <p:cTn id="48" dur="500" fill="hold"/>
                                        <p:tgtEl>
                                          <p:spTgt spid="74"/>
                                        </p:tgtEl>
                                        <p:attrNameLst>
                                          <p:attrName>ppt_x</p:attrName>
                                        </p:attrNameLst>
                                      </p:cBhvr>
                                      <p:tavLst>
                                        <p:tav tm="0">
                                          <p:val>
                                            <p:strVal val="#ppt_x"/>
                                          </p:val>
                                        </p:tav>
                                        <p:tav tm="100000">
                                          <p:val>
                                            <p:strVal val="#ppt_x"/>
                                          </p:val>
                                        </p:tav>
                                      </p:tavLst>
                                    </p:anim>
                                    <p:anim calcmode="lin" valueType="num">
                                      <p:cBhvr additive="base">
                                        <p:cTn id="49" dur="500" fill="hold"/>
                                        <p:tgtEl>
                                          <p:spTgt spid="7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p:bldP spid="61" grpId="0" build="p" animBg="1"/>
      <p:bldP spid="66" grpId="0" build="p" animBg="1"/>
      <p:bldP spid="69" grpId="0" build="p"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818" name="图片 9">
            <a:extLst>
              <a:ext uri="{FF2B5EF4-FFF2-40B4-BE49-F238E27FC236}">
                <a16:creationId xmlns:a16="http://schemas.microsoft.com/office/drawing/2014/main" id="{138E7299-4179-8343-9B60-77C000E3E3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75"/>
          <a:stretch>
            <a:fillRect/>
          </a:stretch>
        </p:blipFill>
        <p:spPr bwMode="auto">
          <a:xfrm>
            <a:off x="0" y="1588"/>
            <a:ext cx="9124950"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6" name="矩形: 圆角 16">
            <a:extLst>
              <a:ext uri="{FF2B5EF4-FFF2-40B4-BE49-F238E27FC236}">
                <a16:creationId xmlns:a16="http://schemas.microsoft.com/office/drawing/2014/main" id="{7CFAC888-FAA0-46A9-8504-0103C3367789}"/>
              </a:ext>
            </a:extLst>
          </p:cNvPr>
          <p:cNvSpPr>
            <a:spLocks noChangeArrowheads="1"/>
          </p:cNvSpPr>
          <p:nvPr/>
        </p:nvSpPr>
        <p:spPr bwMode="auto">
          <a:xfrm>
            <a:off x="3044825" y="3343275"/>
            <a:ext cx="5199063"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11267" name="矩形: 圆角 15">
            <a:extLst>
              <a:ext uri="{FF2B5EF4-FFF2-40B4-BE49-F238E27FC236}">
                <a16:creationId xmlns:a16="http://schemas.microsoft.com/office/drawing/2014/main" id="{DB13DCA1-0F97-4F38-A92C-0F5A23B54C50}"/>
              </a:ext>
            </a:extLst>
          </p:cNvPr>
          <p:cNvSpPr>
            <a:spLocks noChangeArrowheads="1"/>
          </p:cNvSpPr>
          <p:nvPr/>
        </p:nvSpPr>
        <p:spPr bwMode="auto">
          <a:xfrm>
            <a:off x="2100263" y="3343275"/>
            <a:ext cx="839787" cy="504825"/>
          </a:xfrm>
          <a:prstGeom prst="roundRect">
            <a:avLst>
              <a:gd name="adj" fmla="val 16667"/>
            </a:avLst>
          </a:prstGeom>
          <a:solidFill>
            <a:schemeClr val="accent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8" name="矩形 7">
            <a:extLst>
              <a:ext uri="{FF2B5EF4-FFF2-40B4-BE49-F238E27FC236}">
                <a16:creationId xmlns:a16="http://schemas.microsoft.com/office/drawing/2014/main" id="{79CD9BCE-61AA-4137-A586-3E46CE0636D2}"/>
              </a:ext>
            </a:extLst>
          </p:cNvPr>
          <p:cNvSpPr/>
          <p:nvPr/>
        </p:nvSpPr>
        <p:spPr bwMode="auto">
          <a:xfrm>
            <a:off x="9525" y="1588"/>
            <a:ext cx="9151938" cy="2024062"/>
          </a:xfrm>
          <a:prstGeom prst="rect">
            <a:avLst/>
          </a:prstGeom>
          <a:solidFill>
            <a:schemeClr val="tx1">
              <a:alpha val="50000"/>
            </a:schemeClr>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zh-CN" altLang="en-US" sz="1800" kern="0">
              <a:solidFill>
                <a:prstClr val="white"/>
              </a:solidFill>
              <a:latin typeface="+mn-lt"/>
              <a:ea typeface="+mn-ea"/>
              <a:cs typeface="+mn-ea"/>
              <a:sym typeface="+mn-lt"/>
            </a:endParaRPr>
          </a:p>
        </p:txBody>
      </p:sp>
      <p:sp>
        <p:nvSpPr>
          <p:cNvPr id="7" name="Shape 26">
            <a:extLst>
              <a:ext uri="{FF2B5EF4-FFF2-40B4-BE49-F238E27FC236}">
                <a16:creationId xmlns:a16="http://schemas.microsoft.com/office/drawing/2014/main" id="{CDC1DC47-61B5-437F-9D5A-4E1B9BB5A5DA}"/>
              </a:ext>
            </a:extLst>
          </p:cNvPr>
          <p:cNvSpPr/>
          <p:nvPr/>
        </p:nvSpPr>
        <p:spPr>
          <a:xfrm flipH="1">
            <a:off x="-36513" y="774700"/>
            <a:ext cx="9207501" cy="1260475"/>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bg1"/>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
        <p:nvSpPr>
          <p:cNvPr id="13" name="文本框 12">
            <a:extLst>
              <a:ext uri="{FF2B5EF4-FFF2-40B4-BE49-F238E27FC236}">
                <a16:creationId xmlns:a16="http://schemas.microsoft.com/office/drawing/2014/main" id="{BEDAD9D6-9992-4F49-AA83-C1B5D65B5F1E}"/>
              </a:ext>
            </a:extLst>
          </p:cNvPr>
          <p:cNvSpPr txBox="1"/>
          <p:nvPr/>
        </p:nvSpPr>
        <p:spPr>
          <a:xfrm>
            <a:off x="558800" y="331788"/>
            <a:ext cx="2573338" cy="647700"/>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dist"/>
            <a:r>
              <a:rPr lang="zh-CN" altLang="en-US" sz="3600">
                <a:solidFill>
                  <a:schemeClr val="bg1"/>
                </a:solidFill>
                <a:ea typeface="微软雅黑" panose="020B0503020204020204" pitchFamily="34" charset="-122"/>
                <a:sym typeface="+mn-lt"/>
              </a:rPr>
              <a:t>目录导航</a:t>
            </a:r>
          </a:p>
        </p:txBody>
      </p:sp>
      <p:sp>
        <p:nvSpPr>
          <p:cNvPr id="14" name="文本框 13">
            <a:extLst>
              <a:ext uri="{FF2B5EF4-FFF2-40B4-BE49-F238E27FC236}">
                <a16:creationId xmlns:a16="http://schemas.microsoft.com/office/drawing/2014/main" id="{F3E2125F-62AC-4E73-B917-1E3A3A8B40CF}"/>
              </a:ext>
            </a:extLst>
          </p:cNvPr>
          <p:cNvSpPr txBox="1"/>
          <p:nvPr/>
        </p:nvSpPr>
        <p:spPr>
          <a:xfrm>
            <a:off x="2219325" y="2138363"/>
            <a:ext cx="720725" cy="4524375"/>
          </a:xfrm>
          <a:prstGeom prst="rect">
            <a:avLst/>
          </a:prstGeom>
          <a:noFill/>
        </p:spPr>
        <p:txBody>
          <a:bodyPr>
            <a:spAutoFit/>
          </a:bodyPr>
          <a:lstStyle/>
          <a:p>
            <a:pPr>
              <a:lnSpc>
                <a:spcPct val="150000"/>
              </a:lnSpc>
              <a:defRPr/>
            </a:pPr>
            <a:r>
              <a:rPr lang="en-US" altLang="zh-CN" sz="2400" dirty="0">
                <a:latin typeface="+mn-lt"/>
                <a:ea typeface="+mn-ea"/>
                <a:cs typeface="+mn-ea"/>
                <a:sym typeface="+mn-lt"/>
              </a:rPr>
              <a:t>2.1</a:t>
            </a:r>
            <a:endParaRPr lang="zh-CN" altLang="en-US" sz="2400" dirty="0">
              <a:latin typeface="+mn-lt"/>
              <a:ea typeface="+mn-ea"/>
              <a:cs typeface="+mn-ea"/>
              <a:sym typeface="+mn-lt"/>
            </a:endParaRPr>
          </a:p>
          <a:p>
            <a:pPr>
              <a:lnSpc>
                <a:spcPct val="150000"/>
              </a:lnSpc>
              <a:defRPr/>
            </a:pPr>
            <a:r>
              <a:rPr lang="en-US" altLang="zh-CN" sz="2400" dirty="0">
                <a:latin typeface="+mn-lt"/>
                <a:ea typeface="+mn-ea"/>
                <a:cs typeface="+mn-ea"/>
                <a:sym typeface="+mn-lt"/>
              </a:rPr>
              <a:t>2.2</a:t>
            </a:r>
            <a:endParaRPr lang="zh-CN" altLang="en-US" sz="2400" dirty="0">
              <a:latin typeface="+mn-lt"/>
              <a:ea typeface="+mn-ea"/>
              <a:cs typeface="+mn-ea"/>
              <a:sym typeface="+mn-lt"/>
            </a:endParaRPr>
          </a:p>
          <a:p>
            <a:pPr>
              <a:lnSpc>
                <a:spcPct val="150000"/>
              </a:lnSpc>
              <a:defRPr/>
            </a:pPr>
            <a:r>
              <a:rPr lang="en-US" altLang="zh-CN" sz="2400" dirty="0">
                <a:solidFill>
                  <a:schemeClr val="bg1"/>
                </a:solidFill>
                <a:latin typeface="+mn-lt"/>
                <a:ea typeface="+mn-ea"/>
                <a:cs typeface="+mn-ea"/>
                <a:sym typeface="+mn-lt"/>
              </a:rPr>
              <a:t>2.3</a:t>
            </a:r>
            <a:endParaRPr lang="zh-CN" altLang="en-US" sz="2400" dirty="0">
              <a:solidFill>
                <a:schemeClr val="bg1"/>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2.4</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2.5</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2.6</a:t>
            </a:r>
          </a:p>
          <a:p>
            <a:pPr>
              <a:lnSpc>
                <a:spcPct val="150000"/>
              </a:lnSpc>
              <a:defRPr/>
            </a:pPr>
            <a:r>
              <a:rPr lang="en-US" altLang="zh-CN" sz="2400" dirty="0">
                <a:solidFill>
                  <a:schemeClr val="tx1">
                    <a:lumMod val="95000"/>
                    <a:lumOff val="5000"/>
                  </a:schemeClr>
                </a:solidFill>
                <a:latin typeface="+mn-lt"/>
                <a:ea typeface="+mn-ea"/>
                <a:cs typeface="+mn-ea"/>
                <a:sym typeface="+mn-lt"/>
              </a:rPr>
              <a:t>2.7</a:t>
            </a:r>
          </a:p>
          <a:p>
            <a:pPr>
              <a:lnSpc>
                <a:spcPct val="150000"/>
              </a:lnSpc>
              <a:defRPr/>
            </a:pPr>
            <a:r>
              <a:rPr lang="en-US" altLang="zh-CN" sz="2400" dirty="0">
                <a:solidFill>
                  <a:schemeClr val="tx1">
                    <a:lumMod val="95000"/>
                    <a:lumOff val="5000"/>
                  </a:schemeClr>
                </a:solidFill>
                <a:latin typeface="+mn-lt"/>
                <a:ea typeface="+mn-ea"/>
                <a:cs typeface="+mn-ea"/>
                <a:sym typeface="+mn-lt"/>
              </a:rPr>
              <a:t>2.8</a:t>
            </a:r>
            <a:endParaRPr lang="zh-CN" altLang="en-US" sz="2400" dirty="0">
              <a:solidFill>
                <a:schemeClr val="tx1">
                  <a:lumMod val="95000"/>
                  <a:lumOff val="5000"/>
                </a:schemeClr>
              </a:solidFill>
              <a:latin typeface="+mn-lt"/>
              <a:ea typeface="+mn-ea"/>
              <a:cs typeface="+mn-ea"/>
              <a:sym typeface="+mn-lt"/>
            </a:endParaRPr>
          </a:p>
        </p:txBody>
      </p:sp>
      <p:sp>
        <p:nvSpPr>
          <p:cNvPr id="15" name="文本框 14">
            <a:extLst>
              <a:ext uri="{FF2B5EF4-FFF2-40B4-BE49-F238E27FC236}">
                <a16:creationId xmlns:a16="http://schemas.microsoft.com/office/drawing/2014/main" id="{9669E093-8B0A-4B5C-9240-E2D60DCEA8D9}"/>
              </a:ext>
            </a:extLst>
          </p:cNvPr>
          <p:cNvSpPr txBox="1"/>
          <p:nvPr/>
        </p:nvSpPr>
        <p:spPr>
          <a:xfrm>
            <a:off x="3057525" y="2138363"/>
            <a:ext cx="4129088" cy="4524375"/>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nSpc>
                <a:spcPct val="150000"/>
              </a:lnSpc>
            </a:pPr>
            <a:r>
              <a:rPr lang="zh-CN" altLang="en-US" sz="2400">
                <a:ea typeface="微软雅黑" panose="020B0503020204020204" pitchFamily="34" charset="-122"/>
                <a:sym typeface="+mn-lt"/>
              </a:rPr>
              <a:t>线性表的定义和特点</a:t>
            </a:r>
          </a:p>
          <a:p>
            <a:pPr>
              <a:lnSpc>
                <a:spcPct val="150000"/>
              </a:lnSpc>
            </a:pPr>
            <a:r>
              <a:rPr lang="zh-CN" altLang="en-US" sz="2400">
                <a:ea typeface="微软雅黑" panose="020B0503020204020204" pitchFamily="34" charset="-122"/>
                <a:sym typeface="+mn-lt"/>
              </a:rPr>
              <a:t>案例引入</a:t>
            </a:r>
          </a:p>
          <a:p>
            <a:pPr>
              <a:lnSpc>
                <a:spcPct val="150000"/>
              </a:lnSpc>
            </a:pPr>
            <a:r>
              <a:rPr lang="zh-CN" altLang="en-US" sz="2400">
                <a:solidFill>
                  <a:schemeClr val="bg1"/>
                </a:solidFill>
                <a:ea typeface="微软雅黑" panose="020B0503020204020204" pitchFamily="34" charset="-122"/>
                <a:sym typeface="+mn-lt"/>
              </a:rPr>
              <a:t>线性的类型定义</a:t>
            </a:r>
          </a:p>
          <a:p>
            <a:pPr>
              <a:lnSpc>
                <a:spcPct val="150000"/>
              </a:lnSpc>
            </a:pPr>
            <a:r>
              <a:rPr lang="zh-CN" altLang="en-US" sz="2400">
                <a:ea typeface="微软雅黑" panose="020B0503020204020204" pitchFamily="34" charset="-122"/>
                <a:sym typeface="+mn-lt"/>
              </a:rPr>
              <a:t>线性表的顺序表示和实现</a:t>
            </a:r>
          </a:p>
          <a:p>
            <a:pPr>
              <a:lnSpc>
                <a:spcPct val="150000"/>
              </a:lnSpc>
            </a:pPr>
            <a:r>
              <a:rPr lang="zh-CN" altLang="en-US" sz="2400">
                <a:ea typeface="微软雅黑" panose="020B0503020204020204" pitchFamily="34" charset="-122"/>
                <a:sym typeface="+mn-lt"/>
              </a:rPr>
              <a:t>线性表的链式表示和实现</a:t>
            </a:r>
          </a:p>
          <a:p>
            <a:pPr>
              <a:lnSpc>
                <a:spcPct val="150000"/>
              </a:lnSpc>
            </a:pPr>
            <a:r>
              <a:rPr lang="zh-CN" altLang="en-US" sz="2400">
                <a:ea typeface="微软雅黑" panose="020B0503020204020204" pitchFamily="34" charset="-122"/>
                <a:sym typeface="+mn-lt"/>
              </a:rPr>
              <a:t>顺序表和链表的比较</a:t>
            </a:r>
          </a:p>
          <a:p>
            <a:pPr>
              <a:lnSpc>
                <a:spcPct val="150000"/>
              </a:lnSpc>
            </a:pPr>
            <a:r>
              <a:rPr lang="zh-CN" altLang="en-US" sz="2400">
                <a:ea typeface="微软雅黑" panose="020B0503020204020204" pitchFamily="34" charset="-122"/>
                <a:sym typeface="+mn-lt"/>
              </a:rPr>
              <a:t>线性表的应用</a:t>
            </a:r>
          </a:p>
          <a:p>
            <a:pPr>
              <a:lnSpc>
                <a:spcPct val="150000"/>
              </a:lnSpc>
            </a:pPr>
            <a:r>
              <a:rPr lang="zh-CN" altLang="en-US" sz="2400">
                <a:ea typeface="微软雅黑" panose="020B0503020204020204" pitchFamily="34" charset="-122"/>
                <a:sym typeface="+mn-lt"/>
              </a:rPr>
              <a:t>案例分析与实现</a:t>
            </a:r>
          </a:p>
        </p:txBody>
      </p:sp>
      <p:sp>
        <p:nvSpPr>
          <p:cNvPr id="2" name="矩形 1">
            <a:extLst>
              <a:ext uri="{FF2B5EF4-FFF2-40B4-BE49-F238E27FC236}">
                <a16:creationId xmlns:a16="http://schemas.microsoft.com/office/drawing/2014/main" id="{35A2BFF2-A0A8-48D6-AB5B-03BA31D55978}"/>
              </a:ext>
            </a:extLst>
          </p:cNvPr>
          <p:cNvSpPr/>
          <p:nvPr/>
        </p:nvSpPr>
        <p:spPr>
          <a:xfrm>
            <a:off x="3276600" y="457200"/>
            <a:ext cx="1458913" cy="522288"/>
          </a:xfrm>
          <a:prstGeom prst="rect">
            <a:avLst/>
          </a:prstGeom>
        </p:spPr>
        <p:txBody>
          <a:bodyPr wrap="none">
            <a:spAutoFit/>
          </a:bodyPr>
          <a:lstStyle/>
          <a:p>
            <a:pPr>
              <a:defRPr/>
            </a:pPr>
            <a:r>
              <a:rPr lang="zh-CN" altLang="en-US" dirty="0">
                <a:solidFill>
                  <a:schemeClr val="bg1"/>
                </a:solidFill>
                <a:latin typeface="+mn-lt"/>
                <a:ea typeface="+mn-ea"/>
                <a:cs typeface="+mn-ea"/>
                <a:sym typeface="+mn-lt"/>
              </a:rPr>
              <a:t>Contents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3794" name="Rectangle 95">
            <a:extLst>
              <a:ext uri="{FF2B5EF4-FFF2-40B4-BE49-F238E27FC236}">
                <a16:creationId xmlns:a16="http://schemas.microsoft.com/office/drawing/2014/main" id="{3D13D774-1AFC-46D7-B838-CA74CD9B9E66}"/>
              </a:ext>
            </a:extLst>
          </p:cNvPr>
          <p:cNvSpPr>
            <a:spLocks noGrp="1" noChangeArrowheads="1"/>
          </p:cNvSpPr>
          <p:nvPr>
            <p:ph idx="1"/>
          </p:nvPr>
        </p:nvSpPr>
        <p:spPr>
          <a:xfrm>
            <a:off x="336550" y="1069975"/>
            <a:ext cx="3979863" cy="550863"/>
          </a:xfrm>
        </p:spPr>
        <p:txBody>
          <a:bodyPr/>
          <a:lstStyle/>
          <a:p>
            <a:pPr lvl="1">
              <a:buFontTx/>
              <a:buNone/>
            </a:pPr>
            <a:r>
              <a:rPr lang="zh-CN" altLang="en-US" sz="2600">
                <a:solidFill>
                  <a:srgbClr val="0D0D0D"/>
                </a:solidFill>
                <a:sym typeface="+mn-lt"/>
              </a:rPr>
              <a:t>线性表的重要基本操作</a:t>
            </a:r>
          </a:p>
        </p:txBody>
      </p:sp>
      <p:sp>
        <p:nvSpPr>
          <p:cNvPr id="33796" name="Rectangle 58">
            <a:extLst>
              <a:ext uri="{FF2B5EF4-FFF2-40B4-BE49-F238E27FC236}">
                <a16:creationId xmlns:a16="http://schemas.microsoft.com/office/drawing/2014/main" id="{11B07262-5A3E-4F94-AC80-4E7F930CB5CF}"/>
              </a:ext>
            </a:extLst>
          </p:cNvPr>
          <p:cNvSpPr>
            <a:spLocks noChangeArrowheads="1"/>
          </p:cNvSpPr>
          <p:nvPr/>
        </p:nvSpPr>
        <p:spPr bwMode="auto">
          <a:xfrm>
            <a:off x="801688" y="141288"/>
            <a:ext cx="6156325"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线性表的类型定义</a:t>
            </a:r>
          </a:p>
        </p:txBody>
      </p:sp>
      <p:sp>
        <p:nvSpPr>
          <p:cNvPr id="44" name="Freeform 5">
            <a:extLst>
              <a:ext uri="{FF2B5EF4-FFF2-40B4-BE49-F238E27FC236}">
                <a16:creationId xmlns:a16="http://schemas.microsoft.com/office/drawing/2014/main" id="{EB7EBC3F-5F48-46A7-BAE7-82085E78D2D0}"/>
              </a:ext>
            </a:extLst>
          </p:cNvPr>
          <p:cNvSpPr>
            <a:spLocks/>
          </p:cNvSpPr>
          <p:nvPr/>
        </p:nvSpPr>
        <p:spPr bwMode="auto">
          <a:xfrm>
            <a:off x="4984750" y="1890713"/>
            <a:ext cx="1770063" cy="1785937"/>
          </a:xfrm>
          <a:custGeom>
            <a:avLst/>
            <a:gdLst>
              <a:gd name="T0" fmla="*/ 4 w 424"/>
              <a:gd name="T1" fmla="*/ 221 h 428"/>
              <a:gd name="T2" fmla="*/ 203 w 424"/>
              <a:gd name="T3" fmla="*/ 5 h 428"/>
              <a:gd name="T4" fmla="*/ 419 w 424"/>
              <a:gd name="T5" fmla="*/ 204 h 428"/>
              <a:gd name="T6" fmla="*/ 220 w 424"/>
              <a:gd name="T7" fmla="*/ 419 h 428"/>
              <a:gd name="T8" fmla="*/ 13 w 424"/>
              <a:gd name="T9" fmla="*/ 428 h 428"/>
              <a:gd name="T10" fmla="*/ 4 w 424"/>
              <a:gd name="T11" fmla="*/ 221 h 428"/>
            </a:gdLst>
            <a:ahLst/>
            <a:cxnLst>
              <a:cxn ang="0">
                <a:pos x="T0" y="T1"/>
              </a:cxn>
              <a:cxn ang="0">
                <a:pos x="T2" y="T3"/>
              </a:cxn>
              <a:cxn ang="0">
                <a:pos x="T4" y="T5"/>
              </a:cxn>
              <a:cxn ang="0">
                <a:pos x="T6" y="T7"/>
              </a:cxn>
              <a:cxn ang="0">
                <a:pos x="T8" y="T9"/>
              </a:cxn>
              <a:cxn ang="0">
                <a:pos x="T10" y="T11"/>
              </a:cxn>
            </a:cxnLst>
            <a:rect l="0" t="0" r="r" b="b"/>
            <a:pathLst>
              <a:path w="424" h="428">
                <a:moveTo>
                  <a:pt x="4" y="221"/>
                </a:moveTo>
                <a:cubicBezTo>
                  <a:pt x="0" y="106"/>
                  <a:pt x="89" y="10"/>
                  <a:pt x="203" y="5"/>
                </a:cubicBezTo>
                <a:cubicBezTo>
                  <a:pt x="318" y="0"/>
                  <a:pt x="415" y="89"/>
                  <a:pt x="419" y="204"/>
                </a:cubicBezTo>
                <a:cubicBezTo>
                  <a:pt x="424" y="318"/>
                  <a:pt x="335" y="415"/>
                  <a:pt x="220" y="419"/>
                </a:cubicBezTo>
                <a:cubicBezTo>
                  <a:pt x="163" y="422"/>
                  <a:pt x="13" y="428"/>
                  <a:pt x="13" y="428"/>
                </a:cubicBezTo>
                <a:cubicBezTo>
                  <a:pt x="13" y="428"/>
                  <a:pt x="7" y="278"/>
                  <a:pt x="4" y="221"/>
                </a:cubicBezTo>
                <a:close/>
              </a:path>
            </a:pathLst>
          </a:cu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45" name="Freeform 6">
            <a:extLst>
              <a:ext uri="{FF2B5EF4-FFF2-40B4-BE49-F238E27FC236}">
                <a16:creationId xmlns:a16="http://schemas.microsoft.com/office/drawing/2014/main" id="{B8DD5A1B-01B1-4915-AC7F-92B697E7173B}"/>
              </a:ext>
            </a:extLst>
          </p:cNvPr>
          <p:cNvSpPr>
            <a:spLocks/>
          </p:cNvSpPr>
          <p:nvPr/>
        </p:nvSpPr>
        <p:spPr bwMode="auto">
          <a:xfrm>
            <a:off x="2105025" y="2636838"/>
            <a:ext cx="1895475" cy="1744662"/>
          </a:xfrm>
          <a:custGeom>
            <a:avLst/>
            <a:gdLst>
              <a:gd name="T0" fmla="*/ 289 w 454"/>
              <a:gd name="T1" fmla="*/ 374 h 418"/>
              <a:gd name="T2" fmla="*/ 44 w 454"/>
              <a:gd name="T3" fmla="*/ 288 h 418"/>
              <a:gd name="T4" fmla="*/ 130 w 454"/>
              <a:gd name="T5" fmla="*/ 43 h 418"/>
              <a:gd name="T6" fmla="*/ 374 w 454"/>
              <a:gd name="T7" fmla="*/ 130 h 418"/>
              <a:gd name="T8" fmla="*/ 454 w 454"/>
              <a:gd name="T9" fmla="*/ 295 h 418"/>
              <a:gd name="T10" fmla="*/ 289 w 454"/>
              <a:gd name="T11" fmla="*/ 374 h 418"/>
            </a:gdLst>
            <a:ahLst/>
            <a:cxnLst>
              <a:cxn ang="0">
                <a:pos x="T0" y="T1"/>
              </a:cxn>
              <a:cxn ang="0">
                <a:pos x="T2" y="T3"/>
              </a:cxn>
              <a:cxn ang="0">
                <a:pos x="T4" y="T5"/>
              </a:cxn>
              <a:cxn ang="0">
                <a:pos x="T6" y="T7"/>
              </a:cxn>
              <a:cxn ang="0">
                <a:pos x="T8" y="T9"/>
              </a:cxn>
              <a:cxn ang="0">
                <a:pos x="T10" y="T11"/>
              </a:cxn>
            </a:cxnLst>
            <a:rect l="0" t="0" r="r" b="b"/>
            <a:pathLst>
              <a:path w="454" h="418">
                <a:moveTo>
                  <a:pt x="289" y="374"/>
                </a:moveTo>
                <a:cubicBezTo>
                  <a:pt x="197" y="418"/>
                  <a:pt x="88" y="380"/>
                  <a:pt x="44" y="288"/>
                </a:cubicBezTo>
                <a:cubicBezTo>
                  <a:pt x="0" y="197"/>
                  <a:pt x="39" y="87"/>
                  <a:pt x="130" y="43"/>
                </a:cubicBezTo>
                <a:cubicBezTo>
                  <a:pt x="221" y="0"/>
                  <a:pt x="331" y="38"/>
                  <a:pt x="374" y="130"/>
                </a:cubicBezTo>
                <a:cubicBezTo>
                  <a:pt x="397" y="176"/>
                  <a:pt x="454" y="295"/>
                  <a:pt x="454" y="295"/>
                </a:cubicBezTo>
                <a:cubicBezTo>
                  <a:pt x="454" y="295"/>
                  <a:pt x="334" y="353"/>
                  <a:pt x="289" y="374"/>
                </a:cubicBezTo>
                <a:close/>
              </a:path>
            </a:pathLst>
          </a:cu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46" name="Freeform 7">
            <a:extLst>
              <a:ext uri="{FF2B5EF4-FFF2-40B4-BE49-F238E27FC236}">
                <a16:creationId xmlns:a16="http://schemas.microsoft.com/office/drawing/2014/main" id="{7B8ED370-3C12-45ED-9A56-AC8459F5929C}"/>
              </a:ext>
            </a:extLst>
          </p:cNvPr>
          <p:cNvSpPr>
            <a:spLocks/>
          </p:cNvSpPr>
          <p:nvPr/>
        </p:nvSpPr>
        <p:spPr bwMode="auto">
          <a:xfrm>
            <a:off x="2794000" y="4256088"/>
            <a:ext cx="1314450" cy="1268412"/>
          </a:xfrm>
          <a:custGeom>
            <a:avLst/>
            <a:gdLst>
              <a:gd name="T0" fmla="*/ 293 w 315"/>
              <a:gd name="T1" fmla="*/ 173 h 304"/>
              <a:gd name="T2" fmla="*/ 131 w 315"/>
              <a:gd name="T3" fmla="*/ 292 h 304"/>
              <a:gd name="T4" fmla="*/ 12 w 315"/>
              <a:gd name="T5" fmla="*/ 130 h 304"/>
              <a:gd name="T6" fmla="*/ 174 w 315"/>
              <a:gd name="T7" fmla="*/ 12 h 304"/>
              <a:gd name="T8" fmla="*/ 315 w 315"/>
              <a:gd name="T9" fmla="*/ 33 h 304"/>
              <a:gd name="T10" fmla="*/ 293 w 315"/>
              <a:gd name="T11" fmla="*/ 173 h 304"/>
            </a:gdLst>
            <a:ahLst/>
            <a:cxnLst>
              <a:cxn ang="0">
                <a:pos x="T0" y="T1"/>
              </a:cxn>
              <a:cxn ang="0">
                <a:pos x="T2" y="T3"/>
              </a:cxn>
              <a:cxn ang="0">
                <a:pos x="T4" y="T5"/>
              </a:cxn>
              <a:cxn ang="0">
                <a:pos x="T6" y="T7"/>
              </a:cxn>
              <a:cxn ang="0">
                <a:pos x="T8" y="T9"/>
              </a:cxn>
              <a:cxn ang="0">
                <a:pos x="T10" y="T11"/>
              </a:cxn>
            </a:cxnLst>
            <a:rect l="0" t="0" r="r" b="b"/>
            <a:pathLst>
              <a:path w="315" h="304">
                <a:moveTo>
                  <a:pt x="293" y="173"/>
                </a:moveTo>
                <a:cubicBezTo>
                  <a:pt x="281" y="251"/>
                  <a:pt x="209" y="304"/>
                  <a:pt x="131" y="292"/>
                </a:cubicBezTo>
                <a:cubicBezTo>
                  <a:pt x="54" y="280"/>
                  <a:pt x="0" y="208"/>
                  <a:pt x="12" y="130"/>
                </a:cubicBezTo>
                <a:cubicBezTo>
                  <a:pt x="24" y="53"/>
                  <a:pt x="97" y="0"/>
                  <a:pt x="174" y="12"/>
                </a:cubicBezTo>
                <a:cubicBezTo>
                  <a:pt x="213" y="18"/>
                  <a:pt x="315" y="33"/>
                  <a:pt x="315" y="33"/>
                </a:cubicBezTo>
                <a:cubicBezTo>
                  <a:pt x="315" y="33"/>
                  <a:pt x="299" y="135"/>
                  <a:pt x="293" y="173"/>
                </a:cubicBezTo>
                <a:close/>
              </a:path>
            </a:pathLst>
          </a:cu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47" name="Oval 8">
            <a:extLst>
              <a:ext uri="{FF2B5EF4-FFF2-40B4-BE49-F238E27FC236}">
                <a16:creationId xmlns:a16="http://schemas.microsoft.com/office/drawing/2014/main" id="{6ACEE837-5C38-4C51-AD53-F207BEB262D9}"/>
              </a:ext>
            </a:extLst>
          </p:cNvPr>
          <p:cNvSpPr>
            <a:spLocks noChangeArrowheads="1"/>
          </p:cNvSpPr>
          <p:nvPr/>
        </p:nvSpPr>
        <p:spPr bwMode="auto">
          <a:xfrm>
            <a:off x="2720975" y="2290763"/>
            <a:ext cx="3683000" cy="3679825"/>
          </a:xfrm>
          <a:prstGeom prst="ellipse">
            <a:avLst/>
          </a:pr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34824" name="Freeform 10">
            <a:extLst>
              <a:ext uri="{FF2B5EF4-FFF2-40B4-BE49-F238E27FC236}">
                <a16:creationId xmlns:a16="http://schemas.microsoft.com/office/drawing/2014/main" id="{551A41FB-0464-4E49-9025-FFCD0E7B27A5}"/>
              </a:ext>
            </a:extLst>
          </p:cNvPr>
          <p:cNvSpPr>
            <a:spLocks/>
          </p:cNvSpPr>
          <p:nvPr/>
        </p:nvSpPr>
        <p:spPr bwMode="auto">
          <a:xfrm>
            <a:off x="2889250" y="4327525"/>
            <a:ext cx="1157288" cy="1104900"/>
          </a:xfrm>
          <a:custGeom>
            <a:avLst/>
            <a:gdLst>
              <a:gd name="T0" fmla="*/ 1040174 w 277"/>
              <a:gd name="T1" fmla="*/ 671541 h 265"/>
              <a:gd name="T2" fmla="*/ 430273 w 277"/>
              <a:gd name="T3" fmla="*/ 1038595 h 265"/>
              <a:gd name="T4" fmla="*/ 62661 w 277"/>
              <a:gd name="T5" fmla="*/ 433791 h 265"/>
              <a:gd name="T6" fmla="*/ 672562 w 277"/>
              <a:gd name="T7" fmla="*/ 66737 h 265"/>
              <a:gd name="T8" fmla="*/ 1157141 w 277"/>
              <a:gd name="T9" fmla="*/ 187698 h 265"/>
              <a:gd name="T10" fmla="*/ 1040174 w 277"/>
              <a:gd name="T11" fmla="*/ 671541 h 26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77" h="265">
                <a:moveTo>
                  <a:pt x="249" y="161"/>
                </a:moveTo>
                <a:cubicBezTo>
                  <a:pt x="233" y="226"/>
                  <a:pt x="168" y="265"/>
                  <a:pt x="103" y="249"/>
                </a:cubicBezTo>
                <a:cubicBezTo>
                  <a:pt x="39" y="233"/>
                  <a:pt x="0" y="168"/>
                  <a:pt x="15" y="104"/>
                </a:cubicBezTo>
                <a:cubicBezTo>
                  <a:pt x="31" y="39"/>
                  <a:pt x="96" y="0"/>
                  <a:pt x="161" y="16"/>
                </a:cubicBezTo>
                <a:cubicBezTo>
                  <a:pt x="193" y="24"/>
                  <a:pt x="277" y="45"/>
                  <a:pt x="277" y="45"/>
                </a:cubicBezTo>
                <a:cubicBezTo>
                  <a:pt x="277" y="45"/>
                  <a:pt x="257" y="129"/>
                  <a:pt x="249" y="161"/>
                </a:cubicBezTo>
                <a:close/>
              </a:path>
            </a:pathLst>
          </a:custGeom>
          <a:solidFill>
            <a:srgbClr val="6C4C8F"/>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25" name="Freeform 11">
            <a:extLst>
              <a:ext uri="{FF2B5EF4-FFF2-40B4-BE49-F238E27FC236}">
                <a16:creationId xmlns:a16="http://schemas.microsoft.com/office/drawing/2014/main" id="{9C26D853-A39F-4D1F-8174-4106ABE6F2DC}"/>
              </a:ext>
            </a:extLst>
          </p:cNvPr>
          <p:cNvSpPr>
            <a:spLocks/>
          </p:cNvSpPr>
          <p:nvPr/>
        </p:nvSpPr>
        <p:spPr bwMode="auto">
          <a:xfrm>
            <a:off x="2243138" y="2738438"/>
            <a:ext cx="1724025" cy="1589087"/>
          </a:xfrm>
          <a:custGeom>
            <a:avLst/>
            <a:gdLst>
              <a:gd name="T0" fmla="*/ 1102170 w 413"/>
              <a:gd name="T1" fmla="*/ 1418127 h 381"/>
              <a:gd name="T2" fmla="*/ 171170 w 413"/>
              <a:gd name="T3" fmla="*/ 1101134 h 381"/>
              <a:gd name="T4" fmla="*/ 488462 w 413"/>
              <a:gd name="T5" fmla="*/ 171009 h 381"/>
              <a:gd name="T6" fmla="*/ 1419461 w 413"/>
              <a:gd name="T7" fmla="*/ 488002 h 381"/>
              <a:gd name="T8" fmla="*/ 1724228 w 413"/>
              <a:gd name="T9" fmla="*/ 1113646 h 381"/>
              <a:gd name="T10" fmla="*/ 1102170 w 413"/>
              <a:gd name="T11" fmla="*/ 1418127 h 3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13" h="381">
                <a:moveTo>
                  <a:pt x="264" y="340"/>
                </a:moveTo>
                <a:cubicBezTo>
                  <a:pt x="181" y="381"/>
                  <a:pt x="81" y="347"/>
                  <a:pt x="41" y="264"/>
                </a:cubicBezTo>
                <a:cubicBezTo>
                  <a:pt x="0" y="181"/>
                  <a:pt x="34" y="81"/>
                  <a:pt x="117" y="41"/>
                </a:cubicBezTo>
                <a:cubicBezTo>
                  <a:pt x="200" y="0"/>
                  <a:pt x="299" y="34"/>
                  <a:pt x="340" y="117"/>
                </a:cubicBezTo>
                <a:cubicBezTo>
                  <a:pt x="360" y="159"/>
                  <a:pt x="413" y="267"/>
                  <a:pt x="413" y="267"/>
                </a:cubicBezTo>
                <a:cubicBezTo>
                  <a:pt x="413" y="267"/>
                  <a:pt x="305" y="320"/>
                  <a:pt x="264" y="34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26" name="Freeform 12">
            <a:extLst>
              <a:ext uri="{FF2B5EF4-FFF2-40B4-BE49-F238E27FC236}">
                <a16:creationId xmlns:a16="http://schemas.microsoft.com/office/drawing/2014/main" id="{D14B7868-27EF-46D7-B386-704B6FA8FA14}"/>
              </a:ext>
            </a:extLst>
          </p:cNvPr>
          <p:cNvSpPr>
            <a:spLocks/>
          </p:cNvSpPr>
          <p:nvPr/>
        </p:nvSpPr>
        <p:spPr bwMode="auto">
          <a:xfrm>
            <a:off x="4984750" y="2006600"/>
            <a:ext cx="1649413" cy="1665288"/>
          </a:xfrm>
          <a:custGeom>
            <a:avLst/>
            <a:gdLst>
              <a:gd name="T0" fmla="*/ 20864 w 395"/>
              <a:gd name="T1" fmla="*/ 859656 h 399"/>
              <a:gd name="T2" fmla="*/ 792835 w 395"/>
              <a:gd name="T3" fmla="*/ 20865 h 399"/>
              <a:gd name="T4" fmla="*/ 1631572 w 395"/>
              <a:gd name="T5" fmla="*/ 792886 h 399"/>
              <a:gd name="T6" fmla="*/ 859600 w 395"/>
              <a:gd name="T7" fmla="*/ 1631676 h 399"/>
              <a:gd name="T8" fmla="*/ 54247 w 395"/>
              <a:gd name="T9" fmla="*/ 1665061 h 399"/>
              <a:gd name="T10" fmla="*/ 20864 w 395"/>
              <a:gd name="T11" fmla="*/ 859656 h 39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95" h="399">
                <a:moveTo>
                  <a:pt x="5" y="206"/>
                </a:moveTo>
                <a:cubicBezTo>
                  <a:pt x="0" y="99"/>
                  <a:pt x="83" y="9"/>
                  <a:pt x="190" y="5"/>
                </a:cubicBezTo>
                <a:cubicBezTo>
                  <a:pt x="297" y="0"/>
                  <a:pt x="387" y="83"/>
                  <a:pt x="391" y="190"/>
                </a:cubicBezTo>
                <a:cubicBezTo>
                  <a:pt x="395" y="297"/>
                  <a:pt x="313" y="386"/>
                  <a:pt x="206" y="391"/>
                </a:cubicBezTo>
                <a:cubicBezTo>
                  <a:pt x="152" y="393"/>
                  <a:pt x="13" y="399"/>
                  <a:pt x="13" y="399"/>
                </a:cubicBezTo>
                <a:cubicBezTo>
                  <a:pt x="13" y="399"/>
                  <a:pt x="7" y="259"/>
                  <a:pt x="5" y="206"/>
                </a:cubicBezTo>
                <a:close/>
              </a:path>
            </a:pathLst>
          </a:custGeom>
          <a:solidFill>
            <a:srgbClr val="FFC000"/>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51" name="Freeform 13">
            <a:extLst>
              <a:ext uri="{FF2B5EF4-FFF2-40B4-BE49-F238E27FC236}">
                <a16:creationId xmlns:a16="http://schemas.microsoft.com/office/drawing/2014/main" id="{E5EAF9D0-A5D6-4280-B72F-40A94C434CF3}"/>
              </a:ext>
            </a:extLst>
          </p:cNvPr>
          <p:cNvSpPr>
            <a:spLocks/>
          </p:cNvSpPr>
          <p:nvPr/>
        </p:nvSpPr>
        <p:spPr bwMode="auto">
          <a:xfrm rot="20816061">
            <a:off x="5327650" y="3871913"/>
            <a:ext cx="915988" cy="846137"/>
          </a:xfrm>
          <a:custGeom>
            <a:avLst/>
            <a:gdLst>
              <a:gd name="T0" fmla="*/ 90 w 186"/>
              <a:gd name="T1" fmla="*/ 2 h 183"/>
              <a:gd name="T2" fmla="*/ 184 w 186"/>
              <a:gd name="T3" fmla="*/ 88 h 183"/>
              <a:gd name="T4" fmla="*/ 97 w 186"/>
              <a:gd name="T5" fmla="*/ 181 h 183"/>
              <a:gd name="T6" fmla="*/ 4 w 186"/>
              <a:gd name="T7" fmla="*/ 95 h 183"/>
              <a:gd name="T8" fmla="*/ 0 w 186"/>
              <a:gd name="T9" fmla="*/ 5 h 183"/>
              <a:gd name="T10" fmla="*/ 90 w 186"/>
              <a:gd name="T11" fmla="*/ 2 h 183"/>
            </a:gdLst>
            <a:ahLst/>
            <a:cxnLst>
              <a:cxn ang="0">
                <a:pos x="T0" y="T1"/>
              </a:cxn>
              <a:cxn ang="0">
                <a:pos x="T2" y="T3"/>
              </a:cxn>
              <a:cxn ang="0">
                <a:pos x="T4" y="T5"/>
              </a:cxn>
              <a:cxn ang="0">
                <a:pos x="T6" y="T7"/>
              </a:cxn>
              <a:cxn ang="0">
                <a:pos x="T8" y="T9"/>
              </a:cxn>
              <a:cxn ang="0">
                <a:pos x="T10" y="T11"/>
              </a:cxn>
            </a:cxnLst>
            <a:rect l="0" t="0" r="r" b="b"/>
            <a:pathLst>
              <a:path w="186" h="183">
                <a:moveTo>
                  <a:pt x="90" y="2"/>
                </a:moveTo>
                <a:cubicBezTo>
                  <a:pt x="140" y="0"/>
                  <a:pt x="182" y="38"/>
                  <a:pt x="184" y="88"/>
                </a:cubicBezTo>
                <a:cubicBezTo>
                  <a:pt x="186" y="137"/>
                  <a:pt x="147" y="179"/>
                  <a:pt x="97" y="181"/>
                </a:cubicBezTo>
                <a:cubicBezTo>
                  <a:pt x="48" y="183"/>
                  <a:pt x="6" y="145"/>
                  <a:pt x="4" y="95"/>
                </a:cubicBezTo>
                <a:cubicBezTo>
                  <a:pt x="3" y="70"/>
                  <a:pt x="0" y="5"/>
                  <a:pt x="0" y="5"/>
                </a:cubicBezTo>
                <a:cubicBezTo>
                  <a:pt x="0" y="5"/>
                  <a:pt x="65" y="3"/>
                  <a:pt x="90" y="2"/>
                </a:cubicBezTo>
                <a:close/>
              </a:path>
            </a:pathLst>
          </a:custGeom>
          <a:solidFill>
            <a:schemeClr val="accent2">
              <a:lumMod val="60000"/>
              <a:lumOff val="40000"/>
            </a:schemeClr>
          </a:solidFill>
          <a:ln>
            <a:noFill/>
          </a:ln>
        </p:spPr>
        <p:txBody>
          <a:bodyPr lIns="121954" tIns="60977" rIns="121954" bIns="60977"/>
          <a:lstStyle/>
          <a:p>
            <a:pPr eaLnBrk="1" fontAlgn="auto" hangingPunct="1">
              <a:spcBef>
                <a:spcPts val="0"/>
              </a:spcBef>
              <a:spcAft>
                <a:spcPts val="0"/>
              </a:spcAft>
              <a:defRPr/>
            </a:pPr>
            <a:endParaRPr lang="zh-CN" altLang="en-US" sz="2100">
              <a:solidFill>
                <a:prstClr val="black"/>
              </a:solidFill>
              <a:latin typeface="+mn-lt"/>
              <a:ea typeface="+mn-ea"/>
              <a:cs typeface="+mn-ea"/>
              <a:sym typeface="+mn-lt"/>
            </a:endParaRPr>
          </a:p>
        </p:txBody>
      </p:sp>
      <p:sp>
        <p:nvSpPr>
          <p:cNvPr id="34828" name="Freeform 14">
            <a:extLst>
              <a:ext uri="{FF2B5EF4-FFF2-40B4-BE49-F238E27FC236}">
                <a16:creationId xmlns:a16="http://schemas.microsoft.com/office/drawing/2014/main" id="{E9D86C8C-6192-4785-9932-F60A75BCAD81}"/>
              </a:ext>
            </a:extLst>
          </p:cNvPr>
          <p:cNvSpPr>
            <a:spLocks/>
          </p:cNvSpPr>
          <p:nvPr/>
        </p:nvSpPr>
        <p:spPr bwMode="auto">
          <a:xfrm rot="-1148308">
            <a:off x="4497388" y="4911725"/>
            <a:ext cx="847725" cy="760413"/>
          </a:xfrm>
          <a:custGeom>
            <a:avLst/>
            <a:gdLst>
              <a:gd name="T0" fmla="*/ 679612 w 116"/>
              <a:gd name="T1" fmla="*/ 203409 h 131"/>
              <a:gd name="T2" fmla="*/ 701535 w 116"/>
              <a:gd name="T3" fmla="*/ 633473 h 131"/>
              <a:gd name="T4" fmla="*/ 168076 w 116"/>
              <a:gd name="T5" fmla="*/ 650908 h 131"/>
              <a:gd name="T6" fmla="*/ 146153 w 116"/>
              <a:gd name="T7" fmla="*/ 220844 h 131"/>
              <a:gd name="T8" fmla="*/ 401921 w 116"/>
              <a:gd name="T9" fmla="*/ 0 h 131"/>
              <a:gd name="T10" fmla="*/ 679612 w 116"/>
              <a:gd name="T11" fmla="*/ 203409 h 13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6" h="131">
                <a:moveTo>
                  <a:pt x="93" y="35"/>
                </a:moveTo>
                <a:cubicBezTo>
                  <a:pt x="115" y="54"/>
                  <a:pt x="116" y="87"/>
                  <a:pt x="96" y="109"/>
                </a:cubicBezTo>
                <a:cubicBezTo>
                  <a:pt x="77" y="130"/>
                  <a:pt x="44" y="131"/>
                  <a:pt x="23" y="112"/>
                </a:cubicBezTo>
                <a:cubicBezTo>
                  <a:pt x="2" y="92"/>
                  <a:pt x="0" y="59"/>
                  <a:pt x="20" y="38"/>
                </a:cubicBezTo>
                <a:cubicBezTo>
                  <a:pt x="30" y="27"/>
                  <a:pt x="55" y="0"/>
                  <a:pt x="55" y="0"/>
                </a:cubicBezTo>
                <a:cubicBezTo>
                  <a:pt x="55" y="0"/>
                  <a:pt x="83" y="25"/>
                  <a:pt x="93" y="35"/>
                </a:cubicBezTo>
                <a:close/>
              </a:path>
            </a:pathLst>
          </a:custGeom>
          <a:solidFill>
            <a:srgbClr val="EBAC07"/>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53" name="Oval 16">
            <a:extLst>
              <a:ext uri="{FF2B5EF4-FFF2-40B4-BE49-F238E27FC236}">
                <a16:creationId xmlns:a16="http://schemas.microsoft.com/office/drawing/2014/main" id="{F125DF49-DDCB-47F6-8310-4CA08D56F1E4}"/>
              </a:ext>
            </a:extLst>
          </p:cNvPr>
          <p:cNvSpPr>
            <a:spLocks noChangeArrowheads="1"/>
          </p:cNvSpPr>
          <p:nvPr/>
        </p:nvSpPr>
        <p:spPr bwMode="auto">
          <a:xfrm>
            <a:off x="3587750" y="3154363"/>
            <a:ext cx="1949450" cy="1949450"/>
          </a:xfrm>
          <a:prstGeom prst="ellipse">
            <a:avLst/>
          </a:pr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34830" name="Freeform 17">
            <a:extLst>
              <a:ext uri="{FF2B5EF4-FFF2-40B4-BE49-F238E27FC236}">
                <a16:creationId xmlns:a16="http://schemas.microsoft.com/office/drawing/2014/main" id="{62D13FCA-940B-43E0-9B35-133F5C8DCDF2}"/>
              </a:ext>
            </a:extLst>
          </p:cNvPr>
          <p:cNvSpPr>
            <a:spLocks/>
          </p:cNvSpPr>
          <p:nvPr/>
        </p:nvSpPr>
        <p:spPr bwMode="auto">
          <a:xfrm>
            <a:off x="3749675" y="4532313"/>
            <a:ext cx="193675" cy="174625"/>
          </a:xfrm>
          <a:custGeom>
            <a:avLst/>
            <a:gdLst>
              <a:gd name="T0" fmla="*/ 0 w 109"/>
              <a:gd name="T1" fmla="*/ 21188 h 99"/>
              <a:gd name="T2" fmla="*/ 192563 w 109"/>
              <a:gd name="T3" fmla="*/ 0 h 99"/>
              <a:gd name="T4" fmla="*/ 113065 w 109"/>
              <a:gd name="T5" fmla="*/ 174804 h 99"/>
              <a:gd name="T6" fmla="*/ 104231 w 109"/>
              <a:gd name="T7" fmla="*/ 61799 h 99"/>
              <a:gd name="T8" fmla="*/ 0 w 109"/>
              <a:gd name="T9" fmla="*/ 21188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99">
                <a:moveTo>
                  <a:pt x="0" y="12"/>
                </a:moveTo>
                <a:lnTo>
                  <a:pt x="109" y="0"/>
                </a:lnTo>
                <a:lnTo>
                  <a:pt x="64" y="99"/>
                </a:lnTo>
                <a:lnTo>
                  <a:pt x="59" y="35"/>
                </a:lnTo>
                <a:lnTo>
                  <a:pt x="0" y="12"/>
                </a:lnTo>
                <a:close/>
              </a:path>
            </a:pathLst>
          </a:custGeom>
          <a:solidFill>
            <a:srgbClr val="F83003"/>
          </a:solidFill>
          <a:ln>
            <a:noFill/>
          </a:ln>
          <a:extLst>
            <a:ext uri="{91240B29-F687-4F45-9708-019B960494DF}">
              <a14:hiddenLine xmlns:a14="http://schemas.microsoft.com/office/drawing/2010/main" w="9525">
                <a:solidFill>
                  <a:srgbClr val="000000"/>
                </a:solidFill>
                <a:miter lim="800000"/>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1" name="Freeform 18">
            <a:extLst>
              <a:ext uri="{FF2B5EF4-FFF2-40B4-BE49-F238E27FC236}">
                <a16:creationId xmlns:a16="http://schemas.microsoft.com/office/drawing/2014/main" id="{56831F48-D4B4-4310-9EEC-7956C5529333}"/>
              </a:ext>
            </a:extLst>
          </p:cNvPr>
          <p:cNvSpPr>
            <a:spLocks/>
          </p:cNvSpPr>
          <p:nvPr/>
        </p:nvSpPr>
        <p:spPr bwMode="auto">
          <a:xfrm>
            <a:off x="3713163" y="3692525"/>
            <a:ext cx="187325" cy="171450"/>
          </a:xfrm>
          <a:custGeom>
            <a:avLst/>
            <a:gdLst>
              <a:gd name="T0" fmla="*/ 74199 w 106"/>
              <a:gd name="T1" fmla="*/ 0 h 97"/>
              <a:gd name="T2" fmla="*/ 187263 w 106"/>
              <a:gd name="T3" fmla="*/ 150085 h 97"/>
              <a:gd name="T4" fmla="*/ 0 w 106"/>
              <a:gd name="T5" fmla="*/ 171273 h 97"/>
              <a:gd name="T6" fmla="*/ 91865 w 106"/>
              <a:gd name="T7" fmla="*/ 107708 h 97"/>
              <a:gd name="T8" fmla="*/ 74199 w 106"/>
              <a:gd name="T9" fmla="*/ 0 h 9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6" h="97">
                <a:moveTo>
                  <a:pt x="42" y="0"/>
                </a:moveTo>
                <a:lnTo>
                  <a:pt x="106" y="85"/>
                </a:lnTo>
                <a:lnTo>
                  <a:pt x="0" y="97"/>
                </a:lnTo>
                <a:lnTo>
                  <a:pt x="52" y="61"/>
                </a:lnTo>
                <a:lnTo>
                  <a:pt x="42" y="0"/>
                </a:lnTo>
                <a:close/>
              </a:path>
            </a:pathLst>
          </a:custGeom>
          <a:solidFill>
            <a:srgbClr val="A2B932"/>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2" name="Freeform 20">
            <a:extLst>
              <a:ext uri="{FF2B5EF4-FFF2-40B4-BE49-F238E27FC236}">
                <a16:creationId xmlns:a16="http://schemas.microsoft.com/office/drawing/2014/main" id="{65EF82F2-7964-4F2B-8461-37106C3A944E}"/>
              </a:ext>
            </a:extLst>
          </p:cNvPr>
          <p:cNvSpPr>
            <a:spLocks/>
          </p:cNvSpPr>
          <p:nvPr/>
        </p:nvSpPr>
        <p:spPr bwMode="auto">
          <a:xfrm>
            <a:off x="5076825" y="3438525"/>
            <a:ext cx="180975" cy="187325"/>
          </a:xfrm>
          <a:custGeom>
            <a:avLst/>
            <a:gdLst>
              <a:gd name="T0" fmla="*/ 180196 w 102"/>
              <a:gd name="T1" fmla="*/ 125365 h 106"/>
              <a:gd name="T2" fmla="*/ 0 w 102"/>
              <a:gd name="T3" fmla="*/ 187165 h 106"/>
              <a:gd name="T4" fmla="*/ 38866 w 102"/>
              <a:gd name="T5" fmla="*/ 0 h 106"/>
              <a:gd name="T6" fmla="*/ 70665 w 102"/>
              <a:gd name="T7" fmla="*/ 104177 h 106"/>
              <a:gd name="T8" fmla="*/ 180196 w 102"/>
              <a:gd name="T9" fmla="*/ 125365 h 10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2" h="106">
                <a:moveTo>
                  <a:pt x="102" y="71"/>
                </a:moveTo>
                <a:lnTo>
                  <a:pt x="0" y="106"/>
                </a:lnTo>
                <a:lnTo>
                  <a:pt x="22" y="0"/>
                </a:lnTo>
                <a:lnTo>
                  <a:pt x="40" y="59"/>
                </a:lnTo>
                <a:lnTo>
                  <a:pt x="102" y="71"/>
                </a:lnTo>
                <a:close/>
              </a:path>
            </a:pathLst>
          </a:custGeom>
          <a:solidFill>
            <a:srgbClr val="F83003"/>
          </a:solidFill>
          <a:ln>
            <a:noFill/>
          </a:ln>
          <a:extLst>
            <a:ext uri="{91240B29-F687-4F45-9708-019B960494DF}">
              <a14:hiddenLine xmlns:a14="http://schemas.microsoft.com/office/drawing/2010/main" w="9525">
                <a:solidFill>
                  <a:srgbClr val="000000"/>
                </a:solidFill>
                <a:miter lim="800000"/>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3" name="Freeform 21">
            <a:extLst>
              <a:ext uri="{FF2B5EF4-FFF2-40B4-BE49-F238E27FC236}">
                <a16:creationId xmlns:a16="http://schemas.microsoft.com/office/drawing/2014/main" id="{FDBC39A2-9B2E-4B6C-9EB1-7BB9B4439B4E}"/>
              </a:ext>
            </a:extLst>
          </p:cNvPr>
          <p:cNvSpPr>
            <a:spLocks/>
          </p:cNvSpPr>
          <p:nvPr/>
        </p:nvSpPr>
        <p:spPr bwMode="auto">
          <a:xfrm rot="-1924636">
            <a:off x="5338763" y="4122738"/>
            <a:ext cx="182562" cy="179387"/>
          </a:xfrm>
          <a:custGeom>
            <a:avLst/>
            <a:gdLst>
              <a:gd name="T0" fmla="*/ 49466 w 103"/>
              <a:gd name="T1" fmla="*/ 178336 h 101"/>
              <a:gd name="T2" fmla="*/ 0 w 103"/>
              <a:gd name="T3" fmla="*/ 0 h 101"/>
              <a:gd name="T4" fmla="*/ 181963 w 103"/>
              <a:gd name="T5" fmla="*/ 45908 h 101"/>
              <a:gd name="T6" fmla="*/ 74199 w 103"/>
              <a:gd name="T7" fmla="*/ 74160 h 101"/>
              <a:gd name="T8" fmla="*/ 49466 w 103"/>
              <a:gd name="T9" fmla="*/ 178336 h 10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 h="101">
                <a:moveTo>
                  <a:pt x="28" y="101"/>
                </a:moveTo>
                <a:lnTo>
                  <a:pt x="0" y="0"/>
                </a:lnTo>
                <a:lnTo>
                  <a:pt x="103" y="26"/>
                </a:lnTo>
                <a:lnTo>
                  <a:pt x="42" y="42"/>
                </a:lnTo>
                <a:lnTo>
                  <a:pt x="28" y="101"/>
                </a:lnTo>
                <a:close/>
              </a:path>
            </a:pathLst>
          </a:custGeom>
          <a:solidFill>
            <a:srgbClr val="A2B932"/>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4" name="Freeform 22">
            <a:extLst>
              <a:ext uri="{FF2B5EF4-FFF2-40B4-BE49-F238E27FC236}">
                <a16:creationId xmlns:a16="http://schemas.microsoft.com/office/drawing/2014/main" id="{4BB5D04E-27A6-4BE0-8968-40AAC438A369}"/>
              </a:ext>
            </a:extLst>
          </p:cNvPr>
          <p:cNvSpPr>
            <a:spLocks/>
          </p:cNvSpPr>
          <p:nvPr/>
        </p:nvSpPr>
        <p:spPr bwMode="auto">
          <a:xfrm rot="-997591">
            <a:off x="4700588" y="4840288"/>
            <a:ext cx="187325" cy="165100"/>
          </a:xfrm>
          <a:custGeom>
            <a:avLst/>
            <a:gdLst>
              <a:gd name="T0" fmla="*/ 0 w 106"/>
              <a:gd name="T1" fmla="*/ 165976 h 94"/>
              <a:gd name="T2" fmla="*/ 88332 w 106"/>
              <a:gd name="T3" fmla="*/ 0 h 94"/>
              <a:gd name="T4" fmla="*/ 187263 w 106"/>
              <a:gd name="T5" fmla="*/ 162445 h 94"/>
              <a:gd name="T6" fmla="*/ 91865 w 106"/>
              <a:gd name="T7" fmla="*/ 107708 h 94"/>
              <a:gd name="T8" fmla="*/ 0 w 106"/>
              <a:gd name="T9" fmla="*/ 165976 h 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6" h="94">
                <a:moveTo>
                  <a:pt x="0" y="94"/>
                </a:moveTo>
                <a:lnTo>
                  <a:pt x="50" y="0"/>
                </a:lnTo>
                <a:lnTo>
                  <a:pt x="106" y="92"/>
                </a:lnTo>
                <a:lnTo>
                  <a:pt x="52" y="61"/>
                </a:lnTo>
                <a:lnTo>
                  <a:pt x="0" y="94"/>
                </a:lnTo>
                <a:close/>
              </a:path>
            </a:pathLst>
          </a:custGeom>
          <a:solidFill>
            <a:srgbClr val="EBAC07"/>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5" name="Oval 49">
            <a:extLst>
              <a:ext uri="{FF2B5EF4-FFF2-40B4-BE49-F238E27FC236}">
                <a16:creationId xmlns:a16="http://schemas.microsoft.com/office/drawing/2014/main" id="{5305C958-013C-40DD-B7B5-B22BDB6EE69F}"/>
              </a:ext>
            </a:extLst>
          </p:cNvPr>
          <p:cNvSpPr>
            <a:spLocks noChangeArrowheads="1"/>
          </p:cNvSpPr>
          <p:nvPr/>
        </p:nvSpPr>
        <p:spPr bwMode="auto">
          <a:xfrm>
            <a:off x="3943350" y="3509963"/>
            <a:ext cx="1243013" cy="1243012"/>
          </a:xfrm>
          <a:prstGeom prst="ellipse">
            <a:avLst/>
          </a:prstGeom>
          <a:noFill/>
          <a:ln w="10">
            <a:solidFill>
              <a:srgbClr val="4C6062"/>
            </a:solidFill>
            <a:miter lim="800000"/>
            <a:headEnd/>
            <a:tailEnd/>
          </a:ln>
          <a:extLst>
            <a:ext uri="{909E8E84-426E-40DD-AFC4-6F175D3DCCD1}">
              <a14:hiddenFill xmlns:a14="http://schemas.microsoft.com/office/drawing/2010/main">
                <a:solidFill>
                  <a:srgbClr val="FFFFFF"/>
                </a:solidFill>
              </a14:hiddenFill>
            </a:ext>
          </a:extLst>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1800">
              <a:solidFill>
                <a:srgbClr val="000000"/>
              </a:solidFill>
              <a:latin typeface="+mn-lt"/>
              <a:ea typeface="+mn-ea"/>
              <a:cs typeface="+mn-ea"/>
              <a:sym typeface="+mn-lt"/>
            </a:endParaRPr>
          </a:p>
        </p:txBody>
      </p:sp>
      <p:sp>
        <p:nvSpPr>
          <p:cNvPr id="34836" name="Freeform 50">
            <a:extLst>
              <a:ext uri="{FF2B5EF4-FFF2-40B4-BE49-F238E27FC236}">
                <a16:creationId xmlns:a16="http://schemas.microsoft.com/office/drawing/2014/main" id="{DCE2C0CC-E1DA-47BE-89BD-5C187ED0620A}"/>
              </a:ext>
            </a:extLst>
          </p:cNvPr>
          <p:cNvSpPr>
            <a:spLocks/>
          </p:cNvSpPr>
          <p:nvPr/>
        </p:nvSpPr>
        <p:spPr bwMode="auto">
          <a:xfrm>
            <a:off x="6859588" y="1811338"/>
            <a:ext cx="684212" cy="871537"/>
          </a:xfrm>
          <a:custGeom>
            <a:avLst/>
            <a:gdLst>
              <a:gd name="T0" fmla="*/ 683685 w 387"/>
              <a:gd name="T1" fmla="*/ 872259 h 494"/>
              <a:gd name="T2" fmla="*/ 0 w 387"/>
              <a:gd name="T3" fmla="*/ 872259 h 494"/>
              <a:gd name="T4" fmla="*/ 0 w 387"/>
              <a:gd name="T5" fmla="*/ 856368 h 494"/>
              <a:gd name="T6" fmla="*/ 667785 w 387"/>
              <a:gd name="T7" fmla="*/ 856368 h 494"/>
              <a:gd name="T8" fmla="*/ 667785 w 387"/>
              <a:gd name="T9" fmla="*/ 0 h 494"/>
              <a:gd name="T10" fmla="*/ 683685 w 387"/>
              <a:gd name="T11" fmla="*/ 0 h 494"/>
              <a:gd name="T12" fmla="*/ 683685 w 387"/>
              <a:gd name="T13" fmla="*/ 872259 h 49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87" h="494">
                <a:moveTo>
                  <a:pt x="387" y="494"/>
                </a:moveTo>
                <a:lnTo>
                  <a:pt x="0" y="494"/>
                </a:lnTo>
                <a:lnTo>
                  <a:pt x="0" y="485"/>
                </a:lnTo>
                <a:lnTo>
                  <a:pt x="378" y="485"/>
                </a:lnTo>
                <a:lnTo>
                  <a:pt x="378" y="0"/>
                </a:lnTo>
                <a:lnTo>
                  <a:pt x="387" y="0"/>
                </a:lnTo>
                <a:lnTo>
                  <a:pt x="387" y="494"/>
                </a:lnTo>
                <a:close/>
              </a:path>
            </a:pathLst>
          </a:custGeom>
          <a:solidFill>
            <a:srgbClr val="FF0000"/>
          </a:solidFill>
          <a:ln w="19050">
            <a:solidFill>
              <a:srgbClr val="FF0000"/>
            </a:solidFill>
            <a:round/>
            <a:headEnd/>
            <a:tailEnd/>
          </a:ln>
        </p:spPr>
        <p:txBody>
          <a:bodyPr lIns="121954" tIns="60977" rIns="121954" bIns="60977"/>
          <a:lstStyle/>
          <a:p>
            <a:pPr>
              <a:defRPr/>
            </a:pPr>
            <a:endParaRPr lang="zh-CN" altLang="en-US">
              <a:latin typeface="+mn-lt"/>
              <a:ea typeface="+mn-ea"/>
              <a:cs typeface="+mn-ea"/>
              <a:sym typeface="+mn-lt"/>
            </a:endParaRPr>
          </a:p>
        </p:txBody>
      </p:sp>
      <p:sp>
        <p:nvSpPr>
          <p:cNvPr id="61" name="Freeform 51">
            <a:extLst>
              <a:ext uri="{FF2B5EF4-FFF2-40B4-BE49-F238E27FC236}">
                <a16:creationId xmlns:a16="http://schemas.microsoft.com/office/drawing/2014/main" id="{8ABBD6A2-345A-484D-862E-2DE09482893A}"/>
              </a:ext>
            </a:extLst>
          </p:cNvPr>
          <p:cNvSpPr>
            <a:spLocks/>
          </p:cNvSpPr>
          <p:nvPr/>
        </p:nvSpPr>
        <p:spPr bwMode="auto">
          <a:xfrm flipV="1">
            <a:off x="5953125" y="4360863"/>
            <a:ext cx="1247775" cy="742950"/>
          </a:xfrm>
          <a:custGeom>
            <a:avLst/>
            <a:gdLst>
              <a:gd name="T0" fmla="*/ 681 w 681"/>
              <a:gd name="T1" fmla="*/ 452 h 452"/>
              <a:gd name="T2" fmla="*/ 0 w 681"/>
              <a:gd name="T3" fmla="*/ 452 h 452"/>
              <a:gd name="T4" fmla="*/ 0 w 681"/>
              <a:gd name="T5" fmla="*/ 442 h 452"/>
              <a:gd name="T6" fmla="*/ 671 w 681"/>
              <a:gd name="T7" fmla="*/ 442 h 452"/>
              <a:gd name="T8" fmla="*/ 671 w 681"/>
              <a:gd name="T9" fmla="*/ 0 h 452"/>
              <a:gd name="T10" fmla="*/ 681 w 681"/>
              <a:gd name="T11" fmla="*/ 0 h 452"/>
              <a:gd name="T12" fmla="*/ 681 w 681"/>
              <a:gd name="T13" fmla="*/ 452 h 452"/>
            </a:gdLst>
            <a:ahLst/>
            <a:cxnLst>
              <a:cxn ang="0">
                <a:pos x="T0" y="T1"/>
              </a:cxn>
              <a:cxn ang="0">
                <a:pos x="T2" y="T3"/>
              </a:cxn>
              <a:cxn ang="0">
                <a:pos x="T4" y="T5"/>
              </a:cxn>
              <a:cxn ang="0">
                <a:pos x="T6" y="T7"/>
              </a:cxn>
              <a:cxn ang="0">
                <a:pos x="T8" y="T9"/>
              </a:cxn>
              <a:cxn ang="0">
                <a:pos x="T10" y="T11"/>
              </a:cxn>
              <a:cxn ang="0">
                <a:pos x="T12" y="T13"/>
              </a:cxn>
            </a:cxnLst>
            <a:rect l="0" t="0" r="r" b="b"/>
            <a:pathLst>
              <a:path w="681" h="452">
                <a:moveTo>
                  <a:pt x="681" y="452"/>
                </a:moveTo>
                <a:lnTo>
                  <a:pt x="0" y="452"/>
                </a:lnTo>
                <a:lnTo>
                  <a:pt x="0" y="442"/>
                </a:lnTo>
                <a:lnTo>
                  <a:pt x="671" y="442"/>
                </a:lnTo>
                <a:lnTo>
                  <a:pt x="671" y="0"/>
                </a:lnTo>
                <a:lnTo>
                  <a:pt x="681" y="0"/>
                </a:lnTo>
                <a:lnTo>
                  <a:pt x="681" y="452"/>
                </a:lnTo>
                <a:close/>
              </a:path>
            </a:pathLst>
          </a:custGeom>
          <a:solidFill>
            <a:schemeClr val="accent2">
              <a:lumMod val="60000"/>
              <a:lumOff val="40000"/>
            </a:schemeClr>
          </a:solidFill>
          <a:ln w="19050">
            <a:solidFill>
              <a:srgbClr val="8585E0"/>
            </a:solidFill>
          </a:ln>
        </p:spPr>
        <p:txBody>
          <a:bodyPr lIns="121954" tIns="60977" rIns="121954" bIns="60977"/>
          <a:lstStyle/>
          <a:p>
            <a:pPr eaLnBrk="1" fontAlgn="auto" hangingPunct="1">
              <a:spcBef>
                <a:spcPts val="0"/>
              </a:spcBef>
              <a:spcAft>
                <a:spcPts val="0"/>
              </a:spcAft>
              <a:defRPr/>
            </a:pPr>
            <a:endParaRPr lang="zh-CN" altLang="en-US" sz="2100">
              <a:solidFill>
                <a:prstClr val="black"/>
              </a:solidFill>
              <a:latin typeface="+mn-lt"/>
              <a:ea typeface="+mn-ea"/>
              <a:cs typeface="+mn-ea"/>
              <a:sym typeface="+mn-lt"/>
            </a:endParaRPr>
          </a:p>
        </p:txBody>
      </p:sp>
      <p:sp>
        <p:nvSpPr>
          <p:cNvPr id="34838" name="Freeform 55">
            <a:extLst>
              <a:ext uri="{FF2B5EF4-FFF2-40B4-BE49-F238E27FC236}">
                <a16:creationId xmlns:a16="http://schemas.microsoft.com/office/drawing/2014/main" id="{D4F6EB41-C209-447B-8005-DCDD90B3C524}"/>
              </a:ext>
            </a:extLst>
          </p:cNvPr>
          <p:cNvSpPr>
            <a:spLocks/>
          </p:cNvSpPr>
          <p:nvPr/>
        </p:nvSpPr>
        <p:spPr bwMode="auto">
          <a:xfrm>
            <a:off x="4316413" y="5732463"/>
            <a:ext cx="608012" cy="584200"/>
          </a:xfrm>
          <a:custGeom>
            <a:avLst/>
            <a:gdLst>
              <a:gd name="T0" fmla="*/ 609487 w 345"/>
              <a:gd name="T1" fmla="*/ 584448 h 331"/>
              <a:gd name="T2" fmla="*/ 0 w 345"/>
              <a:gd name="T3" fmla="*/ 584448 h 331"/>
              <a:gd name="T4" fmla="*/ 0 w 345"/>
              <a:gd name="T5" fmla="*/ 568557 h 331"/>
              <a:gd name="T6" fmla="*/ 593587 w 345"/>
              <a:gd name="T7" fmla="*/ 568557 h 331"/>
              <a:gd name="T8" fmla="*/ 593587 w 345"/>
              <a:gd name="T9" fmla="*/ 0 h 331"/>
              <a:gd name="T10" fmla="*/ 609487 w 345"/>
              <a:gd name="T11" fmla="*/ 0 h 331"/>
              <a:gd name="T12" fmla="*/ 609487 w 345"/>
              <a:gd name="T13" fmla="*/ 584448 h 3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45" h="331">
                <a:moveTo>
                  <a:pt x="345" y="331"/>
                </a:moveTo>
                <a:lnTo>
                  <a:pt x="0" y="331"/>
                </a:lnTo>
                <a:lnTo>
                  <a:pt x="0" y="322"/>
                </a:lnTo>
                <a:lnTo>
                  <a:pt x="336" y="322"/>
                </a:lnTo>
                <a:lnTo>
                  <a:pt x="336" y="0"/>
                </a:lnTo>
                <a:lnTo>
                  <a:pt x="345" y="0"/>
                </a:lnTo>
                <a:lnTo>
                  <a:pt x="345" y="331"/>
                </a:lnTo>
                <a:close/>
              </a:path>
            </a:pathLst>
          </a:custGeom>
          <a:solidFill>
            <a:srgbClr val="FFC000"/>
          </a:solidFill>
          <a:ln w="19050">
            <a:solidFill>
              <a:srgbClr val="FFC000"/>
            </a:solidFill>
            <a:round/>
            <a:headEnd/>
            <a:tailEnd/>
          </a:ln>
        </p:spPr>
        <p:txBody>
          <a:bodyPr lIns="121954" tIns="60977" rIns="121954" bIns="60977"/>
          <a:lstStyle/>
          <a:p>
            <a:pPr>
              <a:defRPr/>
            </a:pPr>
            <a:endParaRPr lang="zh-CN" altLang="en-US">
              <a:latin typeface="+mn-lt"/>
              <a:ea typeface="+mn-ea"/>
              <a:cs typeface="+mn-ea"/>
              <a:sym typeface="+mn-lt"/>
            </a:endParaRPr>
          </a:p>
        </p:txBody>
      </p:sp>
      <p:sp>
        <p:nvSpPr>
          <p:cNvPr id="34839" name="Oval 57">
            <a:extLst>
              <a:ext uri="{FF2B5EF4-FFF2-40B4-BE49-F238E27FC236}">
                <a16:creationId xmlns:a16="http://schemas.microsoft.com/office/drawing/2014/main" id="{A972FC41-A4C7-4952-8623-CE9422928D39}"/>
              </a:ext>
            </a:extLst>
          </p:cNvPr>
          <p:cNvSpPr>
            <a:spLocks noChangeAspect="1" noChangeArrowheads="1"/>
          </p:cNvSpPr>
          <p:nvPr/>
        </p:nvSpPr>
        <p:spPr bwMode="auto">
          <a:xfrm>
            <a:off x="7470775" y="1782763"/>
            <a:ext cx="134938" cy="133350"/>
          </a:xfrm>
          <a:prstGeom prst="ellipse">
            <a:avLst/>
          </a:prstGeom>
          <a:solidFill>
            <a:srgbClr val="F83003"/>
          </a:solidFill>
          <a:ln>
            <a:noFill/>
          </a:ln>
          <a:extLst>
            <a:ext uri="{91240B29-F687-4F45-9708-019B960494DF}">
              <a14:hiddenLine xmlns:a14="http://schemas.microsoft.com/office/drawing/2010/main" w="9525">
                <a:solidFill>
                  <a:srgbClr val="000000"/>
                </a:solidFill>
                <a:miter lim="800000"/>
                <a:headEnd/>
                <a:tailEnd/>
              </a14:hiddenLine>
            </a:ext>
          </a:extLst>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
        <p:nvSpPr>
          <p:cNvPr id="64" name="Oval 58">
            <a:extLst>
              <a:ext uri="{FF2B5EF4-FFF2-40B4-BE49-F238E27FC236}">
                <a16:creationId xmlns:a16="http://schemas.microsoft.com/office/drawing/2014/main" id="{9D2B0236-FFC7-427B-9EAA-E49CE9970FDB}"/>
              </a:ext>
            </a:extLst>
          </p:cNvPr>
          <p:cNvSpPr>
            <a:spLocks noChangeAspect="1" noChangeArrowheads="1"/>
          </p:cNvSpPr>
          <p:nvPr/>
        </p:nvSpPr>
        <p:spPr bwMode="auto">
          <a:xfrm>
            <a:off x="7129463" y="5089525"/>
            <a:ext cx="134937" cy="133350"/>
          </a:xfrm>
          <a:prstGeom prst="ellipse">
            <a:avLst/>
          </a:prstGeom>
          <a:solidFill>
            <a:schemeClr val="accent2">
              <a:lumMod val="60000"/>
              <a:lumOff val="40000"/>
            </a:schemeClr>
          </a:solidFill>
          <a:ln>
            <a:noFill/>
          </a:ln>
        </p:spPr>
        <p:txBody>
          <a:bodyPr lIns="121954" tIns="60977" rIns="121954" bIns="60977"/>
          <a:lstStyle/>
          <a:p>
            <a:pPr eaLnBrk="1" fontAlgn="auto" hangingPunct="1">
              <a:spcBef>
                <a:spcPts val="0"/>
              </a:spcBef>
              <a:spcAft>
                <a:spcPts val="0"/>
              </a:spcAft>
              <a:defRPr/>
            </a:pPr>
            <a:endParaRPr lang="zh-CN" altLang="en-US" sz="2100">
              <a:solidFill>
                <a:prstClr val="black"/>
              </a:solidFill>
              <a:latin typeface="+mn-lt"/>
              <a:ea typeface="+mn-ea"/>
              <a:cs typeface="+mn-ea"/>
              <a:sym typeface="+mn-lt"/>
            </a:endParaRPr>
          </a:p>
        </p:txBody>
      </p:sp>
      <p:sp>
        <p:nvSpPr>
          <p:cNvPr id="34841" name="Oval 59">
            <a:extLst>
              <a:ext uri="{FF2B5EF4-FFF2-40B4-BE49-F238E27FC236}">
                <a16:creationId xmlns:a16="http://schemas.microsoft.com/office/drawing/2014/main" id="{833DAD75-7D89-4278-8C2D-D05433014D40}"/>
              </a:ext>
            </a:extLst>
          </p:cNvPr>
          <p:cNvSpPr>
            <a:spLocks noChangeAspect="1" noChangeArrowheads="1"/>
          </p:cNvSpPr>
          <p:nvPr/>
        </p:nvSpPr>
        <p:spPr bwMode="auto">
          <a:xfrm>
            <a:off x="1981200" y="4965700"/>
            <a:ext cx="141288" cy="130175"/>
          </a:xfrm>
          <a:prstGeom prst="ellipse">
            <a:avLst/>
          </a:prstGeom>
          <a:solidFill>
            <a:srgbClr val="CC00CC"/>
          </a:solidFill>
          <a:ln w="9525">
            <a:solidFill>
              <a:srgbClr val="CC00CC"/>
            </a:solidFill>
            <a:round/>
            <a:headEnd/>
            <a:tailEnd/>
          </a:ln>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
        <p:nvSpPr>
          <p:cNvPr id="34842" name="Oval 60">
            <a:extLst>
              <a:ext uri="{FF2B5EF4-FFF2-40B4-BE49-F238E27FC236}">
                <a16:creationId xmlns:a16="http://schemas.microsoft.com/office/drawing/2014/main" id="{93B8B679-26F4-4A24-BD09-CD76C18AE325}"/>
              </a:ext>
            </a:extLst>
          </p:cNvPr>
          <p:cNvSpPr>
            <a:spLocks noChangeAspect="1" noChangeArrowheads="1"/>
          </p:cNvSpPr>
          <p:nvPr/>
        </p:nvSpPr>
        <p:spPr bwMode="auto">
          <a:xfrm>
            <a:off x="4265613" y="6234113"/>
            <a:ext cx="141287" cy="141287"/>
          </a:xfrm>
          <a:prstGeom prst="ellipse">
            <a:avLst/>
          </a:prstGeom>
          <a:solidFill>
            <a:srgbClr val="EBAC07"/>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
        <p:nvSpPr>
          <p:cNvPr id="67" name="TextBox 195">
            <a:extLst>
              <a:ext uri="{FF2B5EF4-FFF2-40B4-BE49-F238E27FC236}">
                <a16:creationId xmlns:a16="http://schemas.microsoft.com/office/drawing/2014/main" id="{284DCCAB-2925-42D2-8C73-2B61BCCA48DE}"/>
              </a:ext>
            </a:extLst>
          </p:cNvPr>
          <p:cNvSpPr txBox="1"/>
          <p:nvPr/>
        </p:nvSpPr>
        <p:spPr bwMode="auto">
          <a:xfrm>
            <a:off x="3981450" y="3789363"/>
            <a:ext cx="1204913" cy="738187"/>
          </a:xfrm>
          <a:prstGeom prst="rect">
            <a:avLst/>
          </a:prstGeom>
          <a:noFill/>
        </p:spPr>
        <p:txBody>
          <a:bodyPr lIns="121954" tIns="60977" rIns="121954" bIns="60977">
            <a:spAutoFit/>
          </a:bodyPr>
          <a:lstStyle>
            <a:defPPr>
              <a:defRPr lang="zh-CN"/>
            </a:defPPr>
            <a:lvl1pPr algn="ctr" fontAlgn="auto">
              <a:spcBef>
                <a:spcPts val="0"/>
              </a:spcBef>
              <a:spcAft>
                <a:spcPts val="0"/>
              </a:spcAft>
              <a:defRPr sz="1600" spc="300">
                <a:solidFill>
                  <a:srgbClr val="284848"/>
                </a:solidFill>
                <a:latin typeface="微软雅黑" pitchFamily="34" charset="-122"/>
                <a:ea typeface="微软雅黑" pitchFamily="34" charset="-122"/>
                <a:cs typeface="Arial" pitchFamily="34" charset="0"/>
              </a:defRPr>
            </a:lvl1pPr>
          </a:lstStyle>
          <a:p>
            <a:pPr eaLnBrk="1" hangingPunct="1">
              <a:defRPr/>
            </a:pPr>
            <a:r>
              <a:rPr lang="zh-CN" altLang="en-US" sz="2000" b="1" kern="0" dirty="0">
                <a:solidFill>
                  <a:prstClr val="black">
                    <a:lumMod val="95000"/>
                    <a:lumOff val="5000"/>
                  </a:prstClr>
                </a:solidFill>
                <a:latin typeface="+mn-lt"/>
                <a:ea typeface="+mn-ea"/>
                <a:cs typeface="+mn-ea"/>
                <a:sym typeface="+mn-lt"/>
              </a:rPr>
              <a:t>基本操作</a:t>
            </a:r>
          </a:p>
        </p:txBody>
      </p:sp>
      <p:sp>
        <p:nvSpPr>
          <p:cNvPr id="68" name="TextBox 196">
            <a:extLst>
              <a:ext uri="{FF2B5EF4-FFF2-40B4-BE49-F238E27FC236}">
                <a16:creationId xmlns:a16="http://schemas.microsoft.com/office/drawing/2014/main" id="{7F3B34DB-8BE0-452C-82AE-2FCF12F8EB7C}"/>
              </a:ext>
            </a:extLst>
          </p:cNvPr>
          <p:cNvSpPr txBox="1"/>
          <p:nvPr/>
        </p:nvSpPr>
        <p:spPr bwMode="auto">
          <a:xfrm>
            <a:off x="7646988" y="1595438"/>
            <a:ext cx="1285875" cy="492125"/>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zh-CN" altLang="en-US" sz="2400" kern="0" dirty="0">
                <a:solidFill>
                  <a:prstClr val="black">
                    <a:lumMod val="95000"/>
                    <a:lumOff val="5000"/>
                  </a:prstClr>
                </a:solidFill>
                <a:latin typeface="+mn-lt"/>
                <a:ea typeface="+mn-ea"/>
                <a:cs typeface="+mn-ea"/>
                <a:sym typeface="+mn-lt"/>
              </a:rPr>
              <a:t>初始化</a:t>
            </a:r>
          </a:p>
        </p:txBody>
      </p:sp>
      <p:sp>
        <p:nvSpPr>
          <p:cNvPr id="69" name="TextBox 200">
            <a:extLst>
              <a:ext uri="{FF2B5EF4-FFF2-40B4-BE49-F238E27FC236}">
                <a16:creationId xmlns:a16="http://schemas.microsoft.com/office/drawing/2014/main" id="{3ECE1B33-89E2-4569-A4FE-1EA6E6ECB2F2}"/>
              </a:ext>
            </a:extLst>
          </p:cNvPr>
          <p:cNvSpPr txBox="1"/>
          <p:nvPr/>
        </p:nvSpPr>
        <p:spPr bwMode="auto">
          <a:xfrm>
            <a:off x="3154363" y="6094413"/>
            <a:ext cx="938212" cy="492125"/>
          </a:xfrm>
          <a:prstGeom prst="rect">
            <a:avLst/>
          </a:prstGeom>
          <a:noFill/>
        </p:spPr>
        <p:txBody>
          <a:bodyPr wrap="none" lIns="121954" tIns="60977" rIns="121954" bIns="60977">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eaLnBrk="1" hangingPunct="1"/>
            <a:r>
              <a:rPr lang="zh-CN" altLang="en-US" sz="2400">
                <a:solidFill>
                  <a:srgbClr val="0D0D0D"/>
                </a:solidFill>
                <a:ea typeface="微软雅黑" panose="020B0503020204020204" pitchFamily="34" charset="-122"/>
                <a:sym typeface="+mn-lt"/>
              </a:rPr>
              <a:t>查找</a:t>
            </a:r>
          </a:p>
        </p:txBody>
      </p:sp>
      <p:sp>
        <p:nvSpPr>
          <p:cNvPr id="70" name="TextBox 202">
            <a:extLst>
              <a:ext uri="{FF2B5EF4-FFF2-40B4-BE49-F238E27FC236}">
                <a16:creationId xmlns:a16="http://schemas.microsoft.com/office/drawing/2014/main" id="{3A590E3B-F885-43BF-B9F2-A824CA477E89}"/>
              </a:ext>
            </a:extLst>
          </p:cNvPr>
          <p:cNvSpPr txBox="1"/>
          <p:nvPr/>
        </p:nvSpPr>
        <p:spPr bwMode="auto">
          <a:xfrm>
            <a:off x="849313" y="4799013"/>
            <a:ext cx="939800" cy="492125"/>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zh-CN" altLang="en-US" sz="2400" kern="0" dirty="0">
                <a:solidFill>
                  <a:prstClr val="black">
                    <a:lumMod val="95000"/>
                    <a:lumOff val="5000"/>
                  </a:prstClr>
                </a:solidFill>
                <a:latin typeface="+mn-lt"/>
                <a:ea typeface="+mn-ea"/>
                <a:cs typeface="+mn-ea"/>
                <a:sym typeface="+mn-lt"/>
              </a:rPr>
              <a:t>插入</a:t>
            </a:r>
          </a:p>
        </p:txBody>
      </p:sp>
      <p:sp>
        <p:nvSpPr>
          <p:cNvPr id="71" name="TextBox 204">
            <a:extLst>
              <a:ext uri="{FF2B5EF4-FFF2-40B4-BE49-F238E27FC236}">
                <a16:creationId xmlns:a16="http://schemas.microsoft.com/office/drawing/2014/main" id="{D51B37E4-977E-4045-AA6D-DA49DFAEA45D}"/>
              </a:ext>
            </a:extLst>
          </p:cNvPr>
          <p:cNvSpPr txBox="1"/>
          <p:nvPr/>
        </p:nvSpPr>
        <p:spPr bwMode="auto">
          <a:xfrm>
            <a:off x="7532688" y="4941888"/>
            <a:ext cx="938212" cy="492125"/>
          </a:xfrm>
          <a:prstGeom prst="rect">
            <a:avLst/>
          </a:prstGeom>
          <a:noFill/>
        </p:spPr>
        <p:txBody>
          <a:bodyPr wrap="none" lIns="121954" tIns="60977" rIns="121954" bIns="60977">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eaLnBrk="1" hangingPunct="1"/>
            <a:r>
              <a:rPr lang="zh-CN" altLang="en-US" sz="2400">
                <a:solidFill>
                  <a:srgbClr val="0D0D0D"/>
                </a:solidFill>
                <a:ea typeface="微软雅黑" panose="020B0503020204020204" pitchFamily="34" charset="-122"/>
                <a:sym typeface="+mn-lt"/>
              </a:rPr>
              <a:t>取值</a:t>
            </a:r>
          </a:p>
        </p:txBody>
      </p:sp>
      <p:sp>
        <p:nvSpPr>
          <p:cNvPr id="72" name="TextBox 206">
            <a:extLst>
              <a:ext uri="{FF2B5EF4-FFF2-40B4-BE49-F238E27FC236}">
                <a16:creationId xmlns:a16="http://schemas.microsoft.com/office/drawing/2014/main" id="{AC248844-5655-49B8-8680-E0A7DC99142F}"/>
              </a:ext>
            </a:extLst>
          </p:cNvPr>
          <p:cNvSpPr txBox="1"/>
          <p:nvPr/>
        </p:nvSpPr>
        <p:spPr bwMode="auto">
          <a:xfrm>
            <a:off x="347663" y="2755900"/>
            <a:ext cx="938212" cy="493713"/>
          </a:xfrm>
          <a:prstGeom prst="rect">
            <a:avLst/>
          </a:prstGeom>
          <a:noFill/>
        </p:spPr>
        <p:txBody>
          <a:bodyPr wrap="none" lIns="121954" tIns="60977" rIns="121954" bIns="60977">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eaLnBrk="1" hangingPunct="1"/>
            <a:r>
              <a:rPr lang="zh-CN" altLang="en-US" sz="2400">
                <a:solidFill>
                  <a:srgbClr val="0D0D0D"/>
                </a:solidFill>
                <a:ea typeface="微软雅黑" panose="020B0503020204020204" pitchFamily="34" charset="-122"/>
                <a:sym typeface="+mn-lt"/>
              </a:rPr>
              <a:t>删除</a:t>
            </a:r>
          </a:p>
        </p:txBody>
      </p:sp>
      <p:sp>
        <p:nvSpPr>
          <p:cNvPr id="73" name="TextBox 210">
            <a:extLst>
              <a:ext uri="{FF2B5EF4-FFF2-40B4-BE49-F238E27FC236}">
                <a16:creationId xmlns:a16="http://schemas.microsoft.com/office/drawing/2014/main" id="{380E4E6A-1A54-4D79-8617-63E8ED51ACF7}"/>
              </a:ext>
            </a:extLst>
          </p:cNvPr>
          <p:cNvSpPr txBox="1"/>
          <p:nvPr/>
        </p:nvSpPr>
        <p:spPr bwMode="auto">
          <a:xfrm>
            <a:off x="5629275" y="2532063"/>
            <a:ext cx="490538" cy="615950"/>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1</a:t>
            </a:r>
            <a:endParaRPr lang="zh-CN" altLang="en-US" sz="3200" kern="0" dirty="0">
              <a:solidFill>
                <a:prstClr val="white"/>
              </a:solidFill>
              <a:latin typeface="+mn-lt"/>
              <a:ea typeface="+mn-ea"/>
              <a:cs typeface="+mn-ea"/>
              <a:sym typeface="+mn-lt"/>
            </a:endParaRPr>
          </a:p>
        </p:txBody>
      </p:sp>
      <p:sp>
        <p:nvSpPr>
          <p:cNvPr id="74" name="TextBox 211">
            <a:extLst>
              <a:ext uri="{FF2B5EF4-FFF2-40B4-BE49-F238E27FC236}">
                <a16:creationId xmlns:a16="http://schemas.microsoft.com/office/drawing/2014/main" id="{88490783-3183-435E-B466-B61F6F61D9BD}"/>
              </a:ext>
            </a:extLst>
          </p:cNvPr>
          <p:cNvSpPr txBox="1"/>
          <p:nvPr/>
        </p:nvSpPr>
        <p:spPr bwMode="auto">
          <a:xfrm>
            <a:off x="2752725" y="3255963"/>
            <a:ext cx="490538" cy="615950"/>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5</a:t>
            </a:r>
            <a:endParaRPr lang="zh-CN" altLang="en-US" sz="3200" kern="0" dirty="0">
              <a:solidFill>
                <a:prstClr val="white"/>
              </a:solidFill>
              <a:latin typeface="+mn-lt"/>
              <a:ea typeface="+mn-ea"/>
              <a:cs typeface="+mn-ea"/>
              <a:sym typeface="+mn-lt"/>
            </a:endParaRPr>
          </a:p>
        </p:txBody>
      </p:sp>
      <p:sp>
        <p:nvSpPr>
          <p:cNvPr id="75" name="TextBox 212">
            <a:extLst>
              <a:ext uri="{FF2B5EF4-FFF2-40B4-BE49-F238E27FC236}">
                <a16:creationId xmlns:a16="http://schemas.microsoft.com/office/drawing/2014/main" id="{5C1C74B6-A831-4121-896E-2C326920A027}"/>
              </a:ext>
            </a:extLst>
          </p:cNvPr>
          <p:cNvSpPr txBox="1"/>
          <p:nvPr/>
        </p:nvSpPr>
        <p:spPr bwMode="auto">
          <a:xfrm>
            <a:off x="3152775" y="4589463"/>
            <a:ext cx="490538" cy="615950"/>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4</a:t>
            </a:r>
            <a:endParaRPr lang="zh-CN" altLang="en-US" sz="3200" kern="0" dirty="0">
              <a:solidFill>
                <a:prstClr val="white"/>
              </a:solidFill>
              <a:latin typeface="+mn-lt"/>
              <a:ea typeface="+mn-ea"/>
              <a:cs typeface="+mn-ea"/>
              <a:sym typeface="+mn-lt"/>
            </a:endParaRPr>
          </a:p>
        </p:txBody>
      </p:sp>
      <p:sp>
        <p:nvSpPr>
          <p:cNvPr id="76" name="TextBox 213">
            <a:extLst>
              <a:ext uri="{FF2B5EF4-FFF2-40B4-BE49-F238E27FC236}">
                <a16:creationId xmlns:a16="http://schemas.microsoft.com/office/drawing/2014/main" id="{29742662-A390-4D74-B890-00FD7BDB8B84}"/>
              </a:ext>
            </a:extLst>
          </p:cNvPr>
          <p:cNvSpPr txBox="1"/>
          <p:nvPr/>
        </p:nvSpPr>
        <p:spPr bwMode="auto">
          <a:xfrm>
            <a:off x="4714875" y="5008563"/>
            <a:ext cx="490538" cy="615950"/>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3</a:t>
            </a:r>
            <a:endParaRPr lang="zh-CN" altLang="en-US" sz="3200" kern="0" dirty="0">
              <a:solidFill>
                <a:prstClr val="white"/>
              </a:solidFill>
              <a:latin typeface="+mn-lt"/>
              <a:ea typeface="+mn-ea"/>
              <a:cs typeface="+mn-ea"/>
              <a:sym typeface="+mn-lt"/>
            </a:endParaRPr>
          </a:p>
        </p:txBody>
      </p:sp>
      <p:sp>
        <p:nvSpPr>
          <p:cNvPr id="77" name="TextBox 214">
            <a:extLst>
              <a:ext uri="{FF2B5EF4-FFF2-40B4-BE49-F238E27FC236}">
                <a16:creationId xmlns:a16="http://schemas.microsoft.com/office/drawing/2014/main" id="{455FC7FA-EC70-4D55-932A-764FDFE2AEA8}"/>
              </a:ext>
            </a:extLst>
          </p:cNvPr>
          <p:cNvSpPr txBox="1"/>
          <p:nvPr/>
        </p:nvSpPr>
        <p:spPr bwMode="auto">
          <a:xfrm>
            <a:off x="5591175" y="3998913"/>
            <a:ext cx="490538" cy="615950"/>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2</a:t>
            </a:r>
            <a:endParaRPr lang="zh-CN" altLang="en-US" sz="3200" kern="0" dirty="0">
              <a:solidFill>
                <a:prstClr val="white"/>
              </a:solidFill>
              <a:latin typeface="+mn-lt"/>
              <a:ea typeface="+mn-ea"/>
              <a:cs typeface="+mn-ea"/>
              <a:sym typeface="+mn-lt"/>
            </a:endParaRPr>
          </a:p>
        </p:txBody>
      </p:sp>
      <p:sp>
        <p:nvSpPr>
          <p:cNvPr id="34854" name="Rectangle 53">
            <a:extLst>
              <a:ext uri="{FF2B5EF4-FFF2-40B4-BE49-F238E27FC236}">
                <a16:creationId xmlns:a16="http://schemas.microsoft.com/office/drawing/2014/main" id="{69BB4BD3-EA1F-418F-84FA-C82790FE60AB}"/>
              </a:ext>
            </a:extLst>
          </p:cNvPr>
          <p:cNvSpPr>
            <a:spLocks noChangeArrowheads="1"/>
          </p:cNvSpPr>
          <p:nvPr/>
        </p:nvSpPr>
        <p:spPr bwMode="auto">
          <a:xfrm>
            <a:off x="2049463" y="5022850"/>
            <a:ext cx="704850" cy="15875"/>
          </a:xfrm>
          <a:prstGeom prst="rect">
            <a:avLst/>
          </a:prstGeom>
          <a:solidFill>
            <a:srgbClr val="6C4C8F"/>
          </a:solidFill>
          <a:ln w="9525">
            <a:solidFill>
              <a:srgbClr val="CC00CC"/>
            </a:solidFill>
            <a:miter lim="800000"/>
            <a:headEnd/>
            <a:tailEnd/>
          </a:ln>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
        <p:nvSpPr>
          <p:cNvPr id="34855" name="Freeform 54">
            <a:extLst>
              <a:ext uri="{FF2B5EF4-FFF2-40B4-BE49-F238E27FC236}">
                <a16:creationId xmlns:a16="http://schemas.microsoft.com/office/drawing/2014/main" id="{D114F210-7209-4443-B6E6-04BA04814760}"/>
              </a:ext>
            </a:extLst>
          </p:cNvPr>
          <p:cNvSpPr>
            <a:spLocks/>
          </p:cNvSpPr>
          <p:nvPr/>
        </p:nvSpPr>
        <p:spPr bwMode="auto">
          <a:xfrm>
            <a:off x="1582738" y="3001963"/>
            <a:ext cx="588962" cy="530225"/>
          </a:xfrm>
          <a:custGeom>
            <a:avLst/>
            <a:gdLst>
              <a:gd name="T0" fmla="*/ 588288 w 333"/>
              <a:gd name="T1" fmla="*/ 529712 h 300"/>
              <a:gd name="T2" fmla="*/ 0 w 333"/>
              <a:gd name="T3" fmla="*/ 529712 h 300"/>
              <a:gd name="T4" fmla="*/ 0 w 333"/>
              <a:gd name="T5" fmla="*/ 0 h 300"/>
              <a:gd name="T6" fmla="*/ 15900 w 333"/>
              <a:gd name="T7" fmla="*/ 0 h 300"/>
              <a:gd name="T8" fmla="*/ 15900 w 333"/>
              <a:gd name="T9" fmla="*/ 512055 h 300"/>
              <a:gd name="T10" fmla="*/ 588288 w 333"/>
              <a:gd name="T11" fmla="*/ 512055 h 300"/>
              <a:gd name="T12" fmla="*/ 588288 w 333"/>
              <a:gd name="T13" fmla="*/ 529712 h 300"/>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33" h="300">
                <a:moveTo>
                  <a:pt x="333" y="300"/>
                </a:moveTo>
                <a:lnTo>
                  <a:pt x="0" y="300"/>
                </a:lnTo>
                <a:lnTo>
                  <a:pt x="0" y="0"/>
                </a:lnTo>
                <a:lnTo>
                  <a:pt x="9" y="0"/>
                </a:lnTo>
                <a:lnTo>
                  <a:pt x="9" y="290"/>
                </a:lnTo>
                <a:lnTo>
                  <a:pt x="333" y="290"/>
                </a:lnTo>
                <a:lnTo>
                  <a:pt x="333" y="300"/>
                </a:lnTo>
                <a:close/>
              </a:path>
            </a:pathLst>
          </a:custGeom>
          <a:solidFill>
            <a:srgbClr val="0066FF"/>
          </a:solidFill>
          <a:ln w="19050">
            <a:solidFill>
              <a:srgbClr val="0066FF"/>
            </a:solidFill>
            <a:round/>
            <a:headEnd/>
            <a:tailEnd/>
          </a:ln>
        </p:spPr>
        <p:txBody>
          <a:bodyPr lIns="121954" tIns="60977" rIns="121954" bIns="60977"/>
          <a:lstStyle/>
          <a:p>
            <a:pPr>
              <a:defRPr/>
            </a:pPr>
            <a:endParaRPr lang="zh-CN" altLang="en-US">
              <a:latin typeface="+mn-lt"/>
              <a:ea typeface="+mn-ea"/>
              <a:cs typeface="+mn-ea"/>
              <a:sym typeface="+mn-lt"/>
            </a:endParaRPr>
          </a:p>
        </p:txBody>
      </p:sp>
      <p:sp>
        <p:nvSpPr>
          <p:cNvPr id="34856" name="Oval 60">
            <a:extLst>
              <a:ext uri="{FF2B5EF4-FFF2-40B4-BE49-F238E27FC236}">
                <a16:creationId xmlns:a16="http://schemas.microsoft.com/office/drawing/2014/main" id="{375C378D-8ED4-4483-B1D7-E893A5B829EC}"/>
              </a:ext>
            </a:extLst>
          </p:cNvPr>
          <p:cNvSpPr>
            <a:spLocks noChangeAspect="1" noChangeArrowheads="1"/>
          </p:cNvSpPr>
          <p:nvPr/>
        </p:nvSpPr>
        <p:spPr bwMode="auto">
          <a:xfrm>
            <a:off x="1530350" y="2971800"/>
            <a:ext cx="141288" cy="141288"/>
          </a:xfrm>
          <a:prstGeom prst="ellipse">
            <a:avLst/>
          </a:prstGeom>
          <a:solidFill>
            <a:srgbClr val="0066FF"/>
          </a:solidFill>
          <a:ln w="9525">
            <a:solidFill>
              <a:srgbClr val="0066FF"/>
            </a:solidFill>
            <a:round/>
            <a:headEnd/>
            <a:tailEnd/>
          </a:ln>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890" name="图片 9">
            <a:extLst>
              <a:ext uri="{FF2B5EF4-FFF2-40B4-BE49-F238E27FC236}">
                <a16:creationId xmlns:a16="http://schemas.microsoft.com/office/drawing/2014/main" id="{1C0C4DCC-D9F1-8746-83D5-FCACA1244D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75"/>
          <a:stretch>
            <a:fillRect/>
          </a:stretch>
        </p:blipFill>
        <p:spPr bwMode="auto">
          <a:xfrm>
            <a:off x="0" y="1588"/>
            <a:ext cx="9124950"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6" name="矩形: 圆角 16">
            <a:extLst>
              <a:ext uri="{FF2B5EF4-FFF2-40B4-BE49-F238E27FC236}">
                <a16:creationId xmlns:a16="http://schemas.microsoft.com/office/drawing/2014/main" id="{12269A05-4B78-4994-8411-D7CD58D6610E}"/>
              </a:ext>
            </a:extLst>
          </p:cNvPr>
          <p:cNvSpPr>
            <a:spLocks noChangeArrowheads="1"/>
          </p:cNvSpPr>
          <p:nvPr/>
        </p:nvSpPr>
        <p:spPr bwMode="auto">
          <a:xfrm>
            <a:off x="3044825" y="3886200"/>
            <a:ext cx="5199063"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11267" name="矩形: 圆角 15">
            <a:extLst>
              <a:ext uri="{FF2B5EF4-FFF2-40B4-BE49-F238E27FC236}">
                <a16:creationId xmlns:a16="http://schemas.microsoft.com/office/drawing/2014/main" id="{836F1094-313B-4FDE-BE0C-80AD5D4F2FFD}"/>
              </a:ext>
            </a:extLst>
          </p:cNvPr>
          <p:cNvSpPr>
            <a:spLocks noChangeArrowheads="1"/>
          </p:cNvSpPr>
          <p:nvPr/>
        </p:nvSpPr>
        <p:spPr bwMode="auto">
          <a:xfrm>
            <a:off x="2100263" y="3886200"/>
            <a:ext cx="839787" cy="504825"/>
          </a:xfrm>
          <a:prstGeom prst="roundRect">
            <a:avLst>
              <a:gd name="adj" fmla="val 16667"/>
            </a:avLst>
          </a:prstGeom>
          <a:solidFill>
            <a:schemeClr val="accent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8" name="矩形 7">
            <a:extLst>
              <a:ext uri="{FF2B5EF4-FFF2-40B4-BE49-F238E27FC236}">
                <a16:creationId xmlns:a16="http://schemas.microsoft.com/office/drawing/2014/main" id="{206813FF-7FD1-4EE9-AACB-59165E9B2B29}"/>
              </a:ext>
            </a:extLst>
          </p:cNvPr>
          <p:cNvSpPr/>
          <p:nvPr/>
        </p:nvSpPr>
        <p:spPr bwMode="auto">
          <a:xfrm>
            <a:off x="9525" y="1588"/>
            <a:ext cx="9151938" cy="2024062"/>
          </a:xfrm>
          <a:prstGeom prst="rect">
            <a:avLst/>
          </a:prstGeom>
          <a:solidFill>
            <a:schemeClr val="tx1">
              <a:alpha val="50000"/>
            </a:schemeClr>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zh-CN" altLang="en-US" sz="1800" kern="0">
              <a:solidFill>
                <a:prstClr val="white"/>
              </a:solidFill>
              <a:latin typeface="+mn-lt"/>
              <a:ea typeface="+mn-ea"/>
              <a:cs typeface="+mn-ea"/>
              <a:sym typeface="+mn-lt"/>
            </a:endParaRPr>
          </a:p>
        </p:txBody>
      </p:sp>
      <p:sp>
        <p:nvSpPr>
          <p:cNvPr id="7" name="Shape 26">
            <a:extLst>
              <a:ext uri="{FF2B5EF4-FFF2-40B4-BE49-F238E27FC236}">
                <a16:creationId xmlns:a16="http://schemas.microsoft.com/office/drawing/2014/main" id="{FB3AD18B-8C65-43BF-8642-BD716500B7F7}"/>
              </a:ext>
            </a:extLst>
          </p:cNvPr>
          <p:cNvSpPr/>
          <p:nvPr/>
        </p:nvSpPr>
        <p:spPr>
          <a:xfrm flipH="1">
            <a:off x="-36513" y="774700"/>
            <a:ext cx="9207501" cy="1260475"/>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bg1"/>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
        <p:nvSpPr>
          <p:cNvPr id="13" name="文本框 12">
            <a:extLst>
              <a:ext uri="{FF2B5EF4-FFF2-40B4-BE49-F238E27FC236}">
                <a16:creationId xmlns:a16="http://schemas.microsoft.com/office/drawing/2014/main" id="{89CE5CB9-9CDC-4208-B41F-BD845B6D5A7A}"/>
              </a:ext>
            </a:extLst>
          </p:cNvPr>
          <p:cNvSpPr txBox="1"/>
          <p:nvPr/>
        </p:nvSpPr>
        <p:spPr>
          <a:xfrm>
            <a:off x="558800" y="331788"/>
            <a:ext cx="2573338" cy="647700"/>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dist"/>
            <a:r>
              <a:rPr lang="zh-CN" altLang="en-US" sz="3600">
                <a:solidFill>
                  <a:schemeClr val="bg1"/>
                </a:solidFill>
                <a:ea typeface="微软雅黑" panose="020B0503020204020204" pitchFamily="34" charset="-122"/>
                <a:sym typeface="+mn-lt"/>
              </a:rPr>
              <a:t>目录导航</a:t>
            </a:r>
          </a:p>
        </p:txBody>
      </p:sp>
      <p:sp>
        <p:nvSpPr>
          <p:cNvPr id="14" name="文本框 13">
            <a:extLst>
              <a:ext uri="{FF2B5EF4-FFF2-40B4-BE49-F238E27FC236}">
                <a16:creationId xmlns:a16="http://schemas.microsoft.com/office/drawing/2014/main" id="{C51C9B58-A701-425B-93A0-9C59B91D70BE}"/>
              </a:ext>
            </a:extLst>
          </p:cNvPr>
          <p:cNvSpPr txBox="1"/>
          <p:nvPr/>
        </p:nvSpPr>
        <p:spPr>
          <a:xfrm>
            <a:off x="2219325" y="2138363"/>
            <a:ext cx="720725" cy="4524375"/>
          </a:xfrm>
          <a:prstGeom prst="rect">
            <a:avLst/>
          </a:prstGeom>
          <a:noFill/>
        </p:spPr>
        <p:txBody>
          <a:bodyPr>
            <a:spAutoFit/>
          </a:bodyPr>
          <a:lstStyle/>
          <a:p>
            <a:pPr>
              <a:lnSpc>
                <a:spcPct val="150000"/>
              </a:lnSpc>
              <a:defRPr/>
            </a:pPr>
            <a:r>
              <a:rPr lang="en-US" altLang="zh-CN" sz="2400" dirty="0">
                <a:latin typeface="+mn-lt"/>
                <a:ea typeface="+mn-ea"/>
                <a:cs typeface="+mn-ea"/>
                <a:sym typeface="+mn-lt"/>
              </a:rPr>
              <a:t>2.1</a:t>
            </a:r>
            <a:endParaRPr lang="zh-CN" altLang="en-US" sz="2400" dirty="0">
              <a:latin typeface="+mn-lt"/>
              <a:ea typeface="+mn-ea"/>
              <a:cs typeface="+mn-ea"/>
              <a:sym typeface="+mn-lt"/>
            </a:endParaRPr>
          </a:p>
          <a:p>
            <a:pPr>
              <a:lnSpc>
                <a:spcPct val="150000"/>
              </a:lnSpc>
              <a:defRPr/>
            </a:pPr>
            <a:r>
              <a:rPr lang="en-US" altLang="zh-CN" sz="2400" dirty="0">
                <a:latin typeface="+mn-lt"/>
                <a:ea typeface="+mn-ea"/>
                <a:cs typeface="+mn-ea"/>
                <a:sym typeface="+mn-lt"/>
              </a:rPr>
              <a:t>2.2</a:t>
            </a:r>
            <a:endParaRPr lang="zh-CN" altLang="en-US" sz="2400" dirty="0">
              <a:latin typeface="+mn-lt"/>
              <a:ea typeface="+mn-ea"/>
              <a:cs typeface="+mn-ea"/>
              <a:sym typeface="+mn-lt"/>
            </a:endParaRPr>
          </a:p>
          <a:p>
            <a:pPr>
              <a:lnSpc>
                <a:spcPct val="150000"/>
              </a:lnSpc>
              <a:defRPr/>
            </a:pPr>
            <a:r>
              <a:rPr lang="en-US" altLang="zh-CN" sz="2400" dirty="0">
                <a:latin typeface="+mn-lt"/>
                <a:ea typeface="+mn-ea"/>
                <a:cs typeface="+mn-ea"/>
                <a:sym typeface="+mn-lt"/>
              </a:rPr>
              <a:t>2.3</a:t>
            </a:r>
            <a:endParaRPr lang="zh-CN" altLang="en-US" sz="2400" dirty="0">
              <a:latin typeface="+mn-lt"/>
              <a:ea typeface="+mn-ea"/>
              <a:cs typeface="+mn-ea"/>
              <a:sym typeface="+mn-lt"/>
            </a:endParaRPr>
          </a:p>
          <a:p>
            <a:pPr>
              <a:lnSpc>
                <a:spcPct val="150000"/>
              </a:lnSpc>
              <a:defRPr/>
            </a:pPr>
            <a:r>
              <a:rPr lang="en-US" altLang="zh-CN" sz="2400" dirty="0">
                <a:solidFill>
                  <a:schemeClr val="bg1"/>
                </a:solidFill>
                <a:latin typeface="+mn-lt"/>
                <a:ea typeface="+mn-ea"/>
                <a:cs typeface="+mn-ea"/>
                <a:sym typeface="+mn-lt"/>
              </a:rPr>
              <a:t>2.4</a:t>
            </a:r>
            <a:endParaRPr lang="zh-CN" altLang="en-US" sz="2400" dirty="0">
              <a:solidFill>
                <a:schemeClr val="bg1"/>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2.5</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2.6</a:t>
            </a:r>
          </a:p>
          <a:p>
            <a:pPr>
              <a:lnSpc>
                <a:spcPct val="150000"/>
              </a:lnSpc>
              <a:defRPr/>
            </a:pPr>
            <a:r>
              <a:rPr lang="en-US" altLang="zh-CN" sz="2400" dirty="0">
                <a:solidFill>
                  <a:schemeClr val="tx1">
                    <a:lumMod val="95000"/>
                    <a:lumOff val="5000"/>
                  </a:schemeClr>
                </a:solidFill>
                <a:latin typeface="+mn-lt"/>
                <a:ea typeface="+mn-ea"/>
                <a:cs typeface="+mn-ea"/>
                <a:sym typeface="+mn-lt"/>
              </a:rPr>
              <a:t>2.7</a:t>
            </a:r>
          </a:p>
          <a:p>
            <a:pPr>
              <a:lnSpc>
                <a:spcPct val="150000"/>
              </a:lnSpc>
              <a:defRPr/>
            </a:pPr>
            <a:r>
              <a:rPr lang="en-US" altLang="zh-CN" sz="2400" dirty="0">
                <a:solidFill>
                  <a:schemeClr val="tx1">
                    <a:lumMod val="95000"/>
                    <a:lumOff val="5000"/>
                  </a:schemeClr>
                </a:solidFill>
                <a:latin typeface="+mn-lt"/>
                <a:ea typeface="+mn-ea"/>
                <a:cs typeface="+mn-ea"/>
                <a:sym typeface="+mn-lt"/>
              </a:rPr>
              <a:t>2.8</a:t>
            </a:r>
            <a:endParaRPr lang="zh-CN" altLang="en-US" sz="2400" dirty="0">
              <a:solidFill>
                <a:schemeClr val="tx1">
                  <a:lumMod val="95000"/>
                  <a:lumOff val="5000"/>
                </a:schemeClr>
              </a:solidFill>
              <a:latin typeface="+mn-lt"/>
              <a:ea typeface="+mn-ea"/>
              <a:cs typeface="+mn-ea"/>
              <a:sym typeface="+mn-lt"/>
            </a:endParaRPr>
          </a:p>
        </p:txBody>
      </p:sp>
      <p:sp>
        <p:nvSpPr>
          <p:cNvPr id="15" name="文本框 14">
            <a:extLst>
              <a:ext uri="{FF2B5EF4-FFF2-40B4-BE49-F238E27FC236}">
                <a16:creationId xmlns:a16="http://schemas.microsoft.com/office/drawing/2014/main" id="{32E720A0-DC4C-4251-976E-B872037DBEE9}"/>
              </a:ext>
            </a:extLst>
          </p:cNvPr>
          <p:cNvSpPr txBox="1"/>
          <p:nvPr/>
        </p:nvSpPr>
        <p:spPr>
          <a:xfrm>
            <a:off x="3057525" y="2138363"/>
            <a:ext cx="4129088" cy="4524375"/>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nSpc>
                <a:spcPct val="150000"/>
              </a:lnSpc>
            </a:pPr>
            <a:r>
              <a:rPr lang="zh-CN" altLang="en-US" sz="2400">
                <a:ea typeface="微软雅黑" panose="020B0503020204020204" pitchFamily="34" charset="-122"/>
                <a:sym typeface="+mn-lt"/>
              </a:rPr>
              <a:t>线性表的定义和特点</a:t>
            </a:r>
          </a:p>
          <a:p>
            <a:pPr>
              <a:lnSpc>
                <a:spcPct val="150000"/>
              </a:lnSpc>
            </a:pPr>
            <a:r>
              <a:rPr lang="zh-CN" altLang="en-US" sz="2400">
                <a:ea typeface="微软雅黑" panose="020B0503020204020204" pitchFamily="34" charset="-122"/>
                <a:sym typeface="+mn-lt"/>
              </a:rPr>
              <a:t>案例引入</a:t>
            </a:r>
          </a:p>
          <a:p>
            <a:pPr>
              <a:lnSpc>
                <a:spcPct val="150000"/>
              </a:lnSpc>
            </a:pPr>
            <a:r>
              <a:rPr lang="zh-CN" altLang="en-US" sz="2400">
                <a:ea typeface="微软雅黑" panose="020B0503020204020204" pitchFamily="34" charset="-122"/>
                <a:sym typeface="+mn-lt"/>
              </a:rPr>
              <a:t>线性的类型定义</a:t>
            </a:r>
          </a:p>
          <a:p>
            <a:pPr>
              <a:lnSpc>
                <a:spcPct val="150000"/>
              </a:lnSpc>
            </a:pPr>
            <a:r>
              <a:rPr lang="zh-CN" altLang="en-US" sz="2400">
                <a:solidFill>
                  <a:schemeClr val="bg1"/>
                </a:solidFill>
                <a:ea typeface="微软雅黑" panose="020B0503020204020204" pitchFamily="34" charset="-122"/>
                <a:sym typeface="+mn-lt"/>
              </a:rPr>
              <a:t>线性表的顺序表示和实现</a:t>
            </a:r>
          </a:p>
          <a:p>
            <a:pPr>
              <a:lnSpc>
                <a:spcPct val="150000"/>
              </a:lnSpc>
            </a:pPr>
            <a:r>
              <a:rPr lang="zh-CN" altLang="en-US" sz="2400">
                <a:ea typeface="微软雅黑" panose="020B0503020204020204" pitchFamily="34" charset="-122"/>
                <a:sym typeface="+mn-lt"/>
              </a:rPr>
              <a:t>线性表的链式表示和实现</a:t>
            </a:r>
          </a:p>
          <a:p>
            <a:pPr>
              <a:lnSpc>
                <a:spcPct val="150000"/>
              </a:lnSpc>
            </a:pPr>
            <a:r>
              <a:rPr lang="zh-CN" altLang="en-US" sz="2400">
                <a:ea typeface="微软雅黑" panose="020B0503020204020204" pitchFamily="34" charset="-122"/>
                <a:sym typeface="+mn-lt"/>
              </a:rPr>
              <a:t>顺序表和链表的比较</a:t>
            </a:r>
          </a:p>
          <a:p>
            <a:pPr>
              <a:lnSpc>
                <a:spcPct val="150000"/>
              </a:lnSpc>
            </a:pPr>
            <a:r>
              <a:rPr lang="zh-CN" altLang="en-US" sz="2400">
                <a:ea typeface="微软雅黑" panose="020B0503020204020204" pitchFamily="34" charset="-122"/>
                <a:sym typeface="+mn-lt"/>
              </a:rPr>
              <a:t>线性表的应用</a:t>
            </a:r>
          </a:p>
          <a:p>
            <a:pPr>
              <a:lnSpc>
                <a:spcPct val="150000"/>
              </a:lnSpc>
            </a:pPr>
            <a:r>
              <a:rPr lang="zh-CN" altLang="en-US" sz="2400">
                <a:ea typeface="微软雅黑" panose="020B0503020204020204" pitchFamily="34" charset="-122"/>
                <a:sym typeface="+mn-lt"/>
              </a:rPr>
              <a:t>案例分析与实现</a:t>
            </a:r>
          </a:p>
        </p:txBody>
      </p:sp>
      <p:sp>
        <p:nvSpPr>
          <p:cNvPr id="2" name="矩形 1">
            <a:extLst>
              <a:ext uri="{FF2B5EF4-FFF2-40B4-BE49-F238E27FC236}">
                <a16:creationId xmlns:a16="http://schemas.microsoft.com/office/drawing/2014/main" id="{0A06EE65-7A68-4D05-84BC-DA10AC3C567F}"/>
              </a:ext>
            </a:extLst>
          </p:cNvPr>
          <p:cNvSpPr/>
          <p:nvPr/>
        </p:nvSpPr>
        <p:spPr>
          <a:xfrm>
            <a:off x="3276600" y="457200"/>
            <a:ext cx="1458913" cy="522288"/>
          </a:xfrm>
          <a:prstGeom prst="rect">
            <a:avLst/>
          </a:prstGeom>
        </p:spPr>
        <p:txBody>
          <a:bodyPr wrap="none">
            <a:spAutoFit/>
          </a:bodyPr>
          <a:lstStyle/>
          <a:p>
            <a:pPr>
              <a:defRPr/>
            </a:pPr>
            <a:r>
              <a:rPr lang="zh-CN" altLang="en-US" dirty="0">
                <a:solidFill>
                  <a:schemeClr val="bg1"/>
                </a:solidFill>
                <a:latin typeface="+mn-lt"/>
                <a:ea typeface="+mn-ea"/>
                <a:cs typeface="+mn-ea"/>
                <a:sym typeface="+mn-lt"/>
              </a:rPr>
              <a:t>Contents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6" name="Rectangle 1038">
            <a:extLst>
              <a:ext uri="{FF2B5EF4-FFF2-40B4-BE49-F238E27FC236}">
                <a16:creationId xmlns:a16="http://schemas.microsoft.com/office/drawing/2014/main" id="{D90974E0-1D19-433B-9211-F7A4014BA417}"/>
              </a:ext>
            </a:extLst>
          </p:cNvPr>
          <p:cNvSpPr>
            <a:spLocks noChangeArrowheads="1"/>
          </p:cNvSpPr>
          <p:nvPr/>
        </p:nvSpPr>
        <p:spPr bwMode="auto">
          <a:xfrm>
            <a:off x="539750" y="1044575"/>
            <a:ext cx="8435975" cy="525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a:sym typeface="+mn-lt"/>
              </a:rPr>
              <a:t>线性表的顺序表示又称为</a:t>
            </a:r>
            <a:r>
              <a:rPr lang="zh-CN" altLang="en-US">
                <a:solidFill>
                  <a:schemeClr val="accent1"/>
                </a:solidFill>
                <a:sym typeface="+mn-lt"/>
              </a:rPr>
              <a:t>顺序存储结构</a:t>
            </a:r>
            <a:r>
              <a:rPr lang="zh-CN" altLang="en-US">
                <a:sym typeface="+mn-lt"/>
              </a:rPr>
              <a:t>或</a:t>
            </a:r>
            <a:r>
              <a:rPr lang="zh-CN" altLang="en-US">
                <a:solidFill>
                  <a:schemeClr val="accent1"/>
                </a:solidFill>
                <a:sym typeface="+mn-lt"/>
              </a:rPr>
              <a:t>顺序映像</a:t>
            </a:r>
            <a:r>
              <a:rPr lang="zh-CN" altLang="en-US">
                <a:sym typeface="+mn-lt"/>
              </a:rPr>
              <a:t>。</a:t>
            </a:r>
          </a:p>
        </p:txBody>
      </p:sp>
      <p:sp>
        <p:nvSpPr>
          <p:cNvPr id="10" name="Rectangle 58">
            <a:extLst>
              <a:ext uri="{FF2B5EF4-FFF2-40B4-BE49-F238E27FC236}">
                <a16:creationId xmlns:a16="http://schemas.microsoft.com/office/drawing/2014/main" id="{A46DEEC6-041E-43E7-857D-5132BFECBF8E}"/>
              </a:ext>
            </a:extLst>
          </p:cNvPr>
          <p:cNvSpPr>
            <a:spLocks noChangeArrowheads="1"/>
          </p:cNvSpPr>
          <p:nvPr/>
        </p:nvSpPr>
        <p:spPr bwMode="auto">
          <a:xfrm>
            <a:off x="801688" y="141288"/>
            <a:ext cx="6156325"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线性表的顺序表示和实现</a:t>
            </a:r>
          </a:p>
        </p:txBody>
      </p:sp>
      <p:grpSp>
        <p:nvGrpSpPr>
          <p:cNvPr id="11" name="组合 10">
            <a:extLst>
              <a:ext uri="{FF2B5EF4-FFF2-40B4-BE49-F238E27FC236}">
                <a16:creationId xmlns:a16="http://schemas.microsoft.com/office/drawing/2014/main" id="{1CF4B430-9A12-A441-95E4-C968C2F23CE0}"/>
              </a:ext>
            </a:extLst>
          </p:cNvPr>
          <p:cNvGrpSpPr>
            <a:grpSpLocks/>
          </p:cNvGrpSpPr>
          <p:nvPr/>
        </p:nvGrpSpPr>
        <p:grpSpPr bwMode="auto">
          <a:xfrm>
            <a:off x="679450" y="1912938"/>
            <a:ext cx="3267075" cy="4192587"/>
            <a:chOff x="1091444" y="1808820"/>
            <a:chExt cx="3771794" cy="4840379"/>
          </a:xfrm>
        </p:grpSpPr>
        <p:sp>
          <p:nvSpPr>
            <p:cNvPr id="12" name="íṩľíḍè-圆角矩形 61">
              <a:extLst>
                <a:ext uri="{FF2B5EF4-FFF2-40B4-BE49-F238E27FC236}">
                  <a16:creationId xmlns:a16="http://schemas.microsoft.com/office/drawing/2014/main" id="{9F077B37-2F38-4E8B-A94E-B308B5EC5A1D}"/>
                </a:ext>
              </a:extLst>
            </p:cNvPr>
            <p:cNvSpPr/>
            <p:nvPr/>
          </p:nvSpPr>
          <p:spPr>
            <a:xfrm>
              <a:off x="1091444" y="1808820"/>
              <a:ext cx="3771794" cy="3698556"/>
            </a:xfrm>
            <a:prstGeom prst="roundRect">
              <a:avLst>
                <a:gd name="adj" fmla="val 3485"/>
              </a:avLst>
            </a:prstGeom>
            <a:solidFill>
              <a:srgbClr val="4F81BD"/>
            </a:solidFill>
            <a:ln w="25400" cap="flat" cmpd="sng" algn="ctr">
              <a:noFill/>
              <a:prstDash val="solid"/>
            </a:ln>
            <a:effectLst/>
          </p:spPr>
          <p:txBody>
            <a:bodyPr wrap="none" tIns="216000" bIns="216000" anchorCtr="1">
              <a:normAutofit/>
            </a:bodyPr>
            <a:lstStyle/>
            <a:p>
              <a:pPr algn="ctr" eaLnBrk="1" fontAlgn="auto" hangingPunct="1">
                <a:spcBef>
                  <a:spcPts val="0"/>
                </a:spcBef>
                <a:spcAft>
                  <a:spcPts val="0"/>
                </a:spcAft>
                <a:defRPr/>
              </a:pPr>
              <a:endParaRPr lang="zh-CN" altLang="en-US" sz="1800" kern="0" dirty="0">
                <a:solidFill>
                  <a:prstClr val="white"/>
                </a:solidFill>
                <a:latin typeface="+mn-lt"/>
                <a:ea typeface="+mn-ea"/>
                <a:cs typeface="+mn-ea"/>
                <a:sym typeface="+mn-lt"/>
              </a:endParaRPr>
            </a:p>
          </p:txBody>
        </p:sp>
        <p:sp>
          <p:nvSpPr>
            <p:cNvPr id="13" name="íṩľíḍè-任意多边形 62">
              <a:extLst>
                <a:ext uri="{FF2B5EF4-FFF2-40B4-BE49-F238E27FC236}">
                  <a16:creationId xmlns:a16="http://schemas.microsoft.com/office/drawing/2014/main" id="{A1459130-7306-4AA1-90DC-6016E122A5E6}"/>
                </a:ext>
              </a:extLst>
            </p:cNvPr>
            <p:cNvSpPr/>
            <p:nvPr/>
          </p:nvSpPr>
          <p:spPr>
            <a:xfrm>
              <a:off x="1091444" y="2734375"/>
              <a:ext cx="3771794" cy="3914824"/>
            </a:xfrm>
            <a:custGeom>
              <a:avLst/>
              <a:gdLst>
                <a:gd name="connsiteX0" fmla="*/ 0 w 3657600"/>
                <a:gd name="connsiteY0" fmla="*/ 0 h 5486400"/>
                <a:gd name="connsiteX1" fmla="*/ 127467 w 3657600"/>
                <a:gd name="connsiteY1" fmla="*/ 0 h 5486400"/>
                <a:gd name="connsiteX2" fmla="*/ 1072342 w 3657600"/>
                <a:gd name="connsiteY2" fmla="*/ 0 h 5486400"/>
                <a:gd name="connsiteX3" fmla="*/ 1828800 w 3657600"/>
                <a:gd name="connsiteY3" fmla="*/ 756458 h 5486400"/>
                <a:gd name="connsiteX4" fmla="*/ 2585258 w 3657600"/>
                <a:gd name="connsiteY4" fmla="*/ 0 h 5486400"/>
                <a:gd name="connsiteX5" fmla="*/ 3530133 w 3657600"/>
                <a:gd name="connsiteY5" fmla="*/ 0 h 5486400"/>
                <a:gd name="connsiteX6" fmla="*/ 3657600 w 3657600"/>
                <a:gd name="connsiteY6" fmla="*/ 0 h 5486400"/>
                <a:gd name="connsiteX7" fmla="*/ 3657600 w 3657600"/>
                <a:gd name="connsiteY7" fmla="*/ 127467 h 5486400"/>
                <a:gd name="connsiteX8" fmla="*/ 3657600 w 3657600"/>
                <a:gd name="connsiteY8" fmla="*/ 914400 h 5486400"/>
                <a:gd name="connsiteX9" fmla="*/ 3657600 w 3657600"/>
                <a:gd name="connsiteY9" fmla="*/ 5358933 h 5486400"/>
                <a:gd name="connsiteX10" fmla="*/ 3530133 w 3657600"/>
                <a:gd name="connsiteY10" fmla="*/ 5486400 h 5486400"/>
                <a:gd name="connsiteX11" fmla="*/ 127467 w 3657600"/>
                <a:gd name="connsiteY11" fmla="*/ 5486400 h 5486400"/>
                <a:gd name="connsiteX12" fmla="*/ 0 w 3657600"/>
                <a:gd name="connsiteY12" fmla="*/ 5358933 h 5486400"/>
                <a:gd name="connsiteX13" fmla="*/ 0 w 3657600"/>
                <a:gd name="connsiteY13" fmla="*/ 914400 h 5486400"/>
                <a:gd name="connsiteX14" fmla="*/ 0 w 3657600"/>
                <a:gd name="connsiteY14" fmla="*/ 127467 h 5486400"/>
                <a:gd name="connsiteX15" fmla="*/ 0 w 3657600"/>
                <a:gd name="connsiteY15" fmla="*/ 0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657600" h="5486400">
                  <a:moveTo>
                    <a:pt x="0" y="0"/>
                  </a:moveTo>
                  <a:lnTo>
                    <a:pt x="127467" y="0"/>
                  </a:lnTo>
                  <a:lnTo>
                    <a:pt x="1072342" y="0"/>
                  </a:lnTo>
                  <a:cubicBezTo>
                    <a:pt x="1072342" y="417780"/>
                    <a:pt x="1411020" y="756458"/>
                    <a:pt x="1828800" y="756458"/>
                  </a:cubicBezTo>
                  <a:cubicBezTo>
                    <a:pt x="2246580" y="756458"/>
                    <a:pt x="2585258" y="417780"/>
                    <a:pt x="2585258" y="0"/>
                  </a:cubicBezTo>
                  <a:lnTo>
                    <a:pt x="3530133" y="0"/>
                  </a:lnTo>
                  <a:lnTo>
                    <a:pt x="3657600" y="0"/>
                  </a:lnTo>
                  <a:lnTo>
                    <a:pt x="3657600" y="127467"/>
                  </a:lnTo>
                  <a:lnTo>
                    <a:pt x="3657600" y="914400"/>
                  </a:lnTo>
                  <a:lnTo>
                    <a:pt x="3657600" y="5358933"/>
                  </a:lnTo>
                  <a:cubicBezTo>
                    <a:pt x="3657600" y="5429331"/>
                    <a:pt x="3600531" y="5486400"/>
                    <a:pt x="3530133" y="5486400"/>
                  </a:cubicBezTo>
                  <a:lnTo>
                    <a:pt x="127467" y="5486400"/>
                  </a:lnTo>
                  <a:cubicBezTo>
                    <a:pt x="57069" y="5486400"/>
                    <a:pt x="0" y="5429331"/>
                    <a:pt x="0" y="5358933"/>
                  </a:cubicBezTo>
                  <a:lnTo>
                    <a:pt x="0" y="914400"/>
                  </a:lnTo>
                  <a:lnTo>
                    <a:pt x="0" y="127467"/>
                  </a:lnTo>
                  <a:lnTo>
                    <a:pt x="0" y="0"/>
                  </a:lnTo>
                  <a:close/>
                </a:path>
              </a:pathLst>
            </a:custGeom>
            <a:solidFill>
              <a:sysClr val="window" lastClr="FFFFFF">
                <a:lumMod val="95000"/>
              </a:sysClr>
            </a:solidFill>
            <a:ln w="25400" cap="flat" cmpd="sng" algn="ctr">
              <a:noFill/>
              <a:prstDash val="solid"/>
            </a:ln>
            <a:effectLst>
              <a:outerShdw dist="25400" dir="16200000" sx="101000" sy="101000" rotWithShape="0">
                <a:prstClr val="black">
                  <a:alpha val="14000"/>
                </a:prstClr>
              </a:outerShdw>
            </a:effectLst>
          </p:spPr>
          <p:txBody>
            <a:bodyPr anchor="ctr"/>
            <a:lstStyle/>
            <a:p>
              <a:pPr algn="ctr" eaLnBrk="1" fontAlgn="auto" hangingPunct="1">
                <a:spcBef>
                  <a:spcPts val="0"/>
                </a:spcBef>
                <a:spcAft>
                  <a:spcPts val="0"/>
                </a:spcAft>
                <a:defRPr/>
              </a:pPr>
              <a:endParaRPr sz="1800" kern="0">
                <a:solidFill>
                  <a:prstClr val="white"/>
                </a:solidFill>
                <a:latin typeface="+mn-lt"/>
                <a:ea typeface="+mn-ea"/>
                <a:cs typeface="+mn-ea"/>
                <a:sym typeface="+mn-lt"/>
              </a:endParaRPr>
            </a:p>
          </p:txBody>
        </p:sp>
        <p:sp>
          <p:nvSpPr>
            <p:cNvPr id="14" name="íṩľíḍè-文本框 63">
              <a:extLst>
                <a:ext uri="{FF2B5EF4-FFF2-40B4-BE49-F238E27FC236}">
                  <a16:creationId xmlns:a16="http://schemas.microsoft.com/office/drawing/2014/main" id="{9CD4398B-25EA-4BAA-BFCE-E30C6F41D6CC}"/>
                </a:ext>
              </a:extLst>
            </p:cNvPr>
            <p:cNvSpPr txBox="1"/>
            <p:nvPr/>
          </p:nvSpPr>
          <p:spPr>
            <a:xfrm>
              <a:off x="2596130" y="2453960"/>
              <a:ext cx="755092" cy="707454"/>
            </a:xfrm>
            <a:prstGeom prst="rect">
              <a:avLst/>
            </a:prstGeom>
            <a:noFill/>
          </p:spPr>
          <p:txBody>
            <a:bodyPr wrap="none">
              <a:normAutofit fontScale="92500" lnSpcReduction="10000"/>
            </a:bodyPr>
            <a:lstStyle/>
            <a:p>
              <a:pPr algn="ctr" eaLnBrk="1" fontAlgn="auto" hangingPunct="1">
                <a:spcBef>
                  <a:spcPts val="0"/>
                </a:spcBef>
                <a:spcAft>
                  <a:spcPts val="0"/>
                </a:spcAft>
                <a:defRPr/>
              </a:pPr>
              <a:r>
                <a:rPr lang="en-US" sz="4000" kern="0" dirty="0">
                  <a:solidFill>
                    <a:srgbClr val="EEECE1"/>
                  </a:solidFill>
                  <a:latin typeface="+mn-lt"/>
                  <a:ea typeface="+mn-ea"/>
                  <a:cs typeface="+mn-ea"/>
                  <a:sym typeface="+mn-lt"/>
                </a:rPr>
                <a:t>01</a:t>
              </a:r>
            </a:p>
          </p:txBody>
        </p:sp>
      </p:grpSp>
      <p:grpSp>
        <p:nvGrpSpPr>
          <p:cNvPr id="17" name="组合 16">
            <a:extLst>
              <a:ext uri="{FF2B5EF4-FFF2-40B4-BE49-F238E27FC236}">
                <a16:creationId xmlns:a16="http://schemas.microsoft.com/office/drawing/2014/main" id="{A536370D-EDC1-D04D-A3DB-FD22993FABDC}"/>
              </a:ext>
            </a:extLst>
          </p:cNvPr>
          <p:cNvGrpSpPr>
            <a:grpSpLocks/>
          </p:cNvGrpSpPr>
          <p:nvPr/>
        </p:nvGrpSpPr>
        <p:grpSpPr bwMode="auto">
          <a:xfrm>
            <a:off x="4597400" y="1916113"/>
            <a:ext cx="3719513" cy="4189412"/>
            <a:chOff x="8988321" y="1808820"/>
            <a:chExt cx="4294550" cy="4835431"/>
          </a:xfrm>
        </p:grpSpPr>
        <p:sp>
          <p:nvSpPr>
            <p:cNvPr id="18" name="íślíḋè-圆角矩形 46">
              <a:extLst>
                <a:ext uri="{FF2B5EF4-FFF2-40B4-BE49-F238E27FC236}">
                  <a16:creationId xmlns:a16="http://schemas.microsoft.com/office/drawing/2014/main" id="{D53181A7-1192-4907-81A2-5864E689DAFC}"/>
                </a:ext>
              </a:extLst>
            </p:cNvPr>
            <p:cNvSpPr/>
            <p:nvPr/>
          </p:nvSpPr>
          <p:spPr>
            <a:xfrm>
              <a:off x="8988321" y="1808820"/>
              <a:ext cx="4294550" cy="3699407"/>
            </a:xfrm>
            <a:prstGeom prst="roundRect">
              <a:avLst>
                <a:gd name="adj" fmla="val 3485"/>
              </a:avLst>
            </a:prstGeom>
            <a:solidFill>
              <a:srgbClr val="8064A2"/>
            </a:solidFill>
            <a:ln w="25400" cap="flat" cmpd="sng" algn="ctr">
              <a:noFill/>
              <a:prstDash val="solid"/>
            </a:ln>
            <a:effectLst/>
          </p:spPr>
          <p:txBody>
            <a:bodyPr wrap="none" tIns="216000" bIns="216000" anchorCtr="1">
              <a:normAutofit/>
            </a:bodyPr>
            <a:lstStyle/>
            <a:p>
              <a:pPr algn="ctr" eaLnBrk="1" fontAlgn="auto" hangingPunct="1">
                <a:spcBef>
                  <a:spcPts val="0"/>
                </a:spcBef>
                <a:spcAft>
                  <a:spcPts val="0"/>
                </a:spcAft>
                <a:defRPr/>
              </a:pPr>
              <a:endParaRPr lang="zh-CN" altLang="en-US" sz="1800" kern="0" dirty="0">
                <a:solidFill>
                  <a:prstClr val="white"/>
                </a:solidFill>
                <a:latin typeface="+mn-lt"/>
                <a:ea typeface="+mn-ea"/>
                <a:cs typeface="+mn-ea"/>
                <a:sym typeface="+mn-lt"/>
              </a:endParaRPr>
            </a:p>
          </p:txBody>
        </p:sp>
        <p:sp>
          <p:nvSpPr>
            <p:cNvPr id="19" name="íślíḋè-任意多边形 47">
              <a:extLst>
                <a:ext uri="{FF2B5EF4-FFF2-40B4-BE49-F238E27FC236}">
                  <a16:creationId xmlns:a16="http://schemas.microsoft.com/office/drawing/2014/main" id="{BF832748-DB6A-4724-B006-4666A5C76B47}"/>
                </a:ext>
              </a:extLst>
            </p:cNvPr>
            <p:cNvSpPr/>
            <p:nvPr/>
          </p:nvSpPr>
          <p:spPr>
            <a:xfrm>
              <a:off x="8988321" y="2734129"/>
              <a:ext cx="4294550" cy="3910122"/>
            </a:xfrm>
            <a:custGeom>
              <a:avLst/>
              <a:gdLst>
                <a:gd name="connsiteX0" fmla="*/ 0 w 3657600"/>
                <a:gd name="connsiteY0" fmla="*/ 0 h 5486400"/>
                <a:gd name="connsiteX1" fmla="*/ 127467 w 3657600"/>
                <a:gd name="connsiteY1" fmla="*/ 0 h 5486400"/>
                <a:gd name="connsiteX2" fmla="*/ 1072342 w 3657600"/>
                <a:gd name="connsiteY2" fmla="*/ 0 h 5486400"/>
                <a:gd name="connsiteX3" fmla="*/ 1828800 w 3657600"/>
                <a:gd name="connsiteY3" fmla="*/ 756458 h 5486400"/>
                <a:gd name="connsiteX4" fmla="*/ 2585258 w 3657600"/>
                <a:gd name="connsiteY4" fmla="*/ 0 h 5486400"/>
                <a:gd name="connsiteX5" fmla="*/ 3530133 w 3657600"/>
                <a:gd name="connsiteY5" fmla="*/ 0 h 5486400"/>
                <a:gd name="connsiteX6" fmla="*/ 3657600 w 3657600"/>
                <a:gd name="connsiteY6" fmla="*/ 0 h 5486400"/>
                <a:gd name="connsiteX7" fmla="*/ 3657600 w 3657600"/>
                <a:gd name="connsiteY7" fmla="*/ 127467 h 5486400"/>
                <a:gd name="connsiteX8" fmla="*/ 3657600 w 3657600"/>
                <a:gd name="connsiteY8" fmla="*/ 914400 h 5486400"/>
                <a:gd name="connsiteX9" fmla="*/ 3657600 w 3657600"/>
                <a:gd name="connsiteY9" fmla="*/ 5358933 h 5486400"/>
                <a:gd name="connsiteX10" fmla="*/ 3530133 w 3657600"/>
                <a:gd name="connsiteY10" fmla="*/ 5486400 h 5486400"/>
                <a:gd name="connsiteX11" fmla="*/ 127467 w 3657600"/>
                <a:gd name="connsiteY11" fmla="*/ 5486400 h 5486400"/>
                <a:gd name="connsiteX12" fmla="*/ 0 w 3657600"/>
                <a:gd name="connsiteY12" fmla="*/ 5358933 h 5486400"/>
                <a:gd name="connsiteX13" fmla="*/ 0 w 3657600"/>
                <a:gd name="connsiteY13" fmla="*/ 914400 h 5486400"/>
                <a:gd name="connsiteX14" fmla="*/ 0 w 3657600"/>
                <a:gd name="connsiteY14" fmla="*/ 127467 h 5486400"/>
                <a:gd name="connsiteX15" fmla="*/ 0 w 3657600"/>
                <a:gd name="connsiteY15" fmla="*/ 0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657600" h="5486400">
                  <a:moveTo>
                    <a:pt x="0" y="0"/>
                  </a:moveTo>
                  <a:lnTo>
                    <a:pt x="127467" y="0"/>
                  </a:lnTo>
                  <a:lnTo>
                    <a:pt x="1072342" y="0"/>
                  </a:lnTo>
                  <a:cubicBezTo>
                    <a:pt x="1072342" y="417780"/>
                    <a:pt x="1411020" y="756458"/>
                    <a:pt x="1828800" y="756458"/>
                  </a:cubicBezTo>
                  <a:cubicBezTo>
                    <a:pt x="2246580" y="756458"/>
                    <a:pt x="2585258" y="417780"/>
                    <a:pt x="2585258" y="0"/>
                  </a:cubicBezTo>
                  <a:lnTo>
                    <a:pt x="3530133" y="0"/>
                  </a:lnTo>
                  <a:lnTo>
                    <a:pt x="3657600" y="0"/>
                  </a:lnTo>
                  <a:lnTo>
                    <a:pt x="3657600" y="127467"/>
                  </a:lnTo>
                  <a:lnTo>
                    <a:pt x="3657600" y="914400"/>
                  </a:lnTo>
                  <a:lnTo>
                    <a:pt x="3657600" y="5358933"/>
                  </a:lnTo>
                  <a:cubicBezTo>
                    <a:pt x="3657600" y="5429331"/>
                    <a:pt x="3600531" y="5486400"/>
                    <a:pt x="3530133" y="5486400"/>
                  </a:cubicBezTo>
                  <a:lnTo>
                    <a:pt x="127467" y="5486400"/>
                  </a:lnTo>
                  <a:cubicBezTo>
                    <a:pt x="57069" y="5486400"/>
                    <a:pt x="0" y="5429331"/>
                    <a:pt x="0" y="5358933"/>
                  </a:cubicBezTo>
                  <a:lnTo>
                    <a:pt x="0" y="914400"/>
                  </a:lnTo>
                  <a:lnTo>
                    <a:pt x="0" y="127467"/>
                  </a:lnTo>
                  <a:lnTo>
                    <a:pt x="0" y="0"/>
                  </a:lnTo>
                  <a:close/>
                </a:path>
              </a:pathLst>
            </a:custGeom>
            <a:solidFill>
              <a:sysClr val="window" lastClr="FFFFFF">
                <a:lumMod val="95000"/>
              </a:sysClr>
            </a:solidFill>
            <a:ln w="25400" cap="flat" cmpd="sng" algn="ctr">
              <a:noFill/>
              <a:prstDash val="solid"/>
            </a:ln>
            <a:effectLst>
              <a:outerShdw dist="25400" dir="16200000" sx="101000" sy="101000" rotWithShape="0">
                <a:prstClr val="black">
                  <a:alpha val="14000"/>
                </a:prstClr>
              </a:outerShdw>
            </a:effectLst>
          </p:spPr>
          <p:txBody>
            <a:bodyPr anchor="ctr"/>
            <a:lstStyle/>
            <a:p>
              <a:pPr algn="ctr" eaLnBrk="1" fontAlgn="auto" hangingPunct="1">
                <a:spcBef>
                  <a:spcPts val="0"/>
                </a:spcBef>
                <a:spcAft>
                  <a:spcPts val="0"/>
                </a:spcAft>
                <a:defRPr/>
              </a:pPr>
              <a:endParaRPr sz="1800" kern="0">
                <a:solidFill>
                  <a:prstClr val="white"/>
                </a:solidFill>
                <a:latin typeface="+mn-lt"/>
                <a:ea typeface="+mn-ea"/>
                <a:cs typeface="+mn-ea"/>
                <a:sym typeface="+mn-lt"/>
              </a:endParaRPr>
            </a:p>
          </p:txBody>
        </p:sp>
        <p:sp>
          <p:nvSpPr>
            <p:cNvPr id="20" name="íślíḋè-文本框 48">
              <a:extLst>
                <a:ext uri="{FF2B5EF4-FFF2-40B4-BE49-F238E27FC236}">
                  <a16:creationId xmlns:a16="http://schemas.microsoft.com/office/drawing/2014/main" id="{617A43B4-FD79-458B-BE89-0E26E1CF5794}"/>
                </a:ext>
              </a:extLst>
            </p:cNvPr>
            <p:cNvSpPr txBox="1"/>
            <p:nvPr/>
          </p:nvSpPr>
          <p:spPr>
            <a:xfrm>
              <a:off x="10757097" y="2453789"/>
              <a:ext cx="756999" cy="707267"/>
            </a:xfrm>
            <a:prstGeom prst="rect">
              <a:avLst/>
            </a:prstGeom>
            <a:noFill/>
          </p:spPr>
          <p:txBody>
            <a:bodyPr wrap="none">
              <a:normAutofit fontScale="92500" lnSpcReduction="10000"/>
            </a:bodyPr>
            <a:lstStyle/>
            <a:p>
              <a:pPr algn="ctr" eaLnBrk="1" fontAlgn="auto" hangingPunct="1">
                <a:spcBef>
                  <a:spcPts val="0"/>
                </a:spcBef>
                <a:spcAft>
                  <a:spcPts val="0"/>
                </a:spcAft>
                <a:defRPr/>
              </a:pPr>
              <a:r>
                <a:rPr lang="en-US" sz="4000" kern="0" dirty="0">
                  <a:solidFill>
                    <a:srgbClr val="EEECE1"/>
                  </a:solidFill>
                  <a:latin typeface="+mn-lt"/>
                  <a:ea typeface="+mn-ea"/>
                  <a:cs typeface="+mn-ea"/>
                  <a:sym typeface="+mn-lt"/>
                </a:rPr>
                <a:t>02</a:t>
              </a:r>
            </a:p>
          </p:txBody>
        </p:sp>
      </p:grpSp>
      <p:sp>
        <p:nvSpPr>
          <p:cNvPr id="373780" name="Rectangle 1044">
            <a:extLst>
              <a:ext uri="{FF2B5EF4-FFF2-40B4-BE49-F238E27FC236}">
                <a16:creationId xmlns:a16="http://schemas.microsoft.com/office/drawing/2014/main" id="{61402D09-9119-4F6F-9F14-9DF5E5000512}"/>
              </a:ext>
            </a:extLst>
          </p:cNvPr>
          <p:cNvSpPr>
            <a:spLocks noChangeArrowheads="1"/>
          </p:cNvSpPr>
          <p:nvPr/>
        </p:nvSpPr>
        <p:spPr bwMode="auto">
          <a:xfrm>
            <a:off x="1331913" y="1987550"/>
            <a:ext cx="2376487" cy="525463"/>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a:solidFill>
                  <a:schemeClr val="bg1"/>
                </a:solidFill>
                <a:sym typeface="+mn-lt"/>
              </a:rPr>
              <a:t>顺序存储定义</a:t>
            </a:r>
          </a:p>
        </p:txBody>
      </p:sp>
      <p:sp>
        <p:nvSpPr>
          <p:cNvPr id="23" name="Rectangle 1044">
            <a:extLst>
              <a:ext uri="{FF2B5EF4-FFF2-40B4-BE49-F238E27FC236}">
                <a16:creationId xmlns:a16="http://schemas.microsoft.com/office/drawing/2014/main" id="{41E5F428-7817-42B6-8FBD-B5CAF5FC4847}"/>
              </a:ext>
            </a:extLst>
          </p:cNvPr>
          <p:cNvSpPr>
            <a:spLocks noChangeArrowheads="1"/>
          </p:cNvSpPr>
          <p:nvPr/>
        </p:nvSpPr>
        <p:spPr bwMode="auto">
          <a:xfrm>
            <a:off x="801688" y="3094038"/>
            <a:ext cx="3049587" cy="2012950"/>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a:sym typeface="+mn-lt"/>
              </a:rPr>
              <a:t>把逻辑上相邻的数据元素存储在物理上相邻的存储单元中的存储结构。</a:t>
            </a:r>
          </a:p>
        </p:txBody>
      </p:sp>
      <p:sp>
        <p:nvSpPr>
          <p:cNvPr id="373777" name="Rectangle 1041">
            <a:extLst>
              <a:ext uri="{FF2B5EF4-FFF2-40B4-BE49-F238E27FC236}">
                <a16:creationId xmlns:a16="http://schemas.microsoft.com/office/drawing/2014/main" id="{4ADB490A-309C-4AFA-8BD4-D3751F4DCA38}"/>
              </a:ext>
            </a:extLst>
          </p:cNvPr>
          <p:cNvSpPr>
            <a:spLocks noChangeArrowheads="1"/>
          </p:cNvSpPr>
          <p:nvPr/>
        </p:nvSpPr>
        <p:spPr bwMode="auto">
          <a:xfrm>
            <a:off x="679450" y="5030788"/>
            <a:ext cx="2809875" cy="1004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spcBef>
                <a:spcPct val="50000"/>
              </a:spcBef>
            </a:pPr>
            <a:r>
              <a:rPr lang="zh-CN" altLang="en-US">
                <a:sym typeface="+mn-lt"/>
              </a:rPr>
              <a:t>简言之，逻辑上相邻，物理上也相邻</a:t>
            </a:r>
          </a:p>
        </p:txBody>
      </p:sp>
      <p:sp>
        <p:nvSpPr>
          <p:cNvPr id="373779" name="Rectangle 1043">
            <a:extLst>
              <a:ext uri="{FF2B5EF4-FFF2-40B4-BE49-F238E27FC236}">
                <a16:creationId xmlns:a16="http://schemas.microsoft.com/office/drawing/2014/main" id="{7CDB185F-4205-4288-891E-2A360C8E4E8C}"/>
              </a:ext>
            </a:extLst>
          </p:cNvPr>
          <p:cNvSpPr>
            <a:spLocks noChangeArrowheads="1"/>
          </p:cNvSpPr>
          <p:nvPr/>
        </p:nvSpPr>
        <p:spPr bwMode="auto">
          <a:xfrm>
            <a:off x="5435600" y="2009775"/>
            <a:ext cx="2592388" cy="525463"/>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a:solidFill>
                  <a:schemeClr val="bg1"/>
                </a:solidFill>
                <a:sym typeface="+mn-lt"/>
              </a:rPr>
              <a:t>顺序存储方法</a:t>
            </a:r>
          </a:p>
        </p:txBody>
      </p:sp>
      <p:sp>
        <p:nvSpPr>
          <p:cNvPr id="24" name="Rectangle 1043">
            <a:extLst>
              <a:ext uri="{FF2B5EF4-FFF2-40B4-BE49-F238E27FC236}">
                <a16:creationId xmlns:a16="http://schemas.microsoft.com/office/drawing/2014/main" id="{5855713F-0998-4930-BEA0-3AE4E7CDCA0E}"/>
              </a:ext>
            </a:extLst>
          </p:cNvPr>
          <p:cNvSpPr>
            <a:spLocks noChangeArrowheads="1"/>
          </p:cNvSpPr>
          <p:nvPr/>
        </p:nvSpPr>
        <p:spPr bwMode="auto">
          <a:xfrm>
            <a:off x="4859338" y="3552825"/>
            <a:ext cx="3313112" cy="2012950"/>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a:sym typeface="+mn-lt"/>
              </a:rPr>
              <a:t>用</a:t>
            </a:r>
            <a:r>
              <a:rPr lang="zh-CN" altLang="en-US">
                <a:solidFill>
                  <a:srgbClr val="FF3399"/>
                </a:solidFill>
                <a:sym typeface="+mn-lt"/>
              </a:rPr>
              <a:t>一组地址连续</a:t>
            </a:r>
            <a:r>
              <a:rPr lang="zh-CN" altLang="en-US">
                <a:sym typeface="+mn-lt"/>
              </a:rPr>
              <a:t>的存储单元依次存储线性表的元素，可通过</a:t>
            </a:r>
            <a:r>
              <a:rPr lang="zh-CN" altLang="en-US">
                <a:solidFill>
                  <a:srgbClr val="FF3399"/>
                </a:solidFill>
                <a:sym typeface="+mn-lt"/>
              </a:rPr>
              <a:t>数组</a:t>
            </a:r>
            <a:r>
              <a:rPr lang="en-US" altLang="zh-CN">
                <a:solidFill>
                  <a:srgbClr val="FF3399"/>
                </a:solidFill>
                <a:sym typeface="+mn-lt"/>
              </a:rPr>
              <a:t>V[n]</a:t>
            </a:r>
            <a:r>
              <a:rPr lang="zh-CN" altLang="en-US">
                <a:sym typeface="+mn-lt"/>
              </a:rPr>
              <a:t>来实现。</a:t>
            </a:r>
          </a:p>
        </p:txBody>
      </p:sp>
    </p:spTree>
  </p:cSld>
  <p:clrMapOvr>
    <a:masterClrMapping/>
  </p:clrMapOvr>
  <p:transition>
    <p:split/>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 presetClass="entr" presetSubtype="4"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373780"/>
                                        </p:tgtEl>
                                        <p:attrNameLst>
                                          <p:attrName>style.visibility</p:attrName>
                                        </p:attrNameLst>
                                      </p:cBhvr>
                                      <p:to>
                                        <p:strVal val="visible"/>
                                      </p:to>
                                    </p:set>
                                    <p:animEffect transition="in" filter="box(in)">
                                      <p:cBhvr>
                                        <p:cTn id="13" dur="500"/>
                                        <p:tgtEl>
                                          <p:spTgt spid="373780"/>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4" presetClass="entr" presetSubtype="16" fill="hold" grpId="0"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box(in)">
                                      <p:cBhvr>
                                        <p:cTn id="18" dur="500"/>
                                        <p:tgtEl>
                                          <p:spTgt spid="23"/>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4" presetClass="entr" presetSubtype="16" fill="hold" grpId="0" nodeType="clickEffect">
                                  <p:stCondLst>
                                    <p:cond delay="0"/>
                                  </p:stCondLst>
                                  <p:childTnLst>
                                    <p:set>
                                      <p:cBhvr>
                                        <p:cTn id="22" dur="1" fill="hold">
                                          <p:stCondLst>
                                            <p:cond delay="0"/>
                                          </p:stCondLst>
                                        </p:cTn>
                                        <p:tgtEl>
                                          <p:spTgt spid="373777"/>
                                        </p:tgtEl>
                                        <p:attrNameLst>
                                          <p:attrName>style.visibility</p:attrName>
                                        </p:attrNameLst>
                                      </p:cBhvr>
                                      <p:to>
                                        <p:strVal val="visible"/>
                                      </p:to>
                                    </p:set>
                                    <p:animEffect transition="in" filter="box(in)">
                                      <p:cBhvr>
                                        <p:cTn id="23" dur="500"/>
                                        <p:tgtEl>
                                          <p:spTgt spid="373777"/>
                                        </p:tgtEl>
                                      </p:cBhvr>
                                    </p:animEffect>
                                  </p:childTnLst>
                                </p:cTn>
                              </p:par>
                            </p:childTnLst>
                          </p:cTn>
                        </p:par>
                        <p:par>
                          <p:cTn id="24" fill="hold" nodeType="afterGroup">
                            <p:stCondLst>
                              <p:cond delay="500"/>
                            </p:stCondLst>
                            <p:childTnLst>
                              <p:par>
                                <p:cTn id="25" presetID="2" presetClass="entr" presetSubtype="4" fill="hold" nodeType="afterEffect">
                                  <p:stCondLst>
                                    <p:cond delay="0"/>
                                  </p:stCondLst>
                                  <p:childTnLst>
                                    <p:set>
                                      <p:cBhvr>
                                        <p:cTn id="26" dur="1" fill="hold">
                                          <p:stCondLst>
                                            <p:cond delay="0"/>
                                          </p:stCondLst>
                                        </p:cTn>
                                        <p:tgtEl>
                                          <p:spTgt spid="17"/>
                                        </p:tgtEl>
                                        <p:attrNameLst>
                                          <p:attrName>style.visibility</p:attrName>
                                        </p:attrNameLst>
                                      </p:cBhvr>
                                      <p:to>
                                        <p:strVal val="visible"/>
                                      </p:to>
                                    </p:set>
                                    <p:anim calcmode="lin" valueType="num">
                                      <p:cBhvr additive="base">
                                        <p:cTn id="27" dur="500" fill="hold"/>
                                        <p:tgtEl>
                                          <p:spTgt spid="17"/>
                                        </p:tgtEl>
                                        <p:attrNameLst>
                                          <p:attrName>ppt_x</p:attrName>
                                        </p:attrNameLst>
                                      </p:cBhvr>
                                      <p:tavLst>
                                        <p:tav tm="0">
                                          <p:val>
                                            <p:strVal val="#ppt_x"/>
                                          </p:val>
                                        </p:tav>
                                        <p:tav tm="100000">
                                          <p:val>
                                            <p:strVal val="#ppt_x"/>
                                          </p:val>
                                        </p:tav>
                                      </p:tavLst>
                                    </p:anim>
                                    <p:anim calcmode="lin" valueType="num">
                                      <p:cBhvr additive="base">
                                        <p:cTn id="28"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9" fill="hold" nodeType="clickPar">
                      <p:stCondLst>
                        <p:cond delay="indefinite"/>
                      </p:stCondLst>
                      <p:childTnLst>
                        <p:par>
                          <p:cTn id="30" fill="hold" nodeType="withGroup">
                            <p:stCondLst>
                              <p:cond delay="0"/>
                            </p:stCondLst>
                            <p:childTnLst>
                              <p:par>
                                <p:cTn id="31" presetID="5" presetClass="entr" presetSubtype="10" fill="hold" grpId="0" nodeType="clickEffect">
                                  <p:stCondLst>
                                    <p:cond delay="0"/>
                                  </p:stCondLst>
                                  <p:childTnLst>
                                    <p:set>
                                      <p:cBhvr>
                                        <p:cTn id="32" dur="1" fill="hold">
                                          <p:stCondLst>
                                            <p:cond delay="0"/>
                                          </p:stCondLst>
                                        </p:cTn>
                                        <p:tgtEl>
                                          <p:spTgt spid="373779"/>
                                        </p:tgtEl>
                                        <p:attrNameLst>
                                          <p:attrName>style.visibility</p:attrName>
                                        </p:attrNameLst>
                                      </p:cBhvr>
                                      <p:to>
                                        <p:strVal val="visible"/>
                                      </p:to>
                                    </p:set>
                                    <p:animEffect transition="in" filter="checkerboard(across)">
                                      <p:cBhvr>
                                        <p:cTn id="33" dur="500"/>
                                        <p:tgtEl>
                                          <p:spTgt spid="373779"/>
                                        </p:tgtEl>
                                      </p:cBhvr>
                                    </p:animEffect>
                                  </p:childTnLst>
                                </p:cTn>
                              </p:par>
                            </p:childTnLst>
                          </p:cTn>
                        </p:par>
                      </p:childTnLst>
                    </p:cTn>
                  </p:par>
                  <p:par>
                    <p:cTn id="34" fill="hold" nodeType="clickPar">
                      <p:stCondLst>
                        <p:cond delay="indefinite"/>
                      </p:stCondLst>
                      <p:childTnLst>
                        <p:par>
                          <p:cTn id="35" fill="hold" nodeType="withGroup">
                            <p:stCondLst>
                              <p:cond delay="0"/>
                            </p:stCondLst>
                            <p:childTnLst>
                              <p:par>
                                <p:cTn id="36" presetID="5" presetClass="entr" presetSubtype="10" fill="hold" grpId="0" nodeType="clickEffect">
                                  <p:stCondLst>
                                    <p:cond delay="0"/>
                                  </p:stCondLst>
                                  <p:childTnLst>
                                    <p:set>
                                      <p:cBhvr>
                                        <p:cTn id="37" dur="1" fill="hold">
                                          <p:stCondLst>
                                            <p:cond delay="0"/>
                                          </p:stCondLst>
                                        </p:cTn>
                                        <p:tgtEl>
                                          <p:spTgt spid="24"/>
                                        </p:tgtEl>
                                        <p:attrNameLst>
                                          <p:attrName>style.visibility</p:attrName>
                                        </p:attrNameLst>
                                      </p:cBhvr>
                                      <p:to>
                                        <p:strVal val="visible"/>
                                      </p:to>
                                    </p:set>
                                    <p:animEffect transition="in" filter="checkerboard(across)">
                                      <p:cBhvr>
                                        <p:cTn id="3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3780" grpId="0"/>
      <p:bldP spid="23" grpId="0"/>
      <p:bldP spid="373777" grpId="0"/>
      <p:bldP spid="373779" grpId="0"/>
      <p:bldP spid="2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矩形 2">
            <a:extLst>
              <a:ext uri="{FF2B5EF4-FFF2-40B4-BE49-F238E27FC236}">
                <a16:creationId xmlns:a16="http://schemas.microsoft.com/office/drawing/2014/main" id="{9AFE08EE-AAB5-45D7-B3F0-5E72A0B1A52D}"/>
              </a:ext>
            </a:extLst>
          </p:cNvPr>
          <p:cNvSpPr>
            <a:spLocks noChangeArrowheads="1"/>
          </p:cNvSpPr>
          <p:nvPr/>
        </p:nvSpPr>
        <p:spPr bwMode="auto">
          <a:xfrm>
            <a:off x="0" y="1616075"/>
            <a:ext cx="107950" cy="4572000"/>
          </a:xfrm>
          <a:prstGeom prst="rect">
            <a:avLst/>
          </a:prstGeom>
          <a:solidFill>
            <a:srgbClr val="76AEDD"/>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grpSp>
        <p:nvGrpSpPr>
          <p:cNvPr id="39939" name="Group 21">
            <a:extLst>
              <a:ext uri="{FF2B5EF4-FFF2-40B4-BE49-F238E27FC236}">
                <a16:creationId xmlns:a16="http://schemas.microsoft.com/office/drawing/2014/main" id="{895345DA-718B-1942-B556-9E3C45DA9196}"/>
              </a:ext>
            </a:extLst>
          </p:cNvPr>
          <p:cNvGrpSpPr>
            <a:grpSpLocks/>
          </p:cNvGrpSpPr>
          <p:nvPr/>
        </p:nvGrpSpPr>
        <p:grpSpPr bwMode="auto">
          <a:xfrm>
            <a:off x="1949450" y="1590675"/>
            <a:ext cx="4267200" cy="5181600"/>
            <a:chOff x="1128" y="288"/>
            <a:chExt cx="2688" cy="3264"/>
          </a:xfrm>
        </p:grpSpPr>
        <p:sp>
          <p:nvSpPr>
            <p:cNvPr id="36868" name="Rectangle 22">
              <a:extLst>
                <a:ext uri="{FF2B5EF4-FFF2-40B4-BE49-F238E27FC236}">
                  <a16:creationId xmlns:a16="http://schemas.microsoft.com/office/drawing/2014/main" id="{1917A20E-4C1B-4E1E-985D-EF3E3DAE8D53}"/>
                </a:ext>
              </a:extLst>
            </p:cNvPr>
            <p:cNvSpPr>
              <a:spLocks noChangeArrowheads="1"/>
            </p:cNvSpPr>
            <p:nvPr/>
          </p:nvSpPr>
          <p:spPr bwMode="auto">
            <a:xfrm>
              <a:off x="2952" y="2757"/>
              <a:ext cx="816" cy="427"/>
            </a:xfrm>
            <a:prstGeom prst="rect">
              <a:avLst/>
            </a:prstGeom>
            <a:solidFill>
              <a:schemeClr val="accent1">
                <a:lumMod val="40000"/>
                <a:lumOff val="6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zh-CN" altLang="en-US">
                  <a:solidFill>
                    <a:schemeClr val="bg1"/>
                  </a:solidFill>
                  <a:latin typeface="+mn-lt"/>
                  <a:ea typeface="+mn-ea"/>
                  <a:cs typeface="+mn-ea"/>
                  <a:sym typeface="+mn-lt"/>
                </a:rPr>
                <a:t>元素</a:t>
              </a:r>
              <a:r>
                <a:rPr lang="en-US" altLang="zh-CN">
                  <a:solidFill>
                    <a:schemeClr val="bg1"/>
                  </a:solidFill>
                  <a:latin typeface="+mn-lt"/>
                  <a:ea typeface="+mn-ea"/>
                  <a:cs typeface="+mn-ea"/>
                  <a:sym typeface="+mn-lt"/>
                </a:rPr>
                <a:t>n</a:t>
              </a:r>
            </a:p>
          </p:txBody>
        </p:sp>
        <p:sp>
          <p:nvSpPr>
            <p:cNvPr id="36869" name="Rectangle 23">
              <a:extLst>
                <a:ext uri="{FF2B5EF4-FFF2-40B4-BE49-F238E27FC236}">
                  <a16:creationId xmlns:a16="http://schemas.microsoft.com/office/drawing/2014/main" id="{9661C448-4DD1-472C-AB2F-8C3C2D747D2B}"/>
                </a:ext>
              </a:extLst>
            </p:cNvPr>
            <p:cNvSpPr>
              <a:spLocks noChangeArrowheads="1"/>
            </p:cNvSpPr>
            <p:nvPr/>
          </p:nvSpPr>
          <p:spPr bwMode="auto">
            <a:xfrm>
              <a:off x="2952" y="2331"/>
              <a:ext cx="816" cy="426"/>
            </a:xfrm>
            <a:prstGeom prst="rect">
              <a:avLst/>
            </a:prstGeom>
            <a:solidFill>
              <a:schemeClr val="accent1">
                <a:lumMod val="40000"/>
                <a:lumOff val="6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a:solidFill>
                    <a:schemeClr val="bg1"/>
                  </a:solidFill>
                  <a:latin typeface="+mn-lt"/>
                  <a:ea typeface="+mn-ea"/>
                  <a:cs typeface="+mn-ea"/>
                  <a:sym typeface="+mn-lt"/>
                </a:rPr>
                <a:t>……..</a:t>
              </a:r>
            </a:p>
          </p:txBody>
        </p:sp>
        <p:sp>
          <p:nvSpPr>
            <p:cNvPr id="36870" name="Rectangle 24">
              <a:extLst>
                <a:ext uri="{FF2B5EF4-FFF2-40B4-BE49-F238E27FC236}">
                  <a16:creationId xmlns:a16="http://schemas.microsoft.com/office/drawing/2014/main" id="{E38A8C75-E3FA-4C90-94EC-D071FE3F3FA3}"/>
                </a:ext>
              </a:extLst>
            </p:cNvPr>
            <p:cNvSpPr>
              <a:spLocks noChangeArrowheads="1"/>
            </p:cNvSpPr>
            <p:nvPr/>
          </p:nvSpPr>
          <p:spPr bwMode="auto">
            <a:xfrm>
              <a:off x="2952" y="1904"/>
              <a:ext cx="816" cy="427"/>
            </a:xfrm>
            <a:prstGeom prst="rect">
              <a:avLst/>
            </a:prstGeom>
            <a:solidFill>
              <a:schemeClr val="accent1">
                <a:lumMod val="40000"/>
                <a:lumOff val="6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zh-CN" altLang="en-US">
                  <a:solidFill>
                    <a:schemeClr val="bg1"/>
                  </a:solidFill>
                  <a:latin typeface="+mn-lt"/>
                  <a:ea typeface="+mn-ea"/>
                  <a:cs typeface="+mn-ea"/>
                  <a:sym typeface="+mn-lt"/>
                </a:rPr>
                <a:t>元素</a:t>
              </a:r>
              <a:r>
                <a:rPr lang="en-US" altLang="zh-CN">
                  <a:solidFill>
                    <a:schemeClr val="bg1"/>
                  </a:solidFill>
                  <a:latin typeface="+mn-lt"/>
                  <a:ea typeface="+mn-ea"/>
                  <a:cs typeface="+mn-ea"/>
                  <a:sym typeface="+mn-lt"/>
                </a:rPr>
                <a:t>i</a:t>
              </a:r>
            </a:p>
          </p:txBody>
        </p:sp>
        <p:sp>
          <p:nvSpPr>
            <p:cNvPr id="36871" name="Rectangle 25">
              <a:extLst>
                <a:ext uri="{FF2B5EF4-FFF2-40B4-BE49-F238E27FC236}">
                  <a16:creationId xmlns:a16="http://schemas.microsoft.com/office/drawing/2014/main" id="{95B58EC0-BD03-4189-BFA6-17AEA94A55E4}"/>
                </a:ext>
              </a:extLst>
            </p:cNvPr>
            <p:cNvSpPr>
              <a:spLocks noChangeArrowheads="1"/>
            </p:cNvSpPr>
            <p:nvPr/>
          </p:nvSpPr>
          <p:spPr bwMode="auto">
            <a:xfrm>
              <a:off x="2952" y="1477"/>
              <a:ext cx="816" cy="427"/>
            </a:xfrm>
            <a:prstGeom prst="rect">
              <a:avLst/>
            </a:prstGeom>
            <a:solidFill>
              <a:schemeClr val="accent1">
                <a:lumMod val="40000"/>
                <a:lumOff val="6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a:solidFill>
                    <a:schemeClr val="bg1"/>
                  </a:solidFill>
                  <a:latin typeface="+mn-lt"/>
                  <a:ea typeface="+mn-ea"/>
                  <a:cs typeface="+mn-ea"/>
                  <a:sym typeface="+mn-lt"/>
                </a:rPr>
                <a:t>……..</a:t>
              </a:r>
            </a:p>
          </p:txBody>
        </p:sp>
        <p:sp>
          <p:nvSpPr>
            <p:cNvPr id="36872" name="Rectangle 26">
              <a:extLst>
                <a:ext uri="{FF2B5EF4-FFF2-40B4-BE49-F238E27FC236}">
                  <a16:creationId xmlns:a16="http://schemas.microsoft.com/office/drawing/2014/main" id="{0848B137-1B0D-4222-B91F-10C30A0E25B0}"/>
                </a:ext>
              </a:extLst>
            </p:cNvPr>
            <p:cNvSpPr>
              <a:spLocks noChangeArrowheads="1"/>
            </p:cNvSpPr>
            <p:nvPr/>
          </p:nvSpPr>
          <p:spPr bwMode="auto">
            <a:xfrm>
              <a:off x="2952" y="1051"/>
              <a:ext cx="816" cy="426"/>
            </a:xfrm>
            <a:prstGeom prst="rect">
              <a:avLst/>
            </a:prstGeom>
            <a:solidFill>
              <a:schemeClr val="accent1">
                <a:lumMod val="40000"/>
                <a:lumOff val="6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zh-CN" altLang="en-US" dirty="0">
                  <a:solidFill>
                    <a:schemeClr val="bg1"/>
                  </a:solidFill>
                  <a:latin typeface="+mn-lt"/>
                  <a:ea typeface="+mn-ea"/>
                  <a:cs typeface="+mn-ea"/>
                  <a:sym typeface="+mn-lt"/>
                </a:rPr>
                <a:t>元素</a:t>
              </a:r>
              <a:r>
                <a:rPr lang="en-US" altLang="zh-CN" dirty="0">
                  <a:solidFill>
                    <a:schemeClr val="bg1"/>
                  </a:solidFill>
                  <a:latin typeface="+mn-lt"/>
                  <a:ea typeface="+mn-ea"/>
                  <a:cs typeface="+mn-ea"/>
                  <a:sym typeface="+mn-lt"/>
                </a:rPr>
                <a:t>2</a:t>
              </a:r>
            </a:p>
          </p:txBody>
        </p:sp>
        <p:sp>
          <p:nvSpPr>
            <p:cNvPr id="36873" name="Rectangle 27">
              <a:extLst>
                <a:ext uri="{FF2B5EF4-FFF2-40B4-BE49-F238E27FC236}">
                  <a16:creationId xmlns:a16="http://schemas.microsoft.com/office/drawing/2014/main" id="{11DAEB4C-11AC-485F-BA93-C09A85F9C2C5}"/>
                </a:ext>
              </a:extLst>
            </p:cNvPr>
            <p:cNvSpPr>
              <a:spLocks noChangeArrowheads="1"/>
            </p:cNvSpPr>
            <p:nvPr/>
          </p:nvSpPr>
          <p:spPr bwMode="auto">
            <a:xfrm>
              <a:off x="2952" y="624"/>
              <a:ext cx="816" cy="427"/>
            </a:xfrm>
            <a:prstGeom prst="rect">
              <a:avLst/>
            </a:prstGeom>
            <a:solidFill>
              <a:schemeClr val="accent1">
                <a:lumMod val="40000"/>
                <a:lumOff val="6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zh-CN" altLang="en-US">
                  <a:solidFill>
                    <a:schemeClr val="bg1"/>
                  </a:solidFill>
                  <a:latin typeface="+mn-lt"/>
                  <a:ea typeface="+mn-ea"/>
                  <a:cs typeface="+mn-ea"/>
                  <a:sym typeface="+mn-lt"/>
                </a:rPr>
                <a:t>元素</a:t>
              </a:r>
              <a:r>
                <a:rPr lang="en-US" altLang="zh-CN">
                  <a:solidFill>
                    <a:schemeClr val="bg1"/>
                  </a:solidFill>
                  <a:latin typeface="+mn-lt"/>
                  <a:ea typeface="+mn-ea"/>
                  <a:cs typeface="+mn-ea"/>
                  <a:sym typeface="+mn-lt"/>
                </a:rPr>
                <a:t>1</a:t>
              </a:r>
            </a:p>
          </p:txBody>
        </p:sp>
        <p:sp>
          <p:nvSpPr>
            <p:cNvPr id="37901" name="Line 28">
              <a:extLst>
                <a:ext uri="{FF2B5EF4-FFF2-40B4-BE49-F238E27FC236}">
                  <a16:creationId xmlns:a16="http://schemas.microsoft.com/office/drawing/2014/main" id="{A42C6217-6DE1-483D-A404-5CD59460DADD}"/>
                </a:ext>
              </a:extLst>
            </p:cNvPr>
            <p:cNvSpPr>
              <a:spLocks noChangeShapeType="1"/>
            </p:cNvSpPr>
            <p:nvPr/>
          </p:nvSpPr>
          <p:spPr bwMode="auto">
            <a:xfrm>
              <a:off x="2952" y="624"/>
              <a:ext cx="816" cy="0"/>
            </a:xfrm>
            <a:prstGeom prst="line">
              <a:avLst/>
            </a:prstGeom>
            <a:noFill/>
            <a:ln w="28575" cap="sq">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7902" name="Line 29">
              <a:extLst>
                <a:ext uri="{FF2B5EF4-FFF2-40B4-BE49-F238E27FC236}">
                  <a16:creationId xmlns:a16="http://schemas.microsoft.com/office/drawing/2014/main" id="{661BABFD-E916-4B4B-AB91-02FAB890A32D}"/>
                </a:ext>
              </a:extLst>
            </p:cNvPr>
            <p:cNvSpPr>
              <a:spLocks noChangeShapeType="1"/>
            </p:cNvSpPr>
            <p:nvPr/>
          </p:nvSpPr>
          <p:spPr bwMode="auto">
            <a:xfrm>
              <a:off x="2952" y="1051"/>
              <a:ext cx="816"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7903" name="Line 30">
              <a:extLst>
                <a:ext uri="{FF2B5EF4-FFF2-40B4-BE49-F238E27FC236}">
                  <a16:creationId xmlns:a16="http://schemas.microsoft.com/office/drawing/2014/main" id="{F1EDAA94-67CF-4DCF-BDAC-60BB36D148A9}"/>
                </a:ext>
              </a:extLst>
            </p:cNvPr>
            <p:cNvSpPr>
              <a:spLocks noChangeShapeType="1"/>
            </p:cNvSpPr>
            <p:nvPr/>
          </p:nvSpPr>
          <p:spPr bwMode="auto">
            <a:xfrm>
              <a:off x="2952" y="1477"/>
              <a:ext cx="816"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7904" name="Line 31">
              <a:extLst>
                <a:ext uri="{FF2B5EF4-FFF2-40B4-BE49-F238E27FC236}">
                  <a16:creationId xmlns:a16="http://schemas.microsoft.com/office/drawing/2014/main" id="{0FC6A482-4CAB-4854-9EE4-4E6188640A01}"/>
                </a:ext>
              </a:extLst>
            </p:cNvPr>
            <p:cNvSpPr>
              <a:spLocks noChangeShapeType="1"/>
            </p:cNvSpPr>
            <p:nvPr/>
          </p:nvSpPr>
          <p:spPr bwMode="auto">
            <a:xfrm>
              <a:off x="2952" y="1904"/>
              <a:ext cx="816"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7905" name="Line 32">
              <a:extLst>
                <a:ext uri="{FF2B5EF4-FFF2-40B4-BE49-F238E27FC236}">
                  <a16:creationId xmlns:a16="http://schemas.microsoft.com/office/drawing/2014/main" id="{EEA3F762-4E84-4EF7-A326-7628F04BF7AC}"/>
                </a:ext>
              </a:extLst>
            </p:cNvPr>
            <p:cNvSpPr>
              <a:spLocks noChangeShapeType="1"/>
            </p:cNvSpPr>
            <p:nvPr/>
          </p:nvSpPr>
          <p:spPr bwMode="auto">
            <a:xfrm>
              <a:off x="2952" y="2331"/>
              <a:ext cx="816"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7906" name="Line 33">
              <a:extLst>
                <a:ext uri="{FF2B5EF4-FFF2-40B4-BE49-F238E27FC236}">
                  <a16:creationId xmlns:a16="http://schemas.microsoft.com/office/drawing/2014/main" id="{A5E66EC3-4838-4C75-A2F0-07E59EFDD9E2}"/>
                </a:ext>
              </a:extLst>
            </p:cNvPr>
            <p:cNvSpPr>
              <a:spLocks noChangeShapeType="1"/>
            </p:cNvSpPr>
            <p:nvPr/>
          </p:nvSpPr>
          <p:spPr bwMode="auto">
            <a:xfrm>
              <a:off x="2952" y="2757"/>
              <a:ext cx="816"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7907" name="Line 34">
              <a:extLst>
                <a:ext uri="{FF2B5EF4-FFF2-40B4-BE49-F238E27FC236}">
                  <a16:creationId xmlns:a16="http://schemas.microsoft.com/office/drawing/2014/main" id="{EF10D214-2162-444C-8D5A-EC549C85D1AA}"/>
                </a:ext>
              </a:extLst>
            </p:cNvPr>
            <p:cNvSpPr>
              <a:spLocks noChangeShapeType="1"/>
            </p:cNvSpPr>
            <p:nvPr/>
          </p:nvSpPr>
          <p:spPr bwMode="auto">
            <a:xfrm>
              <a:off x="2952" y="3184"/>
              <a:ext cx="816" cy="0"/>
            </a:xfrm>
            <a:prstGeom prst="line">
              <a:avLst/>
            </a:prstGeom>
            <a:noFill/>
            <a:ln w="28575" cap="sq">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7908" name="Line 35">
              <a:extLst>
                <a:ext uri="{FF2B5EF4-FFF2-40B4-BE49-F238E27FC236}">
                  <a16:creationId xmlns:a16="http://schemas.microsoft.com/office/drawing/2014/main" id="{AC8650EC-54D5-45B1-BE52-2A96963574D8}"/>
                </a:ext>
              </a:extLst>
            </p:cNvPr>
            <p:cNvSpPr>
              <a:spLocks noChangeShapeType="1"/>
            </p:cNvSpPr>
            <p:nvPr/>
          </p:nvSpPr>
          <p:spPr bwMode="auto">
            <a:xfrm>
              <a:off x="2952" y="624"/>
              <a:ext cx="0" cy="2560"/>
            </a:xfrm>
            <a:prstGeom prst="line">
              <a:avLst/>
            </a:prstGeom>
            <a:noFill/>
            <a:ln w="28575" cap="sq">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7909" name="Line 36">
              <a:extLst>
                <a:ext uri="{FF2B5EF4-FFF2-40B4-BE49-F238E27FC236}">
                  <a16:creationId xmlns:a16="http://schemas.microsoft.com/office/drawing/2014/main" id="{BCA869BF-718C-4793-A471-77CE50470C42}"/>
                </a:ext>
              </a:extLst>
            </p:cNvPr>
            <p:cNvSpPr>
              <a:spLocks noChangeShapeType="1"/>
            </p:cNvSpPr>
            <p:nvPr/>
          </p:nvSpPr>
          <p:spPr bwMode="auto">
            <a:xfrm>
              <a:off x="3768" y="624"/>
              <a:ext cx="0" cy="2560"/>
            </a:xfrm>
            <a:prstGeom prst="line">
              <a:avLst/>
            </a:prstGeom>
            <a:noFill/>
            <a:ln w="28575" cap="sq">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6883" name="Text Box 37">
              <a:extLst>
                <a:ext uri="{FF2B5EF4-FFF2-40B4-BE49-F238E27FC236}">
                  <a16:creationId xmlns:a16="http://schemas.microsoft.com/office/drawing/2014/main" id="{F70CD961-7CD4-48D0-BC64-A75798C5C165}"/>
                </a:ext>
              </a:extLst>
            </p:cNvPr>
            <p:cNvSpPr txBox="1">
              <a:spLocks noChangeArrowheads="1"/>
            </p:cNvSpPr>
            <p:nvPr/>
          </p:nvSpPr>
          <p:spPr bwMode="auto">
            <a:xfrm>
              <a:off x="2424" y="720"/>
              <a:ext cx="480"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defRPr/>
              </a:pPr>
              <a:r>
                <a:rPr lang="en-US" altLang="zh-CN" dirty="0">
                  <a:latin typeface="+mn-lt"/>
                  <a:ea typeface="+mn-ea"/>
                  <a:cs typeface="+mn-ea"/>
                  <a:sym typeface="+mn-lt"/>
                </a:rPr>
                <a:t>L</a:t>
              </a:r>
              <a:r>
                <a:rPr lang="en-US" altLang="zh-CN" baseline="-25000" dirty="0">
                  <a:latin typeface="+mn-lt"/>
                  <a:ea typeface="+mn-ea"/>
                  <a:cs typeface="+mn-ea"/>
                  <a:sym typeface="+mn-lt"/>
                </a:rPr>
                <a:t>o</a:t>
              </a:r>
              <a:endParaRPr lang="en-US" altLang="zh-CN" dirty="0">
                <a:latin typeface="+mn-lt"/>
                <a:ea typeface="+mn-ea"/>
                <a:cs typeface="+mn-ea"/>
                <a:sym typeface="+mn-lt"/>
              </a:endParaRPr>
            </a:p>
          </p:txBody>
        </p:sp>
        <p:sp>
          <p:nvSpPr>
            <p:cNvPr id="36884" name="Text Box 38">
              <a:extLst>
                <a:ext uri="{FF2B5EF4-FFF2-40B4-BE49-F238E27FC236}">
                  <a16:creationId xmlns:a16="http://schemas.microsoft.com/office/drawing/2014/main" id="{2249BBD7-7445-4099-9324-C19DD4F053D2}"/>
                </a:ext>
              </a:extLst>
            </p:cNvPr>
            <p:cNvSpPr txBox="1">
              <a:spLocks noChangeArrowheads="1"/>
            </p:cNvSpPr>
            <p:nvPr/>
          </p:nvSpPr>
          <p:spPr bwMode="auto">
            <a:xfrm>
              <a:off x="2232" y="1152"/>
              <a:ext cx="67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defRPr/>
              </a:pPr>
              <a:r>
                <a:rPr lang="en-US" altLang="zh-CN">
                  <a:latin typeface="+mn-lt"/>
                  <a:ea typeface="+mn-ea"/>
                  <a:cs typeface="+mn-ea"/>
                  <a:sym typeface="+mn-lt"/>
                </a:rPr>
                <a:t>L</a:t>
              </a:r>
              <a:r>
                <a:rPr lang="en-US" altLang="zh-CN" sz="1600">
                  <a:latin typeface="+mn-lt"/>
                  <a:ea typeface="+mn-ea"/>
                  <a:cs typeface="+mn-ea"/>
                  <a:sym typeface="+mn-lt"/>
                </a:rPr>
                <a:t>o</a:t>
              </a:r>
              <a:r>
                <a:rPr lang="en-US" altLang="zh-CN">
                  <a:latin typeface="+mn-lt"/>
                  <a:ea typeface="+mn-ea"/>
                  <a:cs typeface="+mn-ea"/>
                  <a:sym typeface="+mn-lt"/>
                </a:rPr>
                <a:t>+m</a:t>
              </a:r>
            </a:p>
          </p:txBody>
        </p:sp>
        <p:sp>
          <p:nvSpPr>
            <p:cNvPr id="36885" name="Text Box 39">
              <a:extLst>
                <a:ext uri="{FF2B5EF4-FFF2-40B4-BE49-F238E27FC236}">
                  <a16:creationId xmlns:a16="http://schemas.microsoft.com/office/drawing/2014/main" id="{EB7C3EE7-1FEB-4916-B8F4-4AFC2421BA07}"/>
                </a:ext>
              </a:extLst>
            </p:cNvPr>
            <p:cNvSpPr txBox="1">
              <a:spLocks noChangeArrowheads="1"/>
            </p:cNvSpPr>
            <p:nvPr/>
          </p:nvSpPr>
          <p:spPr bwMode="auto">
            <a:xfrm>
              <a:off x="1872" y="2016"/>
              <a:ext cx="1224"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defRPr/>
              </a:pPr>
              <a:r>
                <a:rPr lang="en-US" altLang="zh-CN">
                  <a:latin typeface="+mn-lt"/>
                  <a:ea typeface="+mn-ea"/>
                  <a:cs typeface="+mn-ea"/>
                  <a:sym typeface="+mn-lt"/>
                </a:rPr>
                <a:t>L</a:t>
              </a:r>
              <a:r>
                <a:rPr lang="en-US" altLang="zh-CN" sz="1600">
                  <a:latin typeface="+mn-lt"/>
                  <a:ea typeface="+mn-ea"/>
                  <a:cs typeface="+mn-ea"/>
                  <a:sym typeface="+mn-lt"/>
                </a:rPr>
                <a:t>o</a:t>
              </a:r>
              <a:r>
                <a:rPr lang="en-US" altLang="zh-CN">
                  <a:latin typeface="+mn-lt"/>
                  <a:ea typeface="+mn-ea"/>
                  <a:cs typeface="+mn-ea"/>
                  <a:sym typeface="+mn-lt"/>
                </a:rPr>
                <a:t>+(i-1)*m</a:t>
              </a:r>
            </a:p>
          </p:txBody>
        </p:sp>
        <p:sp>
          <p:nvSpPr>
            <p:cNvPr id="36886" name="Text Box 40">
              <a:extLst>
                <a:ext uri="{FF2B5EF4-FFF2-40B4-BE49-F238E27FC236}">
                  <a16:creationId xmlns:a16="http://schemas.microsoft.com/office/drawing/2014/main" id="{B5B9EED1-ADB8-4A7B-9EEC-1AE814B363CF}"/>
                </a:ext>
              </a:extLst>
            </p:cNvPr>
            <p:cNvSpPr txBox="1">
              <a:spLocks noChangeArrowheads="1"/>
            </p:cNvSpPr>
            <p:nvPr/>
          </p:nvSpPr>
          <p:spPr bwMode="auto">
            <a:xfrm>
              <a:off x="1776" y="2880"/>
              <a:ext cx="1200"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defRPr/>
              </a:pPr>
              <a:r>
                <a:rPr lang="en-US" altLang="zh-CN">
                  <a:latin typeface="+mn-lt"/>
                  <a:ea typeface="+mn-ea"/>
                  <a:cs typeface="+mn-ea"/>
                  <a:sym typeface="+mn-lt"/>
                </a:rPr>
                <a:t>L</a:t>
              </a:r>
              <a:r>
                <a:rPr lang="en-US" altLang="zh-CN" sz="1600">
                  <a:latin typeface="+mn-lt"/>
                  <a:ea typeface="+mn-ea"/>
                  <a:cs typeface="+mn-ea"/>
                  <a:sym typeface="+mn-lt"/>
                </a:rPr>
                <a:t>o</a:t>
              </a:r>
              <a:r>
                <a:rPr lang="en-US" altLang="zh-CN">
                  <a:latin typeface="+mn-lt"/>
                  <a:ea typeface="+mn-ea"/>
                  <a:cs typeface="+mn-ea"/>
                  <a:sym typeface="+mn-lt"/>
                </a:rPr>
                <a:t>+</a:t>
              </a:r>
              <a:r>
                <a:rPr lang="zh-CN" altLang="en-US">
                  <a:latin typeface="+mn-lt"/>
                  <a:ea typeface="+mn-ea"/>
                  <a:cs typeface="+mn-ea"/>
                  <a:sym typeface="+mn-lt"/>
                </a:rPr>
                <a:t>（</a:t>
              </a:r>
              <a:r>
                <a:rPr lang="en-US" altLang="zh-CN">
                  <a:latin typeface="+mn-lt"/>
                  <a:ea typeface="+mn-ea"/>
                  <a:cs typeface="+mn-ea"/>
                  <a:sym typeface="+mn-lt"/>
                </a:rPr>
                <a:t>n-1)*m</a:t>
              </a:r>
            </a:p>
          </p:txBody>
        </p:sp>
        <p:sp>
          <p:nvSpPr>
            <p:cNvPr id="36887" name="Text Box 41">
              <a:extLst>
                <a:ext uri="{FF2B5EF4-FFF2-40B4-BE49-F238E27FC236}">
                  <a16:creationId xmlns:a16="http://schemas.microsoft.com/office/drawing/2014/main" id="{F4144D14-C32E-4CF0-86ED-FECB70219760}"/>
                </a:ext>
              </a:extLst>
            </p:cNvPr>
            <p:cNvSpPr txBox="1">
              <a:spLocks noChangeArrowheads="1"/>
            </p:cNvSpPr>
            <p:nvPr/>
          </p:nvSpPr>
          <p:spPr bwMode="auto">
            <a:xfrm>
              <a:off x="1932" y="288"/>
              <a:ext cx="984"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ym typeface="+mn-lt"/>
                </a:rPr>
                <a:t>存储地址</a:t>
              </a:r>
            </a:p>
          </p:txBody>
        </p:sp>
        <p:sp>
          <p:nvSpPr>
            <p:cNvPr id="36888" name="Text Box 42">
              <a:extLst>
                <a:ext uri="{FF2B5EF4-FFF2-40B4-BE49-F238E27FC236}">
                  <a16:creationId xmlns:a16="http://schemas.microsoft.com/office/drawing/2014/main" id="{462DB591-3CDB-4A7C-9BCE-672647B66FDA}"/>
                </a:ext>
              </a:extLst>
            </p:cNvPr>
            <p:cNvSpPr txBox="1">
              <a:spLocks noChangeArrowheads="1"/>
            </p:cNvSpPr>
            <p:nvPr/>
          </p:nvSpPr>
          <p:spPr bwMode="auto">
            <a:xfrm>
              <a:off x="2904" y="304"/>
              <a:ext cx="91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ym typeface="+mn-lt"/>
                </a:rPr>
                <a:t>存储内容</a:t>
              </a:r>
            </a:p>
          </p:txBody>
        </p:sp>
        <p:sp>
          <p:nvSpPr>
            <p:cNvPr id="37916" name="Line 43">
              <a:extLst>
                <a:ext uri="{FF2B5EF4-FFF2-40B4-BE49-F238E27FC236}">
                  <a16:creationId xmlns:a16="http://schemas.microsoft.com/office/drawing/2014/main" id="{3E259646-958B-4975-88C6-ED13E57C2E5C}"/>
                </a:ext>
              </a:extLst>
            </p:cNvPr>
            <p:cNvSpPr>
              <a:spLocks noChangeShapeType="1"/>
            </p:cNvSpPr>
            <p:nvPr/>
          </p:nvSpPr>
          <p:spPr bwMode="auto">
            <a:xfrm flipH="1">
              <a:off x="1896" y="1056"/>
              <a:ext cx="1056" cy="0"/>
            </a:xfrm>
            <a:prstGeom prst="line">
              <a:avLst/>
            </a:prstGeom>
            <a:noFill/>
            <a:ln w="9525">
              <a:solidFill>
                <a:srgbClr val="D60093"/>
              </a:solidFill>
              <a:prstDash val="sysDot"/>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7917" name="Line 44">
              <a:extLst>
                <a:ext uri="{FF2B5EF4-FFF2-40B4-BE49-F238E27FC236}">
                  <a16:creationId xmlns:a16="http://schemas.microsoft.com/office/drawing/2014/main" id="{2F26EEB2-7A18-4499-88C2-76098074E4DD}"/>
                </a:ext>
              </a:extLst>
            </p:cNvPr>
            <p:cNvSpPr>
              <a:spLocks noChangeShapeType="1"/>
            </p:cNvSpPr>
            <p:nvPr/>
          </p:nvSpPr>
          <p:spPr bwMode="auto">
            <a:xfrm flipH="1">
              <a:off x="1896" y="1488"/>
              <a:ext cx="1056" cy="0"/>
            </a:xfrm>
            <a:prstGeom prst="line">
              <a:avLst/>
            </a:prstGeom>
            <a:noFill/>
            <a:ln w="9525">
              <a:solidFill>
                <a:srgbClr val="D60093"/>
              </a:solidFill>
              <a:prstDash val="sysDot"/>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7918" name="Line 45">
              <a:extLst>
                <a:ext uri="{FF2B5EF4-FFF2-40B4-BE49-F238E27FC236}">
                  <a16:creationId xmlns:a16="http://schemas.microsoft.com/office/drawing/2014/main" id="{45CB8145-4441-4DB6-B7C4-6221D1D1D0B5}"/>
                </a:ext>
              </a:extLst>
            </p:cNvPr>
            <p:cNvSpPr>
              <a:spLocks noChangeShapeType="1"/>
            </p:cNvSpPr>
            <p:nvPr/>
          </p:nvSpPr>
          <p:spPr bwMode="auto">
            <a:xfrm flipH="1">
              <a:off x="1896" y="2352"/>
              <a:ext cx="1056" cy="0"/>
            </a:xfrm>
            <a:prstGeom prst="line">
              <a:avLst/>
            </a:prstGeom>
            <a:noFill/>
            <a:ln w="9525">
              <a:solidFill>
                <a:srgbClr val="D60093"/>
              </a:solidFill>
              <a:prstDash val="sysDot"/>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7919" name="Line 46">
              <a:extLst>
                <a:ext uri="{FF2B5EF4-FFF2-40B4-BE49-F238E27FC236}">
                  <a16:creationId xmlns:a16="http://schemas.microsoft.com/office/drawing/2014/main" id="{2C57CF95-4897-4F3C-A272-4684369D4663}"/>
                </a:ext>
              </a:extLst>
            </p:cNvPr>
            <p:cNvSpPr>
              <a:spLocks noChangeShapeType="1"/>
            </p:cNvSpPr>
            <p:nvPr/>
          </p:nvSpPr>
          <p:spPr bwMode="auto">
            <a:xfrm flipH="1">
              <a:off x="1896" y="3168"/>
              <a:ext cx="1056" cy="0"/>
            </a:xfrm>
            <a:prstGeom prst="line">
              <a:avLst/>
            </a:prstGeom>
            <a:noFill/>
            <a:ln w="9525">
              <a:solidFill>
                <a:srgbClr val="D60093"/>
              </a:solidFill>
              <a:prstDash val="sysDot"/>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6893" name="Text Box 47">
              <a:extLst>
                <a:ext uri="{FF2B5EF4-FFF2-40B4-BE49-F238E27FC236}">
                  <a16:creationId xmlns:a16="http://schemas.microsoft.com/office/drawing/2014/main" id="{63AEADB5-B444-40FB-822D-32B7CD09FD8D}"/>
                </a:ext>
              </a:extLst>
            </p:cNvPr>
            <p:cNvSpPr txBox="1">
              <a:spLocks noChangeArrowheads="1"/>
            </p:cNvSpPr>
            <p:nvPr/>
          </p:nvSpPr>
          <p:spPr bwMode="auto">
            <a:xfrm>
              <a:off x="1128" y="3264"/>
              <a:ext cx="2640" cy="288"/>
            </a:xfrm>
            <a:prstGeom prst="rect">
              <a:avLst/>
            </a:prstGeom>
            <a:solidFill>
              <a:schemeClr val="accent1">
                <a:lumMod val="40000"/>
                <a:lumOff val="6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defRPr/>
              </a:pPr>
              <a:r>
                <a:rPr lang="en-US" altLang="zh-CN" dirty="0" err="1">
                  <a:latin typeface="+mn-lt"/>
                  <a:ea typeface="+mn-ea"/>
                  <a:cs typeface="+mn-ea"/>
                  <a:sym typeface="+mn-lt"/>
                </a:rPr>
                <a:t>Loc</a:t>
              </a:r>
              <a:r>
                <a:rPr lang="en-US" altLang="zh-CN" dirty="0">
                  <a:latin typeface="+mn-lt"/>
                  <a:ea typeface="+mn-ea"/>
                  <a:cs typeface="+mn-ea"/>
                  <a:sym typeface="+mn-lt"/>
                </a:rPr>
                <a:t>(</a:t>
              </a:r>
              <a:r>
                <a:rPr lang="zh-CN" altLang="zh-CN" dirty="0">
                  <a:latin typeface="+mn-lt"/>
                  <a:ea typeface="+mn-ea"/>
                  <a:cs typeface="+mn-ea"/>
                  <a:sym typeface="+mn-lt"/>
                </a:rPr>
                <a:t>元素</a:t>
              </a:r>
              <a:r>
                <a:rPr lang="en-US" altLang="zh-CN" dirty="0" err="1">
                  <a:latin typeface="+mn-lt"/>
                  <a:ea typeface="+mn-ea"/>
                  <a:cs typeface="+mn-ea"/>
                  <a:sym typeface="+mn-lt"/>
                </a:rPr>
                <a:t>i</a:t>
              </a:r>
              <a:r>
                <a:rPr lang="en-US" altLang="zh-CN" dirty="0">
                  <a:latin typeface="+mn-lt"/>
                  <a:ea typeface="+mn-ea"/>
                  <a:cs typeface="+mn-ea"/>
                  <a:sym typeface="+mn-lt"/>
                </a:rPr>
                <a:t>)=Lo+</a:t>
              </a:r>
              <a:r>
                <a:rPr lang="zh-CN" altLang="en-US" dirty="0">
                  <a:latin typeface="+mn-lt"/>
                  <a:ea typeface="+mn-ea"/>
                  <a:cs typeface="+mn-ea"/>
                  <a:sym typeface="+mn-lt"/>
                </a:rPr>
                <a:t>（</a:t>
              </a:r>
              <a:r>
                <a:rPr lang="en-US" altLang="zh-CN" dirty="0">
                  <a:latin typeface="+mn-lt"/>
                  <a:ea typeface="+mn-ea"/>
                  <a:cs typeface="+mn-ea"/>
                  <a:sym typeface="+mn-lt"/>
                </a:rPr>
                <a:t>i-1)*m</a:t>
              </a:r>
            </a:p>
          </p:txBody>
        </p:sp>
      </p:grpSp>
      <p:sp>
        <p:nvSpPr>
          <p:cNvPr id="31" name="Rectangle 58">
            <a:extLst>
              <a:ext uri="{FF2B5EF4-FFF2-40B4-BE49-F238E27FC236}">
                <a16:creationId xmlns:a16="http://schemas.microsoft.com/office/drawing/2014/main" id="{6E79D1F8-103E-4064-B3AD-64A0E8900DFB}"/>
              </a:ext>
            </a:extLst>
          </p:cNvPr>
          <p:cNvSpPr>
            <a:spLocks noChangeArrowheads="1"/>
          </p:cNvSpPr>
          <p:nvPr/>
        </p:nvSpPr>
        <p:spPr bwMode="auto">
          <a:xfrm>
            <a:off x="801688" y="141288"/>
            <a:ext cx="6156325"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线性表的顺序表示和实现</a:t>
            </a:r>
          </a:p>
        </p:txBody>
      </p:sp>
      <p:sp>
        <p:nvSpPr>
          <p:cNvPr id="59" name="Text Box 48" descr="蓝色砂纸">
            <a:extLst>
              <a:ext uri="{FF2B5EF4-FFF2-40B4-BE49-F238E27FC236}">
                <a16:creationId xmlns:a16="http://schemas.microsoft.com/office/drawing/2014/main" id="{3623BDEB-6EBA-4A24-8351-914E2D4EBC5C}"/>
              </a:ext>
            </a:extLst>
          </p:cNvPr>
          <p:cNvSpPr txBox="1">
            <a:spLocks noChangeArrowheads="1"/>
          </p:cNvSpPr>
          <p:nvPr/>
        </p:nvSpPr>
        <p:spPr bwMode="auto">
          <a:xfrm>
            <a:off x="801688" y="925513"/>
            <a:ext cx="1612900"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sz="2800">
                <a:solidFill>
                  <a:srgbClr val="0D0D0D"/>
                </a:solidFill>
                <a:sym typeface="+mn-lt"/>
              </a:rPr>
              <a:t>顺序存储</a:t>
            </a:r>
          </a:p>
        </p:txBody>
      </p:sp>
      <p:sp>
        <p:nvSpPr>
          <p:cNvPr id="37894" name="矩形 2">
            <a:extLst>
              <a:ext uri="{FF2B5EF4-FFF2-40B4-BE49-F238E27FC236}">
                <a16:creationId xmlns:a16="http://schemas.microsoft.com/office/drawing/2014/main" id="{D8779AB4-7C40-45F5-8779-8FAFBD84CC86}"/>
              </a:ext>
            </a:extLst>
          </p:cNvPr>
          <p:cNvSpPr>
            <a:spLocks noChangeArrowheads="1"/>
          </p:cNvSpPr>
          <p:nvPr/>
        </p:nvSpPr>
        <p:spPr bwMode="auto">
          <a:xfrm>
            <a:off x="9064625" y="1735138"/>
            <a:ext cx="107950" cy="4572000"/>
          </a:xfrm>
          <a:prstGeom prst="rect">
            <a:avLst/>
          </a:prstGeom>
          <a:solidFill>
            <a:srgbClr val="76AEDD"/>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Tree>
  </p:cSld>
  <p:clrMapOvr>
    <a:masterClrMapping/>
  </p:clrMapOvr>
  <p:transition>
    <p:split/>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2">
            <a:extLst>
              <a:ext uri="{FF2B5EF4-FFF2-40B4-BE49-F238E27FC236}">
                <a16:creationId xmlns:a16="http://schemas.microsoft.com/office/drawing/2014/main" id="{CA4B3A80-C089-4AE4-BE65-9E271F605C78}"/>
              </a:ext>
            </a:extLst>
          </p:cNvPr>
          <p:cNvSpPr>
            <a:spLocks noChangeArrowheads="1"/>
          </p:cNvSpPr>
          <p:nvPr/>
        </p:nvSpPr>
        <p:spPr bwMode="auto">
          <a:xfrm>
            <a:off x="-11113" y="1328738"/>
            <a:ext cx="9144001" cy="4572000"/>
          </a:xfrm>
          <a:prstGeom prst="rect">
            <a:avLst/>
          </a:prstGeom>
          <a:solidFill>
            <a:schemeClr val="bg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38914" name="Rectangle 4">
            <a:extLst>
              <a:ext uri="{FF2B5EF4-FFF2-40B4-BE49-F238E27FC236}">
                <a16:creationId xmlns:a16="http://schemas.microsoft.com/office/drawing/2014/main" id="{18E95E9C-CB02-4BF9-9FE3-8A6E8C4D919B}"/>
              </a:ext>
            </a:extLst>
          </p:cNvPr>
          <p:cNvSpPr>
            <a:spLocks noChangeArrowheads="1"/>
          </p:cNvSpPr>
          <p:nvPr/>
        </p:nvSpPr>
        <p:spPr bwMode="auto">
          <a:xfrm>
            <a:off x="958850" y="1844675"/>
            <a:ext cx="7105650" cy="3540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800">
                <a:sym typeface="+mn-lt"/>
              </a:rPr>
              <a:t>#define  MAXSIZE 100     //</a:t>
            </a:r>
            <a:r>
              <a:rPr lang="zh-CN" altLang="en-US" sz="2800">
                <a:sym typeface="+mn-lt"/>
              </a:rPr>
              <a:t>最大长度</a:t>
            </a:r>
          </a:p>
          <a:p>
            <a:pPr>
              <a:lnSpc>
                <a:spcPct val="100000"/>
              </a:lnSpc>
              <a:spcBef>
                <a:spcPct val="20000"/>
              </a:spcBef>
            </a:pPr>
            <a:r>
              <a:rPr lang="en-US" altLang="zh-CN" sz="2800">
                <a:sym typeface="+mn-lt"/>
              </a:rPr>
              <a:t>typedef  struct </a:t>
            </a:r>
          </a:p>
          <a:p>
            <a:pPr>
              <a:lnSpc>
                <a:spcPct val="100000"/>
              </a:lnSpc>
              <a:spcBef>
                <a:spcPct val="20000"/>
              </a:spcBef>
            </a:pPr>
            <a:r>
              <a:rPr lang="en-US" altLang="zh-CN" sz="2800">
                <a:sym typeface="+mn-lt"/>
              </a:rPr>
              <a:t>{</a:t>
            </a:r>
          </a:p>
          <a:p>
            <a:pPr>
              <a:lnSpc>
                <a:spcPct val="100000"/>
              </a:lnSpc>
              <a:spcBef>
                <a:spcPct val="20000"/>
              </a:spcBef>
            </a:pPr>
            <a:r>
              <a:rPr lang="en-US" altLang="zh-CN" sz="2800">
                <a:sym typeface="+mn-lt"/>
              </a:rPr>
              <a:t> 	 ElemType  *elem;      //</a:t>
            </a:r>
            <a:r>
              <a:rPr lang="zh-CN" altLang="en-US" sz="2800">
                <a:sym typeface="+mn-lt"/>
              </a:rPr>
              <a:t>指向数据元素的基地址</a:t>
            </a:r>
          </a:p>
          <a:p>
            <a:pPr>
              <a:lnSpc>
                <a:spcPct val="100000"/>
              </a:lnSpc>
              <a:spcBef>
                <a:spcPct val="20000"/>
              </a:spcBef>
            </a:pPr>
            <a:r>
              <a:rPr lang="zh-CN" altLang="en-US" sz="2800">
                <a:sym typeface="+mn-lt"/>
              </a:rPr>
              <a:t>  </a:t>
            </a:r>
            <a:r>
              <a:rPr lang="en-US" altLang="zh-CN" sz="2800">
                <a:sym typeface="+mn-lt"/>
              </a:rPr>
              <a:t>	int  length;                 //</a:t>
            </a:r>
            <a:r>
              <a:rPr lang="zh-CN" altLang="en-US" sz="2800">
                <a:sym typeface="+mn-lt"/>
              </a:rPr>
              <a:t>线性表的当前长度                        </a:t>
            </a:r>
          </a:p>
          <a:p>
            <a:pPr>
              <a:lnSpc>
                <a:spcPct val="100000"/>
              </a:lnSpc>
              <a:spcBef>
                <a:spcPct val="20000"/>
              </a:spcBef>
            </a:pPr>
            <a:r>
              <a:rPr lang="zh-CN" altLang="en-US" sz="2800">
                <a:sym typeface="+mn-lt"/>
              </a:rPr>
              <a:t> </a:t>
            </a:r>
            <a:r>
              <a:rPr lang="en-US" altLang="zh-CN" sz="2800">
                <a:sym typeface="+mn-lt"/>
              </a:rPr>
              <a:t>}SqList</a:t>
            </a:r>
            <a:r>
              <a:rPr lang="zh-CN" altLang="en-US" sz="2800">
                <a:sym typeface="+mn-lt"/>
              </a:rPr>
              <a:t>；</a:t>
            </a:r>
          </a:p>
        </p:txBody>
      </p:sp>
      <p:sp>
        <p:nvSpPr>
          <p:cNvPr id="37891" name="Rectangle 5">
            <a:extLst>
              <a:ext uri="{FF2B5EF4-FFF2-40B4-BE49-F238E27FC236}">
                <a16:creationId xmlns:a16="http://schemas.microsoft.com/office/drawing/2014/main" id="{2989EBEB-4754-4C7D-96DE-EB17CAE8A93B}"/>
              </a:ext>
            </a:extLst>
          </p:cNvPr>
          <p:cNvSpPr>
            <a:spLocks noChangeArrowheads="1"/>
          </p:cNvSpPr>
          <p:nvPr/>
        </p:nvSpPr>
        <p:spPr bwMode="auto">
          <a:xfrm>
            <a:off x="958850" y="227013"/>
            <a:ext cx="5795963"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顺序表的类型定义</a:t>
            </a:r>
          </a:p>
        </p:txBody>
      </p:sp>
      <p:sp>
        <p:nvSpPr>
          <p:cNvPr id="6" name="矩形 2">
            <a:extLst>
              <a:ext uri="{FF2B5EF4-FFF2-40B4-BE49-F238E27FC236}">
                <a16:creationId xmlns:a16="http://schemas.microsoft.com/office/drawing/2014/main" id="{89438803-BF22-46A3-A92D-9812F0208D1D}"/>
              </a:ext>
            </a:extLst>
          </p:cNvPr>
          <p:cNvSpPr>
            <a:spLocks noChangeArrowheads="1"/>
          </p:cNvSpPr>
          <p:nvPr/>
        </p:nvSpPr>
        <p:spPr bwMode="auto">
          <a:xfrm>
            <a:off x="0" y="6021388"/>
            <a:ext cx="9144000" cy="71437"/>
          </a:xfrm>
          <a:prstGeom prst="rect">
            <a:avLst/>
          </a:prstGeom>
          <a:solidFill>
            <a:schemeClr val="bg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7" name="矩形 2">
            <a:extLst>
              <a:ext uri="{FF2B5EF4-FFF2-40B4-BE49-F238E27FC236}">
                <a16:creationId xmlns:a16="http://schemas.microsoft.com/office/drawing/2014/main" id="{F0B7B9B6-8FFC-41B4-A5D9-244C73E3D984}"/>
              </a:ext>
            </a:extLst>
          </p:cNvPr>
          <p:cNvSpPr>
            <a:spLocks noChangeArrowheads="1"/>
          </p:cNvSpPr>
          <p:nvPr/>
        </p:nvSpPr>
        <p:spPr bwMode="auto">
          <a:xfrm>
            <a:off x="0" y="6178550"/>
            <a:ext cx="9144000" cy="71438"/>
          </a:xfrm>
          <a:prstGeom prst="rect">
            <a:avLst/>
          </a:prstGeom>
          <a:solidFill>
            <a:schemeClr val="bg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10" name="矩形 2">
            <a:extLst>
              <a:ext uri="{FF2B5EF4-FFF2-40B4-BE49-F238E27FC236}">
                <a16:creationId xmlns:a16="http://schemas.microsoft.com/office/drawing/2014/main" id="{530A1E2C-DF0C-43BB-88FF-F5D0A5339EC3}"/>
              </a:ext>
            </a:extLst>
          </p:cNvPr>
          <p:cNvSpPr>
            <a:spLocks noChangeArrowheads="1"/>
          </p:cNvSpPr>
          <p:nvPr/>
        </p:nvSpPr>
        <p:spPr bwMode="auto">
          <a:xfrm>
            <a:off x="-11113" y="6334125"/>
            <a:ext cx="9144001" cy="73025"/>
          </a:xfrm>
          <a:prstGeom prst="rect">
            <a:avLst/>
          </a:prstGeom>
          <a:solidFill>
            <a:schemeClr val="bg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11" name="矩形 2">
            <a:extLst>
              <a:ext uri="{FF2B5EF4-FFF2-40B4-BE49-F238E27FC236}">
                <a16:creationId xmlns:a16="http://schemas.microsoft.com/office/drawing/2014/main" id="{1FAC69B5-346F-4F51-81A0-B846121FA8AD}"/>
              </a:ext>
            </a:extLst>
          </p:cNvPr>
          <p:cNvSpPr>
            <a:spLocks noChangeArrowheads="1"/>
          </p:cNvSpPr>
          <p:nvPr/>
        </p:nvSpPr>
        <p:spPr bwMode="auto">
          <a:xfrm>
            <a:off x="-11113" y="6477000"/>
            <a:ext cx="9144001" cy="73025"/>
          </a:xfrm>
          <a:prstGeom prst="rect">
            <a:avLst/>
          </a:prstGeom>
          <a:solidFill>
            <a:schemeClr val="bg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2">
            <a:extLst>
              <a:ext uri="{FF2B5EF4-FFF2-40B4-BE49-F238E27FC236}">
                <a16:creationId xmlns:a16="http://schemas.microsoft.com/office/drawing/2014/main" id="{43CE030C-5304-443D-9D8D-18EB288D4E91}"/>
              </a:ext>
            </a:extLst>
          </p:cNvPr>
          <p:cNvSpPr>
            <a:spLocks noChangeArrowheads="1"/>
          </p:cNvSpPr>
          <p:nvPr/>
        </p:nvSpPr>
        <p:spPr bwMode="auto">
          <a:xfrm>
            <a:off x="-11113" y="1125538"/>
            <a:ext cx="9144001" cy="4775200"/>
          </a:xfrm>
          <a:prstGeom prst="rect">
            <a:avLst/>
          </a:prstGeom>
          <a:solidFill>
            <a:schemeClr val="bg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3" name="Rectangle 4">
            <a:extLst>
              <a:ext uri="{FF2B5EF4-FFF2-40B4-BE49-F238E27FC236}">
                <a16:creationId xmlns:a16="http://schemas.microsoft.com/office/drawing/2014/main" id="{9CACAB48-9EA2-4DF6-A2EE-41382FC779BD}"/>
              </a:ext>
            </a:extLst>
          </p:cNvPr>
          <p:cNvSpPr>
            <a:spLocks noChangeArrowheads="1"/>
          </p:cNvSpPr>
          <p:nvPr/>
        </p:nvSpPr>
        <p:spPr bwMode="auto">
          <a:xfrm>
            <a:off x="442913" y="1270000"/>
            <a:ext cx="8569325" cy="4522788"/>
          </a:xfrm>
          <a:prstGeom prst="rect">
            <a:avLst/>
          </a:prstGeom>
          <a:noFill/>
          <a:ln w="9525">
            <a:noFill/>
            <a:miter lim="800000"/>
          </a:ln>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r>
              <a:rPr kumimoji="1" lang="en-US" altLang="zh-CN" sz="2400">
                <a:ea typeface="微软雅黑" panose="020B0503020204020204" pitchFamily="34" charset="-122"/>
                <a:sym typeface="+mn-lt"/>
              </a:rPr>
              <a:t>#define MAXSIZE 10000	//</a:t>
            </a:r>
            <a:r>
              <a:rPr kumimoji="1" lang="zh-CN" altLang="en-US" sz="2400">
                <a:ea typeface="微软雅黑" panose="020B0503020204020204" pitchFamily="34" charset="-122"/>
                <a:sym typeface="+mn-lt"/>
              </a:rPr>
              <a:t>图书表可能达到的最大长度 </a:t>
            </a:r>
          </a:p>
          <a:p>
            <a:pPr eaLnBrk="1" hangingPunct="1"/>
            <a:r>
              <a:rPr kumimoji="1" lang="en-US" altLang="zh-CN" sz="2400">
                <a:ea typeface="微软雅黑" panose="020B0503020204020204" pitchFamily="34" charset="-122"/>
                <a:sym typeface="+mn-lt"/>
              </a:rPr>
              <a:t>typedef struct			//</a:t>
            </a:r>
            <a:r>
              <a:rPr kumimoji="1" lang="zh-CN" altLang="en-US" sz="2400">
                <a:ea typeface="微软雅黑" panose="020B0503020204020204" pitchFamily="34" charset="-122"/>
                <a:sym typeface="+mn-lt"/>
              </a:rPr>
              <a:t>图书信息定义</a:t>
            </a:r>
          </a:p>
          <a:p>
            <a:pPr eaLnBrk="1" hangingPunct="1"/>
            <a:r>
              <a:rPr kumimoji="1" lang="en-US" altLang="zh-CN" sz="2400">
                <a:ea typeface="微软雅黑" panose="020B0503020204020204" pitchFamily="34" charset="-122"/>
                <a:sym typeface="+mn-lt"/>
              </a:rPr>
              <a:t>{ </a:t>
            </a:r>
            <a:endParaRPr kumimoji="1" lang="zh-CN" altLang="en-US" sz="2400">
              <a:ea typeface="微软雅黑" panose="020B0503020204020204" pitchFamily="34" charset="-122"/>
              <a:sym typeface="+mn-lt"/>
            </a:endParaRPr>
          </a:p>
          <a:p>
            <a:pPr eaLnBrk="1" hangingPunct="1"/>
            <a:r>
              <a:rPr kumimoji="1" lang="en-US" altLang="zh-CN" sz="2400">
                <a:ea typeface="微软雅黑" panose="020B0503020204020204" pitchFamily="34" charset="-122"/>
                <a:sym typeface="+mn-lt"/>
              </a:rPr>
              <a:t>   char no[20];			//</a:t>
            </a:r>
            <a:r>
              <a:rPr kumimoji="1" lang="zh-CN" altLang="en-US" sz="2400">
                <a:ea typeface="微软雅黑" panose="020B0503020204020204" pitchFamily="34" charset="-122"/>
                <a:sym typeface="+mn-lt"/>
              </a:rPr>
              <a:t>图书</a:t>
            </a:r>
            <a:r>
              <a:rPr kumimoji="1" lang="en-US" altLang="zh-CN" sz="2400">
                <a:ea typeface="微软雅黑" panose="020B0503020204020204" pitchFamily="34" charset="-122"/>
                <a:sym typeface="+mn-lt"/>
              </a:rPr>
              <a:t>ISBN</a:t>
            </a:r>
            <a:endParaRPr kumimoji="1" lang="zh-CN" altLang="en-US" sz="2400">
              <a:ea typeface="微软雅黑" panose="020B0503020204020204" pitchFamily="34" charset="-122"/>
              <a:sym typeface="+mn-lt"/>
            </a:endParaRPr>
          </a:p>
          <a:p>
            <a:pPr eaLnBrk="1" hangingPunct="1"/>
            <a:r>
              <a:rPr kumimoji="1" lang="en-US" altLang="zh-CN" sz="2400">
                <a:ea typeface="微软雅黑" panose="020B0503020204020204" pitchFamily="34" charset="-122"/>
                <a:sym typeface="+mn-lt"/>
              </a:rPr>
              <a:t>   char name[50];		//</a:t>
            </a:r>
            <a:r>
              <a:rPr kumimoji="1" lang="zh-CN" altLang="en-US" sz="2400">
                <a:ea typeface="微软雅黑" panose="020B0503020204020204" pitchFamily="34" charset="-122"/>
                <a:sym typeface="+mn-lt"/>
              </a:rPr>
              <a:t>图书名字</a:t>
            </a:r>
          </a:p>
          <a:p>
            <a:pPr eaLnBrk="1" hangingPunct="1"/>
            <a:r>
              <a:rPr kumimoji="1" lang="en-US" altLang="zh-CN" sz="2400">
                <a:ea typeface="微软雅黑" panose="020B0503020204020204" pitchFamily="34" charset="-122"/>
                <a:sym typeface="+mn-lt"/>
              </a:rPr>
              <a:t>   float price; 			//</a:t>
            </a:r>
            <a:r>
              <a:rPr kumimoji="1" lang="zh-CN" altLang="en-US" sz="2400">
                <a:ea typeface="微软雅黑" panose="020B0503020204020204" pitchFamily="34" charset="-122"/>
                <a:sym typeface="+mn-lt"/>
              </a:rPr>
              <a:t>图书价格</a:t>
            </a:r>
          </a:p>
          <a:p>
            <a:pPr eaLnBrk="1" hangingPunct="1"/>
            <a:r>
              <a:rPr kumimoji="1" lang="en-US" altLang="zh-CN" sz="2400">
                <a:ea typeface="微软雅黑" panose="020B0503020204020204" pitchFamily="34" charset="-122"/>
                <a:sym typeface="+mn-lt"/>
              </a:rPr>
              <a:t>}</a:t>
            </a:r>
            <a:r>
              <a:rPr kumimoji="1" lang="en-US" altLang="zh-CN" sz="2400">
                <a:solidFill>
                  <a:srgbClr val="FF0000"/>
                </a:solidFill>
                <a:ea typeface="微软雅黑" panose="020B0503020204020204" pitchFamily="34" charset="-122"/>
                <a:sym typeface="+mn-lt"/>
              </a:rPr>
              <a:t>Book</a:t>
            </a:r>
            <a:r>
              <a:rPr kumimoji="1" lang="en-US" altLang="zh-CN" sz="2400">
                <a:ea typeface="微软雅黑" panose="020B0503020204020204" pitchFamily="34" charset="-122"/>
                <a:sym typeface="+mn-lt"/>
              </a:rPr>
              <a:t>; </a:t>
            </a:r>
            <a:endParaRPr kumimoji="1" lang="zh-CN" altLang="en-US" sz="2400">
              <a:ea typeface="微软雅黑" panose="020B0503020204020204" pitchFamily="34" charset="-122"/>
              <a:sym typeface="+mn-lt"/>
            </a:endParaRPr>
          </a:p>
          <a:p>
            <a:pPr eaLnBrk="1" hangingPunct="1"/>
            <a:r>
              <a:rPr kumimoji="1" lang="en-US" altLang="zh-CN" sz="2400">
                <a:ea typeface="微软雅黑" panose="020B0503020204020204" pitchFamily="34" charset="-122"/>
                <a:sym typeface="+mn-lt"/>
              </a:rPr>
              <a:t>typedef struct</a:t>
            </a:r>
            <a:endParaRPr kumimoji="1" lang="zh-CN" altLang="en-US" sz="2400">
              <a:ea typeface="微软雅黑" panose="020B0503020204020204" pitchFamily="34" charset="-122"/>
              <a:sym typeface="+mn-lt"/>
            </a:endParaRPr>
          </a:p>
          <a:p>
            <a:pPr eaLnBrk="1" hangingPunct="1"/>
            <a:r>
              <a:rPr kumimoji="1" lang="en-US" altLang="zh-CN" sz="2400">
                <a:ea typeface="微软雅黑" panose="020B0503020204020204" pitchFamily="34" charset="-122"/>
                <a:sym typeface="+mn-lt"/>
              </a:rPr>
              <a:t>{ </a:t>
            </a:r>
          </a:p>
          <a:p>
            <a:pPr eaLnBrk="1" hangingPunct="1"/>
            <a:r>
              <a:rPr kumimoji="1" lang="en-US" altLang="zh-CN" sz="2400">
                <a:solidFill>
                  <a:srgbClr val="FF0000"/>
                </a:solidFill>
                <a:ea typeface="微软雅黑" panose="020B0503020204020204" pitchFamily="34" charset="-122"/>
                <a:sym typeface="+mn-lt"/>
              </a:rPr>
              <a:t>   Book</a:t>
            </a:r>
            <a:r>
              <a:rPr kumimoji="1" lang="en-US" altLang="zh-CN" sz="2400">
                <a:ea typeface="微软雅黑" panose="020B0503020204020204" pitchFamily="34" charset="-122"/>
                <a:sym typeface="+mn-lt"/>
              </a:rPr>
              <a:t> *elem;	             //</a:t>
            </a:r>
            <a:r>
              <a:rPr kumimoji="1" lang="zh-CN" altLang="en-US" sz="2400">
                <a:ea typeface="微软雅黑" panose="020B0503020204020204" pitchFamily="34" charset="-122"/>
                <a:sym typeface="+mn-lt"/>
              </a:rPr>
              <a:t>存储空间的基地址 </a:t>
            </a:r>
          </a:p>
          <a:p>
            <a:pPr eaLnBrk="1" hangingPunct="1"/>
            <a:r>
              <a:rPr kumimoji="1" lang="en-US" altLang="zh-CN" sz="2400">
                <a:ea typeface="微软雅黑" panose="020B0503020204020204" pitchFamily="34" charset="-122"/>
                <a:sym typeface="+mn-lt"/>
              </a:rPr>
              <a:t>   int length;		//</a:t>
            </a:r>
            <a:r>
              <a:rPr kumimoji="1" lang="zh-CN" altLang="en-US" sz="2400">
                <a:ea typeface="微软雅黑" panose="020B0503020204020204" pitchFamily="34" charset="-122"/>
                <a:sym typeface="+mn-lt"/>
              </a:rPr>
              <a:t>图书表中当前图书个数 </a:t>
            </a:r>
          </a:p>
          <a:p>
            <a:pPr eaLnBrk="1" hangingPunct="1"/>
            <a:r>
              <a:rPr kumimoji="1" lang="en-US" altLang="zh-CN" sz="2400">
                <a:ea typeface="微软雅黑" panose="020B0503020204020204" pitchFamily="34" charset="-122"/>
                <a:sym typeface="+mn-lt"/>
              </a:rPr>
              <a:t>}SqList;		//</a:t>
            </a:r>
            <a:r>
              <a:rPr kumimoji="1" lang="zh-CN" altLang="en-US" sz="2400">
                <a:ea typeface="微软雅黑" panose="020B0503020204020204" pitchFamily="34" charset="-122"/>
                <a:sym typeface="+mn-lt"/>
              </a:rPr>
              <a:t>图书表的顺序存储结构类型为</a:t>
            </a:r>
            <a:r>
              <a:rPr kumimoji="1" lang="en-US" altLang="zh-CN" sz="2400">
                <a:ea typeface="微软雅黑" panose="020B0503020204020204" pitchFamily="34" charset="-122"/>
                <a:sym typeface="+mn-lt"/>
              </a:rPr>
              <a:t>SqList</a:t>
            </a:r>
            <a:endParaRPr kumimoji="1" lang="zh-CN" altLang="en-US" sz="2400">
              <a:ea typeface="微软雅黑" panose="020B0503020204020204" pitchFamily="34" charset="-122"/>
              <a:sym typeface="+mn-lt"/>
            </a:endParaRPr>
          </a:p>
        </p:txBody>
      </p:sp>
      <p:sp>
        <p:nvSpPr>
          <p:cNvPr id="39939" name="Rectangle 5">
            <a:extLst>
              <a:ext uri="{FF2B5EF4-FFF2-40B4-BE49-F238E27FC236}">
                <a16:creationId xmlns:a16="http://schemas.microsoft.com/office/drawing/2014/main" id="{3563E106-EACC-4A3A-BD4B-2AB3802A2888}"/>
              </a:ext>
            </a:extLst>
          </p:cNvPr>
          <p:cNvSpPr>
            <a:spLocks noChangeArrowheads="1"/>
          </p:cNvSpPr>
          <p:nvPr/>
        </p:nvSpPr>
        <p:spPr bwMode="auto">
          <a:xfrm>
            <a:off x="755650" y="188913"/>
            <a:ext cx="7215188"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图书表的顺序存储结构类型定义</a:t>
            </a:r>
          </a:p>
        </p:txBody>
      </p:sp>
      <p:sp>
        <p:nvSpPr>
          <p:cNvPr id="4" name="矩形 2">
            <a:extLst>
              <a:ext uri="{FF2B5EF4-FFF2-40B4-BE49-F238E27FC236}">
                <a16:creationId xmlns:a16="http://schemas.microsoft.com/office/drawing/2014/main" id="{C0F829DE-BAEE-4D52-8258-71B92863179F}"/>
              </a:ext>
            </a:extLst>
          </p:cNvPr>
          <p:cNvSpPr>
            <a:spLocks noChangeArrowheads="1"/>
          </p:cNvSpPr>
          <p:nvPr/>
        </p:nvSpPr>
        <p:spPr bwMode="auto">
          <a:xfrm>
            <a:off x="0" y="6021388"/>
            <a:ext cx="9144000" cy="71437"/>
          </a:xfrm>
          <a:prstGeom prst="rect">
            <a:avLst/>
          </a:prstGeom>
          <a:solidFill>
            <a:schemeClr val="bg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5" name="矩形 2">
            <a:extLst>
              <a:ext uri="{FF2B5EF4-FFF2-40B4-BE49-F238E27FC236}">
                <a16:creationId xmlns:a16="http://schemas.microsoft.com/office/drawing/2014/main" id="{4152460C-E2B8-442D-9BA1-72F50B897A25}"/>
              </a:ext>
            </a:extLst>
          </p:cNvPr>
          <p:cNvSpPr>
            <a:spLocks noChangeArrowheads="1"/>
          </p:cNvSpPr>
          <p:nvPr/>
        </p:nvSpPr>
        <p:spPr bwMode="auto">
          <a:xfrm>
            <a:off x="0" y="6178550"/>
            <a:ext cx="9144000" cy="71438"/>
          </a:xfrm>
          <a:prstGeom prst="rect">
            <a:avLst/>
          </a:prstGeom>
          <a:solidFill>
            <a:schemeClr val="bg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6" name="矩形 2">
            <a:extLst>
              <a:ext uri="{FF2B5EF4-FFF2-40B4-BE49-F238E27FC236}">
                <a16:creationId xmlns:a16="http://schemas.microsoft.com/office/drawing/2014/main" id="{1B78F853-CFD7-4A21-B472-688A4CC74A1D}"/>
              </a:ext>
            </a:extLst>
          </p:cNvPr>
          <p:cNvSpPr>
            <a:spLocks noChangeArrowheads="1"/>
          </p:cNvSpPr>
          <p:nvPr/>
        </p:nvSpPr>
        <p:spPr bwMode="auto">
          <a:xfrm>
            <a:off x="-11113" y="6334125"/>
            <a:ext cx="9144001" cy="73025"/>
          </a:xfrm>
          <a:prstGeom prst="rect">
            <a:avLst/>
          </a:prstGeom>
          <a:solidFill>
            <a:schemeClr val="bg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7" name="矩形 2">
            <a:extLst>
              <a:ext uri="{FF2B5EF4-FFF2-40B4-BE49-F238E27FC236}">
                <a16:creationId xmlns:a16="http://schemas.microsoft.com/office/drawing/2014/main" id="{B90A8EFB-2EE9-4807-A0D7-14E27D1F491C}"/>
              </a:ext>
            </a:extLst>
          </p:cNvPr>
          <p:cNvSpPr>
            <a:spLocks noChangeArrowheads="1"/>
          </p:cNvSpPr>
          <p:nvPr/>
        </p:nvSpPr>
        <p:spPr bwMode="auto">
          <a:xfrm>
            <a:off x="-11113" y="6477000"/>
            <a:ext cx="9144001" cy="73025"/>
          </a:xfrm>
          <a:prstGeom prst="rect">
            <a:avLst/>
          </a:prstGeom>
          <a:solidFill>
            <a:schemeClr val="bg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a:extLst>
              <a:ext uri="{FF2B5EF4-FFF2-40B4-BE49-F238E27FC236}">
                <a16:creationId xmlns:a16="http://schemas.microsoft.com/office/drawing/2014/main" id="{748C1D0F-CEEA-4F47-85B5-0CEA2A89967C}"/>
              </a:ext>
            </a:extLst>
          </p:cNvPr>
          <p:cNvSpPr>
            <a:spLocks noChangeArrowheads="1"/>
          </p:cNvSpPr>
          <p:nvPr/>
        </p:nvSpPr>
        <p:spPr bwMode="auto">
          <a:xfrm>
            <a:off x="827088" y="11113"/>
            <a:ext cx="8839200" cy="849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补充：</a:t>
            </a:r>
            <a:r>
              <a:rPr lang="en-US" altLang="zh-CN">
                <a:solidFill>
                  <a:schemeClr val="bg1"/>
                </a:solidFill>
                <a:ea typeface="微软雅黑" panose="020B0503020204020204" pitchFamily="34" charset="-122"/>
                <a:sym typeface="+mn-lt"/>
              </a:rPr>
              <a:t>C</a:t>
            </a:r>
            <a:r>
              <a:rPr lang="zh-CN" altLang="en-US">
                <a:solidFill>
                  <a:schemeClr val="bg1"/>
                </a:solidFill>
                <a:ea typeface="微软雅黑" panose="020B0503020204020204" pitchFamily="34" charset="-122"/>
                <a:sym typeface="+mn-lt"/>
              </a:rPr>
              <a:t>语言的动态分配函数（ </a:t>
            </a:r>
            <a:r>
              <a:rPr lang="en-US" altLang="zh-CN">
                <a:solidFill>
                  <a:schemeClr val="bg1"/>
                </a:solidFill>
                <a:ea typeface="微软雅黑" panose="020B0503020204020204" pitchFamily="34" charset="-122"/>
                <a:sym typeface="+mn-lt"/>
              </a:rPr>
              <a:t>&lt;stdlib.h&gt; </a:t>
            </a:r>
            <a:r>
              <a:rPr lang="zh-CN" altLang="en-US">
                <a:solidFill>
                  <a:schemeClr val="bg1"/>
                </a:solidFill>
                <a:ea typeface="微软雅黑" panose="020B0503020204020204" pitchFamily="34" charset="-122"/>
                <a:sym typeface="+mn-lt"/>
              </a:rPr>
              <a:t>）</a:t>
            </a:r>
          </a:p>
        </p:txBody>
      </p:sp>
      <p:grpSp>
        <p:nvGrpSpPr>
          <p:cNvPr id="38" name="组合 37">
            <a:extLst>
              <a:ext uri="{FF2B5EF4-FFF2-40B4-BE49-F238E27FC236}">
                <a16:creationId xmlns:a16="http://schemas.microsoft.com/office/drawing/2014/main" id="{104E41C7-70DF-DA46-A093-EAAC253663E8}"/>
              </a:ext>
            </a:extLst>
          </p:cNvPr>
          <p:cNvGrpSpPr>
            <a:grpSpLocks/>
          </p:cNvGrpSpPr>
          <p:nvPr/>
        </p:nvGrpSpPr>
        <p:grpSpPr bwMode="auto">
          <a:xfrm>
            <a:off x="242888" y="1858963"/>
            <a:ext cx="8445500" cy="4030662"/>
            <a:chOff x="243525" y="1859482"/>
            <a:chExt cx="8445208" cy="4029824"/>
          </a:xfrm>
        </p:grpSpPr>
        <p:grpSp>
          <p:nvGrpSpPr>
            <p:cNvPr id="43012" name="组合 15">
              <a:extLst>
                <a:ext uri="{FF2B5EF4-FFF2-40B4-BE49-F238E27FC236}">
                  <a16:creationId xmlns:a16="http://schemas.microsoft.com/office/drawing/2014/main" id="{06AE9094-3653-7A45-BB75-673AC4359FFD}"/>
                </a:ext>
              </a:extLst>
            </p:cNvPr>
            <p:cNvGrpSpPr>
              <a:grpSpLocks/>
            </p:cNvGrpSpPr>
            <p:nvPr/>
          </p:nvGrpSpPr>
          <p:grpSpPr bwMode="auto">
            <a:xfrm>
              <a:off x="6204965" y="1859482"/>
              <a:ext cx="2483768" cy="4029824"/>
              <a:chOff x="8023591" y="1879600"/>
              <a:chExt cx="2900948" cy="4706682"/>
            </a:xfrm>
          </p:grpSpPr>
          <p:sp>
            <p:nvSpPr>
              <p:cNvPr id="17" name="íślíḋè-Rectangle 11">
                <a:extLst>
                  <a:ext uri="{FF2B5EF4-FFF2-40B4-BE49-F238E27FC236}">
                    <a16:creationId xmlns:a16="http://schemas.microsoft.com/office/drawing/2014/main" id="{D5721B06-9FEA-4D10-8AB8-D7212A3266AE}"/>
                  </a:ext>
                </a:extLst>
              </p:cNvPr>
              <p:cNvSpPr/>
              <p:nvPr/>
            </p:nvSpPr>
            <p:spPr>
              <a:xfrm>
                <a:off x="8115613" y="2003801"/>
                <a:ext cx="2716222" cy="4582481"/>
              </a:xfrm>
              <a:prstGeom prst="rect">
                <a:avLst/>
              </a:prstGeom>
              <a:noFill/>
              <a:ln w="19050" cap="flat" cmpd="sng" algn="ctr">
                <a:solidFill>
                  <a:schemeClr val="accent1">
                    <a:lumMod val="60000"/>
                    <a:lumOff val="40000"/>
                  </a:schemeClr>
                </a:solidFill>
                <a:prstDash val="solid"/>
              </a:ln>
              <a:effectLst/>
            </p:spPr>
            <p:txBody>
              <a:bodyPr tIns="2160000" anchorCtr="1">
                <a:normAutofit/>
              </a:bodyPr>
              <a:lstStyle/>
              <a:p>
                <a:pPr algn="ctr" eaLnBrk="1" fontAlgn="auto" hangingPunct="1">
                  <a:lnSpc>
                    <a:spcPct val="120000"/>
                  </a:lnSpc>
                  <a:spcBef>
                    <a:spcPts val="0"/>
                  </a:spcBef>
                  <a:spcAft>
                    <a:spcPts val="0"/>
                  </a:spcAft>
                  <a:defRPr/>
                </a:pPr>
                <a:endParaRPr lang="zh-CN" altLang="en-US" sz="1100" kern="0" dirty="0">
                  <a:solidFill>
                    <a:prstClr val="black"/>
                  </a:solidFill>
                  <a:latin typeface="+mn-lt"/>
                  <a:ea typeface="+mn-ea"/>
                  <a:cs typeface="+mn-ea"/>
                  <a:sym typeface="+mn-lt"/>
                </a:endParaRPr>
              </a:p>
            </p:txBody>
          </p:sp>
          <p:sp>
            <p:nvSpPr>
              <p:cNvPr id="18" name="íślíḋè-Arrow: Pentagon 12">
                <a:extLst>
                  <a:ext uri="{FF2B5EF4-FFF2-40B4-BE49-F238E27FC236}">
                    <a16:creationId xmlns:a16="http://schemas.microsoft.com/office/drawing/2014/main" id="{C81F6F43-12EF-4D24-8A19-AEE959A5E628}"/>
                  </a:ext>
                </a:extLst>
              </p:cNvPr>
              <p:cNvSpPr/>
              <p:nvPr/>
            </p:nvSpPr>
            <p:spPr>
              <a:xfrm rot="5400000">
                <a:off x="8354983" y="1547525"/>
                <a:ext cx="2237481" cy="2901630"/>
              </a:xfrm>
              <a:prstGeom prst="homePlate">
                <a:avLst/>
              </a:prstGeom>
              <a:solidFill>
                <a:schemeClr val="accent1">
                  <a:lumMod val="60000"/>
                  <a:lumOff val="40000"/>
                </a:schemeClr>
              </a:solidFill>
              <a:ln w="25400" cap="flat" cmpd="sng" algn="ctr">
                <a:noFill/>
                <a:prstDash val="solid"/>
              </a:ln>
              <a:effectLst/>
            </p:spPr>
            <p:txBody>
              <a:bodyPr vert="vert270" wrap="none" lIns="216000" tIns="0" anchorCtr="1">
                <a:normAutofit/>
              </a:bodyPr>
              <a:lstStyle/>
              <a:p>
                <a:pPr algn="ctr" eaLnBrk="1" fontAlgn="auto" hangingPunct="1">
                  <a:spcBef>
                    <a:spcPts val="0"/>
                  </a:spcBef>
                  <a:spcAft>
                    <a:spcPts val="0"/>
                  </a:spcAft>
                  <a:defRPr/>
                </a:pPr>
                <a:endParaRPr lang="zh-CN" altLang="en-US" sz="1800" kern="0" dirty="0">
                  <a:solidFill>
                    <a:prstClr val="white"/>
                  </a:solidFill>
                  <a:latin typeface="+mn-lt"/>
                  <a:ea typeface="+mn-ea"/>
                  <a:cs typeface="+mn-ea"/>
                  <a:sym typeface="+mn-lt"/>
                </a:endParaRPr>
              </a:p>
            </p:txBody>
          </p:sp>
          <p:sp>
            <p:nvSpPr>
              <p:cNvPr id="19" name="íślíḋè-Freeform: Shape 19">
                <a:extLst>
                  <a:ext uri="{FF2B5EF4-FFF2-40B4-BE49-F238E27FC236}">
                    <a16:creationId xmlns:a16="http://schemas.microsoft.com/office/drawing/2014/main" id="{0B42CC0A-589D-4646-829F-CED018843ECA}"/>
                  </a:ext>
                </a:extLst>
              </p:cNvPr>
              <p:cNvSpPr>
                <a:spLocks/>
              </p:cNvSpPr>
              <p:nvPr/>
            </p:nvSpPr>
            <p:spPr bwMode="auto">
              <a:xfrm>
                <a:off x="9109398" y="2808330"/>
                <a:ext cx="728653" cy="728526"/>
              </a:xfrm>
              <a:custGeom>
                <a:avLst/>
                <a:gdLst>
                  <a:gd name="T0" fmla="*/ 118 w 236"/>
                  <a:gd name="T1" fmla="*/ 0 h 236"/>
                  <a:gd name="T2" fmla="*/ 0 w 236"/>
                  <a:gd name="T3" fmla="*/ 118 h 236"/>
                  <a:gd name="T4" fmla="*/ 118 w 236"/>
                  <a:gd name="T5" fmla="*/ 236 h 236"/>
                  <a:gd name="T6" fmla="*/ 236 w 236"/>
                  <a:gd name="T7" fmla="*/ 118 h 236"/>
                  <a:gd name="T8" fmla="*/ 118 w 236"/>
                  <a:gd name="T9" fmla="*/ 0 h 236"/>
                  <a:gd name="T10" fmla="*/ 106 w 236"/>
                  <a:gd name="T11" fmla="*/ 171 h 236"/>
                  <a:gd name="T12" fmla="*/ 54 w 236"/>
                  <a:gd name="T13" fmla="*/ 163 h 236"/>
                  <a:gd name="T14" fmla="*/ 54 w 236"/>
                  <a:gd name="T15" fmla="*/ 121 h 236"/>
                  <a:gd name="T16" fmla="*/ 106 w 236"/>
                  <a:gd name="T17" fmla="*/ 121 h 236"/>
                  <a:gd name="T18" fmla="*/ 106 w 236"/>
                  <a:gd name="T19" fmla="*/ 171 h 236"/>
                  <a:gd name="T20" fmla="*/ 106 w 236"/>
                  <a:gd name="T21" fmla="*/ 114 h 236"/>
                  <a:gd name="T22" fmla="*/ 54 w 236"/>
                  <a:gd name="T23" fmla="*/ 114 h 236"/>
                  <a:gd name="T24" fmla="*/ 54 w 236"/>
                  <a:gd name="T25" fmla="*/ 72 h 236"/>
                  <a:gd name="T26" fmla="*/ 106 w 236"/>
                  <a:gd name="T27" fmla="*/ 64 h 236"/>
                  <a:gd name="T28" fmla="*/ 106 w 236"/>
                  <a:gd name="T29" fmla="*/ 114 h 236"/>
                  <a:gd name="T30" fmla="*/ 182 w 236"/>
                  <a:gd name="T31" fmla="*/ 182 h 236"/>
                  <a:gd name="T32" fmla="*/ 113 w 236"/>
                  <a:gd name="T33" fmla="*/ 172 h 236"/>
                  <a:gd name="T34" fmla="*/ 113 w 236"/>
                  <a:gd name="T35" fmla="*/ 121 h 236"/>
                  <a:gd name="T36" fmla="*/ 182 w 236"/>
                  <a:gd name="T37" fmla="*/ 121 h 236"/>
                  <a:gd name="T38" fmla="*/ 182 w 236"/>
                  <a:gd name="T39" fmla="*/ 182 h 236"/>
                  <a:gd name="T40" fmla="*/ 182 w 236"/>
                  <a:gd name="T41" fmla="*/ 114 h 236"/>
                  <a:gd name="T42" fmla="*/ 113 w 236"/>
                  <a:gd name="T43" fmla="*/ 114 h 236"/>
                  <a:gd name="T44" fmla="*/ 113 w 236"/>
                  <a:gd name="T45" fmla="*/ 63 h 236"/>
                  <a:gd name="T46" fmla="*/ 182 w 236"/>
                  <a:gd name="T47" fmla="*/ 53 h 236"/>
                  <a:gd name="T48" fmla="*/ 182 w 236"/>
                  <a:gd name="T49" fmla="*/ 114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6" h="236">
                    <a:moveTo>
                      <a:pt x="118" y="0"/>
                    </a:moveTo>
                    <a:cubicBezTo>
                      <a:pt x="53" y="0"/>
                      <a:pt x="0" y="53"/>
                      <a:pt x="0" y="118"/>
                    </a:cubicBezTo>
                    <a:cubicBezTo>
                      <a:pt x="0" y="183"/>
                      <a:pt x="53" y="236"/>
                      <a:pt x="118" y="236"/>
                    </a:cubicBezTo>
                    <a:cubicBezTo>
                      <a:pt x="183" y="236"/>
                      <a:pt x="236" y="183"/>
                      <a:pt x="236" y="118"/>
                    </a:cubicBezTo>
                    <a:cubicBezTo>
                      <a:pt x="236" y="53"/>
                      <a:pt x="183" y="0"/>
                      <a:pt x="118" y="0"/>
                    </a:cubicBezTo>
                    <a:close/>
                    <a:moveTo>
                      <a:pt x="106" y="171"/>
                    </a:moveTo>
                    <a:cubicBezTo>
                      <a:pt x="54" y="163"/>
                      <a:pt x="54" y="163"/>
                      <a:pt x="54" y="163"/>
                    </a:cubicBezTo>
                    <a:cubicBezTo>
                      <a:pt x="54" y="121"/>
                      <a:pt x="54" y="121"/>
                      <a:pt x="54" y="121"/>
                    </a:cubicBezTo>
                    <a:cubicBezTo>
                      <a:pt x="106" y="121"/>
                      <a:pt x="106" y="121"/>
                      <a:pt x="106" y="121"/>
                    </a:cubicBezTo>
                    <a:lnTo>
                      <a:pt x="106" y="171"/>
                    </a:lnTo>
                    <a:close/>
                    <a:moveTo>
                      <a:pt x="106" y="114"/>
                    </a:moveTo>
                    <a:cubicBezTo>
                      <a:pt x="54" y="114"/>
                      <a:pt x="54" y="114"/>
                      <a:pt x="54" y="114"/>
                    </a:cubicBezTo>
                    <a:cubicBezTo>
                      <a:pt x="54" y="72"/>
                      <a:pt x="54" y="72"/>
                      <a:pt x="54" y="72"/>
                    </a:cubicBezTo>
                    <a:cubicBezTo>
                      <a:pt x="106" y="64"/>
                      <a:pt x="106" y="64"/>
                      <a:pt x="106" y="64"/>
                    </a:cubicBezTo>
                    <a:lnTo>
                      <a:pt x="106" y="114"/>
                    </a:lnTo>
                    <a:close/>
                    <a:moveTo>
                      <a:pt x="182" y="182"/>
                    </a:moveTo>
                    <a:cubicBezTo>
                      <a:pt x="113" y="172"/>
                      <a:pt x="113" y="172"/>
                      <a:pt x="113" y="172"/>
                    </a:cubicBezTo>
                    <a:cubicBezTo>
                      <a:pt x="113" y="121"/>
                      <a:pt x="113" y="121"/>
                      <a:pt x="113" y="121"/>
                    </a:cubicBezTo>
                    <a:cubicBezTo>
                      <a:pt x="182" y="121"/>
                      <a:pt x="182" y="121"/>
                      <a:pt x="182" y="121"/>
                    </a:cubicBezTo>
                    <a:lnTo>
                      <a:pt x="182" y="182"/>
                    </a:lnTo>
                    <a:close/>
                    <a:moveTo>
                      <a:pt x="182" y="114"/>
                    </a:moveTo>
                    <a:cubicBezTo>
                      <a:pt x="113" y="114"/>
                      <a:pt x="113" y="114"/>
                      <a:pt x="113" y="114"/>
                    </a:cubicBezTo>
                    <a:cubicBezTo>
                      <a:pt x="113" y="63"/>
                      <a:pt x="113" y="63"/>
                      <a:pt x="113" y="63"/>
                    </a:cubicBezTo>
                    <a:cubicBezTo>
                      <a:pt x="182" y="53"/>
                      <a:pt x="182" y="53"/>
                      <a:pt x="182" y="53"/>
                    </a:cubicBezTo>
                    <a:lnTo>
                      <a:pt x="182" y="114"/>
                    </a:lnTo>
                    <a:close/>
                  </a:path>
                </a:pathLst>
              </a:custGeom>
              <a:solidFill>
                <a:sysClr val="window" lastClr="FFFFFF"/>
              </a:solidFill>
              <a:ln>
                <a:noFill/>
              </a:ln>
            </p:spPr>
            <p:txBody>
              <a:bodyPr anchor="ctr"/>
              <a:lstStyle/>
              <a:p>
                <a:pPr algn="ctr" eaLnBrk="1" fontAlgn="auto" hangingPunct="1">
                  <a:spcBef>
                    <a:spcPts val="0"/>
                  </a:spcBef>
                  <a:spcAft>
                    <a:spcPts val="0"/>
                  </a:spcAft>
                  <a:defRPr/>
                </a:pPr>
                <a:endParaRPr sz="1800" kern="0">
                  <a:solidFill>
                    <a:prstClr val="black"/>
                  </a:solidFill>
                  <a:latin typeface="+mn-lt"/>
                  <a:ea typeface="+mn-ea"/>
                  <a:cs typeface="+mn-ea"/>
                  <a:sym typeface="+mn-lt"/>
                </a:endParaRPr>
              </a:p>
            </p:txBody>
          </p:sp>
        </p:grpSp>
        <p:grpSp>
          <p:nvGrpSpPr>
            <p:cNvPr id="43013" name="组合 19">
              <a:extLst>
                <a:ext uri="{FF2B5EF4-FFF2-40B4-BE49-F238E27FC236}">
                  <a16:creationId xmlns:a16="http://schemas.microsoft.com/office/drawing/2014/main" id="{BF3DBF37-DBDE-4A42-BB95-C66D1D85B89B}"/>
                </a:ext>
              </a:extLst>
            </p:cNvPr>
            <p:cNvGrpSpPr>
              <a:grpSpLocks/>
            </p:cNvGrpSpPr>
            <p:nvPr/>
          </p:nvGrpSpPr>
          <p:grpSpPr bwMode="auto">
            <a:xfrm>
              <a:off x="243525" y="1859482"/>
              <a:ext cx="2483768" cy="4029824"/>
              <a:chOff x="1267463" y="1879600"/>
              <a:chExt cx="2900948" cy="4706682"/>
            </a:xfrm>
          </p:grpSpPr>
          <p:sp>
            <p:nvSpPr>
              <p:cNvPr id="21" name="íślíḋè-Rectangle 1">
                <a:extLst>
                  <a:ext uri="{FF2B5EF4-FFF2-40B4-BE49-F238E27FC236}">
                    <a16:creationId xmlns:a16="http://schemas.microsoft.com/office/drawing/2014/main" id="{7E3AE9A7-FBE4-4283-812C-67415D813A08}"/>
                  </a:ext>
                </a:extLst>
              </p:cNvPr>
              <p:cNvSpPr/>
              <p:nvPr/>
            </p:nvSpPr>
            <p:spPr>
              <a:xfrm>
                <a:off x="1360167" y="2003801"/>
                <a:ext cx="2716221" cy="4582481"/>
              </a:xfrm>
              <a:prstGeom prst="rect">
                <a:avLst/>
              </a:prstGeom>
              <a:noFill/>
              <a:ln w="19050" cap="flat" cmpd="sng" algn="ctr">
                <a:solidFill>
                  <a:srgbClr val="4F81BD"/>
                </a:solidFill>
                <a:prstDash val="solid"/>
              </a:ln>
              <a:effectLst/>
            </p:spPr>
            <p:txBody>
              <a:bodyPr tIns="2160000" anchorCtr="1">
                <a:normAutofit/>
              </a:bodyPr>
              <a:lstStyle/>
              <a:p>
                <a:pPr algn="ctr" eaLnBrk="1" fontAlgn="auto" hangingPunct="1">
                  <a:lnSpc>
                    <a:spcPct val="120000"/>
                  </a:lnSpc>
                  <a:spcBef>
                    <a:spcPts val="0"/>
                  </a:spcBef>
                  <a:spcAft>
                    <a:spcPts val="0"/>
                  </a:spcAft>
                  <a:defRPr/>
                </a:pPr>
                <a:endParaRPr lang="zh-CN" altLang="en-US" sz="1100" kern="0" dirty="0">
                  <a:solidFill>
                    <a:prstClr val="black"/>
                  </a:solidFill>
                  <a:latin typeface="+mn-lt"/>
                  <a:ea typeface="+mn-ea"/>
                  <a:cs typeface="+mn-ea"/>
                  <a:sym typeface="+mn-lt"/>
                </a:endParaRPr>
              </a:p>
            </p:txBody>
          </p:sp>
          <p:sp>
            <p:nvSpPr>
              <p:cNvPr id="22" name="íślíḋè-Arrow: Pentagon 2">
                <a:extLst>
                  <a:ext uri="{FF2B5EF4-FFF2-40B4-BE49-F238E27FC236}">
                    <a16:creationId xmlns:a16="http://schemas.microsoft.com/office/drawing/2014/main" id="{24C9E786-3CE1-4406-A01F-DE047744A79D}"/>
                  </a:ext>
                </a:extLst>
              </p:cNvPr>
              <p:cNvSpPr/>
              <p:nvPr/>
            </p:nvSpPr>
            <p:spPr>
              <a:xfrm rot="5400000">
                <a:off x="1599538" y="1547525"/>
                <a:ext cx="2237481" cy="2901629"/>
              </a:xfrm>
              <a:prstGeom prst="homePlate">
                <a:avLst/>
              </a:prstGeom>
              <a:solidFill>
                <a:srgbClr val="4F81BD"/>
              </a:solidFill>
              <a:ln w="25400" cap="flat" cmpd="sng" algn="ctr">
                <a:noFill/>
                <a:prstDash val="solid"/>
              </a:ln>
              <a:effectLst/>
            </p:spPr>
            <p:txBody>
              <a:bodyPr vert="vert270" wrap="none" lIns="216000" anchorCtr="1">
                <a:normAutofit/>
              </a:bodyPr>
              <a:lstStyle/>
              <a:p>
                <a:pPr algn="ctr" eaLnBrk="1" fontAlgn="auto" hangingPunct="1">
                  <a:spcBef>
                    <a:spcPts val="0"/>
                  </a:spcBef>
                  <a:spcAft>
                    <a:spcPts val="0"/>
                  </a:spcAft>
                  <a:defRPr/>
                </a:pPr>
                <a:endParaRPr lang="zh-CN" altLang="en-US" sz="1800" kern="0" dirty="0">
                  <a:solidFill>
                    <a:prstClr val="white"/>
                  </a:solidFill>
                  <a:latin typeface="+mn-lt"/>
                  <a:ea typeface="+mn-ea"/>
                  <a:cs typeface="+mn-ea"/>
                  <a:sym typeface="+mn-lt"/>
                </a:endParaRPr>
              </a:p>
            </p:txBody>
          </p:sp>
          <p:sp>
            <p:nvSpPr>
              <p:cNvPr id="23" name="íślíḋè-Freeform: Shape 20">
                <a:extLst>
                  <a:ext uri="{FF2B5EF4-FFF2-40B4-BE49-F238E27FC236}">
                    <a16:creationId xmlns:a16="http://schemas.microsoft.com/office/drawing/2014/main" id="{954AEFD2-37C0-4F87-A0CC-257B0EC6F928}"/>
                  </a:ext>
                </a:extLst>
              </p:cNvPr>
              <p:cNvSpPr>
                <a:spLocks/>
              </p:cNvSpPr>
              <p:nvPr/>
            </p:nvSpPr>
            <p:spPr bwMode="auto">
              <a:xfrm>
                <a:off x="2353952" y="2808330"/>
                <a:ext cx="728651" cy="728526"/>
              </a:xfrm>
              <a:custGeom>
                <a:avLst/>
                <a:gdLst>
                  <a:gd name="T0" fmla="*/ 223 w 228"/>
                  <a:gd name="T1" fmla="*/ 95 h 228"/>
                  <a:gd name="T2" fmla="*/ 196 w 228"/>
                  <a:gd name="T3" fmla="*/ 90 h 228"/>
                  <a:gd name="T4" fmla="*/ 189 w 228"/>
                  <a:gd name="T5" fmla="*/ 74 h 228"/>
                  <a:gd name="T6" fmla="*/ 205 w 228"/>
                  <a:gd name="T7" fmla="*/ 50 h 228"/>
                  <a:gd name="T8" fmla="*/ 205 w 228"/>
                  <a:gd name="T9" fmla="*/ 43 h 228"/>
                  <a:gd name="T10" fmla="*/ 185 w 228"/>
                  <a:gd name="T11" fmla="*/ 24 h 228"/>
                  <a:gd name="T12" fmla="*/ 178 w 228"/>
                  <a:gd name="T13" fmla="*/ 23 h 228"/>
                  <a:gd name="T14" fmla="*/ 155 w 228"/>
                  <a:gd name="T15" fmla="*/ 39 h 228"/>
                  <a:gd name="T16" fmla="*/ 138 w 228"/>
                  <a:gd name="T17" fmla="*/ 32 h 228"/>
                  <a:gd name="T18" fmla="*/ 133 w 228"/>
                  <a:gd name="T19" fmla="*/ 5 h 228"/>
                  <a:gd name="T20" fmla="*/ 127 w 228"/>
                  <a:gd name="T21" fmla="*/ 0 h 228"/>
                  <a:gd name="T22" fmla="*/ 100 w 228"/>
                  <a:gd name="T23" fmla="*/ 0 h 228"/>
                  <a:gd name="T24" fmla="*/ 94 w 228"/>
                  <a:gd name="T25" fmla="*/ 5 h 228"/>
                  <a:gd name="T26" fmla="*/ 89 w 228"/>
                  <a:gd name="T27" fmla="*/ 32 h 228"/>
                  <a:gd name="T28" fmla="*/ 73 w 228"/>
                  <a:gd name="T29" fmla="*/ 39 h 228"/>
                  <a:gd name="T30" fmla="*/ 50 w 228"/>
                  <a:gd name="T31" fmla="*/ 23 h 228"/>
                  <a:gd name="T32" fmla="*/ 43 w 228"/>
                  <a:gd name="T33" fmla="*/ 24 h 228"/>
                  <a:gd name="T34" fmla="*/ 23 w 228"/>
                  <a:gd name="T35" fmla="*/ 43 h 228"/>
                  <a:gd name="T36" fmla="*/ 23 w 228"/>
                  <a:gd name="T37" fmla="*/ 51 h 228"/>
                  <a:gd name="T38" fmla="*/ 39 w 228"/>
                  <a:gd name="T39" fmla="*/ 74 h 228"/>
                  <a:gd name="T40" fmla="*/ 32 w 228"/>
                  <a:gd name="T41" fmla="*/ 90 h 228"/>
                  <a:gd name="T42" fmla="*/ 5 w 228"/>
                  <a:gd name="T43" fmla="*/ 95 h 228"/>
                  <a:gd name="T44" fmla="*/ 0 w 228"/>
                  <a:gd name="T45" fmla="*/ 100 h 228"/>
                  <a:gd name="T46" fmla="*/ 0 w 228"/>
                  <a:gd name="T47" fmla="*/ 128 h 228"/>
                  <a:gd name="T48" fmla="*/ 5 w 228"/>
                  <a:gd name="T49" fmla="*/ 134 h 228"/>
                  <a:gd name="T50" fmla="*/ 32 w 228"/>
                  <a:gd name="T51" fmla="*/ 139 h 228"/>
                  <a:gd name="T52" fmla="*/ 39 w 228"/>
                  <a:gd name="T53" fmla="*/ 155 h 228"/>
                  <a:gd name="T54" fmla="*/ 23 w 228"/>
                  <a:gd name="T55" fmla="*/ 178 h 228"/>
                  <a:gd name="T56" fmla="*/ 24 w 228"/>
                  <a:gd name="T57" fmla="*/ 185 h 228"/>
                  <a:gd name="T58" fmla="*/ 43 w 228"/>
                  <a:gd name="T59" fmla="*/ 204 h 228"/>
                  <a:gd name="T60" fmla="*/ 51 w 228"/>
                  <a:gd name="T61" fmla="*/ 205 h 228"/>
                  <a:gd name="T62" fmla="*/ 73 w 228"/>
                  <a:gd name="T63" fmla="*/ 189 h 228"/>
                  <a:gd name="T64" fmla="*/ 89 w 228"/>
                  <a:gd name="T65" fmla="*/ 196 h 228"/>
                  <a:gd name="T66" fmla="*/ 94 w 228"/>
                  <a:gd name="T67" fmla="*/ 223 h 228"/>
                  <a:gd name="T68" fmla="*/ 100 w 228"/>
                  <a:gd name="T69" fmla="*/ 228 h 228"/>
                  <a:gd name="T70" fmla="*/ 127 w 228"/>
                  <a:gd name="T71" fmla="*/ 228 h 228"/>
                  <a:gd name="T72" fmla="*/ 133 w 228"/>
                  <a:gd name="T73" fmla="*/ 223 h 228"/>
                  <a:gd name="T74" fmla="*/ 138 w 228"/>
                  <a:gd name="T75" fmla="*/ 196 h 228"/>
                  <a:gd name="T76" fmla="*/ 154 w 228"/>
                  <a:gd name="T77" fmla="*/ 190 h 228"/>
                  <a:gd name="T78" fmla="*/ 177 w 228"/>
                  <a:gd name="T79" fmla="*/ 205 h 228"/>
                  <a:gd name="T80" fmla="*/ 185 w 228"/>
                  <a:gd name="T81" fmla="*/ 205 h 228"/>
                  <a:gd name="T82" fmla="*/ 204 w 228"/>
                  <a:gd name="T83" fmla="*/ 185 h 228"/>
                  <a:gd name="T84" fmla="*/ 205 w 228"/>
                  <a:gd name="T85" fmla="*/ 178 h 228"/>
                  <a:gd name="T86" fmla="*/ 189 w 228"/>
                  <a:gd name="T87" fmla="*/ 155 h 228"/>
                  <a:gd name="T88" fmla="*/ 196 w 228"/>
                  <a:gd name="T89" fmla="*/ 139 h 228"/>
                  <a:gd name="T90" fmla="*/ 223 w 228"/>
                  <a:gd name="T91" fmla="*/ 134 h 228"/>
                  <a:gd name="T92" fmla="*/ 228 w 228"/>
                  <a:gd name="T93" fmla="*/ 128 h 228"/>
                  <a:gd name="T94" fmla="*/ 228 w 228"/>
                  <a:gd name="T95" fmla="*/ 100 h 228"/>
                  <a:gd name="T96" fmla="*/ 223 w 228"/>
                  <a:gd name="T97" fmla="*/ 95 h 228"/>
                  <a:gd name="T98" fmla="*/ 114 w 228"/>
                  <a:gd name="T99" fmla="*/ 149 h 228"/>
                  <a:gd name="T100" fmla="*/ 79 w 228"/>
                  <a:gd name="T101" fmla="*/ 114 h 228"/>
                  <a:gd name="T102" fmla="*/ 114 w 228"/>
                  <a:gd name="T103" fmla="*/ 79 h 228"/>
                  <a:gd name="T104" fmla="*/ 149 w 228"/>
                  <a:gd name="T105" fmla="*/ 114 h 228"/>
                  <a:gd name="T106" fmla="*/ 114 w 228"/>
                  <a:gd name="T107" fmla="*/ 149 h 2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28" h="228">
                    <a:moveTo>
                      <a:pt x="223" y="95"/>
                    </a:moveTo>
                    <a:cubicBezTo>
                      <a:pt x="196" y="90"/>
                      <a:pt x="196" y="90"/>
                      <a:pt x="196" y="90"/>
                    </a:cubicBezTo>
                    <a:cubicBezTo>
                      <a:pt x="194" y="84"/>
                      <a:pt x="192" y="79"/>
                      <a:pt x="189" y="74"/>
                    </a:cubicBezTo>
                    <a:cubicBezTo>
                      <a:pt x="205" y="50"/>
                      <a:pt x="205" y="50"/>
                      <a:pt x="205" y="50"/>
                    </a:cubicBezTo>
                    <a:cubicBezTo>
                      <a:pt x="207" y="48"/>
                      <a:pt x="206" y="45"/>
                      <a:pt x="205" y="43"/>
                    </a:cubicBezTo>
                    <a:cubicBezTo>
                      <a:pt x="185" y="24"/>
                      <a:pt x="185" y="24"/>
                      <a:pt x="185" y="24"/>
                    </a:cubicBezTo>
                    <a:cubicBezTo>
                      <a:pt x="183" y="22"/>
                      <a:pt x="180" y="21"/>
                      <a:pt x="178" y="23"/>
                    </a:cubicBezTo>
                    <a:cubicBezTo>
                      <a:pt x="155" y="39"/>
                      <a:pt x="155" y="39"/>
                      <a:pt x="155" y="39"/>
                    </a:cubicBezTo>
                    <a:cubicBezTo>
                      <a:pt x="149" y="36"/>
                      <a:pt x="144" y="34"/>
                      <a:pt x="138" y="32"/>
                    </a:cubicBezTo>
                    <a:cubicBezTo>
                      <a:pt x="133" y="5"/>
                      <a:pt x="133" y="5"/>
                      <a:pt x="133" y="5"/>
                    </a:cubicBezTo>
                    <a:cubicBezTo>
                      <a:pt x="133" y="2"/>
                      <a:pt x="130" y="0"/>
                      <a:pt x="127" y="0"/>
                    </a:cubicBezTo>
                    <a:cubicBezTo>
                      <a:pt x="100" y="0"/>
                      <a:pt x="100" y="0"/>
                      <a:pt x="100" y="0"/>
                    </a:cubicBezTo>
                    <a:cubicBezTo>
                      <a:pt x="97" y="0"/>
                      <a:pt x="95" y="2"/>
                      <a:pt x="94" y="5"/>
                    </a:cubicBezTo>
                    <a:cubicBezTo>
                      <a:pt x="89" y="32"/>
                      <a:pt x="89" y="32"/>
                      <a:pt x="89" y="32"/>
                    </a:cubicBezTo>
                    <a:cubicBezTo>
                      <a:pt x="83" y="34"/>
                      <a:pt x="78" y="36"/>
                      <a:pt x="73" y="39"/>
                    </a:cubicBezTo>
                    <a:cubicBezTo>
                      <a:pt x="50" y="23"/>
                      <a:pt x="50" y="23"/>
                      <a:pt x="50" y="23"/>
                    </a:cubicBezTo>
                    <a:cubicBezTo>
                      <a:pt x="48" y="22"/>
                      <a:pt x="45" y="22"/>
                      <a:pt x="43" y="24"/>
                    </a:cubicBezTo>
                    <a:cubicBezTo>
                      <a:pt x="23" y="43"/>
                      <a:pt x="23" y="43"/>
                      <a:pt x="23" y="43"/>
                    </a:cubicBezTo>
                    <a:cubicBezTo>
                      <a:pt x="22" y="45"/>
                      <a:pt x="21" y="49"/>
                      <a:pt x="23" y="51"/>
                    </a:cubicBezTo>
                    <a:cubicBezTo>
                      <a:pt x="39" y="74"/>
                      <a:pt x="39" y="74"/>
                      <a:pt x="39" y="74"/>
                    </a:cubicBezTo>
                    <a:cubicBezTo>
                      <a:pt x="36" y="79"/>
                      <a:pt x="34" y="84"/>
                      <a:pt x="32" y="90"/>
                    </a:cubicBezTo>
                    <a:cubicBezTo>
                      <a:pt x="5" y="95"/>
                      <a:pt x="5" y="95"/>
                      <a:pt x="5" y="95"/>
                    </a:cubicBezTo>
                    <a:cubicBezTo>
                      <a:pt x="2" y="95"/>
                      <a:pt x="0" y="98"/>
                      <a:pt x="0" y="100"/>
                    </a:cubicBezTo>
                    <a:cubicBezTo>
                      <a:pt x="0" y="128"/>
                      <a:pt x="0" y="128"/>
                      <a:pt x="0" y="128"/>
                    </a:cubicBezTo>
                    <a:cubicBezTo>
                      <a:pt x="0" y="131"/>
                      <a:pt x="2" y="133"/>
                      <a:pt x="5" y="134"/>
                    </a:cubicBezTo>
                    <a:cubicBezTo>
                      <a:pt x="32" y="139"/>
                      <a:pt x="32" y="139"/>
                      <a:pt x="32" y="139"/>
                    </a:cubicBezTo>
                    <a:cubicBezTo>
                      <a:pt x="34" y="144"/>
                      <a:pt x="36" y="150"/>
                      <a:pt x="39" y="155"/>
                    </a:cubicBezTo>
                    <a:cubicBezTo>
                      <a:pt x="23" y="178"/>
                      <a:pt x="23" y="178"/>
                      <a:pt x="23" y="178"/>
                    </a:cubicBezTo>
                    <a:cubicBezTo>
                      <a:pt x="22" y="180"/>
                      <a:pt x="22" y="183"/>
                      <a:pt x="24" y="185"/>
                    </a:cubicBezTo>
                    <a:cubicBezTo>
                      <a:pt x="43" y="204"/>
                      <a:pt x="43" y="204"/>
                      <a:pt x="43" y="204"/>
                    </a:cubicBezTo>
                    <a:cubicBezTo>
                      <a:pt x="45" y="206"/>
                      <a:pt x="48" y="207"/>
                      <a:pt x="51" y="205"/>
                    </a:cubicBezTo>
                    <a:cubicBezTo>
                      <a:pt x="73" y="189"/>
                      <a:pt x="73" y="189"/>
                      <a:pt x="73" y="189"/>
                    </a:cubicBezTo>
                    <a:cubicBezTo>
                      <a:pt x="78" y="192"/>
                      <a:pt x="84" y="194"/>
                      <a:pt x="89" y="196"/>
                    </a:cubicBezTo>
                    <a:cubicBezTo>
                      <a:pt x="94" y="223"/>
                      <a:pt x="94" y="223"/>
                      <a:pt x="94" y="223"/>
                    </a:cubicBezTo>
                    <a:cubicBezTo>
                      <a:pt x="95" y="226"/>
                      <a:pt x="97" y="228"/>
                      <a:pt x="100" y="228"/>
                    </a:cubicBezTo>
                    <a:cubicBezTo>
                      <a:pt x="127" y="228"/>
                      <a:pt x="127" y="228"/>
                      <a:pt x="127" y="228"/>
                    </a:cubicBezTo>
                    <a:cubicBezTo>
                      <a:pt x="130" y="228"/>
                      <a:pt x="133" y="226"/>
                      <a:pt x="133" y="223"/>
                    </a:cubicBezTo>
                    <a:cubicBezTo>
                      <a:pt x="138" y="196"/>
                      <a:pt x="138" y="196"/>
                      <a:pt x="138" y="196"/>
                    </a:cubicBezTo>
                    <a:cubicBezTo>
                      <a:pt x="144" y="194"/>
                      <a:pt x="149" y="192"/>
                      <a:pt x="154" y="190"/>
                    </a:cubicBezTo>
                    <a:cubicBezTo>
                      <a:pt x="177" y="205"/>
                      <a:pt x="177" y="205"/>
                      <a:pt x="177" y="205"/>
                    </a:cubicBezTo>
                    <a:cubicBezTo>
                      <a:pt x="180" y="207"/>
                      <a:pt x="183" y="207"/>
                      <a:pt x="185" y="205"/>
                    </a:cubicBezTo>
                    <a:cubicBezTo>
                      <a:pt x="204" y="185"/>
                      <a:pt x="204" y="185"/>
                      <a:pt x="204" y="185"/>
                    </a:cubicBezTo>
                    <a:cubicBezTo>
                      <a:pt x="206" y="183"/>
                      <a:pt x="206" y="180"/>
                      <a:pt x="205" y="178"/>
                    </a:cubicBezTo>
                    <a:cubicBezTo>
                      <a:pt x="189" y="155"/>
                      <a:pt x="189" y="155"/>
                      <a:pt x="189" y="155"/>
                    </a:cubicBezTo>
                    <a:cubicBezTo>
                      <a:pt x="192" y="150"/>
                      <a:pt x="194" y="144"/>
                      <a:pt x="196" y="139"/>
                    </a:cubicBezTo>
                    <a:cubicBezTo>
                      <a:pt x="223" y="134"/>
                      <a:pt x="223" y="134"/>
                      <a:pt x="223" y="134"/>
                    </a:cubicBezTo>
                    <a:cubicBezTo>
                      <a:pt x="226" y="133"/>
                      <a:pt x="228" y="131"/>
                      <a:pt x="228" y="128"/>
                    </a:cubicBezTo>
                    <a:cubicBezTo>
                      <a:pt x="228" y="100"/>
                      <a:pt x="228" y="100"/>
                      <a:pt x="228" y="100"/>
                    </a:cubicBezTo>
                    <a:cubicBezTo>
                      <a:pt x="228" y="98"/>
                      <a:pt x="226" y="95"/>
                      <a:pt x="223" y="95"/>
                    </a:cubicBezTo>
                    <a:close/>
                    <a:moveTo>
                      <a:pt x="114" y="149"/>
                    </a:moveTo>
                    <a:cubicBezTo>
                      <a:pt x="95" y="149"/>
                      <a:pt x="79" y="133"/>
                      <a:pt x="79" y="114"/>
                    </a:cubicBezTo>
                    <a:cubicBezTo>
                      <a:pt x="79" y="95"/>
                      <a:pt x="95" y="79"/>
                      <a:pt x="114" y="79"/>
                    </a:cubicBezTo>
                    <a:cubicBezTo>
                      <a:pt x="133" y="79"/>
                      <a:pt x="149" y="95"/>
                      <a:pt x="149" y="114"/>
                    </a:cubicBezTo>
                    <a:cubicBezTo>
                      <a:pt x="149" y="133"/>
                      <a:pt x="133" y="149"/>
                      <a:pt x="114" y="149"/>
                    </a:cubicBezTo>
                    <a:close/>
                  </a:path>
                </a:pathLst>
              </a:custGeom>
              <a:solidFill>
                <a:sysClr val="window" lastClr="FFFFFF"/>
              </a:solidFill>
              <a:ln>
                <a:noFill/>
              </a:ln>
            </p:spPr>
            <p:txBody>
              <a:bodyPr anchor="ctr"/>
              <a:lstStyle/>
              <a:p>
                <a:pPr algn="ctr" eaLnBrk="1" fontAlgn="auto" hangingPunct="1">
                  <a:spcBef>
                    <a:spcPts val="0"/>
                  </a:spcBef>
                  <a:spcAft>
                    <a:spcPts val="0"/>
                  </a:spcAft>
                  <a:defRPr/>
                </a:pPr>
                <a:endParaRPr sz="1800" kern="0">
                  <a:solidFill>
                    <a:prstClr val="black"/>
                  </a:solidFill>
                  <a:latin typeface="+mn-lt"/>
                  <a:ea typeface="+mn-ea"/>
                  <a:cs typeface="+mn-ea"/>
                  <a:sym typeface="+mn-lt"/>
                </a:endParaRPr>
              </a:p>
            </p:txBody>
          </p:sp>
        </p:grpSp>
        <p:grpSp>
          <p:nvGrpSpPr>
            <p:cNvPr id="43014" name="组合 23">
              <a:extLst>
                <a:ext uri="{FF2B5EF4-FFF2-40B4-BE49-F238E27FC236}">
                  <a16:creationId xmlns:a16="http://schemas.microsoft.com/office/drawing/2014/main" id="{99F9C0FC-E36F-8B45-BCCC-D8250A6D47E6}"/>
                </a:ext>
              </a:extLst>
            </p:cNvPr>
            <p:cNvGrpSpPr>
              <a:grpSpLocks/>
            </p:cNvGrpSpPr>
            <p:nvPr/>
          </p:nvGrpSpPr>
          <p:grpSpPr bwMode="auto">
            <a:xfrm>
              <a:off x="3254111" y="1859482"/>
              <a:ext cx="2483768" cy="3188898"/>
              <a:chOff x="4645526" y="1879600"/>
              <a:chExt cx="2900948" cy="3724512"/>
            </a:xfrm>
          </p:grpSpPr>
          <p:sp>
            <p:nvSpPr>
              <p:cNvPr id="25" name="íślíḋè-Rectangle 6">
                <a:extLst>
                  <a:ext uri="{FF2B5EF4-FFF2-40B4-BE49-F238E27FC236}">
                    <a16:creationId xmlns:a16="http://schemas.microsoft.com/office/drawing/2014/main" id="{8C75A1D9-5496-4F5F-B720-E490E7F92210}"/>
                  </a:ext>
                </a:extLst>
              </p:cNvPr>
              <p:cNvSpPr/>
              <p:nvPr/>
            </p:nvSpPr>
            <p:spPr>
              <a:xfrm>
                <a:off x="4737307" y="2003801"/>
                <a:ext cx="2716221" cy="3599991"/>
              </a:xfrm>
              <a:prstGeom prst="rect">
                <a:avLst/>
              </a:prstGeom>
              <a:noFill/>
              <a:ln w="19050" cap="flat" cmpd="sng" algn="ctr">
                <a:solidFill>
                  <a:srgbClr val="C0504D"/>
                </a:solidFill>
                <a:prstDash val="solid"/>
              </a:ln>
              <a:effectLst/>
            </p:spPr>
            <p:txBody>
              <a:bodyPr tIns="2160000" anchorCtr="1">
                <a:normAutofit/>
              </a:bodyPr>
              <a:lstStyle/>
              <a:p>
                <a:pPr algn="ctr" eaLnBrk="1" fontAlgn="auto" hangingPunct="1">
                  <a:lnSpc>
                    <a:spcPct val="120000"/>
                  </a:lnSpc>
                  <a:spcBef>
                    <a:spcPts val="0"/>
                  </a:spcBef>
                  <a:spcAft>
                    <a:spcPts val="0"/>
                  </a:spcAft>
                  <a:defRPr/>
                </a:pPr>
                <a:endParaRPr lang="zh-CN" altLang="en-US" sz="1100" kern="0" dirty="0">
                  <a:solidFill>
                    <a:prstClr val="black"/>
                  </a:solidFill>
                  <a:latin typeface="+mn-lt"/>
                  <a:ea typeface="+mn-ea"/>
                  <a:cs typeface="+mn-ea"/>
                  <a:sym typeface="+mn-lt"/>
                </a:endParaRPr>
              </a:p>
            </p:txBody>
          </p:sp>
          <p:sp>
            <p:nvSpPr>
              <p:cNvPr id="26" name="íślíḋè-Arrow: Pentagon 7">
                <a:extLst>
                  <a:ext uri="{FF2B5EF4-FFF2-40B4-BE49-F238E27FC236}">
                    <a16:creationId xmlns:a16="http://schemas.microsoft.com/office/drawing/2014/main" id="{EE3E85E8-B5BC-4D11-A680-E6AF43298826}"/>
                  </a:ext>
                </a:extLst>
              </p:cNvPr>
              <p:cNvSpPr/>
              <p:nvPr/>
            </p:nvSpPr>
            <p:spPr>
              <a:xfrm rot="5400000">
                <a:off x="4976678" y="1547525"/>
                <a:ext cx="2237481" cy="2901629"/>
              </a:xfrm>
              <a:prstGeom prst="homePlate">
                <a:avLst/>
              </a:prstGeom>
              <a:solidFill>
                <a:srgbClr val="C0504D"/>
              </a:solidFill>
              <a:ln w="25400" cap="flat" cmpd="sng" algn="ctr">
                <a:noFill/>
                <a:prstDash val="solid"/>
              </a:ln>
              <a:effectLst/>
            </p:spPr>
            <p:txBody>
              <a:bodyPr vert="vert270" wrap="none" lIns="216000" anchorCtr="1">
                <a:normAutofit/>
              </a:bodyPr>
              <a:lstStyle/>
              <a:p>
                <a:pPr algn="ctr" eaLnBrk="1" fontAlgn="auto" hangingPunct="1">
                  <a:spcBef>
                    <a:spcPts val="0"/>
                  </a:spcBef>
                  <a:spcAft>
                    <a:spcPts val="0"/>
                  </a:spcAft>
                  <a:defRPr/>
                </a:pPr>
                <a:endParaRPr lang="zh-CN" altLang="en-US" sz="1800" kern="0" dirty="0">
                  <a:solidFill>
                    <a:prstClr val="white"/>
                  </a:solidFill>
                  <a:latin typeface="+mn-lt"/>
                  <a:ea typeface="+mn-ea"/>
                  <a:cs typeface="+mn-ea"/>
                  <a:sym typeface="+mn-lt"/>
                </a:endParaRPr>
              </a:p>
            </p:txBody>
          </p:sp>
          <p:sp>
            <p:nvSpPr>
              <p:cNvPr id="27" name="íślíḋè-Freeform: Shape 21">
                <a:extLst>
                  <a:ext uri="{FF2B5EF4-FFF2-40B4-BE49-F238E27FC236}">
                    <a16:creationId xmlns:a16="http://schemas.microsoft.com/office/drawing/2014/main" id="{583DE6E8-7502-46B6-AD56-D6306BB22CCB}"/>
                  </a:ext>
                </a:extLst>
              </p:cNvPr>
              <p:cNvSpPr>
                <a:spLocks/>
              </p:cNvSpPr>
              <p:nvPr/>
            </p:nvSpPr>
            <p:spPr bwMode="auto">
              <a:xfrm>
                <a:off x="5744070" y="2808330"/>
                <a:ext cx="728653" cy="728526"/>
              </a:xfrm>
              <a:custGeom>
                <a:avLst/>
                <a:gdLst>
                  <a:gd name="T0" fmla="*/ 130 w 236"/>
                  <a:gd name="T1" fmla="*/ 1 h 236"/>
                  <a:gd name="T2" fmla="*/ 118 w 236"/>
                  <a:gd name="T3" fmla="*/ 0 h 236"/>
                  <a:gd name="T4" fmla="*/ 30 w 236"/>
                  <a:gd name="T5" fmla="*/ 40 h 236"/>
                  <a:gd name="T6" fmla="*/ 68 w 236"/>
                  <a:gd name="T7" fmla="*/ 105 h 236"/>
                  <a:gd name="T8" fmla="*/ 130 w 236"/>
                  <a:gd name="T9" fmla="*/ 1 h 236"/>
                  <a:gd name="T10" fmla="*/ 20 w 236"/>
                  <a:gd name="T11" fmla="*/ 52 h 236"/>
                  <a:gd name="T12" fmla="*/ 0 w 236"/>
                  <a:gd name="T13" fmla="*/ 118 h 236"/>
                  <a:gd name="T14" fmla="*/ 5 w 236"/>
                  <a:gd name="T15" fmla="*/ 153 h 236"/>
                  <a:gd name="T16" fmla="*/ 81 w 236"/>
                  <a:gd name="T17" fmla="*/ 153 h 236"/>
                  <a:gd name="T18" fmla="*/ 20 w 236"/>
                  <a:gd name="T19" fmla="*/ 52 h 236"/>
                  <a:gd name="T20" fmla="*/ 225 w 236"/>
                  <a:gd name="T21" fmla="*/ 68 h 236"/>
                  <a:gd name="T22" fmla="*/ 145 w 236"/>
                  <a:gd name="T23" fmla="*/ 3 h 236"/>
                  <a:gd name="T24" fmla="*/ 106 w 236"/>
                  <a:gd name="T25" fmla="*/ 68 h 236"/>
                  <a:gd name="T26" fmla="*/ 225 w 236"/>
                  <a:gd name="T27" fmla="*/ 68 h 236"/>
                  <a:gd name="T28" fmla="*/ 130 w 236"/>
                  <a:gd name="T29" fmla="*/ 167 h 236"/>
                  <a:gd name="T30" fmla="*/ 11 w 236"/>
                  <a:gd name="T31" fmla="*/ 167 h 236"/>
                  <a:gd name="T32" fmla="*/ 96 w 236"/>
                  <a:gd name="T33" fmla="*/ 234 h 236"/>
                  <a:gd name="T34" fmla="*/ 93 w 236"/>
                  <a:gd name="T35" fmla="*/ 232 h 236"/>
                  <a:gd name="T36" fmla="*/ 130 w 236"/>
                  <a:gd name="T37" fmla="*/ 167 h 236"/>
                  <a:gd name="T38" fmla="*/ 230 w 236"/>
                  <a:gd name="T39" fmla="*/ 82 h 236"/>
                  <a:gd name="T40" fmla="*/ 155 w 236"/>
                  <a:gd name="T41" fmla="*/ 82 h 236"/>
                  <a:gd name="T42" fmla="*/ 215 w 236"/>
                  <a:gd name="T43" fmla="*/ 186 h 236"/>
                  <a:gd name="T44" fmla="*/ 236 w 236"/>
                  <a:gd name="T45" fmla="*/ 118 h 236"/>
                  <a:gd name="T46" fmla="*/ 230 w 236"/>
                  <a:gd name="T47" fmla="*/ 82 h 236"/>
                  <a:gd name="T48" fmla="*/ 108 w 236"/>
                  <a:gd name="T49" fmla="*/ 236 h 236"/>
                  <a:gd name="T50" fmla="*/ 118 w 236"/>
                  <a:gd name="T51" fmla="*/ 236 h 236"/>
                  <a:gd name="T52" fmla="*/ 205 w 236"/>
                  <a:gd name="T53" fmla="*/ 198 h 236"/>
                  <a:gd name="T54" fmla="*/ 167 w 236"/>
                  <a:gd name="T55" fmla="*/ 132 h 236"/>
                  <a:gd name="T56" fmla="*/ 108 w 236"/>
                  <a:gd name="T57" fmla="*/ 236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6" h="236">
                    <a:moveTo>
                      <a:pt x="130" y="1"/>
                    </a:moveTo>
                    <a:cubicBezTo>
                      <a:pt x="126" y="0"/>
                      <a:pt x="122" y="0"/>
                      <a:pt x="118" y="0"/>
                    </a:cubicBezTo>
                    <a:cubicBezTo>
                      <a:pt x="83" y="0"/>
                      <a:pt x="51" y="16"/>
                      <a:pt x="30" y="40"/>
                    </a:cubicBezTo>
                    <a:cubicBezTo>
                      <a:pt x="68" y="105"/>
                      <a:pt x="68" y="105"/>
                      <a:pt x="68" y="105"/>
                    </a:cubicBezTo>
                    <a:lnTo>
                      <a:pt x="130" y="1"/>
                    </a:lnTo>
                    <a:close/>
                    <a:moveTo>
                      <a:pt x="20" y="52"/>
                    </a:moveTo>
                    <a:cubicBezTo>
                      <a:pt x="7" y="71"/>
                      <a:pt x="0" y="94"/>
                      <a:pt x="0" y="118"/>
                    </a:cubicBezTo>
                    <a:cubicBezTo>
                      <a:pt x="0" y="130"/>
                      <a:pt x="2" y="142"/>
                      <a:pt x="5" y="153"/>
                    </a:cubicBezTo>
                    <a:cubicBezTo>
                      <a:pt x="81" y="153"/>
                      <a:pt x="81" y="153"/>
                      <a:pt x="81" y="153"/>
                    </a:cubicBezTo>
                    <a:lnTo>
                      <a:pt x="20" y="52"/>
                    </a:lnTo>
                    <a:close/>
                    <a:moveTo>
                      <a:pt x="225" y="68"/>
                    </a:moveTo>
                    <a:cubicBezTo>
                      <a:pt x="210" y="36"/>
                      <a:pt x="180" y="11"/>
                      <a:pt x="145" y="3"/>
                    </a:cubicBezTo>
                    <a:cubicBezTo>
                      <a:pt x="106" y="68"/>
                      <a:pt x="106" y="68"/>
                      <a:pt x="106" y="68"/>
                    </a:cubicBezTo>
                    <a:lnTo>
                      <a:pt x="225" y="68"/>
                    </a:lnTo>
                    <a:close/>
                    <a:moveTo>
                      <a:pt x="130" y="167"/>
                    </a:moveTo>
                    <a:cubicBezTo>
                      <a:pt x="11" y="167"/>
                      <a:pt x="11" y="167"/>
                      <a:pt x="11" y="167"/>
                    </a:cubicBezTo>
                    <a:cubicBezTo>
                      <a:pt x="26" y="201"/>
                      <a:pt x="58" y="227"/>
                      <a:pt x="96" y="234"/>
                    </a:cubicBezTo>
                    <a:cubicBezTo>
                      <a:pt x="93" y="232"/>
                      <a:pt x="93" y="232"/>
                      <a:pt x="93" y="232"/>
                    </a:cubicBezTo>
                    <a:lnTo>
                      <a:pt x="130" y="167"/>
                    </a:lnTo>
                    <a:close/>
                    <a:moveTo>
                      <a:pt x="230" y="82"/>
                    </a:moveTo>
                    <a:cubicBezTo>
                      <a:pt x="155" y="82"/>
                      <a:pt x="155" y="82"/>
                      <a:pt x="155" y="82"/>
                    </a:cubicBezTo>
                    <a:cubicBezTo>
                      <a:pt x="215" y="186"/>
                      <a:pt x="215" y="186"/>
                      <a:pt x="215" y="186"/>
                    </a:cubicBezTo>
                    <a:cubicBezTo>
                      <a:pt x="228" y="167"/>
                      <a:pt x="236" y="143"/>
                      <a:pt x="236" y="118"/>
                    </a:cubicBezTo>
                    <a:cubicBezTo>
                      <a:pt x="236" y="106"/>
                      <a:pt x="234" y="94"/>
                      <a:pt x="230" y="82"/>
                    </a:cubicBezTo>
                    <a:close/>
                    <a:moveTo>
                      <a:pt x="108" y="236"/>
                    </a:moveTo>
                    <a:cubicBezTo>
                      <a:pt x="111" y="236"/>
                      <a:pt x="115" y="236"/>
                      <a:pt x="118" y="236"/>
                    </a:cubicBezTo>
                    <a:cubicBezTo>
                      <a:pt x="152" y="236"/>
                      <a:pt x="183" y="221"/>
                      <a:pt x="205" y="198"/>
                    </a:cubicBezTo>
                    <a:cubicBezTo>
                      <a:pt x="167" y="132"/>
                      <a:pt x="167" y="132"/>
                      <a:pt x="167" y="132"/>
                    </a:cubicBezTo>
                    <a:lnTo>
                      <a:pt x="108" y="236"/>
                    </a:lnTo>
                    <a:close/>
                  </a:path>
                </a:pathLst>
              </a:custGeom>
              <a:solidFill>
                <a:sysClr val="window" lastClr="FFFFFF"/>
              </a:solidFill>
              <a:ln>
                <a:noFill/>
              </a:ln>
            </p:spPr>
            <p:txBody>
              <a:bodyPr anchor="ctr"/>
              <a:lstStyle/>
              <a:p>
                <a:pPr algn="ctr" eaLnBrk="1" fontAlgn="auto" hangingPunct="1">
                  <a:spcBef>
                    <a:spcPts val="0"/>
                  </a:spcBef>
                  <a:spcAft>
                    <a:spcPts val="0"/>
                  </a:spcAft>
                  <a:defRPr/>
                </a:pPr>
                <a:endParaRPr sz="1800" kern="0">
                  <a:solidFill>
                    <a:prstClr val="black"/>
                  </a:solidFill>
                  <a:latin typeface="+mn-lt"/>
                  <a:ea typeface="+mn-ea"/>
                  <a:cs typeface="+mn-ea"/>
                  <a:sym typeface="+mn-lt"/>
                </a:endParaRPr>
              </a:p>
            </p:txBody>
          </p:sp>
        </p:grpSp>
        <p:sp>
          <p:nvSpPr>
            <p:cNvPr id="522244" name="Rectangle 4">
              <a:extLst>
                <a:ext uri="{FF2B5EF4-FFF2-40B4-BE49-F238E27FC236}">
                  <a16:creationId xmlns:a16="http://schemas.microsoft.com/office/drawing/2014/main" id="{F6084DEF-C1E2-4BEC-86FD-FAB641F05C1D}"/>
                </a:ext>
              </a:extLst>
            </p:cNvPr>
            <p:cNvSpPr>
              <a:spLocks noChangeArrowheads="1"/>
            </p:cNvSpPr>
            <p:nvPr/>
          </p:nvSpPr>
          <p:spPr bwMode="auto">
            <a:xfrm>
              <a:off x="637211" y="1965822"/>
              <a:ext cx="1776351" cy="815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0" indent="-22860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0" indent="0">
                <a:defRPr/>
              </a:pPr>
              <a:r>
                <a:rPr lang="en-US" altLang="zh-CN" sz="3000" dirty="0">
                  <a:solidFill>
                    <a:schemeClr val="bg1"/>
                  </a:solidFill>
                  <a:latin typeface="+mn-lt"/>
                  <a:ea typeface="+mn-ea"/>
                  <a:cs typeface="+mn-ea"/>
                  <a:sym typeface="+mn-lt"/>
                </a:rPr>
                <a:t>malloc(</a:t>
              </a:r>
              <a:r>
                <a:rPr lang="en-US" altLang="zh-CN" sz="3000" dirty="0">
                  <a:solidFill>
                    <a:srgbClr val="FF0000"/>
                  </a:solidFill>
                  <a:latin typeface="+mn-lt"/>
                  <a:ea typeface="+mn-ea"/>
                  <a:cs typeface="+mn-ea"/>
                  <a:sym typeface="+mn-lt"/>
                </a:rPr>
                <a:t>m</a:t>
              </a:r>
              <a:r>
                <a:rPr lang="en-US" altLang="zh-CN" sz="3000" dirty="0">
                  <a:solidFill>
                    <a:schemeClr val="bg1"/>
                  </a:solidFill>
                  <a:latin typeface="+mn-lt"/>
                  <a:ea typeface="+mn-ea"/>
                  <a:cs typeface="+mn-ea"/>
                  <a:sym typeface="+mn-lt"/>
                </a:rPr>
                <a:t>)</a:t>
              </a:r>
              <a:endParaRPr lang="zh-CN" altLang="en-US" sz="3000" dirty="0">
                <a:solidFill>
                  <a:schemeClr val="bg1"/>
                </a:solidFill>
                <a:latin typeface="+mn-lt"/>
                <a:ea typeface="+mn-ea"/>
                <a:cs typeface="+mn-ea"/>
                <a:sym typeface="+mn-lt"/>
              </a:endParaRPr>
            </a:p>
          </p:txBody>
        </p:sp>
        <p:sp>
          <p:nvSpPr>
            <p:cNvPr id="29" name="Rectangle 4">
              <a:extLst>
                <a:ext uri="{FF2B5EF4-FFF2-40B4-BE49-F238E27FC236}">
                  <a16:creationId xmlns:a16="http://schemas.microsoft.com/office/drawing/2014/main" id="{82AE30D6-194E-4D95-A5DC-7C501EA05512}"/>
                </a:ext>
              </a:extLst>
            </p:cNvPr>
            <p:cNvSpPr>
              <a:spLocks noChangeArrowheads="1"/>
            </p:cNvSpPr>
            <p:nvPr/>
          </p:nvSpPr>
          <p:spPr bwMode="auto">
            <a:xfrm>
              <a:off x="395920" y="3897408"/>
              <a:ext cx="2181150" cy="19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r>
                <a:rPr lang="zh-CN" altLang="en-US">
                  <a:sym typeface="+mn-lt"/>
                </a:rPr>
                <a:t>开辟</a:t>
              </a:r>
              <a:r>
                <a:rPr lang="en-US" altLang="zh-CN">
                  <a:solidFill>
                    <a:srgbClr val="FF0000"/>
                  </a:solidFill>
                  <a:sym typeface="+mn-lt"/>
                </a:rPr>
                <a:t>m</a:t>
              </a:r>
              <a:r>
                <a:rPr lang="zh-CN" altLang="en-US">
                  <a:sym typeface="+mn-lt"/>
                </a:rPr>
                <a:t>字节长度的地址空间，并返回这段空间的首地址</a:t>
              </a:r>
            </a:p>
            <a:p>
              <a:endParaRPr lang="zh-CN" altLang="en-US">
                <a:sym typeface="+mn-lt"/>
              </a:endParaRPr>
            </a:p>
          </p:txBody>
        </p:sp>
        <p:sp>
          <p:nvSpPr>
            <p:cNvPr id="30" name="Rectangle 4">
              <a:extLst>
                <a:ext uri="{FF2B5EF4-FFF2-40B4-BE49-F238E27FC236}">
                  <a16:creationId xmlns:a16="http://schemas.microsoft.com/office/drawing/2014/main" id="{7BDC534B-969D-4121-87AC-7E68C1474288}"/>
                </a:ext>
              </a:extLst>
            </p:cNvPr>
            <p:cNvSpPr>
              <a:spLocks noChangeArrowheads="1"/>
            </p:cNvSpPr>
            <p:nvPr/>
          </p:nvSpPr>
          <p:spPr bwMode="auto">
            <a:xfrm>
              <a:off x="3872425" y="1886463"/>
              <a:ext cx="1787463" cy="745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0" indent="-22860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0" indent="0">
                <a:defRPr/>
              </a:pPr>
              <a:r>
                <a:rPr lang="en-US" altLang="zh-CN" sz="3000" dirty="0" err="1">
                  <a:solidFill>
                    <a:schemeClr val="bg1"/>
                  </a:solidFill>
                  <a:latin typeface="+mn-lt"/>
                  <a:ea typeface="+mn-ea"/>
                  <a:cs typeface="+mn-ea"/>
                  <a:sym typeface="+mn-lt"/>
                </a:rPr>
                <a:t>sizeof</a:t>
              </a:r>
              <a:r>
                <a:rPr lang="en-US" altLang="zh-CN" sz="3000" dirty="0">
                  <a:solidFill>
                    <a:schemeClr val="bg1"/>
                  </a:solidFill>
                  <a:latin typeface="+mn-lt"/>
                  <a:ea typeface="+mn-ea"/>
                  <a:cs typeface="+mn-ea"/>
                  <a:sym typeface="+mn-lt"/>
                </a:rPr>
                <a:t>(</a:t>
              </a:r>
              <a:r>
                <a:rPr lang="en-US" altLang="zh-CN" sz="3000" dirty="0">
                  <a:solidFill>
                    <a:srgbClr val="FF0000"/>
                  </a:solidFill>
                  <a:latin typeface="+mn-lt"/>
                  <a:ea typeface="+mn-ea"/>
                  <a:cs typeface="+mn-ea"/>
                  <a:sym typeface="+mn-lt"/>
                </a:rPr>
                <a:t>x</a:t>
              </a:r>
              <a:r>
                <a:rPr lang="en-US" altLang="zh-CN" sz="3000" dirty="0">
                  <a:solidFill>
                    <a:schemeClr val="bg1"/>
                  </a:solidFill>
                  <a:latin typeface="+mn-lt"/>
                  <a:ea typeface="+mn-ea"/>
                  <a:cs typeface="+mn-ea"/>
                  <a:sym typeface="+mn-lt"/>
                </a:rPr>
                <a:t>)</a:t>
              </a:r>
              <a:endParaRPr lang="zh-CN" altLang="en-US" sz="3000" dirty="0">
                <a:solidFill>
                  <a:schemeClr val="bg1"/>
                </a:solidFill>
                <a:latin typeface="+mn-lt"/>
                <a:ea typeface="+mn-ea"/>
                <a:cs typeface="+mn-ea"/>
                <a:sym typeface="+mn-lt"/>
              </a:endParaRPr>
            </a:p>
          </p:txBody>
        </p:sp>
        <p:sp>
          <p:nvSpPr>
            <p:cNvPr id="31" name="Rectangle 4">
              <a:extLst>
                <a:ext uri="{FF2B5EF4-FFF2-40B4-BE49-F238E27FC236}">
                  <a16:creationId xmlns:a16="http://schemas.microsoft.com/office/drawing/2014/main" id="{E9E4396B-570C-43DA-AB84-00A4CD1BA6C5}"/>
                </a:ext>
              </a:extLst>
            </p:cNvPr>
            <p:cNvSpPr>
              <a:spLocks noChangeArrowheads="1"/>
            </p:cNvSpPr>
            <p:nvPr/>
          </p:nvSpPr>
          <p:spPr bwMode="auto">
            <a:xfrm>
              <a:off x="3529536" y="3927564"/>
              <a:ext cx="1954144" cy="961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r>
                <a:rPr lang="zh-CN" altLang="en-US">
                  <a:sym typeface="+mn-lt"/>
                </a:rPr>
                <a:t>计算变量</a:t>
              </a:r>
              <a:r>
                <a:rPr lang="en-US" altLang="zh-CN">
                  <a:solidFill>
                    <a:srgbClr val="FF0000"/>
                  </a:solidFill>
                  <a:sym typeface="+mn-lt"/>
                </a:rPr>
                <a:t>x</a:t>
              </a:r>
              <a:r>
                <a:rPr lang="zh-CN" altLang="en-US">
                  <a:sym typeface="+mn-lt"/>
                </a:rPr>
                <a:t>的长度。</a:t>
              </a:r>
            </a:p>
          </p:txBody>
        </p:sp>
        <p:sp>
          <p:nvSpPr>
            <p:cNvPr id="32" name="Rectangle 4">
              <a:extLst>
                <a:ext uri="{FF2B5EF4-FFF2-40B4-BE49-F238E27FC236}">
                  <a16:creationId xmlns:a16="http://schemas.microsoft.com/office/drawing/2014/main" id="{A698A2CC-9F6A-44BC-8F45-1D526BB29938}"/>
                </a:ext>
              </a:extLst>
            </p:cNvPr>
            <p:cNvSpPr>
              <a:spLocks noChangeArrowheads="1"/>
            </p:cNvSpPr>
            <p:nvPr/>
          </p:nvSpPr>
          <p:spPr bwMode="auto">
            <a:xfrm>
              <a:off x="6733001" y="1888051"/>
              <a:ext cx="1655705" cy="7443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0" indent="-22860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0" indent="0">
                <a:defRPr/>
              </a:pPr>
              <a:r>
                <a:rPr lang="en-US" altLang="zh-CN" sz="3000" dirty="0">
                  <a:solidFill>
                    <a:schemeClr val="bg1"/>
                  </a:solidFill>
                  <a:latin typeface="+mn-lt"/>
                  <a:ea typeface="+mn-ea"/>
                  <a:cs typeface="+mn-ea"/>
                  <a:sym typeface="+mn-lt"/>
                </a:rPr>
                <a:t>free(</a:t>
              </a:r>
              <a:r>
                <a:rPr lang="en-US" altLang="zh-CN" sz="3000" dirty="0">
                  <a:solidFill>
                    <a:srgbClr val="FF0000"/>
                  </a:solidFill>
                  <a:latin typeface="+mn-lt"/>
                  <a:ea typeface="+mn-ea"/>
                  <a:cs typeface="+mn-ea"/>
                  <a:sym typeface="+mn-lt"/>
                </a:rPr>
                <a:t>p</a:t>
              </a:r>
              <a:r>
                <a:rPr lang="en-US" altLang="zh-CN" sz="3000" dirty="0">
                  <a:solidFill>
                    <a:schemeClr val="bg1"/>
                  </a:solidFill>
                  <a:latin typeface="+mn-lt"/>
                  <a:ea typeface="+mn-ea"/>
                  <a:cs typeface="+mn-ea"/>
                  <a:sym typeface="+mn-lt"/>
                </a:rPr>
                <a:t>)</a:t>
              </a:r>
              <a:endParaRPr lang="zh-CN" altLang="en-US" sz="3000" dirty="0">
                <a:solidFill>
                  <a:schemeClr val="bg1"/>
                </a:solidFill>
                <a:latin typeface="+mn-lt"/>
                <a:ea typeface="+mn-ea"/>
                <a:cs typeface="+mn-ea"/>
                <a:sym typeface="+mn-lt"/>
              </a:endParaRPr>
            </a:p>
          </p:txBody>
        </p:sp>
        <p:sp>
          <p:nvSpPr>
            <p:cNvPr id="33" name="Rectangle 4">
              <a:extLst>
                <a:ext uri="{FF2B5EF4-FFF2-40B4-BE49-F238E27FC236}">
                  <a16:creationId xmlns:a16="http://schemas.microsoft.com/office/drawing/2014/main" id="{083CDF7B-96B0-40A3-AF2C-5157F20B70D4}"/>
                </a:ext>
              </a:extLst>
            </p:cNvPr>
            <p:cNvSpPr>
              <a:spLocks noChangeArrowheads="1"/>
            </p:cNvSpPr>
            <p:nvPr/>
          </p:nvSpPr>
          <p:spPr bwMode="auto">
            <a:xfrm>
              <a:off x="6377413" y="3837096"/>
              <a:ext cx="2231948" cy="2052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r>
                <a:rPr lang="zh-CN" altLang="en-US">
                  <a:sym typeface="+mn-lt"/>
                </a:rPr>
                <a:t>释放指针</a:t>
              </a:r>
              <a:r>
                <a:rPr lang="en-US" altLang="zh-CN">
                  <a:solidFill>
                    <a:srgbClr val="FF0000"/>
                  </a:solidFill>
                  <a:sym typeface="+mn-lt"/>
                </a:rPr>
                <a:t>p</a:t>
              </a:r>
              <a:r>
                <a:rPr lang="zh-CN" altLang="en-US">
                  <a:sym typeface="+mn-lt"/>
                </a:rPr>
                <a:t>所指变量的存储空间，即彻底删除一个变量</a:t>
              </a:r>
            </a:p>
          </p:txBody>
        </p:sp>
        <p:grpSp>
          <p:nvGrpSpPr>
            <p:cNvPr id="43021" name="组合 27">
              <a:extLst>
                <a:ext uri="{FF2B5EF4-FFF2-40B4-BE49-F238E27FC236}">
                  <a16:creationId xmlns:a16="http://schemas.microsoft.com/office/drawing/2014/main" id="{CF2A3F74-5C74-0B43-8AC5-C9C0D070825D}"/>
                </a:ext>
              </a:extLst>
            </p:cNvPr>
            <p:cNvGrpSpPr>
              <a:grpSpLocks/>
            </p:cNvGrpSpPr>
            <p:nvPr/>
          </p:nvGrpSpPr>
          <p:grpSpPr bwMode="auto">
            <a:xfrm>
              <a:off x="3343609" y="5171144"/>
              <a:ext cx="2326496" cy="664952"/>
              <a:chOff x="3343609" y="5171144"/>
              <a:chExt cx="2326496" cy="664952"/>
            </a:xfrm>
          </p:grpSpPr>
          <p:grpSp>
            <p:nvGrpSpPr>
              <p:cNvPr id="3" name="组合 2">
                <a:extLst>
                  <a:ext uri="{FF2B5EF4-FFF2-40B4-BE49-F238E27FC236}">
                    <a16:creationId xmlns:a16="http://schemas.microsoft.com/office/drawing/2014/main" id="{B7071BF0-A7B9-494B-8769-35E10D23E158}"/>
                  </a:ext>
                </a:extLst>
              </p:cNvPr>
              <p:cNvGrpSpPr/>
              <p:nvPr/>
            </p:nvGrpSpPr>
            <p:grpSpPr>
              <a:xfrm>
                <a:off x="3343609" y="5171144"/>
                <a:ext cx="2326496" cy="313506"/>
                <a:chOff x="-11318" y="6021288"/>
                <a:chExt cx="9155318" cy="528512"/>
              </a:xfrm>
              <a:solidFill>
                <a:srgbClr val="C0504D"/>
              </a:solidFill>
            </p:grpSpPr>
            <p:sp>
              <p:nvSpPr>
                <p:cNvPr id="34" name="矩形 2">
                  <a:extLst>
                    <a:ext uri="{FF2B5EF4-FFF2-40B4-BE49-F238E27FC236}">
                      <a16:creationId xmlns:a16="http://schemas.microsoft.com/office/drawing/2014/main" id="{85FBEB54-739E-4B4A-B74A-CEF4CF1BBD52}"/>
                    </a:ext>
                  </a:extLst>
                </p:cNvPr>
                <p:cNvSpPr>
                  <a:spLocks noChangeArrowheads="1"/>
                </p:cNvSpPr>
                <p:nvPr/>
              </p:nvSpPr>
              <p:spPr bwMode="auto">
                <a:xfrm>
                  <a:off x="0" y="6021288"/>
                  <a:ext cx="9144000" cy="72008"/>
                </a:xfrm>
                <a:prstGeom prst="rect">
                  <a:avLst/>
                </a:prstGeom>
                <a:grp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35" name="矩形 2">
                  <a:extLst>
                    <a:ext uri="{FF2B5EF4-FFF2-40B4-BE49-F238E27FC236}">
                      <a16:creationId xmlns:a16="http://schemas.microsoft.com/office/drawing/2014/main" id="{043D66AE-AE25-4E8C-9C2F-5896B07EC8E0}"/>
                    </a:ext>
                  </a:extLst>
                </p:cNvPr>
                <p:cNvSpPr>
                  <a:spLocks noChangeArrowheads="1"/>
                </p:cNvSpPr>
                <p:nvPr/>
              </p:nvSpPr>
              <p:spPr bwMode="auto">
                <a:xfrm>
                  <a:off x="0" y="6178041"/>
                  <a:ext cx="9144000" cy="72008"/>
                </a:xfrm>
                <a:prstGeom prst="rect">
                  <a:avLst/>
                </a:prstGeom>
                <a:grp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36" name="矩形 2">
                  <a:extLst>
                    <a:ext uri="{FF2B5EF4-FFF2-40B4-BE49-F238E27FC236}">
                      <a16:creationId xmlns:a16="http://schemas.microsoft.com/office/drawing/2014/main" id="{88762676-C2D7-470C-A416-048AB7EA821D}"/>
                    </a:ext>
                  </a:extLst>
                </p:cNvPr>
                <p:cNvSpPr>
                  <a:spLocks noChangeArrowheads="1"/>
                </p:cNvSpPr>
                <p:nvPr/>
              </p:nvSpPr>
              <p:spPr bwMode="auto">
                <a:xfrm>
                  <a:off x="-11318" y="6334794"/>
                  <a:ext cx="9144000" cy="72008"/>
                </a:xfrm>
                <a:prstGeom prst="rect">
                  <a:avLst/>
                </a:prstGeom>
                <a:grp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37" name="矩形 2">
                  <a:extLst>
                    <a:ext uri="{FF2B5EF4-FFF2-40B4-BE49-F238E27FC236}">
                      <a16:creationId xmlns:a16="http://schemas.microsoft.com/office/drawing/2014/main" id="{5A4AD20F-E46F-4216-B853-75D20B8DCC07}"/>
                    </a:ext>
                  </a:extLst>
                </p:cNvPr>
                <p:cNvSpPr>
                  <a:spLocks noChangeArrowheads="1"/>
                </p:cNvSpPr>
                <p:nvPr/>
              </p:nvSpPr>
              <p:spPr bwMode="auto">
                <a:xfrm>
                  <a:off x="-11318" y="6477792"/>
                  <a:ext cx="9144000" cy="72008"/>
                </a:xfrm>
                <a:prstGeom prst="rect">
                  <a:avLst/>
                </a:prstGeom>
                <a:grp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grpSp>
          <p:grpSp>
            <p:nvGrpSpPr>
              <p:cNvPr id="39" name="组合 38">
                <a:extLst>
                  <a:ext uri="{FF2B5EF4-FFF2-40B4-BE49-F238E27FC236}">
                    <a16:creationId xmlns:a16="http://schemas.microsoft.com/office/drawing/2014/main" id="{0758712D-9763-401E-9E3B-06A5418A1933}"/>
                  </a:ext>
                </a:extLst>
              </p:cNvPr>
              <p:cNvGrpSpPr/>
              <p:nvPr/>
            </p:nvGrpSpPr>
            <p:grpSpPr>
              <a:xfrm>
                <a:off x="3343609" y="5522590"/>
                <a:ext cx="2326496" cy="313506"/>
                <a:chOff x="-11318" y="6021288"/>
                <a:chExt cx="9155318" cy="528512"/>
              </a:xfrm>
              <a:solidFill>
                <a:srgbClr val="C0504D"/>
              </a:solidFill>
            </p:grpSpPr>
            <p:sp>
              <p:nvSpPr>
                <p:cNvPr id="40" name="矩形 2">
                  <a:extLst>
                    <a:ext uri="{FF2B5EF4-FFF2-40B4-BE49-F238E27FC236}">
                      <a16:creationId xmlns:a16="http://schemas.microsoft.com/office/drawing/2014/main" id="{566BFD08-7ED7-4E3B-9EBE-52442FE81310}"/>
                    </a:ext>
                  </a:extLst>
                </p:cNvPr>
                <p:cNvSpPr>
                  <a:spLocks noChangeArrowheads="1"/>
                </p:cNvSpPr>
                <p:nvPr/>
              </p:nvSpPr>
              <p:spPr bwMode="auto">
                <a:xfrm>
                  <a:off x="0" y="6021288"/>
                  <a:ext cx="9144000" cy="72008"/>
                </a:xfrm>
                <a:prstGeom prst="rect">
                  <a:avLst/>
                </a:prstGeom>
                <a:grp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41" name="矩形 2">
                  <a:extLst>
                    <a:ext uri="{FF2B5EF4-FFF2-40B4-BE49-F238E27FC236}">
                      <a16:creationId xmlns:a16="http://schemas.microsoft.com/office/drawing/2014/main" id="{36A0CF31-C021-4607-B559-7C4E21F145BB}"/>
                    </a:ext>
                  </a:extLst>
                </p:cNvPr>
                <p:cNvSpPr>
                  <a:spLocks noChangeArrowheads="1"/>
                </p:cNvSpPr>
                <p:nvPr/>
              </p:nvSpPr>
              <p:spPr bwMode="auto">
                <a:xfrm>
                  <a:off x="0" y="6178041"/>
                  <a:ext cx="9144000" cy="72008"/>
                </a:xfrm>
                <a:prstGeom prst="rect">
                  <a:avLst/>
                </a:prstGeom>
                <a:grp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42" name="矩形 2">
                  <a:extLst>
                    <a:ext uri="{FF2B5EF4-FFF2-40B4-BE49-F238E27FC236}">
                      <a16:creationId xmlns:a16="http://schemas.microsoft.com/office/drawing/2014/main" id="{C408A562-8D7F-4014-8478-D97ABE3B2B70}"/>
                    </a:ext>
                  </a:extLst>
                </p:cNvPr>
                <p:cNvSpPr>
                  <a:spLocks noChangeArrowheads="1"/>
                </p:cNvSpPr>
                <p:nvPr/>
              </p:nvSpPr>
              <p:spPr bwMode="auto">
                <a:xfrm>
                  <a:off x="-11318" y="6334794"/>
                  <a:ext cx="9144000" cy="72008"/>
                </a:xfrm>
                <a:prstGeom prst="rect">
                  <a:avLst/>
                </a:prstGeom>
                <a:grp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43" name="矩形 2">
                  <a:extLst>
                    <a:ext uri="{FF2B5EF4-FFF2-40B4-BE49-F238E27FC236}">
                      <a16:creationId xmlns:a16="http://schemas.microsoft.com/office/drawing/2014/main" id="{1600C817-954E-4404-8A63-4134DDE107DD}"/>
                    </a:ext>
                  </a:extLst>
                </p:cNvPr>
                <p:cNvSpPr>
                  <a:spLocks noChangeArrowheads="1"/>
                </p:cNvSpPr>
                <p:nvPr/>
              </p:nvSpPr>
              <p:spPr bwMode="auto">
                <a:xfrm>
                  <a:off x="-11318" y="6477792"/>
                  <a:ext cx="9144000" cy="72008"/>
                </a:xfrm>
                <a:prstGeom prst="rect">
                  <a:avLst/>
                </a:prstGeom>
                <a:grp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grpSp>
        </p:gr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6" presetClass="entr" presetSubtype="21"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barn(inVertical)">
                                      <p:cBhvr>
                                        <p:cTn id="7"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圆角 16">
            <a:extLst>
              <a:ext uri="{FF2B5EF4-FFF2-40B4-BE49-F238E27FC236}">
                <a16:creationId xmlns:a16="http://schemas.microsoft.com/office/drawing/2014/main" id="{8B40CDF0-8DAB-465D-B32E-92041F012EC6}"/>
              </a:ext>
            </a:extLst>
          </p:cNvPr>
          <p:cNvSpPr>
            <a:spLocks noChangeArrowheads="1"/>
          </p:cNvSpPr>
          <p:nvPr/>
        </p:nvSpPr>
        <p:spPr bwMode="auto">
          <a:xfrm>
            <a:off x="101600" y="4748213"/>
            <a:ext cx="8915400" cy="546100"/>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nchor="ct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lang="en-US" altLang="zh-CN" dirty="0">
              <a:solidFill>
                <a:schemeClr val="bg1"/>
              </a:solidFill>
              <a:latin typeface="+mn-lt"/>
              <a:ea typeface="+mn-ea"/>
              <a:cs typeface="+mn-ea"/>
              <a:sym typeface="+mn-lt"/>
            </a:endParaRPr>
          </a:p>
        </p:txBody>
      </p:sp>
      <p:sp>
        <p:nvSpPr>
          <p:cNvPr id="7" name="矩形: 圆角 16">
            <a:extLst>
              <a:ext uri="{FF2B5EF4-FFF2-40B4-BE49-F238E27FC236}">
                <a16:creationId xmlns:a16="http://schemas.microsoft.com/office/drawing/2014/main" id="{7C6C6FEC-4FBC-47B5-B932-2BAF045874D7}"/>
              </a:ext>
            </a:extLst>
          </p:cNvPr>
          <p:cNvSpPr>
            <a:spLocks noChangeArrowheads="1"/>
          </p:cNvSpPr>
          <p:nvPr/>
        </p:nvSpPr>
        <p:spPr bwMode="auto">
          <a:xfrm>
            <a:off x="130175" y="981075"/>
            <a:ext cx="8915400" cy="546100"/>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nchor="ct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800">
                <a:solidFill>
                  <a:schemeClr val="bg1"/>
                </a:solidFill>
                <a:sym typeface="+mn-lt"/>
              </a:rPr>
              <a:t>new  </a:t>
            </a:r>
            <a:r>
              <a:rPr lang="zh-CN" altLang="en-US" sz="2800">
                <a:solidFill>
                  <a:schemeClr val="bg1"/>
                </a:solidFill>
                <a:sym typeface="+mn-lt"/>
              </a:rPr>
              <a:t>类型名</a:t>
            </a:r>
            <a:r>
              <a:rPr lang="en-US" altLang="zh-CN" sz="2800">
                <a:solidFill>
                  <a:schemeClr val="bg1"/>
                </a:solidFill>
                <a:sym typeface="+mn-lt"/>
              </a:rPr>
              <a:t>T</a:t>
            </a:r>
            <a:r>
              <a:rPr lang="zh-CN" altLang="en-US" sz="2800">
                <a:solidFill>
                  <a:schemeClr val="bg1"/>
                </a:solidFill>
                <a:sym typeface="+mn-lt"/>
              </a:rPr>
              <a:t>（初值列表）</a:t>
            </a:r>
            <a:endParaRPr lang="en-US" altLang="zh-CN" sz="2800">
              <a:solidFill>
                <a:schemeClr val="bg1"/>
              </a:solidFill>
              <a:sym typeface="+mn-lt"/>
            </a:endParaRPr>
          </a:p>
        </p:txBody>
      </p:sp>
      <p:sp>
        <p:nvSpPr>
          <p:cNvPr id="41986" name="Rectangle 5">
            <a:extLst>
              <a:ext uri="{FF2B5EF4-FFF2-40B4-BE49-F238E27FC236}">
                <a16:creationId xmlns:a16="http://schemas.microsoft.com/office/drawing/2014/main" id="{2B2943C8-A085-40E5-90E6-247F97B2D5CC}"/>
              </a:ext>
            </a:extLst>
          </p:cNvPr>
          <p:cNvSpPr>
            <a:spLocks noChangeArrowheads="1"/>
          </p:cNvSpPr>
          <p:nvPr/>
        </p:nvSpPr>
        <p:spPr bwMode="auto">
          <a:xfrm>
            <a:off x="130175" y="1568450"/>
            <a:ext cx="8915400" cy="2894013"/>
          </a:xfrm>
          <a:prstGeom prst="rect">
            <a:avLst/>
          </a:prstGeom>
          <a:solidFill>
            <a:schemeClr val="bg2">
              <a:lumMod val="20000"/>
              <a:lumOff val="80000"/>
            </a:schemeClr>
          </a:solidFill>
          <a:ln>
            <a:noFill/>
          </a:ln>
        </p:spPr>
        <p:txBody>
          <a:bodyPr lIns="92075" tIns="46038" rIns="92075" bIns="46038"/>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20000"/>
              </a:lnSpc>
              <a:spcBef>
                <a:spcPct val="20000"/>
              </a:spcBef>
            </a:pPr>
            <a:r>
              <a:rPr lang="zh-CN" altLang="en-US">
                <a:solidFill>
                  <a:srgbClr val="0000FF"/>
                </a:solidFill>
                <a:sym typeface="+mn-lt"/>
              </a:rPr>
              <a:t>功能：</a:t>
            </a:r>
          </a:p>
          <a:p>
            <a:pPr lvl="1">
              <a:lnSpc>
                <a:spcPct val="120000"/>
              </a:lnSpc>
              <a:buFont typeface="Arial" panose="020B0604020202020204" pitchFamily="34" charset="0"/>
              <a:buNone/>
            </a:pPr>
            <a:r>
              <a:rPr lang="zh-CN" altLang="en-US" sz="2200">
                <a:sym typeface="+mn-lt"/>
              </a:rPr>
              <a:t>申请用于存放</a:t>
            </a:r>
            <a:r>
              <a:rPr lang="en-US" altLang="zh-CN" sz="2200">
                <a:sym typeface="+mn-lt"/>
              </a:rPr>
              <a:t>T</a:t>
            </a:r>
            <a:r>
              <a:rPr lang="zh-CN" altLang="zh-CN" sz="2200">
                <a:sym typeface="+mn-lt"/>
              </a:rPr>
              <a:t>类型对象的内存空间，并依初值列表赋以初值</a:t>
            </a:r>
          </a:p>
          <a:p>
            <a:pPr>
              <a:lnSpc>
                <a:spcPct val="120000"/>
              </a:lnSpc>
              <a:spcBef>
                <a:spcPct val="20000"/>
              </a:spcBef>
            </a:pPr>
            <a:r>
              <a:rPr lang="zh-CN" altLang="zh-CN">
                <a:solidFill>
                  <a:srgbClr val="0000FF"/>
                </a:solidFill>
                <a:sym typeface="+mn-lt"/>
              </a:rPr>
              <a:t>结果值：</a:t>
            </a:r>
            <a:endParaRPr lang="zh-CN" altLang="en-US">
              <a:solidFill>
                <a:srgbClr val="0000FF"/>
              </a:solidFill>
              <a:sym typeface="+mn-lt"/>
            </a:endParaRPr>
          </a:p>
          <a:p>
            <a:pPr lvl="1">
              <a:lnSpc>
                <a:spcPct val="120000"/>
              </a:lnSpc>
              <a:buFont typeface="Arial" panose="020B0604020202020204" pitchFamily="34" charset="0"/>
              <a:buNone/>
            </a:pPr>
            <a:r>
              <a:rPr lang="zh-CN" altLang="zh-CN" sz="2200">
                <a:sym typeface="+mn-lt"/>
              </a:rPr>
              <a:t>成功：</a:t>
            </a:r>
            <a:r>
              <a:rPr lang="en-US" altLang="zh-CN" sz="2200">
                <a:sym typeface="+mn-lt"/>
              </a:rPr>
              <a:t>T</a:t>
            </a:r>
            <a:r>
              <a:rPr lang="zh-CN" altLang="zh-CN" sz="2200">
                <a:sym typeface="+mn-lt"/>
              </a:rPr>
              <a:t>类型的指针，指向新分配的内存</a:t>
            </a:r>
            <a:endParaRPr lang="zh-CN" altLang="en-US" sz="2200">
              <a:sym typeface="+mn-lt"/>
            </a:endParaRPr>
          </a:p>
          <a:p>
            <a:pPr lvl="1">
              <a:lnSpc>
                <a:spcPct val="120000"/>
              </a:lnSpc>
              <a:buFont typeface="Arial" panose="020B0604020202020204" pitchFamily="34" charset="0"/>
              <a:buNone/>
            </a:pPr>
            <a:r>
              <a:rPr lang="zh-CN" altLang="zh-CN" sz="2200">
                <a:sym typeface="+mn-lt"/>
              </a:rPr>
              <a:t>失败：0（</a:t>
            </a:r>
            <a:r>
              <a:rPr lang="en-US" altLang="zh-CN" sz="2200">
                <a:sym typeface="+mn-lt"/>
              </a:rPr>
              <a:t>NULL</a:t>
            </a:r>
            <a:r>
              <a:rPr lang="zh-CN" altLang="en-US" sz="2200">
                <a:sym typeface="+mn-lt"/>
              </a:rPr>
              <a:t>）</a:t>
            </a:r>
          </a:p>
        </p:txBody>
      </p:sp>
      <p:sp>
        <p:nvSpPr>
          <p:cNvPr id="526342" name="Rectangle 6">
            <a:extLst>
              <a:ext uri="{FF2B5EF4-FFF2-40B4-BE49-F238E27FC236}">
                <a16:creationId xmlns:a16="http://schemas.microsoft.com/office/drawing/2014/main" id="{FCA665CB-0D62-4171-9877-F480F5FC9888}"/>
              </a:ext>
            </a:extLst>
          </p:cNvPr>
          <p:cNvSpPr>
            <a:spLocks noChangeArrowheads="1"/>
          </p:cNvSpPr>
          <p:nvPr/>
        </p:nvSpPr>
        <p:spPr bwMode="auto">
          <a:xfrm>
            <a:off x="5641975" y="3706813"/>
            <a:ext cx="3375025" cy="755650"/>
          </a:xfrm>
          <a:prstGeom prst="rect">
            <a:avLst/>
          </a:prstGeom>
          <a:solidFill>
            <a:srgbClr val="CC99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90000"/>
              </a:lnSpc>
              <a:spcBef>
                <a:spcPct val="20000"/>
              </a:spcBef>
              <a:buClr>
                <a:schemeClr val="tx1"/>
              </a:buClr>
              <a:defRPr/>
            </a:pPr>
            <a:r>
              <a:rPr lang="en-US" altLang="zh-CN" dirty="0">
                <a:solidFill>
                  <a:schemeClr val="tx2"/>
                </a:solidFill>
                <a:latin typeface="+mn-lt"/>
                <a:ea typeface="+mn-ea"/>
                <a:cs typeface="+mn-ea"/>
                <a:sym typeface="+mn-lt"/>
              </a:rPr>
              <a:t>int *p1= new int;</a:t>
            </a:r>
            <a:br>
              <a:rPr lang="en-US" altLang="zh-CN" dirty="0">
                <a:solidFill>
                  <a:schemeClr val="tx2"/>
                </a:solidFill>
                <a:latin typeface="+mn-lt"/>
                <a:ea typeface="+mn-ea"/>
                <a:cs typeface="+mn-ea"/>
                <a:sym typeface="+mn-lt"/>
              </a:rPr>
            </a:br>
            <a:r>
              <a:rPr lang="zh-CN" altLang="en-US" dirty="0">
                <a:latin typeface="+mn-lt"/>
                <a:ea typeface="+mn-ea"/>
                <a:cs typeface="+mn-ea"/>
                <a:sym typeface="+mn-lt"/>
              </a:rPr>
              <a:t>或 </a:t>
            </a:r>
            <a:r>
              <a:rPr lang="en-US" altLang="zh-CN" dirty="0">
                <a:solidFill>
                  <a:schemeClr val="tx2"/>
                </a:solidFill>
                <a:latin typeface="+mn-lt"/>
                <a:ea typeface="+mn-ea"/>
                <a:cs typeface="+mn-ea"/>
                <a:sym typeface="+mn-lt"/>
              </a:rPr>
              <a:t>int *p1 = new int(10);</a:t>
            </a:r>
          </a:p>
        </p:txBody>
      </p:sp>
      <p:sp>
        <p:nvSpPr>
          <p:cNvPr id="526343" name="Rectangle 7">
            <a:extLst>
              <a:ext uri="{FF2B5EF4-FFF2-40B4-BE49-F238E27FC236}">
                <a16:creationId xmlns:a16="http://schemas.microsoft.com/office/drawing/2014/main" id="{98527183-1177-40F1-A585-212C8B6EDD41}"/>
              </a:ext>
            </a:extLst>
          </p:cNvPr>
          <p:cNvSpPr>
            <a:spLocks noChangeArrowheads="1"/>
          </p:cNvSpPr>
          <p:nvPr/>
        </p:nvSpPr>
        <p:spPr bwMode="auto">
          <a:xfrm>
            <a:off x="101600" y="4743450"/>
            <a:ext cx="8915400" cy="1854200"/>
          </a:xfrm>
          <a:prstGeom prst="rect">
            <a:avLst/>
          </a:prstGeom>
          <a:noFill/>
          <a:ln>
            <a:solidFill>
              <a:srgbClr val="9476B6"/>
            </a:solidFill>
          </a:ln>
        </p:spPr>
        <p:txBody>
          <a:bodyPr lIns="92075" tIns="46038" rIns="92075" bIns="46038"/>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en-US" altLang="zh-CN">
                <a:solidFill>
                  <a:schemeClr val="bg1"/>
                </a:solidFill>
                <a:sym typeface="+mn-lt"/>
              </a:rPr>
              <a:t>delete </a:t>
            </a:r>
            <a:r>
              <a:rPr lang="zh-CN" altLang="en-US">
                <a:solidFill>
                  <a:schemeClr val="bg1"/>
                </a:solidFill>
                <a:sym typeface="+mn-lt"/>
              </a:rPr>
              <a:t>指针</a:t>
            </a:r>
            <a:r>
              <a:rPr lang="en-US" altLang="zh-CN">
                <a:solidFill>
                  <a:schemeClr val="bg1"/>
                </a:solidFill>
                <a:sym typeface="+mn-lt"/>
              </a:rPr>
              <a:t>P</a:t>
            </a:r>
          </a:p>
          <a:p>
            <a:pPr>
              <a:spcBef>
                <a:spcPct val="20000"/>
              </a:spcBef>
            </a:pPr>
            <a:r>
              <a:rPr lang="zh-CN" altLang="en-US">
                <a:solidFill>
                  <a:srgbClr val="0000FF"/>
                </a:solidFill>
                <a:sym typeface="+mn-lt"/>
              </a:rPr>
              <a:t>  功能：</a:t>
            </a:r>
          </a:p>
          <a:p>
            <a:pPr lvl="1">
              <a:lnSpc>
                <a:spcPct val="130000"/>
              </a:lnSpc>
              <a:buFont typeface="Arial" panose="020B0604020202020204" pitchFamily="34" charset="0"/>
              <a:buNone/>
            </a:pPr>
            <a:r>
              <a:rPr lang="zh-CN" altLang="en-US" sz="2400">
                <a:solidFill>
                  <a:schemeClr val="accent2"/>
                </a:solidFill>
                <a:sym typeface="+mn-lt"/>
              </a:rPr>
              <a:t>      </a:t>
            </a:r>
            <a:r>
              <a:rPr lang="zh-CN" altLang="en-US" sz="2400">
                <a:sym typeface="+mn-lt"/>
              </a:rPr>
              <a:t>释放指针</a:t>
            </a:r>
            <a:r>
              <a:rPr lang="en-US" altLang="zh-CN" sz="2400">
                <a:sym typeface="+mn-lt"/>
              </a:rPr>
              <a:t>P</a:t>
            </a:r>
            <a:r>
              <a:rPr lang="zh-CN" altLang="en-US" sz="2400">
                <a:sym typeface="+mn-lt"/>
              </a:rPr>
              <a:t>所指向的内存。</a:t>
            </a:r>
            <a:r>
              <a:rPr lang="en-US" altLang="zh-CN" sz="2400">
                <a:sym typeface="+mn-lt"/>
              </a:rPr>
              <a:t>P</a:t>
            </a:r>
            <a:r>
              <a:rPr lang="zh-CN" altLang="en-US" sz="2400">
                <a:sym typeface="+mn-lt"/>
              </a:rPr>
              <a:t>必须是</a:t>
            </a:r>
            <a:r>
              <a:rPr lang="en-US" altLang="zh-CN" sz="2400">
                <a:sym typeface="+mn-lt"/>
              </a:rPr>
              <a:t>new</a:t>
            </a:r>
            <a:r>
              <a:rPr lang="zh-CN" altLang="en-US" sz="2400">
                <a:sym typeface="+mn-lt"/>
              </a:rPr>
              <a:t>操作的返回值</a:t>
            </a:r>
          </a:p>
        </p:txBody>
      </p:sp>
      <p:sp>
        <p:nvSpPr>
          <p:cNvPr id="526344" name="Rectangle 8">
            <a:extLst>
              <a:ext uri="{FF2B5EF4-FFF2-40B4-BE49-F238E27FC236}">
                <a16:creationId xmlns:a16="http://schemas.microsoft.com/office/drawing/2014/main" id="{D6318787-741F-4C07-BA8E-83CCDBCCBA3E}"/>
              </a:ext>
            </a:extLst>
          </p:cNvPr>
          <p:cNvSpPr>
            <a:spLocks noChangeArrowheads="1"/>
          </p:cNvSpPr>
          <p:nvPr/>
        </p:nvSpPr>
        <p:spPr bwMode="auto">
          <a:xfrm>
            <a:off x="7631113" y="5400675"/>
            <a:ext cx="1385887" cy="423863"/>
          </a:xfrm>
          <a:prstGeom prst="rect">
            <a:avLst/>
          </a:prstGeom>
          <a:solidFill>
            <a:srgbClr val="CC99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90000"/>
              </a:lnSpc>
              <a:spcBef>
                <a:spcPct val="20000"/>
              </a:spcBef>
              <a:buClr>
                <a:schemeClr val="tx1"/>
              </a:buClr>
              <a:defRPr/>
            </a:pPr>
            <a:r>
              <a:rPr lang="en-US" altLang="zh-CN" dirty="0">
                <a:solidFill>
                  <a:schemeClr val="tx2"/>
                </a:solidFill>
                <a:latin typeface="+mn-lt"/>
                <a:ea typeface="+mn-ea"/>
                <a:cs typeface="+mn-ea"/>
                <a:sym typeface="+mn-lt"/>
              </a:rPr>
              <a:t>delete p1;</a:t>
            </a:r>
          </a:p>
        </p:txBody>
      </p:sp>
      <p:sp>
        <p:nvSpPr>
          <p:cNvPr id="41990" name="Rectangle 9">
            <a:extLst>
              <a:ext uri="{FF2B5EF4-FFF2-40B4-BE49-F238E27FC236}">
                <a16:creationId xmlns:a16="http://schemas.microsoft.com/office/drawing/2014/main" id="{073D5594-DD13-43C9-AD4F-CBF1C8E1C0DD}"/>
              </a:ext>
            </a:extLst>
          </p:cNvPr>
          <p:cNvSpPr>
            <a:spLocks noChangeArrowheads="1"/>
          </p:cNvSpPr>
          <p:nvPr/>
        </p:nvSpPr>
        <p:spPr bwMode="auto">
          <a:xfrm>
            <a:off x="801688" y="33338"/>
            <a:ext cx="6804025" cy="849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补充：</a:t>
            </a:r>
            <a:r>
              <a:rPr lang="en-US" altLang="zh-CN">
                <a:solidFill>
                  <a:schemeClr val="bg1"/>
                </a:solidFill>
                <a:ea typeface="微软雅黑" panose="020B0503020204020204" pitchFamily="34" charset="-122"/>
                <a:sym typeface="+mn-lt"/>
              </a:rPr>
              <a:t>C++</a:t>
            </a:r>
            <a:r>
              <a:rPr lang="zh-CN" altLang="en-US">
                <a:solidFill>
                  <a:schemeClr val="bg1"/>
                </a:solidFill>
                <a:ea typeface="微软雅黑" panose="020B0503020204020204" pitchFamily="34" charset="-122"/>
                <a:sym typeface="+mn-lt"/>
              </a:rPr>
              <a:t>的动态存储分配</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26342"/>
                                        </p:tgtEl>
                                        <p:attrNameLst>
                                          <p:attrName>style.visibility</p:attrName>
                                        </p:attrNameLst>
                                      </p:cBhvr>
                                      <p:to>
                                        <p:strVal val="visible"/>
                                      </p:to>
                                    </p:set>
                                    <p:anim calcmode="lin" valueType="num">
                                      <p:cBhvr additive="base">
                                        <p:cTn id="7" dur="500" fill="hold"/>
                                        <p:tgtEl>
                                          <p:spTgt spid="526342"/>
                                        </p:tgtEl>
                                        <p:attrNameLst>
                                          <p:attrName>ppt_x</p:attrName>
                                        </p:attrNameLst>
                                      </p:cBhvr>
                                      <p:tavLst>
                                        <p:tav tm="0">
                                          <p:val>
                                            <p:strVal val="0-#ppt_w/2"/>
                                          </p:val>
                                        </p:tav>
                                        <p:tav tm="100000">
                                          <p:val>
                                            <p:strVal val="#ppt_x"/>
                                          </p:val>
                                        </p:tav>
                                      </p:tavLst>
                                    </p:anim>
                                    <p:anim calcmode="lin" valueType="num">
                                      <p:cBhvr additive="base">
                                        <p:cTn id="8" dur="500" fill="hold"/>
                                        <p:tgtEl>
                                          <p:spTgt spid="52634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526343"/>
                                        </p:tgtEl>
                                        <p:attrNameLst>
                                          <p:attrName>style.visibility</p:attrName>
                                        </p:attrNameLst>
                                      </p:cBhvr>
                                      <p:to>
                                        <p:strVal val="visible"/>
                                      </p:to>
                                    </p:set>
                                    <p:anim calcmode="lin" valueType="num">
                                      <p:cBhvr additive="base">
                                        <p:cTn id="13" dur="500" fill="hold"/>
                                        <p:tgtEl>
                                          <p:spTgt spid="526343"/>
                                        </p:tgtEl>
                                        <p:attrNameLst>
                                          <p:attrName>ppt_x</p:attrName>
                                        </p:attrNameLst>
                                      </p:cBhvr>
                                      <p:tavLst>
                                        <p:tav tm="0">
                                          <p:val>
                                            <p:strVal val="0-#ppt_w/2"/>
                                          </p:val>
                                        </p:tav>
                                        <p:tav tm="100000">
                                          <p:val>
                                            <p:strVal val="#ppt_x"/>
                                          </p:val>
                                        </p:tav>
                                      </p:tavLst>
                                    </p:anim>
                                    <p:anim calcmode="lin" valueType="num">
                                      <p:cBhvr additive="base">
                                        <p:cTn id="14" dur="500" fill="hold"/>
                                        <p:tgtEl>
                                          <p:spTgt spid="526343"/>
                                        </p:tgtEl>
                                        <p:attrNameLst>
                                          <p:attrName>ppt_y</p:attrName>
                                        </p:attrNameLst>
                                      </p:cBhvr>
                                      <p:tavLst>
                                        <p:tav tm="0">
                                          <p:val>
                                            <p:strVal val="#ppt_y"/>
                                          </p:val>
                                        </p:tav>
                                        <p:tav tm="100000">
                                          <p:val>
                                            <p:strVal val="#ppt_y"/>
                                          </p:val>
                                        </p:tav>
                                      </p:tavLst>
                                    </p:anim>
                                  </p:childTnLst>
                                </p:cTn>
                              </p:par>
                              <p:par>
                                <p:cTn id="15" presetID="2" presetClass="entr" presetSubtype="8"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0-#ppt_w/2"/>
                                          </p:val>
                                        </p:tav>
                                        <p:tav tm="100000">
                                          <p:val>
                                            <p:strVal val="#ppt_x"/>
                                          </p:val>
                                        </p:tav>
                                      </p:tavLst>
                                    </p:anim>
                                    <p:anim calcmode="lin" valueType="num">
                                      <p:cBhvr additive="base">
                                        <p:cTn id="18"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ntr" presetSubtype="8" fill="hold" grpId="0" nodeType="clickEffect">
                                  <p:stCondLst>
                                    <p:cond delay="0"/>
                                  </p:stCondLst>
                                  <p:childTnLst>
                                    <p:set>
                                      <p:cBhvr>
                                        <p:cTn id="22" dur="1" fill="hold">
                                          <p:stCondLst>
                                            <p:cond delay="0"/>
                                          </p:stCondLst>
                                        </p:cTn>
                                        <p:tgtEl>
                                          <p:spTgt spid="526344"/>
                                        </p:tgtEl>
                                        <p:attrNameLst>
                                          <p:attrName>style.visibility</p:attrName>
                                        </p:attrNameLst>
                                      </p:cBhvr>
                                      <p:to>
                                        <p:strVal val="visible"/>
                                      </p:to>
                                    </p:set>
                                    <p:anim calcmode="lin" valueType="num">
                                      <p:cBhvr additive="base">
                                        <p:cTn id="23" dur="500" fill="hold"/>
                                        <p:tgtEl>
                                          <p:spTgt spid="526344"/>
                                        </p:tgtEl>
                                        <p:attrNameLst>
                                          <p:attrName>ppt_x</p:attrName>
                                        </p:attrNameLst>
                                      </p:cBhvr>
                                      <p:tavLst>
                                        <p:tav tm="0">
                                          <p:val>
                                            <p:strVal val="0-#ppt_w/2"/>
                                          </p:val>
                                        </p:tav>
                                        <p:tav tm="100000">
                                          <p:val>
                                            <p:strVal val="#ppt_x"/>
                                          </p:val>
                                        </p:tav>
                                      </p:tavLst>
                                    </p:anim>
                                    <p:anim calcmode="lin" valueType="num">
                                      <p:cBhvr additive="base">
                                        <p:cTn id="24" dur="500" fill="hold"/>
                                        <p:tgtEl>
                                          <p:spTgt spid="52634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526342" grpId="0" animBg="1"/>
      <p:bldP spid="526343" grpId="0" animBg="1"/>
      <p:bldP spid="52634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39650" name="Rectangle 2">
            <a:extLst>
              <a:ext uri="{FF2B5EF4-FFF2-40B4-BE49-F238E27FC236}">
                <a16:creationId xmlns:a16="http://schemas.microsoft.com/office/drawing/2014/main" id="{82A5FC59-5435-4545-8A4C-BD4AD3956302}"/>
              </a:ext>
            </a:extLst>
          </p:cNvPr>
          <p:cNvSpPr>
            <a:spLocks noGrp="1" noChangeArrowheads="1"/>
          </p:cNvSpPr>
          <p:nvPr>
            <p:ph idx="1"/>
          </p:nvPr>
        </p:nvSpPr>
        <p:spPr>
          <a:xfrm>
            <a:off x="298450" y="1939925"/>
            <a:ext cx="2495550" cy="2303463"/>
          </a:xfrm>
        </p:spPr>
        <p:txBody>
          <a:bodyPr/>
          <a:lstStyle/>
          <a:p>
            <a:pPr indent="0">
              <a:buClr>
                <a:srgbClr val="FF6600"/>
              </a:buClr>
              <a:buSzPct val="50000"/>
            </a:pPr>
            <a:r>
              <a:rPr lang="zh-CN" altLang="en-US">
                <a:sym typeface="+mn-lt"/>
              </a:rPr>
              <a:t>函数调用时传送给形参表的实参必须与形参在类型、个数、顺序上保持一致</a:t>
            </a:r>
          </a:p>
        </p:txBody>
      </p:sp>
      <p:sp>
        <p:nvSpPr>
          <p:cNvPr id="43012" name="Rectangle 3">
            <a:extLst>
              <a:ext uri="{FF2B5EF4-FFF2-40B4-BE49-F238E27FC236}">
                <a16:creationId xmlns:a16="http://schemas.microsoft.com/office/drawing/2014/main" id="{8294D5DE-3927-456B-9390-F33137D93667}"/>
              </a:ext>
            </a:extLst>
          </p:cNvPr>
          <p:cNvSpPr>
            <a:spLocks noChangeArrowheads="1"/>
          </p:cNvSpPr>
          <p:nvPr/>
        </p:nvSpPr>
        <p:spPr bwMode="auto">
          <a:xfrm>
            <a:off x="811213" y="12700"/>
            <a:ext cx="5940425" cy="849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补充：</a:t>
            </a:r>
            <a:r>
              <a:rPr lang="en-US" altLang="zh-CN">
                <a:solidFill>
                  <a:schemeClr val="bg1"/>
                </a:solidFill>
                <a:ea typeface="微软雅黑" panose="020B0503020204020204" pitchFamily="34" charset="-122"/>
                <a:sym typeface="+mn-lt"/>
              </a:rPr>
              <a:t>C++</a:t>
            </a:r>
            <a:r>
              <a:rPr lang="zh-CN" altLang="en-US">
                <a:solidFill>
                  <a:schemeClr val="bg1"/>
                </a:solidFill>
                <a:ea typeface="微软雅黑" panose="020B0503020204020204" pitchFamily="34" charset="-122"/>
                <a:sym typeface="+mn-lt"/>
              </a:rPr>
              <a:t>中的参数传递</a:t>
            </a:r>
          </a:p>
        </p:txBody>
      </p:sp>
      <p:grpSp>
        <p:nvGrpSpPr>
          <p:cNvPr id="45060" name="组合 1">
            <a:extLst>
              <a:ext uri="{FF2B5EF4-FFF2-40B4-BE49-F238E27FC236}">
                <a16:creationId xmlns:a16="http://schemas.microsoft.com/office/drawing/2014/main" id="{EB510A3B-7088-8F43-9DDA-329C7BF4D5F1}"/>
              </a:ext>
            </a:extLst>
          </p:cNvPr>
          <p:cNvGrpSpPr>
            <a:grpSpLocks/>
          </p:cNvGrpSpPr>
          <p:nvPr/>
        </p:nvGrpSpPr>
        <p:grpSpPr bwMode="auto">
          <a:xfrm>
            <a:off x="2700338" y="1509713"/>
            <a:ext cx="2649537" cy="3675062"/>
            <a:chOff x="4279900" y="1820962"/>
            <a:chExt cx="3632201" cy="5037038"/>
          </a:xfrm>
        </p:grpSpPr>
        <p:sp>
          <p:nvSpPr>
            <p:cNvPr id="6" name="Freeform 5">
              <a:extLst>
                <a:ext uri="{FF2B5EF4-FFF2-40B4-BE49-F238E27FC236}">
                  <a16:creationId xmlns:a16="http://schemas.microsoft.com/office/drawing/2014/main" id="{0A5C0F35-EFCB-498A-9D51-8B8E23B30C6C}"/>
                </a:ext>
              </a:extLst>
            </p:cNvPr>
            <p:cNvSpPr>
              <a:spLocks/>
            </p:cNvSpPr>
            <p:nvPr/>
          </p:nvSpPr>
          <p:spPr bwMode="auto">
            <a:xfrm>
              <a:off x="5076416" y="2049423"/>
              <a:ext cx="1029377" cy="1947366"/>
            </a:xfrm>
            <a:custGeom>
              <a:avLst/>
              <a:gdLst>
                <a:gd name="T0" fmla="*/ 637 w 637"/>
                <a:gd name="T1" fmla="*/ 601 h 2092"/>
                <a:gd name="T2" fmla="*/ 637 w 637"/>
                <a:gd name="T3" fmla="*/ 2092 h 2092"/>
                <a:gd name="T4" fmla="*/ 0 w 637"/>
                <a:gd name="T5" fmla="*/ 2092 h 2092"/>
                <a:gd name="T6" fmla="*/ 0 w 637"/>
                <a:gd name="T7" fmla="*/ 601 h 2092"/>
                <a:gd name="T8" fmla="*/ 622 w 637"/>
                <a:gd name="T9" fmla="*/ 0 h 2092"/>
                <a:gd name="T10" fmla="*/ 637 w 637"/>
                <a:gd name="T11" fmla="*/ 601 h 2092"/>
                <a:gd name="connsiteX0" fmla="*/ 10000 w 10165"/>
                <a:gd name="connsiteY0" fmla="*/ 2823 h 9950"/>
                <a:gd name="connsiteX1" fmla="*/ 10000 w 10165"/>
                <a:gd name="connsiteY1" fmla="*/ 9950 h 9950"/>
                <a:gd name="connsiteX2" fmla="*/ 0 w 10165"/>
                <a:gd name="connsiteY2" fmla="*/ 9950 h 9950"/>
                <a:gd name="connsiteX3" fmla="*/ 0 w 10165"/>
                <a:gd name="connsiteY3" fmla="*/ 2823 h 9950"/>
                <a:gd name="connsiteX4" fmla="*/ 10165 w 10165"/>
                <a:gd name="connsiteY4" fmla="*/ 0 h 9950"/>
                <a:gd name="connsiteX5" fmla="*/ 10000 w 10165"/>
                <a:gd name="connsiteY5" fmla="*/ 2823 h 9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165" h="9950">
                  <a:moveTo>
                    <a:pt x="10000" y="2823"/>
                  </a:moveTo>
                  <a:lnTo>
                    <a:pt x="10000" y="9950"/>
                  </a:lnTo>
                  <a:lnTo>
                    <a:pt x="0" y="9950"/>
                  </a:lnTo>
                  <a:lnTo>
                    <a:pt x="0" y="2823"/>
                  </a:lnTo>
                  <a:lnTo>
                    <a:pt x="10165" y="0"/>
                  </a:lnTo>
                  <a:lnTo>
                    <a:pt x="10000" y="2823"/>
                  </a:lnTo>
                  <a:close/>
                </a:path>
              </a:pathLst>
            </a:custGeom>
            <a:solidFill>
              <a:schemeClr val="accent1">
                <a:lumMod val="60000"/>
                <a:lumOff val="40000"/>
              </a:schemeClr>
            </a:solidFill>
            <a:ln>
              <a:noFill/>
            </a:ln>
          </p:spPr>
          <p:txBody>
            <a:bodyPr anchor="ctr"/>
            <a:lstStyle/>
            <a:p>
              <a:pPr algn="ctr">
                <a:defRPr/>
              </a:pPr>
              <a:endParaRPr lang="zh-CN" altLang="en-US" sz="3200" dirty="0">
                <a:latin typeface="+mn-lt"/>
                <a:ea typeface="+mn-ea"/>
                <a:cs typeface="+mn-ea"/>
                <a:sym typeface="+mn-lt"/>
              </a:endParaRPr>
            </a:p>
          </p:txBody>
        </p:sp>
        <p:sp>
          <p:nvSpPr>
            <p:cNvPr id="7" name="Freeform 6">
              <a:extLst>
                <a:ext uri="{FF2B5EF4-FFF2-40B4-BE49-F238E27FC236}">
                  <a16:creationId xmlns:a16="http://schemas.microsoft.com/office/drawing/2014/main" id="{2E6E3A3C-7085-4B2B-90D5-697CE3B937CE}"/>
                </a:ext>
              </a:extLst>
            </p:cNvPr>
            <p:cNvSpPr>
              <a:spLocks/>
            </p:cNvSpPr>
            <p:nvPr/>
          </p:nvSpPr>
          <p:spPr bwMode="auto">
            <a:xfrm>
              <a:off x="6084031" y="1820962"/>
              <a:ext cx="1011968" cy="2184530"/>
            </a:xfrm>
            <a:custGeom>
              <a:avLst/>
              <a:gdLst>
                <a:gd name="T0" fmla="*/ 0 w 637"/>
                <a:gd name="T1" fmla="*/ 601 h 2092"/>
                <a:gd name="T2" fmla="*/ 0 w 637"/>
                <a:gd name="T3" fmla="*/ 2092 h 2092"/>
                <a:gd name="T4" fmla="*/ 637 w 637"/>
                <a:gd name="T5" fmla="*/ 2092 h 2092"/>
                <a:gd name="T6" fmla="*/ 637 w 637"/>
                <a:gd name="T7" fmla="*/ 601 h 2092"/>
                <a:gd name="T8" fmla="*/ 15 w 637"/>
                <a:gd name="T9" fmla="*/ 0 h 2092"/>
                <a:gd name="T10" fmla="*/ 0 w 637"/>
                <a:gd name="T11" fmla="*/ 601 h 2092"/>
              </a:gdLst>
              <a:ahLst/>
              <a:cxnLst>
                <a:cxn ang="0">
                  <a:pos x="T0" y="T1"/>
                </a:cxn>
                <a:cxn ang="0">
                  <a:pos x="T2" y="T3"/>
                </a:cxn>
                <a:cxn ang="0">
                  <a:pos x="T4" y="T5"/>
                </a:cxn>
                <a:cxn ang="0">
                  <a:pos x="T6" y="T7"/>
                </a:cxn>
                <a:cxn ang="0">
                  <a:pos x="T8" y="T9"/>
                </a:cxn>
                <a:cxn ang="0">
                  <a:pos x="T10" y="T11"/>
                </a:cxn>
              </a:cxnLst>
              <a:rect l="0" t="0" r="r" b="b"/>
              <a:pathLst>
                <a:path w="637" h="2092">
                  <a:moveTo>
                    <a:pt x="0" y="601"/>
                  </a:moveTo>
                  <a:lnTo>
                    <a:pt x="0" y="2092"/>
                  </a:lnTo>
                  <a:lnTo>
                    <a:pt x="637" y="2092"/>
                  </a:lnTo>
                  <a:lnTo>
                    <a:pt x="637" y="601"/>
                  </a:lnTo>
                  <a:lnTo>
                    <a:pt x="15" y="0"/>
                  </a:lnTo>
                  <a:lnTo>
                    <a:pt x="0" y="601"/>
                  </a:lnTo>
                  <a:close/>
                </a:path>
              </a:pathLst>
            </a:custGeom>
            <a:solidFill>
              <a:srgbClr val="EBAC07"/>
            </a:solidFill>
            <a:ln>
              <a:noFill/>
            </a:ln>
          </p:spPr>
          <p:txBody>
            <a:bodyPr anchor="ctr"/>
            <a:lstStyle/>
            <a:p>
              <a:pPr algn="ctr">
                <a:defRPr/>
              </a:pPr>
              <a:endParaRPr lang="zh-CN" altLang="en-US" sz="3200" dirty="0">
                <a:latin typeface="+mn-lt"/>
                <a:ea typeface="+mn-ea"/>
                <a:cs typeface="+mn-ea"/>
                <a:sym typeface="+mn-lt"/>
              </a:endParaRPr>
            </a:p>
          </p:txBody>
        </p:sp>
        <p:sp>
          <p:nvSpPr>
            <p:cNvPr id="8" name="Freeform 7">
              <a:extLst>
                <a:ext uri="{FF2B5EF4-FFF2-40B4-BE49-F238E27FC236}">
                  <a16:creationId xmlns:a16="http://schemas.microsoft.com/office/drawing/2014/main" id="{4EE96430-14FB-49C6-926B-E42C1F1E496C}"/>
                </a:ext>
              </a:extLst>
            </p:cNvPr>
            <p:cNvSpPr>
              <a:spLocks/>
            </p:cNvSpPr>
            <p:nvPr/>
          </p:nvSpPr>
          <p:spPr bwMode="auto">
            <a:xfrm>
              <a:off x="4279900" y="3996789"/>
              <a:ext cx="1815013" cy="1168418"/>
            </a:xfrm>
            <a:custGeom>
              <a:avLst/>
              <a:gdLst>
                <a:gd name="T0" fmla="*/ 0 w 1144"/>
                <a:gd name="T1" fmla="*/ 736 h 736"/>
                <a:gd name="T2" fmla="*/ 512 w 1144"/>
                <a:gd name="T3" fmla="*/ 0 h 736"/>
                <a:gd name="T4" fmla="*/ 1144 w 1144"/>
                <a:gd name="T5" fmla="*/ 0 h 736"/>
                <a:gd name="T6" fmla="*/ 1144 w 1144"/>
                <a:gd name="T7" fmla="*/ 736 h 736"/>
                <a:gd name="T8" fmla="*/ 10 w 1144"/>
                <a:gd name="T9" fmla="*/ 731 h 736"/>
                <a:gd name="T10" fmla="*/ 0 w 1144"/>
                <a:gd name="T11" fmla="*/ 736 h 736"/>
              </a:gdLst>
              <a:ahLst/>
              <a:cxnLst>
                <a:cxn ang="0">
                  <a:pos x="T0" y="T1"/>
                </a:cxn>
                <a:cxn ang="0">
                  <a:pos x="T2" y="T3"/>
                </a:cxn>
                <a:cxn ang="0">
                  <a:pos x="T4" y="T5"/>
                </a:cxn>
                <a:cxn ang="0">
                  <a:pos x="T6" y="T7"/>
                </a:cxn>
                <a:cxn ang="0">
                  <a:pos x="T8" y="T9"/>
                </a:cxn>
                <a:cxn ang="0">
                  <a:pos x="T10" y="T11"/>
                </a:cxn>
              </a:cxnLst>
              <a:rect l="0" t="0" r="r" b="b"/>
              <a:pathLst>
                <a:path w="1144" h="736">
                  <a:moveTo>
                    <a:pt x="0" y="736"/>
                  </a:moveTo>
                  <a:lnTo>
                    <a:pt x="512" y="0"/>
                  </a:lnTo>
                  <a:lnTo>
                    <a:pt x="1144" y="0"/>
                  </a:lnTo>
                  <a:lnTo>
                    <a:pt x="1144" y="736"/>
                  </a:lnTo>
                  <a:lnTo>
                    <a:pt x="10" y="731"/>
                  </a:lnTo>
                  <a:lnTo>
                    <a:pt x="0" y="736"/>
                  </a:lnTo>
                  <a:close/>
                </a:path>
              </a:pathLst>
            </a:custGeom>
            <a:solidFill>
              <a:schemeClr val="accent1">
                <a:lumMod val="75000"/>
              </a:schemeClr>
            </a:solidFill>
            <a:ln>
              <a:noFill/>
            </a:ln>
          </p:spPr>
          <p:txBody>
            <a:bodyPr/>
            <a:lstStyle/>
            <a:p>
              <a:pPr>
                <a:defRPr/>
              </a:pPr>
              <a:endParaRPr lang="zh-CN" altLang="en-US">
                <a:latin typeface="+mn-lt"/>
                <a:ea typeface="+mn-ea"/>
                <a:cs typeface="+mn-ea"/>
                <a:sym typeface="+mn-lt"/>
              </a:endParaRPr>
            </a:p>
          </p:txBody>
        </p:sp>
        <p:sp>
          <p:nvSpPr>
            <p:cNvPr id="9" name="Freeform 8">
              <a:extLst>
                <a:ext uri="{FF2B5EF4-FFF2-40B4-BE49-F238E27FC236}">
                  <a16:creationId xmlns:a16="http://schemas.microsoft.com/office/drawing/2014/main" id="{EDF7E5E3-4CF1-4FA8-BEA8-208B5BEA3CE5}"/>
                </a:ext>
              </a:extLst>
            </p:cNvPr>
            <p:cNvSpPr>
              <a:spLocks/>
            </p:cNvSpPr>
            <p:nvPr/>
          </p:nvSpPr>
          <p:spPr bwMode="auto">
            <a:xfrm>
              <a:off x="6088383" y="3990260"/>
              <a:ext cx="1823718" cy="1159716"/>
            </a:xfrm>
            <a:custGeom>
              <a:avLst/>
              <a:gdLst>
                <a:gd name="T0" fmla="*/ 1149 w 1149"/>
                <a:gd name="T1" fmla="*/ 731 h 731"/>
                <a:gd name="T2" fmla="*/ 637 w 1149"/>
                <a:gd name="T3" fmla="*/ 0 h 731"/>
                <a:gd name="T4" fmla="*/ 0 w 1149"/>
                <a:gd name="T5" fmla="*/ 0 h 731"/>
                <a:gd name="T6" fmla="*/ 0 w 1149"/>
                <a:gd name="T7" fmla="*/ 731 h 731"/>
                <a:gd name="T8" fmla="*/ 1134 w 1149"/>
                <a:gd name="T9" fmla="*/ 726 h 731"/>
                <a:gd name="T10" fmla="*/ 1149 w 1149"/>
                <a:gd name="T11" fmla="*/ 731 h 731"/>
              </a:gdLst>
              <a:ahLst/>
              <a:cxnLst>
                <a:cxn ang="0">
                  <a:pos x="T0" y="T1"/>
                </a:cxn>
                <a:cxn ang="0">
                  <a:pos x="T2" y="T3"/>
                </a:cxn>
                <a:cxn ang="0">
                  <a:pos x="T4" y="T5"/>
                </a:cxn>
                <a:cxn ang="0">
                  <a:pos x="T6" y="T7"/>
                </a:cxn>
                <a:cxn ang="0">
                  <a:pos x="T8" y="T9"/>
                </a:cxn>
                <a:cxn ang="0">
                  <a:pos x="T10" y="T11"/>
                </a:cxn>
              </a:cxnLst>
              <a:rect l="0" t="0" r="r" b="b"/>
              <a:pathLst>
                <a:path w="1149" h="731">
                  <a:moveTo>
                    <a:pt x="1149" y="731"/>
                  </a:moveTo>
                  <a:lnTo>
                    <a:pt x="637" y="0"/>
                  </a:lnTo>
                  <a:lnTo>
                    <a:pt x="0" y="0"/>
                  </a:lnTo>
                  <a:lnTo>
                    <a:pt x="0" y="731"/>
                  </a:lnTo>
                  <a:lnTo>
                    <a:pt x="1134" y="726"/>
                  </a:lnTo>
                  <a:lnTo>
                    <a:pt x="1149" y="731"/>
                  </a:lnTo>
                  <a:close/>
                </a:path>
              </a:pathLst>
            </a:custGeom>
            <a:solidFill>
              <a:srgbClr val="BE8906"/>
            </a:solidFill>
            <a:ln>
              <a:noFill/>
            </a:ln>
          </p:spPr>
          <p:txBody>
            <a:bodyPr/>
            <a:lstStyle/>
            <a:p>
              <a:pPr>
                <a:defRPr/>
              </a:pPr>
              <a:endParaRPr lang="zh-CN" altLang="en-US">
                <a:latin typeface="+mn-lt"/>
                <a:ea typeface="+mn-ea"/>
                <a:cs typeface="+mn-ea"/>
                <a:sym typeface="+mn-lt"/>
              </a:endParaRPr>
            </a:p>
          </p:txBody>
        </p:sp>
        <p:sp>
          <p:nvSpPr>
            <p:cNvPr id="10" name="Rectangle 9">
              <a:extLst>
                <a:ext uri="{FF2B5EF4-FFF2-40B4-BE49-F238E27FC236}">
                  <a16:creationId xmlns:a16="http://schemas.microsoft.com/office/drawing/2014/main" id="{00F17F10-E6BD-40BC-A015-2572B59BBAE9}"/>
                </a:ext>
              </a:extLst>
            </p:cNvPr>
            <p:cNvSpPr>
              <a:spLocks noChangeArrowheads="1"/>
            </p:cNvSpPr>
            <p:nvPr/>
          </p:nvSpPr>
          <p:spPr bwMode="auto">
            <a:xfrm>
              <a:off x="4279900" y="5149977"/>
              <a:ext cx="1808483" cy="1708023"/>
            </a:xfrm>
            <a:prstGeom prst="rect">
              <a:avLst/>
            </a:prstGeom>
            <a:solidFill>
              <a:schemeClr val="accent1">
                <a:lumMod val="60000"/>
                <a:lumOff val="40000"/>
              </a:schemeClr>
            </a:solidFill>
            <a:ln>
              <a:noFill/>
            </a:ln>
          </p:spPr>
          <p:txBody>
            <a:bodyPr/>
            <a:lstStyle/>
            <a:p>
              <a:pPr>
                <a:defRPr/>
              </a:pPr>
              <a:endParaRPr lang="zh-CN" altLang="en-US">
                <a:latin typeface="+mn-lt"/>
                <a:ea typeface="+mn-ea"/>
                <a:cs typeface="+mn-ea"/>
                <a:sym typeface="+mn-lt"/>
              </a:endParaRPr>
            </a:p>
          </p:txBody>
        </p:sp>
        <p:sp>
          <p:nvSpPr>
            <p:cNvPr id="11" name="Rectangle 10">
              <a:extLst>
                <a:ext uri="{FF2B5EF4-FFF2-40B4-BE49-F238E27FC236}">
                  <a16:creationId xmlns:a16="http://schemas.microsoft.com/office/drawing/2014/main" id="{AC856053-FFED-412A-B7DE-14EF299F29C4}"/>
                </a:ext>
              </a:extLst>
            </p:cNvPr>
            <p:cNvSpPr>
              <a:spLocks noChangeArrowheads="1"/>
            </p:cNvSpPr>
            <p:nvPr/>
          </p:nvSpPr>
          <p:spPr bwMode="auto">
            <a:xfrm>
              <a:off x="6094913" y="5149977"/>
              <a:ext cx="1808483" cy="1708023"/>
            </a:xfrm>
            <a:prstGeom prst="rect">
              <a:avLst/>
            </a:prstGeom>
            <a:solidFill>
              <a:srgbClr val="EBAC07"/>
            </a:solidFill>
            <a:ln>
              <a:noFill/>
            </a:ln>
          </p:spPr>
          <p:txBody>
            <a:bodyPr/>
            <a:lstStyle/>
            <a:p>
              <a:pPr>
                <a:defRPr/>
              </a:pPr>
              <a:endParaRPr lang="zh-CN" altLang="en-US">
                <a:latin typeface="+mn-lt"/>
                <a:ea typeface="+mn-ea"/>
                <a:cs typeface="+mn-ea"/>
                <a:sym typeface="+mn-lt"/>
              </a:endParaRPr>
            </a:p>
          </p:txBody>
        </p:sp>
      </p:grpSp>
      <p:sp>
        <p:nvSpPr>
          <p:cNvPr id="17" name="Rectangle 2">
            <a:extLst>
              <a:ext uri="{FF2B5EF4-FFF2-40B4-BE49-F238E27FC236}">
                <a16:creationId xmlns:a16="http://schemas.microsoft.com/office/drawing/2014/main" id="{37BE182F-4DE1-4AB7-9256-160A69CB5B24}"/>
              </a:ext>
            </a:extLst>
          </p:cNvPr>
          <p:cNvSpPr txBox="1">
            <a:spLocks noChangeArrowheads="1"/>
          </p:cNvSpPr>
          <p:nvPr/>
        </p:nvSpPr>
        <p:spPr bwMode="auto">
          <a:xfrm>
            <a:off x="5046663" y="1711325"/>
            <a:ext cx="40259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371600" indent="-4572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buClr>
                <a:srgbClr val="FF6600"/>
              </a:buClr>
              <a:buSzPct val="50000"/>
            </a:pPr>
            <a:r>
              <a:rPr lang="zh-CN" altLang="en-US">
                <a:sym typeface="+mn-lt"/>
              </a:rPr>
              <a:t>参数传递有两种方式</a:t>
            </a:r>
          </a:p>
          <a:p>
            <a:pPr lvl="1">
              <a:lnSpc>
                <a:spcPct val="130000"/>
              </a:lnSpc>
              <a:buClr>
                <a:srgbClr val="C00000"/>
              </a:buClr>
              <a:buSzPct val="50000"/>
              <a:buFont typeface="Wingdings" pitchFamily="2" charset="2"/>
              <a:buChar char="l"/>
            </a:pPr>
            <a:r>
              <a:rPr lang="zh-CN" altLang="en-US" sz="2400">
                <a:solidFill>
                  <a:srgbClr val="CC0000"/>
                </a:solidFill>
                <a:sym typeface="+mn-lt"/>
              </a:rPr>
              <a:t>传值方式</a:t>
            </a:r>
            <a:r>
              <a:rPr lang="zh-CN" altLang="en-US" sz="2400">
                <a:sym typeface="+mn-lt"/>
              </a:rPr>
              <a:t>（参数为整型、实型、字符型等）</a:t>
            </a:r>
          </a:p>
          <a:p>
            <a:pPr lvl="1">
              <a:lnSpc>
                <a:spcPct val="130000"/>
              </a:lnSpc>
              <a:buClr>
                <a:srgbClr val="C00000"/>
              </a:buClr>
              <a:buSzPct val="50000"/>
              <a:buFont typeface="Wingdings" pitchFamily="2" charset="2"/>
              <a:buChar char="l"/>
            </a:pPr>
            <a:r>
              <a:rPr lang="zh-CN" altLang="en-US" sz="2400">
                <a:solidFill>
                  <a:srgbClr val="CC0000"/>
                </a:solidFill>
                <a:sym typeface="+mn-lt"/>
              </a:rPr>
              <a:t>传地址</a:t>
            </a:r>
          </a:p>
          <a:p>
            <a:pPr lvl="2">
              <a:lnSpc>
                <a:spcPct val="130000"/>
              </a:lnSpc>
              <a:buClr>
                <a:srgbClr val="0000FF"/>
              </a:buClr>
              <a:buSzPct val="50000"/>
              <a:buFont typeface="Times New Roman" panose="02020603050405020304" pitchFamily="18" charset="0"/>
              <a:buAutoNum type="alphaUcPeriod"/>
            </a:pPr>
            <a:r>
              <a:rPr lang="zh-CN" altLang="en-US">
                <a:solidFill>
                  <a:srgbClr val="CC0000"/>
                </a:solidFill>
                <a:sym typeface="+mn-lt"/>
                <a:hlinkClick r:id="rId2" action="ppaction://hlinksldjump"/>
              </a:rPr>
              <a:t>参数为指针变量</a:t>
            </a:r>
            <a:endParaRPr lang="zh-CN" altLang="en-US">
              <a:solidFill>
                <a:srgbClr val="CC0000"/>
              </a:solidFill>
              <a:sym typeface="+mn-lt"/>
            </a:endParaRPr>
          </a:p>
          <a:p>
            <a:pPr lvl="2">
              <a:lnSpc>
                <a:spcPct val="130000"/>
              </a:lnSpc>
              <a:buClr>
                <a:srgbClr val="0000FF"/>
              </a:buClr>
              <a:buSzPct val="50000"/>
              <a:buFont typeface="Times New Roman" panose="02020603050405020304" pitchFamily="18" charset="0"/>
              <a:buAutoNum type="alphaUcPeriod"/>
            </a:pPr>
            <a:r>
              <a:rPr lang="zh-CN" altLang="en-US">
                <a:solidFill>
                  <a:srgbClr val="CC0000"/>
                </a:solidFill>
                <a:sym typeface="+mn-lt"/>
                <a:hlinkClick r:id="rId3" action="ppaction://hlinksldjump"/>
              </a:rPr>
              <a:t>参数为引用类型</a:t>
            </a:r>
            <a:endParaRPr lang="zh-CN" altLang="en-US">
              <a:solidFill>
                <a:srgbClr val="CC0000"/>
              </a:solidFill>
              <a:sym typeface="+mn-lt"/>
            </a:endParaRPr>
          </a:p>
          <a:p>
            <a:pPr lvl="2">
              <a:lnSpc>
                <a:spcPct val="130000"/>
              </a:lnSpc>
              <a:buClr>
                <a:srgbClr val="0000FF"/>
              </a:buClr>
              <a:buSzPct val="50000"/>
              <a:buFont typeface="Times New Roman" panose="02020603050405020304" pitchFamily="18" charset="0"/>
              <a:buAutoNum type="alphaUcPeriod"/>
            </a:pPr>
            <a:r>
              <a:rPr lang="zh-CN" altLang="en-US">
                <a:solidFill>
                  <a:srgbClr val="CC0000"/>
                </a:solidFill>
                <a:sym typeface="+mn-lt"/>
                <a:hlinkClick r:id="rId4" action="ppaction://hlinksldjump"/>
              </a:rPr>
              <a:t>参数为数组名</a:t>
            </a:r>
            <a:endParaRPr lang="zh-CN" altLang="en-US">
              <a:solidFill>
                <a:srgbClr val="CC0000"/>
              </a:solidFill>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39650">
                                            <p:txEl>
                                              <p:pRg st="0" end="0"/>
                                            </p:txEl>
                                          </p:spTgt>
                                        </p:tgtEl>
                                        <p:attrNameLst>
                                          <p:attrName>style.visibility</p:attrName>
                                        </p:attrNameLst>
                                      </p:cBhvr>
                                      <p:to>
                                        <p:strVal val="visible"/>
                                      </p:to>
                                    </p:set>
                                    <p:animEffect transition="in" filter="blinds(horizontal)">
                                      <p:cBhvr>
                                        <p:cTn id="7" dur="500"/>
                                        <p:tgtEl>
                                          <p:spTgt spid="539650">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7">
                                            <p:txEl>
                                              <p:pRg st="0" end="0"/>
                                            </p:txEl>
                                          </p:spTgt>
                                        </p:tgtEl>
                                        <p:attrNameLst>
                                          <p:attrName>style.visibility</p:attrName>
                                        </p:attrNameLst>
                                      </p:cBhvr>
                                      <p:to>
                                        <p:strVal val="visible"/>
                                      </p:to>
                                    </p:set>
                                    <p:animEffect transition="in" filter="blinds(horizontal)">
                                      <p:cBhvr>
                                        <p:cTn id="12" dur="500"/>
                                        <p:tgtEl>
                                          <p:spTgt spid="17">
                                            <p:txEl>
                                              <p:pRg st="0" end="0"/>
                                            </p:txEl>
                                          </p:spTgt>
                                        </p:tgtEl>
                                      </p:cBhvr>
                                    </p:animEffect>
                                  </p:childTnLst>
                                </p:cTn>
                              </p:par>
                              <p:par>
                                <p:cTn id="13" presetID="3" presetClass="entr" presetSubtype="10" fill="hold" grpId="0" nodeType="with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blinds(horizontal)">
                                      <p:cBhvr>
                                        <p:cTn id="15" dur="500"/>
                                        <p:tgtEl>
                                          <p:spTgt spid="17">
                                            <p:txEl>
                                              <p:pRg st="1" end="1"/>
                                            </p:txEl>
                                          </p:spTgt>
                                        </p:tgtEl>
                                      </p:cBhvr>
                                    </p:animEffect>
                                  </p:childTnLst>
                                </p:cTn>
                              </p:par>
                              <p:par>
                                <p:cTn id="16" presetID="3" presetClass="entr" presetSubtype="10" fill="hold" grpId="0" nodeType="withEffect">
                                  <p:stCondLst>
                                    <p:cond delay="0"/>
                                  </p:stCondLst>
                                  <p:childTnLst>
                                    <p:set>
                                      <p:cBhvr>
                                        <p:cTn id="17" dur="1" fill="hold">
                                          <p:stCondLst>
                                            <p:cond delay="0"/>
                                          </p:stCondLst>
                                        </p:cTn>
                                        <p:tgtEl>
                                          <p:spTgt spid="17">
                                            <p:txEl>
                                              <p:pRg st="2" end="2"/>
                                            </p:txEl>
                                          </p:spTgt>
                                        </p:tgtEl>
                                        <p:attrNameLst>
                                          <p:attrName>style.visibility</p:attrName>
                                        </p:attrNameLst>
                                      </p:cBhvr>
                                      <p:to>
                                        <p:strVal val="visible"/>
                                      </p:to>
                                    </p:set>
                                    <p:animEffect transition="in" filter="blinds(horizontal)">
                                      <p:cBhvr>
                                        <p:cTn id="18" dur="500"/>
                                        <p:tgtEl>
                                          <p:spTgt spid="17">
                                            <p:txEl>
                                              <p:pRg st="2" end="2"/>
                                            </p:txEl>
                                          </p:spTgt>
                                        </p:tgtEl>
                                      </p:cBhvr>
                                    </p:animEffect>
                                  </p:childTnLst>
                                </p:cTn>
                              </p:par>
                              <p:par>
                                <p:cTn id="19" presetID="3" presetClass="entr" presetSubtype="10" fill="hold" grpId="0" nodeType="withEffect">
                                  <p:stCondLst>
                                    <p:cond delay="0"/>
                                  </p:stCondLst>
                                  <p:childTnLst>
                                    <p:set>
                                      <p:cBhvr>
                                        <p:cTn id="20" dur="1" fill="hold">
                                          <p:stCondLst>
                                            <p:cond delay="0"/>
                                          </p:stCondLst>
                                        </p:cTn>
                                        <p:tgtEl>
                                          <p:spTgt spid="17">
                                            <p:txEl>
                                              <p:pRg st="3" end="3"/>
                                            </p:txEl>
                                          </p:spTgt>
                                        </p:tgtEl>
                                        <p:attrNameLst>
                                          <p:attrName>style.visibility</p:attrName>
                                        </p:attrNameLst>
                                      </p:cBhvr>
                                      <p:to>
                                        <p:strVal val="visible"/>
                                      </p:to>
                                    </p:set>
                                    <p:animEffect transition="in" filter="blinds(horizontal)">
                                      <p:cBhvr>
                                        <p:cTn id="21" dur="500"/>
                                        <p:tgtEl>
                                          <p:spTgt spid="17">
                                            <p:txEl>
                                              <p:pRg st="3" end="3"/>
                                            </p:txEl>
                                          </p:spTgt>
                                        </p:tgtEl>
                                      </p:cBhvr>
                                    </p:animEffect>
                                  </p:childTnLst>
                                </p:cTn>
                              </p:par>
                              <p:par>
                                <p:cTn id="22" presetID="3" presetClass="entr" presetSubtype="10" fill="hold" grpId="0" nodeType="withEffect">
                                  <p:stCondLst>
                                    <p:cond delay="0"/>
                                  </p:stCondLst>
                                  <p:childTnLst>
                                    <p:set>
                                      <p:cBhvr>
                                        <p:cTn id="23" dur="1" fill="hold">
                                          <p:stCondLst>
                                            <p:cond delay="0"/>
                                          </p:stCondLst>
                                        </p:cTn>
                                        <p:tgtEl>
                                          <p:spTgt spid="17">
                                            <p:txEl>
                                              <p:pRg st="4" end="4"/>
                                            </p:txEl>
                                          </p:spTgt>
                                        </p:tgtEl>
                                        <p:attrNameLst>
                                          <p:attrName>style.visibility</p:attrName>
                                        </p:attrNameLst>
                                      </p:cBhvr>
                                      <p:to>
                                        <p:strVal val="visible"/>
                                      </p:to>
                                    </p:set>
                                    <p:animEffect transition="in" filter="blinds(horizontal)">
                                      <p:cBhvr>
                                        <p:cTn id="24" dur="500"/>
                                        <p:tgtEl>
                                          <p:spTgt spid="17">
                                            <p:txEl>
                                              <p:pRg st="4" end="4"/>
                                            </p:txEl>
                                          </p:spTgt>
                                        </p:tgtEl>
                                      </p:cBhvr>
                                    </p:animEffect>
                                  </p:childTnLst>
                                </p:cTn>
                              </p:par>
                              <p:par>
                                <p:cTn id="25" presetID="3" presetClass="entr" presetSubtype="10" fill="hold" grpId="0" nodeType="withEffect">
                                  <p:stCondLst>
                                    <p:cond delay="0"/>
                                  </p:stCondLst>
                                  <p:childTnLst>
                                    <p:set>
                                      <p:cBhvr>
                                        <p:cTn id="26" dur="1" fill="hold">
                                          <p:stCondLst>
                                            <p:cond delay="0"/>
                                          </p:stCondLst>
                                        </p:cTn>
                                        <p:tgtEl>
                                          <p:spTgt spid="17">
                                            <p:txEl>
                                              <p:pRg st="5" end="5"/>
                                            </p:txEl>
                                          </p:spTgt>
                                        </p:tgtEl>
                                        <p:attrNameLst>
                                          <p:attrName>style.visibility</p:attrName>
                                        </p:attrNameLst>
                                      </p:cBhvr>
                                      <p:to>
                                        <p:strVal val="visible"/>
                                      </p:to>
                                    </p:set>
                                    <p:animEffect transition="in" filter="blinds(horizontal)">
                                      <p:cBhvr>
                                        <p:cTn id="27" dur="500"/>
                                        <p:tgtEl>
                                          <p:spTgt spid="1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9650" grpId="0" build="p"/>
      <p:bldP spid="17"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674" name="Rectangle 2">
            <a:extLst>
              <a:ext uri="{FF2B5EF4-FFF2-40B4-BE49-F238E27FC236}">
                <a16:creationId xmlns:a16="http://schemas.microsoft.com/office/drawing/2014/main" id="{C04CAA78-40C5-40BF-A009-7456F5F24798}"/>
              </a:ext>
            </a:extLst>
          </p:cNvPr>
          <p:cNvSpPr>
            <a:spLocks noChangeArrowheads="1"/>
          </p:cNvSpPr>
          <p:nvPr/>
        </p:nvSpPr>
        <p:spPr bwMode="auto">
          <a:xfrm>
            <a:off x="4427538" y="2133600"/>
            <a:ext cx="4537075" cy="4338638"/>
          </a:xfrm>
          <a:prstGeom prst="rect">
            <a:avLst/>
          </a:prstGeom>
          <a:noFill/>
          <a:ln w="28575">
            <a:solidFill>
              <a:schemeClr val="accent1">
                <a:lumMod val="60000"/>
                <a:lumOff val="40000"/>
              </a:schemeClr>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dirty="0">
                <a:latin typeface="+mn-lt"/>
                <a:ea typeface="+mn-ea"/>
                <a:cs typeface="+mn-ea"/>
                <a:sym typeface="+mn-lt"/>
              </a:rPr>
              <a:t>void main()</a:t>
            </a:r>
          </a:p>
          <a:p>
            <a:pPr>
              <a:lnSpc>
                <a:spcPct val="100000"/>
              </a:lnSpc>
              <a:spcBef>
                <a:spcPct val="50000"/>
              </a:spcBef>
              <a:defRPr/>
            </a:pP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float </a:t>
            </a:r>
            <a:r>
              <a:rPr lang="en-US" altLang="zh-CN" dirty="0" err="1">
                <a:latin typeface="+mn-lt"/>
                <a:ea typeface="+mn-ea"/>
                <a:cs typeface="+mn-ea"/>
                <a:sym typeface="+mn-lt"/>
              </a:rPr>
              <a:t>a,b</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a:t>
            </a:r>
            <a:r>
              <a:rPr lang="en-US" altLang="zh-CN" dirty="0" err="1">
                <a:latin typeface="+mn-lt"/>
                <a:ea typeface="+mn-ea"/>
                <a:cs typeface="+mn-ea"/>
                <a:sym typeface="+mn-lt"/>
              </a:rPr>
              <a:t>cin</a:t>
            </a:r>
            <a:r>
              <a:rPr lang="en-US" altLang="zh-CN" dirty="0">
                <a:latin typeface="+mn-lt"/>
                <a:ea typeface="+mn-ea"/>
                <a:cs typeface="+mn-ea"/>
                <a:sym typeface="+mn-lt"/>
              </a:rPr>
              <a:t>&gt;&gt;a&gt;&gt;b;</a:t>
            </a:r>
          </a:p>
          <a:p>
            <a:pPr>
              <a:lnSpc>
                <a:spcPct val="100000"/>
              </a:lnSpc>
              <a:spcBef>
                <a:spcPct val="50000"/>
              </a:spcBef>
              <a:defRPr/>
            </a:pPr>
            <a:r>
              <a:rPr lang="en-US" altLang="zh-CN" dirty="0">
                <a:latin typeface="+mn-lt"/>
                <a:ea typeface="+mn-ea"/>
                <a:cs typeface="+mn-ea"/>
                <a:sym typeface="+mn-lt"/>
              </a:rPr>
              <a:t> 	swap(</a:t>
            </a:r>
            <a:r>
              <a:rPr lang="en-US" altLang="zh-CN" dirty="0" err="1">
                <a:latin typeface="+mn-lt"/>
                <a:ea typeface="+mn-ea"/>
                <a:cs typeface="+mn-ea"/>
                <a:sym typeface="+mn-lt"/>
              </a:rPr>
              <a:t>a,b</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a:t>
            </a:r>
            <a:r>
              <a:rPr lang="en-US" altLang="zh-CN" dirty="0" err="1">
                <a:latin typeface="+mn-lt"/>
                <a:ea typeface="+mn-ea"/>
                <a:cs typeface="+mn-ea"/>
                <a:sym typeface="+mn-lt"/>
              </a:rPr>
              <a:t>cout</a:t>
            </a:r>
            <a:r>
              <a:rPr lang="en-US" altLang="zh-CN" dirty="0">
                <a:latin typeface="+mn-lt"/>
                <a:ea typeface="+mn-ea"/>
                <a:cs typeface="+mn-ea"/>
                <a:sym typeface="+mn-lt"/>
              </a:rPr>
              <a:t>&lt;&lt;a&lt;&lt;</a:t>
            </a:r>
            <a:r>
              <a:rPr lang="en-US" altLang="zh-CN" dirty="0" err="1">
                <a:latin typeface="+mn-lt"/>
                <a:ea typeface="+mn-ea"/>
                <a:cs typeface="+mn-ea"/>
                <a:sym typeface="+mn-lt"/>
              </a:rPr>
              <a:t>endl</a:t>
            </a:r>
            <a:r>
              <a:rPr lang="en-US" altLang="zh-CN" dirty="0">
                <a:latin typeface="+mn-lt"/>
                <a:ea typeface="+mn-ea"/>
                <a:cs typeface="+mn-ea"/>
                <a:sym typeface="+mn-lt"/>
              </a:rPr>
              <a:t>&lt;&lt;b&lt;&lt;</a:t>
            </a:r>
            <a:r>
              <a:rPr lang="en-US" altLang="zh-CN" dirty="0" err="1">
                <a:latin typeface="+mn-lt"/>
                <a:ea typeface="+mn-ea"/>
                <a:cs typeface="+mn-ea"/>
                <a:sym typeface="+mn-lt"/>
              </a:rPr>
              <a:t>endl</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a:t>
            </a:r>
          </a:p>
          <a:p>
            <a:pPr>
              <a:lnSpc>
                <a:spcPct val="100000"/>
              </a:lnSpc>
              <a:spcBef>
                <a:spcPct val="50000"/>
              </a:spcBef>
              <a:defRPr/>
            </a:pPr>
            <a:endParaRPr lang="en-US" altLang="zh-CN" dirty="0">
              <a:latin typeface="+mn-lt"/>
              <a:ea typeface="+mn-ea"/>
              <a:cs typeface="+mn-ea"/>
              <a:sym typeface="+mn-lt"/>
            </a:endParaRPr>
          </a:p>
        </p:txBody>
      </p:sp>
      <p:sp>
        <p:nvSpPr>
          <p:cNvPr id="540675" name="Rectangle 3">
            <a:extLst>
              <a:ext uri="{FF2B5EF4-FFF2-40B4-BE49-F238E27FC236}">
                <a16:creationId xmlns:a16="http://schemas.microsoft.com/office/drawing/2014/main" id="{C02E3B28-E83B-4BB0-A333-8A4EBA7F527D}"/>
              </a:ext>
            </a:extLst>
          </p:cNvPr>
          <p:cNvSpPr>
            <a:spLocks noChangeArrowheads="1"/>
          </p:cNvSpPr>
          <p:nvPr/>
        </p:nvSpPr>
        <p:spPr bwMode="auto">
          <a:xfrm>
            <a:off x="269875" y="2133600"/>
            <a:ext cx="4014788" cy="4338638"/>
          </a:xfrm>
          <a:prstGeom prst="rect">
            <a:avLst/>
          </a:prstGeom>
          <a:noFill/>
          <a:ln w="28575">
            <a:solidFill>
              <a:schemeClr val="accent1">
                <a:lumMod val="60000"/>
                <a:lumOff val="40000"/>
              </a:schemeClr>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dirty="0">
                <a:latin typeface="+mn-lt"/>
                <a:ea typeface="+mn-ea"/>
                <a:cs typeface="+mn-ea"/>
                <a:sym typeface="+mn-lt"/>
              </a:rPr>
              <a:t>#include &lt;</a:t>
            </a:r>
            <a:r>
              <a:rPr lang="en-US" altLang="zh-CN" dirty="0" err="1">
                <a:latin typeface="+mn-lt"/>
                <a:ea typeface="+mn-ea"/>
                <a:cs typeface="+mn-ea"/>
                <a:sym typeface="+mn-lt"/>
              </a:rPr>
              <a:t>iostream.h</a:t>
            </a:r>
            <a:r>
              <a:rPr lang="en-US" altLang="zh-CN" dirty="0">
                <a:latin typeface="+mn-lt"/>
                <a:ea typeface="+mn-ea"/>
                <a:cs typeface="+mn-ea"/>
                <a:sym typeface="+mn-lt"/>
              </a:rPr>
              <a:t>&gt;</a:t>
            </a:r>
          </a:p>
          <a:p>
            <a:pPr>
              <a:lnSpc>
                <a:spcPct val="100000"/>
              </a:lnSpc>
              <a:spcBef>
                <a:spcPct val="50000"/>
              </a:spcBef>
              <a:defRPr/>
            </a:pPr>
            <a:r>
              <a:rPr lang="en-US" altLang="zh-CN" dirty="0">
                <a:latin typeface="+mn-lt"/>
                <a:ea typeface="+mn-ea"/>
                <a:cs typeface="+mn-ea"/>
                <a:sym typeface="+mn-lt"/>
              </a:rPr>
              <a:t>void swap(float </a:t>
            </a:r>
            <a:r>
              <a:rPr lang="en-US" altLang="zh-CN" dirty="0" err="1">
                <a:latin typeface="+mn-lt"/>
                <a:ea typeface="+mn-ea"/>
                <a:cs typeface="+mn-ea"/>
                <a:sym typeface="+mn-lt"/>
              </a:rPr>
              <a:t>m,float</a:t>
            </a:r>
            <a:r>
              <a:rPr lang="en-US" altLang="zh-CN" dirty="0">
                <a:latin typeface="+mn-lt"/>
                <a:ea typeface="+mn-ea"/>
                <a:cs typeface="+mn-ea"/>
                <a:sym typeface="+mn-lt"/>
              </a:rPr>
              <a:t> n)</a:t>
            </a:r>
          </a:p>
          <a:p>
            <a:pPr>
              <a:lnSpc>
                <a:spcPct val="100000"/>
              </a:lnSpc>
              <a:spcBef>
                <a:spcPct val="50000"/>
              </a:spcBef>
              <a:defRPr/>
            </a:pP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float temp;</a:t>
            </a:r>
          </a:p>
          <a:p>
            <a:pPr>
              <a:lnSpc>
                <a:spcPct val="100000"/>
              </a:lnSpc>
              <a:spcBef>
                <a:spcPct val="50000"/>
              </a:spcBef>
              <a:defRPr/>
            </a:pPr>
            <a:r>
              <a:rPr lang="en-US" altLang="zh-CN" dirty="0">
                <a:latin typeface="+mn-lt"/>
                <a:ea typeface="+mn-ea"/>
                <a:cs typeface="+mn-ea"/>
                <a:sym typeface="+mn-lt"/>
              </a:rPr>
              <a:t> 	temp=m;</a:t>
            </a:r>
          </a:p>
          <a:p>
            <a:pPr>
              <a:lnSpc>
                <a:spcPct val="100000"/>
              </a:lnSpc>
              <a:spcBef>
                <a:spcPct val="50000"/>
              </a:spcBef>
              <a:defRPr/>
            </a:pPr>
            <a:r>
              <a:rPr lang="en-US" altLang="zh-CN" dirty="0">
                <a:latin typeface="+mn-lt"/>
                <a:ea typeface="+mn-ea"/>
                <a:cs typeface="+mn-ea"/>
                <a:sym typeface="+mn-lt"/>
              </a:rPr>
              <a:t>	 m=n;</a:t>
            </a:r>
          </a:p>
          <a:p>
            <a:pPr>
              <a:lnSpc>
                <a:spcPct val="100000"/>
              </a:lnSpc>
              <a:spcBef>
                <a:spcPct val="50000"/>
              </a:spcBef>
              <a:defRPr/>
            </a:pPr>
            <a:r>
              <a:rPr lang="en-US" altLang="zh-CN" dirty="0">
                <a:latin typeface="+mn-lt"/>
                <a:ea typeface="+mn-ea"/>
                <a:cs typeface="+mn-ea"/>
                <a:sym typeface="+mn-lt"/>
              </a:rPr>
              <a:t> 	n=temp;</a:t>
            </a:r>
          </a:p>
          <a:p>
            <a:pPr>
              <a:lnSpc>
                <a:spcPct val="100000"/>
              </a:lnSpc>
              <a:spcBef>
                <a:spcPct val="50000"/>
              </a:spcBef>
              <a:defRPr/>
            </a:pPr>
            <a:r>
              <a:rPr lang="en-US" altLang="zh-CN" dirty="0">
                <a:latin typeface="+mn-lt"/>
                <a:ea typeface="+mn-ea"/>
                <a:cs typeface="+mn-ea"/>
                <a:sym typeface="+mn-lt"/>
              </a:rPr>
              <a:t>}</a:t>
            </a:r>
          </a:p>
        </p:txBody>
      </p:sp>
      <p:sp>
        <p:nvSpPr>
          <p:cNvPr id="44036" name="Rectangle 4">
            <a:extLst>
              <a:ext uri="{FF2B5EF4-FFF2-40B4-BE49-F238E27FC236}">
                <a16:creationId xmlns:a16="http://schemas.microsoft.com/office/drawing/2014/main" id="{66E7A427-3B9F-41C9-A629-C79E3B21410B}"/>
              </a:ext>
            </a:extLst>
          </p:cNvPr>
          <p:cNvSpPr>
            <a:spLocks noChangeArrowheads="1"/>
          </p:cNvSpPr>
          <p:nvPr/>
        </p:nvSpPr>
        <p:spPr bwMode="auto">
          <a:xfrm>
            <a:off x="755650" y="193675"/>
            <a:ext cx="2381250" cy="52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传值方式</a:t>
            </a:r>
          </a:p>
        </p:txBody>
      </p:sp>
      <p:sp>
        <p:nvSpPr>
          <p:cNvPr id="540677" name="Rectangle 5">
            <a:extLst>
              <a:ext uri="{FF2B5EF4-FFF2-40B4-BE49-F238E27FC236}">
                <a16:creationId xmlns:a16="http://schemas.microsoft.com/office/drawing/2014/main" id="{435A2AF2-ADEF-40CA-BC59-353BF1E2C015}"/>
              </a:ext>
            </a:extLst>
          </p:cNvPr>
          <p:cNvSpPr>
            <a:spLocks noChangeArrowheads="1"/>
          </p:cNvSpPr>
          <p:nvPr/>
        </p:nvSpPr>
        <p:spPr bwMode="auto">
          <a:xfrm>
            <a:off x="223838" y="955675"/>
            <a:ext cx="8740775" cy="1006475"/>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buClr>
                <a:srgbClr val="FF6600"/>
              </a:buClr>
              <a:buSzPct val="50000"/>
              <a:buFont typeface="Wingdings" pitchFamily="2" charset="2"/>
              <a:buNone/>
            </a:pPr>
            <a:r>
              <a:rPr lang="zh-CN" altLang="en-US">
                <a:solidFill>
                  <a:srgbClr val="CC0000"/>
                </a:solidFill>
                <a:sym typeface="+mn-lt"/>
              </a:rPr>
              <a:t>把实参的值传送给函数局部工作区相应的副本中</a:t>
            </a:r>
            <a:r>
              <a:rPr lang="zh-CN" altLang="en-US">
                <a:sym typeface="+mn-lt"/>
              </a:rPr>
              <a:t>，函数使用这个副本执行必要的功能。函数修改的是</a:t>
            </a:r>
            <a:r>
              <a:rPr lang="zh-CN" altLang="en-US">
                <a:solidFill>
                  <a:srgbClr val="CC0000"/>
                </a:solidFill>
                <a:sym typeface="+mn-lt"/>
              </a:rPr>
              <a:t>副本的值</a:t>
            </a:r>
            <a:r>
              <a:rPr lang="zh-CN" altLang="en-US">
                <a:sym typeface="+mn-lt"/>
              </a:rPr>
              <a:t>，</a:t>
            </a:r>
            <a:r>
              <a:rPr lang="zh-CN" altLang="en-US">
                <a:solidFill>
                  <a:srgbClr val="CC0000"/>
                </a:solidFill>
                <a:sym typeface="+mn-lt"/>
              </a:rPr>
              <a:t>实参的值不变</a:t>
            </a:r>
          </a:p>
        </p:txBody>
      </p:sp>
      <p:sp>
        <p:nvSpPr>
          <p:cNvPr id="2" name="空心弧 1">
            <a:extLst>
              <a:ext uri="{FF2B5EF4-FFF2-40B4-BE49-F238E27FC236}">
                <a16:creationId xmlns:a16="http://schemas.microsoft.com/office/drawing/2014/main" id="{0C404FD6-7768-4AF7-A20A-438972C7EBBF}"/>
              </a:ext>
            </a:extLst>
          </p:cNvPr>
          <p:cNvSpPr/>
          <p:nvPr/>
        </p:nvSpPr>
        <p:spPr bwMode="auto">
          <a:xfrm flipV="1">
            <a:off x="4067175" y="5789613"/>
            <a:ext cx="576263" cy="476250"/>
          </a:xfrm>
          <a:prstGeom prst="blockArc">
            <a:avLst/>
          </a:prstGeom>
          <a:solidFill>
            <a:schemeClr val="accent1"/>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40674"/>
                                        </p:tgtEl>
                                        <p:attrNameLst>
                                          <p:attrName>style.visibility</p:attrName>
                                        </p:attrNameLst>
                                      </p:cBhvr>
                                      <p:to>
                                        <p:strVal val="visible"/>
                                      </p:to>
                                    </p:set>
                                    <p:anim calcmode="lin" valueType="num">
                                      <p:cBhvr additive="base">
                                        <p:cTn id="7" dur="500" fill="hold"/>
                                        <p:tgtEl>
                                          <p:spTgt spid="540674"/>
                                        </p:tgtEl>
                                        <p:attrNameLst>
                                          <p:attrName>ppt_x</p:attrName>
                                        </p:attrNameLst>
                                      </p:cBhvr>
                                      <p:tavLst>
                                        <p:tav tm="0">
                                          <p:val>
                                            <p:strVal val="0-#ppt_w/2"/>
                                          </p:val>
                                        </p:tav>
                                        <p:tav tm="100000">
                                          <p:val>
                                            <p:strVal val="#ppt_x"/>
                                          </p:val>
                                        </p:tav>
                                      </p:tavLst>
                                    </p:anim>
                                    <p:anim calcmode="lin" valueType="num">
                                      <p:cBhvr additive="base">
                                        <p:cTn id="8" dur="500" fill="hold"/>
                                        <p:tgtEl>
                                          <p:spTgt spid="540674"/>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2" presetClass="entr" presetSubtype="2"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wipe(right)">
                                      <p:cBhvr>
                                        <p:cTn id="13" dur="500"/>
                                        <p:tgtEl>
                                          <p:spTgt spid="2"/>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2" presetClass="entr" presetSubtype="8" fill="hold" grpId="0" nodeType="clickEffect">
                                  <p:stCondLst>
                                    <p:cond delay="0"/>
                                  </p:stCondLst>
                                  <p:childTnLst>
                                    <p:set>
                                      <p:cBhvr>
                                        <p:cTn id="17" dur="1" fill="hold">
                                          <p:stCondLst>
                                            <p:cond delay="0"/>
                                          </p:stCondLst>
                                        </p:cTn>
                                        <p:tgtEl>
                                          <p:spTgt spid="540675"/>
                                        </p:tgtEl>
                                        <p:attrNameLst>
                                          <p:attrName>style.visibility</p:attrName>
                                        </p:attrNameLst>
                                      </p:cBhvr>
                                      <p:to>
                                        <p:strVal val="visible"/>
                                      </p:to>
                                    </p:set>
                                    <p:anim calcmode="lin" valueType="num">
                                      <p:cBhvr additive="base">
                                        <p:cTn id="18" dur="500" fill="hold"/>
                                        <p:tgtEl>
                                          <p:spTgt spid="540675"/>
                                        </p:tgtEl>
                                        <p:attrNameLst>
                                          <p:attrName>ppt_x</p:attrName>
                                        </p:attrNameLst>
                                      </p:cBhvr>
                                      <p:tavLst>
                                        <p:tav tm="0">
                                          <p:val>
                                            <p:strVal val="0-#ppt_w/2"/>
                                          </p:val>
                                        </p:tav>
                                        <p:tav tm="100000">
                                          <p:val>
                                            <p:strVal val="#ppt_x"/>
                                          </p:val>
                                        </p:tav>
                                      </p:tavLst>
                                    </p:anim>
                                    <p:anim calcmode="lin" valueType="num">
                                      <p:cBhvr additive="base">
                                        <p:cTn id="19" dur="500" fill="hold"/>
                                        <p:tgtEl>
                                          <p:spTgt spid="540675"/>
                                        </p:tgtEl>
                                        <p:attrNameLst>
                                          <p:attrName>ppt_y</p:attrName>
                                        </p:attrNameLst>
                                      </p:cBhvr>
                                      <p:tavLst>
                                        <p:tav tm="0">
                                          <p:val>
                                            <p:strVal val="#ppt_y"/>
                                          </p:val>
                                        </p:tav>
                                        <p:tav tm="100000">
                                          <p:val>
                                            <p:strVal val="#ppt_y"/>
                                          </p:val>
                                        </p:tav>
                                      </p:tavLst>
                                    </p:anim>
                                  </p:childTnLst>
                                </p:cTn>
                              </p:par>
                            </p:childTnLst>
                          </p:cTn>
                        </p:par>
                      </p:childTnLst>
                    </p:cTn>
                  </p:par>
                  <p:par>
                    <p:cTn id="20" fill="hold" nodeType="clickPar">
                      <p:stCondLst>
                        <p:cond delay="indefinite"/>
                      </p:stCondLst>
                      <p:childTnLst>
                        <p:par>
                          <p:cTn id="21" fill="hold" nodeType="withGroup">
                            <p:stCondLst>
                              <p:cond delay="0"/>
                            </p:stCondLst>
                            <p:childTnLst>
                              <p:par>
                                <p:cTn id="22" presetID="2" presetClass="entr" presetSubtype="8" fill="hold" grpId="0" nodeType="clickEffect">
                                  <p:stCondLst>
                                    <p:cond delay="0"/>
                                  </p:stCondLst>
                                  <p:childTnLst>
                                    <p:set>
                                      <p:cBhvr>
                                        <p:cTn id="23" dur="1" fill="hold">
                                          <p:stCondLst>
                                            <p:cond delay="0"/>
                                          </p:stCondLst>
                                        </p:cTn>
                                        <p:tgtEl>
                                          <p:spTgt spid="540677"/>
                                        </p:tgtEl>
                                        <p:attrNameLst>
                                          <p:attrName>style.visibility</p:attrName>
                                        </p:attrNameLst>
                                      </p:cBhvr>
                                      <p:to>
                                        <p:strVal val="visible"/>
                                      </p:to>
                                    </p:set>
                                    <p:anim calcmode="lin" valueType="num">
                                      <p:cBhvr additive="base">
                                        <p:cTn id="24" dur="500" fill="hold"/>
                                        <p:tgtEl>
                                          <p:spTgt spid="540677"/>
                                        </p:tgtEl>
                                        <p:attrNameLst>
                                          <p:attrName>ppt_x</p:attrName>
                                        </p:attrNameLst>
                                      </p:cBhvr>
                                      <p:tavLst>
                                        <p:tav tm="0">
                                          <p:val>
                                            <p:strVal val="0-#ppt_w/2"/>
                                          </p:val>
                                        </p:tav>
                                        <p:tav tm="100000">
                                          <p:val>
                                            <p:strVal val="#ppt_x"/>
                                          </p:val>
                                        </p:tav>
                                      </p:tavLst>
                                    </p:anim>
                                    <p:anim calcmode="lin" valueType="num">
                                      <p:cBhvr additive="base">
                                        <p:cTn id="25" dur="500" fill="hold"/>
                                        <p:tgtEl>
                                          <p:spTgt spid="54067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0674" grpId="0" animBg="1"/>
      <p:bldP spid="540675" grpId="0" animBg="1"/>
      <p:bldP spid="540677"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a:extLst>
              <a:ext uri="{FF2B5EF4-FFF2-40B4-BE49-F238E27FC236}">
                <a16:creationId xmlns:a16="http://schemas.microsoft.com/office/drawing/2014/main" id="{DC2CC085-34B5-405A-804D-16AEC58567D2}"/>
              </a:ext>
            </a:extLst>
          </p:cNvPr>
          <p:cNvSpPr>
            <a:spLocks noChangeArrowheads="1"/>
          </p:cNvSpPr>
          <p:nvPr/>
        </p:nvSpPr>
        <p:spPr bwMode="auto">
          <a:xfrm>
            <a:off x="790575" y="11113"/>
            <a:ext cx="6934200" cy="849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传地址方式－－指针变量作参数</a:t>
            </a:r>
          </a:p>
        </p:txBody>
      </p:sp>
      <p:sp>
        <p:nvSpPr>
          <p:cNvPr id="541699" name="Rectangle 3">
            <a:extLst>
              <a:ext uri="{FF2B5EF4-FFF2-40B4-BE49-F238E27FC236}">
                <a16:creationId xmlns:a16="http://schemas.microsoft.com/office/drawing/2014/main" id="{187F4827-05E9-4DC8-92E1-CBEF090A4CDF}"/>
              </a:ext>
            </a:extLst>
          </p:cNvPr>
          <p:cNvSpPr>
            <a:spLocks noChangeArrowheads="1"/>
          </p:cNvSpPr>
          <p:nvPr/>
        </p:nvSpPr>
        <p:spPr bwMode="auto">
          <a:xfrm>
            <a:off x="4549775" y="1825625"/>
            <a:ext cx="4465638" cy="4321175"/>
          </a:xfrm>
          <a:prstGeom prst="rect">
            <a:avLst/>
          </a:prstGeom>
          <a:noFill/>
          <a:ln w="28575">
            <a:solidFill>
              <a:srgbClr val="0000FF"/>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dirty="0">
                <a:latin typeface="+mn-lt"/>
                <a:ea typeface="+mn-ea"/>
                <a:cs typeface="+mn-ea"/>
                <a:sym typeface="+mn-lt"/>
              </a:rPr>
              <a:t>void main()</a:t>
            </a:r>
          </a:p>
          <a:p>
            <a:pPr>
              <a:lnSpc>
                <a:spcPct val="100000"/>
              </a:lnSpc>
              <a:spcBef>
                <a:spcPct val="50000"/>
              </a:spcBef>
              <a:defRPr/>
            </a:pP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float </a:t>
            </a:r>
            <a:r>
              <a:rPr lang="en-US" altLang="zh-CN" dirty="0" err="1">
                <a:latin typeface="+mn-lt"/>
                <a:ea typeface="+mn-ea"/>
                <a:cs typeface="+mn-ea"/>
                <a:sym typeface="+mn-lt"/>
              </a:rPr>
              <a:t>a,b</a:t>
            </a:r>
            <a:r>
              <a:rPr lang="en-US" altLang="zh-CN" dirty="0">
                <a:latin typeface="+mn-lt"/>
                <a:ea typeface="+mn-ea"/>
                <a:cs typeface="+mn-ea"/>
                <a:sym typeface="+mn-lt"/>
              </a:rPr>
              <a:t>,*p1,*p2;</a:t>
            </a:r>
          </a:p>
          <a:p>
            <a:pPr>
              <a:lnSpc>
                <a:spcPct val="100000"/>
              </a:lnSpc>
              <a:spcBef>
                <a:spcPct val="50000"/>
              </a:spcBef>
              <a:defRPr/>
            </a:pPr>
            <a:r>
              <a:rPr lang="en-US" altLang="zh-CN" dirty="0">
                <a:latin typeface="+mn-lt"/>
                <a:ea typeface="+mn-ea"/>
                <a:cs typeface="+mn-ea"/>
                <a:sym typeface="+mn-lt"/>
              </a:rPr>
              <a:t> 	</a:t>
            </a:r>
            <a:r>
              <a:rPr lang="en-US" altLang="zh-CN" dirty="0" err="1">
                <a:latin typeface="+mn-lt"/>
                <a:ea typeface="+mn-ea"/>
                <a:cs typeface="+mn-ea"/>
                <a:sym typeface="+mn-lt"/>
              </a:rPr>
              <a:t>cin</a:t>
            </a:r>
            <a:r>
              <a:rPr lang="en-US" altLang="zh-CN" dirty="0">
                <a:latin typeface="+mn-lt"/>
                <a:ea typeface="+mn-ea"/>
                <a:cs typeface="+mn-ea"/>
                <a:sym typeface="+mn-lt"/>
              </a:rPr>
              <a:t>&gt;&gt;a&gt;&gt;b;</a:t>
            </a:r>
          </a:p>
          <a:p>
            <a:pPr>
              <a:lnSpc>
                <a:spcPct val="100000"/>
              </a:lnSpc>
              <a:spcBef>
                <a:spcPct val="50000"/>
              </a:spcBef>
              <a:defRPr/>
            </a:pPr>
            <a:r>
              <a:rPr lang="en-US" altLang="zh-CN" dirty="0">
                <a:latin typeface="+mn-lt"/>
                <a:ea typeface="+mn-ea"/>
                <a:cs typeface="+mn-ea"/>
                <a:sym typeface="+mn-lt"/>
              </a:rPr>
              <a:t> 	p1=&amp;a;   p2=&amp;b; </a:t>
            </a:r>
          </a:p>
          <a:p>
            <a:pPr algn="just" eaLnBrk="1" hangingPunct="1">
              <a:lnSpc>
                <a:spcPct val="100000"/>
              </a:lnSpc>
              <a:spcBef>
                <a:spcPct val="20000"/>
              </a:spcBef>
              <a:buSzPct val="90000"/>
              <a:defRPr/>
            </a:pPr>
            <a:r>
              <a:rPr lang="en-US" altLang="zh-CN" dirty="0">
                <a:latin typeface="+mn-lt"/>
                <a:ea typeface="+mn-ea"/>
                <a:cs typeface="+mn-ea"/>
                <a:sym typeface="+mn-lt"/>
              </a:rPr>
              <a:t> 	swap(p1, p2);</a:t>
            </a:r>
          </a:p>
          <a:p>
            <a:pPr>
              <a:lnSpc>
                <a:spcPct val="100000"/>
              </a:lnSpc>
              <a:spcBef>
                <a:spcPct val="50000"/>
              </a:spcBef>
              <a:defRPr/>
            </a:pPr>
            <a:r>
              <a:rPr lang="en-US" altLang="zh-CN" dirty="0">
                <a:latin typeface="+mn-lt"/>
                <a:ea typeface="+mn-ea"/>
                <a:cs typeface="+mn-ea"/>
                <a:sym typeface="+mn-lt"/>
              </a:rPr>
              <a:t>	</a:t>
            </a:r>
            <a:r>
              <a:rPr lang="en-US" altLang="zh-CN" dirty="0" err="1">
                <a:latin typeface="+mn-lt"/>
                <a:ea typeface="+mn-ea"/>
                <a:cs typeface="+mn-ea"/>
                <a:sym typeface="+mn-lt"/>
              </a:rPr>
              <a:t>cout</a:t>
            </a:r>
            <a:r>
              <a:rPr lang="en-US" altLang="zh-CN" dirty="0">
                <a:latin typeface="+mn-lt"/>
                <a:ea typeface="+mn-ea"/>
                <a:cs typeface="+mn-ea"/>
                <a:sym typeface="+mn-lt"/>
              </a:rPr>
              <a:t>&lt;&lt;a&lt;&lt;</a:t>
            </a:r>
            <a:r>
              <a:rPr lang="en-US" altLang="zh-CN" dirty="0" err="1">
                <a:latin typeface="+mn-lt"/>
                <a:ea typeface="+mn-ea"/>
                <a:cs typeface="+mn-ea"/>
                <a:sym typeface="+mn-lt"/>
              </a:rPr>
              <a:t>endl</a:t>
            </a:r>
            <a:r>
              <a:rPr lang="en-US" altLang="zh-CN" dirty="0">
                <a:latin typeface="+mn-lt"/>
                <a:ea typeface="+mn-ea"/>
                <a:cs typeface="+mn-ea"/>
                <a:sym typeface="+mn-lt"/>
              </a:rPr>
              <a:t>&lt;&lt;b&lt;&lt;</a:t>
            </a:r>
            <a:r>
              <a:rPr lang="en-US" altLang="zh-CN" dirty="0" err="1">
                <a:latin typeface="+mn-lt"/>
                <a:ea typeface="+mn-ea"/>
                <a:cs typeface="+mn-ea"/>
                <a:sym typeface="+mn-lt"/>
              </a:rPr>
              <a:t>endl</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a:t>
            </a:r>
          </a:p>
          <a:p>
            <a:pPr>
              <a:lnSpc>
                <a:spcPct val="100000"/>
              </a:lnSpc>
              <a:spcBef>
                <a:spcPct val="50000"/>
              </a:spcBef>
              <a:defRPr/>
            </a:pPr>
            <a:endParaRPr lang="en-US" altLang="zh-CN" sz="200" dirty="0">
              <a:latin typeface="+mn-lt"/>
              <a:ea typeface="+mn-ea"/>
              <a:cs typeface="+mn-ea"/>
              <a:sym typeface="+mn-lt"/>
            </a:endParaRPr>
          </a:p>
          <a:p>
            <a:pPr>
              <a:lnSpc>
                <a:spcPct val="100000"/>
              </a:lnSpc>
              <a:spcBef>
                <a:spcPct val="50000"/>
              </a:spcBef>
              <a:defRPr/>
            </a:pPr>
            <a:endParaRPr lang="en-US" altLang="zh-CN" sz="200" dirty="0">
              <a:latin typeface="+mn-lt"/>
              <a:ea typeface="+mn-ea"/>
              <a:cs typeface="+mn-ea"/>
              <a:sym typeface="+mn-lt"/>
            </a:endParaRPr>
          </a:p>
        </p:txBody>
      </p:sp>
      <p:sp>
        <p:nvSpPr>
          <p:cNvPr id="541700" name="Rectangle 4">
            <a:extLst>
              <a:ext uri="{FF2B5EF4-FFF2-40B4-BE49-F238E27FC236}">
                <a16:creationId xmlns:a16="http://schemas.microsoft.com/office/drawing/2014/main" id="{95B1F20C-BCC9-4FF1-B268-EF38850F8DFB}"/>
              </a:ext>
            </a:extLst>
          </p:cNvPr>
          <p:cNvSpPr>
            <a:spLocks noChangeArrowheads="1"/>
          </p:cNvSpPr>
          <p:nvPr/>
        </p:nvSpPr>
        <p:spPr bwMode="auto">
          <a:xfrm>
            <a:off x="179388" y="1825625"/>
            <a:ext cx="4227512" cy="4340225"/>
          </a:xfrm>
          <a:prstGeom prst="rect">
            <a:avLst/>
          </a:prstGeom>
          <a:noFill/>
          <a:ln w="28575">
            <a:solidFill>
              <a:srgbClr val="0000FF"/>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dirty="0">
                <a:latin typeface="+mn-lt"/>
                <a:ea typeface="+mn-ea"/>
                <a:cs typeface="+mn-ea"/>
                <a:sym typeface="+mn-lt"/>
              </a:rPr>
              <a:t>#include &lt;</a:t>
            </a:r>
            <a:r>
              <a:rPr lang="en-US" altLang="zh-CN" dirty="0" err="1">
                <a:latin typeface="+mn-lt"/>
                <a:ea typeface="+mn-ea"/>
                <a:cs typeface="+mn-ea"/>
                <a:sym typeface="+mn-lt"/>
              </a:rPr>
              <a:t>iostream.h</a:t>
            </a:r>
            <a:r>
              <a:rPr lang="en-US" altLang="zh-CN" dirty="0">
                <a:latin typeface="+mn-lt"/>
                <a:ea typeface="+mn-ea"/>
                <a:cs typeface="+mn-ea"/>
                <a:sym typeface="+mn-lt"/>
              </a:rPr>
              <a:t>&gt;</a:t>
            </a:r>
          </a:p>
          <a:p>
            <a:pPr>
              <a:lnSpc>
                <a:spcPct val="100000"/>
              </a:lnSpc>
              <a:spcBef>
                <a:spcPct val="50000"/>
              </a:spcBef>
              <a:defRPr/>
            </a:pPr>
            <a:r>
              <a:rPr lang="en-US" altLang="zh-CN" dirty="0">
                <a:latin typeface="+mn-lt"/>
                <a:ea typeface="+mn-ea"/>
                <a:cs typeface="+mn-ea"/>
                <a:sym typeface="+mn-lt"/>
              </a:rPr>
              <a:t>void swap(float *</a:t>
            </a:r>
            <a:r>
              <a:rPr lang="en-US" altLang="zh-CN" dirty="0" err="1">
                <a:latin typeface="+mn-lt"/>
                <a:ea typeface="+mn-ea"/>
                <a:cs typeface="+mn-ea"/>
                <a:sym typeface="+mn-lt"/>
              </a:rPr>
              <a:t>m,float</a:t>
            </a:r>
            <a:r>
              <a:rPr lang="en-US" altLang="zh-CN" dirty="0">
                <a:latin typeface="+mn-lt"/>
                <a:ea typeface="+mn-ea"/>
                <a:cs typeface="+mn-ea"/>
                <a:sym typeface="+mn-lt"/>
              </a:rPr>
              <a:t> *n)</a:t>
            </a:r>
          </a:p>
          <a:p>
            <a:pPr>
              <a:lnSpc>
                <a:spcPct val="100000"/>
              </a:lnSpc>
              <a:spcBef>
                <a:spcPct val="50000"/>
              </a:spcBef>
              <a:defRPr/>
            </a:pP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float t;</a:t>
            </a:r>
          </a:p>
          <a:p>
            <a:pPr>
              <a:lnSpc>
                <a:spcPct val="100000"/>
              </a:lnSpc>
              <a:spcBef>
                <a:spcPct val="50000"/>
              </a:spcBef>
              <a:defRPr/>
            </a:pPr>
            <a:r>
              <a:rPr lang="en-US" altLang="zh-CN" dirty="0">
                <a:latin typeface="+mn-lt"/>
                <a:ea typeface="+mn-ea"/>
                <a:cs typeface="+mn-ea"/>
                <a:sym typeface="+mn-lt"/>
              </a:rPr>
              <a:t> 	t=*m;</a:t>
            </a:r>
          </a:p>
          <a:p>
            <a:pPr>
              <a:lnSpc>
                <a:spcPct val="100000"/>
              </a:lnSpc>
              <a:spcBef>
                <a:spcPct val="50000"/>
              </a:spcBef>
              <a:defRPr/>
            </a:pPr>
            <a:r>
              <a:rPr lang="en-US" altLang="zh-CN" dirty="0">
                <a:latin typeface="+mn-lt"/>
                <a:ea typeface="+mn-ea"/>
                <a:cs typeface="+mn-ea"/>
                <a:sym typeface="+mn-lt"/>
              </a:rPr>
              <a:t> 	*m=*n;</a:t>
            </a:r>
          </a:p>
          <a:p>
            <a:pPr>
              <a:lnSpc>
                <a:spcPct val="100000"/>
              </a:lnSpc>
              <a:spcBef>
                <a:spcPct val="50000"/>
              </a:spcBef>
              <a:defRPr/>
            </a:pPr>
            <a:r>
              <a:rPr lang="en-US" altLang="zh-CN" dirty="0">
                <a:latin typeface="+mn-lt"/>
                <a:ea typeface="+mn-ea"/>
                <a:cs typeface="+mn-ea"/>
                <a:sym typeface="+mn-lt"/>
              </a:rPr>
              <a:t> 	*n=t;</a:t>
            </a:r>
          </a:p>
          <a:p>
            <a:pPr>
              <a:lnSpc>
                <a:spcPct val="100000"/>
              </a:lnSpc>
              <a:spcBef>
                <a:spcPct val="50000"/>
              </a:spcBef>
              <a:defRPr/>
            </a:pPr>
            <a:r>
              <a:rPr lang="en-US" altLang="zh-CN" dirty="0">
                <a:latin typeface="+mn-lt"/>
                <a:ea typeface="+mn-ea"/>
                <a:cs typeface="+mn-ea"/>
                <a:sym typeface="+mn-lt"/>
              </a:rPr>
              <a:t>}</a:t>
            </a:r>
          </a:p>
        </p:txBody>
      </p:sp>
      <p:sp>
        <p:nvSpPr>
          <p:cNvPr id="541701" name="Rectangle 5">
            <a:extLst>
              <a:ext uri="{FF2B5EF4-FFF2-40B4-BE49-F238E27FC236}">
                <a16:creationId xmlns:a16="http://schemas.microsoft.com/office/drawing/2014/main" id="{344169D7-33E8-41C7-9C30-09C74DE26B67}"/>
              </a:ext>
            </a:extLst>
          </p:cNvPr>
          <p:cNvSpPr>
            <a:spLocks noChangeArrowheads="1"/>
          </p:cNvSpPr>
          <p:nvPr/>
        </p:nvSpPr>
        <p:spPr bwMode="auto">
          <a:xfrm>
            <a:off x="320675" y="1247775"/>
            <a:ext cx="3790950" cy="425450"/>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90000"/>
              </a:lnSpc>
              <a:spcBef>
                <a:spcPct val="20000"/>
              </a:spcBef>
              <a:buClr>
                <a:srgbClr val="FF6600"/>
              </a:buClr>
              <a:buSzPct val="50000"/>
              <a:buFont typeface="Wingdings" pitchFamily="2" charset="2"/>
              <a:buNone/>
            </a:pPr>
            <a:r>
              <a:rPr lang="zh-CN" altLang="en-US">
                <a:solidFill>
                  <a:srgbClr val="CC0000"/>
                </a:solidFill>
                <a:sym typeface="+mn-lt"/>
              </a:rPr>
              <a:t>形参变化影响实参</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41699"/>
                                        </p:tgtEl>
                                        <p:attrNameLst>
                                          <p:attrName>style.visibility</p:attrName>
                                        </p:attrNameLst>
                                      </p:cBhvr>
                                      <p:to>
                                        <p:strVal val="visible"/>
                                      </p:to>
                                    </p:set>
                                    <p:anim calcmode="lin" valueType="num">
                                      <p:cBhvr additive="base">
                                        <p:cTn id="7" dur="500" fill="hold"/>
                                        <p:tgtEl>
                                          <p:spTgt spid="541699"/>
                                        </p:tgtEl>
                                        <p:attrNameLst>
                                          <p:attrName>ppt_x</p:attrName>
                                        </p:attrNameLst>
                                      </p:cBhvr>
                                      <p:tavLst>
                                        <p:tav tm="0">
                                          <p:val>
                                            <p:strVal val="0-#ppt_w/2"/>
                                          </p:val>
                                        </p:tav>
                                        <p:tav tm="100000">
                                          <p:val>
                                            <p:strVal val="#ppt_x"/>
                                          </p:val>
                                        </p:tav>
                                      </p:tavLst>
                                    </p:anim>
                                    <p:anim calcmode="lin" valueType="num">
                                      <p:cBhvr additive="base">
                                        <p:cTn id="8" dur="500" fill="hold"/>
                                        <p:tgtEl>
                                          <p:spTgt spid="541699"/>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541700"/>
                                        </p:tgtEl>
                                        <p:attrNameLst>
                                          <p:attrName>style.visibility</p:attrName>
                                        </p:attrNameLst>
                                      </p:cBhvr>
                                      <p:to>
                                        <p:strVal val="visible"/>
                                      </p:to>
                                    </p:set>
                                    <p:anim calcmode="lin" valueType="num">
                                      <p:cBhvr additive="base">
                                        <p:cTn id="13" dur="500" fill="hold"/>
                                        <p:tgtEl>
                                          <p:spTgt spid="541700"/>
                                        </p:tgtEl>
                                        <p:attrNameLst>
                                          <p:attrName>ppt_x</p:attrName>
                                        </p:attrNameLst>
                                      </p:cBhvr>
                                      <p:tavLst>
                                        <p:tav tm="0">
                                          <p:val>
                                            <p:strVal val="0-#ppt_w/2"/>
                                          </p:val>
                                        </p:tav>
                                        <p:tav tm="100000">
                                          <p:val>
                                            <p:strVal val="#ppt_x"/>
                                          </p:val>
                                        </p:tav>
                                      </p:tavLst>
                                    </p:anim>
                                    <p:anim calcmode="lin" valueType="num">
                                      <p:cBhvr additive="base">
                                        <p:cTn id="14" dur="500" fill="hold"/>
                                        <p:tgtEl>
                                          <p:spTgt spid="541700"/>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541701"/>
                                        </p:tgtEl>
                                        <p:attrNameLst>
                                          <p:attrName>style.visibility</p:attrName>
                                        </p:attrNameLst>
                                      </p:cBhvr>
                                      <p:to>
                                        <p:strVal val="visible"/>
                                      </p:to>
                                    </p:set>
                                    <p:anim calcmode="lin" valueType="num">
                                      <p:cBhvr additive="base">
                                        <p:cTn id="19" dur="500" fill="hold"/>
                                        <p:tgtEl>
                                          <p:spTgt spid="541701"/>
                                        </p:tgtEl>
                                        <p:attrNameLst>
                                          <p:attrName>ppt_x</p:attrName>
                                        </p:attrNameLst>
                                      </p:cBhvr>
                                      <p:tavLst>
                                        <p:tav tm="0">
                                          <p:val>
                                            <p:strVal val="0-#ppt_w/2"/>
                                          </p:val>
                                        </p:tav>
                                        <p:tav tm="100000">
                                          <p:val>
                                            <p:strVal val="#ppt_x"/>
                                          </p:val>
                                        </p:tav>
                                      </p:tavLst>
                                    </p:anim>
                                    <p:anim calcmode="lin" valueType="num">
                                      <p:cBhvr additive="base">
                                        <p:cTn id="20" dur="500" fill="hold"/>
                                        <p:tgtEl>
                                          <p:spTgt spid="54170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1699" grpId="0" animBg="1"/>
      <p:bldP spid="541700" grpId="0" animBg="1"/>
      <p:bldP spid="54170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a:extLst>
              <a:ext uri="{FF2B5EF4-FFF2-40B4-BE49-F238E27FC236}">
                <a16:creationId xmlns:a16="http://schemas.microsoft.com/office/drawing/2014/main" id="{F32C9E15-3FF2-4072-82FE-C2400743DF36}"/>
              </a:ext>
            </a:extLst>
          </p:cNvPr>
          <p:cNvSpPr>
            <a:spLocks noChangeArrowheads="1"/>
          </p:cNvSpPr>
          <p:nvPr/>
        </p:nvSpPr>
        <p:spPr bwMode="auto">
          <a:xfrm>
            <a:off x="900113" y="11113"/>
            <a:ext cx="6934200" cy="849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传地址方式－－指针变量作参数</a:t>
            </a:r>
          </a:p>
        </p:txBody>
      </p:sp>
      <p:sp>
        <p:nvSpPr>
          <p:cNvPr id="542723" name="Rectangle 3">
            <a:extLst>
              <a:ext uri="{FF2B5EF4-FFF2-40B4-BE49-F238E27FC236}">
                <a16:creationId xmlns:a16="http://schemas.microsoft.com/office/drawing/2014/main" id="{A3F6BCBA-AA89-445C-BA78-05D993C53C4B}"/>
              </a:ext>
            </a:extLst>
          </p:cNvPr>
          <p:cNvSpPr>
            <a:spLocks noChangeArrowheads="1"/>
          </p:cNvSpPr>
          <p:nvPr/>
        </p:nvSpPr>
        <p:spPr bwMode="auto">
          <a:xfrm>
            <a:off x="4356100" y="1944688"/>
            <a:ext cx="4567238" cy="4227512"/>
          </a:xfrm>
          <a:prstGeom prst="rect">
            <a:avLst/>
          </a:prstGeom>
          <a:solidFill>
            <a:schemeClr val="bg2">
              <a:lumMod val="20000"/>
              <a:lumOff val="80000"/>
            </a:schemeClr>
          </a:solidFill>
          <a:ln w="38100">
            <a:no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dirty="0">
                <a:latin typeface="+mn-lt"/>
                <a:ea typeface="+mn-ea"/>
                <a:cs typeface="+mn-ea"/>
                <a:sym typeface="+mn-lt"/>
              </a:rPr>
              <a:t>void main()</a:t>
            </a:r>
          </a:p>
          <a:p>
            <a:pPr>
              <a:lnSpc>
                <a:spcPct val="100000"/>
              </a:lnSpc>
              <a:spcBef>
                <a:spcPct val="50000"/>
              </a:spcBef>
              <a:defRPr/>
            </a:pP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float </a:t>
            </a:r>
            <a:r>
              <a:rPr lang="en-US" altLang="zh-CN" dirty="0" err="1">
                <a:latin typeface="+mn-lt"/>
                <a:ea typeface="+mn-ea"/>
                <a:cs typeface="+mn-ea"/>
                <a:sym typeface="+mn-lt"/>
              </a:rPr>
              <a:t>a,b</a:t>
            </a:r>
            <a:r>
              <a:rPr lang="en-US" altLang="zh-CN" dirty="0">
                <a:latin typeface="+mn-lt"/>
                <a:ea typeface="+mn-ea"/>
                <a:cs typeface="+mn-ea"/>
                <a:sym typeface="+mn-lt"/>
              </a:rPr>
              <a:t>,*p1,*p2;</a:t>
            </a:r>
          </a:p>
          <a:p>
            <a:pPr>
              <a:lnSpc>
                <a:spcPct val="100000"/>
              </a:lnSpc>
              <a:spcBef>
                <a:spcPct val="50000"/>
              </a:spcBef>
              <a:defRPr/>
            </a:pPr>
            <a:r>
              <a:rPr lang="en-US" altLang="zh-CN" dirty="0">
                <a:latin typeface="+mn-lt"/>
                <a:ea typeface="+mn-ea"/>
                <a:cs typeface="+mn-ea"/>
                <a:sym typeface="+mn-lt"/>
              </a:rPr>
              <a:t>	 </a:t>
            </a:r>
            <a:r>
              <a:rPr lang="en-US" altLang="zh-CN" dirty="0" err="1">
                <a:latin typeface="+mn-lt"/>
                <a:ea typeface="+mn-ea"/>
                <a:cs typeface="+mn-ea"/>
                <a:sym typeface="+mn-lt"/>
              </a:rPr>
              <a:t>cin</a:t>
            </a:r>
            <a:r>
              <a:rPr lang="en-US" altLang="zh-CN" dirty="0">
                <a:latin typeface="+mn-lt"/>
                <a:ea typeface="+mn-ea"/>
                <a:cs typeface="+mn-ea"/>
                <a:sym typeface="+mn-lt"/>
              </a:rPr>
              <a:t>&gt;&gt;a&gt;&gt;b;</a:t>
            </a:r>
          </a:p>
          <a:p>
            <a:pPr>
              <a:lnSpc>
                <a:spcPct val="100000"/>
              </a:lnSpc>
              <a:spcBef>
                <a:spcPct val="50000"/>
              </a:spcBef>
              <a:defRPr/>
            </a:pPr>
            <a:r>
              <a:rPr lang="en-US" altLang="zh-CN" dirty="0">
                <a:latin typeface="+mn-lt"/>
                <a:ea typeface="+mn-ea"/>
                <a:cs typeface="+mn-ea"/>
                <a:sym typeface="+mn-lt"/>
              </a:rPr>
              <a:t> 	</a:t>
            </a:r>
            <a:r>
              <a:rPr lang="en-US" altLang="zh-CN" dirty="0">
                <a:solidFill>
                  <a:srgbClr val="FF0000"/>
                </a:solidFill>
                <a:latin typeface="+mn-lt"/>
                <a:ea typeface="+mn-ea"/>
                <a:cs typeface="+mn-ea"/>
                <a:sym typeface="+mn-lt"/>
              </a:rPr>
              <a:t>p1=&amp;a;   p2=&amp;b; </a:t>
            </a:r>
          </a:p>
          <a:p>
            <a:pPr algn="just" eaLnBrk="1" hangingPunct="1">
              <a:lnSpc>
                <a:spcPct val="100000"/>
              </a:lnSpc>
              <a:spcBef>
                <a:spcPct val="20000"/>
              </a:spcBef>
              <a:buSzPct val="90000"/>
              <a:defRPr/>
            </a:pPr>
            <a:r>
              <a:rPr lang="en-US" altLang="zh-CN" dirty="0">
                <a:solidFill>
                  <a:srgbClr val="FF0000"/>
                </a:solidFill>
                <a:latin typeface="+mn-lt"/>
                <a:ea typeface="+mn-ea"/>
                <a:cs typeface="+mn-ea"/>
                <a:sym typeface="+mn-lt"/>
              </a:rPr>
              <a:t>  	swap(p1, p2);</a:t>
            </a:r>
          </a:p>
          <a:p>
            <a:pPr>
              <a:lnSpc>
                <a:spcPct val="100000"/>
              </a:lnSpc>
              <a:spcBef>
                <a:spcPct val="50000"/>
              </a:spcBef>
              <a:defRPr/>
            </a:pPr>
            <a:r>
              <a:rPr lang="en-US" altLang="zh-CN" dirty="0">
                <a:latin typeface="+mn-lt"/>
                <a:ea typeface="+mn-ea"/>
                <a:cs typeface="+mn-ea"/>
                <a:sym typeface="+mn-lt"/>
              </a:rPr>
              <a:t>	</a:t>
            </a:r>
            <a:r>
              <a:rPr lang="en-US" altLang="zh-CN" dirty="0" err="1">
                <a:latin typeface="+mn-lt"/>
                <a:ea typeface="+mn-ea"/>
                <a:cs typeface="+mn-ea"/>
                <a:sym typeface="+mn-lt"/>
              </a:rPr>
              <a:t>cout</a:t>
            </a:r>
            <a:r>
              <a:rPr lang="en-US" altLang="zh-CN" dirty="0">
                <a:latin typeface="+mn-lt"/>
                <a:ea typeface="+mn-ea"/>
                <a:cs typeface="+mn-ea"/>
                <a:sym typeface="+mn-lt"/>
              </a:rPr>
              <a:t>&lt;&lt;a&lt;&lt;</a:t>
            </a:r>
            <a:r>
              <a:rPr lang="en-US" altLang="zh-CN" dirty="0" err="1">
                <a:latin typeface="+mn-lt"/>
                <a:ea typeface="+mn-ea"/>
                <a:cs typeface="+mn-ea"/>
                <a:sym typeface="+mn-lt"/>
              </a:rPr>
              <a:t>endl</a:t>
            </a:r>
            <a:r>
              <a:rPr lang="en-US" altLang="zh-CN" dirty="0">
                <a:latin typeface="+mn-lt"/>
                <a:ea typeface="+mn-ea"/>
                <a:cs typeface="+mn-ea"/>
                <a:sym typeface="+mn-lt"/>
              </a:rPr>
              <a:t>&lt;&lt;b&lt;&lt;</a:t>
            </a:r>
            <a:r>
              <a:rPr lang="en-US" altLang="zh-CN" dirty="0" err="1">
                <a:latin typeface="+mn-lt"/>
                <a:ea typeface="+mn-ea"/>
                <a:cs typeface="+mn-ea"/>
                <a:sym typeface="+mn-lt"/>
              </a:rPr>
              <a:t>endl</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a:t>
            </a:r>
          </a:p>
        </p:txBody>
      </p:sp>
      <p:sp>
        <p:nvSpPr>
          <p:cNvPr id="542724" name="Rectangle 4">
            <a:extLst>
              <a:ext uri="{FF2B5EF4-FFF2-40B4-BE49-F238E27FC236}">
                <a16:creationId xmlns:a16="http://schemas.microsoft.com/office/drawing/2014/main" id="{20A60966-ADC6-487F-84FB-689A075147A2}"/>
              </a:ext>
            </a:extLst>
          </p:cNvPr>
          <p:cNvSpPr>
            <a:spLocks noChangeArrowheads="1"/>
          </p:cNvSpPr>
          <p:nvPr/>
        </p:nvSpPr>
        <p:spPr bwMode="auto">
          <a:xfrm>
            <a:off x="311150" y="1944688"/>
            <a:ext cx="3927475" cy="4338637"/>
          </a:xfrm>
          <a:prstGeom prst="rect">
            <a:avLst/>
          </a:prstGeom>
          <a:solidFill>
            <a:schemeClr val="accent1">
              <a:lumMod val="60000"/>
              <a:lumOff val="40000"/>
            </a:schemeClr>
          </a:solidFill>
          <a:ln w="57150">
            <a:no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dirty="0">
                <a:solidFill>
                  <a:schemeClr val="bg1"/>
                </a:solidFill>
                <a:latin typeface="+mn-lt"/>
                <a:ea typeface="+mn-ea"/>
                <a:cs typeface="+mn-ea"/>
                <a:sym typeface="+mn-lt"/>
              </a:rPr>
              <a:t>#include &lt;</a:t>
            </a:r>
            <a:r>
              <a:rPr lang="en-US" altLang="zh-CN" dirty="0" err="1">
                <a:solidFill>
                  <a:schemeClr val="bg1"/>
                </a:solidFill>
                <a:latin typeface="+mn-lt"/>
                <a:ea typeface="+mn-ea"/>
                <a:cs typeface="+mn-ea"/>
                <a:sym typeface="+mn-lt"/>
              </a:rPr>
              <a:t>iostream.h</a:t>
            </a:r>
            <a:r>
              <a:rPr lang="en-US" altLang="zh-CN" dirty="0">
                <a:solidFill>
                  <a:schemeClr val="bg1"/>
                </a:solidFill>
                <a:latin typeface="+mn-lt"/>
                <a:ea typeface="+mn-ea"/>
                <a:cs typeface="+mn-ea"/>
                <a:sym typeface="+mn-lt"/>
              </a:rPr>
              <a:t>&gt;</a:t>
            </a:r>
          </a:p>
          <a:p>
            <a:pPr>
              <a:lnSpc>
                <a:spcPct val="100000"/>
              </a:lnSpc>
              <a:spcBef>
                <a:spcPct val="50000"/>
              </a:spcBef>
              <a:defRPr/>
            </a:pPr>
            <a:r>
              <a:rPr lang="en-US" altLang="zh-CN" dirty="0">
                <a:solidFill>
                  <a:schemeClr val="bg1"/>
                </a:solidFill>
                <a:latin typeface="+mn-lt"/>
                <a:ea typeface="+mn-ea"/>
                <a:cs typeface="+mn-ea"/>
                <a:sym typeface="+mn-lt"/>
              </a:rPr>
              <a:t>void swap(float *</a:t>
            </a:r>
            <a:r>
              <a:rPr lang="en-US" altLang="zh-CN" dirty="0" err="1">
                <a:solidFill>
                  <a:schemeClr val="bg1"/>
                </a:solidFill>
                <a:latin typeface="+mn-lt"/>
                <a:ea typeface="+mn-ea"/>
                <a:cs typeface="+mn-ea"/>
                <a:sym typeface="+mn-lt"/>
              </a:rPr>
              <a:t>m,float</a:t>
            </a:r>
            <a:r>
              <a:rPr lang="en-US" altLang="zh-CN" dirty="0">
                <a:solidFill>
                  <a:schemeClr val="bg1"/>
                </a:solidFill>
                <a:latin typeface="+mn-lt"/>
                <a:ea typeface="+mn-ea"/>
                <a:cs typeface="+mn-ea"/>
                <a:sym typeface="+mn-lt"/>
              </a:rPr>
              <a:t> *n)</a:t>
            </a:r>
          </a:p>
          <a:p>
            <a:pPr>
              <a:lnSpc>
                <a:spcPct val="100000"/>
              </a:lnSpc>
              <a:spcBef>
                <a:spcPct val="50000"/>
              </a:spcBef>
              <a:defRPr/>
            </a:pPr>
            <a:r>
              <a:rPr lang="en-US" altLang="zh-CN" dirty="0">
                <a:solidFill>
                  <a:schemeClr val="bg1"/>
                </a:solidFill>
                <a:latin typeface="+mn-lt"/>
                <a:ea typeface="+mn-ea"/>
                <a:cs typeface="+mn-ea"/>
                <a:sym typeface="+mn-lt"/>
              </a:rPr>
              <a:t>{</a:t>
            </a:r>
          </a:p>
          <a:p>
            <a:pPr>
              <a:lnSpc>
                <a:spcPct val="100000"/>
              </a:lnSpc>
              <a:spcBef>
                <a:spcPct val="50000"/>
              </a:spcBef>
              <a:defRPr/>
            </a:pPr>
            <a:r>
              <a:rPr lang="en-US" altLang="zh-CN" dirty="0">
                <a:solidFill>
                  <a:schemeClr val="bg1"/>
                </a:solidFill>
                <a:latin typeface="+mn-lt"/>
                <a:ea typeface="+mn-ea"/>
                <a:cs typeface="+mn-ea"/>
                <a:sym typeface="+mn-lt"/>
              </a:rPr>
              <a:t>	float *t;</a:t>
            </a:r>
          </a:p>
          <a:p>
            <a:pPr>
              <a:lnSpc>
                <a:spcPct val="100000"/>
              </a:lnSpc>
              <a:spcBef>
                <a:spcPct val="50000"/>
              </a:spcBef>
              <a:defRPr/>
            </a:pPr>
            <a:r>
              <a:rPr lang="en-US" altLang="zh-CN" dirty="0">
                <a:solidFill>
                  <a:schemeClr val="bg1"/>
                </a:solidFill>
                <a:latin typeface="+mn-lt"/>
                <a:ea typeface="+mn-ea"/>
                <a:cs typeface="+mn-ea"/>
                <a:sym typeface="+mn-lt"/>
              </a:rPr>
              <a:t>	 t=m;</a:t>
            </a:r>
          </a:p>
          <a:p>
            <a:pPr>
              <a:lnSpc>
                <a:spcPct val="100000"/>
              </a:lnSpc>
              <a:spcBef>
                <a:spcPct val="50000"/>
              </a:spcBef>
              <a:defRPr/>
            </a:pPr>
            <a:r>
              <a:rPr lang="en-US" altLang="zh-CN" dirty="0">
                <a:solidFill>
                  <a:schemeClr val="bg1"/>
                </a:solidFill>
                <a:latin typeface="+mn-lt"/>
                <a:ea typeface="+mn-ea"/>
                <a:cs typeface="+mn-ea"/>
                <a:sym typeface="+mn-lt"/>
              </a:rPr>
              <a:t> 	m=n;</a:t>
            </a:r>
          </a:p>
          <a:p>
            <a:pPr>
              <a:lnSpc>
                <a:spcPct val="100000"/>
              </a:lnSpc>
              <a:spcBef>
                <a:spcPct val="50000"/>
              </a:spcBef>
              <a:defRPr/>
            </a:pPr>
            <a:r>
              <a:rPr lang="en-US" altLang="zh-CN" dirty="0">
                <a:solidFill>
                  <a:schemeClr val="bg1"/>
                </a:solidFill>
                <a:latin typeface="+mn-lt"/>
                <a:ea typeface="+mn-ea"/>
                <a:cs typeface="+mn-ea"/>
                <a:sym typeface="+mn-lt"/>
              </a:rPr>
              <a:t>	 n=t;</a:t>
            </a:r>
          </a:p>
          <a:p>
            <a:pPr>
              <a:lnSpc>
                <a:spcPct val="100000"/>
              </a:lnSpc>
              <a:spcBef>
                <a:spcPct val="50000"/>
              </a:spcBef>
              <a:defRPr/>
            </a:pPr>
            <a:r>
              <a:rPr lang="en-US" altLang="zh-CN" dirty="0">
                <a:solidFill>
                  <a:schemeClr val="bg1"/>
                </a:solidFill>
                <a:latin typeface="+mn-lt"/>
                <a:ea typeface="+mn-ea"/>
                <a:cs typeface="+mn-ea"/>
                <a:sym typeface="+mn-lt"/>
              </a:rPr>
              <a:t>}</a:t>
            </a:r>
          </a:p>
        </p:txBody>
      </p:sp>
      <p:sp>
        <p:nvSpPr>
          <p:cNvPr id="542725" name="Rectangle 5">
            <a:extLst>
              <a:ext uri="{FF2B5EF4-FFF2-40B4-BE49-F238E27FC236}">
                <a16:creationId xmlns:a16="http://schemas.microsoft.com/office/drawing/2014/main" id="{EA64AB58-7BD0-40BF-8092-AB13E8C6FD09}"/>
              </a:ext>
            </a:extLst>
          </p:cNvPr>
          <p:cNvSpPr>
            <a:spLocks noChangeArrowheads="1"/>
          </p:cNvSpPr>
          <p:nvPr/>
        </p:nvSpPr>
        <p:spPr bwMode="auto">
          <a:xfrm>
            <a:off x="323850" y="1190625"/>
            <a:ext cx="4572000" cy="423863"/>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90000"/>
              </a:lnSpc>
              <a:spcBef>
                <a:spcPct val="20000"/>
              </a:spcBef>
              <a:buClr>
                <a:srgbClr val="FF6600"/>
              </a:buClr>
              <a:buSzPct val="50000"/>
              <a:buFont typeface="Wingdings" pitchFamily="2" charset="2"/>
              <a:buNone/>
            </a:pPr>
            <a:r>
              <a:rPr lang="zh-CN" altLang="en-US">
                <a:solidFill>
                  <a:srgbClr val="CC0000"/>
                </a:solidFill>
                <a:sym typeface="+mn-lt"/>
              </a:rPr>
              <a:t>形参变化不影响实参？？</a:t>
            </a:r>
          </a:p>
        </p:txBody>
      </p:sp>
      <p:sp>
        <p:nvSpPr>
          <p:cNvPr id="2" name="矩形 1">
            <a:extLst>
              <a:ext uri="{FF2B5EF4-FFF2-40B4-BE49-F238E27FC236}">
                <a16:creationId xmlns:a16="http://schemas.microsoft.com/office/drawing/2014/main" id="{CC1B9B6F-4F59-44D5-8E98-F2F91D6C94F1}"/>
              </a:ext>
            </a:extLst>
          </p:cNvPr>
          <p:cNvSpPr/>
          <p:nvPr/>
        </p:nvSpPr>
        <p:spPr bwMode="auto">
          <a:xfrm>
            <a:off x="4356100" y="6235700"/>
            <a:ext cx="4567238" cy="44450"/>
          </a:xfrm>
          <a:prstGeom prst="rect">
            <a:avLst/>
          </a:prstGeom>
          <a:solidFill>
            <a:srgbClr val="EAEAEA"/>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42723"/>
                                        </p:tgtEl>
                                        <p:attrNameLst>
                                          <p:attrName>style.visibility</p:attrName>
                                        </p:attrNameLst>
                                      </p:cBhvr>
                                      <p:to>
                                        <p:strVal val="visible"/>
                                      </p:to>
                                    </p:set>
                                    <p:anim calcmode="lin" valueType="num">
                                      <p:cBhvr additive="base">
                                        <p:cTn id="7" dur="500" fill="hold"/>
                                        <p:tgtEl>
                                          <p:spTgt spid="542723"/>
                                        </p:tgtEl>
                                        <p:attrNameLst>
                                          <p:attrName>ppt_x</p:attrName>
                                        </p:attrNameLst>
                                      </p:cBhvr>
                                      <p:tavLst>
                                        <p:tav tm="0">
                                          <p:val>
                                            <p:strVal val="0-#ppt_w/2"/>
                                          </p:val>
                                        </p:tav>
                                        <p:tav tm="100000">
                                          <p:val>
                                            <p:strVal val="#ppt_x"/>
                                          </p:val>
                                        </p:tav>
                                      </p:tavLst>
                                    </p:anim>
                                    <p:anim calcmode="lin" valueType="num">
                                      <p:cBhvr additive="base">
                                        <p:cTn id="8" dur="500" fill="hold"/>
                                        <p:tgtEl>
                                          <p:spTgt spid="542723"/>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0-#ppt_w/2"/>
                                          </p:val>
                                        </p:tav>
                                        <p:tav tm="100000">
                                          <p:val>
                                            <p:strVal val="#ppt_x"/>
                                          </p:val>
                                        </p:tav>
                                      </p:tavLst>
                                    </p:anim>
                                    <p:anim calcmode="lin" valueType="num">
                                      <p:cBhvr additive="base">
                                        <p:cTn id="12"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8" fill="hold" grpId="0" nodeType="clickEffect">
                                  <p:stCondLst>
                                    <p:cond delay="0"/>
                                  </p:stCondLst>
                                  <p:childTnLst>
                                    <p:set>
                                      <p:cBhvr>
                                        <p:cTn id="16" dur="1" fill="hold">
                                          <p:stCondLst>
                                            <p:cond delay="0"/>
                                          </p:stCondLst>
                                        </p:cTn>
                                        <p:tgtEl>
                                          <p:spTgt spid="542724"/>
                                        </p:tgtEl>
                                        <p:attrNameLst>
                                          <p:attrName>style.visibility</p:attrName>
                                        </p:attrNameLst>
                                      </p:cBhvr>
                                      <p:to>
                                        <p:strVal val="visible"/>
                                      </p:to>
                                    </p:set>
                                    <p:anim calcmode="lin" valueType="num">
                                      <p:cBhvr additive="base">
                                        <p:cTn id="17" dur="500" fill="hold"/>
                                        <p:tgtEl>
                                          <p:spTgt spid="542724"/>
                                        </p:tgtEl>
                                        <p:attrNameLst>
                                          <p:attrName>ppt_x</p:attrName>
                                        </p:attrNameLst>
                                      </p:cBhvr>
                                      <p:tavLst>
                                        <p:tav tm="0">
                                          <p:val>
                                            <p:strVal val="0-#ppt_w/2"/>
                                          </p:val>
                                        </p:tav>
                                        <p:tav tm="100000">
                                          <p:val>
                                            <p:strVal val="#ppt_x"/>
                                          </p:val>
                                        </p:tav>
                                      </p:tavLst>
                                    </p:anim>
                                    <p:anim calcmode="lin" valueType="num">
                                      <p:cBhvr additive="base">
                                        <p:cTn id="18" dur="500" fill="hold"/>
                                        <p:tgtEl>
                                          <p:spTgt spid="542724"/>
                                        </p:tgtEl>
                                        <p:attrNameLst>
                                          <p:attrName>ppt_y</p:attrName>
                                        </p:attrNameLst>
                                      </p:cBhvr>
                                      <p:tavLst>
                                        <p:tav tm="0">
                                          <p:val>
                                            <p:strVal val="#ppt_y"/>
                                          </p:val>
                                        </p:tav>
                                        <p:tav tm="100000">
                                          <p:val>
                                            <p:strVal val="#ppt_y"/>
                                          </p:val>
                                        </p:tav>
                                      </p:tavLst>
                                    </p:anim>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ntr" presetSubtype="8" fill="hold" grpId="0" nodeType="clickEffect">
                                  <p:stCondLst>
                                    <p:cond delay="0"/>
                                  </p:stCondLst>
                                  <p:childTnLst>
                                    <p:set>
                                      <p:cBhvr>
                                        <p:cTn id="22" dur="1" fill="hold">
                                          <p:stCondLst>
                                            <p:cond delay="0"/>
                                          </p:stCondLst>
                                        </p:cTn>
                                        <p:tgtEl>
                                          <p:spTgt spid="542725"/>
                                        </p:tgtEl>
                                        <p:attrNameLst>
                                          <p:attrName>style.visibility</p:attrName>
                                        </p:attrNameLst>
                                      </p:cBhvr>
                                      <p:to>
                                        <p:strVal val="visible"/>
                                      </p:to>
                                    </p:set>
                                    <p:anim calcmode="lin" valueType="num">
                                      <p:cBhvr additive="base">
                                        <p:cTn id="23" dur="500" fill="hold"/>
                                        <p:tgtEl>
                                          <p:spTgt spid="542725"/>
                                        </p:tgtEl>
                                        <p:attrNameLst>
                                          <p:attrName>ppt_x</p:attrName>
                                        </p:attrNameLst>
                                      </p:cBhvr>
                                      <p:tavLst>
                                        <p:tav tm="0">
                                          <p:val>
                                            <p:strVal val="0-#ppt_w/2"/>
                                          </p:val>
                                        </p:tav>
                                        <p:tav tm="100000">
                                          <p:val>
                                            <p:strVal val="#ppt_x"/>
                                          </p:val>
                                        </p:tav>
                                      </p:tavLst>
                                    </p:anim>
                                    <p:anim calcmode="lin" valueType="num">
                                      <p:cBhvr additive="base">
                                        <p:cTn id="24" dur="500" fill="hold"/>
                                        <p:tgtEl>
                                          <p:spTgt spid="54272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2723" grpId="0" animBg="1"/>
      <p:bldP spid="542724" grpId="0" animBg="1"/>
      <p:bldP spid="542725" grpId="0"/>
      <p:bldP spid="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Rectangle 2">
            <a:extLst>
              <a:ext uri="{FF2B5EF4-FFF2-40B4-BE49-F238E27FC236}">
                <a16:creationId xmlns:a16="http://schemas.microsoft.com/office/drawing/2014/main" id="{BDCFB964-09EC-4F80-86A0-98EA7CDB6377}"/>
              </a:ext>
            </a:extLst>
          </p:cNvPr>
          <p:cNvSpPr>
            <a:spLocks noChangeArrowheads="1"/>
          </p:cNvSpPr>
          <p:nvPr/>
        </p:nvSpPr>
        <p:spPr bwMode="auto">
          <a:xfrm>
            <a:off x="827088" y="34925"/>
            <a:ext cx="6705600" cy="849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传地址方式－－引用类型作参数</a:t>
            </a:r>
          </a:p>
        </p:txBody>
      </p:sp>
      <p:sp>
        <p:nvSpPr>
          <p:cNvPr id="546819" name="Rectangle 3">
            <a:extLst>
              <a:ext uri="{FF2B5EF4-FFF2-40B4-BE49-F238E27FC236}">
                <a16:creationId xmlns:a16="http://schemas.microsoft.com/office/drawing/2014/main" id="{47398243-7ADB-4164-8468-16F510654DF9}"/>
              </a:ext>
            </a:extLst>
          </p:cNvPr>
          <p:cNvSpPr>
            <a:spLocks noChangeArrowheads="1"/>
          </p:cNvSpPr>
          <p:nvPr/>
        </p:nvSpPr>
        <p:spPr bwMode="auto">
          <a:xfrm>
            <a:off x="0" y="1825625"/>
            <a:ext cx="8743950" cy="647700"/>
          </a:xfrm>
          <a:prstGeom prst="rect">
            <a:avLst/>
          </a:prstGeom>
          <a:no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lvl="1" algn="just">
              <a:buClr>
                <a:srgbClr val="009900"/>
              </a:buClr>
              <a:buSzPct val="50000"/>
              <a:buFont typeface="Wingdings" pitchFamily="2" charset="2"/>
              <a:buNone/>
            </a:pPr>
            <a:r>
              <a:rPr lang="zh-CN" altLang="en-US" sz="2400">
                <a:solidFill>
                  <a:srgbClr val="FF0000"/>
                </a:solidFill>
                <a:sym typeface="+mn-lt"/>
              </a:rPr>
              <a:t>引用：它用来给一个对象提供一个替代的名字。</a:t>
            </a:r>
            <a:endParaRPr lang="zh-CN" altLang="en-US" sz="2400">
              <a:sym typeface="+mn-lt"/>
            </a:endParaRPr>
          </a:p>
        </p:txBody>
      </p:sp>
      <p:sp>
        <p:nvSpPr>
          <p:cNvPr id="546820" name="Rectangle 4">
            <a:extLst>
              <a:ext uri="{FF2B5EF4-FFF2-40B4-BE49-F238E27FC236}">
                <a16:creationId xmlns:a16="http://schemas.microsoft.com/office/drawing/2014/main" id="{7DE4B7DF-4A1D-4832-9126-C1A510211682}"/>
              </a:ext>
            </a:extLst>
          </p:cNvPr>
          <p:cNvSpPr>
            <a:spLocks noChangeArrowheads="1"/>
          </p:cNvSpPr>
          <p:nvPr/>
        </p:nvSpPr>
        <p:spPr bwMode="auto">
          <a:xfrm>
            <a:off x="0" y="2719388"/>
            <a:ext cx="4500563" cy="3373437"/>
          </a:xfrm>
          <a:prstGeom prst="rect">
            <a:avLst/>
          </a:prstGeom>
          <a:solidFill>
            <a:schemeClr val="bg2">
              <a:lumMod val="40000"/>
              <a:lumOff val="60000"/>
            </a:schemeClr>
          </a:solidFill>
          <a:ln>
            <a:noFill/>
          </a:ln>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720000">
              <a:lnSpc>
                <a:spcPct val="100000"/>
              </a:lnSpc>
              <a:spcBef>
                <a:spcPct val="20000"/>
              </a:spcBef>
              <a:defRPr/>
            </a:pPr>
            <a:r>
              <a:rPr lang="en-US" altLang="zh-CN" sz="2600" dirty="0">
                <a:latin typeface="+mn-lt"/>
                <a:ea typeface="+mn-ea"/>
                <a:cs typeface="+mn-ea"/>
                <a:sym typeface="+mn-lt"/>
              </a:rPr>
              <a:t>#include&lt;</a:t>
            </a:r>
            <a:r>
              <a:rPr lang="en-US" altLang="zh-CN" sz="2600" dirty="0" err="1">
                <a:latin typeface="+mn-lt"/>
                <a:ea typeface="+mn-ea"/>
                <a:cs typeface="+mn-ea"/>
                <a:sym typeface="+mn-lt"/>
              </a:rPr>
              <a:t>iostream.h</a:t>
            </a:r>
            <a:r>
              <a:rPr lang="en-US" altLang="zh-CN" sz="2600" dirty="0">
                <a:latin typeface="+mn-lt"/>
                <a:ea typeface="+mn-ea"/>
                <a:cs typeface="+mn-ea"/>
                <a:sym typeface="+mn-lt"/>
              </a:rPr>
              <a:t>&gt;</a:t>
            </a:r>
          </a:p>
          <a:p>
            <a:pPr marL="720000">
              <a:lnSpc>
                <a:spcPct val="100000"/>
              </a:lnSpc>
              <a:spcBef>
                <a:spcPct val="20000"/>
              </a:spcBef>
              <a:defRPr/>
            </a:pPr>
            <a:r>
              <a:rPr lang="en-US" altLang="zh-CN" sz="2600" dirty="0">
                <a:latin typeface="+mn-lt"/>
                <a:ea typeface="+mn-ea"/>
                <a:cs typeface="+mn-ea"/>
                <a:sym typeface="+mn-lt"/>
              </a:rPr>
              <a:t>void main(){</a:t>
            </a:r>
          </a:p>
          <a:p>
            <a:pPr marL="720000">
              <a:lnSpc>
                <a:spcPct val="100000"/>
              </a:lnSpc>
              <a:spcBef>
                <a:spcPct val="20000"/>
              </a:spcBef>
              <a:defRPr/>
            </a:pPr>
            <a:r>
              <a:rPr lang="en-US" altLang="zh-CN" sz="2600" dirty="0">
                <a:latin typeface="+mn-lt"/>
                <a:ea typeface="+mn-ea"/>
                <a:cs typeface="+mn-ea"/>
                <a:sym typeface="+mn-lt"/>
              </a:rPr>
              <a:t>	int </a:t>
            </a:r>
            <a:r>
              <a:rPr lang="en-US" altLang="zh-CN" sz="2600" dirty="0" err="1">
                <a:latin typeface="+mn-lt"/>
                <a:ea typeface="+mn-ea"/>
                <a:cs typeface="+mn-ea"/>
                <a:sym typeface="+mn-lt"/>
              </a:rPr>
              <a:t>i</a:t>
            </a:r>
            <a:r>
              <a:rPr lang="en-US" altLang="zh-CN" sz="2600" dirty="0">
                <a:latin typeface="+mn-lt"/>
                <a:ea typeface="+mn-ea"/>
                <a:cs typeface="+mn-ea"/>
                <a:sym typeface="+mn-lt"/>
              </a:rPr>
              <a:t>=5;</a:t>
            </a:r>
          </a:p>
          <a:p>
            <a:pPr marL="720000">
              <a:lnSpc>
                <a:spcPct val="100000"/>
              </a:lnSpc>
              <a:spcBef>
                <a:spcPct val="20000"/>
              </a:spcBef>
              <a:defRPr/>
            </a:pPr>
            <a:r>
              <a:rPr lang="en-US" altLang="zh-CN" sz="2600" dirty="0">
                <a:latin typeface="+mn-lt"/>
                <a:ea typeface="+mn-ea"/>
                <a:cs typeface="+mn-ea"/>
                <a:sym typeface="+mn-lt"/>
              </a:rPr>
              <a:t>	int &amp;j=</a:t>
            </a:r>
            <a:r>
              <a:rPr lang="en-US" altLang="zh-CN" sz="2600" dirty="0" err="1">
                <a:latin typeface="+mn-lt"/>
                <a:ea typeface="+mn-ea"/>
                <a:cs typeface="+mn-ea"/>
                <a:sym typeface="+mn-lt"/>
              </a:rPr>
              <a:t>i</a:t>
            </a:r>
            <a:r>
              <a:rPr lang="en-US" altLang="zh-CN" sz="2600" dirty="0">
                <a:latin typeface="+mn-lt"/>
                <a:ea typeface="+mn-ea"/>
                <a:cs typeface="+mn-ea"/>
                <a:sym typeface="+mn-lt"/>
              </a:rPr>
              <a:t>;</a:t>
            </a:r>
          </a:p>
          <a:p>
            <a:pPr marL="720000">
              <a:lnSpc>
                <a:spcPct val="100000"/>
              </a:lnSpc>
              <a:spcBef>
                <a:spcPct val="20000"/>
              </a:spcBef>
              <a:defRPr/>
            </a:pPr>
            <a:r>
              <a:rPr lang="en-US" altLang="zh-CN" sz="2600" dirty="0">
                <a:latin typeface="+mn-lt"/>
                <a:ea typeface="+mn-ea"/>
                <a:cs typeface="+mn-ea"/>
                <a:sym typeface="+mn-lt"/>
              </a:rPr>
              <a:t>	</a:t>
            </a:r>
            <a:r>
              <a:rPr lang="en-US" altLang="zh-CN" sz="2600" dirty="0" err="1">
                <a:latin typeface="+mn-lt"/>
                <a:ea typeface="+mn-ea"/>
                <a:cs typeface="+mn-ea"/>
                <a:sym typeface="+mn-lt"/>
              </a:rPr>
              <a:t>i</a:t>
            </a:r>
            <a:r>
              <a:rPr lang="en-US" altLang="zh-CN" sz="2600" dirty="0">
                <a:latin typeface="+mn-lt"/>
                <a:ea typeface="+mn-ea"/>
                <a:cs typeface="+mn-ea"/>
                <a:sym typeface="+mn-lt"/>
              </a:rPr>
              <a:t>=7;</a:t>
            </a:r>
          </a:p>
          <a:p>
            <a:pPr marL="720000">
              <a:lnSpc>
                <a:spcPct val="100000"/>
              </a:lnSpc>
              <a:spcBef>
                <a:spcPct val="20000"/>
              </a:spcBef>
              <a:defRPr/>
            </a:pPr>
            <a:r>
              <a:rPr lang="en-US" altLang="zh-CN" sz="2600" dirty="0">
                <a:latin typeface="+mn-lt"/>
                <a:ea typeface="+mn-ea"/>
                <a:cs typeface="+mn-ea"/>
                <a:sym typeface="+mn-lt"/>
              </a:rPr>
              <a:t>	</a:t>
            </a:r>
            <a:r>
              <a:rPr lang="en-US" altLang="zh-CN" sz="2600" dirty="0" err="1">
                <a:latin typeface="+mn-lt"/>
                <a:ea typeface="+mn-ea"/>
                <a:cs typeface="+mn-ea"/>
                <a:sym typeface="+mn-lt"/>
              </a:rPr>
              <a:t>cout</a:t>
            </a:r>
            <a:r>
              <a:rPr lang="en-US" altLang="zh-CN" sz="2600" dirty="0">
                <a:latin typeface="+mn-lt"/>
                <a:ea typeface="+mn-ea"/>
                <a:cs typeface="+mn-ea"/>
                <a:sym typeface="+mn-lt"/>
              </a:rPr>
              <a:t>&lt;&lt;</a:t>
            </a:r>
            <a:r>
              <a:rPr lang="en-US" altLang="zh-CN" sz="2600" dirty="0" err="1">
                <a:latin typeface="+mn-lt"/>
                <a:ea typeface="+mn-ea"/>
                <a:cs typeface="+mn-ea"/>
                <a:sym typeface="+mn-lt"/>
              </a:rPr>
              <a:t>"i</a:t>
            </a:r>
            <a:r>
              <a:rPr lang="en-US" altLang="zh-CN" sz="2600" dirty="0">
                <a:latin typeface="+mn-lt"/>
                <a:ea typeface="+mn-ea"/>
                <a:cs typeface="+mn-ea"/>
                <a:sym typeface="+mn-lt"/>
              </a:rPr>
              <a:t>="&lt;&lt;</a:t>
            </a:r>
            <a:r>
              <a:rPr lang="en-US" altLang="zh-CN" sz="2600" dirty="0" err="1">
                <a:latin typeface="+mn-lt"/>
                <a:ea typeface="+mn-ea"/>
                <a:cs typeface="+mn-ea"/>
                <a:sym typeface="+mn-lt"/>
              </a:rPr>
              <a:t>i</a:t>
            </a:r>
            <a:r>
              <a:rPr lang="en-US" altLang="zh-CN" sz="2600" dirty="0">
                <a:latin typeface="+mn-lt"/>
                <a:ea typeface="+mn-ea"/>
                <a:cs typeface="+mn-ea"/>
                <a:sym typeface="+mn-lt"/>
              </a:rPr>
              <a:t>&lt;&lt;" j="&lt;&lt;j;</a:t>
            </a:r>
          </a:p>
          <a:p>
            <a:pPr marL="720000">
              <a:lnSpc>
                <a:spcPct val="100000"/>
              </a:lnSpc>
              <a:spcBef>
                <a:spcPct val="20000"/>
              </a:spcBef>
              <a:defRPr/>
            </a:pPr>
            <a:r>
              <a:rPr lang="en-US" altLang="zh-CN" sz="2600" dirty="0">
                <a:latin typeface="+mn-lt"/>
                <a:ea typeface="+mn-ea"/>
                <a:cs typeface="+mn-ea"/>
                <a:sym typeface="+mn-lt"/>
              </a:rPr>
              <a:t>}</a:t>
            </a:r>
          </a:p>
        </p:txBody>
      </p:sp>
      <p:sp>
        <p:nvSpPr>
          <p:cNvPr id="546822" name="Rectangle 6">
            <a:extLst>
              <a:ext uri="{FF2B5EF4-FFF2-40B4-BE49-F238E27FC236}">
                <a16:creationId xmlns:a16="http://schemas.microsoft.com/office/drawing/2014/main" id="{3AB19907-926E-45A5-B2AC-976E00C98789}"/>
              </a:ext>
            </a:extLst>
          </p:cNvPr>
          <p:cNvSpPr>
            <a:spLocks noChangeArrowheads="1"/>
          </p:cNvSpPr>
          <p:nvPr/>
        </p:nvSpPr>
        <p:spPr bwMode="auto">
          <a:xfrm>
            <a:off x="0" y="1355725"/>
            <a:ext cx="3630613" cy="647700"/>
          </a:xfrm>
          <a:prstGeom prst="rect">
            <a:avLst/>
          </a:prstGeom>
          <a:no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lvl="1" algn="just">
              <a:buClr>
                <a:srgbClr val="009900"/>
              </a:buClr>
              <a:buSzPct val="50000"/>
              <a:buFont typeface="Wingdings" pitchFamily="2" charset="2"/>
              <a:buNone/>
            </a:pPr>
            <a:r>
              <a:rPr lang="zh-CN" altLang="en-US" sz="2400">
                <a:solidFill>
                  <a:srgbClr val="FF0000"/>
                </a:solidFill>
                <a:sym typeface="+mn-lt"/>
              </a:rPr>
              <a:t>什么是引用？？？</a:t>
            </a:r>
            <a:endParaRPr lang="zh-CN" altLang="en-US" sz="2400">
              <a:sym typeface="+mn-lt"/>
            </a:endParaRPr>
          </a:p>
        </p:txBody>
      </p:sp>
      <p:grpSp>
        <p:nvGrpSpPr>
          <p:cNvPr id="2" name="组合 1">
            <a:extLst>
              <a:ext uri="{FF2B5EF4-FFF2-40B4-BE49-F238E27FC236}">
                <a16:creationId xmlns:a16="http://schemas.microsoft.com/office/drawing/2014/main" id="{093631A2-BEA6-3C46-986E-CC7C105E5214}"/>
              </a:ext>
            </a:extLst>
          </p:cNvPr>
          <p:cNvGrpSpPr>
            <a:grpSpLocks/>
          </p:cNvGrpSpPr>
          <p:nvPr/>
        </p:nvGrpSpPr>
        <p:grpSpPr bwMode="auto">
          <a:xfrm>
            <a:off x="4787900" y="2743200"/>
            <a:ext cx="4356100" cy="3278188"/>
            <a:chOff x="4787900" y="2743200"/>
            <a:chExt cx="4356100" cy="3278188"/>
          </a:xfrm>
        </p:grpSpPr>
        <p:sp>
          <p:nvSpPr>
            <p:cNvPr id="546821" name="Rectangle 5">
              <a:extLst>
                <a:ext uri="{FF2B5EF4-FFF2-40B4-BE49-F238E27FC236}">
                  <a16:creationId xmlns:a16="http://schemas.microsoft.com/office/drawing/2014/main" id="{29A9B9B4-25CA-42B4-8A91-442DDDE04766}"/>
                </a:ext>
              </a:extLst>
            </p:cNvPr>
            <p:cNvSpPr>
              <a:spLocks noChangeArrowheads="1"/>
            </p:cNvSpPr>
            <p:nvPr/>
          </p:nvSpPr>
          <p:spPr bwMode="auto">
            <a:xfrm>
              <a:off x="4787900" y="2743200"/>
              <a:ext cx="4356100" cy="2324100"/>
            </a:xfrm>
            <a:prstGeom prst="rect">
              <a:avLst/>
            </a:prstGeom>
            <a:solidFill>
              <a:schemeClr val="accent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0" lvl="1" algn="just">
                <a:lnSpc>
                  <a:spcPct val="130000"/>
                </a:lnSpc>
                <a:spcBef>
                  <a:spcPct val="5000"/>
                </a:spcBef>
                <a:buClr>
                  <a:srgbClr val="009900"/>
                </a:buClr>
                <a:buSzPct val="50000"/>
                <a:buFontTx/>
                <a:buNone/>
              </a:pPr>
              <a:r>
                <a:rPr lang="en-US" altLang="zh-CN" sz="2200">
                  <a:solidFill>
                    <a:srgbClr val="CC0000"/>
                  </a:solidFill>
                  <a:sym typeface="+mn-lt"/>
                </a:rPr>
                <a:t>j</a:t>
              </a:r>
              <a:r>
                <a:rPr lang="zh-CN" altLang="en-US" sz="2200">
                  <a:sym typeface="+mn-lt"/>
                </a:rPr>
                <a:t>是一个引用类型</a:t>
              </a:r>
              <a:r>
                <a:rPr lang="en-US" altLang="zh-CN" sz="2200">
                  <a:sym typeface="+mn-lt"/>
                </a:rPr>
                <a:t>, </a:t>
              </a:r>
              <a:r>
                <a:rPr lang="zh-CN" altLang="en-US" sz="2200">
                  <a:sym typeface="+mn-lt"/>
                </a:rPr>
                <a:t>代表</a:t>
              </a:r>
              <a:r>
                <a:rPr lang="en-US" altLang="zh-CN" sz="2200">
                  <a:solidFill>
                    <a:srgbClr val="CC0000"/>
                  </a:solidFill>
                  <a:sym typeface="+mn-lt"/>
                </a:rPr>
                <a:t>i</a:t>
              </a:r>
              <a:r>
                <a:rPr lang="zh-CN" altLang="en-US" sz="2200">
                  <a:sym typeface="+mn-lt"/>
                </a:rPr>
                <a:t>的一个替代名。</a:t>
              </a:r>
            </a:p>
            <a:p>
              <a:pPr marL="0" lvl="1" algn="just">
                <a:lnSpc>
                  <a:spcPct val="130000"/>
                </a:lnSpc>
                <a:spcBef>
                  <a:spcPct val="5000"/>
                </a:spcBef>
                <a:buClr>
                  <a:srgbClr val="009900"/>
                </a:buClr>
                <a:buSzPct val="50000"/>
                <a:buFontTx/>
                <a:buNone/>
              </a:pPr>
              <a:r>
                <a:rPr lang="en-US" altLang="zh-CN" sz="2200">
                  <a:solidFill>
                    <a:schemeClr val="tx2"/>
                  </a:solidFill>
                  <a:sym typeface="+mn-lt"/>
                </a:rPr>
                <a:t>i</a:t>
              </a:r>
              <a:r>
                <a:rPr lang="zh-CN" altLang="en-US" sz="2200">
                  <a:sym typeface="+mn-lt"/>
                </a:rPr>
                <a:t>值改变时</a:t>
              </a:r>
              <a:r>
                <a:rPr lang="en-US" altLang="zh-CN" sz="2200">
                  <a:sym typeface="+mn-lt"/>
                </a:rPr>
                <a:t>,</a:t>
              </a:r>
              <a:r>
                <a:rPr lang="en-US" altLang="zh-CN" sz="2200">
                  <a:solidFill>
                    <a:schemeClr val="tx2"/>
                  </a:solidFill>
                  <a:sym typeface="+mn-lt"/>
                </a:rPr>
                <a:t>j</a:t>
              </a:r>
              <a:r>
                <a:rPr lang="zh-CN" altLang="en-US" sz="2200">
                  <a:sym typeface="+mn-lt"/>
                </a:rPr>
                <a:t>值也跟着改变，所以会输出。</a:t>
              </a:r>
            </a:p>
            <a:p>
              <a:pPr marL="0" lvl="1" algn="just">
                <a:lnSpc>
                  <a:spcPct val="130000"/>
                </a:lnSpc>
                <a:spcBef>
                  <a:spcPct val="5000"/>
                </a:spcBef>
                <a:buClr>
                  <a:srgbClr val="009900"/>
                </a:buClr>
                <a:buSzPct val="50000"/>
                <a:buFont typeface="Wingdings" pitchFamily="2" charset="2"/>
                <a:buNone/>
              </a:pPr>
              <a:r>
                <a:rPr lang="en-US" altLang="zh-CN" sz="2200">
                  <a:solidFill>
                    <a:srgbClr val="FF0000"/>
                  </a:solidFill>
                  <a:sym typeface="+mn-lt"/>
                </a:rPr>
                <a:t>i=7 j=7</a:t>
              </a:r>
            </a:p>
          </p:txBody>
        </p:sp>
        <p:cxnSp>
          <p:nvCxnSpPr>
            <p:cNvPr id="49160" name="直接连接符 2">
              <a:extLst>
                <a:ext uri="{FF2B5EF4-FFF2-40B4-BE49-F238E27FC236}">
                  <a16:creationId xmlns:a16="http://schemas.microsoft.com/office/drawing/2014/main" id="{4797DA79-6336-874E-91F6-054BEA3B99BC}"/>
                </a:ext>
              </a:extLst>
            </p:cNvPr>
            <p:cNvCxnSpPr>
              <a:cxnSpLocks noChangeShapeType="1"/>
            </p:cNvCxnSpPr>
            <p:nvPr/>
          </p:nvCxnSpPr>
          <p:spPr bwMode="auto">
            <a:xfrm>
              <a:off x="4787900" y="5187950"/>
              <a:ext cx="4356100" cy="0"/>
            </a:xfrm>
            <a:prstGeom prst="line">
              <a:avLst/>
            </a:prstGeom>
            <a:noFill/>
            <a:ln w="57150" algn="ctr">
              <a:solidFill>
                <a:srgbClr val="D6D6F5"/>
              </a:solidFill>
              <a:round/>
              <a:headEnd/>
              <a:tailEnd/>
            </a:ln>
            <a:extLst>
              <a:ext uri="{909E8E84-426E-40DD-AFC4-6F175D3DCCD1}">
                <a14:hiddenFill xmlns:a14="http://schemas.microsoft.com/office/drawing/2010/main">
                  <a:noFill/>
                </a14:hiddenFill>
              </a:ext>
            </a:extLst>
          </p:spPr>
        </p:cxnSp>
        <p:cxnSp>
          <p:nvCxnSpPr>
            <p:cNvPr id="49161" name="直接连接符 15">
              <a:extLst>
                <a:ext uri="{FF2B5EF4-FFF2-40B4-BE49-F238E27FC236}">
                  <a16:creationId xmlns:a16="http://schemas.microsoft.com/office/drawing/2014/main" id="{6E2A1226-9E4E-814B-99E3-A3066BFEC6D2}"/>
                </a:ext>
              </a:extLst>
            </p:cNvPr>
            <p:cNvCxnSpPr>
              <a:cxnSpLocks noChangeShapeType="1"/>
            </p:cNvCxnSpPr>
            <p:nvPr/>
          </p:nvCxnSpPr>
          <p:spPr bwMode="auto">
            <a:xfrm>
              <a:off x="4787900" y="5332413"/>
              <a:ext cx="4356100" cy="0"/>
            </a:xfrm>
            <a:prstGeom prst="line">
              <a:avLst/>
            </a:prstGeom>
            <a:noFill/>
            <a:ln w="57150" algn="ctr">
              <a:solidFill>
                <a:srgbClr val="D6D6F5"/>
              </a:solidFill>
              <a:round/>
              <a:headEnd/>
              <a:tailEnd/>
            </a:ln>
            <a:extLst>
              <a:ext uri="{909E8E84-426E-40DD-AFC4-6F175D3DCCD1}">
                <a14:hiddenFill xmlns:a14="http://schemas.microsoft.com/office/drawing/2010/main">
                  <a:noFill/>
                </a14:hiddenFill>
              </a:ext>
            </a:extLst>
          </p:spPr>
        </p:cxnSp>
        <p:cxnSp>
          <p:nvCxnSpPr>
            <p:cNvPr id="49162" name="直接连接符 16">
              <a:extLst>
                <a:ext uri="{FF2B5EF4-FFF2-40B4-BE49-F238E27FC236}">
                  <a16:creationId xmlns:a16="http://schemas.microsoft.com/office/drawing/2014/main" id="{8AD6F711-D9F2-D746-94FD-32DA301B20D4}"/>
                </a:ext>
              </a:extLst>
            </p:cNvPr>
            <p:cNvCxnSpPr>
              <a:cxnSpLocks noChangeShapeType="1"/>
            </p:cNvCxnSpPr>
            <p:nvPr/>
          </p:nvCxnSpPr>
          <p:spPr bwMode="auto">
            <a:xfrm>
              <a:off x="4787900" y="5475288"/>
              <a:ext cx="4356100" cy="0"/>
            </a:xfrm>
            <a:prstGeom prst="line">
              <a:avLst/>
            </a:prstGeom>
            <a:noFill/>
            <a:ln w="57150" algn="ctr">
              <a:solidFill>
                <a:srgbClr val="D6D6F5"/>
              </a:solidFill>
              <a:round/>
              <a:headEnd/>
              <a:tailEnd/>
            </a:ln>
            <a:extLst>
              <a:ext uri="{909E8E84-426E-40DD-AFC4-6F175D3DCCD1}">
                <a14:hiddenFill xmlns:a14="http://schemas.microsoft.com/office/drawing/2010/main">
                  <a:noFill/>
                </a14:hiddenFill>
              </a:ext>
            </a:extLst>
          </p:spPr>
        </p:cxnSp>
        <p:cxnSp>
          <p:nvCxnSpPr>
            <p:cNvPr id="49163" name="直接连接符 17">
              <a:extLst>
                <a:ext uri="{FF2B5EF4-FFF2-40B4-BE49-F238E27FC236}">
                  <a16:creationId xmlns:a16="http://schemas.microsoft.com/office/drawing/2014/main" id="{337DEA68-F2DD-E04C-B272-3893C8B7FDCA}"/>
                </a:ext>
              </a:extLst>
            </p:cNvPr>
            <p:cNvCxnSpPr>
              <a:cxnSpLocks noChangeShapeType="1"/>
            </p:cNvCxnSpPr>
            <p:nvPr/>
          </p:nvCxnSpPr>
          <p:spPr bwMode="auto">
            <a:xfrm>
              <a:off x="4787900" y="5619750"/>
              <a:ext cx="4356100" cy="0"/>
            </a:xfrm>
            <a:prstGeom prst="line">
              <a:avLst/>
            </a:prstGeom>
            <a:noFill/>
            <a:ln w="57150" algn="ctr">
              <a:solidFill>
                <a:srgbClr val="D6D6F5"/>
              </a:solidFill>
              <a:round/>
              <a:headEnd/>
              <a:tailEnd/>
            </a:ln>
            <a:extLst>
              <a:ext uri="{909E8E84-426E-40DD-AFC4-6F175D3DCCD1}">
                <a14:hiddenFill xmlns:a14="http://schemas.microsoft.com/office/drawing/2010/main">
                  <a:noFill/>
                </a14:hiddenFill>
              </a:ext>
            </a:extLst>
          </p:spPr>
        </p:cxnSp>
        <p:cxnSp>
          <p:nvCxnSpPr>
            <p:cNvPr id="49164" name="直接连接符 18">
              <a:extLst>
                <a:ext uri="{FF2B5EF4-FFF2-40B4-BE49-F238E27FC236}">
                  <a16:creationId xmlns:a16="http://schemas.microsoft.com/office/drawing/2014/main" id="{B67F9939-41D5-C546-B185-B23B491BA5BD}"/>
                </a:ext>
              </a:extLst>
            </p:cNvPr>
            <p:cNvCxnSpPr>
              <a:cxnSpLocks noChangeShapeType="1"/>
            </p:cNvCxnSpPr>
            <p:nvPr/>
          </p:nvCxnSpPr>
          <p:spPr bwMode="auto">
            <a:xfrm>
              <a:off x="4787900" y="5764213"/>
              <a:ext cx="4356100" cy="0"/>
            </a:xfrm>
            <a:prstGeom prst="line">
              <a:avLst/>
            </a:prstGeom>
            <a:noFill/>
            <a:ln w="57150" algn="ctr">
              <a:solidFill>
                <a:srgbClr val="D6D6F5"/>
              </a:solidFill>
              <a:round/>
              <a:headEnd/>
              <a:tailEnd/>
            </a:ln>
            <a:extLst>
              <a:ext uri="{909E8E84-426E-40DD-AFC4-6F175D3DCCD1}">
                <a14:hiddenFill xmlns:a14="http://schemas.microsoft.com/office/drawing/2010/main">
                  <a:noFill/>
                </a14:hiddenFill>
              </a:ext>
            </a:extLst>
          </p:spPr>
        </p:cxnSp>
        <p:cxnSp>
          <p:nvCxnSpPr>
            <p:cNvPr id="49165" name="直接连接符 19">
              <a:extLst>
                <a:ext uri="{FF2B5EF4-FFF2-40B4-BE49-F238E27FC236}">
                  <a16:creationId xmlns:a16="http://schemas.microsoft.com/office/drawing/2014/main" id="{361CDC8C-4010-D24E-B962-7BB29E380B27}"/>
                </a:ext>
              </a:extLst>
            </p:cNvPr>
            <p:cNvCxnSpPr>
              <a:cxnSpLocks noChangeShapeType="1"/>
            </p:cNvCxnSpPr>
            <p:nvPr/>
          </p:nvCxnSpPr>
          <p:spPr bwMode="auto">
            <a:xfrm>
              <a:off x="4787900" y="5908675"/>
              <a:ext cx="4356100" cy="0"/>
            </a:xfrm>
            <a:prstGeom prst="line">
              <a:avLst/>
            </a:prstGeom>
            <a:noFill/>
            <a:ln w="57150" algn="ctr">
              <a:solidFill>
                <a:srgbClr val="D6D6F5"/>
              </a:solidFill>
              <a:round/>
              <a:headEnd/>
              <a:tailEnd/>
            </a:ln>
            <a:extLst>
              <a:ext uri="{909E8E84-426E-40DD-AFC4-6F175D3DCCD1}">
                <a14:hiddenFill xmlns:a14="http://schemas.microsoft.com/office/drawing/2010/main">
                  <a:noFill/>
                </a14:hiddenFill>
              </a:ext>
            </a:extLst>
          </p:spPr>
        </p:cxnSp>
        <p:cxnSp>
          <p:nvCxnSpPr>
            <p:cNvPr id="49166" name="直接连接符 20">
              <a:extLst>
                <a:ext uri="{FF2B5EF4-FFF2-40B4-BE49-F238E27FC236}">
                  <a16:creationId xmlns:a16="http://schemas.microsoft.com/office/drawing/2014/main" id="{ADA11DA6-79BB-3A41-997C-C7CA45F859E5}"/>
                </a:ext>
              </a:extLst>
            </p:cNvPr>
            <p:cNvCxnSpPr>
              <a:cxnSpLocks noChangeShapeType="1"/>
            </p:cNvCxnSpPr>
            <p:nvPr/>
          </p:nvCxnSpPr>
          <p:spPr bwMode="auto">
            <a:xfrm>
              <a:off x="4787900" y="6021388"/>
              <a:ext cx="4356100" cy="0"/>
            </a:xfrm>
            <a:prstGeom prst="line">
              <a:avLst/>
            </a:prstGeom>
            <a:noFill/>
            <a:ln w="57150" algn="ctr">
              <a:solidFill>
                <a:srgbClr val="D6D6F5"/>
              </a:solidFill>
              <a:round/>
              <a:headEnd/>
              <a:tailEnd/>
            </a:ln>
            <a:extLst>
              <a:ext uri="{909E8E84-426E-40DD-AFC4-6F175D3DCCD1}">
                <a14:hiddenFill xmlns:a14="http://schemas.microsoft.com/office/drawing/2010/main">
                  <a:noFill/>
                </a14:hiddenFill>
              </a:ext>
            </a:extLst>
          </p:spPr>
        </p:cxn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46822"/>
                                        </p:tgtEl>
                                        <p:attrNameLst>
                                          <p:attrName>style.visibility</p:attrName>
                                        </p:attrNameLst>
                                      </p:cBhvr>
                                      <p:to>
                                        <p:strVal val="visible"/>
                                      </p:to>
                                    </p:set>
                                    <p:anim calcmode="lin" valueType="num">
                                      <p:cBhvr additive="base">
                                        <p:cTn id="7" dur="500" fill="hold"/>
                                        <p:tgtEl>
                                          <p:spTgt spid="546822"/>
                                        </p:tgtEl>
                                        <p:attrNameLst>
                                          <p:attrName>ppt_x</p:attrName>
                                        </p:attrNameLst>
                                      </p:cBhvr>
                                      <p:tavLst>
                                        <p:tav tm="0">
                                          <p:val>
                                            <p:strVal val="#ppt_x"/>
                                          </p:val>
                                        </p:tav>
                                        <p:tav tm="100000">
                                          <p:val>
                                            <p:strVal val="#ppt_x"/>
                                          </p:val>
                                        </p:tav>
                                      </p:tavLst>
                                    </p:anim>
                                    <p:anim calcmode="lin" valueType="num">
                                      <p:cBhvr additive="base">
                                        <p:cTn id="8" dur="500" fill="hold"/>
                                        <p:tgtEl>
                                          <p:spTgt spid="546822"/>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46819"/>
                                        </p:tgtEl>
                                        <p:attrNameLst>
                                          <p:attrName>style.visibility</p:attrName>
                                        </p:attrNameLst>
                                      </p:cBhvr>
                                      <p:to>
                                        <p:strVal val="visible"/>
                                      </p:to>
                                    </p:set>
                                    <p:anim calcmode="lin" valueType="num">
                                      <p:cBhvr additive="base">
                                        <p:cTn id="13" dur="500" fill="hold"/>
                                        <p:tgtEl>
                                          <p:spTgt spid="546819"/>
                                        </p:tgtEl>
                                        <p:attrNameLst>
                                          <p:attrName>ppt_x</p:attrName>
                                        </p:attrNameLst>
                                      </p:cBhvr>
                                      <p:tavLst>
                                        <p:tav tm="0">
                                          <p:val>
                                            <p:strVal val="#ppt_x"/>
                                          </p:val>
                                        </p:tav>
                                        <p:tav tm="100000">
                                          <p:val>
                                            <p:strVal val="#ppt_x"/>
                                          </p:val>
                                        </p:tav>
                                      </p:tavLst>
                                    </p:anim>
                                    <p:anim calcmode="lin" valueType="num">
                                      <p:cBhvr additive="base">
                                        <p:cTn id="14" dur="500" fill="hold"/>
                                        <p:tgtEl>
                                          <p:spTgt spid="546819"/>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4" presetClass="entr" presetSubtype="16" fill="hold" grpId="0" nodeType="clickEffect">
                                  <p:stCondLst>
                                    <p:cond delay="0"/>
                                  </p:stCondLst>
                                  <p:childTnLst>
                                    <p:set>
                                      <p:cBhvr>
                                        <p:cTn id="18" dur="1" fill="hold">
                                          <p:stCondLst>
                                            <p:cond delay="0"/>
                                          </p:stCondLst>
                                        </p:cTn>
                                        <p:tgtEl>
                                          <p:spTgt spid="546820"/>
                                        </p:tgtEl>
                                        <p:attrNameLst>
                                          <p:attrName>style.visibility</p:attrName>
                                        </p:attrNameLst>
                                      </p:cBhvr>
                                      <p:to>
                                        <p:strVal val="visible"/>
                                      </p:to>
                                    </p:set>
                                    <p:animEffect transition="in" filter="box(in)">
                                      <p:cBhvr>
                                        <p:cTn id="19" dur="500"/>
                                        <p:tgtEl>
                                          <p:spTgt spid="546820"/>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2" presetClass="entr" presetSubtype="4" fill="hold" nodeType="clickEffect">
                                  <p:stCondLst>
                                    <p:cond delay="0"/>
                                  </p:stCondLst>
                                  <p:childTnLst>
                                    <p:set>
                                      <p:cBhvr>
                                        <p:cTn id="23" dur="1" fill="hold">
                                          <p:stCondLst>
                                            <p:cond delay="0"/>
                                          </p:stCondLst>
                                        </p:cTn>
                                        <p:tgtEl>
                                          <p:spTgt spid="2"/>
                                        </p:tgtEl>
                                        <p:attrNameLst>
                                          <p:attrName>style.visibility</p:attrName>
                                        </p:attrNameLst>
                                      </p:cBhvr>
                                      <p:to>
                                        <p:strVal val="visible"/>
                                      </p:to>
                                    </p:set>
                                    <p:anim calcmode="lin" valueType="num">
                                      <p:cBhvr additive="base">
                                        <p:cTn id="24" dur="500" fill="hold"/>
                                        <p:tgtEl>
                                          <p:spTgt spid="2"/>
                                        </p:tgtEl>
                                        <p:attrNameLst>
                                          <p:attrName>ppt_x</p:attrName>
                                        </p:attrNameLst>
                                      </p:cBhvr>
                                      <p:tavLst>
                                        <p:tav tm="0">
                                          <p:val>
                                            <p:strVal val="#ppt_x"/>
                                          </p:val>
                                        </p:tav>
                                        <p:tav tm="100000">
                                          <p:val>
                                            <p:strVal val="#ppt_x"/>
                                          </p:val>
                                        </p:tav>
                                      </p:tavLst>
                                    </p:anim>
                                    <p:anim calcmode="lin" valueType="num">
                                      <p:cBhvr additive="base">
                                        <p:cTn id="25"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6819" grpId="0"/>
      <p:bldP spid="546820" grpId="0" animBg="1"/>
      <p:bldP spid="546822"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3" name="Rectangle 3">
            <a:extLst>
              <a:ext uri="{FF2B5EF4-FFF2-40B4-BE49-F238E27FC236}">
                <a16:creationId xmlns:a16="http://schemas.microsoft.com/office/drawing/2014/main" id="{292786EA-03E6-4D8D-9CED-A9FB23914BAC}"/>
              </a:ext>
            </a:extLst>
          </p:cNvPr>
          <p:cNvSpPr>
            <a:spLocks noChangeArrowheads="1"/>
          </p:cNvSpPr>
          <p:nvPr/>
        </p:nvSpPr>
        <p:spPr bwMode="auto">
          <a:xfrm>
            <a:off x="201613" y="1179513"/>
            <a:ext cx="4154487" cy="5094287"/>
          </a:xfrm>
          <a:prstGeom prst="rect">
            <a:avLst/>
          </a:prstGeom>
          <a:noFill/>
          <a:ln w="28575">
            <a:solidFill>
              <a:srgbClr val="6C4C8F"/>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sz="2600" dirty="0">
                <a:latin typeface="+mn-lt"/>
                <a:ea typeface="+mn-ea"/>
                <a:cs typeface="+mn-ea"/>
                <a:sym typeface="+mn-lt"/>
              </a:rPr>
              <a:t>#include &lt;</a:t>
            </a:r>
            <a:r>
              <a:rPr lang="en-US" altLang="zh-CN" sz="2600" dirty="0" err="1">
                <a:latin typeface="+mn-lt"/>
                <a:ea typeface="+mn-ea"/>
                <a:cs typeface="+mn-ea"/>
                <a:sym typeface="+mn-lt"/>
              </a:rPr>
              <a:t>iostream.h</a:t>
            </a:r>
            <a:r>
              <a:rPr lang="en-US" altLang="zh-CN" sz="2600" dirty="0">
                <a:latin typeface="+mn-lt"/>
                <a:ea typeface="+mn-ea"/>
                <a:cs typeface="+mn-ea"/>
                <a:sym typeface="+mn-lt"/>
              </a:rPr>
              <a:t>&gt;</a:t>
            </a:r>
          </a:p>
          <a:p>
            <a:pPr>
              <a:lnSpc>
                <a:spcPct val="100000"/>
              </a:lnSpc>
              <a:spcBef>
                <a:spcPct val="50000"/>
              </a:spcBef>
              <a:defRPr/>
            </a:pPr>
            <a:r>
              <a:rPr lang="en-US" altLang="zh-CN" sz="2600" dirty="0">
                <a:latin typeface="+mn-lt"/>
                <a:ea typeface="+mn-ea"/>
                <a:cs typeface="+mn-ea"/>
                <a:sym typeface="+mn-lt"/>
              </a:rPr>
              <a:t>void swap(</a:t>
            </a:r>
            <a:r>
              <a:rPr lang="en-US" altLang="zh-CN" sz="2600" dirty="0">
                <a:solidFill>
                  <a:srgbClr val="FF0000"/>
                </a:solidFill>
                <a:latin typeface="+mn-lt"/>
                <a:ea typeface="+mn-ea"/>
                <a:cs typeface="+mn-ea"/>
                <a:sym typeface="+mn-lt"/>
              </a:rPr>
              <a:t>float</a:t>
            </a:r>
            <a:r>
              <a:rPr lang="zh-CN" altLang="en-US" sz="2600" dirty="0">
                <a:solidFill>
                  <a:srgbClr val="FF0000"/>
                </a:solidFill>
                <a:latin typeface="+mn-lt"/>
                <a:ea typeface="+mn-ea"/>
                <a:cs typeface="+mn-ea"/>
                <a:sym typeface="+mn-lt"/>
              </a:rPr>
              <a:t>＆ </a:t>
            </a:r>
            <a:r>
              <a:rPr lang="en-US" altLang="zh-CN" sz="2600" dirty="0" err="1">
                <a:solidFill>
                  <a:srgbClr val="FF0000"/>
                </a:solidFill>
                <a:latin typeface="+mn-lt"/>
                <a:ea typeface="+mn-ea"/>
                <a:cs typeface="+mn-ea"/>
                <a:sym typeface="+mn-lt"/>
              </a:rPr>
              <a:t>m,float</a:t>
            </a:r>
            <a:r>
              <a:rPr lang="zh-CN" altLang="en-US" sz="2600" dirty="0">
                <a:solidFill>
                  <a:srgbClr val="FF0000"/>
                </a:solidFill>
                <a:latin typeface="+mn-lt"/>
                <a:ea typeface="+mn-ea"/>
                <a:cs typeface="+mn-ea"/>
                <a:sym typeface="+mn-lt"/>
              </a:rPr>
              <a:t>＆ </a:t>
            </a:r>
            <a:r>
              <a:rPr lang="en-US" altLang="zh-CN" sz="2600" dirty="0">
                <a:solidFill>
                  <a:srgbClr val="FF0000"/>
                </a:solidFill>
                <a:latin typeface="+mn-lt"/>
                <a:ea typeface="+mn-ea"/>
                <a:cs typeface="+mn-ea"/>
                <a:sym typeface="+mn-lt"/>
              </a:rPr>
              <a:t>n</a:t>
            </a:r>
            <a:r>
              <a:rPr lang="en-US" altLang="zh-CN" sz="2600" dirty="0">
                <a:latin typeface="+mn-lt"/>
                <a:ea typeface="+mn-ea"/>
                <a:cs typeface="+mn-ea"/>
                <a:sym typeface="+mn-lt"/>
              </a:rPr>
              <a:t>)</a:t>
            </a:r>
          </a:p>
          <a:p>
            <a:pPr>
              <a:lnSpc>
                <a:spcPct val="100000"/>
              </a:lnSpc>
              <a:spcBef>
                <a:spcPct val="50000"/>
              </a:spcBef>
              <a:defRPr/>
            </a:pPr>
            <a:r>
              <a:rPr lang="en-US" altLang="zh-CN" sz="2600" dirty="0">
                <a:latin typeface="+mn-lt"/>
                <a:ea typeface="+mn-ea"/>
                <a:cs typeface="+mn-ea"/>
                <a:sym typeface="+mn-lt"/>
              </a:rPr>
              <a:t>{</a:t>
            </a:r>
          </a:p>
          <a:p>
            <a:pPr>
              <a:lnSpc>
                <a:spcPct val="100000"/>
              </a:lnSpc>
              <a:spcBef>
                <a:spcPct val="50000"/>
              </a:spcBef>
              <a:defRPr/>
            </a:pPr>
            <a:r>
              <a:rPr lang="en-US" altLang="zh-CN" sz="2600" dirty="0">
                <a:latin typeface="+mn-lt"/>
                <a:ea typeface="+mn-ea"/>
                <a:cs typeface="+mn-ea"/>
                <a:sym typeface="+mn-lt"/>
              </a:rPr>
              <a:t>	float temp;</a:t>
            </a:r>
          </a:p>
          <a:p>
            <a:pPr>
              <a:lnSpc>
                <a:spcPct val="100000"/>
              </a:lnSpc>
              <a:spcBef>
                <a:spcPct val="50000"/>
              </a:spcBef>
              <a:defRPr/>
            </a:pPr>
            <a:r>
              <a:rPr lang="en-US" altLang="zh-CN" sz="2600" dirty="0">
                <a:latin typeface="+mn-lt"/>
                <a:ea typeface="+mn-ea"/>
                <a:cs typeface="+mn-ea"/>
                <a:sym typeface="+mn-lt"/>
              </a:rPr>
              <a:t> 	temp=m;</a:t>
            </a:r>
          </a:p>
          <a:p>
            <a:pPr>
              <a:lnSpc>
                <a:spcPct val="100000"/>
              </a:lnSpc>
              <a:spcBef>
                <a:spcPct val="50000"/>
              </a:spcBef>
              <a:defRPr/>
            </a:pPr>
            <a:r>
              <a:rPr lang="en-US" altLang="zh-CN" sz="2600" dirty="0">
                <a:latin typeface="+mn-lt"/>
                <a:ea typeface="+mn-ea"/>
                <a:cs typeface="+mn-ea"/>
                <a:sym typeface="+mn-lt"/>
              </a:rPr>
              <a:t> 	m=n;</a:t>
            </a:r>
          </a:p>
          <a:p>
            <a:pPr>
              <a:lnSpc>
                <a:spcPct val="100000"/>
              </a:lnSpc>
              <a:spcBef>
                <a:spcPct val="50000"/>
              </a:spcBef>
              <a:defRPr/>
            </a:pPr>
            <a:r>
              <a:rPr lang="en-US" altLang="zh-CN" sz="2600" dirty="0">
                <a:latin typeface="+mn-lt"/>
                <a:ea typeface="+mn-ea"/>
                <a:cs typeface="+mn-ea"/>
                <a:sym typeface="+mn-lt"/>
              </a:rPr>
              <a:t> 	n=temp;</a:t>
            </a:r>
          </a:p>
          <a:p>
            <a:pPr>
              <a:lnSpc>
                <a:spcPct val="100000"/>
              </a:lnSpc>
              <a:spcBef>
                <a:spcPct val="50000"/>
              </a:spcBef>
              <a:defRPr/>
            </a:pPr>
            <a:r>
              <a:rPr lang="en-US" altLang="zh-CN" sz="2600" dirty="0">
                <a:latin typeface="+mn-lt"/>
                <a:ea typeface="+mn-ea"/>
                <a:cs typeface="+mn-ea"/>
                <a:sym typeface="+mn-lt"/>
              </a:rPr>
              <a:t>}</a:t>
            </a:r>
          </a:p>
        </p:txBody>
      </p:sp>
      <p:sp>
        <p:nvSpPr>
          <p:cNvPr id="48132" name="Rectangle 4">
            <a:extLst>
              <a:ext uri="{FF2B5EF4-FFF2-40B4-BE49-F238E27FC236}">
                <a16:creationId xmlns:a16="http://schemas.microsoft.com/office/drawing/2014/main" id="{D3693E96-621A-452A-9C83-70BBE64EFBF6}"/>
              </a:ext>
            </a:extLst>
          </p:cNvPr>
          <p:cNvSpPr>
            <a:spLocks noChangeArrowheads="1"/>
          </p:cNvSpPr>
          <p:nvPr/>
        </p:nvSpPr>
        <p:spPr bwMode="auto">
          <a:xfrm>
            <a:off x="755650" y="58738"/>
            <a:ext cx="6705600" cy="849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传地址方式－－引用类型作参数</a:t>
            </a:r>
          </a:p>
        </p:txBody>
      </p:sp>
      <p:grpSp>
        <p:nvGrpSpPr>
          <p:cNvPr id="4" name="组合 3">
            <a:extLst>
              <a:ext uri="{FF2B5EF4-FFF2-40B4-BE49-F238E27FC236}">
                <a16:creationId xmlns:a16="http://schemas.microsoft.com/office/drawing/2014/main" id="{8D4E994D-625D-E548-B32D-42D8E9265FE1}"/>
              </a:ext>
            </a:extLst>
          </p:cNvPr>
          <p:cNvGrpSpPr>
            <a:grpSpLocks/>
          </p:cNvGrpSpPr>
          <p:nvPr/>
        </p:nvGrpSpPr>
        <p:grpSpPr bwMode="auto">
          <a:xfrm>
            <a:off x="4487863" y="1179513"/>
            <a:ext cx="4473575" cy="5094287"/>
            <a:chOff x="4487863" y="1179513"/>
            <a:chExt cx="4473575" cy="5094287"/>
          </a:xfrm>
        </p:grpSpPr>
        <p:sp>
          <p:nvSpPr>
            <p:cNvPr id="547842" name="Rectangle 2">
              <a:extLst>
                <a:ext uri="{FF2B5EF4-FFF2-40B4-BE49-F238E27FC236}">
                  <a16:creationId xmlns:a16="http://schemas.microsoft.com/office/drawing/2014/main" id="{99E01A02-95C4-4295-B2EC-9B6B80600868}"/>
                </a:ext>
              </a:extLst>
            </p:cNvPr>
            <p:cNvSpPr>
              <a:spLocks noChangeArrowheads="1"/>
            </p:cNvSpPr>
            <p:nvPr/>
          </p:nvSpPr>
          <p:spPr bwMode="auto">
            <a:xfrm>
              <a:off x="4500563" y="1179513"/>
              <a:ext cx="4448175" cy="4924425"/>
            </a:xfrm>
            <a:prstGeom prst="rect">
              <a:avLst/>
            </a:prstGeom>
            <a:noFill/>
            <a:ln w="28575">
              <a:solidFill>
                <a:srgbClr val="6C4C8F"/>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sz="2600" dirty="0">
                  <a:latin typeface="+mn-lt"/>
                  <a:ea typeface="+mn-ea"/>
                  <a:cs typeface="+mn-ea"/>
                  <a:sym typeface="+mn-lt"/>
                </a:rPr>
                <a:t>void main()</a:t>
              </a:r>
            </a:p>
            <a:p>
              <a:pPr>
                <a:lnSpc>
                  <a:spcPct val="100000"/>
                </a:lnSpc>
                <a:spcBef>
                  <a:spcPct val="50000"/>
                </a:spcBef>
                <a:defRPr/>
              </a:pPr>
              <a:r>
                <a:rPr lang="en-US" altLang="zh-CN" sz="2600" dirty="0">
                  <a:latin typeface="+mn-lt"/>
                  <a:ea typeface="+mn-ea"/>
                  <a:cs typeface="+mn-ea"/>
                  <a:sym typeface="+mn-lt"/>
                </a:rPr>
                <a:t>{</a:t>
              </a:r>
            </a:p>
            <a:p>
              <a:pPr>
                <a:lnSpc>
                  <a:spcPct val="100000"/>
                </a:lnSpc>
                <a:spcBef>
                  <a:spcPct val="50000"/>
                </a:spcBef>
                <a:defRPr/>
              </a:pPr>
              <a:r>
                <a:rPr lang="en-US" altLang="zh-CN" sz="2600" dirty="0">
                  <a:latin typeface="+mn-lt"/>
                  <a:ea typeface="+mn-ea"/>
                  <a:cs typeface="+mn-ea"/>
                  <a:sym typeface="+mn-lt"/>
                </a:rPr>
                <a:t>        float </a:t>
              </a:r>
              <a:r>
                <a:rPr lang="en-US" altLang="zh-CN" sz="2600" dirty="0" err="1">
                  <a:latin typeface="+mn-lt"/>
                  <a:ea typeface="+mn-ea"/>
                  <a:cs typeface="+mn-ea"/>
                  <a:sym typeface="+mn-lt"/>
                </a:rPr>
                <a:t>a,b</a:t>
              </a:r>
              <a:r>
                <a:rPr lang="en-US" altLang="zh-CN" sz="2600" dirty="0">
                  <a:latin typeface="+mn-lt"/>
                  <a:ea typeface="+mn-ea"/>
                  <a:cs typeface="+mn-ea"/>
                  <a:sym typeface="+mn-lt"/>
                </a:rPr>
                <a:t>;</a:t>
              </a:r>
            </a:p>
            <a:p>
              <a:pPr>
                <a:lnSpc>
                  <a:spcPct val="100000"/>
                </a:lnSpc>
                <a:spcBef>
                  <a:spcPct val="50000"/>
                </a:spcBef>
                <a:defRPr/>
              </a:pPr>
              <a:r>
                <a:rPr lang="en-US" altLang="zh-CN" sz="2600" dirty="0">
                  <a:latin typeface="+mn-lt"/>
                  <a:ea typeface="+mn-ea"/>
                  <a:cs typeface="+mn-ea"/>
                  <a:sym typeface="+mn-lt"/>
                </a:rPr>
                <a:t>        </a:t>
              </a:r>
              <a:r>
                <a:rPr lang="en-US" altLang="zh-CN" sz="2600" dirty="0" err="1">
                  <a:latin typeface="+mn-lt"/>
                  <a:ea typeface="+mn-ea"/>
                  <a:cs typeface="+mn-ea"/>
                  <a:sym typeface="+mn-lt"/>
                </a:rPr>
                <a:t>cin</a:t>
              </a:r>
              <a:r>
                <a:rPr lang="en-US" altLang="zh-CN" sz="2600" dirty="0">
                  <a:latin typeface="+mn-lt"/>
                  <a:ea typeface="+mn-ea"/>
                  <a:cs typeface="+mn-ea"/>
                  <a:sym typeface="+mn-lt"/>
                </a:rPr>
                <a:t>&gt;&gt;a&gt;&gt;b;</a:t>
              </a:r>
            </a:p>
            <a:p>
              <a:pPr>
                <a:lnSpc>
                  <a:spcPct val="100000"/>
                </a:lnSpc>
                <a:spcBef>
                  <a:spcPct val="50000"/>
                </a:spcBef>
                <a:defRPr/>
              </a:pPr>
              <a:r>
                <a:rPr lang="en-US" altLang="zh-CN" sz="2600" dirty="0">
                  <a:latin typeface="+mn-lt"/>
                  <a:ea typeface="+mn-ea"/>
                  <a:cs typeface="+mn-ea"/>
                  <a:sym typeface="+mn-lt"/>
                </a:rPr>
                <a:t>        swap(</a:t>
              </a:r>
              <a:r>
                <a:rPr lang="en-US" altLang="zh-CN" sz="2600" dirty="0" err="1">
                  <a:latin typeface="+mn-lt"/>
                  <a:ea typeface="+mn-ea"/>
                  <a:cs typeface="+mn-ea"/>
                  <a:sym typeface="+mn-lt"/>
                </a:rPr>
                <a:t>a,b</a:t>
              </a:r>
              <a:r>
                <a:rPr lang="en-US" altLang="zh-CN" sz="2600" dirty="0">
                  <a:latin typeface="+mn-lt"/>
                  <a:ea typeface="+mn-ea"/>
                  <a:cs typeface="+mn-ea"/>
                  <a:sym typeface="+mn-lt"/>
                </a:rPr>
                <a:t>);</a:t>
              </a:r>
            </a:p>
            <a:p>
              <a:pPr>
                <a:lnSpc>
                  <a:spcPct val="100000"/>
                </a:lnSpc>
                <a:spcBef>
                  <a:spcPct val="50000"/>
                </a:spcBef>
                <a:defRPr/>
              </a:pPr>
              <a:r>
                <a:rPr lang="en-US" altLang="zh-CN" sz="2600" dirty="0">
                  <a:latin typeface="+mn-lt"/>
                  <a:ea typeface="+mn-ea"/>
                  <a:cs typeface="+mn-ea"/>
                  <a:sym typeface="+mn-lt"/>
                </a:rPr>
                <a:t>        </a:t>
              </a:r>
              <a:r>
                <a:rPr lang="en-US" altLang="zh-CN" sz="2600" dirty="0" err="1">
                  <a:latin typeface="+mn-lt"/>
                  <a:ea typeface="+mn-ea"/>
                  <a:cs typeface="+mn-ea"/>
                  <a:sym typeface="+mn-lt"/>
                </a:rPr>
                <a:t>cout</a:t>
              </a:r>
              <a:r>
                <a:rPr lang="en-US" altLang="zh-CN" sz="2600" dirty="0">
                  <a:latin typeface="+mn-lt"/>
                  <a:ea typeface="+mn-ea"/>
                  <a:cs typeface="+mn-ea"/>
                  <a:sym typeface="+mn-lt"/>
                </a:rPr>
                <a:t>&lt;&lt;a&lt;&lt;</a:t>
              </a:r>
              <a:r>
                <a:rPr lang="en-US" altLang="zh-CN" sz="2600" dirty="0" err="1">
                  <a:latin typeface="+mn-lt"/>
                  <a:ea typeface="+mn-ea"/>
                  <a:cs typeface="+mn-ea"/>
                  <a:sym typeface="+mn-lt"/>
                </a:rPr>
                <a:t>endl</a:t>
              </a:r>
              <a:r>
                <a:rPr lang="en-US" altLang="zh-CN" sz="2600" dirty="0">
                  <a:latin typeface="+mn-lt"/>
                  <a:ea typeface="+mn-ea"/>
                  <a:cs typeface="+mn-ea"/>
                  <a:sym typeface="+mn-lt"/>
                </a:rPr>
                <a:t>&lt;&lt;b&lt;&lt;</a:t>
              </a:r>
              <a:r>
                <a:rPr lang="en-US" altLang="zh-CN" sz="2600" dirty="0" err="1">
                  <a:latin typeface="+mn-lt"/>
                  <a:ea typeface="+mn-ea"/>
                  <a:cs typeface="+mn-ea"/>
                  <a:sym typeface="+mn-lt"/>
                </a:rPr>
                <a:t>endl</a:t>
              </a:r>
              <a:r>
                <a:rPr lang="en-US" altLang="zh-CN" sz="2600" dirty="0">
                  <a:latin typeface="+mn-lt"/>
                  <a:ea typeface="+mn-ea"/>
                  <a:cs typeface="+mn-ea"/>
                  <a:sym typeface="+mn-lt"/>
                </a:rPr>
                <a:t>;</a:t>
              </a:r>
            </a:p>
            <a:p>
              <a:pPr>
                <a:lnSpc>
                  <a:spcPct val="100000"/>
                </a:lnSpc>
                <a:spcBef>
                  <a:spcPct val="50000"/>
                </a:spcBef>
                <a:defRPr/>
              </a:pPr>
              <a:r>
                <a:rPr lang="en-US" altLang="zh-CN" sz="2600" dirty="0">
                  <a:latin typeface="+mn-lt"/>
                  <a:ea typeface="+mn-ea"/>
                  <a:cs typeface="+mn-ea"/>
                  <a:sym typeface="+mn-lt"/>
                </a:rPr>
                <a:t>}</a:t>
              </a:r>
            </a:p>
            <a:p>
              <a:pPr>
                <a:lnSpc>
                  <a:spcPct val="100000"/>
                </a:lnSpc>
                <a:spcBef>
                  <a:spcPct val="50000"/>
                </a:spcBef>
                <a:defRPr/>
              </a:pPr>
              <a:endParaRPr lang="en-US" altLang="zh-CN" sz="1800" dirty="0">
                <a:latin typeface="+mn-lt"/>
                <a:ea typeface="+mn-ea"/>
                <a:cs typeface="+mn-ea"/>
                <a:sym typeface="+mn-lt"/>
              </a:endParaRPr>
            </a:p>
            <a:p>
              <a:pPr>
                <a:lnSpc>
                  <a:spcPct val="100000"/>
                </a:lnSpc>
                <a:spcBef>
                  <a:spcPct val="50000"/>
                </a:spcBef>
                <a:defRPr/>
              </a:pPr>
              <a:endParaRPr lang="en-US" altLang="zh-CN" sz="1800" dirty="0">
                <a:latin typeface="+mn-lt"/>
                <a:ea typeface="+mn-ea"/>
                <a:cs typeface="+mn-ea"/>
                <a:sym typeface="+mn-lt"/>
              </a:endParaRPr>
            </a:p>
          </p:txBody>
        </p:sp>
        <p:sp>
          <p:nvSpPr>
            <p:cNvPr id="2" name="矩形 1">
              <a:extLst>
                <a:ext uri="{FF2B5EF4-FFF2-40B4-BE49-F238E27FC236}">
                  <a16:creationId xmlns:a16="http://schemas.microsoft.com/office/drawing/2014/main" id="{D9B71F86-1A1C-4E04-A05F-CED459AFEE59}"/>
                </a:ext>
              </a:extLst>
            </p:cNvPr>
            <p:cNvSpPr/>
            <p:nvPr/>
          </p:nvSpPr>
          <p:spPr bwMode="auto">
            <a:xfrm>
              <a:off x="4487863" y="5884863"/>
              <a:ext cx="4473575" cy="388937"/>
            </a:xfrm>
            <a:prstGeom prst="rect">
              <a:avLst/>
            </a:prstGeom>
            <a:solidFill>
              <a:schemeClr val="accent1"/>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grpSp>
      <p:sp>
        <p:nvSpPr>
          <p:cNvPr id="3" name="空心弧 2">
            <a:extLst>
              <a:ext uri="{FF2B5EF4-FFF2-40B4-BE49-F238E27FC236}">
                <a16:creationId xmlns:a16="http://schemas.microsoft.com/office/drawing/2014/main" id="{60809229-CF54-44E0-ADA2-4BD8E4F0D304}"/>
              </a:ext>
            </a:extLst>
          </p:cNvPr>
          <p:cNvSpPr/>
          <p:nvPr/>
        </p:nvSpPr>
        <p:spPr bwMode="auto">
          <a:xfrm flipV="1">
            <a:off x="3995738" y="4900613"/>
            <a:ext cx="863600" cy="654050"/>
          </a:xfrm>
          <a:prstGeom prst="blockArc">
            <a:avLst/>
          </a:prstGeom>
          <a:solidFill>
            <a:schemeClr val="bg2">
              <a:lumMod val="60000"/>
              <a:lumOff val="4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547843"/>
                                        </p:tgtEl>
                                        <p:attrNameLst>
                                          <p:attrName>style.visibility</p:attrName>
                                        </p:attrNameLst>
                                      </p:cBhvr>
                                      <p:to>
                                        <p:strVal val="visible"/>
                                      </p:to>
                                    </p:set>
                                    <p:anim calcmode="lin" valueType="num">
                                      <p:cBhvr additive="base">
                                        <p:cTn id="19" dur="500" fill="hold"/>
                                        <p:tgtEl>
                                          <p:spTgt spid="547843"/>
                                        </p:tgtEl>
                                        <p:attrNameLst>
                                          <p:attrName>ppt_x</p:attrName>
                                        </p:attrNameLst>
                                      </p:cBhvr>
                                      <p:tavLst>
                                        <p:tav tm="0">
                                          <p:val>
                                            <p:strVal val="0-#ppt_w/2"/>
                                          </p:val>
                                        </p:tav>
                                        <p:tav tm="100000">
                                          <p:val>
                                            <p:strVal val="#ppt_x"/>
                                          </p:val>
                                        </p:tav>
                                      </p:tavLst>
                                    </p:anim>
                                    <p:anim calcmode="lin" valueType="num">
                                      <p:cBhvr additive="base">
                                        <p:cTn id="20" dur="500" fill="hold"/>
                                        <p:tgtEl>
                                          <p:spTgt spid="54784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7843"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866" name="Rectangle 2">
            <a:extLst>
              <a:ext uri="{FF2B5EF4-FFF2-40B4-BE49-F238E27FC236}">
                <a16:creationId xmlns:a16="http://schemas.microsoft.com/office/drawing/2014/main" id="{916A8F41-6290-40A3-AF1F-873EAC284923}"/>
              </a:ext>
            </a:extLst>
          </p:cNvPr>
          <p:cNvSpPr>
            <a:spLocks noChangeArrowheads="1"/>
          </p:cNvSpPr>
          <p:nvPr/>
        </p:nvSpPr>
        <p:spPr bwMode="auto">
          <a:xfrm>
            <a:off x="803275" y="1052513"/>
            <a:ext cx="8161338" cy="3552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olidFill>
                  <a:srgbClr val="000000"/>
                </a:solidFill>
                <a:sym typeface="+mn-lt"/>
              </a:rPr>
              <a:t>传递引用给函数与传递指针的效果是一样的，</a:t>
            </a:r>
            <a:r>
              <a:rPr lang="zh-CN" altLang="en-US">
                <a:solidFill>
                  <a:srgbClr val="FF3300"/>
                </a:solidFill>
                <a:sym typeface="+mn-lt"/>
              </a:rPr>
              <a:t>形参变化实参也发生变化</a:t>
            </a:r>
            <a:r>
              <a:rPr lang="zh-CN" altLang="en-US">
                <a:solidFill>
                  <a:srgbClr val="000000"/>
                </a:solidFill>
                <a:sym typeface="+mn-lt"/>
              </a:rPr>
              <a:t>。</a:t>
            </a:r>
          </a:p>
          <a:p>
            <a:pPr>
              <a:spcBef>
                <a:spcPct val="20000"/>
              </a:spcBef>
            </a:pPr>
            <a:r>
              <a:rPr lang="zh-CN" altLang="en-US">
                <a:solidFill>
                  <a:srgbClr val="000000"/>
                </a:solidFill>
                <a:sym typeface="+mn-lt"/>
              </a:rPr>
              <a:t>引用类型作形参，在内存中并没有产生实参的副本，它</a:t>
            </a:r>
            <a:r>
              <a:rPr lang="zh-CN" altLang="en-US">
                <a:solidFill>
                  <a:srgbClr val="FF3300"/>
                </a:solidFill>
                <a:sym typeface="+mn-lt"/>
              </a:rPr>
              <a:t>直接对实参操作</a:t>
            </a:r>
            <a:r>
              <a:rPr lang="zh-CN" altLang="en-US">
                <a:solidFill>
                  <a:srgbClr val="000000"/>
                </a:solidFill>
                <a:sym typeface="+mn-lt"/>
              </a:rPr>
              <a:t>；而一般变量作参数，形参与实参就占用不同的存储单元，所以形参变量的值是实参变量的副本。因此，当</a:t>
            </a:r>
            <a:r>
              <a:rPr lang="zh-CN" altLang="en-US">
                <a:solidFill>
                  <a:srgbClr val="FF3300"/>
                </a:solidFill>
                <a:sym typeface="+mn-lt"/>
              </a:rPr>
              <a:t>参数传递的数据量较大</a:t>
            </a:r>
            <a:r>
              <a:rPr lang="zh-CN" altLang="en-US">
                <a:solidFill>
                  <a:srgbClr val="000000"/>
                </a:solidFill>
                <a:sym typeface="+mn-lt"/>
              </a:rPr>
              <a:t>时，用引用比用一般变量传递参数的时间和空间效率都好。</a:t>
            </a:r>
          </a:p>
        </p:txBody>
      </p:sp>
      <p:sp>
        <p:nvSpPr>
          <p:cNvPr id="49155" name="Rectangle 3">
            <a:extLst>
              <a:ext uri="{FF2B5EF4-FFF2-40B4-BE49-F238E27FC236}">
                <a16:creationId xmlns:a16="http://schemas.microsoft.com/office/drawing/2014/main" id="{EDA089F5-C461-45AD-9C31-1F23AEA8BAFD}"/>
              </a:ext>
            </a:extLst>
          </p:cNvPr>
          <p:cNvSpPr>
            <a:spLocks noChangeArrowheads="1"/>
          </p:cNvSpPr>
          <p:nvPr/>
        </p:nvSpPr>
        <p:spPr bwMode="auto">
          <a:xfrm>
            <a:off x="755650" y="44450"/>
            <a:ext cx="5426075" cy="849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引用类型作形参的三点说明</a:t>
            </a:r>
          </a:p>
        </p:txBody>
      </p:sp>
      <p:sp>
        <p:nvSpPr>
          <p:cNvPr id="4" name="Rectangle 2">
            <a:extLst>
              <a:ext uri="{FF2B5EF4-FFF2-40B4-BE49-F238E27FC236}">
                <a16:creationId xmlns:a16="http://schemas.microsoft.com/office/drawing/2014/main" id="{EB9A43D5-241E-4F45-8CA8-2ACCB17A8CEA}"/>
              </a:ext>
            </a:extLst>
          </p:cNvPr>
          <p:cNvSpPr>
            <a:spLocks noChangeArrowheads="1"/>
          </p:cNvSpPr>
          <p:nvPr/>
        </p:nvSpPr>
        <p:spPr bwMode="auto">
          <a:xfrm>
            <a:off x="839788" y="4508500"/>
            <a:ext cx="8124825" cy="2112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pPr>
            <a:r>
              <a:rPr lang="zh-CN" altLang="en-US">
                <a:solidFill>
                  <a:srgbClr val="000000"/>
                </a:solidFill>
                <a:sym typeface="+mn-lt"/>
              </a:rPr>
              <a:t>指针参数虽然也能达到与使用引用的效果，但在被调函数中需要重复使用“</a:t>
            </a:r>
            <a:r>
              <a:rPr lang="zh-CN" altLang="en-US">
                <a:solidFill>
                  <a:srgbClr val="FF3300"/>
                </a:solidFill>
                <a:sym typeface="+mn-lt"/>
              </a:rPr>
              <a:t>*指针变量名</a:t>
            </a:r>
            <a:r>
              <a:rPr lang="zh-CN" altLang="en-US">
                <a:solidFill>
                  <a:srgbClr val="000000"/>
                </a:solidFill>
                <a:sym typeface="+mn-lt"/>
              </a:rPr>
              <a:t>”的形式进行运算，这很容易产生错误且程序的阅读性较差；另一方面，在主调函数的调用点处，必须用</a:t>
            </a:r>
            <a:r>
              <a:rPr lang="zh-CN" altLang="en-US">
                <a:solidFill>
                  <a:srgbClr val="FF3300"/>
                </a:solidFill>
                <a:sym typeface="+mn-lt"/>
              </a:rPr>
              <a:t>变量的地址作为实参</a:t>
            </a:r>
            <a:r>
              <a:rPr lang="zh-CN" altLang="en-US">
                <a:solidFill>
                  <a:srgbClr val="000000"/>
                </a:solidFill>
                <a:sym typeface="+mn-lt"/>
              </a:rPr>
              <a:t>。</a:t>
            </a:r>
          </a:p>
        </p:txBody>
      </p:sp>
      <p:grpSp>
        <p:nvGrpSpPr>
          <p:cNvPr id="20" name="组合 19">
            <a:extLst>
              <a:ext uri="{FF2B5EF4-FFF2-40B4-BE49-F238E27FC236}">
                <a16:creationId xmlns:a16="http://schemas.microsoft.com/office/drawing/2014/main" id="{54588C16-1B80-3749-B82F-E5CCCCFFD751}"/>
              </a:ext>
            </a:extLst>
          </p:cNvPr>
          <p:cNvGrpSpPr>
            <a:grpSpLocks/>
          </p:cNvGrpSpPr>
          <p:nvPr/>
        </p:nvGrpSpPr>
        <p:grpSpPr bwMode="auto">
          <a:xfrm>
            <a:off x="257175" y="1189038"/>
            <a:ext cx="487363" cy="584200"/>
            <a:chOff x="685009" y="1514252"/>
            <a:chExt cx="365522" cy="438150"/>
          </a:xfrm>
        </p:grpSpPr>
        <p:sp>
          <p:nvSpPr>
            <p:cNvPr id="21" name="Flowchart: Off-page Connector 108">
              <a:extLst>
                <a:ext uri="{FF2B5EF4-FFF2-40B4-BE49-F238E27FC236}">
                  <a16:creationId xmlns:a16="http://schemas.microsoft.com/office/drawing/2014/main" id="{5975219F-C442-4B46-92A4-EA523D93F015}"/>
                </a:ext>
              </a:extLst>
            </p:cNvPr>
            <p:cNvSpPr/>
            <p:nvPr/>
          </p:nvSpPr>
          <p:spPr bwMode="auto">
            <a:xfrm>
              <a:off x="704059" y="1529730"/>
              <a:ext cx="317897" cy="422672"/>
            </a:xfrm>
            <a:prstGeom prst="flowChartOffpageConnector">
              <a:avLst/>
            </a:prstGeom>
            <a:solidFill>
              <a:srgbClr val="C0504D"/>
            </a:solidFill>
            <a:ln w="25400" cap="flat" cmpd="sng" algn="ctr">
              <a:noFill/>
              <a:prstDash val="solid"/>
            </a:ln>
            <a:effectLst/>
          </p:spPr>
          <p:txBody>
            <a:bodyPr anchor="ctr"/>
            <a:lstStyle/>
            <a:p>
              <a:pPr algn="ctr" eaLnBrk="1" fontAlgn="auto" hangingPunct="1">
                <a:spcBef>
                  <a:spcPts val="0"/>
                </a:spcBef>
                <a:spcAft>
                  <a:spcPts val="0"/>
                </a:spcAft>
                <a:defRPr/>
              </a:pPr>
              <a:endParaRPr lang="zh-CN" altLang="zh-CN" sz="1300" kern="0">
                <a:solidFill>
                  <a:srgbClr val="FFFFFF"/>
                </a:solidFill>
                <a:latin typeface="+mn-lt"/>
                <a:ea typeface="+mn-ea"/>
                <a:cs typeface="+mn-ea"/>
                <a:sym typeface="+mn-lt"/>
              </a:endParaRPr>
            </a:p>
          </p:txBody>
        </p:sp>
        <p:sp>
          <p:nvSpPr>
            <p:cNvPr id="22" name="Oval 111">
              <a:extLst>
                <a:ext uri="{FF2B5EF4-FFF2-40B4-BE49-F238E27FC236}">
                  <a16:creationId xmlns:a16="http://schemas.microsoft.com/office/drawing/2014/main" id="{A19EADA3-4E99-467B-B3D4-9FFAD55697F5}"/>
                </a:ext>
              </a:extLst>
            </p:cNvPr>
            <p:cNvSpPr/>
            <p:nvPr/>
          </p:nvSpPr>
          <p:spPr bwMode="auto">
            <a:xfrm>
              <a:off x="685009" y="1514252"/>
              <a:ext cx="365522" cy="419100"/>
            </a:xfrm>
            <a:prstGeom prst="ellipse">
              <a:avLst/>
            </a:prstGeom>
            <a:noFill/>
            <a:ln w="6350" cap="flat" cmpd="sng" algn="ctr">
              <a:noFill/>
              <a:prstDash val="solid"/>
            </a:ln>
            <a:effectLst/>
          </p:spPr>
          <p:txBody>
            <a:bodyPr anchor="ctr"/>
            <a:lstStyle/>
            <a:p>
              <a:pPr algn="ctr" eaLnBrk="1" fontAlgn="auto" hangingPunct="1">
                <a:spcBef>
                  <a:spcPts val="0"/>
                </a:spcBef>
                <a:spcAft>
                  <a:spcPts val="0"/>
                </a:spcAft>
                <a:defRPr/>
              </a:pPr>
              <a:r>
                <a:rPr lang="en-US" sz="1800" kern="0" dirty="0">
                  <a:solidFill>
                    <a:srgbClr val="FFFFFF"/>
                  </a:solidFill>
                  <a:latin typeface="+mn-lt"/>
                  <a:ea typeface="+mn-ea"/>
                  <a:cs typeface="+mn-ea"/>
                  <a:sym typeface="+mn-lt"/>
                </a:rPr>
                <a:t>1</a:t>
              </a:r>
              <a:endParaRPr lang="en-US" altLang="zh-CN" sz="1800" kern="0" dirty="0">
                <a:solidFill>
                  <a:prstClr val="white"/>
                </a:solidFill>
                <a:latin typeface="+mn-lt"/>
                <a:ea typeface="+mn-ea"/>
                <a:cs typeface="+mn-ea"/>
                <a:sym typeface="+mn-lt"/>
              </a:endParaRPr>
            </a:p>
          </p:txBody>
        </p:sp>
      </p:grpSp>
      <p:grpSp>
        <p:nvGrpSpPr>
          <p:cNvPr id="23" name="组合 22">
            <a:extLst>
              <a:ext uri="{FF2B5EF4-FFF2-40B4-BE49-F238E27FC236}">
                <a16:creationId xmlns:a16="http://schemas.microsoft.com/office/drawing/2014/main" id="{04E36895-3ED6-564D-82A3-0BF2AC0030CE}"/>
              </a:ext>
            </a:extLst>
          </p:cNvPr>
          <p:cNvGrpSpPr>
            <a:grpSpLocks/>
          </p:cNvGrpSpPr>
          <p:nvPr/>
        </p:nvGrpSpPr>
        <p:grpSpPr bwMode="auto">
          <a:xfrm>
            <a:off x="257175" y="2179638"/>
            <a:ext cx="487363" cy="601662"/>
            <a:chOff x="685009" y="2261965"/>
            <a:chExt cx="365522" cy="451246"/>
          </a:xfrm>
        </p:grpSpPr>
        <p:sp>
          <p:nvSpPr>
            <p:cNvPr id="24" name="Flowchart: Off-page Connector 109">
              <a:extLst>
                <a:ext uri="{FF2B5EF4-FFF2-40B4-BE49-F238E27FC236}">
                  <a16:creationId xmlns:a16="http://schemas.microsoft.com/office/drawing/2014/main" id="{6E8341F3-199F-49DF-AF54-11BEB1A81490}"/>
                </a:ext>
              </a:extLst>
            </p:cNvPr>
            <p:cNvSpPr/>
            <p:nvPr/>
          </p:nvSpPr>
          <p:spPr bwMode="auto">
            <a:xfrm>
              <a:off x="704059" y="2290540"/>
              <a:ext cx="317897" cy="422671"/>
            </a:xfrm>
            <a:prstGeom prst="flowChartOffpageConnector">
              <a:avLst/>
            </a:prstGeom>
            <a:solidFill>
              <a:srgbClr val="4F81BD"/>
            </a:solidFill>
            <a:ln w="25400" cap="flat" cmpd="sng" algn="ctr">
              <a:noFill/>
              <a:prstDash val="solid"/>
            </a:ln>
            <a:effectLst/>
          </p:spPr>
          <p:txBody>
            <a:bodyPr anchor="ctr"/>
            <a:lstStyle/>
            <a:p>
              <a:pPr algn="ctr" eaLnBrk="1" fontAlgn="auto" hangingPunct="1">
                <a:spcBef>
                  <a:spcPts val="0"/>
                </a:spcBef>
                <a:spcAft>
                  <a:spcPts val="0"/>
                </a:spcAft>
                <a:defRPr/>
              </a:pPr>
              <a:endParaRPr lang="zh-CN" altLang="zh-CN" sz="1300" kern="0">
                <a:solidFill>
                  <a:srgbClr val="FFFFFF"/>
                </a:solidFill>
                <a:latin typeface="+mn-lt"/>
                <a:ea typeface="+mn-ea"/>
                <a:cs typeface="+mn-ea"/>
                <a:sym typeface="+mn-lt"/>
              </a:endParaRPr>
            </a:p>
          </p:txBody>
        </p:sp>
        <p:sp>
          <p:nvSpPr>
            <p:cNvPr id="25" name="Oval 112">
              <a:extLst>
                <a:ext uri="{FF2B5EF4-FFF2-40B4-BE49-F238E27FC236}">
                  <a16:creationId xmlns:a16="http://schemas.microsoft.com/office/drawing/2014/main" id="{6FD4B5FE-E873-4AD9-997E-DE4DC7DCF4CE}"/>
                </a:ext>
              </a:extLst>
            </p:cNvPr>
            <p:cNvSpPr/>
            <p:nvPr/>
          </p:nvSpPr>
          <p:spPr bwMode="auto">
            <a:xfrm>
              <a:off x="685009" y="2261965"/>
              <a:ext cx="365522" cy="419100"/>
            </a:xfrm>
            <a:prstGeom prst="ellipse">
              <a:avLst/>
            </a:prstGeom>
            <a:noFill/>
            <a:ln w="6350" cap="flat" cmpd="sng" algn="ctr">
              <a:noFill/>
              <a:prstDash val="solid"/>
            </a:ln>
            <a:effectLst/>
          </p:spPr>
          <p:txBody>
            <a:bodyPr anchor="ctr"/>
            <a:lstStyle/>
            <a:p>
              <a:pPr algn="ctr" eaLnBrk="1" fontAlgn="auto" hangingPunct="1">
                <a:spcBef>
                  <a:spcPts val="0"/>
                </a:spcBef>
                <a:spcAft>
                  <a:spcPts val="0"/>
                </a:spcAft>
                <a:defRPr/>
              </a:pPr>
              <a:r>
                <a:rPr lang="en-US" sz="1800" kern="0" dirty="0">
                  <a:solidFill>
                    <a:srgbClr val="FFFFFF"/>
                  </a:solidFill>
                  <a:latin typeface="+mn-lt"/>
                  <a:ea typeface="+mn-ea"/>
                  <a:cs typeface="+mn-ea"/>
                  <a:sym typeface="+mn-lt"/>
                </a:rPr>
                <a:t>2</a:t>
              </a:r>
              <a:endParaRPr lang="en-US" altLang="zh-CN" sz="1800" kern="0" dirty="0">
                <a:solidFill>
                  <a:prstClr val="white"/>
                </a:solidFill>
                <a:latin typeface="+mn-lt"/>
                <a:ea typeface="+mn-ea"/>
                <a:cs typeface="+mn-ea"/>
                <a:sym typeface="+mn-lt"/>
              </a:endParaRPr>
            </a:p>
          </p:txBody>
        </p:sp>
      </p:grpSp>
      <p:grpSp>
        <p:nvGrpSpPr>
          <p:cNvPr id="32" name="组合 31">
            <a:extLst>
              <a:ext uri="{FF2B5EF4-FFF2-40B4-BE49-F238E27FC236}">
                <a16:creationId xmlns:a16="http://schemas.microsoft.com/office/drawing/2014/main" id="{9FDD6819-EADA-DD40-893C-8E0399045DC7}"/>
              </a:ext>
            </a:extLst>
          </p:cNvPr>
          <p:cNvGrpSpPr>
            <a:grpSpLocks/>
          </p:cNvGrpSpPr>
          <p:nvPr/>
        </p:nvGrpSpPr>
        <p:grpSpPr bwMode="auto">
          <a:xfrm>
            <a:off x="282575" y="4557713"/>
            <a:ext cx="488950" cy="576262"/>
            <a:chOff x="704059" y="3810967"/>
            <a:chExt cx="366713" cy="432198"/>
          </a:xfrm>
        </p:grpSpPr>
        <p:sp>
          <p:nvSpPr>
            <p:cNvPr id="33" name="Flowchart: Off-page Connector 104">
              <a:extLst>
                <a:ext uri="{FF2B5EF4-FFF2-40B4-BE49-F238E27FC236}">
                  <a16:creationId xmlns:a16="http://schemas.microsoft.com/office/drawing/2014/main" id="{9E99C95D-C0FE-49E9-945C-F72721B715C4}"/>
                </a:ext>
              </a:extLst>
            </p:cNvPr>
            <p:cNvSpPr/>
            <p:nvPr/>
          </p:nvSpPr>
          <p:spPr bwMode="auto">
            <a:xfrm>
              <a:off x="727872" y="3862164"/>
              <a:ext cx="317898" cy="381001"/>
            </a:xfrm>
            <a:prstGeom prst="flowChartOffpageConnector">
              <a:avLst/>
            </a:prstGeom>
            <a:solidFill>
              <a:srgbClr val="4BACC6"/>
            </a:solidFill>
            <a:ln w="25400" cap="flat" cmpd="sng" algn="ctr">
              <a:noFill/>
              <a:prstDash val="solid"/>
            </a:ln>
            <a:effectLst/>
          </p:spPr>
          <p:txBody>
            <a:bodyPr anchor="ctr"/>
            <a:lstStyle/>
            <a:p>
              <a:pPr algn="ctr" eaLnBrk="1" fontAlgn="auto" hangingPunct="1">
                <a:spcBef>
                  <a:spcPts val="0"/>
                </a:spcBef>
                <a:spcAft>
                  <a:spcPts val="0"/>
                </a:spcAft>
                <a:defRPr/>
              </a:pPr>
              <a:endParaRPr lang="zh-CN" altLang="zh-CN" sz="1300" kern="0">
                <a:solidFill>
                  <a:srgbClr val="FFFFFF"/>
                </a:solidFill>
                <a:latin typeface="+mn-lt"/>
                <a:ea typeface="+mn-ea"/>
                <a:cs typeface="+mn-ea"/>
                <a:sym typeface="+mn-lt"/>
              </a:endParaRPr>
            </a:p>
          </p:txBody>
        </p:sp>
        <p:sp>
          <p:nvSpPr>
            <p:cNvPr id="34" name="Oval 107">
              <a:extLst>
                <a:ext uri="{FF2B5EF4-FFF2-40B4-BE49-F238E27FC236}">
                  <a16:creationId xmlns:a16="http://schemas.microsoft.com/office/drawing/2014/main" id="{236703CE-9C97-4050-A89C-7E4013ACE093}"/>
                </a:ext>
              </a:extLst>
            </p:cNvPr>
            <p:cNvSpPr/>
            <p:nvPr/>
          </p:nvSpPr>
          <p:spPr bwMode="auto">
            <a:xfrm>
              <a:off x="704059" y="3810967"/>
              <a:ext cx="366713" cy="419101"/>
            </a:xfrm>
            <a:prstGeom prst="ellipse">
              <a:avLst/>
            </a:prstGeom>
            <a:noFill/>
            <a:ln w="6350" cap="flat" cmpd="sng" algn="ctr">
              <a:noFill/>
              <a:prstDash val="solid"/>
            </a:ln>
            <a:effectLst/>
          </p:spPr>
          <p:txBody>
            <a:bodyPr anchor="ctr"/>
            <a:lstStyle/>
            <a:p>
              <a:pPr algn="ctr" eaLnBrk="1" fontAlgn="auto" hangingPunct="1">
                <a:spcBef>
                  <a:spcPts val="0"/>
                </a:spcBef>
                <a:spcAft>
                  <a:spcPts val="0"/>
                </a:spcAft>
                <a:defRPr/>
              </a:pPr>
              <a:r>
                <a:rPr lang="en-US" sz="1800" kern="0" dirty="0">
                  <a:solidFill>
                    <a:srgbClr val="FFFFFF"/>
                  </a:solidFill>
                  <a:latin typeface="+mn-lt"/>
                  <a:ea typeface="+mn-ea"/>
                  <a:cs typeface="+mn-ea"/>
                  <a:sym typeface="+mn-lt"/>
                </a:rPr>
                <a:t>3</a:t>
              </a:r>
              <a:endParaRPr lang="en-US" altLang="zh-CN" sz="1800" kern="0" dirty="0">
                <a:solidFill>
                  <a:prstClr val="white"/>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500"/>
                                        <p:tgtEl>
                                          <p:spTgt spid="2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48866">
                                            <p:txEl>
                                              <p:pRg st="0" end="0"/>
                                            </p:txEl>
                                          </p:spTgt>
                                        </p:tgtEl>
                                        <p:attrNameLst>
                                          <p:attrName>style.visibility</p:attrName>
                                        </p:attrNameLst>
                                      </p:cBhvr>
                                      <p:to>
                                        <p:strVal val="visible"/>
                                      </p:to>
                                    </p:set>
                                    <p:animEffect transition="in" filter="dissolve">
                                      <p:cBhvr>
                                        <p:cTn id="12" dur="500"/>
                                        <p:tgtEl>
                                          <p:spTgt spid="548866">
                                            <p:txEl>
                                              <p:pRg st="0" end="0"/>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dissolve">
                                      <p:cBhvr>
                                        <p:cTn id="17" dur="500"/>
                                        <p:tgtEl>
                                          <p:spTgt spid="23"/>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548866">
                                            <p:txEl>
                                              <p:pRg st="1" end="1"/>
                                            </p:txEl>
                                          </p:spTgt>
                                        </p:tgtEl>
                                        <p:attrNameLst>
                                          <p:attrName>style.visibility</p:attrName>
                                        </p:attrNameLst>
                                      </p:cBhvr>
                                      <p:to>
                                        <p:strVal val="visible"/>
                                      </p:to>
                                    </p:set>
                                    <p:animEffect transition="in" filter="dissolve">
                                      <p:cBhvr>
                                        <p:cTn id="22" dur="500"/>
                                        <p:tgtEl>
                                          <p:spTgt spid="548866">
                                            <p:txEl>
                                              <p:pRg st="1" end="1"/>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9"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dissolve">
                                      <p:cBhvr>
                                        <p:cTn id="27" dur="500"/>
                                        <p:tgtEl>
                                          <p:spTgt spid="32"/>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4">
                                            <p:txEl>
                                              <p:pRg st="0" end="0"/>
                                            </p:txEl>
                                          </p:spTgt>
                                        </p:tgtEl>
                                        <p:attrNameLst>
                                          <p:attrName>style.visibility</p:attrName>
                                        </p:attrNameLst>
                                      </p:cBhvr>
                                      <p:to>
                                        <p:strVal val="visible"/>
                                      </p:to>
                                    </p:set>
                                    <p:animEffect transition="in" filter="dissolve">
                                      <p:cBhvr>
                                        <p:cTn id="32" dur="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8866" grpId="0" build="p"/>
      <p:bldP spid="4"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39830AC2-359C-40E1-A03B-152019D89BCC}"/>
              </a:ext>
            </a:extLst>
          </p:cNvPr>
          <p:cNvSpPr/>
          <p:nvPr/>
        </p:nvSpPr>
        <p:spPr bwMode="auto">
          <a:xfrm>
            <a:off x="0" y="2135188"/>
            <a:ext cx="9144000" cy="4533900"/>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51202" name="Rectangle 2">
            <a:extLst>
              <a:ext uri="{FF2B5EF4-FFF2-40B4-BE49-F238E27FC236}">
                <a16:creationId xmlns:a16="http://schemas.microsoft.com/office/drawing/2014/main" id="{2C93A875-6889-4160-9A53-BB3E1714CECE}"/>
              </a:ext>
            </a:extLst>
          </p:cNvPr>
          <p:cNvSpPr>
            <a:spLocks noChangeArrowheads="1"/>
          </p:cNvSpPr>
          <p:nvPr/>
        </p:nvSpPr>
        <p:spPr bwMode="auto">
          <a:xfrm>
            <a:off x="827088" y="58738"/>
            <a:ext cx="6248400" cy="849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传地址方式－－数组名作参数</a:t>
            </a:r>
          </a:p>
        </p:txBody>
      </p:sp>
      <p:sp>
        <p:nvSpPr>
          <p:cNvPr id="556035" name="Rectangle 3">
            <a:extLst>
              <a:ext uri="{FF2B5EF4-FFF2-40B4-BE49-F238E27FC236}">
                <a16:creationId xmlns:a16="http://schemas.microsoft.com/office/drawing/2014/main" id="{62687F28-024A-4AE9-8381-0FF9420BA92C}"/>
              </a:ext>
            </a:extLst>
          </p:cNvPr>
          <p:cNvSpPr>
            <a:spLocks noChangeArrowheads="1"/>
          </p:cNvSpPr>
          <p:nvPr/>
        </p:nvSpPr>
        <p:spPr bwMode="auto">
          <a:xfrm>
            <a:off x="869950" y="2244725"/>
            <a:ext cx="4710113" cy="4352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85000"/>
              </a:lnSpc>
              <a:spcBef>
                <a:spcPct val="50000"/>
              </a:spcBef>
              <a:buClr>
                <a:schemeClr val="accent2"/>
              </a:buClr>
              <a:buSzPct val="80000"/>
              <a:buFont typeface="Wingdings" panose="05000000000000000000" pitchFamily="2" charset="2"/>
              <a:buNone/>
              <a:defRPr/>
            </a:pPr>
            <a:r>
              <a:rPr lang="en-US" altLang="zh-CN" dirty="0">
                <a:latin typeface="+mn-lt"/>
                <a:ea typeface="+mn-ea"/>
                <a:cs typeface="+mn-ea"/>
                <a:sym typeface="+mn-lt"/>
              </a:rPr>
              <a:t>#include&lt;</a:t>
            </a:r>
            <a:r>
              <a:rPr lang="en-US" altLang="zh-CN" dirty="0" err="1">
                <a:latin typeface="+mn-lt"/>
                <a:ea typeface="+mn-ea"/>
                <a:cs typeface="+mn-ea"/>
                <a:sym typeface="+mn-lt"/>
              </a:rPr>
              <a:t>iostream.h</a:t>
            </a:r>
            <a:r>
              <a:rPr lang="en-US" altLang="zh-CN" dirty="0">
                <a:latin typeface="+mn-lt"/>
                <a:ea typeface="+mn-ea"/>
                <a:cs typeface="+mn-ea"/>
                <a:sym typeface="+mn-lt"/>
              </a:rPr>
              <a:t>&gt;</a:t>
            </a:r>
          </a:p>
          <a:p>
            <a:pPr eaLnBrk="1" hangingPunct="1">
              <a:lnSpc>
                <a:spcPct val="85000"/>
              </a:lnSpc>
              <a:spcBef>
                <a:spcPct val="50000"/>
              </a:spcBef>
              <a:buClr>
                <a:schemeClr val="accent2"/>
              </a:buClr>
              <a:buSzPct val="80000"/>
              <a:buFont typeface="Wingdings" panose="05000000000000000000" pitchFamily="2" charset="2"/>
              <a:buNone/>
              <a:defRPr/>
            </a:pPr>
            <a:r>
              <a:rPr lang="en-US" altLang="zh-CN" dirty="0">
                <a:latin typeface="+mn-lt"/>
                <a:ea typeface="+mn-ea"/>
                <a:cs typeface="+mn-ea"/>
                <a:sym typeface="+mn-lt"/>
              </a:rPr>
              <a:t>void sub(</a:t>
            </a:r>
            <a:r>
              <a:rPr lang="en-US" altLang="zh-CN" dirty="0">
                <a:solidFill>
                  <a:srgbClr val="FF3300"/>
                </a:solidFill>
                <a:latin typeface="+mn-lt"/>
                <a:ea typeface="+mn-ea"/>
                <a:cs typeface="+mn-ea"/>
                <a:sym typeface="+mn-lt"/>
              </a:rPr>
              <a:t>char</a:t>
            </a:r>
            <a:r>
              <a:rPr lang="en-US" altLang="zh-CN" dirty="0">
                <a:latin typeface="+mn-lt"/>
                <a:ea typeface="+mn-ea"/>
                <a:cs typeface="+mn-ea"/>
                <a:sym typeface="+mn-lt"/>
              </a:rPr>
              <a:t>);</a:t>
            </a:r>
          </a:p>
          <a:p>
            <a:pPr eaLnBrk="1" hangingPunct="1">
              <a:lnSpc>
                <a:spcPct val="85000"/>
              </a:lnSpc>
              <a:spcBef>
                <a:spcPct val="50000"/>
              </a:spcBef>
              <a:buClr>
                <a:schemeClr val="accent2"/>
              </a:buClr>
              <a:buSzPct val="80000"/>
              <a:buFont typeface="Wingdings" panose="05000000000000000000" pitchFamily="2" charset="2"/>
              <a:buNone/>
              <a:defRPr/>
            </a:pPr>
            <a:r>
              <a:rPr lang="en-US" altLang="zh-CN" dirty="0">
                <a:latin typeface="+mn-lt"/>
                <a:ea typeface="+mn-ea"/>
                <a:cs typeface="+mn-ea"/>
                <a:sym typeface="+mn-lt"/>
              </a:rPr>
              <a:t>void main</a:t>
            </a:r>
            <a:r>
              <a:rPr lang="zh-CN" altLang="en-US" dirty="0">
                <a:latin typeface="+mn-lt"/>
                <a:ea typeface="+mn-ea"/>
                <a:cs typeface="+mn-ea"/>
                <a:sym typeface="+mn-lt"/>
              </a:rPr>
              <a:t>（</a:t>
            </a:r>
            <a:r>
              <a:rPr lang="en-US" altLang="zh-CN" dirty="0">
                <a:latin typeface="+mn-lt"/>
                <a:ea typeface="+mn-ea"/>
                <a:cs typeface="+mn-ea"/>
                <a:sym typeface="+mn-lt"/>
              </a:rPr>
              <a:t>void </a:t>
            </a:r>
            <a:r>
              <a:rPr lang="zh-CN" altLang="en-US" dirty="0">
                <a:latin typeface="+mn-lt"/>
                <a:ea typeface="+mn-ea"/>
                <a:cs typeface="+mn-ea"/>
                <a:sym typeface="+mn-lt"/>
              </a:rPr>
              <a:t>）</a:t>
            </a:r>
          </a:p>
          <a:p>
            <a:pPr eaLnBrk="1" hangingPunct="1">
              <a:lnSpc>
                <a:spcPct val="85000"/>
              </a:lnSpc>
              <a:spcBef>
                <a:spcPct val="50000"/>
              </a:spcBef>
              <a:buClr>
                <a:schemeClr val="accent2"/>
              </a:buClr>
              <a:buSzPct val="80000"/>
              <a:buFont typeface="Wingdings" panose="05000000000000000000" pitchFamily="2" charset="2"/>
              <a:buNone/>
              <a:defRPr/>
            </a:pPr>
            <a:r>
              <a:rPr lang="en-US" altLang="zh-CN" dirty="0">
                <a:latin typeface="+mn-lt"/>
                <a:ea typeface="+mn-ea"/>
                <a:cs typeface="+mn-ea"/>
                <a:sym typeface="+mn-lt"/>
              </a:rPr>
              <a:t>{   char a[10]=“hello”;</a:t>
            </a:r>
          </a:p>
          <a:p>
            <a:pPr eaLnBrk="1" hangingPunct="1">
              <a:lnSpc>
                <a:spcPct val="85000"/>
              </a:lnSpc>
              <a:spcBef>
                <a:spcPct val="50000"/>
              </a:spcBef>
              <a:buClr>
                <a:schemeClr val="accent2"/>
              </a:buClr>
              <a:buSzPct val="80000"/>
              <a:buFont typeface="Wingdings" panose="05000000000000000000" pitchFamily="2" charset="2"/>
              <a:buNone/>
              <a:defRPr/>
            </a:pPr>
            <a:r>
              <a:rPr lang="en-US" altLang="zh-CN" dirty="0">
                <a:latin typeface="+mn-lt"/>
                <a:ea typeface="+mn-ea"/>
                <a:cs typeface="+mn-ea"/>
                <a:sym typeface="+mn-lt"/>
              </a:rPr>
              <a:t>     sub(a);</a:t>
            </a:r>
          </a:p>
          <a:p>
            <a:pPr eaLnBrk="1" hangingPunct="1">
              <a:lnSpc>
                <a:spcPct val="85000"/>
              </a:lnSpc>
              <a:spcBef>
                <a:spcPct val="50000"/>
              </a:spcBef>
              <a:buClr>
                <a:schemeClr val="accent2"/>
              </a:buClr>
              <a:buSzPct val="80000"/>
              <a:buFont typeface="Wingdings" panose="05000000000000000000" pitchFamily="2" charset="2"/>
              <a:buNone/>
              <a:defRPr/>
            </a:pPr>
            <a:r>
              <a:rPr lang="en-US" altLang="zh-CN" dirty="0">
                <a:latin typeface="+mn-lt"/>
                <a:ea typeface="+mn-ea"/>
                <a:cs typeface="+mn-ea"/>
                <a:sym typeface="+mn-lt"/>
              </a:rPr>
              <a:t>     </a:t>
            </a:r>
            <a:r>
              <a:rPr lang="en-US" altLang="zh-CN" dirty="0" err="1">
                <a:latin typeface="+mn-lt"/>
                <a:ea typeface="+mn-ea"/>
                <a:cs typeface="+mn-ea"/>
                <a:sym typeface="+mn-lt"/>
              </a:rPr>
              <a:t>cout</a:t>
            </a:r>
            <a:r>
              <a:rPr lang="en-US" altLang="zh-CN" dirty="0">
                <a:latin typeface="+mn-lt"/>
                <a:ea typeface="+mn-ea"/>
                <a:cs typeface="+mn-ea"/>
                <a:sym typeface="+mn-lt"/>
              </a:rPr>
              <a:t>&lt;&lt;a&lt;&lt;</a:t>
            </a:r>
            <a:r>
              <a:rPr lang="en-US" altLang="zh-CN" dirty="0" err="1">
                <a:latin typeface="+mn-lt"/>
                <a:ea typeface="+mn-ea"/>
                <a:cs typeface="+mn-ea"/>
                <a:sym typeface="+mn-lt"/>
              </a:rPr>
              <a:t>endl</a:t>
            </a:r>
            <a:r>
              <a:rPr lang="en-US" altLang="zh-CN" dirty="0">
                <a:latin typeface="+mn-lt"/>
                <a:ea typeface="+mn-ea"/>
                <a:cs typeface="+mn-ea"/>
                <a:sym typeface="+mn-lt"/>
              </a:rPr>
              <a:t>;</a:t>
            </a:r>
          </a:p>
          <a:p>
            <a:pPr eaLnBrk="1" hangingPunct="1">
              <a:lnSpc>
                <a:spcPct val="85000"/>
              </a:lnSpc>
              <a:spcBef>
                <a:spcPct val="50000"/>
              </a:spcBef>
              <a:buClr>
                <a:schemeClr val="accent2"/>
              </a:buClr>
              <a:buSzPct val="80000"/>
              <a:buFont typeface="Wingdings" panose="05000000000000000000" pitchFamily="2" charset="2"/>
              <a:buNone/>
              <a:defRPr/>
            </a:pPr>
            <a:r>
              <a:rPr lang="en-US" altLang="zh-CN" dirty="0">
                <a:latin typeface="+mn-lt"/>
                <a:ea typeface="+mn-ea"/>
                <a:cs typeface="+mn-ea"/>
                <a:sym typeface="+mn-lt"/>
              </a:rPr>
              <a:t>}</a:t>
            </a:r>
          </a:p>
          <a:p>
            <a:pPr eaLnBrk="1" hangingPunct="1">
              <a:lnSpc>
                <a:spcPct val="85000"/>
              </a:lnSpc>
              <a:spcBef>
                <a:spcPct val="50000"/>
              </a:spcBef>
              <a:buClr>
                <a:schemeClr val="accent2"/>
              </a:buClr>
              <a:buSzPct val="80000"/>
              <a:buFont typeface="Wingdings" panose="05000000000000000000" pitchFamily="2" charset="2"/>
              <a:buNone/>
              <a:defRPr/>
            </a:pPr>
            <a:r>
              <a:rPr lang="en-US" altLang="zh-CN" dirty="0">
                <a:latin typeface="+mn-lt"/>
                <a:ea typeface="+mn-ea"/>
                <a:cs typeface="+mn-ea"/>
                <a:sym typeface="+mn-lt"/>
              </a:rPr>
              <a:t>void sub(char b[ ])</a:t>
            </a:r>
          </a:p>
          <a:p>
            <a:pPr eaLnBrk="1" hangingPunct="1">
              <a:lnSpc>
                <a:spcPct val="85000"/>
              </a:lnSpc>
              <a:spcBef>
                <a:spcPct val="50000"/>
              </a:spcBef>
              <a:buClr>
                <a:schemeClr val="accent2"/>
              </a:buClr>
              <a:buSzPct val="80000"/>
              <a:buFont typeface="Wingdings" panose="05000000000000000000" pitchFamily="2" charset="2"/>
              <a:buNone/>
              <a:defRPr/>
            </a:pPr>
            <a:r>
              <a:rPr lang="en-US" altLang="en-US" dirty="0">
                <a:latin typeface="+mn-lt"/>
                <a:ea typeface="+mn-ea"/>
                <a:cs typeface="+mn-ea"/>
                <a:sym typeface="+mn-lt"/>
              </a:rPr>
              <a:t>{   b[ ]=“world”;</a:t>
            </a:r>
            <a:r>
              <a:rPr lang="en-US" altLang="zh-CN" dirty="0">
                <a:latin typeface="+mn-lt"/>
                <a:ea typeface="+mn-ea"/>
                <a:cs typeface="+mn-ea"/>
                <a:sym typeface="+mn-lt"/>
              </a:rPr>
              <a:t>}</a:t>
            </a:r>
          </a:p>
        </p:txBody>
      </p:sp>
      <p:sp>
        <p:nvSpPr>
          <p:cNvPr id="51204" name="Rectangle 4">
            <a:extLst>
              <a:ext uri="{FF2B5EF4-FFF2-40B4-BE49-F238E27FC236}">
                <a16:creationId xmlns:a16="http://schemas.microsoft.com/office/drawing/2014/main" id="{E8196C95-B7DD-4AD9-8702-71D27BBFA2FD}"/>
              </a:ext>
            </a:extLst>
          </p:cNvPr>
          <p:cNvSpPr>
            <a:spLocks noChangeArrowheads="1"/>
          </p:cNvSpPr>
          <p:nvPr/>
        </p:nvSpPr>
        <p:spPr bwMode="auto">
          <a:xfrm>
            <a:off x="809625" y="1073150"/>
            <a:ext cx="6924675" cy="896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85000"/>
              </a:lnSpc>
              <a:spcBef>
                <a:spcPct val="50000"/>
              </a:spcBef>
              <a:buClr>
                <a:schemeClr val="accent2"/>
              </a:buClr>
              <a:buSzPct val="80000"/>
              <a:buFont typeface="Wingdings" pitchFamily="2" charset="2"/>
              <a:buNone/>
            </a:pPr>
            <a:r>
              <a:rPr lang="zh-CN" altLang="en-US">
                <a:solidFill>
                  <a:schemeClr val="accent2"/>
                </a:solidFill>
                <a:sym typeface="+mn-lt"/>
              </a:rPr>
              <a:t>传递的是数组的首地址</a:t>
            </a:r>
          </a:p>
          <a:p>
            <a:pPr eaLnBrk="1" hangingPunct="1">
              <a:lnSpc>
                <a:spcPct val="85000"/>
              </a:lnSpc>
              <a:spcBef>
                <a:spcPct val="50000"/>
              </a:spcBef>
              <a:buClr>
                <a:schemeClr val="accent2"/>
              </a:buClr>
              <a:buSzPct val="80000"/>
              <a:buFont typeface="Wingdings" pitchFamily="2" charset="2"/>
              <a:buNone/>
            </a:pPr>
            <a:r>
              <a:rPr lang="zh-CN" altLang="en-US">
                <a:solidFill>
                  <a:schemeClr val="accent2"/>
                </a:solidFill>
                <a:sym typeface="+mn-lt"/>
              </a:rPr>
              <a:t>对形参数组所做的任何改变都将反映到实参数组中</a:t>
            </a:r>
            <a:endParaRPr lang="en-US" altLang="en-US">
              <a:solidFill>
                <a:schemeClr val="accent2"/>
              </a:solidFill>
              <a:sym typeface="+mn-lt"/>
            </a:endParaRPr>
          </a:p>
        </p:txBody>
      </p:sp>
      <p:grpSp>
        <p:nvGrpSpPr>
          <p:cNvPr id="52230" name="组合 46">
            <a:extLst>
              <a:ext uri="{FF2B5EF4-FFF2-40B4-BE49-F238E27FC236}">
                <a16:creationId xmlns:a16="http://schemas.microsoft.com/office/drawing/2014/main" id="{BC8343AD-9BB0-3F4E-9AC3-9996AA088A4C}"/>
              </a:ext>
            </a:extLst>
          </p:cNvPr>
          <p:cNvGrpSpPr>
            <a:grpSpLocks/>
          </p:cNvGrpSpPr>
          <p:nvPr/>
        </p:nvGrpSpPr>
        <p:grpSpPr bwMode="auto">
          <a:xfrm>
            <a:off x="7750175" y="5651500"/>
            <a:ext cx="909638" cy="1017588"/>
            <a:chOff x="5330826" y="2798763"/>
            <a:chExt cx="1390650" cy="1555750"/>
          </a:xfrm>
        </p:grpSpPr>
        <p:sp>
          <p:nvSpPr>
            <p:cNvPr id="48" name="Freeform 57">
              <a:extLst>
                <a:ext uri="{FF2B5EF4-FFF2-40B4-BE49-F238E27FC236}">
                  <a16:creationId xmlns:a16="http://schemas.microsoft.com/office/drawing/2014/main" id="{DE28394F-1949-4328-B868-FA29A098BF01}"/>
                </a:ext>
              </a:extLst>
            </p:cNvPr>
            <p:cNvSpPr>
              <a:spLocks/>
            </p:cNvSpPr>
            <p:nvPr/>
          </p:nvSpPr>
          <p:spPr bwMode="auto">
            <a:xfrm>
              <a:off x="5614781" y="2798763"/>
              <a:ext cx="1106695" cy="987817"/>
            </a:xfrm>
            <a:custGeom>
              <a:avLst/>
              <a:gdLst>
                <a:gd name="T0" fmla="*/ 376 w 376"/>
                <a:gd name="T1" fmla="*/ 0 h 336"/>
                <a:gd name="T2" fmla="*/ 213 w 376"/>
                <a:gd name="T3" fmla="*/ 37 h 336"/>
                <a:gd name="T4" fmla="*/ 202 w 376"/>
                <a:gd name="T5" fmla="*/ 99 h 336"/>
                <a:gd name="T6" fmla="*/ 202 w 376"/>
                <a:gd name="T7" fmla="*/ 40 h 336"/>
                <a:gd name="T8" fmla="*/ 112 w 376"/>
                <a:gd name="T9" fmla="*/ 94 h 336"/>
                <a:gd name="T10" fmla="*/ 111 w 376"/>
                <a:gd name="T11" fmla="*/ 159 h 336"/>
                <a:gd name="T12" fmla="*/ 102 w 376"/>
                <a:gd name="T13" fmla="*/ 101 h 336"/>
                <a:gd name="T14" fmla="*/ 15 w 376"/>
                <a:gd name="T15" fmla="*/ 321 h 336"/>
                <a:gd name="T16" fmla="*/ 291 w 376"/>
                <a:gd name="T17" fmla="*/ 67 h 336"/>
                <a:gd name="T18" fmla="*/ 13 w 376"/>
                <a:gd name="T19" fmla="*/ 332 h 336"/>
                <a:gd name="T20" fmla="*/ 289 w 376"/>
                <a:gd name="T21" fmla="*/ 223 h 336"/>
                <a:gd name="T22" fmla="*/ 189 w 376"/>
                <a:gd name="T23" fmla="*/ 204 h 336"/>
                <a:gd name="T24" fmla="*/ 295 w 376"/>
                <a:gd name="T25" fmla="*/ 214 h 336"/>
                <a:gd name="T26" fmla="*/ 344 w 376"/>
                <a:gd name="T27" fmla="*/ 131 h 336"/>
                <a:gd name="T28" fmla="*/ 255 w 376"/>
                <a:gd name="T29" fmla="*/ 141 h 336"/>
                <a:gd name="T30" fmla="*/ 348 w 376"/>
                <a:gd name="T31" fmla="*/ 119 h 336"/>
                <a:gd name="T32" fmla="*/ 376 w 376"/>
                <a:gd name="T33" fmla="*/ 0 h 3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76" h="336">
                  <a:moveTo>
                    <a:pt x="376" y="0"/>
                  </a:moveTo>
                  <a:cubicBezTo>
                    <a:pt x="313" y="5"/>
                    <a:pt x="258" y="16"/>
                    <a:pt x="213" y="37"/>
                  </a:cubicBezTo>
                  <a:cubicBezTo>
                    <a:pt x="202" y="99"/>
                    <a:pt x="202" y="99"/>
                    <a:pt x="202" y="99"/>
                  </a:cubicBezTo>
                  <a:cubicBezTo>
                    <a:pt x="202" y="40"/>
                    <a:pt x="202" y="40"/>
                    <a:pt x="202" y="40"/>
                  </a:cubicBezTo>
                  <a:cubicBezTo>
                    <a:pt x="170" y="53"/>
                    <a:pt x="137" y="70"/>
                    <a:pt x="112" y="94"/>
                  </a:cubicBezTo>
                  <a:cubicBezTo>
                    <a:pt x="111" y="159"/>
                    <a:pt x="111" y="159"/>
                    <a:pt x="111" y="159"/>
                  </a:cubicBezTo>
                  <a:cubicBezTo>
                    <a:pt x="102" y="101"/>
                    <a:pt x="102" y="101"/>
                    <a:pt x="102" y="101"/>
                  </a:cubicBezTo>
                  <a:cubicBezTo>
                    <a:pt x="0" y="171"/>
                    <a:pt x="8" y="276"/>
                    <a:pt x="15" y="321"/>
                  </a:cubicBezTo>
                  <a:cubicBezTo>
                    <a:pt x="75" y="236"/>
                    <a:pt x="191" y="121"/>
                    <a:pt x="291" y="67"/>
                  </a:cubicBezTo>
                  <a:cubicBezTo>
                    <a:pt x="291" y="67"/>
                    <a:pt x="125" y="188"/>
                    <a:pt x="13" y="332"/>
                  </a:cubicBezTo>
                  <a:cubicBezTo>
                    <a:pt x="150" y="336"/>
                    <a:pt x="236" y="286"/>
                    <a:pt x="289" y="223"/>
                  </a:cubicBezTo>
                  <a:cubicBezTo>
                    <a:pt x="189" y="204"/>
                    <a:pt x="189" y="204"/>
                    <a:pt x="189" y="204"/>
                  </a:cubicBezTo>
                  <a:cubicBezTo>
                    <a:pt x="295" y="214"/>
                    <a:pt x="295" y="214"/>
                    <a:pt x="295" y="214"/>
                  </a:cubicBezTo>
                  <a:cubicBezTo>
                    <a:pt x="317" y="189"/>
                    <a:pt x="335" y="154"/>
                    <a:pt x="344" y="131"/>
                  </a:cubicBezTo>
                  <a:cubicBezTo>
                    <a:pt x="255" y="141"/>
                    <a:pt x="255" y="141"/>
                    <a:pt x="255" y="141"/>
                  </a:cubicBezTo>
                  <a:cubicBezTo>
                    <a:pt x="348" y="119"/>
                    <a:pt x="348" y="119"/>
                    <a:pt x="348" y="119"/>
                  </a:cubicBezTo>
                  <a:cubicBezTo>
                    <a:pt x="372" y="64"/>
                    <a:pt x="376" y="0"/>
                    <a:pt x="376" y="0"/>
                  </a:cubicBezTo>
                  <a:close/>
                </a:path>
              </a:pathLst>
            </a:custGeom>
            <a:solidFill>
              <a:srgbClr val="23A3D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49" name="Freeform 58">
              <a:extLst>
                <a:ext uri="{FF2B5EF4-FFF2-40B4-BE49-F238E27FC236}">
                  <a16:creationId xmlns:a16="http://schemas.microsoft.com/office/drawing/2014/main" id="{101FDD17-0F53-455F-94F1-C852EA250769}"/>
                </a:ext>
              </a:extLst>
            </p:cNvPr>
            <p:cNvSpPr>
              <a:spLocks/>
            </p:cNvSpPr>
            <p:nvPr/>
          </p:nvSpPr>
          <p:spPr bwMode="auto">
            <a:xfrm>
              <a:off x="5330826" y="3706486"/>
              <a:ext cx="422291" cy="548517"/>
            </a:xfrm>
            <a:custGeom>
              <a:avLst/>
              <a:gdLst>
                <a:gd name="T0" fmla="*/ 129 w 144"/>
                <a:gd name="T1" fmla="*/ 0 h 187"/>
                <a:gd name="T2" fmla="*/ 0 w 144"/>
                <a:gd name="T3" fmla="*/ 187 h 187"/>
                <a:gd name="T4" fmla="*/ 144 w 144"/>
                <a:gd name="T5" fmla="*/ 7 h 187"/>
                <a:gd name="T6" fmla="*/ 128 w 144"/>
                <a:gd name="T7" fmla="*/ 5 h 187"/>
                <a:gd name="T8" fmla="*/ 129 w 144"/>
                <a:gd name="T9" fmla="*/ 0 h 187"/>
              </a:gdLst>
              <a:ahLst/>
              <a:cxnLst>
                <a:cxn ang="0">
                  <a:pos x="T0" y="T1"/>
                </a:cxn>
                <a:cxn ang="0">
                  <a:pos x="T2" y="T3"/>
                </a:cxn>
                <a:cxn ang="0">
                  <a:pos x="T4" y="T5"/>
                </a:cxn>
                <a:cxn ang="0">
                  <a:pos x="T6" y="T7"/>
                </a:cxn>
                <a:cxn ang="0">
                  <a:pos x="T8" y="T9"/>
                </a:cxn>
              </a:cxnLst>
              <a:rect l="0" t="0" r="r" b="b"/>
              <a:pathLst>
                <a:path w="144" h="187">
                  <a:moveTo>
                    <a:pt x="129" y="0"/>
                  </a:moveTo>
                  <a:cubicBezTo>
                    <a:pt x="48" y="99"/>
                    <a:pt x="0" y="187"/>
                    <a:pt x="0" y="187"/>
                  </a:cubicBezTo>
                  <a:cubicBezTo>
                    <a:pt x="45" y="121"/>
                    <a:pt x="95" y="60"/>
                    <a:pt x="144" y="7"/>
                  </a:cubicBezTo>
                  <a:cubicBezTo>
                    <a:pt x="139" y="6"/>
                    <a:pt x="133" y="6"/>
                    <a:pt x="128" y="5"/>
                  </a:cubicBezTo>
                  <a:cubicBezTo>
                    <a:pt x="128" y="5"/>
                    <a:pt x="128" y="3"/>
                    <a:pt x="129" y="0"/>
                  </a:cubicBezTo>
                  <a:close/>
                </a:path>
              </a:pathLst>
            </a:custGeom>
            <a:solidFill>
              <a:srgbClr val="23A3D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50" name="Freeform 59">
              <a:extLst>
                <a:ext uri="{FF2B5EF4-FFF2-40B4-BE49-F238E27FC236}">
                  <a16:creationId xmlns:a16="http://schemas.microsoft.com/office/drawing/2014/main" id="{DA15BE35-3288-463E-8A61-32C05D08F0DE}"/>
                </a:ext>
              </a:extLst>
            </p:cNvPr>
            <p:cNvSpPr>
              <a:spLocks/>
            </p:cNvSpPr>
            <p:nvPr/>
          </p:nvSpPr>
          <p:spPr bwMode="auto">
            <a:xfrm>
              <a:off x="5330826" y="4143358"/>
              <a:ext cx="1271728" cy="211155"/>
            </a:xfrm>
            <a:custGeom>
              <a:avLst/>
              <a:gdLst>
                <a:gd name="T0" fmla="*/ 206 w 433"/>
                <a:gd name="T1" fmla="*/ 45 h 72"/>
                <a:gd name="T2" fmla="*/ 107 w 433"/>
                <a:gd name="T3" fmla="*/ 20 h 72"/>
                <a:gd name="T4" fmla="*/ 107 w 433"/>
                <a:gd name="T5" fmla="*/ 20 h 72"/>
                <a:gd name="T6" fmla="*/ 4 w 433"/>
                <a:gd name="T7" fmla="*/ 51 h 72"/>
                <a:gd name="T8" fmla="*/ 4 w 433"/>
                <a:gd name="T9" fmla="*/ 51 h 72"/>
                <a:gd name="T10" fmla="*/ 107 w 433"/>
                <a:gd name="T11" fmla="*/ 0 h 72"/>
                <a:gd name="T12" fmla="*/ 107 w 433"/>
                <a:gd name="T13" fmla="*/ 0 h 72"/>
                <a:gd name="T14" fmla="*/ 215 w 433"/>
                <a:gd name="T15" fmla="*/ 27 h 72"/>
                <a:gd name="T16" fmla="*/ 215 w 433"/>
                <a:gd name="T17" fmla="*/ 27 h 72"/>
                <a:gd name="T18" fmla="*/ 316 w 433"/>
                <a:gd name="T19" fmla="*/ 52 h 72"/>
                <a:gd name="T20" fmla="*/ 316 w 433"/>
                <a:gd name="T21" fmla="*/ 52 h 72"/>
                <a:gd name="T22" fmla="*/ 413 w 433"/>
                <a:gd name="T23" fmla="*/ 12 h 72"/>
                <a:gd name="T24" fmla="*/ 413 w 433"/>
                <a:gd name="T25" fmla="*/ 12 h 72"/>
                <a:gd name="T26" fmla="*/ 413 w 433"/>
                <a:gd name="T27" fmla="*/ 12 h 72"/>
                <a:gd name="T28" fmla="*/ 413 w 433"/>
                <a:gd name="T29" fmla="*/ 12 h 72"/>
                <a:gd name="T30" fmla="*/ 428 w 433"/>
                <a:gd name="T31" fmla="*/ 10 h 72"/>
                <a:gd name="T32" fmla="*/ 428 w 433"/>
                <a:gd name="T33" fmla="*/ 10 h 72"/>
                <a:gd name="T34" fmla="*/ 430 w 433"/>
                <a:gd name="T35" fmla="*/ 24 h 72"/>
                <a:gd name="T36" fmla="*/ 430 w 433"/>
                <a:gd name="T37" fmla="*/ 24 h 72"/>
                <a:gd name="T38" fmla="*/ 316 w 433"/>
                <a:gd name="T39" fmla="*/ 72 h 72"/>
                <a:gd name="T40" fmla="*/ 316 w 433"/>
                <a:gd name="T41" fmla="*/ 72 h 72"/>
                <a:gd name="T42" fmla="*/ 206 w 433"/>
                <a:gd name="T43" fmla="*/ 45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33" h="72">
                  <a:moveTo>
                    <a:pt x="206" y="45"/>
                  </a:moveTo>
                  <a:cubicBezTo>
                    <a:pt x="167" y="26"/>
                    <a:pt x="134" y="20"/>
                    <a:pt x="107" y="20"/>
                  </a:cubicBezTo>
                  <a:cubicBezTo>
                    <a:pt x="107" y="20"/>
                    <a:pt x="107" y="20"/>
                    <a:pt x="107" y="20"/>
                  </a:cubicBezTo>
                  <a:cubicBezTo>
                    <a:pt x="51" y="20"/>
                    <a:pt x="8" y="55"/>
                    <a:pt x="4" y="51"/>
                  </a:cubicBezTo>
                  <a:cubicBezTo>
                    <a:pt x="4" y="51"/>
                    <a:pt x="4" y="51"/>
                    <a:pt x="4" y="51"/>
                  </a:cubicBezTo>
                  <a:cubicBezTo>
                    <a:pt x="0" y="47"/>
                    <a:pt x="39" y="0"/>
                    <a:pt x="107" y="0"/>
                  </a:cubicBezTo>
                  <a:cubicBezTo>
                    <a:pt x="107" y="0"/>
                    <a:pt x="107" y="0"/>
                    <a:pt x="107" y="0"/>
                  </a:cubicBezTo>
                  <a:cubicBezTo>
                    <a:pt x="137" y="0"/>
                    <a:pt x="173" y="7"/>
                    <a:pt x="215" y="27"/>
                  </a:cubicBezTo>
                  <a:cubicBezTo>
                    <a:pt x="215" y="27"/>
                    <a:pt x="215" y="27"/>
                    <a:pt x="215" y="27"/>
                  </a:cubicBezTo>
                  <a:cubicBezTo>
                    <a:pt x="255" y="46"/>
                    <a:pt x="289" y="52"/>
                    <a:pt x="316" y="52"/>
                  </a:cubicBezTo>
                  <a:cubicBezTo>
                    <a:pt x="316" y="52"/>
                    <a:pt x="316" y="52"/>
                    <a:pt x="316" y="52"/>
                  </a:cubicBezTo>
                  <a:cubicBezTo>
                    <a:pt x="380" y="52"/>
                    <a:pt x="410" y="16"/>
                    <a:pt x="413" y="12"/>
                  </a:cubicBezTo>
                  <a:cubicBezTo>
                    <a:pt x="413" y="12"/>
                    <a:pt x="413" y="12"/>
                    <a:pt x="413" y="12"/>
                  </a:cubicBezTo>
                  <a:cubicBezTo>
                    <a:pt x="413" y="12"/>
                    <a:pt x="413" y="12"/>
                    <a:pt x="413" y="12"/>
                  </a:cubicBezTo>
                  <a:cubicBezTo>
                    <a:pt x="413" y="12"/>
                    <a:pt x="413" y="12"/>
                    <a:pt x="413" y="12"/>
                  </a:cubicBezTo>
                  <a:cubicBezTo>
                    <a:pt x="417" y="8"/>
                    <a:pt x="423" y="7"/>
                    <a:pt x="428" y="10"/>
                  </a:cubicBezTo>
                  <a:cubicBezTo>
                    <a:pt x="428" y="10"/>
                    <a:pt x="428" y="10"/>
                    <a:pt x="428" y="10"/>
                  </a:cubicBezTo>
                  <a:cubicBezTo>
                    <a:pt x="432" y="14"/>
                    <a:pt x="433" y="20"/>
                    <a:pt x="430" y="24"/>
                  </a:cubicBezTo>
                  <a:cubicBezTo>
                    <a:pt x="430" y="24"/>
                    <a:pt x="430" y="24"/>
                    <a:pt x="430" y="24"/>
                  </a:cubicBezTo>
                  <a:cubicBezTo>
                    <a:pt x="429" y="26"/>
                    <a:pt x="393" y="72"/>
                    <a:pt x="316" y="72"/>
                  </a:cubicBezTo>
                  <a:cubicBezTo>
                    <a:pt x="316" y="72"/>
                    <a:pt x="316" y="72"/>
                    <a:pt x="316" y="72"/>
                  </a:cubicBezTo>
                  <a:cubicBezTo>
                    <a:pt x="286" y="72"/>
                    <a:pt x="249" y="65"/>
                    <a:pt x="206" y="45"/>
                  </a:cubicBezTo>
                  <a:close/>
                </a:path>
              </a:pathLst>
            </a:custGeom>
            <a:solidFill>
              <a:srgbClr val="3B444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56035"/>
                                        </p:tgtEl>
                                        <p:attrNameLst>
                                          <p:attrName>style.visibility</p:attrName>
                                        </p:attrNameLst>
                                      </p:cBhvr>
                                      <p:to>
                                        <p:strVal val="visible"/>
                                      </p:to>
                                    </p:set>
                                    <p:anim calcmode="lin" valueType="num">
                                      <p:cBhvr additive="base">
                                        <p:cTn id="7" dur="500" fill="hold"/>
                                        <p:tgtEl>
                                          <p:spTgt spid="556035"/>
                                        </p:tgtEl>
                                        <p:attrNameLst>
                                          <p:attrName>ppt_x</p:attrName>
                                        </p:attrNameLst>
                                      </p:cBhvr>
                                      <p:tavLst>
                                        <p:tav tm="0">
                                          <p:val>
                                            <p:strVal val="0-#ppt_w/2"/>
                                          </p:val>
                                        </p:tav>
                                        <p:tav tm="100000">
                                          <p:val>
                                            <p:strVal val="#ppt_x"/>
                                          </p:val>
                                        </p:tav>
                                      </p:tavLst>
                                    </p:anim>
                                    <p:anim calcmode="lin" valueType="num">
                                      <p:cBhvr additive="base">
                                        <p:cTn id="8" dur="500" fill="hold"/>
                                        <p:tgtEl>
                                          <p:spTgt spid="55603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6035"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a:extLst>
              <a:ext uri="{FF2B5EF4-FFF2-40B4-BE49-F238E27FC236}">
                <a16:creationId xmlns:a16="http://schemas.microsoft.com/office/drawing/2014/main" id="{BB5CF89A-8AEF-4C53-8263-F98700E38B30}"/>
              </a:ext>
            </a:extLst>
          </p:cNvPr>
          <p:cNvSpPr>
            <a:spLocks noChangeArrowheads="1"/>
          </p:cNvSpPr>
          <p:nvPr/>
        </p:nvSpPr>
        <p:spPr bwMode="auto">
          <a:xfrm>
            <a:off x="250825" y="939800"/>
            <a:ext cx="4645025" cy="5846763"/>
          </a:xfrm>
          <a:prstGeom prst="rect">
            <a:avLst/>
          </a:prstGeom>
          <a:solidFill>
            <a:schemeClr val="accent1">
              <a:lumMod val="40000"/>
              <a:lumOff val="60000"/>
            </a:schemeClr>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sz="2200" dirty="0">
                <a:latin typeface="+mn-lt"/>
                <a:ea typeface="+mn-ea"/>
                <a:cs typeface="+mn-ea"/>
                <a:sym typeface="+mn-lt"/>
              </a:rPr>
              <a:t>#include &lt;</a:t>
            </a:r>
            <a:r>
              <a:rPr lang="en-US" altLang="zh-CN" sz="2200" dirty="0" err="1">
                <a:latin typeface="+mn-lt"/>
                <a:ea typeface="+mn-ea"/>
                <a:cs typeface="+mn-ea"/>
                <a:sym typeface="+mn-lt"/>
              </a:rPr>
              <a:t>iostream.h</a:t>
            </a:r>
            <a:r>
              <a:rPr lang="en-US" altLang="zh-CN" sz="2200" dirty="0">
                <a:latin typeface="+mn-lt"/>
                <a:ea typeface="+mn-ea"/>
                <a:cs typeface="+mn-ea"/>
                <a:sym typeface="+mn-lt"/>
              </a:rPr>
              <a:t>&gt;</a:t>
            </a:r>
          </a:p>
          <a:p>
            <a:pPr>
              <a:lnSpc>
                <a:spcPct val="100000"/>
              </a:lnSpc>
              <a:spcBef>
                <a:spcPct val="50000"/>
              </a:spcBef>
              <a:defRPr/>
            </a:pPr>
            <a:r>
              <a:rPr lang="en-US" altLang="zh-CN" sz="2200" dirty="0">
                <a:latin typeface="+mn-lt"/>
                <a:ea typeface="+mn-ea"/>
                <a:cs typeface="+mn-ea"/>
                <a:sym typeface="+mn-lt"/>
              </a:rPr>
              <a:t>#define N 10</a:t>
            </a:r>
          </a:p>
          <a:p>
            <a:pPr>
              <a:lnSpc>
                <a:spcPct val="100000"/>
              </a:lnSpc>
              <a:spcBef>
                <a:spcPct val="50000"/>
              </a:spcBef>
              <a:defRPr/>
            </a:pPr>
            <a:r>
              <a:rPr lang="en-US" altLang="zh-CN" sz="2200" dirty="0">
                <a:latin typeface="+mn-lt"/>
                <a:ea typeface="+mn-ea"/>
                <a:cs typeface="+mn-ea"/>
                <a:sym typeface="+mn-lt"/>
              </a:rPr>
              <a:t>int max(</a:t>
            </a:r>
            <a:r>
              <a:rPr lang="en-US" altLang="zh-CN" sz="2200" dirty="0">
                <a:solidFill>
                  <a:srgbClr val="FF3300"/>
                </a:solidFill>
                <a:latin typeface="+mn-lt"/>
                <a:ea typeface="+mn-ea"/>
                <a:cs typeface="+mn-ea"/>
                <a:sym typeface="+mn-lt"/>
              </a:rPr>
              <a:t>int a[]</a:t>
            </a:r>
            <a:r>
              <a:rPr lang="en-US" altLang="zh-CN" sz="2200" dirty="0">
                <a:latin typeface="+mn-lt"/>
                <a:ea typeface="+mn-ea"/>
                <a:cs typeface="+mn-ea"/>
                <a:sym typeface="+mn-lt"/>
              </a:rPr>
              <a:t>);</a:t>
            </a:r>
          </a:p>
          <a:p>
            <a:pPr>
              <a:lnSpc>
                <a:spcPct val="100000"/>
              </a:lnSpc>
              <a:spcBef>
                <a:spcPct val="50000"/>
              </a:spcBef>
              <a:defRPr/>
            </a:pPr>
            <a:r>
              <a:rPr lang="en-US" altLang="zh-CN" sz="2200" dirty="0">
                <a:latin typeface="+mn-lt"/>
                <a:ea typeface="+mn-ea"/>
                <a:cs typeface="+mn-ea"/>
                <a:sym typeface="+mn-lt"/>
              </a:rPr>
              <a:t>void main ( ) {</a:t>
            </a:r>
          </a:p>
          <a:p>
            <a:pPr>
              <a:lnSpc>
                <a:spcPct val="100000"/>
              </a:lnSpc>
              <a:spcBef>
                <a:spcPct val="50000"/>
              </a:spcBef>
              <a:defRPr/>
            </a:pPr>
            <a:r>
              <a:rPr lang="en-US" altLang="zh-CN" sz="2200" dirty="0">
                <a:latin typeface="+mn-lt"/>
                <a:ea typeface="+mn-ea"/>
                <a:cs typeface="+mn-ea"/>
                <a:sym typeface="+mn-lt"/>
              </a:rPr>
              <a:t>	int a[10];</a:t>
            </a:r>
          </a:p>
          <a:p>
            <a:pPr>
              <a:lnSpc>
                <a:spcPct val="100000"/>
              </a:lnSpc>
              <a:spcBef>
                <a:spcPct val="50000"/>
              </a:spcBef>
              <a:defRPr/>
            </a:pPr>
            <a:r>
              <a:rPr lang="en-US" altLang="zh-CN" sz="2200" dirty="0">
                <a:latin typeface="+mn-lt"/>
                <a:ea typeface="+mn-ea"/>
                <a:cs typeface="+mn-ea"/>
                <a:sym typeface="+mn-lt"/>
              </a:rPr>
              <a:t>	int </a:t>
            </a:r>
            <a:r>
              <a:rPr lang="en-US" altLang="zh-CN" sz="2200" dirty="0" err="1">
                <a:latin typeface="+mn-lt"/>
                <a:ea typeface="+mn-ea"/>
                <a:cs typeface="+mn-ea"/>
                <a:sym typeface="+mn-lt"/>
              </a:rPr>
              <a:t>i,m</a:t>
            </a:r>
            <a:r>
              <a:rPr lang="en-US" altLang="zh-CN" sz="2200" dirty="0">
                <a:latin typeface="+mn-lt"/>
                <a:ea typeface="+mn-ea"/>
                <a:cs typeface="+mn-ea"/>
                <a:sym typeface="+mn-lt"/>
              </a:rPr>
              <a:t>;</a:t>
            </a:r>
          </a:p>
          <a:p>
            <a:pPr>
              <a:lnSpc>
                <a:spcPct val="100000"/>
              </a:lnSpc>
              <a:spcBef>
                <a:spcPct val="50000"/>
              </a:spcBef>
              <a:defRPr/>
            </a:pPr>
            <a:r>
              <a:rPr lang="en-US" altLang="zh-CN" sz="2200" dirty="0">
                <a:latin typeface="+mn-lt"/>
                <a:ea typeface="+mn-ea"/>
                <a:cs typeface="+mn-ea"/>
                <a:sym typeface="+mn-lt"/>
              </a:rPr>
              <a:t>	for(</a:t>
            </a:r>
            <a:r>
              <a:rPr lang="en-US" altLang="zh-CN" sz="2200" dirty="0" err="1">
                <a:latin typeface="+mn-lt"/>
                <a:ea typeface="+mn-ea"/>
                <a:cs typeface="+mn-ea"/>
                <a:sym typeface="+mn-lt"/>
              </a:rPr>
              <a:t>i</a:t>
            </a:r>
            <a:r>
              <a:rPr lang="en-US" altLang="zh-CN" sz="2200" dirty="0">
                <a:latin typeface="+mn-lt"/>
                <a:ea typeface="+mn-ea"/>
                <a:cs typeface="+mn-ea"/>
                <a:sym typeface="+mn-lt"/>
              </a:rPr>
              <a:t>=0;i&lt;</a:t>
            </a:r>
            <a:r>
              <a:rPr lang="en-US" altLang="zh-CN" sz="2200" dirty="0" err="1">
                <a:latin typeface="+mn-lt"/>
                <a:ea typeface="+mn-ea"/>
                <a:cs typeface="+mn-ea"/>
                <a:sym typeface="+mn-lt"/>
              </a:rPr>
              <a:t>N;i</a:t>
            </a:r>
            <a:r>
              <a:rPr lang="en-US" altLang="zh-CN" sz="2200" dirty="0">
                <a:latin typeface="+mn-lt"/>
                <a:ea typeface="+mn-ea"/>
                <a:cs typeface="+mn-ea"/>
                <a:sym typeface="+mn-lt"/>
              </a:rPr>
              <a:t>++)</a:t>
            </a:r>
          </a:p>
          <a:p>
            <a:pPr>
              <a:lnSpc>
                <a:spcPct val="100000"/>
              </a:lnSpc>
              <a:spcBef>
                <a:spcPct val="50000"/>
              </a:spcBef>
              <a:defRPr/>
            </a:pPr>
            <a:r>
              <a:rPr lang="en-US" altLang="zh-CN" sz="2200" dirty="0">
                <a:latin typeface="+mn-lt"/>
                <a:ea typeface="+mn-ea"/>
                <a:cs typeface="+mn-ea"/>
                <a:sym typeface="+mn-lt"/>
              </a:rPr>
              <a:t>		</a:t>
            </a:r>
            <a:r>
              <a:rPr lang="en-US" altLang="zh-CN" sz="2200" dirty="0" err="1">
                <a:latin typeface="+mn-lt"/>
                <a:ea typeface="+mn-ea"/>
                <a:cs typeface="+mn-ea"/>
                <a:sym typeface="+mn-lt"/>
              </a:rPr>
              <a:t>cin</a:t>
            </a:r>
            <a:r>
              <a:rPr lang="en-US" altLang="zh-CN" sz="2200" dirty="0">
                <a:latin typeface="+mn-lt"/>
                <a:ea typeface="+mn-ea"/>
                <a:cs typeface="+mn-ea"/>
                <a:sym typeface="+mn-lt"/>
              </a:rPr>
              <a:t>&gt;&gt;a[</a:t>
            </a:r>
            <a:r>
              <a:rPr lang="en-US" altLang="zh-CN" sz="2200" dirty="0" err="1">
                <a:latin typeface="+mn-lt"/>
                <a:ea typeface="+mn-ea"/>
                <a:cs typeface="+mn-ea"/>
                <a:sym typeface="+mn-lt"/>
              </a:rPr>
              <a:t>i</a:t>
            </a:r>
            <a:r>
              <a:rPr lang="en-US" altLang="zh-CN" sz="2200" dirty="0">
                <a:latin typeface="+mn-lt"/>
                <a:ea typeface="+mn-ea"/>
                <a:cs typeface="+mn-ea"/>
                <a:sym typeface="+mn-lt"/>
              </a:rPr>
              <a:t>];</a:t>
            </a:r>
          </a:p>
          <a:p>
            <a:pPr>
              <a:lnSpc>
                <a:spcPct val="100000"/>
              </a:lnSpc>
              <a:spcBef>
                <a:spcPct val="50000"/>
              </a:spcBef>
              <a:defRPr/>
            </a:pPr>
            <a:r>
              <a:rPr lang="en-US" altLang="zh-CN" sz="2200" dirty="0">
                <a:latin typeface="+mn-lt"/>
                <a:ea typeface="+mn-ea"/>
                <a:cs typeface="+mn-ea"/>
                <a:sym typeface="+mn-lt"/>
              </a:rPr>
              <a:t>	m=max(a);</a:t>
            </a:r>
          </a:p>
          <a:p>
            <a:pPr>
              <a:lnSpc>
                <a:spcPct val="100000"/>
              </a:lnSpc>
              <a:spcBef>
                <a:spcPct val="50000"/>
              </a:spcBef>
              <a:defRPr/>
            </a:pPr>
            <a:r>
              <a:rPr lang="en-US" altLang="zh-CN" sz="2200" dirty="0">
                <a:latin typeface="+mn-lt"/>
                <a:ea typeface="+mn-ea"/>
                <a:cs typeface="+mn-ea"/>
                <a:sym typeface="+mn-lt"/>
              </a:rPr>
              <a:t>	</a:t>
            </a:r>
            <a:r>
              <a:rPr lang="en-US" altLang="zh-CN" sz="2200" dirty="0" err="1">
                <a:latin typeface="+mn-lt"/>
                <a:ea typeface="+mn-ea"/>
                <a:cs typeface="+mn-ea"/>
                <a:sym typeface="+mn-lt"/>
              </a:rPr>
              <a:t>cout</a:t>
            </a:r>
            <a:r>
              <a:rPr lang="en-US" altLang="zh-CN" sz="2200" dirty="0">
                <a:latin typeface="+mn-lt"/>
                <a:ea typeface="+mn-ea"/>
                <a:cs typeface="+mn-ea"/>
                <a:sym typeface="+mn-lt"/>
              </a:rPr>
              <a:t>&lt;&lt;"the max number is:"&lt;&lt;m;</a:t>
            </a:r>
          </a:p>
          <a:p>
            <a:pPr>
              <a:lnSpc>
                <a:spcPct val="100000"/>
              </a:lnSpc>
              <a:spcBef>
                <a:spcPct val="50000"/>
              </a:spcBef>
              <a:defRPr/>
            </a:pPr>
            <a:r>
              <a:rPr lang="en-US" altLang="zh-CN" sz="2200" dirty="0">
                <a:latin typeface="+mn-lt"/>
                <a:ea typeface="+mn-ea"/>
                <a:cs typeface="+mn-ea"/>
                <a:sym typeface="+mn-lt"/>
              </a:rPr>
              <a:t>}</a:t>
            </a:r>
          </a:p>
        </p:txBody>
      </p:sp>
      <p:sp>
        <p:nvSpPr>
          <p:cNvPr id="52228" name="Rectangle 4">
            <a:extLst>
              <a:ext uri="{FF2B5EF4-FFF2-40B4-BE49-F238E27FC236}">
                <a16:creationId xmlns:a16="http://schemas.microsoft.com/office/drawing/2014/main" id="{B470D77F-698C-45DD-A474-DDA25DA8F729}"/>
              </a:ext>
            </a:extLst>
          </p:cNvPr>
          <p:cNvSpPr>
            <a:spLocks noChangeArrowheads="1"/>
          </p:cNvSpPr>
          <p:nvPr/>
        </p:nvSpPr>
        <p:spPr bwMode="auto">
          <a:xfrm>
            <a:off x="755650" y="-36513"/>
            <a:ext cx="7524750" cy="954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用数组作函数的参数，求</a:t>
            </a:r>
            <a:r>
              <a:rPr lang="en-US" altLang="zh-CN">
                <a:solidFill>
                  <a:schemeClr val="bg1"/>
                </a:solidFill>
                <a:ea typeface="微软雅黑" panose="020B0503020204020204" pitchFamily="34" charset="-122"/>
                <a:sym typeface="+mn-lt"/>
              </a:rPr>
              <a:t>10</a:t>
            </a:r>
            <a:r>
              <a:rPr lang="zh-CN" altLang="en-US">
                <a:solidFill>
                  <a:schemeClr val="bg1"/>
                </a:solidFill>
                <a:ea typeface="微软雅黑" panose="020B0503020204020204" pitchFamily="34" charset="-122"/>
                <a:sym typeface="+mn-lt"/>
              </a:rPr>
              <a:t>个整数的最大数</a:t>
            </a:r>
          </a:p>
        </p:txBody>
      </p:sp>
      <p:grpSp>
        <p:nvGrpSpPr>
          <p:cNvPr id="4" name="组合 3">
            <a:extLst>
              <a:ext uri="{FF2B5EF4-FFF2-40B4-BE49-F238E27FC236}">
                <a16:creationId xmlns:a16="http://schemas.microsoft.com/office/drawing/2014/main" id="{B5747DDD-27FF-C04A-BE0E-18F2E147D497}"/>
              </a:ext>
            </a:extLst>
          </p:cNvPr>
          <p:cNvGrpSpPr>
            <a:grpSpLocks/>
          </p:cNvGrpSpPr>
          <p:nvPr/>
        </p:nvGrpSpPr>
        <p:grpSpPr bwMode="auto">
          <a:xfrm>
            <a:off x="5003800" y="917575"/>
            <a:ext cx="3960813" cy="5868988"/>
            <a:chOff x="5004048" y="917614"/>
            <a:chExt cx="3960440" cy="5869211"/>
          </a:xfrm>
        </p:grpSpPr>
        <p:sp>
          <p:nvSpPr>
            <p:cNvPr id="22" name="矩形 21">
              <a:extLst>
                <a:ext uri="{FF2B5EF4-FFF2-40B4-BE49-F238E27FC236}">
                  <a16:creationId xmlns:a16="http://schemas.microsoft.com/office/drawing/2014/main" id="{A510F6E8-6BDE-4E58-894E-E8650BEB2737}"/>
                </a:ext>
              </a:extLst>
            </p:cNvPr>
            <p:cNvSpPr/>
            <p:nvPr/>
          </p:nvSpPr>
          <p:spPr bwMode="auto">
            <a:xfrm>
              <a:off x="5004048" y="5235778"/>
              <a:ext cx="3960440" cy="1551047"/>
            </a:xfrm>
            <a:prstGeom prst="rect">
              <a:avLst/>
            </a:prstGeom>
            <a:solidFill>
              <a:schemeClr val="accent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557059" name="Rectangle 3">
              <a:extLst>
                <a:ext uri="{FF2B5EF4-FFF2-40B4-BE49-F238E27FC236}">
                  <a16:creationId xmlns:a16="http://schemas.microsoft.com/office/drawing/2014/main" id="{D486E466-D851-4C66-A8E8-7F5BA22DCF04}"/>
                </a:ext>
              </a:extLst>
            </p:cNvPr>
            <p:cNvSpPr>
              <a:spLocks noChangeArrowheads="1"/>
            </p:cNvSpPr>
            <p:nvPr/>
          </p:nvSpPr>
          <p:spPr bwMode="auto">
            <a:xfrm>
              <a:off x="5004048" y="917614"/>
              <a:ext cx="3960440" cy="3786332"/>
            </a:xfrm>
            <a:prstGeom prst="rect">
              <a:avLst/>
            </a:prstGeom>
            <a:solidFill>
              <a:schemeClr val="accent2">
                <a:lumMod val="20000"/>
                <a:lumOff val="80000"/>
              </a:schemeClr>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dirty="0">
                  <a:latin typeface="+mn-lt"/>
                  <a:ea typeface="+mn-ea"/>
                  <a:cs typeface="+mn-ea"/>
                  <a:sym typeface="+mn-lt"/>
                </a:rPr>
                <a:t>int max(</a:t>
              </a:r>
              <a:r>
                <a:rPr lang="en-US" altLang="zh-CN" dirty="0">
                  <a:solidFill>
                    <a:srgbClr val="FF3300"/>
                  </a:solidFill>
                  <a:latin typeface="+mn-lt"/>
                  <a:ea typeface="+mn-ea"/>
                  <a:cs typeface="+mn-ea"/>
                  <a:sym typeface="+mn-lt"/>
                </a:rPr>
                <a:t>int b[]</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int </a:t>
              </a:r>
              <a:r>
                <a:rPr lang="en-US" altLang="zh-CN" dirty="0" err="1">
                  <a:latin typeface="+mn-lt"/>
                  <a:ea typeface="+mn-ea"/>
                  <a:cs typeface="+mn-ea"/>
                  <a:sym typeface="+mn-lt"/>
                </a:rPr>
                <a:t>i,n</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n=b[0];</a:t>
              </a:r>
            </a:p>
            <a:p>
              <a:pPr>
                <a:lnSpc>
                  <a:spcPct val="100000"/>
                </a:lnSpc>
                <a:spcBef>
                  <a:spcPct val="50000"/>
                </a:spcBef>
                <a:defRPr/>
              </a:pPr>
              <a:r>
                <a:rPr lang="en-US" altLang="zh-CN" dirty="0">
                  <a:latin typeface="+mn-lt"/>
                  <a:ea typeface="+mn-ea"/>
                  <a:cs typeface="+mn-ea"/>
                  <a:sym typeface="+mn-lt"/>
                </a:rPr>
                <a:t>       for(</a:t>
              </a:r>
              <a:r>
                <a:rPr lang="en-US" altLang="zh-CN" dirty="0" err="1">
                  <a:latin typeface="+mn-lt"/>
                  <a:ea typeface="+mn-ea"/>
                  <a:cs typeface="+mn-ea"/>
                  <a:sym typeface="+mn-lt"/>
                </a:rPr>
                <a:t>i</a:t>
              </a:r>
              <a:r>
                <a:rPr lang="en-US" altLang="zh-CN" dirty="0">
                  <a:latin typeface="+mn-lt"/>
                  <a:ea typeface="+mn-ea"/>
                  <a:cs typeface="+mn-ea"/>
                  <a:sym typeface="+mn-lt"/>
                </a:rPr>
                <a:t>=1;i&lt;</a:t>
              </a:r>
              <a:r>
                <a:rPr lang="en-US" altLang="zh-CN" dirty="0" err="1">
                  <a:latin typeface="+mn-lt"/>
                  <a:ea typeface="+mn-ea"/>
                  <a:cs typeface="+mn-ea"/>
                  <a:sym typeface="+mn-lt"/>
                </a:rPr>
                <a:t>N;i</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if(n&lt;b[</a:t>
              </a:r>
              <a:r>
                <a:rPr lang="en-US" altLang="zh-CN" dirty="0" err="1">
                  <a:latin typeface="+mn-lt"/>
                  <a:ea typeface="+mn-ea"/>
                  <a:cs typeface="+mn-ea"/>
                  <a:sym typeface="+mn-lt"/>
                </a:rPr>
                <a:t>i</a:t>
              </a:r>
              <a:r>
                <a:rPr lang="en-US" altLang="zh-CN" dirty="0">
                  <a:latin typeface="+mn-lt"/>
                  <a:ea typeface="+mn-ea"/>
                  <a:cs typeface="+mn-ea"/>
                  <a:sym typeface="+mn-lt"/>
                </a:rPr>
                <a:t>]) n=b[</a:t>
              </a:r>
              <a:r>
                <a:rPr lang="en-US" altLang="zh-CN" dirty="0" err="1">
                  <a:latin typeface="+mn-lt"/>
                  <a:ea typeface="+mn-ea"/>
                  <a:cs typeface="+mn-ea"/>
                  <a:sym typeface="+mn-lt"/>
                </a:rPr>
                <a:t>i</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return n;</a:t>
              </a:r>
            </a:p>
            <a:p>
              <a:pPr>
                <a:lnSpc>
                  <a:spcPct val="100000"/>
                </a:lnSpc>
                <a:spcBef>
                  <a:spcPct val="50000"/>
                </a:spcBef>
                <a:defRPr/>
              </a:pPr>
              <a:r>
                <a:rPr lang="en-US" altLang="zh-CN" dirty="0">
                  <a:latin typeface="+mn-lt"/>
                  <a:ea typeface="+mn-ea"/>
                  <a:cs typeface="+mn-ea"/>
                  <a:sym typeface="+mn-lt"/>
                </a:rPr>
                <a:t>}</a:t>
              </a:r>
            </a:p>
          </p:txBody>
        </p:sp>
        <p:sp>
          <p:nvSpPr>
            <p:cNvPr id="2" name="矩形 1">
              <a:extLst>
                <a:ext uri="{FF2B5EF4-FFF2-40B4-BE49-F238E27FC236}">
                  <a16:creationId xmlns:a16="http://schemas.microsoft.com/office/drawing/2014/main" id="{B75D5806-65DE-43FF-90F1-951C31EEA007}"/>
                </a:ext>
              </a:extLst>
            </p:cNvPr>
            <p:cNvSpPr/>
            <p:nvPr/>
          </p:nvSpPr>
          <p:spPr bwMode="auto">
            <a:xfrm>
              <a:off x="5004048" y="4764273"/>
              <a:ext cx="3960440" cy="46039"/>
            </a:xfrm>
            <a:prstGeom prst="rect">
              <a:avLst/>
            </a:prstGeom>
            <a:solidFill>
              <a:schemeClr val="accent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8" name="矩形 17">
              <a:extLst>
                <a:ext uri="{FF2B5EF4-FFF2-40B4-BE49-F238E27FC236}">
                  <a16:creationId xmlns:a16="http://schemas.microsoft.com/office/drawing/2014/main" id="{C0447E68-F812-4E6C-A253-B3FAF8F3F4E6}"/>
                </a:ext>
              </a:extLst>
            </p:cNvPr>
            <p:cNvSpPr/>
            <p:nvPr/>
          </p:nvSpPr>
          <p:spPr bwMode="auto">
            <a:xfrm>
              <a:off x="5004048" y="4881753"/>
              <a:ext cx="3960440" cy="46039"/>
            </a:xfrm>
            <a:prstGeom prst="rect">
              <a:avLst/>
            </a:prstGeom>
            <a:solidFill>
              <a:schemeClr val="accent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19" name="矩形 18">
              <a:extLst>
                <a:ext uri="{FF2B5EF4-FFF2-40B4-BE49-F238E27FC236}">
                  <a16:creationId xmlns:a16="http://schemas.microsoft.com/office/drawing/2014/main" id="{B2EAC331-04AC-4D8E-B46F-32F630F624A6}"/>
                </a:ext>
              </a:extLst>
            </p:cNvPr>
            <p:cNvSpPr/>
            <p:nvPr/>
          </p:nvSpPr>
          <p:spPr bwMode="auto">
            <a:xfrm>
              <a:off x="5004048" y="4997644"/>
              <a:ext cx="3960440" cy="46040"/>
            </a:xfrm>
            <a:prstGeom prst="rect">
              <a:avLst/>
            </a:prstGeom>
            <a:solidFill>
              <a:schemeClr val="accent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20" name="矩形 19">
              <a:extLst>
                <a:ext uri="{FF2B5EF4-FFF2-40B4-BE49-F238E27FC236}">
                  <a16:creationId xmlns:a16="http://schemas.microsoft.com/office/drawing/2014/main" id="{14A600DB-C6E9-4F6B-A768-576F6174DD7A}"/>
                </a:ext>
              </a:extLst>
            </p:cNvPr>
            <p:cNvSpPr/>
            <p:nvPr/>
          </p:nvSpPr>
          <p:spPr bwMode="auto">
            <a:xfrm>
              <a:off x="5004048" y="5116712"/>
              <a:ext cx="3960440" cy="46039"/>
            </a:xfrm>
            <a:prstGeom prst="rect">
              <a:avLst/>
            </a:prstGeom>
            <a:solidFill>
              <a:schemeClr val="accent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23" name="矩形 22">
              <a:extLst>
                <a:ext uri="{FF2B5EF4-FFF2-40B4-BE49-F238E27FC236}">
                  <a16:creationId xmlns:a16="http://schemas.microsoft.com/office/drawing/2014/main" id="{4F17C2DF-2798-4966-851B-5B397412EFF1}"/>
                </a:ext>
              </a:extLst>
            </p:cNvPr>
            <p:cNvSpPr/>
            <p:nvPr/>
          </p:nvSpPr>
          <p:spPr bwMode="auto">
            <a:xfrm>
              <a:off x="5004048" y="5885091"/>
              <a:ext cx="3960440" cy="46039"/>
            </a:xfrm>
            <a:prstGeom prst="rect">
              <a:avLst/>
            </a:prstGeom>
            <a:solidFill>
              <a:schemeClr val="bg1"/>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24" name="矩形 23">
              <a:extLst>
                <a:ext uri="{FF2B5EF4-FFF2-40B4-BE49-F238E27FC236}">
                  <a16:creationId xmlns:a16="http://schemas.microsoft.com/office/drawing/2014/main" id="{9FC8AF0E-2240-4C0E-994F-B8853F2AFCFC}"/>
                </a:ext>
              </a:extLst>
            </p:cNvPr>
            <p:cNvSpPr/>
            <p:nvPr/>
          </p:nvSpPr>
          <p:spPr bwMode="auto">
            <a:xfrm>
              <a:off x="5004048" y="6002570"/>
              <a:ext cx="3960440" cy="44452"/>
            </a:xfrm>
            <a:prstGeom prst="rect">
              <a:avLst/>
            </a:prstGeom>
            <a:solidFill>
              <a:schemeClr val="bg1"/>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25" name="矩形 24">
              <a:extLst>
                <a:ext uri="{FF2B5EF4-FFF2-40B4-BE49-F238E27FC236}">
                  <a16:creationId xmlns:a16="http://schemas.microsoft.com/office/drawing/2014/main" id="{F85C2182-AA32-4243-BAB9-2A428391E668}"/>
                </a:ext>
              </a:extLst>
            </p:cNvPr>
            <p:cNvSpPr/>
            <p:nvPr/>
          </p:nvSpPr>
          <p:spPr bwMode="auto">
            <a:xfrm>
              <a:off x="5004048" y="6118462"/>
              <a:ext cx="3960440" cy="46040"/>
            </a:xfrm>
            <a:prstGeom prst="rect">
              <a:avLst/>
            </a:prstGeom>
            <a:solidFill>
              <a:schemeClr val="bg1"/>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26" name="矩形 25">
              <a:extLst>
                <a:ext uri="{FF2B5EF4-FFF2-40B4-BE49-F238E27FC236}">
                  <a16:creationId xmlns:a16="http://schemas.microsoft.com/office/drawing/2014/main" id="{0888AA48-CD9C-4147-916E-C21C86F5B679}"/>
                </a:ext>
              </a:extLst>
            </p:cNvPr>
            <p:cNvSpPr/>
            <p:nvPr/>
          </p:nvSpPr>
          <p:spPr bwMode="auto">
            <a:xfrm>
              <a:off x="5004048" y="6237529"/>
              <a:ext cx="3960440" cy="46039"/>
            </a:xfrm>
            <a:prstGeom prst="rect">
              <a:avLst/>
            </a:prstGeom>
            <a:solidFill>
              <a:schemeClr val="bg1"/>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a:extLst>
              <a:ext uri="{FF2B5EF4-FFF2-40B4-BE49-F238E27FC236}">
                <a16:creationId xmlns:a16="http://schemas.microsoft.com/office/drawing/2014/main" id="{2D0A1E1F-2623-4628-AAF9-CD6767EDB265}"/>
              </a:ext>
            </a:extLst>
          </p:cNvPr>
          <p:cNvSpPr>
            <a:spLocks noChangeArrowheads="1"/>
          </p:cNvSpPr>
          <p:nvPr/>
        </p:nvSpPr>
        <p:spPr bwMode="auto">
          <a:xfrm>
            <a:off x="827088" y="219075"/>
            <a:ext cx="1873250" cy="52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dirty="0">
                <a:solidFill>
                  <a:schemeClr val="bg1"/>
                </a:solidFill>
                <a:latin typeface="+mn-lt"/>
                <a:ea typeface="+mn-ea"/>
                <a:cs typeface="+mn-ea"/>
                <a:sym typeface="+mn-lt"/>
              </a:rPr>
              <a:t>练习</a:t>
            </a:r>
          </a:p>
        </p:txBody>
      </p:sp>
      <p:sp>
        <p:nvSpPr>
          <p:cNvPr id="558083" name="Rectangle 3">
            <a:extLst>
              <a:ext uri="{FF2B5EF4-FFF2-40B4-BE49-F238E27FC236}">
                <a16:creationId xmlns:a16="http://schemas.microsoft.com/office/drawing/2014/main" id="{075E53D8-C87A-4E6B-AC7A-8390ADD97464}"/>
              </a:ext>
            </a:extLst>
          </p:cNvPr>
          <p:cNvSpPr>
            <a:spLocks noChangeArrowheads="1"/>
          </p:cNvSpPr>
          <p:nvPr/>
        </p:nvSpPr>
        <p:spPr bwMode="auto">
          <a:xfrm>
            <a:off x="471488" y="1978025"/>
            <a:ext cx="4005262" cy="4678363"/>
          </a:xfrm>
          <a:prstGeom prst="rect">
            <a:avLst/>
          </a:prstGeom>
          <a:noFill/>
          <a:ln>
            <a:solidFill>
              <a:srgbClr val="9476B6"/>
            </a:solid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90000"/>
              </a:lnSpc>
              <a:spcBef>
                <a:spcPct val="50000"/>
              </a:spcBef>
              <a:defRPr/>
            </a:pPr>
            <a:r>
              <a:rPr lang="en-US" altLang="zh-CN" sz="2000" dirty="0">
                <a:latin typeface="+mn-lt"/>
                <a:ea typeface="+mn-ea"/>
                <a:cs typeface="+mn-ea"/>
                <a:sym typeface="+mn-lt"/>
              </a:rPr>
              <a:t>#include &lt;</a:t>
            </a:r>
            <a:r>
              <a:rPr lang="en-US" altLang="zh-CN" sz="2000" dirty="0" err="1">
                <a:latin typeface="+mn-lt"/>
                <a:ea typeface="+mn-ea"/>
                <a:cs typeface="+mn-ea"/>
                <a:sym typeface="+mn-lt"/>
              </a:rPr>
              <a:t>iostream.h</a:t>
            </a:r>
            <a:r>
              <a:rPr lang="en-US" altLang="zh-CN" sz="2000" dirty="0">
                <a:latin typeface="+mn-lt"/>
                <a:ea typeface="+mn-ea"/>
                <a:cs typeface="+mn-ea"/>
                <a:sym typeface="+mn-lt"/>
              </a:rPr>
              <a:t>&gt;</a:t>
            </a:r>
          </a:p>
          <a:p>
            <a:pPr>
              <a:lnSpc>
                <a:spcPct val="90000"/>
              </a:lnSpc>
              <a:spcBef>
                <a:spcPct val="50000"/>
              </a:spcBef>
              <a:defRPr/>
            </a:pPr>
            <a:r>
              <a:rPr lang="en-US" altLang="zh-CN" sz="2000" dirty="0">
                <a:latin typeface="+mn-lt"/>
                <a:ea typeface="+mn-ea"/>
                <a:cs typeface="+mn-ea"/>
                <a:sym typeface="+mn-lt"/>
              </a:rPr>
              <a:t>#define N 10</a:t>
            </a:r>
          </a:p>
          <a:p>
            <a:pPr>
              <a:lnSpc>
                <a:spcPct val="90000"/>
              </a:lnSpc>
              <a:spcBef>
                <a:spcPct val="50000"/>
              </a:spcBef>
              <a:defRPr/>
            </a:pPr>
            <a:r>
              <a:rPr lang="en-US" altLang="zh-CN" sz="2000" dirty="0">
                <a:latin typeface="+mn-lt"/>
                <a:ea typeface="+mn-ea"/>
                <a:cs typeface="+mn-ea"/>
                <a:sym typeface="+mn-lt"/>
              </a:rPr>
              <a:t>void sub(</a:t>
            </a:r>
            <a:r>
              <a:rPr lang="en-US" altLang="zh-CN" sz="2000" dirty="0">
                <a:solidFill>
                  <a:srgbClr val="FF3300"/>
                </a:solidFill>
                <a:latin typeface="+mn-lt"/>
                <a:ea typeface="+mn-ea"/>
                <a:cs typeface="+mn-ea"/>
                <a:sym typeface="+mn-lt"/>
              </a:rPr>
              <a:t>int b[ ]</a:t>
            </a:r>
            <a:r>
              <a:rPr lang="en-US" altLang="zh-CN" sz="2000" dirty="0">
                <a:latin typeface="+mn-lt"/>
                <a:ea typeface="+mn-ea"/>
                <a:cs typeface="+mn-ea"/>
                <a:sym typeface="+mn-lt"/>
              </a:rPr>
              <a:t>){</a:t>
            </a:r>
          </a:p>
          <a:p>
            <a:pPr>
              <a:lnSpc>
                <a:spcPct val="90000"/>
              </a:lnSpc>
              <a:spcBef>
                <a:spcPct val="50000"/>
              </a:spcBef>
              <a:defRPr/>
            </a:pPr>
            <a:r>
              <a:rPr lang="en-US" altLang="zh-CN" sz="2000" dirty="0">
                <a:latin typeface="+mn-lt"/>
                <a:ea typeface="+mn-ea"/>
                <a:cs typeface="+mn-ea"/>
                <a:sym typeface="+mn-lt"/>
              </a:rPr>
              <a:t>	int </a:t>
            </a:r>
            <a:r>
              <a:rPr lang="en-US" altLang="zh-CN" sz="2000" dirty="0" err="1">
                <a:latin typeface="+mn-lt"/>
                <a:ea typeface="+mn-ea"/>
                <a:cs typeface="+mn-ea"/>
                <a:sym typeface="+mn-lt"/>
              </a:rPr>
              <a:t>i,j,temp,m</a:t>
            </a:r>
            <a:r>
              <a:rPr lang="en-US" altLang="zh-CN" sz="2000" dirty="0">
                <a:latin typeface="+mn-lt"/>
                <a:ea typeface="+mn-ea"/>
                <a:cs typeface="+mn-ea"/>
                <a:sym typeface="+mn-lt"/>
              </a:rPr>
              <a:t>;</a:t>
            </a:r>
          </a:p>
          <a:p>
            <a:pPr>
              <a:lnSpc>
                <a:spcPct val="90000"/>
              </a:lnSpc>
              <a:spcBef>
                <a:spcPct val="50000"/>
              </a:spcBef>
              <a:defRPr/>
            </a:pPr>
            <a:r>
              <a:rPr lang="en-US" altLang="zh-CN" sz="2000" dirty="0">
                <a:latin typeface="+mn-lt"/>
                <a:ea typeface="+mn-ea"/>
                <a:cs typeface="+mn-ea"/>
                <a:sym typeface="+mn-lt"/>
              </a:rPr>
              <a:t>	m=N/2;</a:t>
            </a:r>
          </a:p>
          <a:p>
            <a:pPr>
              <a:lnSpc>
                <a:spcPct val="90000"/>
              </a:lnSpc>
              <a:spcBef>
                <a:spcPct val="50000"/>
              </a:spcBef>
              <a:defRPr/>
            </a:pPr>
            <a:r>
              <a:rPr lang="en-US" altLang="zh-CN" sz="2000" dirty="0">
                <a:latin typeface="+mn-lt"/>
                <a:ea typeface="+mn-ea"/>
                <a:cs typeface="+mn-ea"/>
                <a:sym typeface="+mn-lt"/>
              </a:rPr>
              <a:t>	for(</a:t>
            </a:r>
            <a:r>
              <a:rPr lang="en-US" altLang="zh-CN" sz="2000" dirty="0" err="1">
                <a:latin typeface="+mn-lt"/>
                <a:ea typeface="+mn-ea"/>
                <a:cs typeface="+mn-ea"/>
                <a:sym typeface="+mn-lt"/>
              </a:rPr>
              <a:t>i</a:t>
            </a:r>
            <a:r>
              <a:rPr lang="en-US" altLang="zh-CN" sz="2000" dirty="0">
                <a:latin typeface="+mn-lt"/>
                <a:ea typeface="+mn-ea"/>
                <a:cs typeface="+mn-ea"/>
                <a:sym typeface="+mn-lt"/>
              </a:rPr>
              <a:t>=0;i&lt;</a:t>
            </a:r>
            <a:r>
              <a:rPr lang="en-US" altLang="zh-CN" sz="2000" dirty="0" err="1">
                <a:latin typeface="+mn-lt"/>
                <a:ea typeface="+mn-ea"/>
                <a:cs typeface="+mn-ea"/>
                <a:sym typeface="+mn-lt"/>
              </a:rPr>
              <a:t>m;i</a:t>
            </a:r>
            <a:r>
              <a:rPr lang="en-US" altLang="zh-CN" sz="2000" dirty="0">
                <a:latin typeface="+mn-lt"/>
                <a:ea typeface="+mn-ea"/>
                <a:cs typeface="+mn-ea"/>
                <a:sym typeface="+mn-lt"/>
              </a:rPr>
              <a:t>++){</a:t>
            </a:r>
          </a:p>
          <a:p>
            <a:pPr>
              <a:lnSpc>
                <a:spcPct val="90000"/>
              </a:lnSpc>
              <a:spcBef>
                <a:spcPct val="50000"/>
              </a:spcBef>
              <a:defRPr/>
            </a:pPr>
            <a:r>
              <a:rPr lang="en-US" altLang="zh-CN" sz="2000" dirty="0">
                <a:latin typeface="+mn-lt"/>
                <a:ea typeface="+mn-ea"/>
                <a:cs typeface="+mn-ea"/>
                <a:sym typeface="+mn-lt"/>
              </a:rPr>
              <a:t>                 j=N-1-i; </a:t>
            </a:r>
          </a:p>
          <a:p>
            <a:pPr>
              <a:lnSpc>
                <a:spcPct val="90000"/>
              </a:lnSpc>
              <a:spcBef>
                <a:spcPct val="50000"/>
              </a:spcBef>
              <a:defRPr/>
            </a:pPr>
            <a:r>
              <a:rPr lang="en-US" altLang="zh-CN" sz="2000" dirty="0">
                <a:latin typeface="+mn-lt"/>
                <a:ea typeface="+mn-ea"/>
                <a:cs typeface="+mn-ea"/>
                <a:sym typeface="+mn-lt"/>
              </a:rPr>
              <a:t>                 temp=b[</a:t>
            </a:r>
            <a:r>
              <a:rPr lang="en-US" altLang="zh-CN" sz="2000" dirty="0" err="1">
                <a:latin typeface="+mn-lt"/>
                <a:ea typeface="+mn-ea"/>
                <a:cs typeface="+mn-ea"/>
                <a:sym typeface="+mn-lt"/>
              </a:rPr>
              <a:t>i</a:t>
            </a:r>
            <a:r>
              <a:rPr lang="en-US" altLang="zh-CN" sz="2000" dirty="0">
                <a:latin typeface="+mn-lt"/>
                <a:ea typeface="+mn-ea"/>
                <a:cs typeface="+mn-ea"/>
                <a:sym typeface="+mn-lt"/>
              </a:rPr>
              <a:t>];</a:t>
            </a:r>
          </a:p>
          <a:p>
            <a:pPr>
              <a:lnSpc>
                <a:spcPct val="90000"/>
              </a:lnSpc>
              <a:spcBef>
                <a:spcPct val="50000"/>
              </a:spcBef>
              <a:defRPr/>
            </a:pPr>
            <a:r>
              <a:rPr lang="en-US" altLang="zh-CN" sz="2000" dirty="0">
                <a:latin typeface="+mn-lt"/>
                <a:ea typeface="+mn-ea"/>
                <a:cs typeface="+mn-ea"/>
                <a:sym typeface="+mn-lt"/>
              </a:rPr>
              <a:t>	     b[</a:t>
            </a:r>
            <a:r>
              <a:rPr lang="en-US" altLang="zh-CN" sz="2000" dirty="0" err="1">
                <a:latin typeface="+mn-lt"/>
                <a:ea typeface="+mn-ea"/>
                <a:cs typeface="+mn-ea"/>
                <a:sym typeface="+mn-lt"/>
              </a:rPr>
              <a:t>i</a:t>
            </a:r>
            <a:r>
              <a:rPr lang="en-US" altLang="zh-CN" sz="2000" dirty="0">
                <a:latin typeface="+mn-lt"/>
                <a:ea typeface="+mn-ea"/>
                <a:cs typeface="+mn-ea"/>
                <a:sym typeface="+mn-lt"/>
              </a:rPr>
              <a:t>]= b[j]; </a:t>
            </a:r>
          </a:p>
          <a:p>
            <a:pPr>
              <a:lnSpc>
                <a:spcPct val="90000"/>
              </a:lnSpc>
              <a:spcBef>
                <a:spcPct val="50000"/>
              </a:spcBef>
              <a:defRPr/>
            </a:pPr>
            <a:r>
              <a:rPr lang="en-US" altLang="zh-CN" sz="2000" dirty="0">
                <a:latin typeface="+mn-lt"/>
                <a:ea typeface="+mn-ea"/>
                <a:cs typeface="+mn-ea"/>
                <a:sym typeface="+mn-lt"/>
              </a:rPr>
              <a:t>                 b[j]=temp;	}</a:t>
            </a:r>
          </a:p>
          <a:p>
            <a:pPr>
              <a:lnSpc>
                <a:spcPct val="90000"/>
              </a:lnSpc>
              <a:spcBef>
                <a:spcPct val="50000"/>
              </a:spcBef>
              <a:defRPr/>
            </a:pPr>
            <a:r>
              <a:rPr lang="en-US" altLang="zh-CN" sz="2000" dirty="0">
                <a:latin typeface="+mn-lt"/>
                <a:ea typeface="+mn-ea"/>
                <a:cs typeface="+mn-ea"/>
                <a:sym typeface="+mn-lt"/>
              </a:rPr>
              <a:t>	return ;}</a:t>
            </a:r>
          </a:p>
        </p:txBody>
      </p:sp>
      <p:sp>
        <p:nvSpPr>
          <p:cNvPr id="558084" name="Rectangle 4">
            <a:extLst>
              <a:ext uri="{FF2B5EF4-FFF2-40B4-BE49-F238E27FC236}">
                <a16:creationId xmlns:a16="http://schemas.microsoft.com/office/drawing/2014/main" id="{AEABC062-B4BC-4762-98D5-F83538092349}"/>
              </a:ext>
            </a:extLst>
          </p:cNvPr>
          <p:cNvSpPr>
            <a:spLocks noChangeArrowheads="1"/>
          </p:cNvSpPr>
          <p:nvPr/>
        </p:nvSpPr>
        <p:spPr bwMode="auto">
          <a:xfrm>
            <a:off x="4773613" y="1978025"/>
            <a:ext cx="3830637" cy="4570413"/>
          </a:xfrm>
          <a:prstGeom prst="rect">
            <a:avLst/>
          </a:prstGeom>
          <a:noFill/>
          <a:ln>
            <a:solidFill>
              <a:srgbClr val="9476B6"/>
            </a:solid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dirty="0">
                <a:latin typeface="+mn-lt"/>
                <a:ea typeface="+mn-ea"/>
                <a:cs typeface="+mn-ea"/>
                <a:sym typeface="+mn-lt"/>
              </a:rPr>
              <a:t>void main ( ) {</a:t>
            </a:r>
          </a:p>
          <a:p>
            <a:pPr>
              <a:lnSpc>
                <a:spcPct val="100000"/>
              </a:lnSpc>
              <a:spcBef>
                <a:spcPct val="50000"/>
              </a:spcBef>
              <a:defRPr/>
            </a:pPr>
            <a:r>
              <a:rPr lang="en-US" altLang="zh-CN" dirty="0">
                <a:latin typeface="+mn-lt"/>
                <a:ea typeface="+mn-ea"/>
                <a:cs typeface="+mn-ea"/>
                <a:sym typeface="+mn-lt"/>
              </a:rPr>
              <a:t>	int a[10],</a:t>
            </a:r>
            <a:r>
              <a:rPr lang="en-US" altLang="zh-CN" dirty="0" err="1">
                <a:latin typeface="+mn-lt"/>
                <a:ea typeface="+mn-ea"/>
                <a:cs typeface="+mn-ea"/>
                <a:sym typeface="+mn-lt"/>
              </a:rPr>
              <a:t>i</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for(</a:t>
            </a:r>
            <a:r>
              <a:rPr lang="en-US" altLang="zh-CN" dirty="0" err="1">
                <a:latin typeface="+mn-lt"/>
                <a:ea typeface="+mn-ea"/>
                <a:cs typeface="+mn-ea"/>
                <a:sym typeface="+mn-lt"/>
              </a:rPr>
              <a:t>i</a:t>
            </a:r>
            <a:r>
              <a:rPr lang="en-US" altLang="zh-CN" dirty="0">
                <a:latin typeface="+mn-lt"/>
                <a:ea typeface="+mn-ea"/>
                <a:cs typeface="+mn-ea"/>
                <a:sym typeface="+mn-lt"/>
              </a:rPr>
              <a:t>=0;i&lt;</a:t>
            </a:r>
            <a:r>
              <a:rPr lang="en-US" altLang="zh-CN" dirty="0" err="1">
                <a:latin typeface="+mn-lt"/>
                <a:ea typeface="+mn-ea"/>
                <a:cs typeface="+mn-ea"/>
                <a:sym typeface="+mn-lt"/>
              </a:rPr>
              <a:t>N;i</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a:t>
            </a:r>
            <a:r>
              <a:rPr lang="en-US" altLang="zh-CN" dirty="0" err="1">
                <a:latin typeface="+mn-lt"/>
                <a:ea typeface="+mn-ea"/>
                <a:cs typeface="+mn-ea"/>
                <a:sym typeface="+mn-lt"/>
              </a:rPr>
              <a:t>cin</a:t>
            </a:r>
            <a:r>
              <a:rPr lang="en-US" altLang="zh-CN" dirty="0">
                <a:latin typeface="+mn-lt"/>
                <a:ea typeface="+mn-ea"/>
                <a:cs typeface="+mn-ea"/>
                <a:sym typeface="+mn-lt"/>
              </a:rPr>
              <a:t>&gt;&gt;a[</a:t>
            </a:r>
            <a:r>
              <a:rPr lang="en-US" altLang="zh-CN" dirty="0" err="1">
                <a:latin typeface="+mn-lt"/>
                <a:ea typeface="+mn-ea"/>
                <a:cs typeface="+mn-ea"/>
                <a:sym typeface="+mn-lt"/>
              </a:rPr>
              <a:t>i</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sub(</a:t>
            </a:r>
            <a:r>
              <a:rPr lang="en-US" altLang="zh-CN" dirty="0">
                <a:solidFill>
                  <a:srgbClr val="FF3300"/>
                </a:solidFill>
                <a:latin typeface="+mn-lt"/>
                <a:ea typeface="+mn-ea"/>
                <a:cs typeface="+mn-ea"/>
                <a:sym typeface="+mn-lt"/>
              </a:rPr>
              <a:t>a</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for(</a:t>
            </a:r>
            <a:r>
              <a:rPr lang="en-US" altLang="zh-CN" dirty="0" err="1">
                <a:latin typeface="+mn-lt"/>
                <a:ea typeface="+mn-ea"/>
                <a:cs typeface="+mn-ea"/>
                <a:sym typeface="+mn-lt"/>
              </a:rPr>
              <a:t>i</a:t>
            </a:r>
            <a:r>
              <a:rPr lang="en-US" altLang="zh-CN" dirty="0">
                <a:latin typeface="+mn-lt"/>
                <a:ea typeface="+mn-ea"/>
                <a:cs typeface="+mn-ea"/>
                <a:sym typeface="+mn-lt"/>
              </a:rPr>
              <a:t>=0;i&lt;</a:t>
            </a:r>
            <a:r>
              <a:rPr lang="en-US" altLang="zh-CN" dirty="0" err="1">
                <a:latin typeface="+mn-lt"/>
                <a:ea typeface="+mn-ea"/>
                <a:cs typeface="+mn-ea"/>
                <a:sym typeface="+mn-lt"/>
              </a:rPr>
              <a:t>N;i</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		</a:t>
            </a:r>
            <a:r>
              <a:rPr lang="en-US" altLang="zh-CN" dirty="0" err="1">
                <a:latin typeface="+mn-lt"/>
                <a:ea typeface="+mn-ea"/>
                <a:cs typeface="+mn-ea"/>
                <a:sym typeface="+mn-lt"/>
              </a:rPr>
              <a:t>cout</a:t>
            </a:r>
            <a:r>
              <a:rPr lang="en-US" altLang="zh-CN" dirty="0">
                <a:latin typeface="+mn-lt"/>
                <a:ea typeface="+mn-ea"/>
                <a:cs typeface="+mn-ea"/>
                <a:sym typeface="+mn-lt"/>
              </a:rPr>
              <a:t>&lt;&lt;a[</a:t>
            </a:r>
            <a:r>
              <a:rPr lang="en-US" altLang="zh-CN" dirty="0" err="1">
                <a:latin typeface="+mn-lt"/>
                <a:ea typeface="+mn-ea"/>
                <a:cs typeface="+mn-ea"/>
                <a:sym typeface="+mn-lt"/>
              </a:rPr>
              <a:t>i</a:t>
            </a:r>
            <a:r>
              <a:rPr lang="en-US" altLang="zh-CN" dirty="0">
                <a:latin typeface="+mn-lt"/>
                <a:ea typeface="+mn-ea"/>
                <a:cs typeface="+mn-ea"/>
                <a:sym typeface="+mn-lt"/>
              </a:rPr>
              <a:t>];</a:t>
            </a:r>
          </a:p>
          <a:p>
            <a:pPr>
              <a:lnSpc>
                <a:spcPct val="100000"/>
              </a:lnSpc>
              <a:spcBef>
                <a:spcPct val="50000"/>
              </a:spcBef>
              <a:defRPr/>
            </a:pPr>
            <a:r>
              <a:rPr lang="en-US" altLang="zh-CN" dirty="0">
                <a:latin typeface="+mn-lt"/>
                <a:ea typeface="+mn-ea"/>
                <a:cs typeface="+mn-ea"/>
                <a:sym typeface="+mn-lt"/>
              </a:rPr>
              <a:t>}</a:t>
            </a:r>
          </a:p>
          <a:p>
            <a:pPr>
              <a:lnSpc>
                <a:spcPct val="100000"/>
              </a:lnSpc>
              <a:spcBef>
                <a:spcPct val="50000"/>
              </a:spcBef>
              <a:defRPr/>
            </a:pPr>
            <a:endParaRPr lang="en-US" altLang="zh-CN" sz="1000" dirty="0">
              <a:latin typeface="+mn-lt"/>
              <a:ea typeface="+mn-ea"/>
              <a:cs typeface="+mn-ea"/>
              <a:sym typeface="+mn-lt"/>
            </a:endParaRPr>
          </a:p>
        </p:txBody>
      </p:sp>
      <p:sp>
        <p:nvSpPr>
          <p:cNvPr id="5" name="Rectangle 2">
            <a:extLst>
              <a:ext uri="{FF2B5EF4-FFF2-40B4-BE49-F238E27FC236}">
                <a16:creationId xmlns:a16="http://schemas.microsoft.com/office/drawing/2014/main" id="{9294F617-EC34-49F7-9BDA-67C0A5A2492D}"/>
              </a:ext>
            </a:extLst>
          </p:cNvPr>
          <p:cNvSpPr>
            <a:spLocks noChangeArrowheads="1"/>
          </p:cNvSpPr>
          <p:nvPr/>
        </p:nvSpPr>
        <p:spPr bwMode="auto">
          <a:xfrm>
            <a:off x="323850" y="923925"/>
            <a:ext cx="8280400" cy="1006475"/>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50000"/>
              </a:spcBef>
            </a:pPr>
            <a:r>
              <a:rPr lang="zh-CN" altLang="en-US">
                <a:sym typeface="+mn-lt"/>
              </a:rPr>
              <a:t>用数组作为函数的参数，将数组中</a:t>
            </a:r>
            <a:r>
              <a:rPr lang="en-US" altLang="zh-CN">
                <a:sym typeface="+mn-lt"/>
              </a:rPr>
              <a:t>n</a:t>
            </a:r>
            <a:r>
              <a:rPr lang="zh-CN" altLang="en-US">
                <a:sym typeface="+mn-lt"/>
              </a:rPr>
              <a:t>个整数按相反的顺序存放，要求输入和输出在主函数中完成</a:t>
            </a:r>
          </a:p>
        </p:txBody>
      </p:sp>
      <p:sp>
        <p:nvSpPr>
          <p:cNvPr id="2" name="空心弧 1">
            <a:extLst>
              <a:ext uri="{FF2B5EF4-FFF2-40B4-BE49-F238E27FC236}">
                <a16:creationId xmlns:a16="http://schemas.microsoft.com/office/drawing/2014/main" id="{A8932A2C-1FA3-4BC2-8421-33ADFE4BD7D4}"/>
              </a:ext>
            </a:extLst>
          </p:cNvPr>
          <p:cNvSpPr/>
          <p:nvPr/>
        </p:nvSpPr>
        <p:spPr bwMode="auto">
          <a:xfrm flipV="1">
            <a:off x="4246563" y="6129338"/>
            <a:ext cx="879475" cy="527050"/>
          </a:xfrm>
          <a:prstGeom prst="blockArc">
            <a:avLst/>
          </a:prstGeom>
          <a:solidFill>
            <a:schemeClr val="accent1"/>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58083"/>
                                        </p:tgtEl>
                                        <p:attrNameLst>
                                          <p:attrName>style.visibility</p:attrName>
                                        </p:attrNameLst>
                                      </p:cBhvr>
                                      <p:to>
                                        <p:strVal val="visible"/>
                                      </p:to>
                                    </p:set>
                                    <p:anim calcmode="lin" valueType="num">
                                      <p:cBhvr additive="base">
                                        <p:cTn id="7" dur="500" fill="hold"/>
                                        <p:tgtEl>
                                          <p:spTgt spid="558083"/>
                                        </p:tgtEl>
                                        <p:attrNameLst>
                                          <p:attrName>ppt_x</p:attrName>
                                        </p:attrNameLst>
                                      </p:cBhvr>
                                      <p:tavLst>
                                        <p:tav tm="0">
                                          <p:val>
                                            <p:strVal val="0-#ppt_w/2"/>
                                          </p:val>
                                        </p:tav>
                                        <p:tav tm="100000">
                                          <p:val>
                                            <p:strVal val="#ppt_x"/>
                                          </p:val>
                                        </p:tav>
                                      </p:tavLst>
                                    </p:anim>
                                    <p:anim calcmode="lin" valueType="num">
                                      <p:cBhvr additive="base">
                                        <p:cTn id="8" dur="500" fill="hold"/>
                                        <p:tgtEl>
                                          <p:spTgt spid="558083"/>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558084"/>
                                        </p:tgtEl>
                                        <p:attrNameLst>
                                          <p:attrName>style.visibility</p:attrName>
                                        </p:attrNameLst>
                                      </p:cBhvr>
                                      <p:to>
                                        <p:strVal val="visible"/>
                                      </p:to>
                                    </p:set>
                                    <p:anim calcmode="lin" valueType="num">
                                      <p:cBhvr additive="base">
                                        <p:cTn id="13" dur="500" fill="hold"/>
                                        <p:tgtEl>
                                          <p:spTgt spid="558084"/>
                                        </p:tgtEl>
                                        <p:attrNameLst>
                                          <p:attrName>ppt_x</p:attrName>
                                        </p:attrNameLst>
                                      </p:cBhvr>
                                      <p:tavLst>
                                        <p:tav tm="0">
                                          <p:val>
                                            <p:strVal val="0-#ppt_w/2"/>
                                          </p:val>
                                        </p:tav>
                                        <p:tav tm="100000">
                                          <p:val>
                                            <p:strVal val="#ppt_x"/>
                                          </p:val>
                                        </p:tav>
                                      </p:tavLst>
                                    </p:anim>
                                    <p:anim calcmode="lin" valueType="num">
                                      <p:cBhvr additive="base">
                                        <p:cTn id="14" dur="500" fill="hold"/>
                                        <p:tgtEl>
                                          <p:spTgt spid="558084"/>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ppt_x"/>
                                          </p:val>
                                        </p:tav>
                                        <p:tav tm="100000">
                                          <p:val>
                                            <p:strVal val="#ppt_x"/>
                                          </p:val>
                                        </p:tav>
                                      </p:tavLst>
                                    </p:anim>
                                    <p:anim calcmode="lin" valueType="num">
                                      <p:cBhvr additive="base">
                                        <p:cTn id="20"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8083" grpId="0" animBg="1"/>
      <p:bldP spid="558084"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3794" name="Rectangle 95">
            <a:extLst>
              <a:ext uri="{FF2B5EF4-FFF2-40B4-BE49-F238E27FC236}">
                <a16:creationId xmlns:a16="http://schemas.microsoft.com/office/drawing/2014/main" id="{D4D439D0-EDAA-4B8B-BFAA-7563E2113A78}"/>
              </a:ext>
            </a:extLst>
          </p:cNvPr>
          <p:cNvSpPr>
            <a:spLocks noGrp="1" noChangeArrowheads="1"/>
          </p:cNvSpPr>
          <p:nvPr>
            <p:ph idx="1"/>
          </p:nvPr>
        </p:nvSpPr>
        <p:spPr>
          <a:xfrm>
            <a:off x="627063" y="220663"/>
            <a:ext cx="4559300" cy="552450"/>
          </a:xfrm>
        </p:spPr>
        <p:txBody>
          <a:bodyPr anchor="ctr"/>
          <a:lstStyle/>
          <a:p>
            <a:pPr marL="171450" lvl="1" indent="0">
              <a:spcBef>
                <a:spcPct val="0"/>
              </a:spcBef>
              <a:buFontTx/>
              <a:buNone/>
            </a:pPr>
            <a:r>
              <a:rPr lang="zh-CN" altLang="en-US">
                <a:solidFill>
                  <a:schemeClr val="bg1"/>
                </a:solidFill>
                <a:sym typeface="+mn-lt"/>
              </a:rPr>
              <a:t>线性表的重要基本操作</a:t>
            </a:r>
          </a:p>
        </p:txBody>
      </p:sp>
      <p:sp>
        <p:nvSpPr>
          <p:cNvPr id="44" name="Freeform 5">
            <a:extLst>
              <a:ext uri="{FF2B5EF4-FFF2-40B4-BE49-F238E27FC236}">
                <a16:creationId xmlns:a16="http://schemas.microsoft.com/office/drawing/2014/main" id="{7D0EA6D4-BB4A-467D-B2C6-1A7C6C1EC0F3}"/>
              </a:ext>
            </a:extLst>
          </p:cNvPr>
          <p:cNvSpPr>
            <a:spLocks/>
          </p:cNvSpPr>
          <p:nvPr/>
        </p:nvSpPr>
        <p:spPr bwMode="auto">
          <a:xfrm>
            <a:off x="4887913" y="1541463"/>
            <a:ext cx="1770062" cy="1785937"/>
          </a:xfrm>
          <a:custGeom>
            <a:avLst/>
            <a:gdLst>
              <a:gd name="T0" fmla="*/ 4 w 424"/>
              <a:gd name="T1" fmla="*/ 221 h 428"/>
              <a:gd name="T2" fmla="*/ 203 w 424"/>
              <a:gd name="T3" fmla="*/ 5 h 428"/>
              <a:gd name="T4" fmla="*/ 419 w 424"/>
              <a:gd name="T5" fmla="*/ 204 h 428"/>
              <a:gd name="T6" fmla="*/ 220 w 424"/>
              <a:gd name="T7" fmla="*/ 419 h 428"/>
              <a:gd name="T8" fmla="*/ 13 w 424"/>
              <a:gd name="T9" fmla="*/ 428 h 428"/>
              <a:gd name="T10" fmla="*/ 4 w 424"/>
              <a:gd name="T11" fmla="*/ 221 h 428"/>
            </a:gdLst>
            <a:ahLst/>
            <a:cxnLst>
              <a:cxn ang="0">
                <a:pos x="T0" y="T1"/>
              </a:cxn>
              <a:cxn ang="0">
                <a:pos x="T2" y="T3"/>
              </a:cxn>
              <a:cxn ang="0">
                <a:pos x="T4" y="T5"/>
              </a:cxn>
              <a:cxn ang="0">
                <a:pos x="T6" y="T7"/>
              </a:cxn>
              <a:cxn ang="0">
                <a:pos x="T8" y="T9"/>
              </a:cxn>
              <a:cxn ang="0">
                <a:pos x="T10" y="T11"/>
              </a:cxn>
            </a:cxnLst>
            <a:rect l="0" t="0" r="r" b="b"/>
            <a:pathLst>
              <a:path w="424" h="428">
                <a:moveTo>
                  <a:pt x="4" y="221"/>
                </a:moveTo>
                <a:cubicBezTo>
                  <a:pt x="0" y="106"/>
                  <a:pt x="89" y="10"/>
                  <a:pt x="203" y="5"/>
                </a:cubicBezTo>
                <a:cubicBezTo>
                  <a:pt x="318" y="0"/>
                  <a:pt x="415" y="89"/>
                  <a:pt x="419" y="204"/>
                </a:cubicBezTo>
                <a:cubicBezTo>
                  <a:pt x="424" y="318"/>
                  <a:pt x="335" y="415"/>
                  <a:pt x="220" y="419"/>
                </a:cubicBezTo>
                <a:cubicBezTo>
                  <a:pt x="163" y="422"/>
                  <a:pt x="13" y="428"/>
                  <a:pt x="13" y="428"/>
                </a:cubicBezTo>
                <a:cubicBezTo>
                  <a:pt x="13" y="428"/>
                  <a:pt x="7" y="278"/>
                  <a:pt x="4" y="221"/>
                </a:cubicBezTo>
                <a:close/>
              </a:path>
            </a:pathLst>
          </a:cu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45" name="Freeform 6">
            <a:extLst>
              <a:ext uri="{FF2B5EF4-FFF2-40B4-BE49-F238E27FC236}">
                <a16:creationId xmlns:a16="http://schemas.microsoft.com/office/drawing/2014/main" id="{3A92102F-809D-4E48-AAAD-7EB8F915A70A}"/>
              </a:ext>
            </a:extLst>
          </p:cNvPr>
          <p:cNvSpPr>
            <a:spLocks/>
          </p:cNvSpPr>
          <p:nvPr/>
        </p:nvSpPr>
        <p:spPr bwMode="auto">
          <a:xfrm>
            <a:off x="2008188" y="2287588"/>
            <a:ext cx="1895475" cy="1744662"/>
          </a:xfrm>
          <a:custGeom>
            <a:avLst/>
            <a:gdLst>
              <a:gd name="T0" fmla="*/ 289 w 454"/>
              <a:gd name="T1" fmla="*/ 374 h 418"/>
              <a:gd name="T2" fmla="*/ 44 w 454"/>
              <a:gd name="T3" fmla="*/ 288 h 418"/>
              <a:gd name="T4" fmla="*/ 130 w 454"/>
              <a:gd name="T5" fmla="*/ 43 h 418"/>
              <a:gd name="T6" fmla="*/ 374 w 454"/>
              <a:gd name="T7" fmla="*/ 130 h 418"/>
              <a:gd name="T8" fmla="*/ 454 w 454"/>
              <a:gd name="T9" fmla="*/ 295 h 418"/>
              <a:gd name="T10" fmla="*/ 289 w 454"/>
              <a:gd name="T11" fmla="*/ 374 h 418"/>
            </a:gdLst>
            <a:ahLst/>
            <a:cxnLst>
              <a:cxn ang="0">
                <a:pos x="T0" y="T1"/>
              </a:cxn>
              <a:cxn ang="0">
                <a:pos x="T2" y="T3"/>
              </a:cxn>
              <a:cxn ang="0">
                <a:pos x="T4" y="T5"/>
              </a:cxn>
              <a:cxn ang="0">
                <a:pos x="T6" y="T7"/>
              </a:cxn>
              <a:cxn ang="0">
                <a:pos x="T8" y="T9"/>
              </a:cxn>
              <a:cxn ang="0">
                <a:pos x="T10" y="T11"/>
              </a:cxn>
            </a:cxnLst>
            <a:rect l="0" t="0" r="r" b="b"/>
            <a:pathLst>
              <a:path w="454" h="418">
                <a:moveTo>
                  <a:pt x="289" y="374"/>
                </a:moveTo>
                <a:cubicBezTo>
                  <a:pt x="197" y="418"/>
                  <a:pt x="88" y="380"/>
                  <a:pt x="44" y="288"/>
                </a:cubicBezTo>
                <a:cubicBezTo>
                  <a:pt x="0" y="197"/>
                  <a:pt x="39" y="87"/>
                  <a:pt x="130" y="43"/>
                </a:cubicBezTo>
                <a:cubicBezTo>
                  <a:pt x="221" y="0"/>
                  <a:pt x="331" y="38"/>
                  <a:pt x="374" y="130"/>
                </a:cubicBezTo>
                <a:cubicBezTo>
                  <a:pt x="397" y="176"/>
                  <a:pt x="454" y="295"/>
                  <a:pt x="454" y="295"/>
                </a:cubicBezTo>
                <a:cubicBezTo>
                  <a:pt x="454" y="295"/>
                  <a:pt x="334" y="353"/>
                  <a:pt x="289" y="374"/>
                </a:cubicBezTo>
                <a:close/>
              </a:path>
            </a:pathLst>
          </a:cu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46" name="Freeform 7">
            <a:extLst>
              <a:ext uri="{FF2B5EF4-FFF2-40B4-BE49-F238E27FC236}">
                <a16:creationId xmlns:a16="http://schemas.microsoft.com/office/drawing/2014/main" id="{24658383-660D-4F72-A1E8-F89FD2AF6370}"/>
              </a:ext>
            </a:extLst>
          </p:cNvPr>
          <p:cNvSpPr>
            <a:spLocks/>
          </p:cNvSpPr>
          <p:nvPr/>
        </p:nvSpPr>
        <p:spPr bwMode="auto">
          <a:xfrm>
            <a:off x="2697163" y="3906838"/>
            <a:ext cx="1314450" cy="1268412"/>
          </a:xfrm>
          <a:custGeom>
            <a:avLst/>
            <a:gdLst>
              <a:gd name="T0" fmla="*/ 293 w 315"/>
              <a:gd name="T1" fmla="*/ 173 h 304"/>
              <a:gd name="T2" fmla="*/ 131 w 315"/>
              <a:gd name="T3" fmla="*/ 292 h 304"/>
              <a:gd name="T4" fmla="*/ 12 w 315"/>
              <a:gd name="T5" fmla="*/ 130 h 304"/>
              <a:gd name="T6" fmla="*/ 174 w 315"/>
              <a:gd name="T7" fmla="*/ 12 h 304"/>
              <a:gd name="T8" fmla="*/ 315 w 315"/>
              <a:gd name="T9" fmla="*/ 33 h 304"/>
              <a:gd name="T10" fmla="*/ 293 w 315"/>
              <a:gd name="T11" fmla="*/ 173 h 304"/>
            </a:gdLst>
            <a:ahLst/>
            <a:cxnLst>
              <a:cxn ang="0">
                <a:pos x="T0" y="T1"/>
              </a:cxn>
              <a:cxn ang="0">
                <a:pos x="T2" y="T3"/>
              </a:cxn>
              <a:cxn ang="0">
                <a:pos x="T4" y="T5"/>
              </a:cxn>
              <a:cxn ang="0">
                <a:pos x="T6" y="T7"/>
              </a:cxn>
              <a:cxn ang="0">
                <a:pos x="T8" y="T9"/>
              </a:cxn>
              <a:cxn ang="0">
                <a:pos x="T10" y="T11"/>
              </a:cxn>
            </a:cxnLst>
            <a:rect l="0" t="0" r="r" b="b"/>
            <a:pathLst>
              <a:path w="315" h="304">
                <a:moveTo>
                  <a:pt x="293" y="173"/>
                </a:moveTo>
                <a:cubicBezTo>
                  <a:pt x="281" y="251"/>
                  <a:pt x="209" y="304"/>
                  <a:pt x="131" y="292"/>
                </a:cubicBezTo>
                <a:cubicBezTo>
                  <a:pt x="54" y="280"/>
                  <a:pt x="0" y="208"/>
                  <a:pt x="12" y="130"/>
                </a:cubicBezTo>
                <a:cubicBezTo>
                  <a:pt x="24" y="53"/>
                  <a:pt x="97" y="0"/>
                  <a:pt x="174" y="12"/>
                </a:cubicBezTo>
                <a:cubicBezTo>
                  <a:pt x="213" y="18"/>
                  <a:pt x="315" y="33"/>
                  <a:pt x="315" y="33"/>
                </a:cubicBezTo>
                <a:cubicBezTo>
                  <a:pt x="315" y="33"/>
                  <a:pt x="299" y="135"/>
                  <a:pt x="293" y="173"/>
                </a:cubicBezTo>
                <a:close/>
              </a:path>
            </a:pathLst>
          </a:cu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47" name="Oval 8">
            <a:extLst>
              <a:ext uri="{FF2B5EF4-FFF2-40B4-BE49-F238E27FC236}">
                <a16:creationId xmlns:a16="http://schemas.microsoft.com/office/drawing/2014/main" id="{4BC3254D-4AFC-4178-A0EE-F9880DF65963}"/>
              </a:ext>
            </a:extLst>
          </p:cNvPr>
          <p:cNvSpPr>
            <a:spLocks noChangeArrowheads="1"/>
          </p:cNvSpPr>
          <p:nvPr/>
        </p:nvSpPr>
        <p:spPr bwMode="auto">
          <a:xfrm>
            <a:off x="2624138" y="1941513"/>
            <a:ext cx="3683000" cy="3679825"/>
          </a:xfrm>
          <a:prstGeom prst="ellipse">
            <a:avLst/>
          </a:pr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34824" name="Freeform 10">
            <a:extLst>
              <a:ext uri="{FF2B5EF4-FFF2-40B4-BE49-F238E27FC236}">
                <a16:creationId xmlns:a16="http://schemas.microsoft.com/office/drawing/2014/main" id="{87A3AEE9-A560-468C-83E2-181934450779}"/>
              </a:ext>
            </a:extLst>
          </p:cNvPr>
          <p:cNvSpPr>
            <a:spLocks/>
          </p:cNvSpPr>
          <p:nvPr/>
        </p:nvSpPr>
        <p:spPr bwMode="auto">
          <a:xfrm>
            <a:off x="2792413" y="3978275"/>
            <a:ext cx="1157287" cy="1104900"/>
          </a:xfrm>
          <a:custGeom>
            <a:avLst/>
            <a:gdLst>
              <a:gd name="T0" fmla="*/ 1040174 w 277"/>
              <a:gd name="T1" fmla="*/ 671541 h 265"/>
              <a:gd name="T2" fmla="*/ 430273 w 277"/>
              <a:gd name="T3" fmla="*/ 1038595 h 265"/>
              <a:gd name="T4" fmla="*/ 62661 w 277"/>
              <a:gd name="T5" fmla="*/ 433791 h 265"/>
              <a:gd name="T6" fmla="*/ 672562 w 277"/>
              <a:gd name="T7" fmla="*/ 66737 h 265"/>
              <a:gd name="T8" fmla="*/ 1157141 w 277"/>
              <a:gd name="T9" fmla="*/ 187698 h 265"/>
              <a:gd name="T10" fmla="*/ 1040174 w 277"/>
              <a:gd name="T11" fmla="*/ 671541 h 26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77" h="265">
                <a:moveTo>
                  <a:pt x="249" y="161"/>
                </a:moveTo>
                <a:cubicBezTo>
                  <a:pt x="233" y="226"/>
                  <a:pt x="168" y="265"/>
                  <a:pt x="103" y="249"/>
                </a:cubicBezTo>
                <a:cubicBezTo>
                  <a:pt x="39" y="233"/>
                  <a:pt x="0" y="168"/>
                  <a:pt x="15" y="104"/>
                </a:cubicBezTo>
                <a:cubicBezTo>
                  <a:pt x="31" y="39"/>
                  <a:pt x="96" y="0"/>
                  <a:pt x="161" y="16"/>
                </a:cubicBezTo>
                <a:cubicBezTo>
                  <a:pt x="193" y="24"/>
                  <a:pt x="277" y="45"/>
                  <a:pt x="277" y="45"/>
                </a:cubicBezTo>
                <a:cubicBezTo>
                  <a:pt x="277" y="45"/>
                  <a:pt x="257" y="129"/>
                  <a:pt x="249" y="161"/>
                </a:cubicBezTo>
                <a:close/>
              </a:path>
            </a:pathLst>
          </a:custGeom>
          <a:solidFill>
            <a:srgbClr val="6C4C8F"/>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25" name="Freeform 11">
            <a:extLst>
              <a:ext uri="{FF2B5EF4-FFF2-40B4-BE49-F238E27FC236}">
                <a16:creationId xmlns:a16="http://schemas.microsoft.com/office/drawing/2014/main" id="{A55C28B4-234E-485C-B222-2B5EF2938608}"/>
              </a:ext>
            </a:extLst>
          </p:cNvPr>
          <p:cNvSpPr>
            <a:spLocks/>
          </p:cNvSpPr>
          <p:nvPr/>
        </p:nvSpPr>
        <p:spPr bwMode="auto">
          <a:xfrm>
            <a:off x="2146300" y="2389188"/>
            <a:ext cx="1724025" cy="1589087"/>
          </a:xfrm>
          <a:custGeom>
            <a:avLst/>
            <a:gdLst>
              <a:gd name="T0" fmla="*/ 1102170 w 413"/>
              <a:gd name="T1" fmla="*/ 1418127 h 381"/>
              <a:gd name="T2" fmla="*/ 171170 w 413"/>
              <a:gd name="T3" fmla="*/ 1101134 h 381"/>
              <a:gd name="T4" fmla="*/ 488462 w 413"/>
              <a:gd name="T5" fmla="*/ 171009 h 381"/>
              <a:gd name="T6" fmla="*/ 1419461 w 413"/>
              <a:gd name="T7" fmla="*/ 488002 h 381"/>
              <a:gd name="T8" fmla="*/ 1724228 w 413"/>
              <a:gd name="T9" fmla="*/ 1113646 h 381"/>
              <a:gd name="T10" fmla="*/ 1102170 w 413"/>
              <a:gd name="T11" fmla="*/ 1418127 h 3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13" h="381">
                <a:moveTo>
                  <a:pt x="264" y="340"/>
                </a:moveTo>
                <a:cubicBezTo>
                  <a:pt x="181" y="381"/>
                  <a:pt x="81" y="347"/>
                  <a:pt x="41" y="264"/>
                </a:cubicBezTo>
                <a:cubicBezTo>
                  <a:pt x="0" y="181"/>
                  <a:pt x="34" y="81"/>
                  <a:pt x="117" y="41"/>
                </a:cubicBezTo>
                <a:cubicBezTo>
                  <a:pt x="200" y="0"/>
                  <a:pt x="299" y="34"/>
                  <a:pt x="340" y="117"/>
                </a:cubicBezTo>
                <a:cubicBezTo>
                  <a:pt x="360" y="159"/>
                  <a:pt x="413" y="267"/>
                  <a:pt x="413" y="267"/>
                </a:cubicBezTo>
                <a:cubicBezTo>
                  <a:pt x="413" y="267"/>
                  <a:pt x="305" y="320"/>
                  <a:pt x="264" y="34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26" name="Freeform 12">
            <a:extLst>
              <a:ext uri="{FF2B5EF4-FFF2-40B4-BE49-F238E27FC236}">
                <a16:creationId xmlns:a16="http://schemas.microsoft.com/office/drawing/2014/main" id="{0F3FAE17-42A7-44C7-8BCF-BD7ED187040C}"/>
              </a:ext>
            </a:extLst>
          </p:cNvPr>
          <p:cNvSpPr>
            <a:spLocks/>
          </p:cNvSpPr>
          <p:nvPr/>
        </p:nvSpPr>
        <p:spPr bwMode="auto">
          <a:xfrm>
            <a:off x="4887913" y="1657350"/>
            <a:ext cx="1649412" cy="1665288"/>
          </a:xfrm>
          <a:custGeom>
            <a:avLst/>
            <a:gdLst>
              <a:gd name="T0" fmla="*/ 20864 w 395"/>
              <a:gd name="T1" fmla="*/ 859656 h 399"/>
              <a:gd name="T2" fmla="*/ 792835 w 395"/>
              <a:gd name="T3" fmla="*/ 20865 h 399"/>
              <a:gd name="T4" fmla="*/ 1631572 w 395"/>
              <a:gd name="T5" fmla="*/ 792886 h 399"/>
              <a:gd name="T6" fmla="*/ 859600 w 395"/>
              <a:gd name="T7" fmla="*/ 1631676 h 399"/>
              <a:gd name="T8" fmla="*/ 54247 w 395"/>
              <a:gd name="T9" fmla="*/ 1665061 h 399"/>
              <a:gd name="T10" fmla="*/ 20864 w 395"/>
              <a:gd name="T11" fmla="*/ 859656 h 39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95" h="399">
                <a:moveTo>
                  <a:pt x="5" y="206"/>
                </a:moveTo>
                <a:cubicBezTo>
                  <a:pt x="0" y="99"/>
                  <a:pt x="83" y="9"/>
                  <a:pt x="190" y="5"/>
                </a:cubicBezTo>
                <a:cubicBezTo>
                  <a:pt x="297" y="0"/>
                  <a:pt x="387" y="83"/>
                  <a:pt x="391" y="190"/>
                </a:cubicBezTo>
                <a:cubicBezTo>
                  <a:pt x="395" y="297"/>
                  <a:pt x="313" y="386"/>
                  <a:pt x="206" y="391"/>
                </a:cubicBezTo>
                <a:cubicBezTo>
                  <a:pt x="152" y="393"/>
                  <a:pt x="13" y="399"/>
                  <a:pt x="13" y="399"/>
                </a:cubicBezTo>
                <a:cubicBezTo>
                  <a:pt x="13" y="399"/>
                  <a:pt x="7" y="259"/>
                  <a:pt x="5" y="206"/>
                </a:cubicBezTo>
                <a:close/>
              </a:path>
            </a:pathLst>
          </a:custGeom>
          <a:solidFill>
            <a:srgbClr val="FFC000"/>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51" name="Freeform 13">
            <a:extLst>
              <a:ext uri="{FF2B5EF4-FFF2-40B4-BE49-F238E27FC236}">
                <a16:creationId xmlns:a16="http://schemas.microsoft.com/office/drawing/2014/main" id="{CB10B09D-9AD9-43D8-9328-9FFB21D08961}"/>
              </a:ext>
            </a:extLst>
          </p:cNvPr>
          <p:cNvSpPr>
            <a:spLocks/>
          </p:cNvSpPr>
          <p:nvPr/>
        </p:nvSpPr>
        <p:spPr bwMode="auto">
          <a:xfrm rot="20816061">
            <a:off x="5230813" y="3522663"/>
            <a:ext cx="915987" cy="846137"/>
          </a:xfrm>
          <a:custGeom>
            <a:avLst/>
            <a:gdLst>
              <a:gd name="T0" fmla="*/ 90 w 186"/>
              <a:gd name="T1" fmla="*/ 2 h 183"/>
              <a:gd name="T2" fmla="*/ 184 w 186"/>
              <a:gd name="T3" fmla="*/ 88 h 183"/>
              <a:gd name="T4" fmla="*/ 97 w 186"/>
              <a:gd name="T5" fmla="*/ 181 h 183"/>
              <a:gd name="T6" fmla="*/ 4 w 186"/>
              <a:gd name="T7" fmla="*/ 95 h 183"/>
              <a:gd name="T8" fmla="*/ 0 w 186"/>
              <a:gd name="T9" fmla="*/ 5 h 183"/>
              <a:gd name="T10" fmla="*/ 90 w 186"/>
              <a:gd name="T11" fmla="*/ 2 h 183"/>
            </a:gdLst>
            <a:ahLst/>
            <a:cxnLst>
              <a:cxn ang="0">
                <a:pos x="T0" y="T1"/>
              </a:cxn>
              <a:cxn ang="0">
                <a:pos x="T2" y="T3"/>
              </a:cxn>
              <a:cxn ang="0">
                <a:pos x="T4" y="T5"/>
              </a:cxn>
              <a:cxn ang="0">
                <a:pos x="T6" y="T7"/>
              </a:cxn>
              <a:cxn ang="0">
                <a:pos x="T8" y="T9"/>
              </a:cxn>
              <a:cxn ang="0">
                <a:pos x="T10" y="T11"/>
              </a:cxn>
            </a:cxnLst>
            <a:rect l="0" t="0" r="r" b="b"/>
            <a:pathLst>
              <a:path w="186" h="183">
                <a:moveTo>
                  <a:pt x="90" y="2"/>
                </a:moveTo>
                <a:cubicBezTo>
                  <a:pt x="140" y="0"/>
                  <a:pt x="182" y="38"/>
                  <a:pt x="184" y="88"/>
                </a:cubicBezTo>
                <a:cubicBezTo>
                  <a:pt x="186" y="137"/>
                  <a:pt x="147" y="179"/>
                  <a:pt x="97" y="181"/>
                </a:cubicBezTo>
                <a:cubicBezTo>
                  <a:pt x="48" y="183"/>
                  <a:pt x="6" y="145"/>
                  <a:pt x="4" y="95"/>
                </a:cubicBezTo>
                <a:cubicBezTo>
                  <a:pt x="3" y="70"/>
                  <a:pt x="0" y="5"/>
                  <a:pt x="0" y="5"/>
                </a:cubicBezTo>
                <a:cubicBezTo>
                  <a:pt x="0" y="5"/>
                  <a:pt x="65" y="3"/>
                  <a:pt x="90" y="2"/>
                </a:cubicBezTo>
                <a:close/>
              </a:path>
            </a:pathLst>
          </a:custGeom>
          <a:solidFill>
            <a:schemeClr val="accent2">
              <a:lumMod val="60000"/>
              <a:lumOff val="40000"/>
            </a:schemeClr>
          </a:solidFill>
          <a:ln>
            <a:noFill/>
          </a:ln>
        </p:spPr>
        <p:txBody>
          <a:bodyPr lIns="121954" tIns="60977" rIns="121954" bIns="60977"/>
          <a:lstStyle/>
          <a:p>
            <a:pPr eaLnBrk="1" fontAlgn="auto" hangingPunct="1">
              <a:spcBef>
                <a:spcPts val="0"/>
              </a:spcBef>
              <a:spcAft>
                <a:spcPts val="0"/>
              </a:spcAft>
              <a:defRPr/>
            </a:pPr>
            <a:endParaRPr lang="zh-CN" altLang="en-US" sz="2100">
              <a:solidFill>
                <a:prstClr val="black"/>
              </a:solidFill>
              <a:latin typeface="+mn-lt"/>
              <a:ea typeface="+mn-ea"/>
              <a:cs typeface="+mn-ea"/>
              <a:sym typeface="+mn-lt"/>
            </a:endParaRPr>
          </a:p>
        </p:txBody>
      </p:sp>
      <p:sp>
        <p:nvSpPr>
          <p:cNvPr id="34828" name="Freeform 14">
            <a:extLst>
              <a:ext uri="{FF2B5EF4-FFF2-40B4-BE49-F238E27FC236}">
                <a16:creationId xmlns:a16="http://schemas.microsoft.com/office/drawing/2014/main" id="{9ED98E69-7397-4B08-96A5-DE45F7F03868}"/>
              </a:ext>
            </a:extLst>
          </p:cNvPr>
          <p:cNvSpPr>
            <a:spLocks/>
          </p:cNvSpPr>
          <p:nvPr/>
        </p:nvSpPr>
        <p:spPr bwMode="auto">
          <a:xfrm rot="-1148308">
            <a:off x="4400550" y="4562475"/>
            <a:ext cx="847725" cy="760413"/>
          </a:xfrm>
          <a:custGeom>
            <a:avLst/>
            <a:gdLst>
              <a:gd name="T0" fmla="*/ 679612 w 116"/>
              <a:gd name="T1" fmla="*/ 203409 h 131"/>
              <a:gd name="T2" fmla="*/ 701535 w 116"/>
              <a:gd name="T3" fmla="*/ 633473 h 131"/>
              <a:gd name="T4" fmla="*/ 168076 w 116"/>
              <a:gd name="T5" fmla="*/ 650908 h 131"/>
              <a:gd name="T6" fmla="*/ 146153 w 116"/>
              <a:gd name="T7" fmla="*/ 220844 h 131"/>
              <a:gd name="T8" fmla="*/ 401921 w 116"/>
              <a:gd name="T9" fmla="*/ 0 h 131"/>
              <a:gd name="T10" fmla="*/ 679612 w 116"/>
              <a:gd name="T11" fmla="*/ 203409 h 13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6" h="131">
                <a:moveTo>
                  <a:pt x="93" y="35"/>
                </a:moveTo>
                <a:cubicBezTo>
                  <a:pt x="115" y="54"/>
                  <a:pt x="116" y="87"/>
                  <a:pt x="96" y="109"/>
                </a:cubicBezTo>
                <a:cubicBezTo>
                  <a:pt x="77" y="130"/>
                  <a:pt x="44" y="131"/>
                  <a:pt x="23" y="112"/>
                </a:cubicBezTo>
                <a:cubicBezTo>
                  <a:pt x="2" y="92"/>
                  <a:pt x="0" y="59"/>
                  <a:pt x="20" y="38"/>
                </a:cubicBezTo>
                <a:cubicBezTo>
                  <a:pt x="30" y="27"/>
                  <a:pt x="55" y="0"/>
                  <a:pt x="55" y="0"/>
                </a:cubicBezTo>
                <a:cubicBezTo>
                  <a:pt x="55" y="0"/>
                  <a:pt x="83" y="25"/>
                  <a:pt x="93" y="35"/>
                </a:cubicBezTo>
                <a:close/>
              </a:path>
            </a:pathLst>
          </a:custGeom>
          <a:solidFill>
            <a:srgbClr val="EBAC07"/>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53" name="Oval 16">
            <a:extLst>
              <a:ext uri="{FF2B5EF4-FFF2-40B4-BE49-F238E27FC236}">
                <a16:creationId xmlns:a16="http://schemas.microsoft.com/office/drawing/2014/main" id="{4B3BAC10-BE37-45D0-A0D2-1481958F42C6}"/>
              </a:ext>
            </a:extLst>
          </p:cNvPr>
          <p:cNvSpPr>
            <a:spLocks noChangeArrowheads="1"/>
          </p:cNvSpPr>
          <p:nvPr/>
        </p:nvSpPr>
        <p:spPr bwMode="auto">
          <a:xfrm>
            <a:off x="3490913" y="2805113"/>
            <a:ext cx="1949450" cy="1949450"/>
          </a:xfrm>
          <a:prstGeom prst="ellipse">
            <a:avLst/>
          </a:pr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34830" name="Freeform 17">
            <a:extLst>
              <a:ext uri="{FF2B5EF4-FFF2-40B4-BE49-F238E27FC236}">
                <a16:creationId xmlns:a16="http://schemas.microsoft.com/office/drawing/2014/main" id="{8D6BA08B-72F7-47E7-ADAA-7A8B15ECD13C}"/>
              </a:ext>
            </a:extLst>
          </p:cNvPr>
          <p:cNvSpPr>
            <a:spLocks/>
          </p:cNvSpPr>
          <p:nvPr/>
        </p:nvSpPr>
        <p:spPr bwMode="auto">
          <a:xfrm>
            <a:off x="3652838" y="4183063"/>
            <a:ext cx="193675" cy="174625"/>
          </a:xfrm>
          <a:custGeom>
            <a:avLst/>
            <a:gdLst>
              <a:gd name="T0" fmla="*/ 0 w 109"/>
              <a:gd name="T1" fmla="*/ 21188 h 99"/>
              <a:gd name="T2" fmla="*/ 192563 w 109"/>
              <a:gd name="T3" fmla="*/ 0 h 99"/>
              <a:gd name="T4" fmla="*/ 113065 w 109"/>
              <a:gd name="T5" fmla="*/ 174804 h 99"/>
              <a:gd name="T6" fmla="*/ 104231 w 109"/>
              <a:gd name="T7" fmla="*/ 61799 h 99"/>
              <a:gd name="T8" fmla="*/ 0 w 109"/>
              <a:gd name="T9" fmla="*/ 21188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99">
                <a:moveTo>
                  <a:pt x="0" y="12"/>
                </a:moveTo>
                <a:lnTo>
                  <a:pt x="109" y="0"/>
                </a:lnTo>
                <a:lnTo>
                  <a:pt x="64" y="99"/>
                </a:lnTo>
                <a:lnTo>
                  <a:pt x="59" y="35"/>
                </a:lnTo>
                <a:lnTo>
                  <a:pt x="0" y="12"/>
                </a:lnTo>
                <a:close/>
              </a:path>
            </a:pathLst>
          </a:custGeom>
          <a:solidFill>
            <a:srgbClr val="F83003"/>
          </a:solidFill>
          <a:ln>
            <a:noFill/>
          </a:ln>
          <a:extLst>
            <a:ext uri="{91240B29-F687-4F45-9708-019B960494DF}">
              <a14:hiddenLine xmlns:a14="http://schemas.microsoft.com/office/drawing/2010/main" w="9525">
                <a:solidFill>
                  <a:srgbClr val="000000"/>
                </a:solidFill>
                <a:miter lim="800000"/>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1" name="Freeform 18">
            <a:extLst>
              <a:ext uri="{FF2B5EF4-FFF2-40B4-BE49-F238E27FC236}">
                <a16:creationId xmlns:a16="http://schemas.microsoft.com/office/drawing/2014/main" id="{C413A2DF-8B32-4B4B-AA07-F39AE21802C2}"/>
              </a:ext>
            </a:extLst>
          </p:cNvPr>
          <p:cNvSpPr>
            <a:spLocks/>
          </p:cNvSpPr>
          <p:nvPr/>
        </p:nvSpPr>
        <p:spPr bwMode="auto">
          <a:xfrm>
            <a:off x="3616325" y="3343275"/>
            <a:ext cx="187325" cy="171450"/>
          </a:xfrm>
          <a:custGeom>
            <a:avLst/>
            <a:gdLst>
              <a:gd name="T0" fmla="*/ 74199 w 106"/>
              <a:gd name="T1" fmla="*/ 0 h 97"/>
              <a:gd name="T2" fmla="*/ 187263 w 106"/>
              <a:gd name="T3" fmla="*/ 150085 h 97"/>
              <a:gd name="T4" fmla="*/ 0 w 106"/>
              <a:gd name="T5" fmla="*/ 171273 h 97"/>
              <a:gd name="T6" fmla="*/ 91865 w 106"/>
              <a:gd name="T7" fmla="*/ 107708 h 97"/>
              <a:gd name="T8" fmla="*/ 74199 w 106"/>
              <a:gd name="T9" fmla="*/ 0 h 9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6" h="97">
                <a:moveTo>
                  <a:pt x="42" y="0"/>
                </a:moveTo>
                <a:lnTo>
                  <a:pt x="106" y="85"/>
                </a:lnTo>
                <a:lnTo>
                  <a:pt x="0" y="97"/>
                </a:lnTo>
                <a:lnTo>
                  <a:pt x="52" y="61"/>
                </a:lnTo>
                <a:lnTo>
                  <a:pt x="42" y="0"/>
                </a:lnTo>
                <a:close/>
              </a:path>
            </a:pathLst>
          </a:custGeom>
          <a:solidFill>
            <a:srgbClr val="A2B932"/>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2" name="Freeform 20">
            <a:extLst>
              <a:ext uri="{FF2B5EF4-FFF2-40B4-BE49-F238E27FC236}">
                <a16:creationId xmlns:a16="http://schemas.microsoft.com/office/drawing/2014/main" id="{D8AC950A-FF7B-442D-A21E-CE6AC8F20C08}"/>
              </a:ext>
            </a:extLst>
          </p:cNvPr>
          <p:cNvSpPr>
            <a:spLocks/>
          </p:cNvSpPr>
          <p:nvPr/>
        </p:nvSpPr>
        <p:spPr bwMode="auto">
          <a:xfrm>
            <a:off x="4979988" y="3089275"/>
            <a:ext cx="180975" cy="187325"/>
          </a:xfrm>
          <a:custGeom>
            <a:avLst/>
            <a:gdLst>
              <a:gd name="T0" fmla="*/ 180196 w 102"/>
              <a:gd name="T1" fmla="*/ 125365 h 106"/>
              <a:gd name="T2" fmla="*/ 0 w 102"/>
              <a:gd name="T3" fmla="*/ 187165 h 106"/>
              <a:gd name="T4" fmla="*/ 38866 w 102"/>
              <a:gd name="T5" fmla="*/ 0 h 106"/>
              <a:gd name="T6" fmla="*/ 70665 w 102"/>
              <a:gd name="T7" fmla="*/ 104177 h 106"/>
              <a:gd name="T8" fmla="*/ 180196 w 102"/>
              <a:gd name="T9" fmla="*/ 125365 h 10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2" h="106">
                <a:moveTo>
                  <a:pt x="102" y="71"/>
                </a:moveTo>
                <a:lnTo>
                  <a:pt x="0" y="106"/>
                </a:lnTo>
                <a:lnTo>
                  <a:pt x="22" y="0"/>
                </a:lnTo>
                <a:lnTo>
                  <a:pt x="40" y="59"/>
                </a:lnTo>
                <a:lnTo>
                  <a:pt x="102" y="71"/>
                </a:lnTo>
                <a:close/>
              </a:path>
            </a:pathLst>
          </a:custGeom>
          <a:solidFill>
            <a:srgbClr val="F83003"/>
          </a:solidFill>
          <a:ln>
            <a:noFill/>
          </a:ln>
          <a:extLst>
            <a:ext uri="{91240B29-F687-4F45-9708-019B960494DF}">
              <a14:hiddenLine xmlns:a14="http://schemas.microsoft.com/office/drawing/2010/main" w="9525">
                <a:solidFill>
                  <a:srgbClr val="000000"/>
                </a:solidFill>
                <a:miter lim="800000"/>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3" name="Freeform 21">
            <a:extLst>
              <a:ext uri="{FF2B5EF4-FFF2-40B4-BE49-F238E27FC236}">
                <a16:creationId xmlns:a16="http://schemas.microsoft.com/office/drawing/2014/main" id="{BCE51277-000C-460C-870E-CBD6EB5246F5}"/>
              </a:ext>
            </a:extLst>
          </p:cNvPr>
          <p:cNvSpPr>
            <a:spLocks/>
          </p:cNvSpPr>
          <p:nvPr/>
        </p:nvSpPr>
        <p:spPr bwMode="auto">
          <a:xfrm rot="-1924636">
            <a:off x="5241925" y="3773488"/>
            <a:ext cx="182563" cy="179387"/>
          </a:xfrm>
          <a:custGeom>
            <a:avLst/>
            <a:gdLst>
              <a:gd name="T0" fmla="*/ 49466 w 103"/>
              <a:gd name="T1" fmla="*/ 178336 h 101"/>
              <a:gd name="T2" fmla="*/ 0 w 103"/>
              <a:gd name="T3" fmla="*/ 0 h 101"/>
              <a:gd name="T4" fmla="*/ 181963 w 103"/>
              <a:gd name="T5" fmla="*/ 45908 h 101"/>
              <a:gd name="T6" fmla="*/ 74199 w 103"/>
              <a:gd name="T7" fmla="*/ 74160 h 101"/>
              <a:gd name="T8" fmla="*/ 49466 w 103"/>
              <a:gd name="T9" fmla="*/ 178336 h 10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 h="101">
                <a:moveTo>
                  <a:pt x="28" y="101"/>
                </a:moveTo>
                <a:lnTo>
                  <a:pt x="0" y="0"/>
                </a:lnTo>
                <a:lnTo>
                  <a:pt x="103" y="26"/>
                </a:lnTo>
                <a:lnTo>
                  <a:pt x="42" y="42"/>
                </a:lnTo>
                <a:lnTo>
                  <a:pt x="28" y="101"/>
                </a:lnTo>
                <a:close/>
              </a:path>
            </a:pathLst>
          </a:custGeom>
          <a:solidFill>
            <a:srgbClr val="A2B932"/>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4" name="Freeform 22">
            <a:extLst>
              <a:ext uri="{FF2B5EF4-FFF2-40B4-BE49-F238E27FC236}">
                <a16:creationId xmlns:a16="http://schemas.microsoft.com/office/drawing/2014/main" id="{07B76D79-A965-48CA-B87D-5F7DFE25F1D8}"/>
              </a:ext>
            </a:extLst>
          </p:cNvPr>
          <p:cNvSpPr>
            <a:spLocks/>
          </p:cNvSpPr>
          <p:nvPr/>
        </p:nvSpPr>
        <p:spPr bwMode="auto">
          <a:xfrm rot="-997591">
            <a:off x="4603750" y="4491038"/>
            <a:ext cx="187325" cy="165100"/>
          </a:xfrm>
          <a:custGeom>
            <a:avLst/>
            <a:gdLst>
              <a:gd name="T0" fmla="*/ 0 w 106"/>
              <a:gd name="T1" fmla="*/ 165976 h 94"/>
              <a:gd name="T2" fmla="*/ 88332 w 106"/>
              <a:gd name="T3" fmla="*/ 0 h 94"/>
              <a:gd name="T4" fmla="*/ 187263 w 106"/>
              <a:gd name="T5" fmla="*/ 162445 h 94"/>
              <a:gd name="T6" fmla="*/ 91865 w 106"/>
              <a:gd name="T7" fmla="*/ 107708 h 94"/>
              <a:gd name="T8" fmla="*/ 0 w 106"/>
              <a:gd name="T9" fmla="*/ 165976 h 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6" h="94">
                <a:moveTo>
                  <a:pt x="0" y="94"/>
                </a:moveTo>
                <a:lnTo>
                  <a:pt x="50" y="0"/>
                </a:lnTo>
                <a:lnTo>
                  <a:pt x="106" y="92"/>
                </a:lnTo>
                <a:lnTo>
                  <a:pt x="52" y="61"/>
                </a:lnTo>
                <a:lnTo>
                  <a:pt x="0" y="94"/>
                </a:lnTo>
                <a:close/>
              </a:path>
            </a:pathLst>
          </a:custGeom>
          <a:solidFill>
            <a:srgbClr val="EBAC07"/>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5" name="Oval 49">
            <a:extLst>
              <a:ext uri="{FF2B5EF4-FFF2-40B4-BE49-F238E27FC236}">
                <a16:creationId xmlns:a16="http://schemas.microsoft.com/office/drawing/2014/main" id="{1A04D779-8D1E-43CA-805B-331649525B31}"/>
              </a:ext>
            </a:extLst>
          </p:cNvPr>
          <p:cNvSpPr>
            <a:spLocks noChangeArrowheads="1"/>
          </p:cNvSpPr>
          <p:nvPr/>
        </p:nvSpPr>
        <p:spPr bwMode="auto">
          <a:xfrm>
            <a:off x="3846513" y="3160713"/>
            <a:ext cx="1243012" cy="1243012"/>
          </a:xfrm>
          <a:prstGeom prst="ellipse">
            <a:avLst/>
          </a:prstGeom>
          <a:noFill/>
          <a:ln w="10">
            <a:solidFill>
              <a:srgbClr val="4C6062"/>
            </a:solidFill>
            <a:miter lim="800000"/>
            <a:headEnd/>
            <a:tailEnd/>
          </a:ln>
          <a:extLst>
            <a:ext uri="{909E8E84-426E-40DD-AFC4-6F175D3DCCD1}">
              <a14:hiddenFill xmlns:a14="http://schemas.microsoft.com/office/drawing/2010/main">
                <a:solidFill>
                  <a:srgbClr val="FFFFFF"/>
                </a:solidFill>
              </a14:hiddenFill>
            </a:ext>
          </a:extLst>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1800">
              <a:solidFill>
                <a:srgbClr val="000000"/>
              </a:solidFill>
              <a:latin typeface="+mn-lt"/>
              <a:ea typeface="+mn-ea"/>
              <a:cs typeface="+mn-ea"/>
              <a:sym typeface="+mn-lt"/>
            </a:endParaRPr>
          </a:p>
        </p:txBody>
      </p:sp>
      <p:sp>
        <p:nvSpPr>
          <p:cNvPr id="34836" name="Freeform 50">
            <a:extLst>
              <a:ext uri="{FF2B5EF4-FFF2-40B4-BE49-F238E27FC236}">
                <a16:creationId xmlns:a16="http://schemas.microsoft.com/office/drawing/2014/main" id="{A143667F-B58B-411F-AA3A-DBDE43D54CB7}"/>
              </a:ext>
            </a:extLst>
          </p:cNvPr>
          <p:cNvSpPr>
            <a:spLocks/>
          </p:cNvSpPr>
          <p:nvPr/>
        </p:nvSpPr>
        <p:spPr bwMode="auto">
          <a:xfrm>
            <a:off x="6762750" y="1462088"/>
            <a:ext cx="684213" cy="871537"/>
          </a:xfrm>
          <a:custGeom>
            <a:avLst/>
            <a:gdLst>
              <a:gd name="T0" fmla="*/ 683685 w 387"/>
              <a:gd name="T1" fmla="*/ 872259 h 494"/>
              <a:gd name="T2" fmla="*/ 0 w 387"/>
              <a:gd name="T3" fmla="*/ 872259 h 494"/>
              <a:gd name="T4" fmla="*/ 0 w 387"/>
              <a:gd name="T5" fmla="*/ 856368 h 494"/>
              <a:gd name="T6" fmla="*/ 667785 w 387"/>
              <a:gd name="T7" fmla="*/ 856368 h 494"/>
              <a:gd name="T8" fmla="*/ 667785 w 387"/>
              <a:gd name="T9" fmla="*/ 0 h 494"/>
              <a:gd name="T10" fmla="*/ 683685 w 387"/>
              <a:gd name="T11" fmla="*/ 0 h 494"/>
              <a:gd name="T12" fmla="*/ 683685 w 387"/>
              <a:gd name="T13" fmla="*/ 872259 h 49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87" h="494">
                <a:moveTo>
                  <a:pt x="387" y="494"/>
                </a:moveTo>
                <a:lnTo>
                  <a:pt x="0" y="494"/>
                </a:lnTo>
                <a:lnTo>
                  <a:pt x="0" y="485"/>
                </a:lnTo>
                <a:lnTo>
                  <a:pt x="378" y="485"/>
                </a:lnTo>
                <a:lnTo>
                  <a:pt x="378" y="0"/>
                </a:lnTo>
                <a:lnTo>
                  <a:pt x="387" y="0"/>
                </a:lnTo>
                <a:lnTo>
                  <a:pt x="387" y="494"/>
                </a:lnTo>
                <a:close/>
              </a:path>
            </a:pathLst>
          </a:custGeom>
          <a:solidFill>
            <a:srgbClr val="FF0000"/>
          </a:solidFill>
          <a:ln w="19050">
            <a:solidFill>
              <a:srgbClr val="FF0000"/>
            </a:solidFill>
            <a:round/>
            <a:headEnd/>
            <a:tailEnd/>
          </a:ln>
        </p:spPr>
        <p:txBody>
          <a:bodyPr lIns="121954" tIns="60977" rIns="121954" bIns="60977"/>
          <a:lstStyle/>
          <a:p>
            <a:pPr>
              <a:defRPr/>
            </a:pPr>
            <a:endParaRPr lang="zh-CN" altLang="en-US">
              <a:latin typeface="+mn-lt"/>
              <a:ea typeface="+mn-ea"/>
              <a:cs typeface="+mn-ea"/>
              <a:sym typeface="+mn-lt"/>
            </a:endParaRPr>
          </a:p>
        </p:txBody>
      </p:sp>
      <p:sp>
        <p:nvSpPr>
          <p:cNvPr id="61" name="Freeform 51">
            <a:extLst>
              <a:ext uri="{FF2B5EF4-FFF2-40B4-BE49-F238E27FC236}">
                <a16:creationId xmlns:a16="http://schemas.microsoft.com/office/drawing/2014/main" id="{4206733B-2E4A-4270-A3F5-D0D26DDAB154}"/>
              </a:ext>
            </a:extLst>
          </p:cNvPr>
          <p:cNvSpPr>
            <a:spLocks/>
          </p:cNvSpPr>
          <p:nvPr/>
        </p:nvSpPr>
        <p:spPr bwMode="auto">
          <a:xfrm flipV="1">
            <a:off x="5856288" y="4011613"/>
            <a:ext cx="1247775" cy="742950"/>
          </a:xfrm>
          <a:custGeom>
            <a:avLst/>
            <a:gdLst>
              <a:gd name="T0" fmla="*/ 681 w 681"/>
              <a:gd name="T1" fmla="*/ 452 h 452"/>
              <a:gd name="T2" fmla="*/ 0 w 681"/>
              <a:gd name="T3" fmla="*/ 452 h 452"/>
              <a:gd name="T4" fmla="*/ 0 w 681"/>
              <a:gd name="T5" fmla="*/ 442 h 452"/>
              <a:gd name="T6" fmla="*/ 671 w 681"/>
              <a:gd name="T7" fmla="*/ 442 h 452"/>
              <a:gd name="T8" fmla="*/ 671 w 681"/>
              <a:gd name="T9" fmla="*/ 0 h 452"/>
              <a:gd name="T10" fmla="*/ 681 w 681"/>
              <a:gd name="T11" fmla="*/ 0 h 452"/>
              <a:gd name="T12" fmla="*/ 681 w 681"/>
              <a:gd name="T13" fmla="*/ 452 h 452"/>
            </a:gdLst>
            <a:ahLst/>
            <a:cxnLst>
              <a:cxn ang="0">
                <a:pos x="T0" y="T1"/>
              </a:cxn>
              <a:cxn ang="0">
                <a:pos x="T2" y="T3"/>
              </a:cxn>
              <a:cxn ang="0">
                <a:pos x="T4" y="T5"/>
              </a:cxn>
              <a:cxn ang="0">
                <a:pos x="T6" y="T7"/>
              </a:cxn>
              <a:cxn ang="0">
                <a:pos x="T8" y="T9"/>
              </a:cxn>
              <a:cxn ang="0">
                <a:pos x="T10" y="T11"/>
              </a:cxn>
              <a:cxn ang="0">
                <a:pos x="T12" y="T13"/>
              </a:cxn>
            </a:cxnLst>
            <a:rect l="0" t="0" r="r" b="b"/>
            <a:pathLst>
              <a:path w="681" h="452">
                <a:moveTo>
                  <a:pt x="681" y="452"/>
                </a:moveTo>
                <a:lnTo>
                  <a:pt x="0" y="452"/>
                </a:lnTo>
                <a:lnTo>
                  <a:pt x="0" y="442"/>
                </a:lnTo>
                <a:lnTo>
                  <a:pt x="671" y="442"/>
                </a:lnTo>
                <a:lnTo>
                  <a:pt x="671" y="0"/>
                </a:lnTo>
                <a:lnTo>
                  <a:pt x="681" y="0"/>
                </a:lnTo>
                <a:lnTo>
                  <a:pt x="681" y="452"/>
                </a:lnTo>
                <a:close/>
              </a:path>
            </a:pathLst>
          </a:custGeom>
          <a:solidFill>
            <a:schemeClr val="accent2">
              <a:lumMod val="60000"/>
              <a:lumOff val="40000"/>
            </a:schemeClr>
          </a:solidFill>
          <a:ln w="19050">
            <a:solidFill>
              <a:srgbClr val="8585E0"/>
            </a:solidFill>
          </a:ln>
        </p:spPr>
        <p:txBody>
          <a:bodyPr lIns="121954" tIns="60977" rIns="121954" bIns="60977"/>
          <a:lstStyle/>
          <a:p>
            <a:pPr eaLnBrk="1" fontAlgn="auto" hangingPunct="1">
              <a:spcBef>
                <a:spcPts val="0"/>
              </a:spcBef>
              <a:spcAft>
                <a:spcPts val="0"/>
              </a:spcAft>
              <a:defRPr/>
            </a:pPr>
            <a:endParaRPr lang="zh-CN" altLang="en-US" sz="2100">
              <a:solidFill>
                <a:prstClr val="black"/>
              </a:solidFill>
              <a:latin typeface="+mn-lt"/>
              <a:ea typeface="+mn-ea"/>
              <a:cs typeface="+mn-ea"/>
              <a:sym typeface="+mn-lt"/>
            </a:endParaRPr>
          </a:p>
        </p:txBody>
      </p:sp>
      <p:sp>
        <p:nvSpPr>
          <p:cNvPr id="34838" name="Freeform 55">
            <a:extLst>
              <a:ext uri="{FF2B5EF4-FFF2-40B4-BE49-F238E27FC236}">
                <a16:creationId xmlns:a16="http://schemas.microsoft.com/office/drawing/2014/main" id="{758743E2-6736-44B4-9FF6-70D04FDC3232}"/>
              </a:ext>
            </a:extLst>
          </p:cNvPr>
          <p:cNvSpPr>
            <a:spLocks/>
          </p:cNvSpPr>
          <p:nvPr/>
        </p:nvSpPr>
        <p:spPr bwMode="auto">
          <a:xfrm>
            <a:off x="4219575" y="5383213"/>
            <a:ext cx="608013" cy="584200"/>
          </a:xfrm>
          <a:custGeom>
            <a:avLst/>
            <a:gdLst>
              <a:gd name="T0" fmla="*/ 609487 w 345"/>
              <a:gd name="T1" fmla="*/ 584448 h 331"/>
              <a:gd name="T2" fmla="*/ 0 w 345"/>
              <a:gd name="T3" fmla="*/ 584448 h 331"/>
              <a:gd name="T4" fmla="*/ 0 w 345"/>
              <a:gd name="T5" fmla="*/ 568557 h 331"/>
              <a:gd name="T6" fmla="*/ 593587 w 345"/>
              <a:gd name="T7" fmla="*/ 568557 h 331"/>
              <a:gd name="T8" fmla="*/ 593587 w 345"/>
              <a:gd name="T9" fmla="*/ 0 h 331"/>
              <a:gd name="T10" fmla="*/ 609487 w 345"/>
              <a:gd name="T11" fmla="*/ 0 h 331"/>
              <a:gd name="T12" fmla="*/ 609487 w 345"/>
              <a:gd name="T13" fmla="*/ 584448 h 3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45" h="331">
                <a:moveTo>
                  <a:pt x="345" y="331"/>
                </a:moveTo>
                <a:lnTo>
                  <a:pt x="0" y="331"/>
                </a:lnTo>
                <a:lnTo>
                  <a:pt x="0" y="322"/>
                </a:lnTo>
                <a:lnTo>
                  <a:pt x="336" y="322"/>
                </a:lnTo>
                <a:lnTo>
                  <a:pt x="336" y="0"/>
                </a:lnTo>
                <a:lnTo>
                  <a:pt x="345" y="0"/>
                </a:lnTo>
                <a:lnTo>
                  <a:pt x="345" y="331"/>
                </a:lnTo>
                <a:close/>
              </a:path>
            </a:pathLst>
          </a:custGeom>
          <a:solidFill>
            <a:srgbClr val="FFC000"/>
          </a:solidFill>
          <a:ln w="19050">
            <a:solidFill>
              <a:srgbClr val="FFC000"/>
            </a:solidFill>
            <a:round/>
            <a:headEnd/>
            <a:tailEnd/>
          </a:ln>
        </p:spPr>
        <p:txBody>
          <a:bodyPr lIns="121954" tIns="60977" rIns="121954" bIns="60977"/>
          <a:lstStyle/>
          <a:p>
            <a:pPr>
              <a:defRPr/>
            </a:pPr>
            <a:endParaRPr lang="zh-CN" altLang="en-US">
              <a:latin typeface="+mn-lt"/>
              <a:ea typeface="+mn-ea"/>
              <a:cs typeface="+mn-ea"/>
              <a:sym typeface="+mn-lt"/>
            </a:endParaRPr>
          </a:p>
        </p:txBody>
      </p:sp>
      <p:sp>
        <p:nvSpPr>
          <p:cNvPr id="34839" name="Oval 57">
            <a:extLst>
              <a:ext uri="{FF2B5EF4-FFF2-40B4-BE49-F238E27FC236}">
                <a16:creationId xmlns:a16="http://schemas.microsoft.com/office/drawing/2014/main" id="{49A58C8C-7837-4BF2-8C3C-5534C3BC1B32}"/>
              </a:ext>
            </a:extLst>
          </p:cNvPr>
          <p:cNvSpPr>
            <a:spLocks noChangeAspect="1" noChangeArrowheads="1"/>
          </p:cNvSpPr>
          <p:nvPr/>
        </p:nvSpPr>
        <p:spPr bwMode="auto">
          <a:xfrm>
            <a:off x="7373938" y="1433513"/>
            <a:ext cx="134937" cy="133350"/>
          </a:xfrm>
          <a:prstGeom prst="ellipse">
            <a:avLst/>
          </a:prstGeom>
          <a:solidFill>
            <a:srgbClr val="F83003"/>
          </a:solidFill>
          <a:ln>
            <a:noFill/>
          </a:ln>
          <a:extLst>
            <a:ext uri="{91240B29-F687-4F45-9708-019B960494DF}">
              <a14:hiddenLine xmlns:a14="http://schemas.microsoft.com/office/drawing/2010/main" w="9525">
                <a:solidFill>
                  <a:srgbClr val="000000"/>
                </a:solidFill>
                <a:miter lim="800000"/>
                <a:headEnd/>
                <a:tailEnd/>
              </a14:hiddenLine>
            </a:ext>
          </a:extLst>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
        <p:nvSpPr>
          <p:cNvPr id="64" name="Oval 58">
            <a:extLst>
              <a:ext uri="{FF2B5EF4-FFF2-40B4-BE49-F238E27FC236}">
                <a16:creationId xmlns:a16="http://schemas.microsoft.com/office/drawing/2014/main" id="{981AC435-1312-4EEB-9FCC-96FC6309A99E}"/>
              </a:ext>
            </a:extLst>
          </p:cNvPr>
          <p:cNvSpPr>
            <a:spLocks noChangeAspect="1" noChangeArrowheads="1"/>
          </p:cNvSpPr>
          <p:nvPr/>
        </p:nvSpPr>
        <p:spPr bwMode="auto">
          <a:xfrm>
            <a:off x="7032625" y="4740275"/>
            <a:ext cx="134938" cy="133350"/>
          </a:xfrm>
          <a:prstGeom prst="ellipse">
            <a:avLst/>
          </a:prstGeom>
          <a:solidFill>
            <a:schemeClr val="accent2">
              <a:lumMod val="60000"/>
              <a:lumOff val="40000"/>
            </a:schemeClr>
          </a:solidFill>
          <a:ln>
            <a:noFill/>
          </a:ln>
        </p:spPr>
        <p:txBody>
          <a:bodyPr lIns="121954" tIns="60977" rIns="121954" bIns="60977"/>
          <a:lstStyle/>
          <a:p>
            <a:pPr eaLnBrk="1" fontAlgn="auto" hangingPunct="1">
              <a:spcBef>
                <a:spcPts val="0"/>
              </a:spcBef>
              <a:spcAft>
                <a:spcPts val="0"/>
              </a:spcAft>
              <a:defRPr/>
            </a:pPr>
            <a:endParaRPr lang="zh-CN" altLang="en-US" sz="2100">
              <a:solidFill>
                <a:prstClr val="black"/>
              </a:solidFill>
              <a:latin typeface="+mn-lt"/>
              <a:ea typeface="+mn-ea"/>
              <a:cs typeface="+mn-ea"/>
              <a:sym typeface="+mn-lt"/>
            </a:endParaRPr>
          </a:p>
        </p:txBody>
      </p:sp>
      <p:sp>
        <p:nvSpPr>
          <p:cNvPr id="34841" name="Oval 59">
            <a:extLst>
              <a:ext uri="{FF2B5EF4-FFF2-40B4-BE49-F238E27FC236}">
                <a16:creationId xmlns:a16="http://schemas.microsoft.com/office/drawing/2014/main" id="{E0C8F5DB-65D5-4D95-B449-08D4324A9766}"/>
              </a:ext>
            </a:extLst>
          </p:cNvPr>
          <p:cNvSpPr>
            <a:spLocks noChangeAspect="1" noChangeArrowheads="1"/>
          </p:cNvSpPr>
          <p:nvPr/>
        </p:nvSpPr>
        <p:spPr bwMode="auto">
          <a:xfrm>
            <a:off x="1884363" y="4616450"/>
            <a:ext cx="141287" cy="130175"/>
          </a:xfrm>
          <a:prstGeom prst="ellipse">
            <a:avLst/>
          </a:prstGeom>
          <a:solidFill>
            <a:srgbClr val="CC00CC"/>
          </a:solidFill>
          <a:ln w="9525">
            <a:solidFill>
              <a:srgbClr val="CC00CC"/>
            </a:solidFill>
            <a:round/>
            <a:headEnd/>
            <a:tailEnd/>
          </a:ln>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
        <p:nvSpPr>
          <p:cNvPr id="34842" name="Oval 60">
            <a:extLst>
              <a:ext uri="{FF2B5EF4-FFF2-40B4-BE49-F238E27FC236}">
                <a16:creationId xmlns:a16="http://schemas.microsoft.com/office/drawing/2014/main" id="{26EDD153-D12C-41DB-B607-54F67C3A7A22}"/>
              </a:ext>
            </a:extLst>
          </p:cNvPr>
          <p:cNvSpPr>
            <a:spLocks noChangeAspect="1" noChangeArrowheads="1"/>
          </p:cNvSpPr>
          <p:nvPr/>
        </p:nvSpPr>
        <p:spPr bwMode="auto">
          <a:xfrm>
            <a:off x="4168775" y="5884863"/>
            <a:ext cx="141288" cy="141287"/>
          </a:xfrm>
          <a:prstGeom prst="ellipse">
            <a:avLst/>
          </a:prstGeom>
          <a:solidFill>
            <a:srgbClr val="EBAC07"/>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
        <p:nvSpPr>
          <p:cNvPr id="67" name="TextBox 195">
            <a:extLst>
              <a:ext uri="{FF2B5EF4-FFF2-40B4-BE49-F238E27FC236}">
                <a16:creationId xmlns:a16="http://schemas.microsoft.com/office/drawing/2014/main" id="{D2D01AE4-7648-4047-B3C9-0E2DE2F7030E}"/>
              </a:ext>
            </a:extLst>
          </p:cNvPr>
          <p:cNvSpPr txBox="1"/>
          <p:nvPr/>
        </p:nvSpPr>
        <p:spPr bwMode="auto">
          <a:xfrm>
            <a:off x="3884613" y="3440113"/>
            <a:ext cx="1204912" cy="738187"/>
          </a:xfrm>
          <a:prstGeom prst="rect">
            <a:avLst/>
          </a:prstGeom>
          <a:noFill/>
        </p:spPr>
        <p:txBody>
          <a:bodyPr lIns="121954" tIns="60977" rIns="121954" bIns="60977">
            <a:spAutoFit/>
          </a:bodyPr>
          <a:lstStyle>
            <a:defPPr>
              <a:defRPr lang="zh-CN"/>
            </a:defPPr>
            <a:lvl1pPr algn="ctr" fontAlgn="auto">
              <a:spcBef>
                <a:spcPts val="0"/>
              </a:spcBef>
              <a:spcAft>
                <a:spcPts val="0"/>
              </a:spcAft>
              <a:defRPr sz="1600" spc="300">
                <a:solidFill>
                  <a:srgbClr val="284848"/>
                </a:solidFill>
                <a:latin typeface="微软雅黑" pitchFamily="34" charset="-122"/>
                <a:ea typeface="微软雅黑" pitchFamily="34" charset="-122"/>
                <a:cs typeface="Arial" pitchFamily="34" charset="0"/>
              </a:defRPr>
            </a:lvl1pPr>
          </a:lstStyle>
          <a:p>
            <a:pPr eaLnBrk="1" hangingPunct="1">
              <a:defRPr/>
            </a:pPr>
            <a:r>
              <a:rPr lang="zh-CN" altLang="en-US" sz="2000" b="1" kern="0" dirty="0">
                <a:solidFill>
                  <a:prstClr val="black">
                    <a:lumMod val="95000"/>
                    <a:lumOff val="5000"/>
                  </a:prstClr>
                </a:solidFill>
                <a:latin typeface="+mn-lt"/>
                <a:ea typeface="+mn-ea"/>
                <a:cs typeface="+mn-ea"/>
                <a:sym typeface="+mn-lt"/>
              </a:rPr>
              <a:t>基本操作</a:t>
            </a:r>
          </a:p>
        </p:txBody>
      </p:sp>
      <p:sp>
        <p:nvSpPr>
          <p:cNvPr id="68" name="TextBox 196">
            <a:extLst>
              <a:ext uri="{FF2B5EF4-FFF2-40B4-BE49-F238E27FC236}">
                <a16:creationId xmlns:a16="http://schemas.microsoft.com/office/drawing/2014/main" id="{D357A99C-638A-4D57-821E-344F59509A72}"/>
              </a:ext>
            </a:extLst>
          </p:cNvPr>
          <p:cNvSpPr txBox="1"/>
          <p:nvPr/>
        </p:nvSpPr>
        <p:spPr bwMode="auto">
          <a:xfrm>
            <a:off x="7473950" y="1246188"/>
            <a:ext cx="1439863" cy="554037"/>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zh-CN" altLang="en-US" sz="2800" b="1" kern="0" dirty="0">
                <a:solidFill>
                  <a:srgbClr val="FF0000"/>
                </a:solidFill>
                <a:latin typeface="+mn-lt"/>
                <a:ea typeface="+mn-ea"/>
                <a:cs typeface="+mn-ea"/>
                <a:sym typeface="+mn-lt"/>
              </a:rPr>
              <a:t>初始化</a:t>
            </a:r>
          </a:p>
        </p:txBody>
      </p:sp>
      <p:sp>
        <p:nvSpPr>
          <p:cNvPr id="69" name="TextBox 200">
            <a:extLst>
              <a:ext uri="{FF2B5EF4-FFF2-40B4-BE49-F238E27FC236}">
                <a16:creationId xmlns:a16="http://schemas.microsoft.com/office/drawing/2014/main" id="{43BE5233-D211-4E27-A069-220DD5C238EC}"/>
              </a:ext>
            </a:extLst>
          </p:cNvPr>
          <p:cNvSpPr txBox="1"/>
          <p:nvPr/>
        </p:nvSpPr>
        <p:spPr bwMode="auto">
          <a:xfrm>
            <a:off x="3057525" y="5745163"/>
            <a:ext cx="938213" cy="492125"/>
          </a:xfrm>
          <a:prstGeom prst="rect">
            <a:avLst/>
          </a:prstGeom>
          <a:noFill/>
        </p:spPr>
        <p:txBody>
          <a:bodyPr wrap="none" lIns="121954" tIns="60977" rIns="121954" bIns="60977">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eaLnBrk="1" hangingPunct="1"/>
            <a:r>
              <a:rPr lang="zh-CN" altLang="en-US" sz="2400">
                <a:ea typeface="微软雅黑" panose="020B0503020204020204" pitchFamily="34" charset="-122"/>
                <a:sym typeface="+mn-lt"/>
              </a:rPr>
              <a:t>查找</a:t>
            </a:r>
          </a:p>
        </p:txBody>
      </p:sp>
      <p:sp>
        <p:nvSpPr>
          <p:cNvPr id="70" name="TextBox 202">
            <a:extLst>
              <a:ext uri="{FF2B5EF4-FFF2-40B4-BE49-F238E27FC236}">
                <a16:creationId xmlns:a16="http://schemas.microsoft.com/office/drawing/2014/main" id="{90ED19CC-8F10-4242-BFEF-9B95528CAA73}"/>
              </a:ext>
            </a:extLst>
          </p:cNvPr>
          <p:cNvSpPr txBox="1"/>
          <p:nvPr/>
        </p:nvSpPr>
        <p:spPr bwMode="auto">
          <a:xfrm>
            <a:off x="752475" y="4449763"/>
            <a:ext cx="939800" cy="492125"/>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zh-CN" altLang="en-US" sz="2400" kern="0" dirty="0">
                <a:solidFill>
                  <a:schemeClr val="tx1"/>
                </a:solidFill>
                <a:latin typeface="+mn-lt"/>
                <a:ea typeface="+mn-ea"/>
                <a:cs typeface="+mn-ea"/>
                <a:sym typeface="+mn-lt"/>
              </a:rPr>
              <a:t>插入</a:t>
            </a:r>
          </a:p>
        </p:txBody>
      </p:sp>
      <p:sp>
        <p:nvSpPr>
          <p:cNvPr id="71" name="TextBox 204">
            <a:extLst>
              <a:ext uri="{FF2B5EF4-FFF2-40B4-BE49-F238E27FC236}">
                <a16:creationId xmlns:a16="http://schemas.microsoft.com/office/drawing/2014/main" id="{BD0C40BB-9ADD-49C5-A68B-58C5DBD263DB}"/>
              </a:ext>
            </a:extLst>
          </p:cNvPr>
          <p:cNvSpPr txBox="1"/>
          <p:nvPr/>
        </p:nvSpPr>
        <p:spPr bwMode="auto">
          <a:xfrm>
            <a:off x="7435850" y="4592638"/>
            <a:ext cx="938213" cy="492125"/>
          </a:xfrm>
          <a:prstGeom prst="rect">
            <a:avLst/>
          </a:prstGeom>
          <a:noFill/>
        </p:spPr>
        <p:txBody>
          <a:bodyPr wrap="none" lIns="121954" tIns="60977" rIns="121954" bIns="60977">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eaLnBrk="1" hangingPunct="1"/>
            <a:r>
              <a:rPr lang="zh-CN" altLang="en-US" sz="2400">
                <a:solidFill>
                  <a:srgbClr val="0D0D0D"/>
                </a:solidFill>
                <a:ea typeface="微软雅黑" panose="020B0503020204020204" pitchFamily="34" charset="-122"/>
                <a:sym typeface="+mn-lt"/>
              </a:rPr>
              <a:t>取值</a:t>
            </a:r>
          </a:p>
        </p:txBody>
      </p:sp>
      <p:sp>
        <p:nvSpPr>
          <p:cNvPr id="72" name="TextBox 206">
            <a:extLst>
              <a:ext uri="{FF2B5EF4-FFF2-40B4-BE49-F238E27FC236}">
                <a16:creationId xmlns:a16="http://schemas.microsoft.com/office/drawing/2014/main" id="{622A1B03-A56D-4907-AD83-5819AFFCE265}"/>
              </a:ext>
            </a:extLst>
          </p:cNvPr>
          <p:cNvSpPr txBox="1"/>
          <p:nvPr/>
        </p:nvSpPr>
        <p:spPr bwMode="auto">
          <a:xfrm>
            <a:off x="250825" y="2406650"/>
            <a:ext cx="938213" cy="493713"/>
          </a:xfrm>
          <a:prstGeom prst="rect">
            <a:avLst/>
          </a:prstGeom>
          <a:noFill/>
        </p:spPr>
        <p:txBody>
          <a:bodyPr wrap="none" lIns="121954" tIns="60977" rIns="121954" bIns="60977">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eaLnBrk="1" hangingPunct="1"/>
            <a:r>
              <a:rPr lang="zh-CN" altLang="en-US" sz="2400">
                <a:ea typeface="微软雅黑" panose="020B0503020204020204" pitchFamily="34" charset="-122"/>
                <a:sym typeface="+mn-lt"/>
              </a:rPr>
              <a:t>删除</a:t>
            </a:r>
          </a:p>
        </p:txBody>
      </p:sp>
      <p:sp>
        <p:nvSpPr>
          <p:cNvPr id="73" name="TextBox 210">
            <a:extLst>
              <a:ext uri="{FF2B5EF4-FFF2-40B4-BE49-F238E27FC236}">
                <a16:creationId xmlns:a16="http://schemas.microsoft.com/office/drawing/2014/main" id="{227DED81-420C-49AC-8AD6-4957A6B99779}"/>
              </a:ext>
            </a:extLst>
          </p:cNvPr>
          <p:cNvSpPr txBox="1"/>
          <p:nvPr/>
        </p:nvSpPr>
        <p:spPr bwMode="auto">
          <a:xfrm>
            <a:off x="5534025" y="2182813"/>
            <a:ext cx="488950" cy="615950"/>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1</a:t>
            </a:r>
            <a:endParaRPr lang="zh-CN" altLang="en-US" sz="3200" kern="0" dirty="0">
              <a:solidFill>
                <a:prstClr val="white"/>
              </a:solidFill>
              <a:latin typeface="+mn-lt"/>
              <a:ea typeface="+mn-ea"/>
              <a:cs typeface="+mn-ea"/>
              <a:sym typeface="+mn-lt"/>
            </a:endParaRPr>
          </a:p>
        </p:txBody>
      </p:sp>
      <p:sp>
        <p:nvSpPr>
          <p:cNvPr id="74" name="TextBox 211">
            <a:extLst>
              <a:ext uri="{FF2B5EF4-FFF2-40B4-BE49-F238E27FC236}">
                <a16:creationId xmlns:a16="http://schemas.microsoft.com/office/drawing/2014/main" id="{1FED9B63-E273-4085-B374-98A48BB72BEC}"/>
              </a:ext>
            </a:extLst>
          </p:cNvPr>
          <p:cNvSpPr txBox="1"/>
          <p:nvPr/>
        </p:nvSpPr>
        <p:spPr bwMode="auto">
          <a:xfrm>
            <a:off x="2657475" y="2906713"/>
            <a:ext cx="488950" cy="615950"/>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5</a:t>
            </a:r>
            <a:endParaRPr lang="zh-CN" altLang="en-US" sz="3200" kern="0" dirty="0">
              <a:solidFill>
                <a:prstClr val="white"/>
              </a:solidFill>
              <a:latin typeface="+mn-lt"/>
              <a:ea typeface="+mn-ea"/>
              <a:cs typeface="+mn-ea"/>
              <a:sym typeface="+mn-lt"/>
            </a:endParaRPr>
          </a:p>
        </p:txBody>
      </p:sp>
      <p:sp>
        <p:nvSpPr>
          <p:cNvPr id="75" name="TextBox 212">
            <a:extLst>
              <a:ext uri="{FF2B5EF4-FFF2-40B4-BE49-F238E27FC236}">
                <a16:creationId xmlns:a16="http://schemas.microsoft.com/office/drawing/2014/main" id="{47DD18B1-B6FD-4316-9AD1-03DB161DC37E}"/>
              </a:ext>
            </a:extLst>
          </p:cNvPr>
          <p:cNvSpPr txBox="1"/>
          <p:nvPr/>
        </p:nvSpPr>
        <p:spPr bwMode="auto">
          <a:xfrm>
            <a:off x="3057525" y="4240213"/>
            <a:ext cx="488950" cy="615950"/>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4</a:t>
            </a:r>
            <a:endParaRPr lang="zh-CN" altLang="en-US" sz="3200" kern="0" dirty="0">
              <a:solidFill>
                <a:prstClr val="white"/>
              </a:solidFill>
              <a:latin typeface="+mn-lt"/>
              <a:ea typeface="+mn-ea"/>
              <a:cs typeface="+mn-ea"/>
              <a:sym typeface="+mn-lt"/>
            </a:endParaRPr>
          </a:p>
        </p:txBody>
      </p:sp>
      <p:sp>
        <p:nvSpPr>
          <p:cNvPr id="76" name="TextBox 213">
            <a:extLst>
              <a:ext uri="{FF2B5EF4-FFF2-40B4-BE49-F238E27FC236}">
                <a16:creationId xmlns:a16="http://schemas.microsoft.com/office/drawing/2014/main" id="{CF02A7E4-E3EC-4676-B181-5FE09432DD99}"/>
              </a:ext>
            </a:extLst>
          </p:cNvPr>
          <p:cNvSpPr txBox="1"/>
          <p:nvPr/>
        </p:nvSpPr>
        <p:spPr bwMode="auto">
          <a:xfrm>
            <a:off x="4619625" y="4659313"/>
            <a:ext cx="488950" cy="615950"/>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3</a:t>
            </a:r>
            <a:endParaRPr lang="zh-CN" altLang="en-US" sz="3200" kern="0" dirty="0">
              <a:solidFill>
                <a:prstClr val="white"/>
              </a:solidFill>
              <a:latin typeface="+mn-lt"/>
              <a:ea typeface="+mn-ea"/>
              <a:cs typeface="+mn-ea"/>
              <a:sym typeface="+mn-lt"/>
            </a:endParaRPr>
          </a:p>
        </p:txBody>
      </p:sp>
      <p:sp>
        <p:nvSpPr>
          <p:cNvPr id="77" name="TextBox 214">
            <a:extLst>
              <a:ext uri="{FF2B5EF4-FFF2-40B4-BE49-F238E27FC236}">
                <a16:creationId xmlns:a16="http://schemas.microsoft.com/office/drawing/2014/main" id="{D1E99FF4-986A-4339-AAF6-A4A10D7EC08C}"/>
              </a:ext>
            </a:extLst>
          </p:cNvPr>
          <p:cNvSpPr txBox="1"/>
          <p:nvPr/>
        </p:nvSpPr>
        <p:spPr bwMode="auto">
          <a:xfrm>
            <a:off x="5495925" y="3649663"/>
            <a:ext cx="488950" cy="615950"/>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2</a:t>
            </a:r>
            <a:endParaRPr lang="zh-CN" altLang="en-US" sz="3200" kern="0" dirty="0">
              <a:solidFill>
                <a:prstClr val="white"/>
              </a:solidFill>
              <a:latin typeface="+mn-lt"/>
              <a:ea typeface="+mn-ea"/>
              <a:cs typeface="+mn-ea"/>
              <a:sym typeface="+mn-lt"/>
            </a:endParaRPr>
          </a:p>
        </p:txBody>
      </p:sp>
      <p:sp>
        <p:nvSpPr>
          <p:cNvPr id="34854" name="Rectangle 53">
            <a:extLst>
              <a:ext uri="{FF2B5EF4-FFF2-40B4-BE49-F238E27FC236}">
                <a16:creationId xmlns:a16="http://schemas.microsoft.com/office/drawing/2014/main" id="{C6D28B13-239D-4E48-B434-9ED4F1B8C504}"/>
              </a:ext>
            </a:extLst>
          </p:cNvPr>
          <p:cNvSpPr>
            <a:spLocks noChangeArrowheads="1"/>
          </p:cNvSpPr>
          <p:nvPr/>
        </p:nvSpPr>
        <p:spPr bwMode="auto">
          <a:xfrm>
            <a:off x="1952625" y="4673600"/>
            <a:ext cx="704850" cy="15875"/>
          </a:xfrm>
          <a:prstGeom prst="rect">
            <a:avLst/>
          </a:prstGeom>
          <a:solidFill>
            <a:srgbClr val="6C4C8F"/>
          </a:solidFill>
          <a:ln w="9525">
            <a:solidFill>
              <a:srgbClr val="CC00CC"/>
            </a:solidFill>
            <a:miter lim="800000"/>
            <a:headEnd/>
            <a:tailEnd/>
          </a:ln>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
        <p:nvSpPr>
          <p:cNvPr id="34855" name="Freeform 54">
            <a:extLst>
              <a:ext uri="{FF2B5EF4-FFF2-40B4-BE49-F238E27FC236}">
                <a16:creationId xmlns:a16="http://schemas.microsoft.com/office/drawing/2014/main" id="{C761A560-7493-4B15-AB0F-E26894DB5B48}"/>
              </a:ext>
            </a:extLst>
          </p:cNvPr>
          <p:cNvSpPr>
            <a:spLocks/>
          </p:cNvSpPr>
          <p:nvPr/>
        </p:nvSpPr>
        <p:spPr bwMode="auto">
          <a:xfrm>
            <a:off x="1485900" y="2652713"/>
            <a:ext cx="588963" cy="530225"/>
          </a:xfrm>
          <a:custGeom>
            <a:avLst/>
            <a:gdLst>
              <a:gd name="T0" fmla="*/ 588288 w 333"/>
              <a:gd name="T1" fmla="*/ 529712 h 300"/>
              <a:gd name="T2" fmla="*/ 0 w 333"/>
              <a:gd name="T3" fmla="*/ 529712 h 300"/>
              <a:gd name="T4" fmla="*/ 0 w 333"/>
              <a:gd name="T5" fmla="*/ 0 h 300"/>
              <a:gd name="T6" fmla="*/ 15900 w 333"/>
              <a:gd name="T7" fmla="*/ 0 h 300"/>
              <a:gd name="T8" fmla="*/ 15900 w 333"/>
              <a:gd name="T9" fmla="*/ 512055 h 300"/>
              <a:gd name="T10" fmla="*/ 588288 w 333"/>
              <a:gd name="T11" fmla="*/ 512055 h 300"/>
              <a:gd name="T12" fmla="*/ 588288 w 333"/>
              <a:gd name="T13" fmla="*/ 529712 h 300"/>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33" h="300">
                <a:moveTo>
                  <a:pt x="333" y="300"/>
                </a:moveTo>
                <a:lnTo>
                  <a:pt x="0" y="300"/>
                </a:lnTo>
                <a:lnTo>
                  <a:pt x="0" y="0"/>
                </a:lnTo>
                <a:lnTo>
                  <a:pt x="9" y="0"/>
                </a:lnTo>
                <a:lnTo>
                  <a:pt x="9" y="290"/>
                </a:lnTo>
                <a:lnTo>
                  <a:pt x="333" y="290"/>
                </a:lnTo>
                <a:lnTo>
                  <a:pt x="333" y="300"/>
                </a:lnTo>
                <a:close/>
              </a:path>
            </a:pathLst>
          </a:custGeom>
          <a:solidFill>
            <a:srgbClr val="0066FF"/>
          </a:solidFill>
          <a:ln w="19050">
            <a:solidFill>
              <a:srgbClr val="0066FF"/>
            </a:solidFill>
            <a:round/>
            <a:headEnd/>
            <a:tailEnd/>
          </a:ln>
        </p:spPr>
        <p:txBody>
          <a:bodyPr lIns="121954" tIns="60977" rIns="121954" bIns="60977"/>
          <a:lstStyle/>
          <a:p>
            <a:pPr>
              <a:defRPr/>
            </a:pPr>
            <a:endParaRPr lang="zh-CN" altLang="en-US">
              <a:latin typeface="+mn-lt"/>
              <a:ea typeface="+mn-ea"/>
              <a:cs typeface="+mn-ea"/>
              <a:sym typeface="+mn-lt"/>
            </a:endParaRPr>
          </a:p>
        </p:txBody>
      </p:sp>
      <p:sp>
        <p:nvSpPr>
          <p:cNvPr id="34856" name="Oval 60">
            <a:extLst>
              <a:ext uri="{FF2B5EF4-FFF2-40B4-BE49-F238E27FC236}">
                <a16:creationId xmlns:a16="http://schemas.microsoft.com/office/drawing/2014/main" id="{30A145D5-7426-4EB1-8E7B-7DB40DFA7661}"/>
              </a:ext>
            </a:extLst>
          </p:cNvPr>
          <p:cNvSpPr>
            <a:spLocks noChangeAspect="1" noChangeArrowheads="1"/>
          </p:cNvSpPr>
          <p:nvPr/>
        </p:nvSpPr>
        <p:spPr bwMode="auto">
          <a:xfrm>
            <a:off x="1433513" y="2622550"/>
            <a:ext cx="141287" cy="141288"/>
          </a:xfrm>
          <a:prstGeom prst="ellipse">
            <a:avLst/>
          </a:prstGeom>
          <a:solidFill>
            <a:srgbClr val="0066FF"/>
          </a:solidFill>
          <a:ln w="9525">
            <a:solidFill>
              <a:srgbClr val="0066FF"/>
            </a:solidFill>
            <a:round/>
            <a:headEnd/>
            <a:tailEnd/>
          </a:ln>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307B520B-7BF5-4946-88EF-8C1E735C8192}"/>
              </a:ext>
            </a:extLst>
          </p:cNvPr>
          <p:cNvSpPr/>
          <p:nvPr/>
        </p:nvSpPr>
        <p:spPr bwMode="auto">
          <a:xfrm>
            <a:off x="0" y="2035175"/>
            <a:ext cx="9144000" cy="3960813"/>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55298" name="Rectangle 6">
            <a:extLst>
              <a:ext uri="{FF2B5EF4-FFF2-40B4-BE49-F238E27FC236}">
                <a16:creationId xmlns:a16="http://schemas.microsoft.com/office/drawing/2014/main" id="{5B334ADF-9478-42A5-88DF-C2D0981E2B67}"/>
              </a:ext>
            </a:extLst>
          </p:cNvPr>
          <p:cNvSpPr>
            <a:spLocks noChangeArrowheads="1"/>
          </p:cNvSpPr>
          <p:nvPr/>
        </p:nvSpPr>
        <p:spPr bwMode="auto">
          <a:xfrm>
            <a:off x="755650" y="188913"/>
            <a:ext cx="5616575" cy="525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初始化线性表</a:t>
            </a:r>
            <a:r>
              <a:rPr lang="en-US" altLang="zh-CN">
                <a:solidFill>
                  <a:schemeClr val="bg1"/>
                </a:solidFill>
                <a:ea typeface="微软雅黑" panose="020B0503020204020204" pitchFamily="34" charset="-122"/>
                <a:sym typeface="+mn-lt"/>
              </a:rPr>
              <a:t>L </a:t>
            </a:r>
            <a:r>
              <a:rPr lang="zh-CN" altLang="en-US">
                <a:solidFill>
                  <a:schemeClr val="bg1"/>
                </a:solidFill>
                <a:ea typeface="微软雅黑" panose="020B0503020204020204" pitchFamily="34" charset="-122"/>
                <a:sym typeface="+mn-lt"/>
              </a:rPr>
              <a:t>（参数用引用）</a:t>
            </a:r>
          </a:p>
        </p:txBody>
      </p:sp>
      <p:sp>
        <p:nvSpPr>
          <p:cNvPr id="55299" name="Rectangle 8">
            <a:extLst>
              <a:ext uri="{FF2B5EF4-FFF2-40B4-BE49-F238E27FC236}">
                <a16:creationId xmlns:a16="http://schemas.microsoft.com/office/drawing/2014/main" id="{8515BBB2-BE14-4371-9593-C3A62C46D8A4}"/>
              </a:ext>
            </a:extLst>
          </p:cNvPr>
          <p:cNvSpPr>
            <a:spLocks noChangeArrowheads="1"/>
          </p:cNvSpPr>
          <p:nvPr/>
        </p:nvSpPr>
        <p:spPr bwMode="auto">
          <a:xfrm>
            <a:off x="468313" y="2133600"/>
            <a:ext cx="8280400" cy="3743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609600" indent="-6096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en-US" altLang="zh-CN">
                <a:sym typeface="+mn-lt"/>
              </a:rPr>
              <a:t>Status InitList_Sq(SqList &amp;L)</a:t>
            </a:r>
            <a:r>
              <a:rPr lang="en-US" altLang="zh-CN" sz="2000">
                <a:sym typeface="+mn-lt"/>
              </a:rPr>
              <a:t>                   </a:t>
            </a:r>
            <a:r>
              <a:rPr lang="en-US" altLang="zh-CN">
                <a:sym typeface="+mn-lt"/>
              </a:rPr>
              <a:t>//</a:t>
            </a:r>
            <a:r>
              <a:rPr lang="zh-CN" altLang="en-US">
                <a:sym typeface="+mn-lt"/>
              </a:rPr>
              <a:t>构造一 个空的顺序表</a:t>
            </a:r>
            <a:r>
              <a:rPr lang="en-US" altLang="zh-CN">
                <a:sym typeface="+mn-lt"/>
              </a:rPr>
              <a:t>L</a:t>
            </a:r>
          </a:p>
          <a:p>
            <a:pPr>
              <a:spcBef>
                <a:spcPct val="20000"/>
              </a:spcBef>
            </a:pPr>
            <a:r>
              <a:rPr lang="en-US" altLang="zh-CN">
                <a:sym typeface="+mn-lt"/>
              </a:rPr>
              <a:t>{</a:t>
            </a:r>
          </a:p>
          <a:p>
            <a:pPr>
              <a:spcBef>
                <a:spcPct val="20000"/>
              </a:spcBef>
            </a:pPr>
            <a:r>
              <a:rPr lang="en-US" altLang="zh-CN">
                <a:sym typeface="+mn-lt"/>
              </a:rPr>
              <a:t>    L.elem=new ElemType[MAXSIZE];   //</a:t>
            </a:r>
            <a:r>
              <a:rPr lang="zh-CN" altLang="en-US">
                <a:sym typeface="+mn-lt"/>
              </a:rPr>
              <a:t>为顺序表分配空间</a:t>
            </a:r>
          </a:p>
          <a:p>
            <a:pPr>
              <a:spcBef>
                <a:spcPct val="20000"/>
              </a:spcBef>
            </a:pPr>
            <a:r>
              <a:rPr lang="zh-CN" altLang="en-US">
                <a:sym typeface="+mn-lt"/>
              </a:rPr>
              <a:t>    </a:t>
            </a:r>
            <a:r>
              <a:rPr lang="en-US" altLang="zh-CN">
                <a:sym typeface="+mn-lt"/>
              </a:rPr>
              <a:t>if(!L.elem) exit(OVERFLOW);           //</a:t>
            </a:r>
            <a:r>
              <a:rPr lang="zh-CN" altLang="en-US">
                <a:sym typeface="+mn-lt"/>
              </a:rPr>
              <a:t>存储分配失败</a:t>
            </a:r>
          </a:p>
          <a:p>
            <a:pPr>
              <a:spcBef>
                <a:spcPct val="20000"/>
              </a:spcBef>
            </a:pPr>
            <a:r>
              <a:rPr lang="zh-CN" altLang="en-US">
                <a:sym typeface="+mn-lt"/>
              </a:rPr>
              <a:t>    </a:t>
            </a:r>
            <a:r>
              <a:rPr lang="en-US" altLang="zh-CN">
                <a:sym typeface="+mn-lt"/>
              </a:rPr>
              <a:t>L.length=0;				     //</a:t>
            </a:r>
            <a:r>
              <a:rPr lang="zh-CN" altLang="en-US">
                <a:sym typeface="+mn-lt"/>
              </a:rPr>
              <a:t>空表长度为</a:t>
            </a:r>
            <a:r>
              <a:rPr lang="en-US" altLang="zh-CN">
                <a:sym typeface="+mn-lt"/>
              </a:rPr>
              <a:t>0</a:t>
            </a:r>
          </a:p>
          <a:p>
            <a:pPr>
              <a:spcBef>
                <a:spcPct val="20000"/>
              </a:spcBef>
            </a:pPr>
            <a:r>
              <a:rPr lang="en-US" altLang="zh-CN">
                <a:sym typeface="+mn-lt"/>
              </a:rPr>
              <a:t>    return OK;</a:t>
            </a:r>
          </a:p>
          <a:p>
            <a:pPr>
              <a:spcBef>
                <a:spcPct val="20000"/>
              </a:spcBef>
            </a:pPr>
            <a:r>
              <a:rPr lang="en-US" altLang="zh-CN">
                <a:sym typeface="+mn-lt"/>
              </a:rPr>
              <a: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8B052216-34B2-4E01-924B-CC6898FA686F}"/>
              </a:ext>
            </a:extLst>
          </p:cNvPr>
          <p:cNvSpPr/>
          <p:nvPr/>
        </p:nvSpPr>
        <p:spPr bwMode="auto">
          <a:xfrm>
            <a:off x="0" y="1916113"/>
            <a:ext cx="9180513" cy="3960812"/>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56322" name="Rectangle 4">
            <a:extLst>
              <a:ext uri="{FF2B5EF4-FFF2-40B4-BE49-F238E27FC236}">
                <a16:creationId xmlns:a16="http://schemas.microsoft.com/office/drawing/2014/main" id="{A4277945-A7EF-45EA-990F-6CC8942A528F}"/>
              </a:ext>
            </a:extLst>
          </p:cNvPr>
          <p:cNvSpPr>
            <a:spLocks noChangeArrowheads="1"/>
          </p:cNvSpPr>
          <p:nvPr/>
        </p:nvSpPr>
        <p:spPr bwMode="auto">
          <a:xfrm>
            <a:off x="107950" y="2157413"/>
            <a:ext cx="8496300" cy="3097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6096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en-US" altLang="zh-CN" sz="2200">
                <a:sym typeface="+mn-lt"/>
              </a:rPr>
              <a:t>Status InitList_Sq(SqList *L) //</a:t>
            </a:r>
            <a:r>
              <a:rPr lang="zh-CN" altLang="en-US" sz="2200">
                <a:sym typeface="+mn-lt"/>
              </a:rPr>
              <a:t>构造一个空的顺序表</a:t>
            </a:r>
            <a:r>
              <a:rPr lang="en-US" altLang="zh-CN" sz="2200">
                <a:sym typeface="+mn-lt"/>
              </a:rPr>
              <a:t>L</a:t>
            </a:r>
          </a:p>
          <a:p>
            <a:pPr>
              <a:spcBef>
                <a:spcPct val="20000"/>
              </a:spcBef>
            </a:pPr>
            <a:r>
              <a:rPr lang="en-US" altLang="zh-CN" sz="2200">
                <a:sym typeface="+mn-lt"/>
              </a:rPr>
              <a:t>{</a:t>
            </a:r>
          </a:p>
          <a:p>
            <a:pPr>
              <a:spcBef>
                <a:spcPct val="20000"/>
              </a:spcBef>
            </a:pPr>
            <a:r>
              <a:rPr lang="en-US" altLang="zh-CN" sz="2200">
                <a:sym typeface="+mn-lt"/>
              </a:rPr>
              <a:t>	L-&gt; elem=new ElemType[MAXSIZE];   //</a:t>
            </a:r>
            <a:r>
              <a:rPr lang="zh-CN" altLang="en-US" sz="2200">
                <a:sym typeface="+mn-lt"/>
              </a:rPr>
              <a:t>为顺序表分配空间</a:t>
            </a:r>
          </a:p>
          <a:p>
            <a:pPr>
              <a:spcBef>
                <a:spcPct val="20000"/>
              </a:spcBef>
            </a:pPr>
            <a:r>
              <a:rPr lang="zh-CN" altLang="en-US" sz="2200">
                <a:sym typeface="+mn-lt"/>
              </a:rPr>
              <a:t>    </a:t>
            </a:r>
            <a:r>
              <a:rPr lang="en-US" altLang="zh-CN" sz="2200">
                <a:sym typeface="+mn-lt"/>
              </a:rPr>
              <a:t>if(! L-&gt; elem) exit(OVERFLOW);       //</a:t>
            </a:r>
            <a:r>
              <a:rPr lang="zh-CN" altLang="en-US" sz="2200">
                <a:sym typeface="+mn-lt"/>
              </a:rPr>
              <a:t>存储分配失败</a:t>
            </a:r>
          </a:p>
          <a:p>
            <a:pPr>
              <a:spcBef>
                <a:spcPct val="20000"/>
              </a:spcBef>
            </a:pPr>
            <a:r>
              <a:rPr lang="zh-CN" altLang="en-US" sz="2200">
                <a:sym typeface="+mn-lt"/>
              </a:rPr>
              <a:t>    </a:t>
            </a:r>
            <a:r>
              <a:rPr lang="en-US" altLang="zh-CN" sz="2200">
                <a:sym typeface="+mn-lt"/>
              </a:rPr>
              <a:t>L-&gt; length=0;	            	  //</a:t>
            </a:r>
            <a:r>
              <a:rPr lang="zh-CN" altLang="en-US" sz="2200">
                <a:sym typeface="+mn-lt"/>
              </a:rPr>
              <a:t>空表长度为</a:t>
            </a:r>
            <a:r>
              <a:rPr lang="en-US" altLang="zh-CN" sz="2200">
                <a:sym typeface="+mn-lt"/>
              </a:rPr>
              <a:t>0</a:t>
            </a:r>
          </a:p>
          <a:p>
            <a:pPr>
              <a:spcBef>
                <a:spcPct val="20000"/>
              </a:spcBef>
            </a:pPr>
            <a:r>
              <a:rPr lang="en-US" altLang="zh-CN" sz="2200">
                <a:sym typeface="+mn-lt"/>
              </a:rPr>
              <a:t>    return OK;</a:t>
            </a:r>
          </a:p>
          <a:p>
            <a:pPr>
              <a:spcBef>
                <a:spcPct val="20000"/>
              </a:spcBef>
            </a:pPr>
            <a:r>
              <a:rPr lang="en-US" altLang="zh-CN" sz="2200">
                <a:sym typeface="+mn-lt"/>
              </a:rPr>
              <a:t>}</a:t>
            </a:r>
          </a:p>
        </p:txBody>
      </p:sp>
      <p:sp>
        <p:nvSpPr>
          <p:cNvPr id="3" name="Rectangle 6">
            <a:extLst>
              <a:ext uri="{FF2B5EF4-FFF2-40B4-BE49-F238E27FC236}">
                <a16:creationId xmlns:a16="http://schemas.microsoft.com/office/drawing/2014/main" id="{7D3C7FD5-8D22-4F72-8885-F262A1FC4F5F}"/>
              </a:ext>
            </a:extLst>
          </p:cNvPr>
          <p:cNvSpPr>
            <a:spLocks noChangeArrowheads="1"/>
          </p:cNvSpPr>
          <p:nvPr/>
        </p:nvSpPr>
        <p:spPr bwMode="auto">
          <a:xfrm>
            <a:off x="755650" y="214313"/>
            <a:ext cx="5688013" cy="525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初始化线性表</a:t>
            </a:r>
            <a:r>
              <a:rPr lang="en-US" altLang="zh-CN">
                <a:solidFill>
                  <a:schemeClr val="bg1"/>
                </a:solidFill>
                <a:ea typeface="微软雅黑" panose="020B0503020204020204" pitchFamily="34" charset="-122"/>
                <a:sym typeface="+mn-lt"/>
              </a:rPr>
              <a:t>L </a:t>
            </a:r>
            <a:r>
              <a:rPr lang="zh-CN" altLang="en-US">
                <a:solidFill>
                  <a:schemeClr val="bg1"/>
                </a:solidFill>
                <a:ea typeface="微软雅黑" panose="020B0503020204020204" pitchFamily="34" charset="-122"/>
                <a:sym typeface="+mn-lt"/>
              </a:rPr>
              <a:t>（参数用指针）</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4">
            <a:extLst>
              <a:ext uri="{FF2B5EF4-FFF2-40B4-BE49-F238E27FC236}">
                <a16:creationId xmlns:a16="http://schemas.microsoft.com/office/drawing/2014/main" id="{8A935C18-7566-4B5D-A5FE-640BA83B0840}"/>
              </a:ext>
            </a:extLst>
          </p:cNvPr>
          <p:cNvSpPr>
            <a:spLocks noChangeArrowheads="1"/>
          </p:cNvSpPr>
          <p:nvPr/>
        </p:nvSpPr>
        <p:spPr bwMode="auto">
          <a:xfrm>
            <a:off x="485775" y="2349500"/>
            <a:ext cx="4176713" cy="2676525"/>
          </a:xfrm>
          <a:prstGeom prst="rect">
            <a:avLst/>
          </a:prstGeom>
          <a:solidFill>
            <a:srgbClr val="E2D9EB"/>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a:lnSpc>
                <a:spcPct val="110000"/>
              </a:lnSpc>
              <a:spcBef>
                <a:spcPct val="20000"/>
              </a:spcBef>
            </a:pPr>
            <a:r>
              <a:rPr lang="en-US" altLang="zh-CN">
                <a:sym typeface="+mn-lt"/>
              </a:rPr>
              <a:t>void DestroyList(SqList &amp;L)</a:t>
            </a:r>
          </a:p>
          <a:p>
            <a:pPr algn="just">
              <a:lnSpc>
                <a:spcPct val="110000"/>
              </a:lnSpc>
              <a:spcBef>
                <a:spcPct val="20000"/>
              </a:spcBef>
            </a:pPr>
            <a:r>
              <a:rPr lang="en-US" altLang="zh-CN">
                <a:sym typeface="+mn-lt"/>
              </a:rPr>
              <a:t>{</a:t>
            </a:r>
          </a:p>
          <a:p>
            <a:pPr algn="just">
              <a:lnSpc>
                <a:spcPct val="110000"/>
              </a:lnSpc>
              <a:spcBef>
                <a:spcPct val="20000"/>
              </a:spcBef>
            </a:pPr>
            <a:r>
              <a:rPr lang="en-US" altLang="zh-CN">
                <a:sym typeface="+mn-lt"/>
              </a:rPr>
              <a:t>  if (L.elem) delete[]L.elem;   </a:t>
            </a:r>
          </a:p>
          <a:p>
            <a:pPr algn="just">
              <a:lnSpc>
                <a:spcPct val="110000"/>
              </a:lnSpc>
              <a:spcBef>
                <a:spcPct val="20000"/>
              </a:spcBef>
            </a:pPr>
            <a:r>
              <a:rPr lang="en-US" altLang="zh-CN">
                <a:sym typeface="+mn-lt"/>
              </a:rPr>
              <a:t> //</a:t>
            </a:r>
            <a:r>
              <a:rPr lang="zh-CN" altLang="en-US">
                <a:sym typeface="+mn-lt"/>
              </a:rPr>
              <a:t>释放存储空间</a:t>
            </a:r>
          </a:p>
          <a:p>
            <a:pPr algn="just">
              <a:lnSpc>
                <a:spcPct val="110000"/>
              </a:lnSpc>
              <a:spcBef>
                <a:spcPct val="20000"/>
              </a:spcBef>
            </a:pPr>
            <a:r>
              <a:rPr lang="en-US" altLang="zh-CN">
                <a:sym typeface="+mn-lt"/>
              </a:rPr>
              <a:t>}</a:t>
            </a:r>
          </a:p>
        </p:txBody>
      </p:sp>
      <p:sp>
        <p:nvSpPr>
          <p:cNvPr id="458757" name="Rectangle 5">
            <a:extLst>
              <a:ext uri="{FF2B5EF4-FFF2-40B4-BE49-F238E27FC236}">
                <a16:creationId xmlns:a16="http://schemas.microsoft.com/office/drawing/2014/main" id="{20243980-C740-477F-BFA3-873933422991}"/>
              </a:ext>
            </a:extLst>
          </p:cNvPr>
          <p:cNvSpPr>
            <a:spLocks noChangeArrowheads="1"/>
          </p:cNvSpPr>
          <p:nvPr/>
        </p:nvSpPr>
        <p:spPr bwMode="auto">
          <a:xfrm>
            <a:off x="4878388" y="2349500"/>
            <a:ext cx="3743325" cy="2676525"/>
          </a:xfrm>
          <a:prstGeom prst="rect">
            <a:avLst/>
          </a:prstGeom>
          <a:solidFill>
            <a:srgbClr val="B8D4EC"/>
          </a:solidFill>
          <a:ln>
            <a:noFill/>
          </a:ln>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a:sym typeface="+mn-lt"/>
              </a:rPr>
              <a:t>void ClearList(SqList &amp;L) </a:t>
            </a:r>
          </a:p>
          <a:p>
            <a:pPr>
              <a:lnSpc>
                <a:spcPct val="100000"/>
              </a:lnSpc>
              <a:spcBef>
                <a:spcPct val="20000"/>
              </a:spcBef>
            </a:pPr>
            <a:r>
              <a:rPr lang="en-US" altLang="zh-CN">
                <a:sym typeface="+mn-lt"/>
              </a:rPr>
              <a:t>{</a:t>
            </a:r>
          </a:p>
          <a:p>
            <a:pPr>
              <a:lnSpc>
                <a:spcPct val="100000"/>
              </a:lnSpc>
              <a:spcBef>
                <a:spcPct val="20000"/>
              </a:spcBef>
            </a:pPr>
            <a:r>
              <a:rPr lang="en-US" altLang="zh-CN">
                <a:sym typeface="+mn-lt"/>
              </a:rPr>
              <a:t>   L.length=0;               </a:t>
            </a:r>
          </a:p>
          <a:p>
            <a:pPr>
              <a:lnSpc>
                <a:spcPct val="100000"/>
              </a:lnSpc>
              <a:spcBef>
                <a:spcPct val="20000"/>
              </a:spcBef>
            </a:pPr>
            <a:r>
              <a:rPr lang="en-US" altLang="zh-CN">
                <a:sym typeface="+mn-lt"/>
              </a:rPr>
              <a:t> //</a:t>
            </a:r>
            <a:r>
              <a:rPr lang="zh-CN" altLang="en-US">
                <a:sym typeface="+mn-lt"/>
              </a:rPr>
              <a:t>将线性表的长度置为</a:t>
            </a:r>
            <a:r>
              <a:rPr lang="en-US" altLang="zh-CN">
                <a:sym typeface="+mn-lt"/>
              </a:rPr>
              <a:t>0</a:t>
            </a:r>
          </a:p>
          <a:p>
            <a:pPr>
              <a:lnSpc>
                <a:spcPct val="100000"/>
              </a:lnSpc>
              <a:spcBef>
                <a:spcPct val="20000"/>
              </a:spcBef>
            </a:pPr>
            <a:r>
              <a:rPr lang="en-US" altLang="zh-CN">
                <a:sym typeface="+mn-lt"/>
              </a:rPr>
              <a:t>}</a:t>
            </a:r>
          </a:p>
          <a:p>
            <a:pPr>
              <a:lnSpc>
                <a:spcPct val="100000"/>
              </a:lnSpc>
              <a:spcBef>
                <a:spcPct val="20000"/>
              </a:spcBef>
            </a:pPr>
            <a:endParaRPr lang="en-US" altLang="zh-CN">
              <a:sym typeface="+mn-lt"/>
            </a:endParaRPr>
          </a:p>
        </p:txBody>
      </p:sp>
      <p:sp>
        <p:nvSpPr>
          <p:cNvPr id="57348" name="Rectangle 6">
            <a:extLst>
              <a:ext uri="{FF2B5EF4-FFF2-40B4-BE49-F238E27FC236}">
                <a16:creationId xmlns:a16="http://schemas.microsoft.com/office/drawing/2014/main" id="{E8ED77E3-18DC-484A-8167-8260C6BC75A1}"/>
              </a:ext>
            </a:extLst>
          </p:cNvPr>
          <p:cNvSpPr>
            <a:spLocks noChangeArrowheads="1"/>
          </p:cNvSpPr>
          <p:nvPr/>
        </p:nvSpPr>
        <p:spPr bwMode="auto">
          <a:xfrm>
            <a:off x="842963" y="206375"/>
            <a:ext cx="74295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补充：几个简单基本操作的算法实现</a:t>
            </a:r>
          </a:p>
        </p:txBody>
      </p:sp>
      <p:sp>
        <p:nvSpPr>
          <p:cNvPr id="9" name="矩形: 圆角 16">
            <a:extLst>
              <a:ext uri="{FF2B5EF4-FFF2-40B4-BE49-F238E27FC236}">
                <a16:creationId xmlns:a16="http://schemas.microsoft.com/office/drawing/2014/main" id="{1A648ED0-73A1-4255-B2A3-703BBACE2E1E}"/>
              </a:ext>
            </a:extLst>
          </p:cNvPr>
          <p:cNvSpPr>
            <a:spLocks noChangeArrowheads="1"/>
          </p:cNvSpPr>
          <p:nvPr/>
        </p:nvSpPr>
        <p:spPr bwMode="auto">
          <a:xfrm>
            <a:off x="509588" y="1666875"/>
            <a:ext cx="4152900"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11" name="Rectangle 4">
            <a:extLst>
              <a:ext uri="{FF2B5EF4-FFF2-40B4-BE49-F238E27FC236}">
                <a16:creationId xmlns:a16="http://schemas.microsoft.com/office/drawing/2014/main" id="{782D5080-D64A-4B9A-85B0-D11E4707CD47}"/>
              </a:ext>
            </a:extLst>
          </p:cNvPr>
          <p:cNvSpPr>
            <a:spLocks noChangeArrowheads="1"/>
          </p:cNvSpPr>
          <p:nvPr/>
        </p:nvSpPr>
        <p:spPr bwMode="auto">
          <a:xfrm>
            <a:off x="485775" y="1628775"/>
            <a:ext cx="4176713" cy="504825"/>
          </a:xfrm>
          <a:prstGeom prst="rect">
            <a:avLst/>
          </a:prstGeom>
          <a:no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a:lnSpc>
                <a:spcPct val="110000"/>
              </a:lnSpc>
              <a:spcBef>
                <a:spcPts val="300"/>
              </a:spcBef>
            </a:pPr>
            <a:r>
              <a:rPr lang="en-US" altLang="zh-CN">
                <a:solidFill>
                  <a:schemeClr val="bg1"/>
                </a:solidFill>
                <a:sym typeface="+mn-lt"/>
              </a:rPr>
              <a:t> </a:t>
            </a:r>
            <a:r>
              <a:rPr lang="zh-CN" altLang="en-US">
                <a:solidFill>
                  <a:schemeClr val="bg1"/>
                </a:solidFill>
                <a:sym typeface="+mn-lt"/>
              </a:rPr>
              <a:t>销毁线性表</a:t>
            </a:r>
            <a:r>
              <a:rPr lang="en-US" altLang="zh-CN">
                <a:solidFill>
                  <a:schemeClr val="bg1"/>
                </a:solidFill>
                <a:sym typeface="+mn-lt"/>
              </a:rPr>
              <a:t>L</a:t>
            </a:r>
          </a:p>
        </p:txBody>
      </p:sp>
      <p:grpSp>
        <p:nvGrpSpPr>
          <p:cNvPr id="2" name="组合 1">
            <a:extLst>
              <a:ext uri="{FF2B5EF4-FFF2-40B4-BE49-F238E27FC236}">
                <a16:creationId xmlns:a16="http://schemas.microsoft.com/office/drawing/2014/main" id="{AF355AF2-B8E3-DD4E-A54B-7DF46C4BD8FE}"/>
              </a:ext>
            </a:extLst>
          </p:cNvPr>
          <p:cNvGrpSpPr>
            <a:grpSpLocks/>
          </p:cNvGrpSpPr>
          <p:nvPr/>
        </p:nvGrpSpPr>
        <p:grpSpPr bwMode="auto">
          <a:xfrm>
            <a:off x="4851400" y="1666875"/>
            <a:ext cx="3773488" cy="504825"/>
            <a:chOff x="4851400" y="1666875"/>
            <a:chExt cx="3773488" cy="504825"/>
          </a:xfrm>
        </p:grpSpPr>
        <p:sp>
          <p:nvSpPr>
            <p:cNvPr id="10" name="矩形: 圆角 16">
              <a:extLst>
                <a:ext uri="{FF2B5EF4-FFF2-40B4-BE49-F238E27FC236}">
                  <a16:creationId xmlns:a16="http://schemas.microsoft.com/office/drawing/2014/main" id="{0910494E-3363-499A-B24E-74355DF1C2BF}"/>
                </a:ext>
              </a:extLst>
            </p:cNvPr>
            <p:cNvSpPr>
              <a:spLocks noChangeArrowheads="1"/>
            </p:cNvSpPr>
            <p:nvPr/>
          </p:nvSpPr>
          <p:spPr bwMode="auto">
            <a:xfrm>
              <a:off x="4851400" y="1666875"/>
              <a:ext cx="3770313"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12" name="Rectangle 5">
              <a:extLst>
                <a:ext uri="{FF2B5EF4-FFF2-40B4-BE49-F238E27FC236}">
                  <a16:creationId xmlns:a16="http://schemas.microsoft.com/office/drawing/2014/main" id="{00DFBD68-2EA5-4AC0-852B-C0AEB1BACB66}"/>
                </a:ext>
              </a:extLst>
            </p:cNvPr>
            <p:cNvSpPr>
              <a:spLocks noChangeArrowheads="1"/>
            </p:cNvSpPr>
            <p:nvPr/>
          </p:nvSpPr>
          <p:spPr bwMode="auto">
            <a:xfrm>
              <a:off x="4879975" y="1666875"/>
              <a:ext cx="3744913" cy="461963"/>
            </a:xfrm>
            <a:prstGeom prst="rect">
              <a:avLst/>
            </a:prstGeom>
            <a:noFill/>
            <a:ln>
              <a:noFill/>
            </a:ln>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a:solidFill>
                    <a:schemeClr val="bg1"/>
                  </a:solidFill>
                  <a:sym typeface="+mn-lt"/>
                </a:rPr>
                <a:t>清空线性表</a:t>
              </a:r>
              <a:r>
                <a:rPr lang="en-US" altLang="zh-CN">
                  <a:solidFill>
                    <a:schemeClr val="bg1"/>
                  </a:solidFill>
                  <a:sym typeface="+mn-lt"/>
                </a:rPr>
                <a:t>L</a:t>
              </a:r>
            </a:p>
          </p:txBody>
        </p:sp>
      </p:grpSp>
      <p:grpSp>
        <p:nvGrpSpPr>
          <p:cNvPr id="13" name="组合 12">
            <a:extLst>
              <a:ext uri="{FF2B5EF4-FFF2-40B4-BE49-F238E27FC236}">
                <a16:creationId xmlns:a16="http://schemas.microsoft.com/office/drawing/2014/main" id="{335DC129-4933-4549-8C29-4FA511047212}"/>
              </a:ext>
            </a:extLst>
          </p:cNvPr>
          <p:cNvGrpSpPr>
            <a:grpSpLocks/>
          </p:cNvGrpSpPr>
          <p:nvPr/>
        </p:nvGrpSpPr>
        <p:grpSpPr bwMode="auto">
          <a:xfrm>
            <a:off x="0" y="6380163"/>
            <a:ext cx="9144000" cy="431800"/>
            <a:chOff x="0" y="6379908"/>
            <a:chExt cx="9144000" cy="432048"/>
          </a:xfrm>
        </p:grpSpPr>
        <p:grpSp>
          <p:nvGrpSpPr>
            <p:cNvPr id="59401" name="组合 5">
              <a:extLst>
                <a:ext uri="{FF2B5EF4-FFF2-40B4-BE49-F238E27FC236}">
                  <a16:creationId xmlns:a16="http://schemas.microsoft.com/office/drawing/2014/main" id="{84FFFCA3-FE65-224C-A601-3815F510AE1C}"/>
                </a:ext>
              </a:extLst>
            </p:cNvPr>
            <p:cNvGrpSpPr>
              <a:grpSpLocks/>
            </p:cNvGrpSpPr>
            <p:nvPr/>
          </p:nvGrpSpPr>
          <p:grpSpPr bwMode="auto">
            <a:xfrm>
              <a:off x="0" y="6379908"/>
              <a:ext cx="9144000" cy="432048"/>
              <a:chOff x="0" y="6165304"/>
              <a:chExt cx="9144000" cy="432048"/>
            </a:xfrm>
          </p:grpSpPr>
          <p:cxnSp>
            <p:nvCxnSpPr>
              <p:cNvPr id="59403" name="直接连接符 6">
                <a:extLst>
                  <a:ext uri="{FF2B5EF4-FFF2-40B4-BE49-F238E27FC236}">
                    <a16:creationId xmlns:a16="http://schemas.microsoft.com/office/drawing/2014/main" id="{A895B9CD-3695-F649-B154-6AD030633D71}"/>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17" name="直接连接符 16">
                <a:extLst>
                  <a:ext uri="{FF2B5EF4-FFF2-40B4-BE49-F238E27FC236}">
                    <a16:creationId xmlns:a16="http://schemas.microsoft.com/office/drawing/2014/main" id="{EF109A53-84D7-4D18-8CE8-2EF0153525DA}"/>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59405" name="直接连接符 8">
                <a:extLst>
                  <a:ext uri="{FF2B5EF4-FFF2-40B4-BE49-F238E27FC236}">
                    <a16:creationId xmlns:a16="http://schemas.microsoft.com/office/drawing/2014/main" id="{23B68A32-62A6-A54A-8F7B-A0E2B7F5710D}"/>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15" name="Shape 26">
              <a:extLst>
                <a:ext uri="{FF2B5EF4-FFF2-40B4-BE49-F238E27FC236}">
                  <a16:creationId xmlns:a16="http://schemas.microsoft.com/office/drawing/2014/main" id="{A66D6C65-A8C9-466E-B1C3-549ED6EFD840}"/>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58757"/>
                                        </p:tgtEl>
                                        <p:attrNameLst>
                                          <p:attrName>style.visibility</p:attrName>
                                        </p:attrNameLst>
                                      </p:cBhvr>
                                      <p:to>
                                        <p:strVal val="visible"/>
                                      </p:to>
                                    </p:set>
                                    <p:anim calcmode="lin" valueType="num">
                                      <p:cBhvr additive="base">
                                        <p:cTn id="13" dur="500" fill="hold"/>
                                        <p:tgtEl>
                                          <p:spTgt spid="458757"/>
                                        </p:tgtEl>
                                        <p:attrNameLst>
                                          <p:attrName>ppt_x</p:attrName>
                                        </p:attrNameLst>
                                      </p:cBhvr>
                                      <p:tavLst>
                                        <p:tav tm="0">
                                          <p:val>
                                            <p:strVal val="#ppt_x"/>
                                          </p:val>
                                        </p:tav>
                                        <p:tav tm="100000">
                                          <p:val>
                                            <p:strVal val="#ppt_x"/>
                                          </p:val>
                                        </p:tav>
                                      </p:tavLst>
                                    </p:anim>
                                    <p:anim calcmode="lin" valueType="num">
                                      <p:cBhvr additive="base">
                                        <p:cTn id="14" dur="500" fill="hold"/>
                                        <p:tgtEl>
                                          <p:spTgt spid="458757"/>
                                        </p:tgtEl>
                                        <p:attrNameLst>
                                          <p:attrName>ppt_y</p:attrName>
                                        </p:attrNameLst>
                                      </p:cBhvr>
                                      <p:tavLst>
                                        <p:tav tm="0">
                                          <p:val>
                                            <p:strVal val="1+#ppt_h/2"/>
                                          </p:val>
                                        </p:tav>
                                        <p:tav tm="100000">
                                          <p:val>
                                            <p:strVal val="#ppt_y"/>
                                          </p:val>
                                        </p:tav>
                                      </p:tavLst>
                                    </p:anim>
                                  </p:childTnLst>
                                </p:cTn>
                              </p:par>
                            </p:childTnLst>
                          </p:cTn>
                        </p:par>
                        <p:par>
                          <p:cTn id="15" fill="hold" nodeType="afterGroup">
                            <p:stCondLst>
                              <p:cond delay="500"/>
                            </p:stCondLst>
                            <p:childTnLst>
                              <p:par>
                                <p:cTn id="16" presetID="2" presetClass="entr" presetSubtype="4" fill="hold" nodeType="afterEffect">
                                  <p:stCondLst>
                                    <p:cond delay="0"/>
                                  </p:stCondLst>
                                  <p:childTnLst>
                                    <p:set>
                                      <p:cBhvr>
                                        <p:cTn id="17" dur="1" fill="hold">
                                          <p:stCondLst>
                                            <p:cond delay="0"/>
                                          </p:stCondLst>
                                        </p:cTn>
                                        <p:tgtEl>
                                          <p:spTgt spid="13"/>
                                        </p:tgtEl>
                                        <p:attrNameLst>
                                          <p:attrName>style.visibility</p:attrName>
                                        </p:attrNameLst>
                                      </p:cBhvr>
                                      <p:to>
                                        <p:strVal val="visible"/>
                                      </p:to>
                                    </p:set>
                                    <p:anim calcmode="lin" valueType="num">
                                      <p:cBhvr additive="base">
                                        <p:cTn id="18" dur="500" fill="hold"/>
                                        <p:tgtEl>
                                          <p:spTgt spid="13"/>
                                        </p:tgtEl>
                                        <p:attrNameLst>
                                          <p:attrName>ppt_x</p:attrName>
                                        </p:attrNameLst>
                                      </p:cBhvr>
                                      <p:tavLst>
                                        <p:tav tm="0">
                                          <p:val>
                                            <p:strVal val="#ppt_x"/>
                                          </p:val>
                                        </p:tav>
                                        <p:tav tm="100000">
                                          <p:val>
                                            <p:strVal val="#ppt_x"/>
                                          </p:val>
                                        </p:tav>
                                      </p:tavLst>
                                    </p:anim>
                                    <p:anim calcmode="lin" valueType="num">
                                      <p:cBhvr additive="base">
                                        <p:cTn id="19"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8757"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2" name="Rectangle 6">
            <a:extLst>
              <a:ext uri="{FF2B5EF4-FFF2-40B4-BE49-F238E27FC236}">
                <a16:creationId xmlns:a16="http://schemas.microsoft.com/office/drawing/2014/main" id="{2E61BB9D-3823-4F92-9117-B054CECB2F8A}"/>
              </a:ext>
            </a:extLst>
          </p:cNvPr>
          <p:cNvSpPr>
            <a:spLocks noChangeArrowheads="1"/>
          </p:cNvSpPr>
          <p:nvPr/>
        </p:nvSpPr>
        <p:spPr bwMode="auto">
          <a:xfrm>
            <a:off x="827088" y="201613"/>
            <a:ext cx="7429500"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补充：几个简单基本操作的算法实现</a:t>
            </a:r>
          </a:p>
        </p:txBody>
      </p:sp>
      <p:sp>
        <p:nvSpPr>
          <p:cNvPr id="5" name="Rectangle 4">
            <a:extLst>
              <a:ext uri="{FF2B5EF4-FFF2-40B4-BE49-F238E27FC236}">
                <a16:creationId xmlns:a16="http://schemas.microsoft.com/office/drawing/2014/main" id="{C59A48CF-3B49-4546-97AC-C3B425FB189F}"/>
              </a:ext>
            </a:extLst>
          </p:cNvPr>
          <p:cNvSpPr>
            <a:spLocks noChangeArrowheads="1"/>
          </p:cNvSpPr>
          <p:nvPr/>
        </p:nvSpPr>
        <p:spPr bwMode="auto">
          <a:xfrm>
            <a:off x="485775" y="2778125"/>
            <a:ext cx="4176713" cy="2235200"/>
          </a:xfrm>
          <a:prstGeom prst="rect">
            <a:avLst/>
          </a:prstGeom>
          <a:solidFill>
            <a:srgbClr val="E2D9EB"/>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a:lnSpc>
                <a:spcPct val="110000"/>
              </a:lnSpc>
              <a:spcBef>
                <a:spcPct val="20000"/>
              </a:spcBef>
              <a:defRPr/>
            </a:pPr>
            <a:r>
              <a:rPr lang="en-US" altLang="zh-CN" dirty="0">
                <a:latin typeface="+mn-lt"/>
                <a:ea typeface="+mn-ea"/>
                <a:cs typeface="+mn-ea"/>
                <a:sym typeface="+mn-lt"/>
              </a:rPr>
              <a:t>int </a:t>
            </a:r>
            <a:r>
              <a:rPr lang="en-US" altLang="zh-CN" dirty="0" err="1">
                <a:latin typeface="+mn-lt"/>
                <a:ea typeface="+mn-ea"/>
                <a:cs typeface="+mn-ea"/>
                <a:sym typeface="+mn-lt"/>
              </a:rPr>
              <a:t>GetLength</a:t>
            </a:r>
            <a:r>
              <a:rPr lang="en-US" altLang="zh-CN" dirty="0">
                <a:latin typeface="+mn-lt"/>
                <a:ea typeface="+mn-ea"/>
                <a:cs typeface="+mn-ea"/>
                <a:sym typeface="+mn-lt"/>
              </a:rPr>
              <a:t>(</a:t>
            </a:r>
            <a:r>
              <a:rPr lang="en-US" altLang="zh-CN" dirty="0" err="1">
                <a:latin typeface="+mn-lt"/>
                <a:ea typeface="+mn-ea"/>
                <a:cs typeface="+mn-ea"/>
                <a:sym typeface="+mn-lt"/>
              </a:rPr>
              <a:t>SqList</a:t>
            </a:r>
            <a:r>
              <a:rPr lang="en-US" altLang="zh-CN" dirty="0">
                <a:latin typeface="+mn-lt"/>
                <a:ea typeface="+mn-ea"/>
                <a:cs typeface="+mn-ea"/>
                <a:sym typeface="+mn-lt"/>
              </a:rPr>
              <a:t> L)</a:t>
            </a:r>
          </a:p>
          <a:p>
            <a:pPr algn="just">
              <a:lnSpc>
                <a:spcPct val="110000"/>
              </a:lnSpc>
              <a:spcBef>
                <a:spcPct val="20000"/>
              </a:spcBef>
              <a:defRPr/>
            </a:pPr>
            <a:r>
              <a:rPr lang="en-US" altLang="zh-CN" dirty="0">
                <a:latin typeface="+mn-lt"/>
                <a:ea typeface="+mn-ea"/>
                <a:cs typeface="+mn-ea"/>
                <a:sym typeface="+mn-lt"/>
              </a:rPr>
              <a:t>{</a:t>
            </a:r>
          </a:p>
          <a:p>
            <a:pPr algn="just">
              <a:lnSpc>
                <a:spcPct val="110000"/>
              </a:lnSpc>
              <a:spcBef>
                <a:spcPct val="20000"/>
              </a:spcBef>
              <a:defRPr/>
            </a:pPr>
            <a:r>
              <a:rPr lang="en-US" altLang="zh-CN" dirty="0">
                <a:latin typeface="+mn-lt"/>
                <a:ea typeface="+mn-ea"/>
                <a:cs typeface="+mn-ea"/>
                <a:sym typeface="+mn-lt"/>
              </a:rPr>
              <a:t>   return (</a:t>
            </a:r>
            <a:r>
              <a:rPr lang="en-US" altLang="zh-CN" dirty="0" err="1">
                <a:latin typeface="+mn-lt"/>
                <a:ea typeface="+mn-ea"/>
                <a:cs typeface="+mn-ea"/>
                <a:sym typeface="+mn-lt"/>
              </a:rPr>
              <a:t>L.length</a:t>
            </a:r>
            <a:r>
              <a:rPr lang="en-US" altLang="zh-CN" dirty="0">
                <a:latin typeface="+mn-lt"/>
                <a:ea typeface="+mn-ea"/>
                <a:cs typeface="+mn-ea"/>
                <a:sym typeface="+mn-lt"/>
              </a:rPr>
              <a:t>);             </a:t>
            </a:r>
          </a:p>
          <a:p>
            <a:pPr algn="just">
              <a:lnSpc>
                <a:spcPct val="110000"/>
              </a:lnSpc>
              <a:spcBef>
                <a:spcPct val="20000"/>
              </a:spcBef>
              <a:defRPr/>
            </a:pPr>
            <a:r>
              <a:rPr lang="en-US" altLang="zh-CN" dirty="0">
                <a:latin typeface="+mn-lt"/>
                <a:ea typeface="+mn-ea"/>
                <a:cs typeface="+mn-ea"/>
                <a:sym typeface="+mn-lt"/>
              </a:rPr>
              <a:t>}</a:t>
            </a:r>
          </a:p>
        </p:txBody>
      </p:sp>
      <p:sp>
        <p:nvSpPr>
          <p:cNvPr id="6" name="Rectangle 5">
            <a:extLst>
              <a:ext uri="{FF2B5EF4-FFF2-40B4-BE49-F238E27FC236}">
                <a16:creationId xmlns:a16="http://schemas.microsoft.com/office/drawing/2014/main" id="{3A0A8227-DF67-4A05-BABD-70874D185B0E}"/>
              </a:ext>
            </a:extLst>
          </p:cNvPr>
          <p:cNvSpPr>
            <a:spLocks noChangeArrowheads="1"/>
          </p:cNvSpPr>
          <p:nvPr/>
        </p:nvSpPr>
        <p:spPr bwMode="auto">
          <a:xfrm>
            <a:off x="4878388" y="2778125"/>
            <a:ext cx="3743325" cy="2235200"/>
          </a:xfrm>
          <a:prstGeom prst="rect">
            <a:avLst/>
          </a:prstGeom>
          <a:solidFill>
            <a:srgbClr val="B8D4EC"/>
          </a:solidFill>
          <a:ln>
            <a:noFill/>
          </a:ln>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dirty="0">
                <a:latin typeface="+mn-lt"/>
                <a:ea typeface="+mn-ea"/>
                <a:cs typeface="+mn-ea"/>
                <a:sym typeface="+mn-lt"/>
              </a:rPr>
              <a:t>int IsEmpty(</a:t>
            </a:r>
            <a:r>
              <a:rPr lang="en-US" altLang="zh-CN" dirty="0" err="1">
                <a:latin typeface="+mn-lt"/>
                <a:ea typeface="+mn-ea"/>
                <a:cs typeface="+mn-ea"/>
                <a:sym typeface="+mn-lt"/>
              </a:rPr>
              <a:t>SqList</a:t>
            </a:r>
            <a:r>
              <a:rPr lang="en-US" altLang="zh-CN" dirty="0">
                <a:latin typeface="+mn-lt"/>
                <a:ea typeface="+mn-ea"/>
                <a:cs typeface="+mn-ea"/>
                <a:sym typeface="+mn-lt"/>
              </a:rPr>
              <a:t> L)</a:t>
            </a:r>
          </a:p>
          <a:p>
            <a:pPr>
              <a:lnSpc>
                <a:spcPct val="100000"/>
              </a:lnSpc>
              <a:spcBef>
                <a:spcPct val="20000"/>
              </a:spcBef>
              <a:defRPr/>
            </a:pPr>
            <a:r>
              <a:rPr lang="en-US" altLang="zh-CN" dirty="0">
                <a:latin typeface="+mn-lt"/>
                <a:ea typeface="+mn-ea"/>
                <a:cs typeface="+mn-ea"/>
                <a:sym typeface="+mn-lt"/>
              </a:rPr>
              <a:t>{</a:t>
            </a:r>
          </a:p>
          <a:p>
            <a:pPr>
              <a:lnSpc>
                <a:spcPct val="100000"/>
              </a:lnSpc>
              <a:spcBef>
                <a:spcPct val="20000"/>
              </a:spcBef>
              <a:defRPr/>
            </a:pPr>
            <a:r>
              <a:rPr lang="en-US" altLang="zh-CN" dirty="0">
                <a:latin typeface="+mn-lt"/>
                <a:ea typeface="+mn-ea"/>
                <a:cs typeface="+mn-ea"/>
                <a:sym typeface="+mn-lt"/>
              </a:rPr>
              <a:t>  if (</a:t>
            </a:r>
            <a:r>
              <a:rPr lang="en-US" altLang="zh-CN" dirty="0" err="1">
                <a:latin typeface="+mn-lt"/>
                <a:ea typeface="+mn-ea"/>
                <a:cs typeface="+mn-ea"/>
                <a:sym typeface="+mn-lt"/>
              </a:rPr>
              <a:t>L.length</a:t>
            </a:r>
            <a:r>
              <a:rPr lang="en-US" altLang="zh-CN" dirty="0">
                <a:latin typeface="+mn-lt"/>
                <a:ea typeface="+mn-ea"/>
                <a:cs typeface="+mn-ea"/>
                <a:sym typeface="+mn-lt"/>
              </a:rPr>
              <a:t>==0) return 1;      </a:t>
            </a:r>
          </a:p>
          <a:p>
            <a:pPr>
              <a:lnSpc>
                <a:spcPct val="100000"/>
              </a:lnSpc>
              <a:spcBef>
                <a:spcPct val="20000"/>
              </a:spcBef>
              <a:defRPr/>
            </a:pPr>
            <a:r>
              <a:rPr lang="en-US" altLang="zh-CN" dirty="0">
                <a:latin typeface="+mn-lt"/>
                <a:ea typeface="+mn-ea"/>
                <a:cs typeface="+mn-ea"/>
                <a:sym typeface="+mn-lt"/>
              </a:rPr>
              <a:t>   else return 0;</a:t>
            </a:r>
          </a:p>
          <a:p>
            <a:pPr>
              <a:lnSpc>
                <a:spcPct val="100000"/>
              </a:lnSpc>
              <a:spcBef>
                <a:spcPct val="20000"/>
              </a:spcBef>
              <a:defRPr/>
            </a:pPr>
            <a:r>
              <a:rPr lang="en-US" altLang="zh-CN" dirty="0">
                <a:latin typeface="+mn-lt"/>
                <a:ea typeface="+mn-ea"/>
                <a:cs typeface="+mn-ea"/>
                <a:sym typeface="+mn-lt"/>
              </a:rPr>
              <a:t>}</a:t>
            </a:r>
          </a:p>
        </p:txBody>
      </p:sp>
      <p:sp>
        <p:nvSpPr>
          <p:cNvPr id="7" name="矩形: 圆角 16">
            <a:extLst>
              <a:ext uri="{FF2B5EF4-FFF2-40B4-BE49-F238E27FC236}">
                <a16:creationId xmlns:a16="http://schemas.microsoft.com/office/drawing/2014/main" id="{88DB5C8A-88E4-4ABB-8C27-80293CA03E40}"/>
              </a:ext>
            </a:extLst>
          </p:cNvPr>
          <p:cNvSpPr>
            <a:spLocks noChangeArrowheads="1"/>
          </p:cNvSpPr>
          <p:nvPr/>
        </p:nvSpPr>
        <p:spPr bwMode="auto">
          <a:xfrm>
            <a:off x="509588" y="2095500"/>
            <a:ext cx="4152900"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9" name="Rectangle 4">
            <a:extLst>
              <a:ext uri="{FF2B5EF4-FFF2-40B4-BE49-F238E27FC236}">
                <a16:creationId xmlns:a16="http://schemas.microsoft.com/office/drawing/2014/main" id="{8DA143AA-894E-4235-918B-9C0B50D63D3E}"/>
              </a:ext>
            </a:extLst>
          </p:cNvPr>
          <p:cNvSpPr>
            <a:spLocks noChangeArrowheads="1"/>
          </p:cNvSpPr>
          <p:nvPr/>
        </p:nvSpPr>
        <p:spPr bwMode="auto">
          <a:xfrm>
            <a:off x="485775" y="2058988"/>
            <a:ext cx="4176713" cy="504825"/>
          </a:xfrm>
          <a:prstGeom prst="rect">
            <a:avLst/>
          </a:prstGeom>
          <a:no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a:lnSpc>
                <a:spcPct val="110000"/>
              </a:lnSpc>
              <a:spcBef>
                <a:spcPts val="300"/>
              </a:spcBef>
            </a:pPr>
            <a:r>
              <a:rPr lang="zh-CN" altLang="en-US">
                <a:solidFill>
                  <a:schemeClr val="bg1"/>
                </a:solidFill>
                <a:sym typeface="+mn-lt"/>
              </a:rPr>
              <a:t>求线性表</a:t>
            </a:r>
            <a:r>
              <a:rPr lang="en-US" altLang="zh-CN">
                <a:solidFill>
                  <a:schemeClr val="bg1"/>
                </a:solidFill>
                <a:sym typeface="+mn-lt"/>
              </a:rPr>
              <a:t>L</a:t>
            </a:r>
            <a:r>
              <a:rPr lang="zh-CN" altLang="en-US">
                <a:solidFill>
                  <a:schemeClr val="bg1"/>
                </a:solidFill>
                <a:sym typeface="+mn-lt"/>
              </a:rPr>
              <a:t>的长度</a:t>
            </a:r>
          </a:p>
        </p:txBody>
      </p:sp>
      <p:grpSp>
        <p:nvGrpSpPr>
          <p:cNvPr id="2" name="组合 1">
            <a:extLst>
              <a:ext uri="{FF2B5EF4-FFF2-40B4-BE49-F238E27FC236}">
                <a16:creationId xmlns:a16="http://schemas.microsoft.com/office/drawing/2014/main" id="{C0B3F947-F20C-A141-8B3A-2C8369566F4F}"/>
              </a:ext>
            </a:extLst>
          </p:cNvPr>
          <p:cNvGrpSpPr>
            <a:grpSpLocks/>
          </p:cNvGrpSpPr>
          <p:nvPr/>
        </p:nvGrpSpPr>
        <p:grpSpPr bwMode="auto">
          <a:xfrm>
            <a:off x="4851400" y="2095500"/>
            <a:ext cx="3773488" cy="504825"/>
            <a:chOff x="4851400" y="2095500"/>
            <a:chExt cx="3773488" cy="504825"/>
          </a:xfrm>
        </p:grpSpPr>
        <p:sp>
          <p:nvSpPr>
            <p:cNvPr id="8" name="矩形: 圆角 16">
              <a:extLst>
                <a:ext uri="{FF2B5EF4-FFF2-40B4-BE49-F238E27FC236}">
                  <a16:creationId xmlns:a16="http://schemas.microsoft.com/office/drawing/2014/main" id="{71C05690-D9D1-40A0-A50A-268BC4DBC30E}"/>
                </a:ext>
              </a:extLst>
            </p:cNvPr>
            <p:cNvSpPr>
              <a:spLocks noChangeArrowheads="1"/>
            </p:cNvSpPr>
            <p:nvPr/>
          </p:nvSpPr>
          <p:spPr bwMode="auto">
            <a:xfrm>
              <a:off x="4851400" y="2095500"/>
              <a:ext cx="3770313"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10" name="Rectangle 5">
              <a:extLst>
                <a:ext uri="{FF2B5EF4-FFF2-40B4-BE49-F238E27FC236}">
                  <a16:creationId xmlns:a16="http://schemas.microsoft.com/office/drawing/2014/main" id="{8C424079-52DB-44F3-AD19-4D888E0E6B7C}"/>
                </a:ext>
              </a:extLst>
            </p:cNvPr>
            <p:cNvSpPr>
              <a:spLocks noChangeArrowheads="1"/>
            </p:cNvSpPr>
            <p:nvPr/>
          </p:nvSpPr>
          <p:spPr bwMode="auto">
            <a:xfrm>
              <a:off x="4879975" y="2097088"/>
              <a:ext cx="3744913" cy="461962"/>
            </a:xfrm>
            <a:prstGeom prst="rect">
              <a:avLst/>
            </a:prstGeom>
            <a:noFill/>
            <a:ln>
              <a:noFill/>
            </a:ln>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a:solidFill>
                    <a:schemeClr val="bg1"/>
                  </a:solidFill>
                  <a:sym typeface="+mn-lt"/>
                </a:rPr>
                <a:t>判断线性表</a:t>
              </a:r>
              <a:r>
                <a:rPr lang="en-US" altLang="zh-CN">
                  <a:solidFill>
                    <a:schemeClr val="bg1"/>
                  </a:solidFill>
                  <a:sym typeface="+mn-lt"/>
                </a:rPr>
                <a:t>L</a:t>
              </a:r>
              <a:r>
                <a:rPr lang="zh-CN" altLang="en-US">
                  <a:solidFill>
                    <a:schemeClr val="bg1"/>
                  </a:solidFill>
                  <a:sym typeface="+mn-lt"/>
                </a:rPr>
                <a:t>是否为空</a:t>
              </a:r>
            </a:p>
          </p:txBody>
        </p:sp>
      </p:grpSp>
      <p:grpSp>
        <p:nvGrpSpPr>
          <p:cNvPr id="11" name="组合 10">
            <a:extLst>
              <a:ext uri="{FF2B5EF4-FFF2-40B4-BE49-F238E27FC236}">
                <a16:creationId xmlns:a16="http://schemas.microsoft.com/office/drawing/2014/main" id="{2A4BF86F-CCB0-7142-BF75-6CBDCAF9B746}"/>
              </a:ext>
            </a:extLst>
          </p:cNvPr>
          <p:cNvGrpSpPr>
            <a:grpSpLocks/>
          </p:cNvGrpSpPr>
          <p:nvPr/>
        </p:nvGrpSpPr>
        <p:grpSpPr bwMode="auto">
          <a:xfrm>
            <a:off x="0" y="6380163"/>
            <a:ext cx="9144000" cy="431800"/>
            <a:chOff x="0" y="6379908"/>
            <a:chExt cx="9144000" cy="432048"/>
          </a:xfrm>
        </p:grpSpPr>
        <p:grpSp>
          <p:nvGrpSpPr>
            <p:cNvPr id="60425" name="组合 5">
              <a:extLst>
                <a:ext uri="{FF2B5EF4-FFF2-40B4-BE49-F238E27FC236}">
                  <a16:creationId xmlns:a16="http://schemas.microsoft.com/office/drawing/2014/main" id="{89255A8E-DA53-984E-B8B5-6F404D3ECEA4}"/>
                </a:ext>
              </a:extLst>
            </p:cNvPr>
            <p:cNvGrpSpPr>
              <a:grpSpLocks/>
            </p:cNvGrpSpPr>
            <p:nvPr/>
          </p:nvGrpSpPr>
          <p:grpSpPr bwMode="auto">
            <a:xfrm>
              <a:off x="0" y="6379908"/>
              <a:ext cx="9144000" cy="432048"/>
              <a:chOff x="0" y="6165304"/>
              <a:chExt cx="9144000" cy="432048"/>
            </a:xfrm>
          </p:grpSpPr>
          <p:cxnSp>
            <p:nvCxnSpPr>
              <p:cNvPr id="60427" name="直接连接符 6">
                <a:extLst>
                  <a:ext uri="{FF2B5EF4-FFF2-40B4-BE49-F238E27FC236}">
                    <a16:creationId xmlns:a16="http://schemas.microsoft.com/office/drawing/2014/main" id="{2510A395-ACC6-3F48-98F4-FBA4D5DCFB53}"/>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15" name="直接连接符 14">
                <a:extLst>
                  <a:ext uri="{FF2B5EF4-FFF2-40B4-BE49-F238E27FC236}">
                    <a16:creationId xmlns:a16="http://schemas.microsoft.com/office/drawing/2014/main" id="{D3C42314-F50C-41E4-924E-062378AB19E2}"/>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60429" name="直接连接符 8">
                <a:extLst>
                  <a:ext uri="{FF2B5EF4-FFF2-40B4-BE49-F238E27FC236}">
                    <a16:creationId xmlns:a16="http://schemas.microsoft.com/office/drawing/2014/main" id="{58EAC9C6-4BAD-E341-9C06-7BA7FBD49D82}"/>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13" name="Shape 26">
              <a:extLst>
                <a:ext uri="{FF2B5EF4-FFF2-40B4-BE49-F238E27FC236}">
                  <a16:creationId xmlns:a16="http://schemas.microsoft.com/office/drawing/2014/main" id="{A5149275-A2C5-4E5B-846A-18C94FBE766D}"/>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par>
                          <p:cTn id="15" fill="hold" nodeType="afterGroup">
                            <p:stCondLst>
                              <p:cond delay="500"/>
                            </p:stCondLst>
                            <p:childTnLst>
                              <p:par>
                                <p:cTn id="16" presetID="2" presetClass="entr" presetSubtype="4" fill="hold" nodeType="afterEffect">
                                  <p:stCondLst>
                                    <p:cond delay="0"/>
                                  </p:stCondLst>
                                  <p:childTnLst>
                                    <p:set>
                                      <p:cBhvr>
                                        <p:cTn id="17" dur="1" fill="hold">
                                          <p:stCondLst>
                                            <p:cond delay="0"/>
                                          </p:stCondLst>
                                        </p:cTn>
                                        <p:tgtEl>
                                          <p:spTgt spid="11"/>
                                        </p:tgtEl>
                                        <p:attrNameLst>
                                          <p:attrName>style.visibility</p:attrName>
                                        </p:attrNameLst>
                                      </p:cBhvr>
                                      <p:to>
                                        <p:strVal val="visible"/>
                                      </p:to>
                                    </p:set>
                                    <p:anim calcmode="lin" valueType="num">
                                      <p:cBhvr additive="base">
                                        <p:cTn id="18" dur="500" fill="hold"/>
                                        <p:tgtEl>
                                          <p:spTgt spid="11"/>
                                        </p:tgtEl>
                                        <p:attrNameLst>
                                          <p:attrName>ppt_x</p:attrName>
                                        </p:attrNameLst>
                                      </p:cBhvr>
                                      <p:tavLst>
                                        <p:tav tm="0">
                                          <p:val>
                                            <p:strVal val="#ppt_x"/>
                                          </p:val>
                                        </p:tav>
                                        <p:tav tm="100000">
                                          <p:val>
                                            <p:strVal val="#ppt_x"/>
                                          </p:val>
                                        </p:tav>
                                      </p:tavLst>
                                    </p:anim>
                                    <p:anim calcmode="lin" valueType="num">
                                      <p:cBhvr additive="base">
                                        <p:cTn id="19"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3794" name="Rectangle 95">
            <a:extLst>
              <a:ext uri="{FF2B5EF4-FFF2-40B4-BE49-F238E27FC236}">
                <a16:creationId xmlns:a16="http://schemas.microsoft.com/office/drawing/2014/main" id="{556BB2C4-7F06-43D4-A08C-1A5614AA11A4}"/>
              </a:ext>
            </a:extLst>
          </p:cNvPr>
          <p:cNvSpPr>
            <a:spLocks noGrp="1" noChangeArrowheads="1"/>
          </p:cNvSpPr>
          <p:nvPr>
            <p:ph idx="1"/>
          </p:nvPr>
        </p:nvSpPr>
        <p:spPr>
          <a:xfrm>
            <a:off x="627063" y="220663"/>
            <a:ext cx="4559300" cy="552450"/>
          </a:xfrm>
        </p:spPr>
        <p:txBody>
          <a:bodyPr anchor="ctr"/>
          <a:lstStyle/>
          <a:p>
            <a:pPr marL="171450" lvl="1" indent="0">
              <a:spcBef>
                <a:spcPct val="0"/>
              </a:spcBef>
              <a:buFontTx/>
              <a:buNone/>
            </a:pPr>
            <a:r>
              <a:rPr lang="zh-CN" altLang="en-US">
                <a:solidFill>
                  <a:schemeClr val="bg1"/>
                </a:solidFill>
                <a:sym typeface="+mn-lt"/>
              </a:rPr>
              <a:t>线性表的重要基本操作</a:t>
            </a:r>
          </a:p>
        </p:txBody>
      </p:sp>
      <p:sp>
        <p:nvSpPr>
          <p:cNvPr id="44" name="Freeform 5">
            <a:extLst>
              <a:ext uri="{FF2B5EF4-FFF2-40B4-BE49-F238E27FC236}">
                <a16:creationId xmlns:a16="http://schemas.microsoft.com/office/drawing/2014/main" id="{6674288F-1F20-48E7-986B-809CA18E728A}"/>
              </a:ext>
            </a:extLst>
          </p:cNvPr>
          <p:cNvSpPr>
            <a:spLocks/>
          </p:cNvSpPr>
          <p:nvPr/>
        </p:nvSpPr>
        <p:spPr bwMode="auto">
          <a:xfrm>
            <a:off x="4984750" y="1636713"/>
            <a:ext cx="1770063" cy="1785937"/>
          </a:xfrm>
          <a:custGeom>
            <a:avLst/>
            <a:gdLst>
              <a:gd name="T0" fmla="*/ 4 w 424"/>
              <a:gd name="T1" fmla="*/ 221 h 428"/>
              <a:gd name="T2" fmla="*/ 203 w 424"/>
              <a:gd name="T3" fmla="*/ 5 h 428"/>
              <a:gd name="T4" fmla="*/ 419 w 424"/>
              <a:gd name="T5" fmla="*/ 204 h 428"/>
              <a:gd name="T6" fmla="*/ 220 w 424"/>
              <a:gd name="T7" fmla="*/ 419 h 428"/>
              <a:gd name="T8" fmla="*/ 13 w 424"/>
              <a:gd name="T9" fmla="*/ 428 h 428"/>
              <a:gd name="T10" fmla="*/ 4 w 424"/>
              <a:gd name="T11" fmla="*/ 221 h 428"/>
            </a:gdLst>
            <a:ahLst/>
            <a:cxnLst>
              <a:cxn ang="0">
                <a:pos x="T0" y="T1"/>
              </a:cxn>
              <a:cxn ang="0">
                <a:pos x="T2" y="T3"/>
              </a:cxn>
              <a:cxn ang="0">
                <a:pos x="T4" y="T5"/>
              </a:cxn>
              <a:cxn ang="0">
                <a:pos x="T6" y="T7"/>
              </a:cxn>
              <a:cxn ang="0">
                <a:pos x="T8" y="T9"/>
              </a:cxn>
              <a:cxn ang="0">
                <a:pos x="T10" y="T11"/>
              </a:cxn>
            </a:cxnLst>
            <a:rect l="0" t="0" r="r" b="b"/>
            <a:pathLst>
              <a:path w="424" h="428">
                <a:moveTo>
                  <a:pt x="4" y="221"/>
                </a:moveTo>
                <a:cubicBezTo>
                  <a:pt x="0" y="106"/>
                  <a:pt x="89" y="10"/>
                  <a:pt x="203" y="5"/>
                </a:cubicBezTo>
                <a:cubicBezTo>
                  <a:pt x="318" y="0"/>
                  <a:pt x="415" y="89"/>
                  <a:pt x="419" y="204"/>
                </a:cubicBezTo>
                <a:cubicBezTo>
                  <a:pt x="424" y="318"/>
                  <a:pt x="335" y="415"/>
                  <a:pt x="220" y="419"/>
                </a:cubicBezTo>
                <a:cubicBezTo>
                  <a:pt x="163" y="422"/>
                  <a:pt x="13" y="428"/>
                  <a:pt x="13" y="428"/>
                </a:cubicBezTo>
                <a:cubicBezTo>
                  <a:pt x="13" y="428"/>
                  <a:pt x="7" y="278"/>
                  <a:pt x="4" y="221"/>
                </a:cubicBezTo>
                <a:close/>
              </a:path>
            </a:pathLst>
          </a:cu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45" name="Freeform 6">
            <a:extLst>
              <a:ext uri="{FF2B5EF4-FFF2-40B4-BE49-F238E27FC236}">
                <a16:creationId xmlns:a16="http://schemas.microsoft.com/office/drawing/2014/main" id="{BB14A4BA-DDB4-409A-AA41-FF0DB1B43AA5}"/>
              </a:ext>
            </a:extLst>
          </p:cNvPr>
          <p:cNvSpPr>
            <a:spLocks/>
          </p:cNvSpPr>
          <p:nvPr/>
        </p:nvSpPr>
        <p:spPr bwMode="auto">
          <a:xfrm>
            <a:off x="2105025" y="2382838"/>
            <a:ext cx="1895475" cy="1744662"/>
          </a:xfrm>
          <a:custGeom>
            <a:avLst/>
            <a:gdLst>
              <a:gd name="T0" fmla="*/ 289 w 454"/>
              <a:gd name="T1" fmla="*/ 374 h 418"/>
              <a:gd name="T2" fmla="*/ 44 w 454"/>
              <a:gd name="T3" fmla="*/ 288 h 418"/>
              <a:gd name="T4" fmla="*/ 130 w 454"/>
              <a:gd name="T5" fmla="*/ 43 h 418"/>
              <a:gd name="T6" fmla="*/ 374 w 454"/>
              <a:gd name="T7" fmla="*/ 130 h 418"/>
              <a:gd name="T8" fmla="*/ 454 w 454"/>
              <a:gd name="T9" fmla="*/ 295 h 418"/>
              <a:gd name="T10" fmla="*/ 289 w 454"/>
              <a:gd name="T11" fmla="*/ 374 h 418"/>
            </a:gdLst>
            <a:ahLst/>
            <a:cxnLst>
              <a:cxn ang="0">
                <a:pos x="T0" y="T1"/>
              </a:cxn>
              <a:cxn ang="0">
                <a:pos x="T2" y="T3"/>
              </a:cxn>
              <a:cxn ang="0">
                <a:pos x="T4" y="T5"/>
              </a:cxn>
              <a:cxn ang="0">
                <a:pos x="T6" y="T7"/>
              </a:cxn>
              <a:cxn ang="0">
                <a:pos x="T8" y="T9"/>
              </a:cxn>
              <a:cxn ang="0">
                <a:pos x="T10" y="T11"/>
              </a:cxn>
            </a:cxnLst>
            <a:rect l="0" t="0" r="r" b="b"/>
            <a:pathLst>
              <a:path w="454" h="418">
                <a:moveTo>
                  <a:pt x="289" y="374"/>
                </a:moveTo>
                <a:cubicBezTo>
                  <a:pt x="197" y="418"/>
                  <a:pt x="88" y="380"/>
                  <a:pt x="44" y="288"/>
                </a:cubicBezTo>
                <a:cubicBezTo>
                  <a:pt x="0" y="197"/>
                  <a:pt x="39" y="87"/>
                  <a:pt x="130" y="43"/>
                </a:cubicBezTo>
                <a:cubicBezTo>
                  <a:pt x="221" y="0"/>
                  <a:pt x="331" y="38"/>
                  <a:pt x="374" y="130"/>
                </a:cubicBezTo>
                <a:cubicBezTo>
                  <a:pt x="397" y="176"/>
                  <a:pt x="454" y="295"/>
                  <a:pt x="454" y="295"/>
                </a:cubicBezTo>
                <a:cubicBezTo>
                  <a:pt x="454" y="295"/>
                  <a:pt x="334" y="353"/>
                  <a:pt x="289" y="374"/>
                </a:cubicBezTo>
                <a:close/>
              </a:path>
            </a:pathLst>
          </a:cu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46" name="Freeform 7">
            <a:extLst>
              <a:ext uri="{FF2B5EF4-FFF2-40B4-BE49-F238E27FC236}">
                <a16:creationId xmlns:a16="http://schemas.microsoft.com/office/drawing/2014/main" id="{602168E1-72D5-4464-B265-0CC5F322F92F}"/>
              </a:ext>
            </a:extLst>
          </p:cNvPr>
          <p:cNvSpPr>
            <a:spLocks/>
          </p:cNvSpPr>
          <p:nvPr/>
        </p:nvSpPr>
        <p:spPr bwMode="auto">
          <a:xfrm>
            <a:off x="2794000" y="4002088"/>
            <a:ext cx="1314450" cy="1268412"/>
          </a:xfrm>
          <a:custGeom>
            <a:avLst/>
            <a:gdLst>
              <a:gd name="T0" fmla="*/ 293 w 315"/>
              <a:gd name="T1" fmla="*/ 173 h 304"/>
              <a:gd name="T2" fmla="*/ 131 w 315"/>
              <a:gd name="T3" fmla="*/ 292 h 304"/>
              <a:gd name="T4" fmla="*/ 12 w 315"/>
              <a:gd name="T5" fmla="*/ 130 h 304"/>
              <a:gd name="T6" fmla="*/ 174 w 315"/>
              <a:gd name="T7" fmla="*/ 12 h 304"/>
              <a:gd name="T8" fmla="*/ 315 w 315"/>
              <a:gd name="T9" fmla="*/ 33 h 304"/>
              <a:gd name="T10" fmla="*/ 293 w 315"/>
              <a:gd name="T11" fmla="*/ 173 h 304"/>
            </a:gdLst>
            <a:ahLst/>
            <a:cxnLst>
              <a:cxn ang="0">
                <a:pos x="T0" y="T1"/>
              </a:cxn>
              <a:cxn ang="0">
                <a:pos x="T2" y="T3"/>
              </a:cxn>
              <a:cxn ang="0">
                <a:pos x="T4" y="T5"/>
              </a:cxn>
              <a:cxn ang="0">
                <a:pos x="T6" y="T7"/>
              </a:cxn>
              <a:cxn ang="0">
                <a:pos x="T8" y="T9"/>
              </a:cxn>
              <a:cxn ang="0">
                <a:pos x="T10" y="T11"/>
              </a:cxn>
            </a:cxnLst>
            <a:rect l="0" t="0" r="r" b="b"/>
            <a:pathLst>
              <a:path w="315" h="304">
                <a:moveTo>
                  <a:pt x="293" y="173"/>
                </a:moveTo>
                <a:cubicBezTo>
                  <a:pt x="281" y="251"/>
                  <a:pt x="209" y="304"/>
                  <a:pt x="131" y="292"/>
                </a:cubicBezTo>
                <a:cubicBezTo>
                  <a:pt x="54" y="280"/>
                  <a:pt x="0" y="208"/>
                  <a:pt x="12" y="130"/>
                </a:cubicBezTo>
                <a:cubicBezTo>
                  <a:pt x="24" y="53"/>
                  <a:pt x="97" y="0"/>
                  <a:pt x="174" y="12"/>
                </a:cubicBezTo>
                <a:cubicBezTo>
                  <a:pt x="213" y="18"/>
                  <a:pt x="315" y="33"/>
                  <a:pt x="315" y="33"/>
                </a:cubicBezTo>
                <a:cubicBezTo>
                  <a:pt x="315" y="33"/>
                  <a:pt x="299" y="135"/>
                  <a:pt x="293" y="173"/>
                </a:cubicBezTo>
                <a:close/>
              </a:path>
            </a:pathLst>
          </a:cu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47" name="Oval 8">
            <a:extLst>
              <a:ext uri="{FF2B5EF4-FFF2-40B4-BE49-F238E27FC236}">
                <a16:creationId xmlns:a16="http://schemas.microsoft.com/office/drawing/2014/main" id="{7931E8EE-2C71-4045-8D55-9BE4497D0F6D}"/>
              </a:ext>
            </a:extLst>
          </p:cNvPr>
          <p:cNvSpPr>
            <a:spLocks noChangeArrowheads="1"/>
          </p:cNvSpPr>
          <p:nvPr/>
        </p:nvSpPr>
        <p:spPr bwMode="auto">
          <a:xfrm>
            <a:off x="2720975" y="2036763"/>
            <a:ext cx="3683000" cy="3679825"/>
          </a:xfrm>
          <a:prstGeom prst="ellipse">
            <a:avLst/>
          </a:pr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34824" name="Freeform 10">
            <a:extLst>
              <a:ext uri="{FF2B5EF4-FFF2-40B4-BE49-F238E27FC236}">
                <a16:creationId xmlns:a16="http://schemas.microsoft.com/office/drawing/2014/main" id="{809F4D1F-BCB9-4EC1-AB09-6B32DFF0C770}"/>
              </a:ext>
            </a:extLst>
          </p:cNvPr>
          <p:cNvSpPr>
            <a:spLocks/>
          </p:cNvSpPr>
          <p:nvPr/>
        </p:nvSpPr>
        <p:spPr bwMode="auto">
          <a:xfrm>
            <a:off x="2889250" y="4073525"/>
            <a:ext cx="1157288" cy="1104900"/>
          </a:xfrm>
          <a:custGeom>
            <a:avLst/>
            <a:gdLst>
              <a:gd name="T0" fmla="*/ 1040174 w 277"/>
              <a:gd name="T1" fmla="*/ 671541 h 265"/>
              <a:gd name="T2" fmla="*/ 430273 w 277"/>
              <a:gd name="T3" fmla="*/ 1038595 h 265"/>
              <a:gd name="T4" fmla="*/ 62661 w 277"/>
              <a:gd name="T5" fmla="*/ 433791 h 265"/>
              <a:gd name="T6" fmla="*/ 672562 w 277"/>
              <a:gd name="T7" fmla="*/ 66737 h 265"/>
              <a:gd name="T8" fmla="*/ 1157141 w 277"/>
              <a:gd name="T9" fmla="*/ 187698 h 265"/>
              <a:gd name="T10" fmla="*/ 1040174 w 277"/>
              <a:gd name="T11" fmla="*/ 671541 h 26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77" h="265">
                <a:moveTo>
                  <a:pt x="249" y="161"/>
                </a:moveTo>
                <a:cubicBezTo>
                  <a:pt x="233" y="226"/>
                  <a:pt x="168" y="265"/>
                  <a:pt x="103" y="249"/>
                </a:cubicBezTo>
                <a:cubicBezTo>
                  <a:pt x="39" y="233"/>
                  <a:pt x="0" y="168"/>
                  <a:pt x="15" y="104"/>
                </a:cubicBezTo>
                <a:cubicBezTo>
                  <a:pt x="31" y="39"/>
                  <a:pt x="96" y="0"/>
                  <a:pt x="161" y="16"/>
                </a:cubicBezTo>
                <a:cubicBezTo>
                  <a:pt x="193" y="24"/>
                  <a:pt x="277" y="45"/>
                  <a:pt x="277" y="45"/>
                </a:cubicBezTo>
                <a:cubicBezTo>
                  <a:pt x="277" y="45"/>
                  <a:pt x="257" y="129"/>
                  <a:pt x="249" y="161"/>
                </a:cubicBezTo>
                <a:close/>
              </a:path>
            </a:pathLst>
          </a:custGeom>
          <a:solidFill>
            <a:srgbClr val="6C4C8F"/>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25" name="Freeform 11">
            <a:extLst>
              <a:ext uri="{FF2B5EF4-FFF2-40B4-BE49-F238E27FC236}">
                <a16:creationId xmlns:a16="http://schemas.microsoft.com/office/drawing/2014/main" id="{22F20725-B1F6-4822-B41B-4FEBB75FD2DB}"/>
              </a:ext>
            </a:extLst>
          </p:cNvPr>
          <p:cNvSpPr>
            <a:spLocks/>
          </p:cNvSpPr>
          <p:nvPr/>
        </p:nvSpPr>
        <p:spPr bwMode="auto">
          <a:xfrm>
            <a:off x="2243138" y="2484438"/>
            <a:ext cx="1724025" cy="1589087"/>
          </a:xfrm>
          <a:custGeom>
            <a:avLst/>
            <a:gdLst>
              <a:gd name="T0" fmla="*/ 1102170 w 413"/>
              <a:gd name="T1" fmla="*/ 1418127 h 381"/>
              <a:gd name="T2" fmla="*/ 171170 w 413"/>
              <a:gd name="T3" fmla="*/ 1101134 h 381"/>
              <a:gd name="T4" fmla="*/ 488462 w 413"/>
              <a:gd name="T5" fmla="*/ 171009 h 381"/>
              <a:gd name="T6" fmla="*/ 1419461 w 413"/>
              <a:gd name="T7" fmla="*/ 488002 h 381"/>
              <a:gd name="T8" fmla="*/ 1724228 w 413"/>
              <a:gd name="T9" fmla="*/ 1113646 h 381"/>
              <a:gd name="T10" fmla="*/ 1102170 w 413"/>
              <a:gd name="T11" fmla="*/ 1418127 h 3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13" h="381">
                <a:moveTo>
                  <a:pt x="264" y="340"/>
                </a:moveTo>
                <a:cubicBezTo>
                  <a:pt x="181" y="381"/>
                  <a:pt x="81" y="347"/>
                  <a:pt x="41" y="264"/>
                </a:cubicBezTo>
                <a:cubicBezTo>
                  <a:pt x="0" y="181"/>
                  <a:pt x="34" y="81"/>
                  <a:pt x="117" y="41"/>
                </a:cubicBezTo>
                <a:cubicBezTo>
                  <a:pt x="200" y="0"/>
                  <a:pt x="299" y="34"/>
                  <a:pt x="340" y="117"/>
                </a:cubicBezTo>
                <a:cubicBezTo>
                  <a:pt x="360" y="159"/>
                  <a:pt x="413" y="267"/>
                  <a:pt x="413" y="267"/>
                </a:cubicBezTo>
                <a:cubicBezTo>
                  <a:pt x="413" y="267"/>
                  <a:pt x="305" y="320"/>
                  <a:pt x="264" y="34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26" name="Freeform 12">
            <a:extLst>
              <a:ext uri="{FF2B5EF4-FFF2-40B4-BE49-F238E27FC236}">
                <a16:creationId xmlns:a16="http://schemas.microsoft.com/office/drawing/2014/main" id="{BA8C7E99-C396-476A-81D8-0F0C02B55CEF}"/>
              </a:ext>
            </a:extLst>
          </p:cNvPr>
          <p:cNvSpPr>
            <a:spLocks/>
          </p:cNvSpPr>
          <p:nvPr/>
        </p:nvSpPr>
        <p:spPr bwMode="auto">
          <a:xfrm>
            <a:off x="4984750" y="1752600"/>
            <a:ext cx="1649413" cy="1665288"/>
          </a:xfrm>
          <a:custGeom>
            <a:avLst/>
            <a:gdLst>
              <a:gd name="T0" fmla="*/ 20864 w 395"/>
              <a:gd name="T1" fmla="*/ 859656 h 399"/>
              <a:gd name="T2" fmla="*/ 792835 w 395"/>
              <a:gd name="T3" fmla="*/ 20865 h 399"/>
              <a:gd name="T4" fmla="*/ 1631572 w 395"/>
              <a:gd name="T5" fmla="*/ 792886 h 399"/>
              <a:gd name="T6" fmla="*/ 859600 w 395"/>
              <a:gd name="T7" fmla="*/ 1631676 h 399"/>
              <a:gd name="T8" fmla="*/ 54247 w 395"/>
              <a:gd name="T9" fmla="*/ 1665061 h 399"/>
              <a:gd name="T10" fmla="*/ 20864 w 395"/>
              <a:gd name="T11" fmla="*/ 859656 h 39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95" h="399">
                <a:moveTo>
                  <a:pt x="5" y="206"/>
                </a:moveTo>
                <a:cubicBezTo>
                  <a:pt x="0" y="99"/>
                  <a:pt x="83" y="9"/>
                  <a:pt x="190" y="5"/>
                </a:cubicBezTo>
                <a:cubicBezTo>
                  <a:pt x="297" y="0"/>
                  <a:pt x="387" y="83"/>
                  <a:pt x="391" y="190"/>
                </a:cubicBezTo>
                <a:cubicBezTo>
                  <a:pt x="395" y="297"/>
                  <a:pt x="313" y="386"/>
                  <a:pt x="206" y="391"/>
                </a:cubicBezTo>
                <a:cubicBezTo>
                  <a:pt x="152" y="393"/>
                  <a:pt x="13" y="399"/>
                  <a:pt x="13" y="399"/>
                </a:cubicBezTo>
                <a:cubicBezTo>
                  <a:pt x="13" y="399"/>
                  <a:pt x="7" y="259"/>
                  <a:pt x="5" y="206"/>
                </a:cubicBezTo>
                <a:close/>
              </a:path>
            </a:pathLst>
          </a:custGeom>
          <a:solidFill>
            <a:srgbClr val="FFC000"/>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51" name="Freeform 13">
            <a:extLst>
              <a:ext uri="{FF2B5EF4-FFF2-40B4-BE49-F238E27FC236}">
                <a16:creationId xmlns:a16="http://schemas.microsoft.com/office/drawing/2014/main" id="{911BDC14-85A6-4F9A-8EF9-901BF5662B31}"/>
              </a:ext>
            </a:extLst>
          </p:cNvPr>
          <p:cNvSpPr>
            <a:spLocks/>
          </p:cNvSpPr>
          <p:nvPr/>
        </p:nvSpPr>
        <p:spPr bwMode="auto">
          <a:xfrm rot="20816061">
            <a:off x="5327650" y="3617913"/>
            <a:ext cx="915988" cy="846137"/>
          </a:xfrm>
          <a:custGeom>
            <a:avLst/>
            <a:gdLst>
              <a:gd name="T0" fmla="*/ 90 w 186"/>
              <a:gd name="T1" fmla="*/ 2 h 183"/>
              <a:gd name="T2" fmla="*/ 184 w 186"/>
              <a:gd name="T3" fmla="*/ 88 h 183"/>
              <a:gd name="T4" fmla="*/ 97 w 186"/>
              <a:gd name="T5" fmla="*/ 181 h 183"/>
              <a:gd name="T6" fmla="*/ 4 w 186"/>
              <a:gd name="T7" fmla="*/ 95 h 183"/>
              <a:gd name="T8" fmla="*/ 0 w 186"/>
              <a:gd name="T9" fmla="*/ 5 h 183"/>
              <a:gd name="T10" fmla="*/ 90 w 186"/>
              <a:gd name="T11" fmla="*/ 2 h 183"/>
            </a:gdLst>
            <a:ahLst/>
            <a:cxnLst>
              <a:cxn ang="0">
                <a:pos x="T0" y="T1"/>
              </a:cxn>
              <a:cxn ang="0">
                <a:pos x="T2" y="T3"/>
              </a:cxn>
              <a:cxn ang="0">
                <a:pos x="T4" y="T5"/>
              </a:cxn>
              <a:cxn ang="0">
                <a:pos x="T6" y="T7"/>
              </a:cxn>
              <a:cxn ang="0">
                <a:pos x="T8" y="T9"/>
              </a:cxn>
              <a:cxn ang="0">
                <a:pos x="T10" y="T11"/>
              </a:cxn>
            </a:cxnLst>
            <a:rect l="0" t="0" r="r" b="b"/>
            <a:pathLst>
              <a:path w="186" h="183">
                <a:moveTo>
                  <a:pt x="90" y="2"/>
                </a:moveTo>
                <a:cubicBezTo>
                  <a:pt x="140" y="0"/>
                  <a:pt x="182" y="38"/>
                  <a:pt x="184" y="88"/>
                </a:cubicBezTo>
                <a:cubicBezTo>
                  <a:pt x="186" y="137"/>
                  <a:pt x="147" y="179"/>
                  <a:pt x="97" y="181"/>
                </a:cubicBezTo>
                <a:cubicBezTo>
                  <a:pt x="48" y="183"/>
                  <a:pt x="6" y="145"/>
                  <a:pt x="4" y="95"/>
                </a:cubicBezTo>
                <a:cubicBezTo>
                  <a:pt x="3" y="70"/>
                  <a:pt x="0" y="5"/>
                  <a:pt x="0" y="5"/>
                </a:cubicBezTo>
                <a:cubicBezTo>
                  <a:pt x="0" y="5"/>
                  <a:pt x="65" y="3"/>
                  <a:pt x="90" y="2"/>
                </a:cubicBezTo>
                <a:close/>
              </a:path>
            </a:pathLst>
          </a:custGeom>
          <a:solidFill>
            <a:schemeClr val="accent2">
              <a:lumMod val="60000"/>
              <a:lumOff val="40000"/>
            </a:schemeClr>
          </a:solidFill>
          <a:ln>
            <a:noFill/>
          </a:ln>
        </p:spPr>
        <p:txBody>
          <a:bodyPr lIns="121954" tIns="60977" rIns="121954" bIns="60977"/>
          <a:lstStyle/>
          <a:p>
            <a:pPr eaLnBrk="1" fontAlgn="auto" hangingPunct="1">
              <a:spcBef>
                <a:spcPts val="0"/>
              </a:spcBef>
              <a:spcAft>
                <a:spcPts val="0"/>
              </a:spcAft>
              <a:defRPr/>
            </a:pPr>
            <a:endParaRPr lang="zh-CN" altLang="en-US" sz="2100">
              <a:solidFill>
                <a:prstClr val="black"/>
              </a:solidFill>
              <a:latin typeface="+mn-lt"/>
              <a:ea typeface="+mn-ea"/>
              <a:cs typeface="+mn-ea"/>
              <a:sym typeface="+mn-lt"/>
            </a:endParaRPr>
          </a:p>
        </p:txBody>
      </p:sp>
      <p:sp>
        <p:nvSpPr>
          <p:cNvPr id="34828" name="Freeform 14">
            <a:extLst>
              <a:ext uri="{FF2B5EF4-FFF2-40B4-BE49-F238E27FC236}">
                <a16:creationId xmlns:a16="http://schemas.microsoft.com/office/drawing/2014/main" id="{103BE4AC-EABC-4A5F-B513-B9E0DA40ECE1}"/>
              </a:ext>
            </a:extLst>
          </p:cNvPr>
          <p:cNvSpPr>
            <a:spLocks/>
          </p:cNvSpPr>
          <p:nvPr/>
        </p:nvSpPr>
        <p:spPr bwMode="auto">
          <a:xfrm rot="-1148308">
            <a:off x="4497388" y="4657725"/>
            <a:ext cx="847725" cy="760413"/>
          </a:xfrm>
          <a:custGeom>
            <a:avLst/>
            <a:gdLst>
              <a:gd name="T0" fmla="*/ 679612 w 116"/>
              <a:gd name="T1" fmla="*/ 203409 h 131"/>
              <a:gd name="T2" fmla="*/ 701535 w 116"/>
              <a:gd name="T3" fmla="*/ 633473 h 131"/>
              <a:gd name="T4" fmla="*/ 168076 w 116"/>
              <a:gd name="T5" fmla="*/ 650908 h 131"/>
              <a:gd name="T6" fmla="*/ 146153 w 116"/>
              <a:gd name="T7" fmla="*/ 220844 h 131"/>
              <a:gd name="T8" fmla="*/ 401921 w 116"/>
              <a:gd name="T9" fmla="*/ 0 h 131"/>
              <a:gd name="T10" fmla="*/ 679612 w 116"/>
              <a:gd name="T11" fmla="*/ 203409 h 13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6" h="131">
                <a:moveTo>
                  <a:pt x="93" y="35"/>
                </a:moveTo>
                <a:cubicBezTo>
                  <a:pt x="115" y="54"/>
                  <a:pt x="116" y="87"/>
                  <a:pt x="96" y="109"/>
                </a:cubicBezTo>
                <a:cubicBezTo>
                  <a:pt x="77" y="130"/>
                  <a:pt x="44" y="131"/>
                  <a:pt x="23" y="112"/>
                </a:cubicBezTo>
                <a:cubicBezTo>
                  <a:pt x="2" y="92"/>
                  <a:pt x="0" y="59"/>
                  <a:pt x="20" y="38"/>
                </a:cubicBezTo>
                <a:cubicBezTo>
                  <a:pt x="30" y="27"/>
                  <a:pt x="55" y="0"/>
                  <a:pt x="55" y="0"/>
                </a:cubicBezTo>
                <a:cubicBezTo>
                  <a:pt x="55" y="0"/>
                  <a:pt x="83" y="25"/>
                  <a:pt x="93" y="35"/>
                </a:cubicBezTo>
                <a:close/>
              </a:path>
            </a:pathLst>
          </a:custGeom>
          <a:solidFill>
            <a:srgbClr val="EBAC07"/>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53" name="Oval 16">
            <a:extLst>
              <a:ext uri="{FF2B5EF4-FFF2-40B4-BE49-F238E27FC236}">
                <a16:creationId xmlns:a16="http://schemas.microsoft.com/office/drawing/2014/main" id="{99B3A66F-FEF1-4AB1-BA2F-DFE19586B0F0}"/>
              </a:ext>
            </a:extLst>
          </p:cNvPr>
          <p:cNvSpPr>
            <a:spLocks noChangeArrowheads="1"/>
          </p:cNvSpPr>
          <p:nvPr/>
        </p:nvSpPr>
        <p:spPr bwMode="auto">
          <a:xfrm>
            <a:off x="3587750" y="2900363"/>
            <a:ext cx="1949450" cy="1949450"/>
          </a:xfrm>
          <a:prstGeom prst="ellipse">
            <a:avLst/>
          </a:prstGeom>
          <a:solidFill>
            <a:sysClr val="window" lastClr="FFFFFF">
              <a:lumMod val="85000"/>
            </a:sysClr>
          </a:solidFill>
          <a:ln w="12" cap="flat">
            <a:noFill/>
            <a:prstDash val="solid"/>
            <a:miter lim="800000"/>
            <a:headEnd/>
            <a:tailEnd/>
          </a:ln>
        </p:spPr>
        <p:txBody>
          <a:bodyPr lIns="121954" tIns="60977" rIns="121954" bIns="60977"/>
          <a:lstStyle/>
          <a:p>
            <a:pPr eaLnBrk="1" fontAlgn="auto" hangingPunct="1">
              <a:spcBef>
                <a:spcPts val="0"/>
              </a:spcBef>
              <a:spcAft>
                <a:spcPts val="0"/>
              </a:spcAft>
              <a:defRPr/>
            </a:pPr>
            <a:endParaRPr lang="zh-CN" altLang="en-US" sz="1800" kern="0">
              <a:solidFill>
                <a:prstClr val="black"/>
              </a:solidFill>
              <a:latin typeface="+mn-lt"/>
              <a:ea typeface="+mn-ea"/>
              <a:cs typeface="+mn-ea"/>
              <a:sym typeface="+mn-lt"/>
            </a:endParaRPr>
          </a:p>
        </p:txBody>
      </p:sp>
      <p:sp>
        <p:nvSpPr>
          <p:cNvPr id="34830" name="Freeform 17">
            <a:extLst>
              <a:ext uri="{FF2B5EF4-FFF2-40B4-BE49-F238E27FC236}">
                <a16:creationId xmlns:a16="http://schemas.microsoft.com/office/drawing/2014/main" id="{F4211B0F-3345-4D6A-AE49-366EAD88D0BC}"/>
              </a:ext>
            </a:extLst>
          </p:cNvPr>
          <p:cNvSpPr>
            <a:spLocks/>
          </p:cNvSpPr>
          <p:nvPr/>
        </p:nvSpPr>
        <p:spPr bwMode="auto">
          <a:xfrm>
            <a:off x="3749675" y="4278313"/>
            <a:ext cx="193675" cy="174625"/>
          </a:xfrm>
          <a:custGeom>
            <a:avLst/>
            <a:gdLst>
              <a:gd name="T0" fmla="*/ 0 w 109"/>
              <a:gd name="T1" fmla="*/ 21188 h 99"/>
              <a:gd name="T2" fmla="*/ 192563 w 109"/>
              <a:gd name="T3" fmla="*/ 0 h 99"/>
              <a:gd name="T4" fmla="*/ 113065 w 109"/>
              <a:gd name="T5" fmla="*/ 174804 h 99"/>
              <a:gd name="T6" fmla="*/ 104231 w 109"/>
              <a:gd name="T7" fmla="*/ 61799 h 99"/>
              <a:gd name="T8" fmla="*/ 0 w 109"/>
              <a:gd name="T9" fmla="*/ 21188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99">
                <a:moveTo>
                  <a:pt x="0" y="12"/>
                </a:moveTo>
                <a:lnTo>
                  <a:pt x="109" y="0"/>
                </a:lnTo>
                <a:lnTo>
                  <a:pt x="64" y="99"/>
                </a:lnTo>
                <a:lnTo>
                  <a:pt x="59" y="35"/>
                </a:lnTo>
                <a:lnTo>
                  <a:pt x="0" y="12"/>
                </a:lnTo>
                <a:close/>
              </a:path>
            </a:pathLst>
          </a:custGeom>
          <a:solidFill>
            <a:srgbClr val="F83003"/>
          </a:solidFill>
          <a:ln>
            <a:noFill/>
          </a:ln>
          <a:extLst>
            <a:ext uri="{91240B29-F687-4F45-9708-019B960494DF}">
              <a14:hiddenLine xmlns:a14="http://schemas.microsoft.com/office/drawing/2010/main" w="9525">
                <a:solidFill>
                  <a:srgbClr val="000000"/>
                </a:solidFill>
                <a:miter lim="800000"/>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1" name="Freeform 18">
            <a:extLst>
              <a:ext uri="{FF2B5EF4-FFF2-40B4-BE49-F238E27FC236}">
                <a16:creationId xmlns:a16="http://schemas.microsoft.com/office/drawing/2014/main" id="{3EF1A007-32BF-47C6-9F48-A6904702E0DB}"/>
              </a:ext>
            </a:extLst>
          </p:cNvPr>
          <p:cNvSpPr>
            <a:spLocks/>
          </p:cNvSpPr>
          <p:nvPr/>
        </p:nvSpPr>
        <p:spPr bwMode="auto">
          <a:xfrm>
            <a:off x="3713163" y="3438525"/>
            <a:ext cx="187325" cy="171450"/>
          </a:xfrm>
          <a:custGeom>
            <a:avLst/>
            <a:gdLst>
              <a:gd name="T0" fmla="*/ 74199 w 106"/>
              <a:gd name="T1" fmla="*/ 0 h 97"/>
              <a:gd name="T2" fmla="*/ 187263 w 106"/>
              <a:gd name="T3" fmla="*/ 150085 h 97"/>
              <a:gd name="T4" fmla="*/ 0 w 106"/>
              <a:gd name="T5" fmla="*/ 171273 h 97"/>
              <a:gd name="T6" fmla="*/ 91865 w 106"/>
              <a:gd name="T7" fmla="*/ 107708 h 97"/>
              <a:gd name="T8" fmla="*/ 74199 w 106"/>
              <a:gd name="T9" fmla="*/ 0 h 9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6" h="97">
                <a:moveTo>
                  <a:pt x="42" y="0"/>
                </a:moveTo>
                <a:lnTo>
                  <a:pt x="106" y="85"/>
                </a:lnTo>
                <a:lnTo>
                  <a:pt x="0" y="97"/>
                </a:lnTo>
                <a:lnTo>
                  <a:pt x="52" y="61"/>
                </a:lnTo>
                <a:lnTo>
                  <a:pt x="42" y="0"/>
                </a:lnTo>
                <a:close/>
              </a:path>
            </a:pathLst>
          </a:custGeom>
          <a:solidFill>
            <a:srgbClr val="A2B932"/>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2" name="Freeform 20">
            <a:extLst>
              <a:ext uri="{FF2B5EF4-FFF2-40B4-BE49-F238E27FC236}">
                <a16:creationId xmlns:a16="http://schemas.microsoft.com/office/drawing/2014/main" id="{A7EE00DF-15E1-4BD7-BD60-F8C18C372456}"/>
              </a:ext>
            </a:extLst>
          </p:cNvPr>
          <p:cNvSpPr>
            <a:spLocks/>
          </p:cNvSpPr>
          <p:nvPr/>
        </p:nvSpPr>
        <p:spPr bwMode="auto">
          <a:xfrm>
            <a:off x="5076825" y="3184525"/>
            <a:ext cx="180975" cy="187325"/>
          </a:xfrm>
          <a:custGeom>
            <a:avLst/>
            <a:gdLst>
              <a:gd name="T0" fmla="*/ 180196 w 102"/>
              <a:gd name="T1" fmla="*/ 125365 h 106"/>
              <a:gd name="T2" fmla="*/ 0 w 102"/>
              <a:gd name="T3" fmla="*/ 187165 h 106"/>
              <a:gd name="T4" fmla="*/ 38866 w 102"/>
              <a:gd name="T5" fmla="*/ 0 h 106"/>
              <a:gd name="T6" fmla="*/ 70665 w 102"/>
              <a:gd name="T7" fmla="*/ 104177 h 106"/>
              <a:gd name="T8" fmla="*/ 180196 w 102"/>
              <a:gd name="T9" fmla="*/ 125365 h 10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2" h="106">
                <a:moveTo>
                  <a:pt x="102" y="71"/>
                </a:moveTo>
                <a:lnTo>
                  <a:pt x="0" y="106"/>
                </a:lnTo>
                <a:lnTo>
                  <a:pt x="22" y="0"/>
                </a:lnTo>
                <a:lnTo>
                  <a:pt x="40" y="59"/>
                </a:lnTo>
                <a:lnTo>
                  <a:pt x="102" y="71"/>
                </a:lnTo>
                <a:close/>
              </a:path>
            </a:pathLst>
          </a:custGeom>
          <a:solidFill>
            <a:srgbClr val="F83003"/>
          </a:solidFill>
          <a:ln>
            <a:noFill/>
          </a:ln>
          <a:extLst>
            <a:ext uri="{91240B29-F687-4F45-9708-019B960494DF}">
              <a14:hiddenLine xmlns:a14="http://schemas.microsoft.com/office/drawing/2010/main" w="9525">
                <a:solidFill>
                  <a:srgbClr val="000000"/>
                </a:solidFill>
                <a:miter lim="800000"/>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3" name="Freeform 21">
            <a:extLst>
              <a:ext uri="{FF2B5EF4-FFF2-40B4-BE49-F238E27FC236}">
                <a16:creationId xmlns:a16="http://schemas.microsoft.com/office/drawing/2014/main" id="{383D0E01-ACC2-4475-9B97-BAB1671F1CBA}"/>
              </a:ext>
            </a:extLst>
          </p:cNvPr>
          <p:cNvSpPr>
            <a:spLocks/>
          </p:cNvSpPr>
          <p:nvPr/>
        </p:nvSpPr>
        <p:spPr bwMode="auto">
          <a:xfrm rot="-1924636">
            <a:off x="5338763" y="3868738"/>
            <a:ext cx="182562" cy="179387"/>
          </a:xfrm>
          <a:custGeom>
            <a:avLst/>
            <a:gdLst>
              <a:gd name="T0" fmla="*/ 49466 w 103"/>
              <a:gd name="T1" fmla="*/ 178336 h 101"/>
              <a:gd name="T2" fmla="*/ 0 w 103"/>
              <a:gd name="T3" fmla="*/ 0 h 101"/>
              <a:gd name="T4" fmla="*/ 181963 w 103"/>
              <a:gd name="T5" fmla="*/ 45908 h 101"/>
              <a:gd name="T6" fmla="*/ 74199 w 103"/>
              <a:gd name="T7" fmla="*/ 74160 h 101"/>
              <a:gd name="T8" fmla="*/ 49466 w 103"/>
              <a:gd name="T9" fmla="*/ 178336 h 10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 h="101">
                <a:moveTo>
                  <a:pt x="28" y="101"/>
                </a:moveTo>
                <a:lnTo>
                  <a:pt x="0" y="0"/>
                </a:lnTo>
                <a:lnTo>
                  <a:pt x="103" y="26"/>
                </a:lnTo>
                <a:lnTo>
                  <a:pt x="42" y="42"/>
                </a:lnTo>
                <a:lnTo>
                  <a:pt x="28" y="101"/>
                </a:lnTo>
                <a:close/>
              </a:path>
            </a:pathLst>
          </a:custGeom>
          <a:solidFill>
            <a:srgbClr val="A2B932"/>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4" name="Freeform 22">
            <a:extLst>
              <a:ext uri="{FF2B5EF4-FFF2-40B4-BE49-F238E27FC236}">
                <a16:creationId xmlns:a16="http://schemas.microsoft.com/office/drawing/2014/main" id="{ED8E7A46-E53B-464C-94D0-90A044D17972}"/>
              </a:ext>
            </a:extLst>
          </p:cNvPr>
          <p:cNvSpPr>
            <a:spLocks/>
          </p:cNvSpPr>
          <p:nvPr/>
        </p:nvSpPr>
        <p:spPr bwMode="auto">
          <a:xfrm rot="-997591">
            <a:off x="4700588" y="4586288"/>
            <a:ext cx="187325" cy="165100"/>
          </a:xfrm>
          <a:custGeom>
            <a:avLst/>
            <a:gdLst>
              <a:gd name="T0" fmla="*/ 0 w 106"/>
              <a:gd name="T1" fmla="*/ 165976 h 94"/>
              <a:gd name="T2" fmla="*/ 88332 w 106"/>
              <a:gd name="T3" fmla="*/ 0 h 94"/>
              <a:gd name="T4" fmla="*/ 187263 w 106"/>
              <a:gd name="T5" fmla="*/ 162445 h 94"/>
              <a:gd name="T6" fmla="*/ 91865 w 106"/>
              <a:gd name="T7" fmla="*/ 107708 h 94"/>
              <a:gd name="T8" fmla="*/ 0 w 106"/>
              <a:gd name="T9" fmla="*/ 165976 h 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6" h="94">
                <a:moveTo>
                  <a:pt x="0" y="94"/>
                </a:moveTo>
                <a:lnTo>
                  <a:pt x="50" y="0"/>
                </a:lnTo>
                <a:lnTo>
                  <a:pt x="106" y="92"/>
                </a:lnTo>
                <a:lnTo>
                  <a:pt x="52" y="61"/>
                </a:lnTo>
                <a:lnTo>
                  <a:pt x="0" y="94"/>
                </a:lnTo>
                <a:close/>
              </a:path>
            </a:pathLst>
          </a:custGeom>
          <a:solidFill>
            <a:srgbClr val="EBAC07"/>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p>
            <a:pPr>
              <a:defRPr/>
            </a:pPr>
            <a:endParaRPr lang="zh-CN" altLang="en-US">
              <a:latin typeface="+mn-lt"/>
              <a:ea typeface="+mn-ea"/>
              <a:cs typeface="+mn-ea"/>
              <a:sym typeface="+mn-lt"/>
            </a:endParaRPr>
          </a:p>
        </p:txBody>
      </p:sp>
      <p:sp>
        <p:nvSpPr>
          <p:cNvPr id="34835" name="Oval 49">
            <a:extLst>
              <a:ext uri="{FF2B5EF4-FFF2-40B4-BE49-F238E27FC236}">
                <a16:creationId xmlns:a16="http://schemas.microsoft.com/office/drawing/2014/main" id="{95F74261-DEF5-4CF1-BBA5-AD356970BEF8}"/>
              </a:ext>
            </a:extLst>
          </p:cNvPr>
          <p:cNvSpPr>
            <a:spLocks noChangeArrowheads="1"/>
          </p:cNvSpPr>
          <p:nvPr/>
        </p:nvSpPr>
        <p:spPr bwMode="auto">
          <a:xfrm>
            <a:off x="3943350" y="3255963"/>
            <a:ext cx="1243013" cy="1243012"/>
          </a:xfrm>
          <a:prstGeom prst="ellipse">
            <a:avLst/>
          </a:prstGeom>
          <a:noFill/>
          <a:ln w="10">
            <a:solidFill>
              <a:srgbClr val="4C6062"/>
            </a:solidFill>
            <a:miter lim="800000"/>
            <a:headEnd/>
            <a:tailEnd/>
          </a:ln>
          <a:extLst>
            <a:ext uri="{909E8E84-426E-40DD-AFC4-6F175D3DCCD1}">
              <a14:hiddenFill xmlns:a14="http://schemas.microsoft.com/office/drawing/2010/main">
                <a:solidFill>
                  <a:srgbClr val="FFFFFF"/>
                </a:solidFill>
              </a14:hiddenFill>
            </a:ext>
          </a:extLst>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1800">
              <a:solidFill>
                <a:srgbClr val="000000"/>
              </a:solidFill>
              <a:latin typeface="+mn-lt"/>
              <a:ea typeface="+mn-ea"/>
              <a:cs typeface="+mn-ea"/>
              <a:sym typeface="+mn-lt"/>
            </a:endParaRPr>
          </a:p>
        </p:txBody>
      </p:sp>
      <p:sp>
        <p:nvSpPr>
          <p:cNvPr id="34836" name="Freeform 50">
            <a:extLst>
              <a:ext uri="{FF2B5EF4-FFF2-40B4-BE49-F238E27FC236}">
                <a16:creationId xmlns:a16="http://schemas.microsoft.com/office/drawing/2014/main" id="{59B329FF-3065-4263-9D89-D7E73180C494}"/>
              </a:ext>
            </a:extLst>
          </p:cNvPr>
          <p:cNvSpPr>
            <a:spLocks/>
          </p:cNvSpPr>
          <p:nvPr/>
        </p:nvSpPr>
        <p:spPr bwMode="auto">
          <a:xfrm>
            <a:off x="6859588" y="1557338"/>
            <a:ext cx="684212" cy="871537"/>
          </a:xfrm>
          <a:custGeom>
            <a:avLst/>
            <a:gdLst>
              <a:gd name="T0" fmla="*/ 683685 w 387"/>
              <a:gd name="T1" fmla="*/ 872259 h 494"/>
              <a:gd name="T2" fmla="*/ 0 w 387"/>
              <a:gd name="T3" fmla="*/ 872259 h 494"/>
              <a:gd name="T4" fmla="*/ 0 w 387"/>
              <a:gd name="T5" fmla="*/ 856368 h 494"/>
              <a:gd name="T6" fmla="*/ 667785 w 387"/>
              <a:gd name="T7" fmla="*/ 856368 h 494"/>
              <a:gd name="T8" fmla="*/ 667785 w 387"/>
              <a:gd name="T9" fmla="*/ 0 h 494"/>
              <a:gd name="T10" fmla="*/ 683685 w 387"/>
              <a:gd name="T11" fmla="*/ 0 h 494"/>
              <a:gd name="T12" fmla="*/ 683685 w 387"/>
              <a:gd name="T13" fmla="*/ 872259 h 49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87" h="494">
                <a:moveTo>
                  <a:pt x="387" y="494"/>
                </a:moveTo>
                <a:lnTo>
                  <a:pt x="0" y="494"/>
                </a:lnTo>
                <a:lnTo>
                  <a:pt x="0" y="485"/>
                </a:lnTo>
                <a:lnTo>
                  <a:pt x="378" y="485"/>
                </a:lnTo>
                <a:lnTo>
                  <a:pt x="378" y="0"/>
                </a:lnTo>
                <a:lnTo>
                  <a:pt x="387" y="0"/>
                </a:lnTo>
                <a:lnTo>
                  <a:pt x="387" y="494"/>
                </a:lnTo>
                <a:close/>
              </a:path>
            </a:pathLst>
          </a:custGeom>
          <a:solidFill>
            <a:srgbClr val="FF0000"/>
          </a:solidFill>
          <a:ln w="19050">
            <a:solidFill>
              <a:srgbClr val="FF0000"/>
            </a:solidFill>
            <a:round/>
            <a:headEnd/>
            <a:tailEnd/>
          </a:ln>
        </p:spPr>
        <p:txBody>
          <a:bodyPr lIns="121954" tIns="60977" rIns="121954" bIns="60977"/>
          <a:lstStyle/>
          <a:p>
            <a:pPr>
              <a:defRPr/>
            </a:pPr>
            <a:endParaRPr lang="zh-CN" altLang="en-US">
              <a:latin typeface="+mn-lt"/>
              <a:ea typeface="+mn-ea"/>
              <a:cs typeface="+mn-ea"/>
              <a:sym typeface="+mn-lt"/>
            </a:endParaRPr>
          </a:p>
        </p:txBody>
      </p:sp>
      <p:sp>
        <p:nvSpPr>
          <p:cNvPr id="61" name="Freeform 51">
            <a:extLst>
              <a:ext uri="{FF2B5EF4-FFF2-40B4-BE49-F238E27FC236}">
                <a16:creationId xmlns:a16="http://schemas.microsoft.com/office/drawing/2014/main" id="{FA7DFCFE-2239-4B8D-AB76-5F26564914A1}"/>
              </a:ext>
            </a:extLst>
          </p:cNvPr>
          <p:cNvSpPr>
            <a:spLocks/>
          </p:cNvSpPr>
          <p:nvPr/>
        </p:nvSpPr>
        <p:spPr bwMode="auto">
          <a:xfrm flipV="1">
            <a:off x="5953125" y="4106863"/>
            <a:ext cx="1247775" cy="742950"/>
          </a:xfrm>
          <a:custGeom>
            <a:avLst/>
            <a:gdLst>
              <a:gd name="T0" fmla="*/ 681 w 681"/>
              <a:gd name="T1" fmla="*/ 452 h 452"/>
              <a:gd name="T2" fmla="*/ 0 w 681"/>
              <a:gd name="T3" fmla="*/ 452 h 452"/>
              <a:gd name="T4" fmla="*/ 0 w 681"/>
              <a:gd name="T5" fmla="*/ 442 h 452"/>
              <a:gd name="T6" fmla="*/ 671 w 681"/>
              <a:gd name="T7" fmla="*/ 442 h 452"/>
              <a:gd name="T8" fmla="*/ 671 w 681"/>
              <a:gd name="T9" fmla="*/ 0 h 452"/>
              <a:gd name="T10" fmla="*/ 681 w 681"/>
              <a:gd name="T11" fmla="*/ 0 h 452"/>
              <a:gd name="T12" fmla="*/ 681 w 681"/>
              <a:gd name="T13" fmla="*/ 452 h 452"/>
            </a:gdLst>
            <a:ahLst/>
            <a:cxnLst>
              <a:cxn ang="0">
                <a:pos x="T0" y="T1"/>
              </a:cxn>
              <a:cxn ang="0">
                <a:pos x="T2" y="T3"/>
              </a:cxn>
              <a:cxn ang="0">
                <a:pos x="T4" y="T5"/>
              </a:cxn>
              <a:cxn ang="0">
                <a:pos x="T6" y="T7"/>
              </a:cxn>
              <a:cxn ang="0">
                <a:pos x="T8" y="T9"/>
              </a:cxn>
              <a:cxn ang="0">
                <a:pos x="T10" y="T11"/>
              </a:cxn>
              <a:cxn ang="0">
                <a:pos x="T12" y="T13"/>
              </a:cxn>
            </a:cxnLst>
            <a:rect l="0" t="0" r="r" b="b"/>
            <a:pathLst>
              <a:path w="681" h="452">
                <a:moveTo>
                  <a:pt x="681" y="452"/>
                </a:moveTo>
                <a:lnTo>
                  <a:pt x="0" y="452"/>
                </a:lnTo>
                <a:lnTo>
                  <a:pt x="0" y="442"/>
                </a:lnTo>
                <a:lnTo>
                  <a:pt x="671" y="442"/>
                </a:lnTo>
                <a:lnTo>
                  <a:pt x="671" y="0"/>
                </a:lnTo>
                <a:lnTo>
                  <a:pt x="681" y="0"/>
                </a:lnTo>
                <a:lnTo>
                  <a:pt x="681" y="452"/>
                </a:lnTo>
                <a:close/>
              </a:path>
            </a:pathLst>
          </a:custGeom>
          <a:solidFill>
            <a:schemeClr val="accent2">
              <a:lumMod val="60000"/>
              <a:lumOff val="40000"/>
            </a:schemeClr>
          </a:solidFill>
          <a:ln w="19050">
            <a:solidFill>
              <a:srgbClr val="8585E0"/>
            </a:solidFill>
          </a:ln>
        </p:spPr>
        <p:txBody>
          <a:bodyPr lIns="121954" tIns="60977" rIns="121954" bIns="60977"/>
          <a:lstStyle/>
          <a:p>
            <a:pPr eaLnBrk="1" fontAlgn="auto" hangingPunct="1">
              <a:spcBef>
                <a:spcPts val="0"/>
              </a:spcBef>
              <a:spcAft>
                <a:spcPts val="0"/>
              </a:spcAft>
              <a:defRPr/>
            </a:pPr>
            <a:endParaRPr lang="zh-CN" altLang="en-US" sz="2100">
              <a:solidFill>
                <a:prstClr val="black"/>
              </a:solidFill>
              <a:latin typeface="+mn-lt"/>
              <a:ea typeface="+mn-ea"/>
              <a:cs typeface="+mn-ea"/>
              <a:sym typeface="+mn-lt"/>
            </a:endParaRPr>
          </a:p>
        </p:txBody>
      </p:sp>
      <p:sp>
        <p:nvSpPr>
          <p:cNvPr id="34838" name="Freeform 55">
            <a:extLst>
              <a:ext uri="{FF2B5EF4-FFF2-40B4-BE49-F238E27FC236}">
                <a16:creationId xmlns:a16="http://schemas.microsoft.com/office/drawing/2014/main" id="{1F398C15-7EB8-4CF3-9A8B-2D12EE332B27}"/>
              </a:ext>
            </a:extLst>
          </p:cNvPr>
          <p:cNvSpPr>
            <a:spLocks/>
          </p:cNvSpPr>
          <p:nvPr/>
        </p:nvSpPr>
        <p:spPr bwMode="auto">
          <a:xfrm>
            <a:off x="4316413" y="5478463"/>
            <a:ext cx="608012" cy="584200"/>
          </a:xfrm>
          <a:custGeom>
            <a:avLst/>
            <a:gdLst>
              <a:gd name="T0" fmla="*/ 609487 w 345"/>
              <a:gd name="T1" fmla="*/ 584448 h 331"/>
              <a:gd name="T2" fmla="*/ 0 w 345"/>
              <a:gd name="T3" fmla="*/ 584448 h 331"/>
              <a:gd name="T4" fmla="*/ 0 w 345"/>
              <a:gd name="T5" fmla="*/ 568557 h 331"/>
              <a:gd name="T6" fmla="*/ 593587 w 345"/>
              <a:gd name="T7" fmla="*/ 568557 h 331"/>
              <a:gd name="T8" fmla="*/ 593587 w 345"/>
              <a:gd name="T9" fmla="*/ 0 h 331"/>
              <a:gd name="T10" fmla="*/ 609487 w 345"/>
              <a:gd name="T11" fmla="*/ 0 h 331"/>
              <a:gd name="T12" fmla="*/ 609487 w 345"/>
              <a:gd name="T13" fmla="*/ 584448 h 3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45" h="331">
                <a:moveTo>
                  <a:pt x="345" y="331"/>
                </a:moveTo>
                <a:lnTo>
                  <a:pt x="0" y="331"/>
                </a:lnTo>
                <a:lnTo>
                  <a:pt x="0" y="322"/>
                </a:lnTo>
                <a:lnTo>
                  <a:pt x="336" y="322"/>
                </a:lnTo>
                <a:lnTo>
                  <a:pt x="336" y="0"/>
                </a:lnTo>
                <a:lnTo>
                  <a:pt x="345" y="0"/>
                </a:lnTo>
                <a:lnTo>
                  <a:pt x="345" y="331"/>
                </a:lnTo>
                <a:close/>
              </a:path>
            </a:pathLst>
          </a:custGeom>
          <a:solidFill>
            <a:srgbClr val="FFC000"/>
          </a:solidFill>
          <a:ln w="19050">
            <a:solidFill>
              <a:srgbClr val="FFC000"/>
            </a:solidFill>
            <a:round/>
            <a:headEnd/>
            <a:tailEnd/>
          </a:ln>
        </p:spPr>
        <p:txBody>
          <a:bodyPr lIns="121954" tIns="60977" rIns="121954" bIns="60977"/>
          <a:lstStyle/>
          <a:p>
            <a:pPr>
              <a:defRPr/>
            </a:pPr>
            <a:endParaRPr lang="zh-CN" altLang="en-US">
              <a:latin typeface="+mn-lt"/>
              <a:ea typeface="+mn-ea"/>
              <a:cs typeface="+mn-ea"/>
              <a:sym typeface="+mn-lt"/>
            </a:endParaRPr>
          </a:p>
        </p:txBody>
      </p:sp>
      <p:sp>
        <p:nvSpPr>
          <p:cNvPr id="34839" name="Oval 57">
            <a:extLst>
              <a:ext uri="{FF2B5EF4-FFF2-40B4-BE49-F238E27FC236}">
                <a16:creationId xmlns:a16="http://schemas.microsoft.com/office/drawing/2014/main" id="{6A66A651-1663-4C36-9F72-4C018F45304A}"/>
              </a:ext>
            </a:extLst>
          </p:cNvPr>
          <p:cNvSpPr>
            <a:spLocks noChangeAspect="1" noChangeArrowheads="1"/>
          </p:cNvSpPr>
          <p:nvPr/>
        </p:nvSpPr>
        <p:spPr bwMode="auto">
          <a:xfrm>
            <a:off x="7470775" y="1528763"/>
            <a:ext cx="134938" cy="133350"/>
          </a:xfrm>
          <a:prstGeom prst="ellipse">
            <a:avLst/>
          </a:prstGeom>
          <a:solidFill>
            <a:srgbClr val="F83003"/>
          </a:solidFill>
          <a:ln>
            <a:noFill/>
          </a:ln>
          <a:extLst>
            <a:ext uri="{91240B29-F687-4F45-9708-019B960494DF}">
              <a14:hiddenLine xmlns:a14="http://schemas.microsoft.com/office/drawing/2010/main" w="9525">
                <a:solidFill>
                  <a:srgbClr val="000000"/>
                </a:solidFill>
                <a:miter lim="800000"/>
                <a:headEnd/>
                <a:tailEnd/>
              </a14:hiddenLine>
            </a:ext>
          </a:extLst>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
        <p:nvSpPr>
          <p:cNvPr id="64" name="Oval 58">
            <a:extLst>
              <a:ext uri="{FF2B5EF4-FFF2-40B4-BE49-F238E27FC236}">
                <a16:creationId xmlns:a16="http://schemas.microsoft.com/office/drawing/2014/main" id="{2105B0A8-3218-4583-A179-C10457F165B7}"/>
              </a:ext>
            </a:extLst>
          </p:cNvPr>
          <p:cNvSpPr>
            <a:spLocks noChangeAspect="1" noChangeArrowheads="1"/>
          </p:cNvSpPr>
          <p:nvPr/>
        </p:nvSpPr>
        <p:spPr bwMode="auto">
          <a:xfrm>
            <a:off x="7129463" y="4835525"/>
            <a:ext cx="134937" cy="133350"/>
          </a:xfrm>
          <a:prstGeom prst="ellipse">
            <a:avLst/>
          </a:prstGeom>
          <a:solidFill>
            <a:schemeClr val="accent2">
              <a:lumMod val="60000"/>
              <a:lumOff val="40000"/>
            </a:schemeClr>
          </a:solidFill>
          <a:ln>
            <a:noFill/>
          </a:ln>
        </p:spPr>
        <p:txBody>
          <a:bodyPr lIns="121954" tIns="60977" rIns="121954" bIns="60977"/>
          <a:lstStyle/>
          <a:p>
            <a:pPr eaLnBrk="1" fontAlgn="auto" hangingPunct="1">
              <a:spcBef>
                <a:spcPts val="0"/>
              </a:spcBef>
              <a:spcAft>
                <a:spcPts val="0"/>
              </a:spcAft>
              <a:defRPr/>
            </a:pPr>
            <a:endParaRPr lang="zh-CN" altLang="en-US" sz="2100">
              <a:solidFill>
                <a:prstClr val="black"/>
              </a:solidFill>
              <a:latin typeface="+mn-lt"/>
              <a:ea typeface="+mn-ea"/>
              <a:cs typeface="+mn-ea"/>
              <a:sym typeface="+mn-lt"/>
            </a:endParaRPr>
          </a:p>
        </p:txBody>
      </p:sp>
      <p:sp>
        <p:nvSpPr>
          <p:cNvPr id="34841" name="Oval 59">
            <a:extLst>
              <a:ext uri="{FF2B5EF4-FFF2-40B4-BE49-F238E27FC236}">
                <a16:creationId xmlns:a16="http://schemas.microsoft.com/office/drawing/2014/main" id="{52139927-5028-4396-BB66-1F5F427C3CB7}"/>
              </a:ext>
            </a:extLst>
          </p:cNvPr>
          <p:cNvSpPr>
            <a:spLocks noChangeAspect="1" noChangeArrowheads="1"/>
          </p:cNvSpPr>
          <p:nvPr/>
        </p:nvSpPr>
        <p:spPr bwMode="auto">
          <a:xfrm>
            <a:off x="1981200" y="4711700"/>
            <a:ext cx="141288" cy="130175"/>
          </a:xfrm>
          <a:prstGeom prst="ellipse">
            <a:avLst/>
          </a:prstGeom>
          <a:solidFill>
            <a:srgbClr val="CC00CC"/>
          </a:solidFill>
          <a:ln w="9525">
            <a:solidFill>
              <a:srgbClr val="CC00CC"/>
            </a:solidFill>
            <a:round/>
            <a:headEnd/>
            <a:tailEnd/>
          </a:ln>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
        <p:nvSpPr>
          <p:cNvPr id="34842" name="Oval 60">
            <a:extLst>
              <a:ext uri="{FF2B5EF4-FFF2-40B4-BE49-F238E27FC236}">
                <a16:creationId xmlns:a16="http://schemas.microsoft.com/office/drawing/2014/main" id="{3441E4B4-F2E0-4A8A-B2A5-62AB2F6DA317}"/>
              </a:ext>
            </a:extLst>
          </p:cNvPr>
          <p:cNvSpPr>
            <a:spLocks noChangeAspect="1" noChangeArrowheads="1"/>
          </p:cNvSpPr>
          <p:nvPr/>
        </p:nvSpPr>
        <p:spPr bwMode="auto">
          <a:xfrm>
            <a:off x="4265613" y="5980113"/>
            <a:ext cx="141287" cy="141287"/>
          </a:xfrm>
          <a:prstGeom prst="ellipse">
            <a:avLst/>
          </a:prstGeom>
          <a:solidFill>
            <a:srgbClr val="EBAC07"/>
          </a:solidFill>
          <a:ln>
            <a:noFill/>
          </a:ln>
          <a:extLst>
            <a:ext uri="{91240B29-F687-4F45-9708-019B960494DF}">
              <a14:hiddenLine xmlns:a14="http://schemas.microsoft.com/office/drawing/2010/main" w="9525">
                <a:solidFill>
                  <a:srgbClr val="000000"/>
                </a:solidFill>
                <a:round/>
                <a:headEnd/>
                <a:tailEnd/>
              </a14:hiddenLine>
            </a:ext>
          </a:extLst>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
        <p:nvSpPr>
          <p:cNvPr id="67" name="TextBox 195">
            <a:extLst>
              <a:ext uri="{FF2B5EF4-FFF2-40B4-BE49-F238E27FC236}">
                <a16:creationId xmlns:a16="http://schemas.microsoft.com/office/drawing/2014/main" id="{FB40DBC9-9BCA-4412-8C6A-07900CC325FC}"/>
              </a:ext>
            </a:extLst>
          </p:cNvPr>
          <p:cNvSpPr txBox="1"/>
          <p:nvPr/>
        </p:nvSpPr>
        <p:spPr bwMode="auto">
          <a:xfrm>
            <a:off x="3981450" y="3535363"/>
            <a:ext cx="1204913" cy="738187"/>
          </a:xfrm>
          <a:prstGeom prst="rect">
            <a:avLst/>
          </a:prstGeom>
          <a:noFill/>
        </p:spPr>
        <p:txBody>
          <a:bodyPr lIns="121954" tIns="60977" rIns="121954" bIns="60977">
            <a:spAutoFit/>
          </a:bodyPr>
          <a:lstStyle>
            <a:defPPr>
              <a:defRPr lang="zh-CN"/>
            </a:defPPr>
            <a:lvl1pPr algn="ctr" fontAlgn="auto">
              <a:spcBef>
                <a:spcPts val="0"/>
              </a:spcBef>
              <a:spcAft>
                <a:spcPts val="0"/>
              </a:spcAft>
              <a:defRPr sz="1600" spc="300">
                <a:solidFill>
                  <a:srgbClr val="284848"/>
                </a:solidFill>
                <a:latin typeface="微软雅黑" pitchFamily="34" charset="-122"/>
                <a:ea typeface="微软雅黑" pitchFamily="34" charset="-122"/>
                <a:cs typeface="Arial" pitchFamily="34" charset="0"/>
              </a:defRPr>
            </a:lvl1pPr>
          </a:lstStyle>
          <a:p>
            <a:pPr eaLnBrk="1" hangingPunct="1">
              <a:defRPr/>
            </a:pPr>
            <a:r>
              <a:rPr lang="zh-CN" altLang="en-US" sz="2000" b="1" kern="0" dirty="0">
                <a:solidFill>
                  <a:prstClr val="black">
                    <a:lumMod val="95000"/>
                    <a:lumOff val="5000"/>
                  </a:prstClr>
                </a:solidFill>
                <a:latin typeface="+mn-lt"/>
                <a:ea typeface="+mn-ea"/>
                <a:cs typeface="+mn-ea"/>
                <a:sym typeface="+mn-lt"/>
              </a:rPr>
              <a:t>基本操作</a:t>
            </a:r>
          </a:p>
        </p:txBody>
      </p:sp>
      <p:sp>
        <p:nvSpPr>
          <p:cNvPr id="68" name="TextBox 196">
            <a:extLst>
              <a:ext uri="{FF2B5EF4-FFF2-40B4-BE49-F238E27FC236}">
                <a16:creationId xmlns:a16="http://schemas.microsoft.com/office/drawing/2014/main" id="{86EFC70C-E4FC-4F1E-8E60-F2311869E7DB}"/>
              </a:ext>
            </a:extLst>
          </p:cNvPr>
          <p:cNvSpPr txBox="1"/>
          <p:nvPr/>
        </p:nvSpPr>
        <p:spPr bwMode="auto">
          <a:xfrm>
            <a:off x="7646988" y="1341438"/>
            <a:ext cx="1285875" cy="492125"/>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zh-CN" altLang="en-US" sz="2400" kern="0" dirty="0">
                <a:solidFill>
                  <a:prstClr val="black">
                    <a:lumMod val="95000"/>
                    <a:lumOff val="5000"/>
                  </a:prstClr>
                </a:solidFill>
                <a:latin typeface="+mn-lt"/>
                <a:ea typeface="+mn-ea"/>
                <a:cs typeface="+mn-ea"/>
                <a:sym typeface="+mn-lt"/>
              </a:rPr>
              <a:t>初始化</a:t>
            </a:r>
          </a:p>
        </p:txBody>
      </p:sp>
      <p:sp>
        <p:nvSpPr>
          <p:cNvPr id="69" name="TextBox 200">
            <a:extLst>
              <a:ext uri="{FF2B5EF4-FFF2-40B4-BE49-F238E27FC236}">
                <a16:creationId xmlns:a16="http://schemas.microsoft.com/office/drawing/2014/main" id="{9BFB28BF-2A01-458C-9F4D-17878C2D109E}"/>
              </a:ext>
            </a:extLst>
          </p:cNvPr>
          <p:cNvSpPr txBox="1"/>
          <p:nvPr/>
        </p:nvSpPr>
        <p:spPr bwMode="auto">
          <a:xfrm>
            <a:off x="3154363" y="5840413"/>
            <a:ext cx="938212" cy="492125"/>
          </a:xfrm>
          <a:prstGeom prst="rect">
            <a:avLst/>
          </a:prstGeom>
          <a:noFill/>
        </p:spPr>
        <p:txBody>
          <a:bodyPr wrap="none" lIns="121954" tIns="60977" rIns="121954" bIns="60977">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eaLnBrk="1" hangingPunct="1"/>
            <a:r>
              <a:rPr lang="zh-CN" altLang="en-US" sz="2400">
                <a:ea typeface="微软雅黑" panose="020B0503020204020204" pitchFamily="34" charset="-122"/>
                <a:sym typeface="+mn-lt"/>
              </a:rPr>
              <a:t>查找</a:t>
            </a:r>
          </a:p>
        </p:txBody>
      </p:sp>
      <p:sp>
        <p:nvSpPr>
          <p:cNvPr id="70" name="TextBox 202">
            <a:extLst>
              <a:ext uri="{FF2B5EF4-FFF2-40B4-BE49-F238E27FC236}">
                <a16:creationId xmlns:a16="http://schemas.microsoft.com/office/drawing/2014/main" id="{DF1B9206-C008-4754-B17E-49DFBEAD3FAA}"/>
              </a:ext>
            </a:extLst>
          </p:cNvPr>
          <p:cNvSpPr txBox="1"/>
          <p:nvPr/>
        </p:nvSpPr>
        <p:spPr bwMode="auto">
          <a:xfrm>
            <a:off x="849313" y="4545013"/>
            <a:ext cx="939800" cy="492125"/>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zh-CN" altLang="en-US" sz="2400" kern="0" dirty="0">
                <a:solidFill>
                  <a:schemeClr val="tx1"/>
                </a:solidFill>
                <a:latin typeface="+mn-lt"/>
                <a:ea typeface="+mn-ea"/>
                <a:cs typeface="+mn-ea"/>
                <a:sym typeface="+mn-lt"/>
              </a:rPr>
              <a:t>插入</a:t>
            </a:r>
          </a:p>
        </p:txBody>
      </p:sp>
      <p:sp>
        <p:nvSpPr>
          <p:cNvPr id="71" name="TextBox 204">
            <a:extLst>
              <a:ext uri="{FF2B5EF4-FFF2-40B4-BE49-F238E27FC236}">
                <a16:creationId xmlns:a16="http://schemas.microsoft.com/office/drawing/2014/main" id="{F78FCD6B-30AA-4C8C-AF8B-055F7DC22A84}"/>
              </a:ext>
            </a:extLst>
          </p:cNvPr>
          <p:cNvSpPr txBox="1"/>
          <p:nvPr/>
        </p:nvSpPr>
        <p:spPr bwMode="auto">
          <a:xfrm>
            <a:off x="7481888" y="4687888"/>
            <a:ext cx="1039812" cy="554037"/>
          </a:xfrm>
          <a:prstGeom prst="rect">
            <a:avLst/>
          </a:prstGeom>
          <a:noFill/>
        </p:spPr>
        <p:txBody>
          <a:bodyPr wrap="none" lIns="121954" tIns="60977" rIns="121954" bIns="60977">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eaLnBrk="1" hangingPunct="1"/>
            <a:r>
              <a:rPr lang="zh-CN" altLang="en-US" b="1">
                <a:solidFill>
                  <a:srgbClr val="FF0000"/>
                </a:solidFill>
                <a:ea typeface="微软雅黑" panose="020B0503020204020204" pitchFamily="34" charset="-122"/>
                <a:sym typeface="+mn-lt"/>
              </a:rPr>
              <a:t>取值</a:t>
            </a:r>
          </a:p>
        </p:txBody>
      </p:sp>
      <p:sp>
        <p:nvSpPr>
          <p:cNvPr id="72" name="TextBox 206">
            <a:extLst>
              <a:ext uri="{FF2B5EF4-FFF2-40B4-BE49-F238E27FC236}">
                <a16:creationId xmlns:a16="http://schemas.microsoft.com/office/drawing/2014/main" id="{EF8159AD-C015-4869-A927-1CFA02253A89}"/>
              </a:ext>
            </a:extLst>
          </p:cNvPr>
          <p:cNvSpPr txBox="1"/>
          <p:nvPr/>
        </p:nvSpPr>
        <p:spPr bwMode="auto">
          <a:xfrm>
            <a:off x="347663" y="2501900"/>
            <a:ext cx="938212" cy="493713"/>
          </a:xfrm>
          <a:prstGeom prst="rect">
            <a:avLst/>
          </a:prstGeom>
          <a:noFill/>
        </p:spPr>
        <p:txBody>
          <a:bodyPr wrap="none" lIns="121954" tIns="60977" rIns="121954" bIns="60977">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eaLnBrk="1" hangingPunct="1"/>
            <a:r>
              <a:rPr lang="zh-CN" altLang="en-US" sz="2400">
                <a:ea typeface="微软雅黑" panose="020B0503020204020204" pitchFamily="34" charset="-122"/>
                <a:sym typeface="+mn-lt"/>
              </a:rPr>
              <a:t>删除</a:t>
            </a:r>
          </a:p>
        </p:txBody>
      </p:sp>
      <p:sp>
        <p:nvSpPr>
          <p:cNvPr id="73" name="TextBox 210">
            <a:extLst>
              <a:ext uri="{FF2B5EF4-FFF2-40B4-BE49-F238E27FC236}">
                <a16:creationId xmlns:a16="http://schemas.microsoft.com/office/drawing/2014/main" id="{EB28D52D-EA04-43FA-9DA5-52ECA0D8BCD0}"/>
              </a:ext>
            </a:extLst>
          </p:cNvPr>
          <p:cNvSpPr txBox="1"/>
          <p:nvPr/>
        </p:nvSpPr>
        <p:spPr bwMode="auto">
          <a:xfrm>
            <a:off x="5629275" y="2278063"/>
            <a:ext cx="490538" cy="614362"/>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1</a:t>
            </a:r>
            <a:endParaRPr lang="zh-CN" altLang="en-US" sz="3200" kern="0" dirty="0">
              <a:solidFill>
                <a:prstClr val="white"/>
              </a:solidFill>
              <a:latin typeface="+mn-lt"/>
              <a:ea typeface="+mn-ea"/>
              <a:cs typeface="+mn-ea"/>
              <a:sym typeface="+mn-lt"/>
            </a:endParaRPr>
          </a:p>
        </p:txBody>
      </p:sp>
      <p:sp>
        <p:nvSpPr>
          <p:cNvPr id="74" name="TextBox 211">
            <a:extLst>
              <a:ext uri="{FF2B5EF4-FFF2-40B4-BE49-F238E27FC236}">
                <a16:creationId xmlns:a16="http://schemas.microsoft.com/office/drawing/2014/main" id="{4EF08C68-E19D-4D35-A67E-BEA59123A4AE}"/>
              </a:ext>
            </a:extLst>
          </p:cNvPr>
          <p:cNvSpPr txBox="1"/>
          <p:nvPr/>
        </p:nvSpPr>
        <p:spPr bwMode="auto">
          <a:xfrm>
            <a:off x="2752725" y="3001963"/>
            <a:ext cx="490538" cy="614362"/>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5</a:t>
            </a:r>
            <a:endParaRPr lang="zh-CN" altLang="en-US" sz="3200" kern="0" dirty="0">
              <a:solidFill>
                <a:prstClr val="white"/>
              </a:solidFill>
              <a:latin typeface="+mn-lt"/>
              <a:ea typeface="+mn-ea"/>
              <a:cs typeface="+mn-ea"/>
              <a:sym typeface="+mn-lt"/>
            </a:endParaRPr>
          </a:p>
        </p:txBody>
      </p:sp>
      <p:sp>
        <p:nvSpPr>
          <p:cNvPr id="75" name="TextBox 212">
            <a:extLst>
              <a:ext uri="{FF2B5EF4-FFF2-40B4-BE49-F238E27FC236}">
                <a16:creationId xmlns:a16="http://schemas.microsoft.com/office/drawing/2014/main" id="{2F1BA568-3300-457F-AD38-13613DF441ED}"/>
              </a:ext>
            </a:extLst>
          </p:cNvPr>
          <p:cNvSpPr txBox="1"/>
          <p:nvPr/>
        </p:nvSpPr>
        <p:spPr bwMode="auto">
          <a:xfrm>
            <a:off x="3152775" y="4335463"/>
            <a:ext cx="490538" cy="614362"/>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4</a:t>
            </a:r>
            <a:endParaRPr lang="zh-CN" altLang="en-US" sz="3200" kern="0" dirty="0">
              <a:solidFill>
                <a:prstClr val="white"/>
              </a:solidFill>
              <a:latin typeface="+mn-lt"/>
              <a:ea typeface="+mn-ea"/>
              <a:cs typeface="+mn-ea"/>
              <a:sym typeface="+mn-lt"/>
            </a:endParaRPr>
          </a:p>
        </p:txBody>
      </p:sp>
      <p:sp>
        <p:nvSpPr>
          <p:cNvPr id="76" name="TextBox 213">
            <a:extLst>
              <a:ext uri="{FF2B5EF4-FFF2-40B4-BE49-F238E27FC236}">
                <a16:creationId xmlns:a16="http://schemas.microsoft.com/office/drawing/2014/main" id="{C3FB89C6-6C0E-41C1-A1FA-6DE19F0B79A2}"/>
              </a:ext>
            </a:extLst>
          </p:cNvPr>
          <p:cNvSpPr txBox="1"/>
          <p:nvPr/>
        </p:nvSpPr>
        <p:spPr bwMode="auto">
          <a:xfrm>
            <a:off x="4714875" y="4754563"/>
            <a:ext cx="490538" cy="614362"/>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3</a:t>
            </a:r>
            <a:endParaRPr lang="zh-CN" altLang="en-US" sz="3200" kern="0" dirty="0">
              <a:solidFill>
                <a:prstClr val="white"/>
              </a:solidFill>
              <a:latin typeface="+mn-lt"/>
              <a:ea typeface="+mn-ea"/>
              <a:cs typeface="+mn-ea"/>
              <a:sym typeface="+mn-lt"/>
            </a:endParaRPr>
          </a:p>
        </p:txBody>
      </p:sp>
      <p:sp>
        <p:nvSpPr>
          <p:cNvPr id="77" name="TextBox 214">
            <a:extLst>
              <a:ext uri="{FF2B5EF4-FFF2-40B4-BE49-F238E27FC236}">
                <a16:creationId xmlns:a16="http://schemas.microsoft.com/office/drawing/2014/main" id="{707D0E7A-EAB1-4508-87E3-C93E23FD9F9B}"/>
              </a:ext>
            </a:extLst>
          </p:cNvPr>
          <p:cNvSpPr txBox="1"/>
          <p:nvPr/>
        </p:nvSpPr>
        <p:spPr bwMode="auto">
          <a:xfrm>
            <a:off x="5591175" y="3744913"/>
            <a:ext cx="490538" cy="614362"/>
          </a:xfrm>
          <a:prstGeom prst="rect">
            <a:avLst/>
          </a:prstGeom>
          <a:noFill/>
        </p:spPr>
        <p:txBody>
          <a:bodyPr wrap="none" lIns="121954" tIns="60977" rIns="121954" bIns="60977">
            <a:spAutoFit/>
          </a:bodyPr>
          <a:lstStyle>
            <a:defPPr>
              <a:defRPr lang="zh-CN"/>
            </a:defPPr>
            <a:lvl1pPr algn="ctr" fontAlgn="auto">
              <a:spcBef>
                <a:spcPts val="0"/>
              </a:spcBef>
              <a:spcAft>
                <a:spcPts val="0"/>
              </a:spcAft>
              <a:defRPr sz="1600" spc="300">
                <a:solidFill>
                  <a:srgbClr val="F83003"/>
                </a:solidFill>
                <a:latin typeface="微软雅黑" pitchFamily="34" charset="-122"/>
                <a:ea typeface="微软雅黑" pitchFamily="34" charset="-122"/>
                <a:cs typeface="Arial" pitchFamily="34" charset="0"/>
              </a:defRPr>
            </a:lvl1pPr>
          </a:lstStyle>
          <a:p>
            <a:pPr eaLnBrk="1" hangingPunct="1">
              <a:defRPr/>
            </a:pPr>
            <a:r>
              <a:rPr lang="en-US" altLang="zh-CN" sz="3200" kern="0" dirty="0">
                <a:solidFill>
                  <a:prstClr val="white"/>
                </a:solidFill>
                <a:latin typeface="+mn-lt"/>
                <a:ea typeface="+mn-ea"/>
                <a:cs typeface="+mn-ea"/>
                <a:sym typeface="+mn-lt"/>
              </a:rPr>
              <a:t>2</a:t>
            </a:r>
            <a:endParaRPr lang="zh-CN" altLang="en-US" sz="3200" kern="0" dirty="0">
              <a:solidFill>
                <a:prstClr val="white"/>
              </a:solidFill>
              <a:latin typeface="+mn-lt"/>
              <a:ea typeface="+mn-ea"/>
              <a:cs typeface="+mn-ea"/>
              <a:sym typeface="+mn-lt"/>
            </a:endParaRPr>
          </a:p>
        </p:txBody>
      </p:sp>
      <p:sp>
        <p:nvSpPr>
          <p:cNvPr id="34854" name="Rectangle 53">
            <a:extLst>
              <a:ext uri="{FF2B5EF4-FFF2-40B4-BE49-F238E27FC236}">
                <a16:creationId xmlns:a16="http://schemas.microsoft.com/office/drawing/2014/main" id="{1A713FAB-FD86-43C8-9313-DB8D6145E89C}"/>
              </a:ext>
            </a:extLst>
          </p:cNvPr>
          <p:cNvSpPr>
            <a:spLocks noChangeArrowheads="1"/>
          </p:cNvSpPr>
          <p:nvPr/>
        </p:nvSpPr>
        <p:spPr bwMode="auto">
          <a:xfrm>
            <a:off x="2049463" y="4768850"/>
            <a:ext cx="704850" cy="15875"/>
          </a:xfrm>
          <a:prstGeom prst="rect">
            <a:avLst/>
          </a:prstGeom>
          <a:solidFill>
            <a:srgbClr val="6C4C8F"/>
          </a:solidFill>
          <a:ln w="9525">
            <a:solidFill>
              <a:srgbClr val="CC00CC"/>
            </a:solidFill>
            <a:miter lim="800000"/>
            <a:headEnd/>
            <a:tailEnd/>
          </a:ln>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
        <p:nvSpPr>
          <p:cNvPr id="34855" name="Freeform 54">
            <a:extLst>
              <a:ext uri="{FF2B5EF4-FFF2-40B4-BE49-F238E27FC236}">
                <a16:creationId xmlns:a16="http://schemas.microsoft.com/office/drawing/2014/main" id="{24F19698-534E-43D1-942C-AA4A259821C7}"/>
              </a:ext>
            </a:extLst>
          </p:cNvPr>
          <p:cNvSpPr>
            <a:spLocks/>
          </p:cNvSpPr>
          <p:nvPr/>
        </p:nvSpPr>
        <p:spPr bwMode="auto">
          <a:xfrm>
            <a:off x="1582738" y="2747963"/>
            <a:ext cx="588962" cy="530225"/>
          </a:xfrm>
          <a:custGeom>
            <a:avLst/>
            <a:gdLst>
              <a:gd name="T0" fmla="*/ 588288 w 333"/>
              <a:gd name="T1" fmla="*/ 529712 h 300"/>
              <a:gd name="T2" fmla="*/ 0 w 333"/>
              <a:gd name="T3" fmla="*/ 529712 h 300"/>
              <a:gd name="T4" fmla="*/ 0 w 333"/>
              <a:gd name="T5" fmla="*/ 0 h 300"/>
              <a:gd name="T6" fmla="*/ 15900 w 333"/>
              <a:gd name="T7" fmla="*/ 0 h 300"/>
              <a:gd name="T8" fmla="*/ 15900 w 333"/>
              <a:gd name="T9" fmla="*/ 512055 h 300"/>
              <a:gd name="T10" fmla="*/ 588288 w 333"/>
              <a:gd name="T11" fmla="*/ 512055 h 300"/>
              <a:gd name="T12" fmla="*/ 588288 w 333"/>
              <a:gd name="T13" fmla="*/ 529712 h 300"/>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33" h="300">
                <a:moveTo>
                  <a:pt x="333" y="300"/>
                </a:moveTo>
                <a:lnTo>
                  <a:pt x="0" y="300"/>
                </a:lnTo>
                <a:lnTo>
                  <a:pt x="0" y="0"/>
                </a:lnTo>
                <a:lnTo>
                  <a:pt x="9" y="0"/>
                </a:lnTo>
                <a:lnTo>
                  <a:pt x="9" y="290"/>
                </a:lnTo>
                <a:lnTo>
                  <a:pt x="333" y="290"/>
                </a:lnTo>
                <a:lnTo>
                  <a:pt x="333" y="300"/>
                </a:lnTo>
                <a:close/>
              </a:path>
            </a:pathLst>
          </a:custGeom>
          <a:solidFill>
            <a:srgbClr val="0066FF"/>
          </a:solidFill>
          <a:ln w="19050">
            <a:solidFill>
              <a:srgbClr val="0066FF"/>
            </a:solidFill>
            <a:round/>
            <a:headEnd/>
            <a:tailEnd/>
          </a:ln>
        </p:spPr>
        <p:txBody>
          <a:bodyPr lIns="121954" tIns="60977" rIns="121954" bIns="60977"/>
          <a:lstStyle/>
          <a:p>
            <a:pPr>
              <a:defRPr/>
            </a:pPr>
            <a:endParaRPr lang="zh-CN" altLang="en-US">
              <a:latin typeface="+mn-lt"/>
              <a:ea typeface="+mn-ea"/>
              <a:cs typeface="+mn-ea"/>
              <a:sym typeface="+mn-lt"/>
            </a:endParaRPr>
          </a:p>
        </p:txBody>
      </p:sp>
      <p:sp>
        <p:nvSpPr>
          <p:cNvPr id="34856" name="Oval 60">
            <a:extLst>
              <a:ext uri="{FF2B5EF4-FFF2-40B4-BE49-F238E27FC236}">
                <a16:creationId xmlns:a16="http://schemas.microsoft.com/office/drawing/2014/main" id="{60E27691-3BF6-4692-804A-7EE120540158}"/>
              </a:ext>
            </a:extLst>
          </p:cNvPr>
          <p:cNvSpPr>
            <a:spLocks noChangeAspect="1" noChangeArrowheads="1"/>
          </p:cNvSpPr>
          <p:nvPr/>
        </p:nvSpPr>
        <p:spPr bwMode="auto">
          <a:xfrm>
            <a:off x="1530350" y="2717800"/>
            <a:ext cx="141288" cy="141288"/>
          </a:xfrm>
          <a:prstGeom prst="ellipse">
            <a:avLst/>
          </a:prstGeom>
          <a:solidFill>
            <a:srgbClr val="0066FF"/>
          </a:solidFill>
          <a:ln w="9525">
            <a:solidFill>
              <a:srgbClr val="0066FF"/>
            </a:solidFill>
            <a:round/>
            <a:headEnd/>
            <a:tailEnd/>
          </a:ln>
        </p:spPr>
        <p:txBody>
          <a:bodyPr lIns="121954" tIns="60977" rIns="121954" bIns="60977"/>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defRPr/>
            </a:pPr>
            <a:endParaRPr lang="zh-CN" altLang="en-US" sz="2100">
              <a:solidFill>
                <a:srgbClr val="000000"/>
              </a:solidFill>
              <a:latin typeface="+mn-lt"/>
              <a:ea typeface="+mn-ea"/>
              <a:cs typeface="+mn-ea"/>
              <a:sym typeface="+mn-lt"/>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61443037-AC1D-42E6-8235-2EFF37AC4B19}"/>
              </a:ext>
            </a:extLst>
          </p:cNvPr>
          <p:cNvSpPr/>
          <p:nvPr/>
        </p:nvSpPr>
        <p:spPr bwMode="auto">
          <a:xfrm>
            <a:off x="0" y="1820863"/>
            <a:ext cx="9144000" cy="4321175"/>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60418" name="Rectangle 4">
            <a:extLst>
              <a:ext uri="{FF2B5EF4-FFF2-40B4-BE49-F238E27FC236}">
                <a16:creationId xmlns:a16="http://schemas.microsoft.com/office/drawing/2014/main" id="{2A2420D3-D812-4468-8792-6EBAD800BCD2}"/>
              </a:ext>
            </a:extLst>
          </p:cNvPr>
          <p:cNvSpPr>
            <a:spLocks noChangeArrowheads="1"/>
          </p:cNvSpPr>
          <p:nvPr/>
        </p:nvSpPr>
        <p:spPr bwMode="auto">
          <a:xfrm>
            <a:off x="611188" y="1604963"/>
            <a:ext cx="7993062" cy="441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a:lnSpc>
                <a:spcPct val="170000"/>
              </a:lnSpc>
            </a:pPr>
            <a:r>
              <a:rPr lang="en-US" altLang="zh-CN">
                <a:sym typeface="+mn-lt"/>
              </a:rPr>
              <a:t>int GetElem(SqList L,int </a:t>
            </a:r>
            <a:r>
              <a:rPr lang="en-US" altLang="zh-CN">
                <a:solidFill>
                  <a:srgbClr val="FF0000"/>
                </a:solidFill>
                <a:sym typeface="+mn-lt"/>
              </a:rPr>
              <a:t>i,ElemType &amp;e</a:t>
            </a:r>
            <a:r>
              <a:rPr lang="en-US" altLang="zh-CN">
                <a:sym typeface="+mn-lt"/>
              </a:rPr>
              <a:t>)</a:t>
            </a:r>
          </a:p>
          <a:p>
            <a:pPr algn="just">
              <a:lnSpc>
                <a:spcPct val="170000"/>
              </a:lnSpc>
            </a:pPr>
            <a:r>
              <a:rPr lang="en-US" altLang="zh-CN">
                <a:sym typeface="+mn-lt"/>
              </a:rPr>
              <a:t>{</a:t>
            </a:r>
          </a:p>
          <a:p>
            <a:pPr algn="just">
              <a:lnSpc>
                <a:spcPct val="170000"/>
              </a:lnSpc>
            </a:pPr>
            <a:r>
              <a:rPr lang="en-US" altLang="zh-CN">
                <a:sym typeface="+mn-lt"/>
              </a:rPr>
              <a:t>  if (i&lt;1||i&gt;L.length) return ERROR;   </a:t>
            </a:r>
          </a:p>
          <a:p>
            <a:pPr algn="just">
              <a:lnSpc>
                <a:spcPct val="170000"/>
              </a:lnSpc>
            </a:pPr>
            <a:r>
              <a:rPr lang="en-US" altLang="zh-CN">
                <a:sym typeface="+mn-lt"/>
              </a:rPr>
              <a:t>   //</a:t>
            </a:r>
            <a:r>
              <a:rPr lang="zh-CN" altLang="en-US">
                <a:sym typeface="+mn-lt"/>
              </a:rPr>
              <a:t>判断</a:t>
            </a:r>
            <a:r>
              <a:rPr lang="en-US" altLang="zh-CN">
                <a:sym typeface="+mn-lt"/>
              </a:rPr>
              <a:t>i</a:t>
            </a:r>
            <a:r>
              <a:rPr lang="zh-CN" altLang="en-US">
                <a:sym typeface="+mn-lt"/>
              </a:rPr>
              <a:t>值是否合理，若不合理，返回</a:t>
            </a:r>
            <a:r>
              <a:rPr lang="en-US" altLang="zh-CN">
                <a:sym typeface="+mn-lt"/>
              </a:rPr>
              <a:t>ERROR</a:t>
            </a:r>
          </a:p>
          <a:p>
            <a:pPr algn="just">
              <a:lnSpc>
                <a:spcPct val="170000"/>
              </a:lnSpc>
            </a:pPr>
            <a:r>
              <a:rPr lang="en-US" altLang="zh-CN">
                <a:sym typeface="+mn-lt"/>
              </a:rPr>
              <a:t>  </a:t>
            </a:r>
            <a:r>
              <a:rPr lang="en-US" altLang="zh-CN">
                <a:solidFill>
                  <a:srgbClr val="FF0000"/>
                </a:solidFill>
                <a:sym typeface="+mn-lt"/>
              </a:rPr>
              <a:t>e=L.elem[i-1];</a:t>
            </a:r>
            <a:r>
              <a:rPr lang="en-US" altLang="zh-CN">
                <a:sym typeface="+mn-lt"/>
              </a:rPr>
              <a:t>   //</a:t>
            </a:r>
            <a:r>
              <a:rPr lang="zh-CN" altLang="en-US">
                <a:sym typeface="+mn-lt"/>
              </a:rPr>
              <a:t>第</a:t>
            </a:r>
            <a:r>
              <a:rPr lang="en-US" altLang="zh-CN">
                <a:sym typeface="+mn-lt"/>
              </a:rPr>
              <a:t>i-1</a:t>
            </a:r>
            <a:r>
              <a:rPr lang="zh-CN" altLang="en-US">
                <a:sym typeface="+mn-lt"/>
              </a:rPr>
              <a:t>的单元存储着第</a:t>
            </a:r>
            <a:r>
              <a:rPr lang="en-US" altLang="zh-CN">
                <a:sym typeface="+mn-lt"/>
              </a:rPr>
              <a:t>i</a:t>
            </a:r>
            <a:r>
              <a:rPr lang="zh-CN" altLang="en-US">
                <a:sym typeface="+mn-lt"/>
              </a:rPr>
              <a:t>个数据</a:t>
            </a:r>
          </a:p>
          <a:p>
            <a:pPr algn="just">
              <a:lnSpc>
                <a:spcPct val="170000"/>
              </a:lnSpc>
            </a:pPr>
            <a:r>
              <a:rPr lang="zh-CN" altLang="en-US">
                <a:sym typeface="+mn-lt"/>
              </a:rPr>
              <a:t>  </a:t>
            </a:r>
            <a:r>
              <a:rPr lang="en-US" altLang="zh-CN">
                <a:sym typeface="+mn-lt"/>
              </a:rPr>
              <a:t>return OK;</a:t>
            </a:r>
          </a:p>
          <a:p>
            <a:pPr algn="just">
              <a:lnSpc>
                <a:spcPct val="170000"/>
              </a:lnSpc>
            </a:pPr>
            <a:r>
              <a:rPr lang="en-US" altLang="zh-CN">
                <a:sym typeface="+mn-lt"/>
              </a:rPr>
              <a:t>}</a:t>
            </a:r>
          </a:p>
        </p:txBody>
      </p:sp>
      <p:sp>
        <p:nvSpPr>
          <p:cNvPr id="6" name="Rectangle 6">
            <a:extLst>
              <a:ext uri="{FF2B5EF4-FFF2-40B4-BE49-F238E27FC236}">
                <a16:creationId xmlns:a16="http://schemas.microsoft.com/office/drawing/2014/main" id="{B2867426-F347-43B7-A1BF-7E365024A985}"/>
              </a:ext>
            </a:extLst>
          </p:cNvPr>
          <p:cNvSpPr>
            <a:spLocks noChangeArrowheads="1"/>
          </p:cNvSpPr>
          <p:nvPr/>
        </p:nvSpPr>
        <p:spPr bwMode="auto">
          <a:xfrm>
            <a:off x="749300" y="188913"/>
            <a:ext cx="8909050"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marL="342900" indent="-342900">
              <a:defRPr sz="2800">
                <a:solidFill>
                  <a:schemeClr val="tx1"/>
                </a:solidFill>
                <a:latin typeface="Times New Roman" panose="02020603050405020304" pitchFamily="18" charset="0"/>
                <a:ea typeface="仿宋_GB2312" pitchFamily="49" charset="-122"/>
              </a:defRPr>
            </a:lvl1pPr>
            <a:lvl2pPr marL="1714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lvl="1">
              <a:lnSpc>
                <a:spcPct val="130000"/>
              </a:lnSpc>
            </a:pPr>
            <a:r>
              <a:rPr lang="zh-CN" altLang="en-US">
                <a:solidFill>
                  <a:schemeClr val="bg1"/>
                </a:solidFill>
                <a:ea typeface="微软雅黑" panose="020B0503020204020204" pitchFamily="34" charset="-122"/>
                <a:sym typeface="+mn-lt"/>
              </a:rPr>
              <a:t>取值（根据位置</a:t>
            </a:r>
            <a:r>
              <a:rPr lang="en-US" altLang="zh-CN">
                <a:solidFill>
                  <a:schemeClr val="bg1"/>
                </a:solidFill>
                <a:ea typeface="微软雅黑" panose="020B0503020204020204" pitchFamily="34" charset="-122"/>
                <a:sym typeface="+mn-lt"/>
              </a:rPr>
              <a:t>i</a:t>
            </a:r>
            <a:r>
              <a:rPr lang="zh-CN" altLang="en-US">
                <a:solidFill>
                  <a:schemeClr val="bg1"/>
                </a:solidFill>
                <a:ea typeface="微软雅黑" panose="020B0503020204020204" pitchFamily="34" charset="-122"/>
                <a:sym typeface="+mn-lt"/>
              </a:rPr>
              <a:t>获取相应位置数据元素的内容）</a:t>
            </a:r>
          </a:p>
        </p:txBody>
      </p:sp>
      <p:sp>
        <p:nvSpPr>
          <p:cNvPr id="7" name="云形标注 6">
            <a:extLst>
              <a:ext uri="{FF2B5EF4-FFF2-40B4-BE49-F238E27FC236}">
                <a16:creationId xmlns:a16="http://schemas.microsoft.com/office/drawing/2014/main" id="{5E3F2FB2-290C-4EC4-84B5-3A3EBA271678}"/>
              </a:ext>
            </a:extLst>
          </p:cNvPr>
          <p:cNvSpPr>
            <a:spLocks noChangeArrowheads="1"/>
          </p:cNvSpPr>
          <p:nvPr/>
        </p:nvSpPr>
        <p:spPr bwMode="auto">
          <a:xfrm>
            <a:off x="3506788" y="5060950"/>
            <a:ext cx="2714625" cy="785813"/>
          </a:xfrm>
          <a:prstGeom prst="cloudCallout">
            <a:avLst>
              <a:gd name="adj1" fmla="val -76940"/>
              <a:gd name="adj2" fmla="val -81745"/>
            </a:avLst>
          </a:prstGeom>
          <a:solidFill>
            <a:srgbClr val="FFC000"/>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zh-CN" altLang="en-US" dirty="0">
                <a:latin typeface="+mn-lt"/>
                <a:ea typeface="+mn-ea"/>
                <a:cs typeface="+mn-ea"/>
                <a:sym typeface="+mn-lt"/>
              </a:rPr>
              <a:t>随机存取</a:t>
            </a:r>
          </a:p>
        </p:txBody>
      </p:sp>
      <p:sp>
        <p:nvSpPr>
          <p:cNvPr id="60421" name="矩形 7">
            <a:extLst>
              <a:ext uri="{FF2B5EF4-FFF2-40B4-BE49-F238E27FC236}">
                <a16:creationId xmlns:a16="http://schemas.microsoft.com/office/drawing/2014/main" id="{93596CEA-20BC-434F-8608-A08C557886AB}"/>
              </a:ext>
            </a:extLst>
          </p:cNvPr>
          <p:cNvSpPr>
            <a:spLocks noChangeArrowheads="1"/>
          </p:cNvSpPr>
          <p:nvPr/>
        </p:nvSpPr>
        <p:spPr bwMode="auto">
          <a:xfrm>
            <a:off x="611188" y="1125538"/>
            <a:ext cx="6246812"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ym typeface="+mn-lt"/>
              </a:rPr>
              <a:t>获取线性表</a:t>
            </a:r>
            <a:r>
              <a:rPr lang="en-US" altLang="zh-CN">
                <a:sym typeface="+mn-lt"/>
              </a:rPr>
              <a:t>L</a:t>
            </a:r>
            <a:r>
              <a:rPr lang="zh-CN" altLang="en-US">
                <a:sym typeface="+mn-lt"/>
              </a:rPr>
              <a:t>中的某个数据元素的内容</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6" presetClass="emph" presetSubtype="0" fill="hold" grpId="1" nodeType="clickEffect">
                                  <p:stCondLst>
                                    <p:cond delay="0"/>
                                  </p:stCondLst>
                                  <p:childTnLst>
                                    <p:animScale>
                                      <p:cBhvr>
                                        <p:cTn id="12" dur="2000" fill="hold"/>
                                        <p:tgtEl>
                                          <p:spTgt spid="7"/>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547" name="Rectangle 11">
            <a:extLst>
              <a:ext uri="{FF2B5EF4-FFF2-40B4-BE49-F238E27FC236}">
                <a16:creationId xmlns:a16="http://schemas.microsoft.com/office/drawing/2014/main" id="{C336F2C8-B9EA-414E-844F-1238D642B195}"/>
              </a:ext>
            </a:extLst>
          </p:cNvPr>
          <p:cNvSpPr>
            <a:spLocks noChangeArrowheads="1"/>
          </p:cNvSpPr>
          <p:nvPr/>
        </p:nvSpPr>
        <p:spPr bwMode="auto">
          <a:xfrm>
            <a:off x="749300" y="225425"/>
            <a:ext cx="7710488" cy="51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marL="342900" indent="-342900">
              <a:defRPr sz="2800">
                <a:solidFill>
                  <a:schemeClr val="tx1"/>
                </a:solidFill>
                <a:latin typeface="Times New Roman" panose="02020603050405020304" pitchFamily="18" charset="0"/>
                <a:ea typeface="仿宋_GB2312" pitchFamily="49" charset="-122"/>
              </a:defRPr>
            </a:lvl1pPr>
            <a:lvl2pPr marL="1714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lvl="1"/>
            <a:r>
              <a:rPr lang="zh-CN" altLang="en-US">
                <a:solidFill>
                  <a:schemeClr val="bg1"/>
                </a:solidFill>
                <a:ea typeface="微软雅黑" panose="020B0503020204020204" pitchFamily="34" charset="-122"/>
                <a:sym typeface="+mn-lt"/>
              </a:rPr>
              <a:t>查找（根据指定数据获取数据所在的位置） </a:t>
            </a:r>
          </a:p>
        </p:txBody>
      </p:sp>
      <p:sp>
        <p:nvSpPr>
          <p:cNvPr id="449548" name="Rectangle 12">
            <a:extLst>
              <a:ext uri="{FF2B5EF4-FFF2-40B4-BE49-F238E27FC236}">
                <a16:creationId xmlns:a16="http://schemas.microsoft.com/office/drawing/2014/main" id="{DDBBB433-FFC8-42EF-BA65-ACA594D76628}"/>
              </a:ext>
            </a:extLst>
          </p:cNvPr>
          <p:cNvSpPr>
            <a:spLocks noChangeArrowheads="1"/>
          </p:cNvSpPr>
          <p:nvPr/>
        </p:nvSpPr>
        <p:spPr bwMode="auto">
          <a:xfrm>
            <a:off x="1009650" y="858838"/>
            <a:ext cx="4267200" cy="762000"/>
          </a:xfrm>
          <a:prstGeom prst="rect">
            <a:avLst/>
          </a:prstGeom>
          <a:noFill/>
          <a:ln w="9525">
            <a:noFill/>
            <a:miter lim="800000"/>
          </a:ln>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kumimoji="1" lang="zh-CN" altLang="en-US" sz="2400">
                <a:ea typeface="微软雅黑" panose="020B0503020204020204" pitchFamily="34" charset="-122"/>
                <a:sym typeface="+mn-lt"/>
              </a:rPr>
              <a:t>顺序查找图示</a:t>
            </a:r>
          </a:p>
        </p:txBody>
      </p:sp>
      <p:sp>
        <p:nvSpPr>
          <p:cNvPr id="61444" name="Line 13">
            <a:extLst>
              <a:ext uri="{FF2B5EF4-FFF2-40B4-BE49-F238E27FC236}">
                <a16:creationId xmlns:a16="http://schemas.microsoft.com/office/drawing/2014/main" id="{93594DA2-1E7E-4DC6-B8CD-C3344EE7B9C1}"/>
              </a:ext>
            </a:extLst>
          </p:cNvPr>
          <p:cNvSpPr>
            <a:spLocks noChangeShapeType="1"/>
          </p:cNvSpPr>
          <p:nvPr/>
        </p:nvSpPr>
        <p:spPr bwMode="auto">
          <a:xfrm flipV="1">
            <a:off x="2914650" y="2846388"/>
            <a:ext cx="0" cy="381000"/>
          </a:xfrm>
          <a:prstGeom prst="line">
            <a:avLst/>
          </a:prstGeom>
          <a:noFill/>
          <a:ln w="28575">
            <a:solidFill>
              <a:schemeClr val="tx2"/>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45" name="Rectangle 14">
            <a:extLst>
              <a:ext uri="{FF2B5EF4-FFF2-40B4-BE49-F238E27FC236}">
                <a16:creationId xmlns:a16="http://schemas.microsoft.com/office/drawing/2014/main" id="{DC3F4D72-A2C4-4B2D-899D-DBBC861C3182}"/>
              </a:ext>
            </a:extLst>
          </p:cNvPr>
          <p:cNvSpPr>
            <a:spLocks noChangeArrowheads="1"/>
          </p:cNvSpPr>
          <p:nvPr/>
        </p:nvSpPr>
        <p:spPr bwMode="auto">
          <a:xfrm>
            <a:off x="2609850" y="2236788"/>
            <a:ext cx="4114800" cy="533400"/>
          </a:xfrm>
          <a:prstGeom prst="rect">
            <a:avLst/>
          </a:prstGeom>
          <a:solidFill>
            <a:srgbClr val="9476B6"/>
          </a:solidFill>
          <a:ln w="9525">
            <a:solidFill>
              <a:schemeClr val="tx1"/>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a:latin typeface="+mn-lt"/>
              <a:ea typeface="+mn-ea"/>
              <a:cs typeface="+mn-ea"/>
              <a:sym typeface="+mn-lt"/>
            </a:endParaRPr>
          </a:p>
        </p:txBody>
      </p:sp>
      <p:sp>
        <p:nvSpPr>
          <p:cNvPr id="61446" name="Text Box 15">
            <a:extLst>
              <a:ext uri="{FF2B5EF4-FFF2-40B4-BE49-F238E27FC236}">
                <a16:creationId xmlns:a16="http://schemas.microsoft.com/office/drawing/2014/main" id="{E25298E2-72CC-4253-9815-E1FBA23FCDF1}"/>
              </a:ext>
            </a:extLst>
          </p:cNvPr>
          <p:cNvSpPr txBox="1">
            <a:spLocks noChangeArrowheads="1"/>
          </p:cNvSpPr>
          <p:nvPr/>
        </p:nvSpPr>
        <p:spPr bwMode="auto">
          <a:xfrm>
            <a:off x="2686050" y="2268538"/>
            <a:ext cx="41052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dirty="0">
                <a:solidFill>
                  <a:schemeClr val="bg1"/>
                </a:solidFill>
                <a:latin typeface="+mn-lt"/>
                <a:ea typeface="+mn-ea"/>
                <a:cs typeface="+mn-ea"/>
                <a:sym typeface="+mn-lt"/>
              </a:rPr>
              <a:t> 25    34      57     16     48     09 </a:t>
            </a:r>
          </a:p>
        </p:txBody>
      </p:sp>
      <p:sp>
        <p:nvSpPr>
          <p:cNvPr id="61447" name="Line 16">
            <a:extLst>
              <a:ext uri="{FF2B5EF4-FFF2-40B4-BE49-F238E27FC236}">
                <a16:creationId xmlns:a16="http://schemas.microsoft.com/office/drawing/2014/main" id="{A62E6A9F-2DAE-4507-B576-07D3CAB2CCE8}"/>
              </a:ext>
            </a:extLst>
          </p:cNvPr>
          <p:cNvSpPr>
            <a:spLocks noChangeShapeType="1"/>
          </p:cNvSpPr>
          <p:nvPr/>
        </p:nvSpPr>
        <p:spPr bwMode="auto">
          <a:xfrm>
            <a:off x="3295650" y="2236788"/>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48" name="Line 17">
            <a:extLst>
              <a:ext uri="{FF2B5EF4-FFF2-40B4-BE49-F238E27FC236}">
                <a16:creationId xmlns:a16="http://schemas.microsoft.com/office/drawing/2014/main" id="{EA7B3E2D-2C94-4F1D-A5FC-6B803449B875}"/>
              </a:ext>
            </a:extLst>
          </p:cNvPr>
          <p:cNvSpPr>
            <a:spLocks noChangeShapeType="1"/>
          </p:cNvSpPr>
          <p:nvPr/>
        </p:nvSpPr>
        <p:spPr bwMode="auto">
          <a:xfrm>
            <a:off x="3981450" y="2236788"/>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49" name="Line 18">
            <a:extLst>
              <a:ext uri="{FF2B5EF4-FFF2-40B4-BE49-F238E27FC236}">
                <a16:creationId xmlns:a16="http://schemas.microsoft.com/office/drawing/2014/main" id="{7F625002-E451-41A9-A4E0-F20F9AEA9FB2}"/>
              </a:ext>
            </a:extLst>
          </p:cNvPr>
          <p:cNvSpPr>
            <a:spLocks noChangeShapeType="1"/>
          </p:cNvSpPr>
          <p:nvPr/>
        </p:nvSpPr>
        <p:spPr bwMode="auto">
          <a:xfrm>
            <a:off x="4667250" y="2236788"/>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50" name="Line 19">
            <a:extLst>
              <a:ext uri="{FF2B5EF4-FFF2-40B4-BE49-F238E27FC236}">
                <a16:creationId xmlns:a16="http://schemas.microsoft.com/office/drawing/2014/main" id="{8BE2450A-9662-400E-9E91-210A71E9EF89}"/>
              </a:ext>
            </a:extLst>
          </p:cNvPr>
          <p:cNvSpPr>
            <a:spLocks noChangeShapeType="1"/>
          </p:cNvSpPr>
          <p:nvPr/>
        </p:nvSpPr>
        <p:spPr bwMode="auto">
          <a:xfrm>
            <a:off x="5353050" y="2236788"/>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51" name="Line 20">
            <a:extLst>
              <a:ext uri="{FF2B5EF4-FFF2-40B4-BE49-F238E27FC236}">
                <a16:creationId xmlns:a16="http://schemas.microsoft.com/office/drawing/2014/main" id="{46177904-01A7-4EFF-9A80-76A3E8F2E867}"/>
              </a:ext>
            </a:extLst>
          </p:cNvPr>
          <p:cNvSpPr>
            <a:spLocks noChangeShapeType="1"/>
          </p:cNvSpPr>
          <p:nvPr/>
        </p:nvSpPr>
        <p:spPr bwMode="auto">
          <a:xfrm flipH="1">
            <a:off x="6038850" y="2236788"/>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52" name="Text Box 21">
            <a:extLst>
              <a:ext uri="{FF2B5EF4-FFF2-40B4-BE49-F238E27FC236}">
                <a16:creationId xmlns:a16="http://schemas.microsoft.com/office/drawing/2014/main" id="{1C3E1DED-FCF8-44B1-A1A1-8BA7B625AD37}"/>
              </a:ext>
            </a:extLst>
          </p:cNvPr>
          <p:cNvSpPr txBox="1">
            <a:spLocks noChangeArrowheads="1"/>
          </p:cNvSpPr>
          <p:nvPr/>
        </p:nvSpPr>
        <p:spPr bwMode="auto">
          <a:xfrm>
            <a:off x="2686050" y="1717675"/>
            <a:ext cx="3954463"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dirty="0">
                <a:solidFill>
                  <a:srgbClr val="0000FF"/>
                </a:solidFill>
                <a:latin typeface="+mn-lt"/>
                <a:ea typeface="+mn-ea"/>
                <a:cs typeface="+mn-ea"/>
                <a:sym typeface="+mn-lt"/>
              </a:rPr>
              <a:t>0        1       2        3      4       5 </a:t>
            </a:r>
            <a:endParaRPr lang="en-US" altLang="zh-CN" dirty="0">
              <a:solidFill>
                <a:srgbClr val="0000FF"/>
              </a:solidFill>
              <a:latin typeface="+mn-lt"/>
              <a:ea typeface="+mn-ea"/>
              <a:cs typeface="+mn-ea"/>
              <a:sym typeface="+mn-lt"/>
            </a:endParaRPr>
          </a:p>
        </p:txBody>
      </p:sp>
      <p:sp>
        <p:nvSpPr>
          <p:cNvPr id="61453" name="Text Box 22">
            <a:extLst>
              <a:ext uri="{FF2B5EF4-FFF2-40B4-BE49-F238E27FC236}">
                <a16:creationId xmlns:a16="http://schemas.microsoft.com/office/drawing/2014/main" id="{0EFAC484-6EA1-48F7-AFC7-85997E512E4D}"/>
              </a:ext>
            </a:extLst>
          </p:cNvPr>
          <p:cNvSpPr txBox="1">
            <a:spLocks noChangeArrowheads="1"/>
          </p:cNvSpPr>
          <p:nvPr/>
        </p:nvSpPr>
        <p:spPr bwMode="auto">
          <a:xfrm>
            <a:off x="1671638" y="2236788"/>
            <a:ext cx="6953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solidFill>
                  <a:schemeClr val="tx2"/>
                </a:solidFill>
                <a:latin typeface="+mn-lt"/>
                <a:ea typeface="+mn-ea"/>
                <a:cs typeface="+mn-ea"/>
                <a:sym typeface="+mn-lt"/>
              </a:rPr>
              <a:t>data</a:t>
            </a:r>
          </a:p>
        </p:txBody>
      </p:sp>
      <p:sp>
        <p:nvSpPr>
          <p:cNvPr id="61454" name="Text Box 23">
            <a:extLst>
              <a:ext uri="{FF2B5EF4-FFF2-40B4-BE49-F238E27FC236}">
                <a16:creationId xmlns:a16="http://schemas.microsoft.com/office/drawing/2014/main" id="{CDBDDBE5-AEB0-4973-885A-F465A5C48DAF}"/>
              </a:ext>
            </a:extLst>
          </p:cNvPr>
          <p:cNvSpPr txBox="1">
            <a:spLocks noChangeArrowheads="1"/>
          </p:cNvSpPr>
          <p:nvPr/>
        </p:nvSpPr>
        <p:spPr bwMode="auto">
          <a:xfrm>
            <a:off x="1212850" y="2714625"/>
            <a:ext cx="1185863"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olidFill>
                  <a:schemeClr val="accent2"/>
                </a:solidFill>
                <a:sym typeface="+mn-lt"/>
              </a:rPr>
              <a:t>查找</a:t>
            </a:r>
            <a:r>
              <a:rPr lang="zh-CN" altLang="en-US">
                <a:solidFill>
                  <a:srgbClr val="FF5050"/>
                </a:solidFill>
                <a:sym typeface="+mn-lt"/>
              </a:rPr>
              <a:t> </a:t>
            </a:r>
            <a:r>
              <a:rPr lang="en-US" altLang="zh-CN">
                <a:solidFill>
                  <a:srgbClr val="FF5050"/>
                </a:solidFill>
                <a:sym typeface="+mn-lt"/>
              </a:rPr>
              <a:t>16</a:t>
            </a:r>
            <a:endParaRPr lang="en-US" altLang="zh-CN">
              <a:sym typeface="+mn-lt"/>
            </a:endParaRPr>
          </a:p>
        </p:txBody>
      </p:sp>
      <p:sp>
        <p:nvSpPr>
          <p:cNvPr id="61455" name="Text Box 24">
            <a:extLst>
              <a:ext uri="{FF2B5EF4-FFF2-40B4-BE49-F238E27FC236}">
                <a16:creationId xmlns:a16="http://schemas.microsoft.com/office/drawing/2014/main" id="{6717B910-40CF-4A3D-9B66-655CE28FDBB6}"/>
              </a:ext>
            </a:extLst>
          </p:cNvPr>
          <p:cNvSpPr txBox="1">
            <a:spLocks noChangeArrowheads="1"/>
          </p:cNvSpPr>
          <p:nvPr/>
        </p:nvSpPr>
        <p:spPr bwMode="auto">
          <a:xfrm>
            <a:off x="2533650" y="2800350"/>
            <a:ext cx="2698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i="1">
                <a:solidFill>
                  <a:srgbClr val="FF5050"/>
                </a:solidFill>
                <a:latin typeface="+mn-lt"/>
                <a:ea typeface="+mn-ea"/>
                <a:cs typeface="+mn-ea"/>
                <a:sym typeface="+mn-lt"/>
              </a:rPr>
              <a:t>i</a:t>
            </a:r>
            <a:endParaRPr lang="en-US" altLang="zh-CN">
              <a:latin typeface="+mn-lt"/>
              <a:ea typeface="+mn-ea"/>
              <a:cs typeface="+mn-ea"/>
              <a:sym typeface="+mn-lt"/>
            </a:endParaRPr>
          </a:p>
        </p:txBody>
      </p:sp>
      <p:sp>
        <p:nvSpPr>
          <p:cNvPr id="61456" name="Line 25">
            <a:extLst>
              <a:ext uri="{FF2B5EF4-FFF2-40B4-BE49-F238E27FC236}">
                <a16:creationId xmlns:a16="http://schemas.microsoft.com/office/drawing/2014/main" id="{5DD3613C-3F46-42D6-B8AB-88FAF74546C9}"/>
              </a:ext>
            </a:extLst>
          </p:cNvPr>
          <p:cNvSpPr>
            <a:spLocks noChangeShapeType="1"/>
          </p:cNvSpPr>
          <p:nvPr/>
        </p:nvSpPr>
        <p:spPr bwMode="auto">
          <a:xfrm flipV="1">
            <a:off x="3524250" y="3943350"/>
            <a:ext cx="0" cy="381000"/>
          </a:xfrm>
          <a:prstGeom prst="line">
            <a:avLst/>
          </a:prstGeom>
          <a:noFill/>
          <a:ln w="28575">
            <a:solidFill>
              <a:schemeClr val="tx2"/>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57" name="Rectangle 26">
            <a:extLst>
              <a:ext uri="{FF2B5EF4-FFF2-40B4-BE49-F238E27FC236}">
                <a16:creationId xmlns:a16="http://schemas.microsoft.com/office/drawing/2014/main" id="{58FA1900-55A7-4507-8B0B-378336A98718}"/>
              </a:ext>
            </a:extLst>
          </p:cNvPr>
          <p:cNvSpPr>
            <a:spLocks noChangeArrowheads="1"/>
          </p:cNvSpPr>
          <p:nvPr/>
        </p:nvSpPr>
        <p:spPr bwMode="auto">
          <a:xfrm>
            <a:off x="2609850" y="3333750"/>
            <a:ext cx="4114800" cy="533400"/>
          </a:xfrm>
          <a:prstGeom prst="rect">
            <a:avLst/>
          </a:prstGeom>
          <a:solidFill>
            <a:srgbClr val="9476B6"/>
          </a:solidFill>
          <a:ln w="9525">
            <a:solidFill>
              <a:schemeClr val="tx1"/>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a:latin typeface="+mn-lt"/>
              <a:ea typeface="+mn-ea"/>
              <a:cs typeface="+mn-ea"/>
              <a:sym typeface="+mn-lt"/>
            </a:endParaRPr>
          </a:p>
        </p:txBody>
      </p:sp>
      <p:sp>
        <p:nvSpPr>
          <p:cNvPr id="61458" name="Text Box 27">
            <a:extLst>
              <a:ext uri="{FF2B5EF4-FFF2-40B4-BE49-F238E27FC236}">
                <a16:creationId xmlns:a16="http://schemas.microsoft.com/office/drawing/2014/main" id="{86A56DC7-515A-4A00-9FCB-26D9EE8A97E1}"/>
              </a:ext>
            </a:extLst>
          </p:cNvPr>
          <p:cNvSpPr txBox="1">
            <a:spLocks noChangeArrowheads="1"/>
          </p:cNvSpPr>
          <p:nvPr/>
        </p:nvSpPr>
        <p:spPr bwMode="auto">
          <a:xfrm>
            <a:off x="2686050" y="3384550"/>
            <a:ext cx="41052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dirty="0">
                <a:solidFill>
                  <a:schemeClr val="bg1"/>
                </a:solidFill>
                <a:latin typeface="+mn-lt"/>
                <a:ea typeface="+mn-ea"/>
                <a:cs typeface="+mn-ea"/>
                <a:sym typeface="+mn-lt"/>
              </a:rPr>
              <a:t> 25     34     57     16     48     09 </a:t>
            </a:r>
          </a:p>
        </p:txBody>
      </p:sp>
      <p:sp>
        <p:nvSpPr>
          <p:cNvPr id="61459" name="Line 28">
            <a:extLst>
              <a:ext uri="{FF2B5EF4-FFF2-40B4-BE49-F238E27FC236}">
                <a16:creationId xmlns:a16="http://schemas.microsoft.com/office/drawing/2014/main" id="{C7E84CBF-41E0-4176-9B98-8A60823FD740}"/>
              </a:ext>
            </a:extLst>
          </p:cNvPr>
          <p:cNvSpPr>
            <a:spLocks noChangeShapeType="1"/>
          </p:cNvSpPr>
          <p:nvPr/>
        </p:nvSpPr>
        <p:spPr bwMode="auto">
          <a:xfrm>
            <a:off x="3295650" y="3333750"/>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60" name="Line 29">
            <a:extLst>
              <a:ext uri="{FF2B5EF4-FFF2-40B4-BE49-F238E27FC236}">
                <a16:creationId xmlns:a16="http://schemas.microsoft.com/office/drawing/2014/main" id="{6FC45B65-3B93-45BA-B4D3-0BC937B04923}"/>
              </a:ext>
            </a:extLst>
          </p:cNvPr>
          <p:cNvSpPr>
            <a:spLocks noChangeShapeType="1"/>
          </p:cNvSpPr>
          <p:nvPr/>
        </p:nvSpPr>
        <p:spPr bwMode="auto">
          <a:xfrm>
            <a:off x="3981450" y="3333750"/>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61" name="Line 30">
            <a:extLst>
              <a:ext uri="{FF2B5EF4-FFF2-40B4-BE49-F238E27FC236}">
                <a16:creationId xmlns:a16="http://schemas.microsoft.com/office/drawing/2014/main" id="{0EB62E19-DBBA-47DD-92D9-0FE682B227D5}"/>
              </a:ext>
            </a:extLst>
          </p:cNvPr>
          <p:cNvSpPr>
            <a:spLocks noChangeShapeType="1"/>
          </p:cNvSpPr>
          <p:nvPr/>
        </p:nvSpPr>
        <p:spPr bwMode="auto">
          <a:xfrm>
            <a:off x="4667250" y="3333750"/>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62" name="Line 31">
            <a:extLst>
              <a:ext uri="{FF2B5EF4-FFF2-40B4-BE49-F238E27FC236}">
                <a16:creationId xmlns:a16="http://schemas.microsoft.com/office/drawing/2014/main" id="{99A091DB-D8D9-4CFC-912E-06E459CC4D89}"/>
              </a:ext>
            </a:extLst>
          </p:cNvPr>
          <p:cNvSpPr>
            <a:spLocks noChangeShapeType="1"/>
          </p:cNvSpPr>
          <p:nvPr/>
        </p:nvSpPr>
        <p:spPr bwMode="auto">
          <a:xfrm>
            <a:off x="5353050" y="3333750"/>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63" name="Line 32">
            <a:extLst>
              <a:ext uri="{FF2B5EF4-FFF2-40B4-BE49-F238E27FC236}">
                <a16:creationId xmlns:a16="http://schemas.microsoft.com/office/drawing/2014/main" id="{5232355E-3EDB-42B2-AFA0-DA895D9AA904}"/>
              </a:ext>
            </a:extLst>
          </p:cNvPr>
          <p:cNvSpPr>
            <a:spLocks noChangeShapeType="1"/>
          </p:cNvSpPr>
          <p:nvPr/>
        </p:nvSpPr>
        <p:spPr bwMode="auto">
          <a:xfrm flipH="1">
            <a:off x="6038850" y="3333750"/>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64" name="Text Box 33">
            <a:extLst>
              <a:ext uri="{FF2B5EF4-FFF2-40B4-BE49-F238E27FC236}">
                <a16:creationId xmlns:a16="http://schemas.microsoft.com/office/drawing/2014/main" id="{932F575A-FC7D-4AB7-ABA2-38CC6610BE08}"/>
              </a:ext>
            </a:extLst>
          </p:cNvPr>
          <p:cNvSpPr txBox="1">
            <a:spLocks noChangeArrowheads="1"/>
          </p:cNvSpPr>
          <p:nvPr/>
        </p:nvSpPr>
        <p:spPr bwMode="auto">
          <a:xfrm>
            <a:off x="3143250" y="3867150"/>
            <a:ext cx="2698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i="1">
                <a:solidFill>
                  <a:srgbClr val="FF5050"/>
                </a:solidFill>
                <a:latin typeface="+mn-lt"/>
                <a:ea typeface="+mn-ea"/>
                <a:cs typeface="+mn-ea"/>
                <a:sym typeface="+mn-lt"/>
              </a:rPr>
              <a:t>i</a:t>
            </a:r>
            <a:endParaRPr lang="en-US" altLang="zh-CN">
              <a:latin typeface="+mn-lt"/>
              <a:ea typeface="+mn-ea"/>
              <a:cs typeface="+mn-ea"/>
              <a:sym typeface="+mn-lt"/>
            </a:endParaRPr>
          </a:p>
        </p:txBody>
      </p:sp>
      <p:sp>
        <p:nvSpPr>
          <p:cNvPr id="61465" name="Line 34">
            <a:extLst>
              <a:ext uri="{FF2B5EF4-FFF2-40B4-BE49-F238E27FC236}">
                <a16:creationId xmlns:a16="http://schemas.microsoft.com/office/drawing/2014/main" id="{E4914840-FB5E-4CAF-81CC-7193F7C6F5D0}"/>
              </a:ext>
            </a:extLst>
          </p:cNvPr>
          <p:cNvSpPr>
            <a:spLocks noChangeShapeType="1"/>
          </p:cNvSpPr>
          <p:nvPr/>
        </p:nvSpPr>
        <p:spPr bwMode="auto">
          <a:xfrm flipV="1">
            <a:off x="4210050" y="5056188"/>
            <a:ext cx="0" cy="381000"/>
          </a:xfrm>
          <a:prstGeom prst="line">
            <a:avLst/>
          </a:prstGeom>
          <a:noFill/>
          <a:ln w="28575">
            <a:solidFill>
              <a:schemeClr val="tx2"/>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66" name="Rectangle 35">
            <a:extLst>
              <a:ext uri="{FF2B5EF4-FFF2-40B4-BE49-F238E27FC236}">
                <a16:creationId xmlns:a16="http://schemas.microsoft.com/office/drawing/2014/main" id="{89FC718C-5A3D-49F0-868E-B35FA2EA7E34}"/>
              </a:ext>
            </a:extLst>
          </p:cNvPr>
          <p:cNvSpPr>
            <a:spLocks noChangeArrowheads="1"/>
          </p:cNvSpPr>
          <p:nvPr/>
        </p:nvSpPr>
        <p:spPr bwMode="auto">
          <a:xfrm>
            <a:off x="2609850" y="4446588"/>
            <a:ext cx="4114800" cy="533400"/>
          </a:xfrm>
          <a:prstGeom prst="rect">
            <a:avLst/>
          </a:prstGeom>
          <a:solidFill>
            <a:srgbClr val="9476B6"/>
          </a:solidFill>
          <a:ln w="9525">
            <a:solidFill>
              <a:schemeClr val="tx1"/>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a:latin typeface="+mn-lt"/>
              <a:ea typeface="+mn-ea"/>
              <a:cs typeface="+mn-ea"/>
              <a:sym typeface="+mn-lt"/>
            </a:endParaRPr>
          </a:p>
        </p:txBody>
      </p:sp>
      <p:sp>
        <p:nvSpPr>
          <p:cNvPr id="61467" name="Text Box 36">
            <a:extLst>
              <a:ext uri="{FF2B5EF4-FFF2-40B4-BE49-F238E27FC236}">
                <a16:creationId xmlns:a16="http://schemas.microsoft.com/office/drawing/2014/main" id="{F0D6FA59-1B37-4898-A0C8-E0CC6F285BDF}"/>
              </a:ext>
            </a:extLst>
          </p:cNvPr>
          <p:cNvSpPr txBox="1">
            <a:spLocks noChangeArrowheads="1"/>
          </p:cNvSpPr>
          <p:nvPr/>
        </p:nvSpPr>
        <p:spPr bwMode="auto">
          <a:xfrm>
            <a:off x="2686050" y="4484688"/>
            <a:ext cx="41052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dirty="0">
                <a:solidFill>
                  <a:schemeClr val="bg1"/>
                </a:solidFill>
                <a:latin typeface="+mn-lt"/>
                <a:ea typeface="+mn-ea"/>
                <a:cs typeface="+mn-ea"/>
                <a:sym typeface="+mn-lt"/>
              </a:rPr>
              <a:t> 25    34      57     16     48    09 </a:t>
            </a:r>
          </a:p>
        </p:txBody>
      </p:sp>
      <p:sp>
        <p:nvSpPr>
          <p:cNvPr id="61468" name="Line 37">
            <a:extLst>
              <a:ext uri="{FF2B5EF4-FFF2-40B4-BE49-F238E27FC236}">
                <a16:creationId xmlns:a16="http://schemas.microsoft.com/office/drawing/2014/main" id="{3DF2D678-6960-4DC4-92FD-C9198A8A4AE7}"/>
              </a:ext>
            </a:extLst>
          </p:cNvPr>
          <p:cNvSpPr>
            <a:spLocks noChangeShapeType="1"/>
          </p:cNvSpPr>
          <p:nvPr/>
        </p:nvSpPr>
        <p:spPr bwMode="auto">
          <a:xfrm>
            <a:off x="3295650" y="4446588"/>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69" name="Line 38">
            <a:extLst>
              <a:ext uri="{FF2B5EF4-FFF2-40B4-BE49-F238E27FC236}">
                <a16:creationId xmlns:a16="http://schemas.microsoft.com/office/drawing/2014/main" id="{D2730FC8-B4F7-4F91-A2A6-527E44152B52}"/>
              </a:ext>
            </a:extLst>
          </p:cNvPr>
          <p:cNvSpPr>
            <a:spLocks noChangeShapeType="1"/>
          </p:cNvSpPr>
          <p:nvPr/>
        </p:nvSpPr>
        <p:spPr bwMode="auto">
          <a:xfrm>
            <a:off x="3981450" y="4446588"/>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70" name="Line 39">
            <a:extLst>
              <a:ext uri="{FF2B5EF4-FFF2-40B4-BE49-F238E27FC236}">
                <a16:creationId xmlns:a16="http://schemas.microsoft.com/office/drawing/2014/main" id="{06FDCE25-A855-452D-983A-724698981BB4}"/>
              </a:ext>
            </a:extLst>
          </p:cNvPr>
          <p:cNvSpPr>
            <a:spLocks noChangeShapeType="1"/>
          </p:cNvSpPr>
          <p:nvPr/>
        </p:nvSpPr>
        <p:spPr bwMode="auto">
          <a:xfrm>
            <a:off x="4667250" y="4446588"/>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71" name="Line 40">
            <a:extLst>
              <a:ext uri="{FF2B5EF4-FFF2-40B4-BE49-F238E27FC236}">
                <a16:creationId xmlns:a16="http://schemas.microsoft.com/office/drawing/2014/main" id="{BD707E48-59B8-41BC-9D3C-B80F4F9629F9}"/>
              </a:ext>
            </a:extLst>
          </p:cNvPr>
          <p:cNvSpPr>
            <a:spLocks noChangeShapeType="1"/>
          </p:cNvSpPr>
          <p:nvPr/>
        </p:nvSpPr>
        <p:spPr bwMode="auto">
          <a:xfrm>
            <a:off x="5353050" y="4446588"/>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72" name="Line 41">
            <a:extLst>
              <a:ext uri="{FF2B5EF4-FFF2-40B4-BE49-F238E27FC236}">
                <a16:creationId xmlns:a16="http://schemas.microsoft.com/office/drawing/2014/main" id="{7FC2C740-A74F-4DB7-82F5-731B9AB0D78F}"/>
              </a:ext>
            </a:extLst>
          </p:cNvPr>
          <p:cNvSpPr>
            <a:spLocks noChangeShapeType="1"/>
          </p:cNvSpPr>
          <p:nvPr/>
        </p:nvSpPr>
        <p:spPr bwMode="auto">
          <a:xfrm flipH="1">
            <a:off x="6038850" y="4446588"/>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73" name="Text Box 42">
            <a:extLst>
              <a:ext uri="{FF2B5EF4-FFF2-40B4-BE49-F238E27FC236}">
                <a16:creationId xmlns:a16="http://schemas.microsoft.com/office/drawing/2014/main" id="{1F90ED85-AAFA-44D2-A5AA-C86C7FC90F92}"/>
              </a:ext>
            </a:extLst>
          </p:cNvPr>
          <p:cNvSpPr txBox="1">
            <a:spLocks noChangeArrowheads="1"/>
          </p:cNvSpPr>
          <p:nvPr/>
        </p:nvSpPr>
        <p:spPr bwMode="auto">
          <a:xfrm>
            <a:off x="3836988" y="4979988"/>
            <a:ext cx="2698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i="1">
                <a:solidFill>
                  <a:srgbClr val="FF5050"/>
                </a:solidFill>
                <a:latin typeface="+mn-lt"/>
                <a:ea typeface="+mn-ea"/>
                <a:cs typeface="+mn-ea"/>
                <a:sym typeface="+mn-lt"/>
              </a:rPr>
              <a:t>i</a:t>
            </a:r>
            <a:endParaRPr lang="en-US" altLang="zh-CN">
              <a:latin typeface="+mn-lt"/>
              <a:ea typeface="+mn-ea"/>
              <a:cs typeface="+mn-ea"/>
              <a:sym typeface="+mn-lt"/>
            </a:endParaRPr>
          </a:p>
        </p:txBody>
      </p:sp>
      <p:sp>
        <p:nvSpPr>
          <p:cNvPr id="61474" name="Line 43">
            <a:extLst>
              <a:ext uri="{FF2B5EF4-FFF2-40B4-BE49-F238E27FC236}">
                <a16:creationId xmlns:a16="http://schemas.microsoft.com/office/drawing/2014/main" id="{8DF72B22-72DB-4F35-9F12-4AE160C90079}"/>
              </a:ext>
            </a:extLst>
          </p:cNvPr>
          <p:cNvSpPr>
            <a:spLocks noChangeShapeType="1"/>
          </p:cNvSpPr>
          <p:nvPr/>
        </p:nvSpPr>
        <p:spPr bwMode="auto">
          <a:xfrm flipV="1">
            <a:off x="4972050" y="6153150"/>
            <a:ext cx="0" cy="381000"/>
          </a:xfrm>
          <a:prstGeom prst="line">
            <a:avLst/>
          </a:prstGeom>
          <a:noFill/>
          <a:ln w="28575">
            <a:solidFill>
              <a:schemeClr val="tx2"/>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75" name="Rectangle 44">
            <a:extLst>
              <a:ext uri="{FF2B5EF4-FFF2-40B4-BE49-F238E27FC236}">
                <a16:creationId xmlns:a16="http://schemas.microsoft.com/office/drawing/2014/main" id="{0DF3FCE4-623B-4D6E-A2D1-7B3C65A7F62D}"/>
              </a:ext>
            </a:extLst>
          </p:cNvPr>
          <p:cNvSpPr>
            <a:spLocks noChangeArrowheads="1"/>
          </p:cNvSpPr>
          <p:nvPr/>
        </p:nvSpPr>
        <p:spPr bwMode="auto">
          <a:xfrm>
            <a:off x="2619375" y="5543550"/>
            <a:ext cx="4114800" cy="533400"/>
          </a:xfrm>
          <a:prstGeom prst="rect">
            <a:avLst/>
          </a:prstGeom>
          <a:solidFill>
            <a:srgbClr val="9476B6"/>
          </a:solidFill>
          <a:ln w="9525">
            <a:solidFill>
              <a:schemeClr val="tx1"/>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a:latin typeface="+mn-lt"/>
              <a:ea typeface="+mn-ea"/>
              <a:cs typeface="+mn-ea"/>
              <a:sym typeface="+mn-lt"/>
            </a:endParaRPr>
          </a:p>
        </p:txBody>
      </p:sp>
      <p:sp>
        <p:nvSpPr>
          <p:cNvPr id="61476" name="Text Box 45">
            <a:extLst>
              <a:ext uri="{FF2B5EF4-FFF2-40B4-BE49-F238E27FC236}">
                <a16:creationId xmlns:a16="http://schemas.microsoft.com/office/drawing/2014/main" id="{C872C0DA-CB17-430E-A34B-AE62446EDE67}"/>
              </a:ext>
            </a:extLst>
          </p:cNvPr>
          <p:cNvSpPr txBox="1">
            <a:spLocks noChangeArrowheads="1"/>
          </p:cNvSpPr>
          <p:nvPr/>
        </p:nvSpPr>
        <p:spPr bwMode="auto">
          <a:xfrm>
            <a:off x="2695575" y="5594350"/>
            <a:ext cx="41052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dirty="0">
                <a:solidFill>
                  <a:schemeClr val="bg1"/>
                </a:solidFill>
                <a:latin typeface="+mn-lt"/>
                <a:ea typeface="+mn-ea"/>
                <a:cs typeface="+mn-ea"/>
                <a:sym typeface="+mn-lt"/>
              </a:rPr>
              <a:t> 25     34     57     16     48    09 </a:t>
            </a:r>
          </a:p>
        </p:txBody>
      </p:sp>
      <p:sp>
        <p:nvSpPr>
          <p:cNvPr id="61477" name="Line 46">
            <a:extLst>
              <a:ext uri="{FF2B5EF4-FFF2-40B4-BE49-F238E27FC236}">
                <a16:creationId xmlns:a16="http://schemas.microsoft.com/office/drawing/2014/main" id="{817DD08F-B9B6-4F69-81A6-7CDADAEEC5DD}"/>
              </a:ext>
            </a:extLst>
          </p:cNvPr>
          <p:cNvSpPr>
            <a:spLocks noChangeShapeType="1"/>
          </p:cNvSpPr>
          <p:nvPr/>
        </p:nvSpPr>
        <p:spPr bwMode="auto">
          <a:xfrm>
            <a:off x="3305175" y="5543550"/>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78" name="Line 47">
            <a:extLst>
              <a:ext uri="{FF2B5EF4-FFF2-40B4-BE49-F238E27FC236}">
                <a16:creationId xmlns:a16="http://schemas.microsoft.com/office/drawing/2014/main" id="{1513045F-5EF6-43DC-AD9F-A9DF5C6DDE9F}"/>
              </a:ext>
            </a:extLst>
          </p:cNvPr>
          <p:cNvSpPr>
            <a:spLocks noChangeShapeType="1"/>
          </p:cNvSpPr>
          <p:nvPr/>
        </p:nvSpPr>
        <p:spPr bwMode="auto">
          <a:xfrm>
            <a:off x="3990975" y="5543550"/>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79" name="Line 48">
            <a:extLst>
              <a:ext uri="{FF2B5EF4-FFF2-40B4-BE49-F238E27FC236}">
                <a16:creationId xmlns:a16="http://schemas.microsoft.com/office/drawing/2014/main" id="{210E7A05-1744-40C2-9B34-A5D5DC6D3679}"/>
              </a:ext>
            </a:extLst>
          </p:cNvPr>
          <p:cNvSpPr>
            <a:spLocks noChangeShapeType="1"/>
          </p:cNvSpPr>
          <p:nvPr/>
        </p:nvSpPr>
        <p:spPr bwMode="auto">
          <a:xfrm>
            <a:off x="4676775" y="5543550"/>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80" name="Line 49">
            <a:extLst>
              <a:ext uri="{FF2B5EF4-FFF2-40B4-BE49-F238E27FC236}">
                <a16:creationId xmlns:a16="http://schemas.microsoft.com/office/drawing/2014/main" id="{939F01DB-29F7-4ABB-BEFA-9897D881D513}"/>
              </a:ext>
            </a:extLst>
          </p:cNvPr>
          <p:cNvSpPr>
            <a:spLocks noChangeShapeType="1"/>
          </p:cNvSpPr>
          <p:nvPr/>
        </p:nvSpPr>
        <p:spPr bwMode="auto">
          <a:xfrm>
            <a:off x="5362575" y="5543550"/>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81" name="Line 50">
            <a:extLst>
              <a:ext uri="{FF2B5EF4-FFF2-40B4-BE49-F238E27FC236}">
                <a16:creationId xmlns:a16="http://schemas.microsoft.com/office/drawing/2014/main" id="{4934AAC0-91D9-4850-A890-C72840BCF7CE}"/>
              </a:ext>
            </a:extLst>
          </p:cNvPr>
          <p:cNvSpPr>
            <a:spLocks noChangeShapeType="1"/>
          </p:cNvSpPr>
          <p:nvPr/>
        </p:nvSpPr>
        <p:spPr bwMode="auto">
          <a:xfrm flipH="1">
            <a:off x="6048375" y="5543550"/>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61482" name="Text Box 51">
            <a:extLst>
              <a:ext uri="{FF2B5EF4-FFF2-40B4-BE49-F238E27FC236}">
                <a16:creationId xmlns:a16="http://schemas.microsoft.com/office/drawing/2014/main" id="{8F3CBCA5-F47D-41CE-ABC3-1FE46C1A4A3A}"/>
              </a:ext>
            </a:extLst>
          </p:cNvPr>
          <p:cNvSpPr txBox="1">
            <a:spLocks noChangeArrowheads="1"/>
          </p:cNvSpPr>
          <p:nvPr/>
        </p:nvSpPr>
        <p:spPr bwMode="auto">
          <a:xfrm>
            <a:off x="4591050" y="6076950"/>
            <a:ext cx="2698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i="1" dirty="0" err="1">
                <a:solidFill>
                  <a:srgbClr val="FF5050"/>
                </a:solidFill>
                <a:latin typeface="+mn-lt"/>
                <a:ea typeface="+mn-ea"/>
                <a:cs typeface="+mn-ea"/>
                <a:sym typeface="+mn-lt"/>
              </a:rPr>
              <a:t>i</a:t>
            </a:r>
            <a:endParaRPr lang="en-US" altLang="zh-CN" dirty="0">
              <a:latin typeface="+mn-lt"/>
              <a:ea typeface="+mn-ea"/>
              <a:cs typeface="+mn-ea"/>
              <a:sym typeface="+mn-lt"/>
            </a:endParaRPr>
          </a:p>
        </p:txBody>
      </p:sp>
      <p:sp>
        <p:nvSpPr>
          <p:cNvPr id="61483" name="AutoShape 52">
            <a:extLst>
              <a:ext uri="{FF2B5EF4-FFF2-40B4-BE49-F238E27FC236}">
                <a16:creationId xmlns:a16="http://schemas.microsoft.com/office/drawing/2014/main" id="{6398D8B0-9CD7-4F07-B97C-3C4A84023579}"/>
              </a:ext>
            </a:extLst>
          </p:cNvPr>
          <p:cNvSpPr>
            <a:spLocks noChangeArrowheads="1"/>
          </p:cNvSpPr>
          <p:nvPr/>
        </p:nvSpPr>
        <p:spPr bwMode="auto">
          <a:xfrm>
            <a:off x="3067050" y="2922588"/>
            <a:ext cx="533400" cy="152400"/>
          </a:xfrm>
          <a:prstGeom prst="curvedUpArrow">
            <a:avLst>
              <a:gd name="adj1" fmla="val 70000"/>
              <a:gd name="adj2" fmla="val 140000"/>
              <a:gd name="adj3" fmla="val 33324"/>
            </a:avLst>
          </a:prstGeom>
          <a:solidFill>
            <a:srgbClr val="FF0000"/>
          </a:solidFill>
          <a:ln w="9525">
            <a:solidFill>
              <a:srgbClr val="FF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sp>
        <p:nvSpPr>
          <p:cNvPr id="61484" name="AutoShape 53">
            <a:extLst>
              <a:ext uri="{FF2B5EF4-FFF2-40B4-BE49-F238E27FC236}">
                <a16:creationId xmlns:a16="http://schemas.microsoft.com/office/drawing/2014/main" id="{0B3839F4-A878-46E4-9194-A990FFA0AEE8}"/>
              </a:ext>
            </a:extLst>
          </p:cNvPr>
          <p:cNvSpPr>
            <a:spLocks noChangeArrowheads="1"/>
          </p:cNvSpPr>
          <p:nvPr/>
        </p:nvSpPr>
        <p:spPr bwMode="auto">
          <a:xfrm>
            <a:off x="3676650" y="3989388"/>
            <a:ext cx="533400" cy="152400"/>
          </a:xfrm>
          <a:prstGeom prst="curvedUpArrow">
            <a:avLst>
              <a:gd name="adj1" fmla="val 70000"/>
              <a:gd name="adj2" fmla="val 140000"/>
              <a:gd name="adj3" fmla="val 33324"/>
            </a:avLst>
          </a:prstGeom>
          <a:solidFill>
            <a:srgbClr val="FF0000"/>
          </a:solidFill>
          <a:ln w="9525">
            <a:solidFill>
              <a:srgbClr val="FF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sp>
        <p:nvSpPr>
          <p:cNvPr id="61485" name="AutoShape 54">
            <a:extLst>
              <a:ext uri="{FF2B5EF4-FFF2-40B4-BE49-F238E27FC236}">
                <a16:creationId xmlns:a16="http://schemas.microsoft.com/office/drawing/2014/main" id="{7C5C2918-C55B-4BD0-84BE-7783EF6BB561}"/>
              </a:ext>
            </a:extLst>
          </p:cNvPr>
          <p:cNvSpPr>
            <a:spLocks noChangeArrowheads="1"/>
          </p:cNvSpPr>
          <p:nvPr/>
        </p:nvSpPr>
        <p:spPr bwMode="auto">
          <a:xfrm>
            <a:off x="4438650" y="5132388"/>
            <a:ext cx="533400" cy="152400"/>
          </a:xfrm>
          <a:prstGeom prst="curvedUpArrow">
            <a:avLst>
              <a:gd name="adj1" fmla="val 70000"/>
              <a:gd name="adj2" fmla="val 140000"/>
              <a:gd name="adj3" fmla="val 33324"/>
            </a:avLst>
          </a:prstGeom>
          <a:solidFill>
            <a:srgbClr val="FF0000"/>
          </a:solidFill>
          <a:ln w="9525">
            <a:solidFill>
              <a:srgbClr val="FF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sp>
        <p:nvSpPr>
          <p:cNvPr id="61486" name="Text Box 55">
            <a:extLst>
              <a:ext uri="{FF2B5EF4-FFF2-40B4-BE49-F238E27FC236}">
                <a16:creationId xmlns:a16="http://schemas.microsoft.com/office/drawing/2014/main" id="{2A72C755-C84C-450A-A27F-CEA2DC341188}"/>
              </a:ext>
            </a:extLst>
          </p:cNvPr>
          <p:cNvSpPr txBox="1">
            <a:spLocks noChangeArrowheads="1"/>
          </p:cNvSpPr>
          <p:nvPr/>
        </p:nvSpPr>
        <p:spPr bwMode="auto">
          <a:xfrm>
            <a:off x="5070475" y="6127750"/>
            <a:ext cx="14160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olidFill>
                  <a:schemeClr val="accent2"/>
                </a:solidFill>
                <a:sym typeface="+mn-lt"/>
              </a:rPr>
              <a:t>查找成功</a:t>
            </a:r>
            <a:endParaRPr lang="zh-CN" altLang="en-US">
              <a:sym typeface="+mn-lt"/>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Line 4">
            <a:extLst>
              <a:ext uri="{FF2B5EF4-FFF2-40B4-BE49-F238E27FC236}">
                <a16:creationId xmlns:a16="http://schemas.microsoft.com/office/drawing/2014/main" id="{E7CAC8BB-CE0F-43D5-843A-5FEA2E6EFAAA}"/>
              </a:ext>
            </a:extLst>
          </p:cNvPr>
          <p:cNvSpPr>
            <a:spLocks noChangeShapeType="1"/>
          </p:cNvSpPr>
          <p:nvPr/>
        </p:nvSpPr>
        <p:spPr bwMode="auto">
          <a:xfrm flipV="1">
            <a:off x="2987675" y="2035175"/>
            <a:ext cx="0" cy="381000"/>
          </a:xfrm>
          <a:prstGeom prst="line">
            <a:avLst/>
          </a:prstGeom>
          <a:noFill/>
          <a:ln w="28575">
            <a:solidFill>
              <a:schemeClr val="tx2"/>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67" name="Rectangle 5">
            <a:extLst>
              <a:ext uri="{FF2B5EF4-FFF2-40B4-BE49-F238E27FC236}">
                <a16:creationId xmlns:a16="http://schemas.microsoft.com/office/drawing/2014/main" id="{5123E023-0BFC-44DA-95D0-9D45059F7BE0}"/>
              </a:ext>
            </a:extLst>
          </p:cNvPr>
          <p:cNvSpPr>
            <a:spLocks noChangeArrowheads="1"/>
          </p:cNvSpPr>
          <p:nvPr/>
        </p:nvSpPr>
        <p:spPr bwMode="auto">
          <a:xfrm>
            <a:off x="2690813" y="1425575"/>
            <a:ext cx="3429000" cy="533400"/>
          </a:xfrm>
          <a:prstGeom prst="rect">
            <a:avLst/>
          </a:prstGeom>
          <a:solidFill>
            <a:srgbClr val="9476B6"/>
          </a:solidFill>
          <a:ln w="9525">
            <a:solidFill>
              <a:schemeClr val="tx1"/>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62468" name="Text Box 6">
            <a:extLst>
              <a:ext uri="{FF2B5EF4-FFF2-40B4-BE49-F238E27FC236}">
                <a16:creationId xmlns:a16="http://schemas.microsoft.com/office/drawing/2014/main" id="{2CBD70BC-1F35-4470-A86A-339447246240}"/>
              </a:ext>
            </a:extLst>
          </p:cNvPr>
          <p:cNvSpPr txBox="1">
            <a:spLocks noChangeArrowheads="1"/>
          </p:cNvSpPr>
          <p:nvPr/>
        </p:nvSpPr>
        <p:spPr bwMode="auto">
          <a:xfrm>
            <a:off x="2767013" y="1425575"/>
            <a:ext cx="34290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dirty="0">
                <a:solidFill>
                  <a:schemeClr val="bg1"/>
                </a:solidFill>
                <a:latin typeface="+mn-lt"/>
                <a:ea typeface="+mn-ea"/>
                <a:cs typeface="+mn-ea"/>
                <a:sym typeface="+mn-lt"/>
              </a:rPr>
              <a:t>25      34  57  16  48 </a:t>
            </a:r>
          </a:p>
        </p:txBody>
      </p:sp>
      <p:sp>
        <p:nvSpPr>
          <p:cNvPr id="62469" name="Line 7">
            <a:extLst>
              <a:ext uri="{FF2B5EF4-FFF2-40B4-BE49-F238E27FC236}">
                <a16:creationId xmlns:a16="http://schemas.microsoft.com/office/drawing/2014/main" id="{6C8881F3-BBA1-417A-849E-96A4C050657C}"/>
              </a:ext>
            </a:extLst>
          </p:cNvPr>
          <p:cNvSpPr>
            <a:spLocks noChangeShapeType="1"/>
          </p:cNvSpPr>
          <p:nvPr/>
        </p:nvSpPr>
        <p:spPr bwMode="auto">
          <a:xfrm>
            <a:off x="3376613" y="14255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70" name="Line 8">
            <a:extLst>
              <a:ext uri="{FF2B5EF4-FFF2-40B4-BE49-F238E27FC236}">
                <a16:creationId xmlns:a16="http://schemas.microsoft.com/office/drawing/2014/main" id="{3E640AF6-E4FA-4740-9C16-3173F05FDD47}"/>
              </a:ext>
            </a:extLst>
          </p:cNvPr>
          <p:cNvSpPr>
            <a:spLocks noChangeShapeType="1"/>
          </p:cNvSpPr>
          <p:nvPr/>
        </p:nvSpPr>
        <p:spPr bwMode="auto">
          <a:xfrm>
            <a:off x="4062413" y="14255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71" name="Line 9">
            <a:extLst>
              <a:ext uri="{FF2B5EF4-FFF2-40B4-BE49-F238E27FC236}">
                <a16:creationId xmlns:a16="http://schemas.microsoft.com/office/drawing/2014/main" id="{EEC04DF7-9BEE-4E2E-8544-A589ED70593C}"/>
              </a:ext>
            </a:extLst>
          </p:cNvPr>
          <p:cNvSpPr>
            <a:spLocks noChangeShapeType="1"/>
          </p:cNvSpPr>
          <p:nvPr/>
        </p:nvSpPr>
        <p:spPr bwMode="auto">
          <a:xfrm>
            <a:off x="4748213" y="14255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72" name="Line 10">
            <a:extLst>
              <a:ext uri="{FF2B5EF4-FFF2-40B4-BE49-F238E27FC236}">
                <a16:creationId xmlns:a16="http://schemas.microsoft.com/office/drawing/2014/main" id="{75706F7C-580B-4DD5-9956-006BC92A6961}"/>
              </a:ext>
            </a:extLst>
          </p:cNvPr>
          <p:cNvSpPr>
            <a:spLocks noChangeShapeType="1"/>
          </p:cNvSpPr>
          <p:nvPr/>
        </p:nvSpPr>
        <p:spPr bwMode="auto">
          <a:xfrm>
            <a:off x="5434013" y="14255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73" name="Text Box 11">
            <a:extLst>
              <a:ext uri="{FF2B5EF4-FFF2-40B4-BE49-F238E27FC236}">
                <a16:creationId xmlns:a16="http://schemas.microsoft.com/office/drawing/2014/main" id="{13F4296F-EB81-4812-9C10-FCE0D1F0458E}"/>
              </a:ext>
            </a:extLst>
          </p:cNvPr>
          <p:cNvSpPr txBox="1">
            <a:spLocks noChangeArrowheads="1"/>
          </p:cNvSpPr>
          <p:nvPr/>
        </p:nvSpPr>
        <p:spPr bwMode="auto">
          <a:xfrm>
            <a:off x="2767013" y="982663"/>
            <a:ext cx="272415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dirty="0">
                <a:solidFill>
                  <a:srgbClr val="0000FF"/>
                </a:solidFill>
                <a:latin typeface="+mn-lt"/>
                <a:ea typeface="+mn-ea"/>
                <a:cs typeface="+mn-ea"/>
                <a:sym typeface="+mn-lt"/>
              </a:rPr>
              <a:t>0     1      2      3      4</a:t>
            </a:r>
          </a:p>
        </p:txBody>
      </p:sp>
      <p:sp>
        <p:nvSpPr>
          <p:cNvPr id="62474" name="Text Box 12">
            <a:extLst>
              <a:ext uri="{FF2B5EF4-FFF2-40B4-BE49-F238E27FC236}">
                <a16:creationId xmlns:a16="http://schemas.microsoft.com/office/drawing/2014/main" id="{091D79F5-327E-4B20-A9DB-B5FF869D9D8F}"/>
              </a:ext>
            </a:extLst>
          </p:cNvPr>
          <p:cNvSpPr txBox="1">
            <a:spLocks noChangeArrowheads="1"/>
          </p:cNvSpPr>
          <p:nvPr/>
        </p:nvSpPr>
        <p:spPr bwMode="auto">
          <a:xfrm>
            <a:off x="1892300" y="1422400"/>
            <a:ext cx="6953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dirty="0">
                <a:solidFill>
                  <a:schemeClr val="tx2"/>
                </a:solidFill>
                <a:latin typeface="+mn-lt"/>
                <a:ea typeface="+mn-ea"/>
                <a:cs typeface="+mn-ea"/>
                <a:sym typeface="+mn-lt"/>
              </a:rPr>
              <a:t>data</a:t>
            </a:r>
          </a:p>
        </p:txBody>
      </p:sp>
      <p:sp>
        <p:nvSpPr>
          <p:cNvPr id="62475" name="Text Box 13">
            <a:extLst>
              <a:ext uri="{FF2B5EF4-FFF2-40B4-BE49-F238E27FC236}">
                <a16:creationId xmlns:a16="http://schemas.microsoft.com/office/drawing/2014/main" id="{AC97C89A-58F7-4B2A-9844-ADDC3B38203D}"/>
              </a:ext>
            </a:extLst>
          </p:cNvPr>
          <p:cNvSpPr txBox="1">
            <a:spLocks noChangeArrowheads="1"/>
          </p:cNvSpPr>
          <p:nvPr/>
        </p:nvSpPr>
        <p:spPr bwMode="auto">
          <a:xfrm>
            <a:off x="1412875" y="1958975"/>
            <a:ext cx="11842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olidFill>
                  <a:schemeClr val="accent2"/>
                </a:solidFill>
                <a:sym typeface="+mn-lt"/>
              </a:rPr>
              <a:t>查找 </a:t>
            </a:r>
            <a:r>
              <a:rPr lang="en-US" altLang="zh-CN">
                <a:solidFill>
                  <a:schemeClr val="hlink"/>
                </a:solidFill>
                <a:sym typeface="+mn-lt"/>
              </a:rPr>
              <a:t>50</a:t>
            </a:r>
            <a:endParaRPr lang="en-US" altLang="zh-CN">
              <a:sym typeface="+mn-lt"/>
            </a:endParaRPr>
          </a:p>
        </p:txBody>
      </p:sp>
      <p:sp>
        <p:nvSpPr>
          <p:cNvPr id="62476" name="Text Box 14">
            <a:extLst>
              <a:ext uri="{FF2B5EF4-FFF2-40B4-BE49-F238E27FC236}">
                <a16:creationId xmlns:a16="http://schemas.microsoft.com/office/drawing/2014/main" id="{5013B8FD-1D61-4DCC-8505-6738DAD6D222}"/>
              </a:ext>
            </a:extLst>
          </p:cNvPr>
          <p:cNvSpPr txBox="1">
            <a:spLocks noChangeArrowheads="1"/>
          </p:cNvSpPr>
          <p:nvPr/>
        </p:nvSpPr>
        <p:spPr bwMode="auto">
          <a:xfrm>
            <a:off x="2614613" y="1958975"/>
            <a:ext cx="2698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dirty="0" err="1">
                <a:solidFill>
                  <a:srgbClr val="FF5050"/>
                </a:solidFill>
                <a:latin typeface="+mn-lt"/>
                <a:ea typeface="+mn-ea"/>
                <a:cs typeface="+mn-ea"/>
                <a:sym typeface="+mn-lt"/>
              </a:rPr>
              <a:t>i</a:t>
            </a:r>
            <a:endParaRPr lang="en-US" altLang="zh-CN" i="1" dirty="0">
              <a:latin typeface="+mn-lt"/>
              <a:ea typeface="+mn-ea"/>
              <a:cs typeface="+mn-ea"/>
              <a:sym typeface="+mn-lt"/>
            </a:endParaRPr>
          </a:p>
        </p:txBody>
      </p:sp>
      <p:sp>
        <p:nvSpPr>
          <p:cNvPr id="62477" name="Line 15">
            <a:extLst>
              <a:ext uri="{FF2B5EF4-FFF2-40B4-BE49-F238E27FC236}">
                <a16:creationId xmlns:a16="http://schemas.microsoft.com/office/drawing/2014/main" id="{8404B77C-D9EA-4DB6-94F9-C82721B72737}"/>
              </a:ext>
            </a:extLst>
          </p:cNvPr>
          <p:cNvSpPr>
            <a:spLocks noChangeShapeType="1"/>
          </p:cNvSpPr>
          <p:nvPr/>
        </p:nvSpPr>
        <p:spPr bwMode="auto">
          <a:xfrm flipV="1">
            <a:off x="3597275" y="3101975"/>
            <a:ext cx="0" cy="381000"/>
          </a:xfrm>
          <a:prstGeom prst="line">
            <a:avLst/>
          </a:prstGeom>
          <a:noFill/>
          <a:ln w="28575">
            <a:solidFill>
              <a:schemeClr val="tx2"/>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78" name="Rectangle 16">
            <a:extLst>
              <a:ext uri="{FF2B5EF4-FFF2-40B4-BE49-F238E27FC236}">
                <a16:creationId xmlns:a16="http://schemas.microsoft.com/office/drawing/2014/main" id="{E2291ECF-E7E4-4904-9E31-712604198614}"/>
              </a:ext>
            </a:extLst>
          </p:cNvPr>
          <p:cNvSpPr>
            <a:spLocks noChangeArrowheads="1"/>
          </p:cNvSpPr>
          <p:nvPr/>
        </p:nvSpPr>
        <p:spPr bwMode="auto">
          <a:xfrm>
            <a:off x="2690813" y="2492375"/>
            <a:ext cx="3429000" cy="533400"/>
          </a:xfrm>
          <a:prstGeom prst="rect">
            <a:avLst/>
          </a:prstGeom>
          <a:solidFill>
            <a:srgbClr val="9476B6"/>
          </a:solidFill>
          <a:ln w="9525">
            <a:solidFill>
              <a:schemeClr val="tx1"/>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62479" name="Text Box 17">
            <a:extLst>
              <a:ext uri="{FF2B5EF4-FFF2-40B4-BE49-F238E27FC236}">
                <a16:creationId xmlns:a16="http://schemas.microsoft.com/office/drawing/2014/main" id="{2CB30940-6147-4C06-B21F-86AA1CA34252}"/>
              </a:ext>
            </a:extLst>
          </p:cNvPr>
          <p:cNvSpPr txBox="1">
            <a:spLocks noChangeArrowheads="1"/>
          </p:cNvSpPr>
          <p:nvPr/>
        </p:nvSpPr>
        <p:spPr bwMode="auto">
          <a:xfrm>
            <a:off x="2767013" y="2492375"/>
            <a:ext cx="35052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solidFill>
                  <a:schemeClr val="bg1"/>
                </a:solidFill>
                <a:latin typeface="+mn-lt"/>
                <a:ea typeface="+mn-ea"/>
                <a:cs typeface="+mn-ea"/>
                <a:sym typeface="+mn-lt"/>
              </a:rPr>
              <a:t>25  34  57  16  48 </a:t>
            </a:r>
          </a:p>
        </p:txBody>
      </p:sp>
      <p:sp>
        <p:nvSpPr>
          <p:cNvPr id="62480" name="Line 18">
            <a:extLst>
              <a:ext uri="{FF2B5EF4-FFF2-40B4-BE49-F238E27FC236}">
                <a16:creationId xmlns:a16="http://schemas.microsoft.com/office/drawing/2014/main" id="{5C4182BB-FABA-422E-9D9E-33813583823A}"/>
              </a:ext>
            </a:extLst>
          </p:cNvPr>
          <p:cNvSpPr>
            <a:spLocks noChangeShapeType="1"/>
          </p:cNvSpPr>
          <p:nvPr/>
        </p:nvSpPr>
        <p:spPr bwMode="auto">
          <a:xfrm>
            <a:off x="3376613" y="24923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81" name="Line 19">
            <a:extLst>
              <a:ext uri="{FF2B5EF4-FFF2-40B4-BE49-F238E27FC236}">
                <a16:creationId xmlns:a16="http://schemas.microsoft.com/office/drawing/2014/main" id="{1C4B2B28-7B12-449A-B3DB-80E44279D669}"/>
              </a:ext>
            </a:extLst>
          </p:cNvPr>
          <p:cNvSpPr>
            <a:spLocks noChangeShapeType="1"/>
          </p:cNvSpPr>
          <p:nvPr/>
        </p:nvSpPr>
        <p:spPr bwMode="auto">
          <a:xfrm>
            <a:off x="4062413" y="24923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82" name="Line 20">
            <a:extLst>
              <a:ext uri="{FF2B5EF4-FFF2-40B4-BE49-F238E27FC236}">
                <a16:creationId xmlns:a16="http://schemas.microsoft.com/office/drawing/2014/main" id="{03EF053C-DBDD-4E04-A8E0-FD07F0B21867}"/>
              </a:ext>
            </a:extLst>
          </p:cNvPr>
          <p:cNvSpPr>
            <a:spLocks noChangeShapeType="1"/>
          </p:cNvSpPr>
          <p:nvPr/>
        </p:nvSpPr>
        <p:spPr bwMode="auto">
          <a:xfrm>
            <a:off x="4748213" y="24923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83" name="Line 21">
            <a:extLst>
              <a:ext uri="{FF2B5EF4-FFF2-40B4-BE49-F238E27FC236}">
                <a16:creationId xmlns:a16="http://schemas.microsoft.com/office/drawing/2014/main" id="{E7682570-71E5-40DC-9F80-DDA60103984B}"/>
              </a:ext>
            </a:extLst>
          </p:cNvPr>
          <p:cNvSpPr>
            <a:spLocks noChangeShapeType="1"/>
          </p:cNvSpPr>
          <p:nvPr/>
        </p:nvSpPr>
        <p:spPr bwMode="auto">
          <a:xfrm>
            <a:off x="5434013" y="24923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84" name="Text Box 22">
            <a:extLst>
              <a:ext uri="{FF2B5EF4-FFF2-40B4-BE49-F238E27FC236}">
                <a16:creationId xmlns:a16="http://schemas.microsoft.com/office/drawing/2014/main" id="{BC8BAAAC-D6DD-4491-A217-AD3E687C72CA}"/>
              </a:ext>
            </a:extLst>
          </p:cNvPr>
          <p:cNvSpPr txBox="1">
            <a:spLocks noChangeArrowheads="1"/>
          </p:cNvSpPr>
          <p:nvPr/>
        </p:nvSpPr>
        <p:spPr bwMode="auto">
          <a:xfrm>
            <a:off x="3224213" y="3025775"/>
            <a:ext cx="2698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a:solidFill>
                  <a:srgbClr val="FF5050"/>
                </a:solidFill>
                <a:latin typeface="+mn-lt"/>
                <a:ea typeface="+mn-ea"/>
                <a:cs typeface="+mn-ea"/>
                <a:sym typeface="+mn-lt"/>
              </a:rPr>
              <a:t>i</a:t>
            </a:r>
            <a:endParaRPr lang="en-US" altLang="zh-CN" i="1">
              <a:latin typeface="+mn-lt"/>
              <a:ea typeface="+mn-ea"/>
              <a:cs typeface="+mn-ea"/>
              <a:sym typeface="+mn-lt"/>
            </a:endParaRPr>
          </a:p>
        </p:txBody>
      </p:sp>
      <p:sp>
        <p:nvSpPr>
          <p:cNvPr id="62485" name="Line 23">
            <a:extLst>
              <a:ext uri="{FF2B5EF4-FFF2-40B4-BE49-F238E27FC236}">
                <a16:creationId xmlns:a16="http://schemas.microsoft.com/office/drawing/2014/main" id="{A440F0E8-C932-4620-9F67-461D2E1EFD50}"/>
              </a:ext>
            </a:extLst>
          </p:cNvPr>
          <p:cNvSpPr>
            <a:spLocks noChangeShapeType="1"/>
          </p:cNvSpPr>
          <p:nvPr/>
        </p:nvSpPr>
        <p:spPr bwMode="auto">
          <a:xfrm flipV="1">
            <a:off x="4291013" y="4168775"/>
            <a:ext cx="0" cy="381000"/>
          </a:xfrm>
          <a:prstGeom prst="line">
            <a:avLst/>
          </a:prstGeom>
          <a:noFill/>
          <a:ln w="28575">
            <a:solidFill>
              <a:schemeClr val="tx2"/>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86" name="Rectangle 24">
            <a:extLst>
              <a:ext uri="{FF2B5EF4-FFF2-40B4-BE49-F238E27FC236}">
                <a16:creationId xmlns:a16="http://schemas.microsoft.com/office/drawing/2014/main" id="{FAA1E52F-081F-4296-B68E-AB8A1E155D55}"/>
              </a:ext>
            </a:extLst>
          </p:cNvPr>
          <p:cNvSpPr>
            <a:spLocks noChangeArrowheads="1"/>
          </p:cNvSpPr>
          <p:nvPr/>
        </p:nvSpPr>
        <p:spPr bwMode="auto">
          <a:xfrm>
            <a:off x="2690813" y="3559175"/>
            <a:ext cx="3429000" cy="533400"/>
          </a:xfrm>
          <a:prstGeom prst="rect">
            <a:avLst/>
          </a:prstGeom>
          <a:solidFill>
            <a:srgbClr val="9476B6"/>
          </a:solidFill>
          <a:ln w="9525">
            <a:solidFill>
              <a:schemeClr val="tx1"/>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62487" name="Text Box 25">
            <a:extLst>
              <a:ext uri="{FF2B5EF4-FFF2-40B4-BE49-F238E27FC236}">
                <a16:creationId xmlns:a16="http://schemas.microsoft.com/office/drawing/2014/main" id="{D55A7846-D97E-4063-B6F5-8087B74E84A8}"/>
              </a:ext>
            </a:extLst>
          </p:cNvPr>
          <p:cNvSpPr txBox="1">
            <a:spLocks noChangeArrowheads="1"/>
          </p:cNvSpPr>
          <p:nvPr/>
        </p:nvSpPr>
        <p:spPr bwMode="auto">
          <a:xfrm>
            <a:off x="2767013" y="3559175"/>
            <a:ext cx="41052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solidFill>
                  <a:schemeClr val="bg1"/>
                </a:solidFill>
                <a:latin typeface="+mn-lt"/>
                <a:ea typeface="+mn-ea"/>
                <a:cs typeface="+mn-ea"/>
                <a:sym typeface="+mn-lt"/>
              </a:rPr>
              <a:t>25  34  57  16  48 </a:t>
            </a:r>
          </a:p>
        </p:txBody>
      </p:sp>
      <p:sp>
        <p:nvSpPr>
          <p:cNvPr id="62488" name="Line 26">
            <a:extLst>
              <a:ext uri="{FF2B5EF4-FFF2-40B4-BE49-F238E27FC236}">
                <a16:creationId xmlns:a16="http://schemas.microsoft.com/office/drawing/2014/main" id="{A934A266-5546-4C58-A1D2-33797FEAE46E}"/>
              </a:ext>
            </a:extLst>
          </p:cNvPr>
          <p:cNvSpPr>
            <a:spLocks noChangeShapeType="1"/>
          </p:cNvSpPr>
          <p:nvPr/>
        </p:nvSpPr>
        <p:spPr bwMode="auto">
          <a:xfrm>
            <a:off x="3376613" y="35591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89" name="Line 27">
            <a:extLst>
              <a:ext uri="{FF2B5EF4-FFF2-40B4-BE49-F238E27FC236}">
                <a16:creationId xmlns:a16="http://schemas.microsoft.com/office/drawing/2014/main" id="{FDF34B82-F912-4B80-A856-FB379F75E821}"/>
              </a:ext>
            </a:extLst>
          </p:cNvPr>
          <p:cNvSpPr>
            <a:spLocks noChangeShapeType="1"/>
          </p:cNvSpPr>
          <p:nvPr/>
        </p:nvSpPr>
        <p:spPr bwMode="auto">
          <a:xfrm>
            <a:off x="4062413" y="35591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90" name="Line 28">
            <a:extLst>
              <a:ext uri="{FF2B5EF4-FFF2-40B4-BE49-F238E27FC236}">
                <a16:creationId xmlns:a16="http://schemas.microsoft.com/office/drawing/2014/main" id="{6A66A121-2E4C-48D1-9638-D00D6B4B3B3A}"/>
              </a:ext>
            </a:extLst>
          </p:cNvPr>
          <p:cNvSpPr>
            <a:spLocks noChangeShapeType="1"/>
          </p:cNvSpPr>
          <p:nvPr/>
        </p:nvSpPr>
        <p:spPr bwMode="auto">
          <a:xfrm>
            <a:off x="4748213" y="35591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91" name="Line 29">
            <a:extLst>
              <a:ext uri="{FF2B5EF4-FFF2-40B4-BE49-F238E27FC236}">
                <a16:creationId xmlns:a16="http://schemas.microsoft.com/office/drawing/2014/main" id="{DB055511-C384-4DC0-9967-5751184A06F2}"/>
              </a:ext>
            </a:extLst>
          </p:cNvPr>
          <p:cNvSpPr>
            <a:spLocks noChangeShapeType="1"/>
          </p:cNvSpPr>
          <p:nvPr/>
        </p:nvSpPr>
        <p:spPr bwMode="auto">
          <a:xfrm>
            <a:off x="5434013" y="35591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92" name="Text Box 30">
            <a:extLst>
              <a:ext uri="{FF2B5EF4-FFF2-40B4-BE49-F238E27FC236}">
                <a16:creationId xmlns:a16="http://schemas.microsoft.com/office/drawing/2014/main" id="{01482CC9-C07B-423F-A952-C26FB676883A}"/>
              </a:ext>
            </a:extLst>
          </p:cNvPr>
          <p:cNvSpPr txBox="1">
            <a:spLocks noChangeArrowheads="1"/>
          </p:cNvSpPr>
          <p:nvPr/>
        </p:nvSpPr>
        <p:spPr bwMode="auto">
          <a:xfrm>
            <a:off x="3917950" y="4092575"/>
            <a:ext cx="2698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a:solidFill>
                  <a:srgbClr val="FF5050"/>
                </a:solidFill>
                <a:latin typeface="+mn-lt"/>
                <a:ea typeface="+mn-ea"/>
                <a:cs typeface="+mn-ea"/>
                <a:sym typeface="+mn-lt"/>
              </a:rPr>
              <a:t>i</a:t>
            </a:r>
            <a:endParaRPr lang="en-US" altLang="zh-CN" i="1">
              <a:latin typeface="+mn-lt"/>
              <a:ea typeface="+mn-ea"/>
              <a:cs typeface="+mn-ea"/>
              <a:sym typeface="+mn-lt"/>
            </a:endParaRPr>
          </a:p>
        </p:txBody>
      </p:sp>
      <p:sp>
        <p:nvSpPr>
          <p:cNvPr id="62493" name="Line 31">
            <a:extLst>
              <a:ext uri="{FF2B5EF4-FFF2-40B4-BE49-F238E27FC236}">
                <a16:creationId xmlns:a16="http://schemas.microsoft.com/office/drawing/2014/main" id="{F4687BE0-DDA2-4AB1-9EA1-A1983DBE9052}"/>
              </a:ext>
            </a:extLst>
          </p:cNvPr>
          <p:cNvSpPr>
            <a:spLocks noChangeShapeType="1"/>
          </p:cNvSpPr>
          <p:nvPr/>
        </p:nvSpPr>
        <p:spPr bwMode="auto">
          <a:xfrm flipV="1">
            <a:off x="5053013" y="5235575"/>
            <a:ext cx="0" cy="381000"/>
          </a:xfrm>
          <a:prstGeom prst="line">
            <a:avLst/>
          </a:prstGeom>
          <a:noFill/>
          <a:ln w="28575">
            <a:solidFill>
              <a:schemeClr val="tx2"/>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94" name="Rectangle 32">
            <a:extLst>
              <a:ext uri="{FF2B5EF4-FFF2-40B4-BE49-F238E27FC236}">
                <a16:creationId xmlns:a16="http://schemas.microsoft.com/office/drawing/2014/main" id="{59DDE810-3DB3-473C-94E0-0CFE9D2082D7}"/>
              </a:ext>
            </a:extLst>
          </p:cNvPr>
          <p:cNvSpPr>
            <a:spLocks noChangeArrowheads="1"/>
          </p:cNvSpPr>
          <p:nvPr/>
        </p:nvSpPr>
        <p:spPr bwMode="auto">
          <a:xfrm>
            <a:off x="2700338" y="4625975"/>
            <a:ext cx="3419475" cy="533400"/>
          </a:xfrm>
          <a:prstGeom prst="rect">
            <a:avLst/>
          </a:prstGeom>
          <a:solidFill>
            <a:srgbClr val="9476B6"/>
          </a:solidFill>
          <a:ln w="9525">
            <a:solidFill>
              <a:schemeClr val="tx1"/>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62495" name="Text Box 33">
            <a:extLst>
              <a:ext uri="{FF2B5EF4-FFF2-40B4-BE49-F238E27FC236}">
                <a16:creationId xmlns:a16="http://schemas.microsoft.com/office/drawing/2014/main" id="{5F332829-06F9-442C-A0E5-EC76CD47720A}"/>
              </a:ext>
            </a:extLst>
          </p:cNvPr>
          <p:cNvSpPr txBox="1">
            <a:spLocks noChangeArrowheads="1"/>
          </p:cNvSpPr>
          <p:nvPr/>
        </p:nvSpPr>
        <p:spPr bwMode="auto">
          <a:xfrm>
            <a:off x="2776538" y="4625975"/>
            <a:ext cx="41052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solidFill>
                  <a:schemeClr val="bg1"/>
                </a:solidFill>
                <a:latin typeface="+mn-lt"/>
                <a:ea typeface="+mn-ea"/>
                <a:cs typeface="+mn-ea"/>
                <a:sym typeface="+mn-lt"/>
              </a:rPr>
              <a:t>25  34  57  16  48 </a:t>
            </a:r>
          </a:p>
        </p:txBody>
      </p:sp>
      <p:sp>
        <p:nvSpPr>
          <p:cNvPr id="62496" name="Line 34">
            <a:extLst>
              <a:ext uri="{FF2B5EF4-FFF2-40B4-BE49-F238E27FC236}">
                <a16:creationId xmlns:a16="http://schemas.microsoft.com/office/drawing/2014/main" id="{54F3442E-F045-4DF0-AC57-BE523427C9AE}"/>
              </a:ext>
            </a:extLst>
          </p:cNvPr>
          <p:cNvSpPr>
            <a:spLocks noChangeShapeType="1"/>
          </p:cNvSpPr>
          <p:nvPr/>
        </p:nvSpPr>
        <p:spPr bwMode="auto">
          <a:xfrm>
            <a:off x="3386138" y="46259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97" name="Line 35">
            <a:extLst>
              <a:ext uri="{FF2B5EF4-FFF2-40B4-BE49-F238E27FC236}">
                <a16:creationId xmlns:a16="http://schemas.microsoft.com/office/drawing/2014/main" id="{C5187679-C270-4640-A262-2E3CFDD99CD7}"/>
              </a:ext>
            </a:extLst>
          </p:cNvPr>
          <p:cNvSpPr>
            <a:spLocks noChangeShapeType="1"/>
          </p:cNvSpPr>
          <p:nvPr/>
        </p:nvSpPr>
        <p:spPr bwMode="auto">
          <a:xfrm>
            <a:off x="4071938" y="46259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98" name="Line 36">
            <a:extLst>
              <a:ext uri="{FF2B5EF4-FFF2-40B4-BE49-F238E27FC236}">
                <a16:creationId xmlns:a16="http://schemas.microsoft.com/office/drawing/2014/main" id="{560C0B5F-88AF-45B0-A5AE-1085B7C17CD9}"/>
              </a:ext>
            </a:extLst>
          </p:cNvPr>
          <p:cNvSpPr>
            <a:spLocks noChangeShapeType="1"/>
          </p:cNvSpPr>
          <p:nvPr/>
        </p:nvSpPr>
        <p:spPr bwMode="auto">
          <a:xfrm>
            <a:off x="4757738" y="46259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499" name="Line 37">
            <a:extLst>
              <a:ext uri="{FF2B5EF4-FFF2-40B4-BE49-F238E27FC236}">
                <a16:creationId xmlns:a16="http://schemas.microsoft.com/office/drawing/2014/main" id="{FE6F7723-21C3-4A43-8CB0-0844CA622154}"/>
              </a:ext>
            </a:extLst>
          </p:cNvPr>
          <p:cNvSpPr>
            <a:spLocks noChangeShapeType="1"/>
          </p:cNvSpPr>
          <p:nvPr/>
        </p:nvSpPr>
        <p:spPr bwMode="auto">
          <a:xfrm>
            <a:off x="5443538" y="46259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500" name="Text Box 38">
            <a:extLst>
              <a:ext uri="{FF2B5EF4-FFF2-40B4-BE49-F238E27FC236}">
                <a16:creationId xmlns:a16="http://schemas.microsoft.com/office/drawing/2014/main" id="{283F0A3E-F4C8-41F3-AF2D-5A29FF9F001E}"/>
              </a:ext>
            </a:extLst>
          </p:cNvPr>
          <p:cNvSpPr txBox="1">
            <a:spLocks noChangeArrowheads="1"/>
          </p:cNvSpPr>
          <p:nvPr/>
        </p:nvSpPr>
        <p:spPr bwMode="auto">
          <a:xfrm>
            <a:off x="4672013" y="5159375"/>
            <a:ext cx="2698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a:solidFill>
                  <a:srgbClr val="FF5050"/>
                </a:solidFill>
                <a:latin typeface="+mn-lt"/>
                <a:ea typeface="+mn-ea"/>
                <a:cs typeface="+mn-ea"/>
                <a:sym typeface="+mn-lt"/>
              </a:rPr>
              <a:t>i</a:t>
            </a:r>
            <a:endParaRPr lang="en-US" altLang="zh-CN" i="1">
              <a:latin typeface="+mn-lt"/>
              <a:ea typeface="+mn-ea"/>
              <a:cs typeface="+mn-ea"/>
              <a:sym typeface="+mn-lt"/>
            </a:endParaRPr>
          </a:p>
        </p:txBody>
      </p:sp>
      <p:sp>
        <p:nvSpPr>
          <p:cNvPr id="62501" name="Line 39">
            <a:extLst>
              <a:ext uri="{FF2B5EF4-FFF2-40B4-BE49-F238E27FC236}">
                <a16:creationId xmlns:a16="http://schemas.microsoft.com/office/drawing/2014/main" id="{1185F83C-9AF7-4F78-AC36-6431EB427912}"/>
              </a:ext>
            </a:extLst>
          </p:cNvPr>
          <p:cNvSpPr>
            <a:spLocks noChangeShapeType="1"/>
          </p:cNvSpPr>
          <p:nvPr/>
        </p:nvSpPr>
        <p:spPr bwMode="auto">
          <a:xfrm flipV="1">
            <a:off x="5738813" y="6302375"/>
            <a:ext cx="0" cy="381000"/>
          </a:xfrm>
          <a:prstGeom prst="line">
            <a:avLst/>
          </a:prstGeom>
          <a:noFill/>
          <a:ln w="28575">
            <a:solidFill>
              <a:schemeClr val="tx2"/>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502" name="Rectangle 40">
            <a:extLst>
              <a:ext uri="{FF2B5EF4-FFF2-40B4-BE49-F238E27FC236}">
                <a16:creationId xmlns:a16="http://schemas.microsoft.com/office/drawing/2014/main" id="{F6F576C5-7080-4968-A6AE-5B0FEF1424AB}"/>
              </a:ext>
            </a:extLst>
          </p:cNvPr>
          <p:cNvSpPr>
            <a:spLocks noChangeArrowheads="1"/>
          </p:cNvSpPr>
          <p:nvPr/>
        </p:nvSpPr>
        <p:spPr bwMode="auto">
          <a:xfrm>
            <a:off x="2700338" y="5692775"/>
            <a:ext cx="3419475" cy="533400"/>
          </a:xfrm>
          <a:prstGeom prst="rect">
            <a:avLst/>
          </a:prstGeom>
          <a:solidFill>
            <a:srgbClr val="9476B6"/>
          </a:solidFill>
          <a:ln w="9525">
            <a:solidFill>
              <a:schemeClr val="tx1"/>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sz="2800">
              <a:latin typeface="+mn-lt"/>
              <a:ea typeface="+mn-ea"/>
              <a:cs typeface="+mn-ea"/>
              <a:sym typeface="+mn-lt"/>
            </a:endParaRPr>
          </a:p>
        </p:txBody>
      </p:sp>
      <p:sp>
        <p:nvSpPr>
          <p:cNvPr id="62503" name="Text Box 41">
            <a:extLst>
              <a:ext uri="{FF2B5EF4-FFF2-40B4-BE49-F238E27FC236}">
                <a16:creationId xmlns:a16="http://schemas.microsoft.com/office/drawing/2014/main" id="{381A5615-EA97-43D8-93D5-1A3B38D01E3D}"/>
              </a:ext>
            </a:extLst>
          </p:cNvPr>
          <p:cNvSpPr txBox="1">
            <a:spLocks noChangeArrowheads="1"/>
          </p:cNvSpPr>
          <p:nvPr/>
        </p:nvSpPr>
        <p:spPr bwMode="auto">
          <a:xfrm>
            <a:off x="2776538" y="5692775"/>
            <a:ext cx="41052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solidFill>
                  <a:schemeClr val="bg1"/>
                </a:solidFill>
                <a:latin typeface="+mn-lt"/>
                <a:ea typeface="+mn-ea"/>
                <a:cs typeface="+mn-ea"/>
                <a:sym typeface="+mn-lt"/>
              </a:rPr>
              <a:t>25  34  57  16  48 </a:t>
            </a:r>
          </a:p>
        </p:txBody>
      </p:sp>
      <p:sp>
        <p:nvSpPr>
          <p:cNvPr id="62504" name="Line 42">
            <a:extLst>
              <a:ext uri="{FF2B5EF4-FFF2-40B4-BE49-F238E27FC236}">
                <a16:creationId xmlns:a16="http://schemas.microsoft.com/office/drawing/2014/main" id="{EAFE7A35-9083-428F-9418-A2BA57A0830F}"/>
              </a:ext>
            </a:extLst>
          </p:cNvPr>
          <p:cNvSpPr>
            <a:spLocks noChangeShapeType="1"/>
          </p:cNvSpPr>
          <p:nvPr/>
        </p:nvSpPr>
        <p:spPr bwMode="auto">
          <a:xfrm>
            <a:off x="3386138" y="56927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505" name="Line 43">
            <a:extLst>
              <a:ext uri="{FF2B5EF4-FFF2-40B4-BE49-F238E27FC236}">
                <a16:creationId xmlns:a16="http://schemas.microsoft.com/office/drawing/2014/main" id="{E5FA6AEF-0192-434E-8F4C-A650A4A30C1F}"/>
              </a:ext>
            </a:extLst>
          </p:cNvPr>
          <p:cNvSpPr>
            <a:spLocks noChangeShapeType="1"/>
          </p:cNvSpPr>
          <p:nvPr/>
        </p:nvSpPr>
        <p:spPr bwMode="auto">
          <a:xfrm>
            <a:off x="4071938" y="56927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506" name="Line 44">
            <a:extLst>
              <a:ext uri="{FF2B5EF4-FFF2-40B4-BE49-F238E27FC236}">
                <a16:creationId xmlns:a16="http://schemas.microsoft.com/office/drawing/2014/main" id="{797F132A-5EB7-404D-B2E8-8AF1ECE72C73}"/>
              </a:ext>
            </a:extLst>
          </p:cNvPr>
          <p:cNvSpPr>
            <a:spLocks noChangeShapeType="1"/>
          </p:cNvSpPr>
          <p:nvPr/>
        </p:nvSpPr>
        <p:spPr bwMode="auto">
          <a:xfrm>
            <a:off x="5443538" y="56927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507" name="Line 45">
            <a:extLst>
              <a:ext uri="{FF2B5EF4-FFF2-40B4-BE49-F238E27FC236}">
                <a16:creationId xmlns:a16="http://schemas.microsoft.com/office/drawing/2014/main" id="{A157C708-ADB9-4BF4-936A-522D8CBC80EC}"/>
              </a:ext>
            </a:extLst>
          </p:cNvPr>
          <p:cNvSpPr>
            <a:spLocks noChangeShapeType="1"/>
          </p:cNvSpPr>
          <p:nvPr/>
        </p:nvSpPr>
        <p:spPr bwMode="auto">
          <a:xfrm flipH="1">
            <a:off x="4824413" y="5692775"/>
            <a:ext cx="0" cy="533400"/>
          </a:xfrm>
          <a:prstGeom prst="line">
            <a:avLst/>
          </a:prstGeom>
          <a:noFill/>
          <a:ln w="28575">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2508" name="Text Box 46">
            <a:extLst>
              <a:ext uri="{FF2B5EF4-FFF2-40B4-BE49-F238E27FC236}">
                <a16:creationId xmlns:a16="http://schemas.microsoft.com/office/drawing/2014/main" id="{FE0F6834-3B7C-4706-8964-AD646725DD67}"/>
              </a:ext>
            </a:extLst>
          </p:cNvPr>
          <p:cNvSpPr txBox="1">
            <a:spLocks noChangeArrowheads="1"/>
          </p:cNvSpPr>
          <p:nvPr/>
        </p:nvSpPr>
        <p:spPr bwMode="auto">
          <a:xfrm>
            <a:off x="5365750" y="6226175"/>
            <a:ext cx="2698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a:solidFill>
                  <a:srgbClr val="FF5050"/>
                </a:solidFill>
                <a:latin typeface="+mn-lt"/>
                <a:ea typeface="+mn-ea"/>
                <a:cs typeface="+mn-ea"/>
                <a:sym typeface="+mn-lt"/>
              </a:rPr>
              <a:t>i</a:t>
            </a:r>
            <a:endParaRPr lang="en-US" altLang="zh-CN" i="1">
              <a:latin typeface="+mn-lt"/>
              <a:ea typeface="+mn-ea"/>
              <a:cs typeface="+mn-ea"/>
              <a:sym typeface="+mn-lt"/>
            </a:endParaRPr>
          </a:p>
        </p:txBody>
      </p:sp>
      <p:sp>
        <p:nvSpPr>
          <p:cNvPr id="62509" name="AutoShape 47">
            <a:extLst>
              <a:ext uri="{FF2B5EF4-FFF2-40B4-BE49-F238E27FC236}">
                <a16:creationId xmlns:a16="http://schemas.microsoft.com/office/drawing/2014/main" id="{BA48BA56-3F4F-400D-967B-76ADD06A6A99}"/>
              </a:ext>
            </a:extLst>
          </p:cNvPr>
          <p:cNvSpPr>
            <a:spLocks noChangeArrowheads="1"/>
          </p:cNvSpPr>
          <p:nvPr/>
        </p:nvSpPr>
        <p:spPr bwMode="auto">
          <a:xfrm>
            <a:off x="3148013" y="2111375"/>
            <a:ext cx="533400" cy="152400"/>
          </a:xfrm>
          <a:prstGeom prst="curvedUpArrow">
            <a:avLst>
              <a:gd name="adj1" fmla="val 70000"/>
              <a:gd name="adj2" fmla="val 140000"/>
              <a:gd name="adj3" fmla="val 33324"/>
            </a:avLst>
          </a:prstGeom>
          <a:solidFill>
            <a:srgbClr val="FF0000"/>
          </a:solidFill>
          <a:ln w="9525">
            <a:solidFill>
              <a:srgbClr val="FF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2510" name="AutoShape 48">
            <a:extLst>
              <a:ext uri="{FF2B5EF4-FFF2-40B4-BE49-F238E27FC236}">
                <a16:creationId xmlns:a16="http://schemas.microsoft.com/office/drawing/2014/main" id="{57C41162-F92B-4DF3-8FCE-C93B9AE0D97E}"/>
              </a:ext>
            </a:extLst>
          </p:cNvPr>
          <p:cNvSpPr>
            <a:spLocks noChangeArrowheads="1"/>
          </p:cNvSpPr>
          <p:nvPr/>
        </p:nvSpPr>
        <p:spPr bwMode="auto">
          <a:xfrm>
            <a:off x="3757613" y="3178175"/>
            <a:ext cx="533400" cy="152400"/>
          </a:xfrm>
          <a:prstGeom prst="curvedUpArrow">
            <a:avLst>
              <a:gd name="adj1" fmla="val 70000"/>
              <a:gd name="adj2" fmla="val 140000"/>
              <a:gd name="adj3" fmla="val 33324"/>
            </a:avLst>
          </a:prstGeom>
          <a:solidFill>
            <a:srgbClr val="FF0000"/>
          </a:solidFill>
          <a:ln w="9525">
            <a:solidFill>
              <a:srgbClr val="FF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2511" name="AutoShape 49">
            <a:extLst>
              <a:ext uri="{FF2B5EF4-FFF2-40B4-BE49-F238E27FC236}">
                <a16:creationId xmlns:a16="http://schemas.microsoft.com/office/drawing/2014/main" id="{970BEEAF-3B63-4DA1-A14A-99F340088309}"/>
              </a:ext>
            </a:extLst>
          </p:cNvPr>
          <p:cNvSpPr>
            <a:spLocks noChangeArrowheads="1"/>
          </p:cNvSpPr>
          <p:nvPr/>
        </p:nvSpPr>
        <p:spPr bwMode="auto">
          <a:xfrm>
            <a:off x="4443413" y="4244975"/>
            <a:ext cx="533400" cy="152400"/>
          </a:xfrm>
          <a:prstGeom prst="curvedUpArrow">
            <a:avLst>
              <a:gd name="adj1" fmla="val 70000"/>
              <a:gd name="adj2" fmla="val 140000"/>
              <a:gd name="adj3" fmla="val 33324"/>
            </a:avLst>
          </a:prstGeom>
          <a:solidFill>
            <a:srgbClr val="FF0000"/>
          </a:solidFill>
          <a:ln w="9525">
            <a:solidFill>
              <a:srgbClr val="FF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2512" name="AutoShape 50">
            <a:extLst>
              <a:ext uri="{FF2B5EF4-FFF2-40B4-BE49-F238E27FC236}">
                <a16:creationId xmlns:a16="http://schemas.microsoft.com/office/drawing/2014/main" id="{5AE1C0F3-8C1C-4417-9343-812440F6A3CB}"/>
              </a:ext>
            </a:extLst>
          </p:cNvPr>
          <p:cNvSpPr>
            <a:spLocks noChangeArrowheads="1"/>
          </p:cNvSpPr>
          <p:nvPr/>
        </p:nvSpPr>
        <p:spPr bwMode="auto">
          <a:xfrm>
            <a:off x="5205413" y="5311775"/>
            <a:ext cx="533400" cy="152400"/>
          </a:xfrm>
          <a:prstGeom prst="curvedUpArrow">
            <a:avLst>
              <a:gd name="adj1" fmla="val 70000"/>
              <a:gd name="adj2" fmla="val 140000"/>
              <a:gd name="adj3" fmla="val 33324"/>
            </a:avLst>
          </a:prstGeom>
          <a:solidFill>
            <a:srgbClr val="FF0000"/>
          </a:solidFill>
          <a:ln w="9525">
            <a:solidFill>
              <a:srgbClr val="FF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2513" name="AutoShape 51">
            <a:extLst>
              <a:ext uri="{FF2B5EF4-FFF2-40B4-BE49-F238E27FC236}">
                <a16:creationId xmlns:a16="http://schemas.microsoft.com/office/drawing/2014/main" id="{310F8517-4220-401A-A9F1-8FEE9D44CABD}"/>
              </a:ext>
            </a:extLst>
          </p:cNvPr>
          <p:cNvSpPr>
            <a:spLocks noChangeArrowheads="1"/>
          </p:cNvSpPr>
          <p:nvPr/>
        </p:nvSpPr>
        <p:spPr bwMode="auto">
          <a:xfrm>
            <a:off x="5891213" y="6378575"/>
            <a:ext cx="533400" cy="152400"/>
          </a:xfrm>
          <a:prstGeom prst="curvedUpArrow">
            <a:avLst>
              <a:gd name="adj1" fmla="val 70000"/>
              <a:gd name="adj2" fmla="val 140000"/>
              <a:gd name="adj3" fmla="val 33324"/>
            </a:avLst>
          </a:prstGeom>
          <a:solidFill>
            <a:srgbClr val="FF0000"/>
          </a:solidFill>
          <a:ln w="9525">
            <a:solidFill>
              <a:srgbClr val="FF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2514" name="Text Box 52">
            <a:extLst>
              <a:ext uri="{FF2B5EF4-FFF2-40B4-BE49-F238E27FC236}">
                <a16:creationId xmlns:a16="http://schemas.microsoft.com/office/drawing/2014/main" id="{952B2EEB-61CA-4D7D-AE18-150B399B0DD7}"/>
              </a:ext>
            </a:extLst>
          </p:cNvPr>
          <p:cNvSpPr txBox="1">
            <a:spLocks noChangeArrowheads="1"/>
          </p:cNvSpPr>
          <p:nvPr/>
        </p:nvSpPr>
        <p:spPr bwMode="auto">
          <a:xfrm>
            <a:off x="6577013" y="6103938"/>
            <a:ext cx="141605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olidFill>
                  <a:schemeClr val="accent2"/>
                </a:solidFill>
                <a:sym typeface="+mn-lt"/>
              </a:rPr>
              <a:t>查找失败</a:t>
            </a:r>
            <a:endParaRPr lang="zh-CN" altLang="en-US">
              <a:sym typeface="+mn-lt"/>
            </a:endParaRPr>
          </a:p>
        </p:txBody>
      </p:sp>
      <p:sp>
        <p:nvSpPr>
          <p:cNvPr id="52" name="Rectangle 11">
            <a:extLst>
              <a:ext uri="{FF2B5EF4-FFF2-40B4-BE49-F238E27FC236}">
                <a16:creationId xmlns:a16="http://schemas.microsoft.com/office/drawing/2014/main" id="{05162B01-E126-4BBC-BABE-E32CEACF5813}"/>
              </a:ext>
            </a:extLst>
          </p:cNvPr>
          <p:cNvSpPr>
            <a:spLocks noChangeArrowheads="1"/>
          </p:cNvSpPr>
          <p:nvPr/>
        </p:nvSpPr>
        <p:spPr bwMode="auto">
          <a:xfrm>
            <a:off x="749300" y="225425"/>
            <a:ext cx="7286625" cy="51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marL="342900" indent="-342900">
              <a:defRPr sz="2800">
                <a:solidFill>
                  <a:schemeClr val="tx1"/>
                </a:solidFill>
                <a:latin typeface="Times New Roman" panose="02020603050405020304" pitchFamily="18" charset="0"/>
                <a:ea typeface="仿宋_GB2312" pitchFamily="49" charset="-122"/>
              </a:defRPr>
            </a:lvl1pPr>
            <a:lvl2pPr marL="1714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lvl="1"/>
            <a:r>
              <a:rPr lang="zh-CN" altLang="en-US">
                <a:solidFill>
                  <a:schemeClr val="bg1"/>
                </a:solidFill>
                <a:ea typeface="微软雅黑" panose="020B0503020204020204" pitchFamily="34" charset="-122"/>
                <a:sym typeface="+mn-lt"/>
              </a:rPr>
              <a:t>查找（根据指定数据获取数据所在的位置） </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CE9F7F38-54D3-4770-AD55-DA0FFB7EFAC8}"/>
              </a:ext>
            </a:extLst>
          </p:cNvPr>
          <p:cNvSpPr/>
          <p:nvPr/>
        </p:nvSpPr>
        <p:spPr bwMode="auto">
          <a:xfrm>
            <a:off x="0" y="1223963"/>
            <a:ext cx="9144000" cy="4699000"/>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451590" name="Rectangle 6">
            <a:extLst>
              <a:ext uri="{FF2B5EF4-FFF2-40B4-BE49-F238E27FC236}">
                <a16:creationId xmlns:a16="http://schemas.microsoft.com/office/drawing/2014/main" id="{0F6598C2-C5CC-4CE4-BC92-1DC0410D1A99}"/>
              </a:ext>
            </a:extLst>
          </p:cNvPr>
          <p:cNvSpPr>
            <a:spLocks noChangeArrowheads="1"/>
          </p:cNvSpPr>
          <p:nvPr/>
        </p:nvSpPr>
        <p:spPr bwMode="auto">
          <a:xfrm>
            <a:off x="0" y="5949950"/>
            <a:ext cx="6192838" cy="515938"/>
          </a:xfrm>
          <a:prstGeom prst="rect">
            <a:avLst/>
          </a:prstGeom>
          <a:solidFill>
            <a:srgbClr val="B8D4EC"/>
          </a:solidFill>
          <a:ln w="9525">
            <a:noFill/>
            <a:miter lim="800000"/>
          </a:ln>
          <a:effec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kumimoji="1" lang="zh-CN" altLang="en-US" sz="2400">
                <a:solidFill>
                  <a:srgbClr val="FF3399"/>
                </a:solidFill>
                <a:ea typeface="微软雅黑" panose="020B0503020204020204" pitchFamily="34" charset="-122"/>
                <a:sym typeface="+mn-lt"/>
              </a:rPr>
              <a:t>查找算法时间效率分析</a:t>
            </a:r>
            <a:r>
              <a:rPr kumimoji="1" lang="zh-CN" altLang="en-US" sz="2400">
                <a:solidFill>
                  <a:schemeClr val="accent1"/>
                </a:solidFill>
                <a:effectLst>
                  <a:outerShdw blurRad="38100" dist="38100" dir="2700000" algn="tl">
                    <a:srgbClr val="000000"/>
                  </a:outerShdw>
                </a:effectLst>
                <a:ea typeface="微软雅黑" panose="020B0503020204020204" pitchFamily="34" charset="-122"/>
                <a:sym typeface="+mn-lt"/>
              </a:rPr>
              <a:t> ？？？</a:t>
            </a:r>
          </a:p>
        </p:txBody>
      </p:sp>
      <p:sp>
        <p:nvSpPr>
          <p:cNvPr id="63491" name="Rectangle 7">
            <a:extLst>
              <a:ext uri="{FF2B5EF4-FFF2-40B4-BE49-F238E27FC236}">
                <a16:creationId xmlns:a16="http://schemas.microsoft.com/office/drawing/2014/main" id="{899B170D-ECD4-4C58-8221-C35963FD7222}"/>
              </a:ext>
            </a:extLst>
          </p:cNvPr>
          <p:cNvSpPr>
            <a:spLocks noChangeArrowheads="1"/>
          </p:cNvSpPr>
          <p:nvPr/>
        </p:nvSpPr>
        <p:spPr bwMode="auto">
          <a:xfrm>
            <a:off x="803275" y="1412875"/>
            <a:ext cx="7400925"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200000"/>
              </a:lnSpc>
              <a:spcBef>
                <a:spcPts val="300"/>
              </a:spcBef>
            </a:pPr>
            <a:r>
              <a:rPr lang="zh-CN" altLang="en-US">
                <a:solidFill>
                  <a:srgbClr val="FF0000"/>
                </a:solidFill>
                <a:sym typeface="+mn-lt"/>
              </a:rPr>
              <a:t>在线性表</a:t>
            </a:r>
            <a:r>
              <a:rPr lang="en-US" altLang="zh-CN">
                <a:solidFill>
                  <a:srgbClr val="FF0000"/>
                </a:solidFill>
                <a:sym typeface="+mn-lt"/>
              </a:rPr>
              <a:t>L</a:t>
            </a:r>
            <a:r>
              <a:rPr lang="zh-CN" altLang="en-US">
                <a:solidFill>
                  <a:srgbClr val="FF0000"/>
                </a:solidFill>
                <a:sym typeface="+mn-lt"/>
              </a:rPr>
              <a:t>中查找值为</a:t>
            </a:r>
            <a:r>
              <a:rPr lang="en-US" altLang="zh-CN">
                <a:solidFill>
                  <a:srgbClr val="FF0000"/>
                </a:solidFill>
                <a:sym typeface="+mn-lt"/>
              </a:rPr>
              <a:t>e</a:t>
            </a:r>
            <a:r>
              <a:rPr lang="zh-CN" altLang="en-US">
                <a:solidFill>
                  <a:srgbClr val="FF0000"/>
                </a:solidFill>
                <a:sym typeface="+mn-lt"/>
              </a:rPr>
              <a:t>的数据元素</a:t>
            </a:r>
          </a:p>
          <a:p>
            <a:pPr>
              <a:lnSpc>
                <a:spcPct val="105000"/>
              </a:lnSpc>
              <a:spcBef>
                <a:spcPct val="20000"/>
              </a:spcBef>
            </a:pPr>
            <a:r>
              <a:rPr lang="en-US" altLang="zh-CN">
                <a:sym typeface="+mn-lt"/>
              </a:rPr>
              <a:t>int LocateELem(SqList L,ElemType e)</a:t>
            </a:r>
          </a:p>
          <a:p>
            <a:pPr>
              <a:lnSpc>
                <a:spcPct val="105000"/>
              </a:lnSpc>
              <a:spcBef>
                <a:spcPct val="20000"/>
              </a:spcBef>
            </a:pPr>
            <a:r>
              <a:rPr lang="en-US" altLang="zh-CN">
                <a:sym typeface="+mn-lt"/>
              </a:rPr>
              <a:t>{</a:t>
            </a:r>
          </a:p>
          <a:p>
            <a:pPr>
              <a:lnSpc>
                <a:spcPct val="105000"/>
              </a:lnSpc>
              <a:spcBef>
                <a:spcPct val="20000"/>
              </a:spcBef>
            </a:pPr>
            <a:r>
              <a:rPr lang="en-US" altLang="zh-CN">
                <a:sym typeface="+mn-lt"/>
              </a:rPr>
              <a:t>  	for (i=0;i&lt; L.length;i++)</a:t>
            </a:r>
          </a:p>
          <a:p>
            <a:pPr>
              <a:lnSpc>
                <a:spcPct val="105000"/>
              </a:lnSpc>
              <a:spcBef>
                <a:spcPct val="20000"/>
              </a:spcBef>
            </a:pPr>
            <a:r>
              <a:rPr lang="en-US" altLang="zh-CN">
                <a:sym typeface="+mn-lt"/>
              </a:rPr>
              <a:t>      	if (L.elem[i]==e) return i+1;                </a:t>
            </a:r>
          </a:p>
          <a:p>
            <a:pPr>
              <a:lnSpc>
                <a:spcPct val="105000"/>
              </a:lnSpc>
              <a:spcBef>
                <a:spcPct val="20000"/>
              </a:spcBef>
            </a:pPr>
            <a:r>
              <a:rPr lang="en-US" altLang="zh-CN">
                <a:sym typeface="+mn-lt"/>
              </a:rPr>
              <a:t> 	 return 0;</a:t>
            </a:r>
          </a:p>
          <a:p>
            <a:pPr>
              <a:lnSpc>
                <a:spcPct val="105000"/>
              </a:lnSpc>
              <a:spcBef>
                <a:spcPct val="20000"/>
              </a:spcBef>
            </a:pPr>
            <a:r>
              <a:rPr lang="en-US" altLang="zh-CN">
                <a:sym typeface="+mn-lt"/>
              </a:rPr>
              <a:t>}</a:t>
            </a:r>
          </a:p>
        </p:txBody>
      </p:sp>
      <p:sp>
        <p:nvSpPr>
          <p:cNvPr id="5" name="Rectangle 11">
            <a:extLst>
              <a:ext uri="{FF2B5EF4-FFF2-40B4-BE49-F238E27FC236}">
                <a16:creationId xmlns:a16="http://schemas.microsoft.com/office/drawing/2014/main" id="{94F3A9C1-F8E9-472A-A6E8-F6AA912493D6}"/>
              </a:ext>
            </a:extLst>
          </p:cNvPr>
          <p:cNvSpPr>
            <a:spLocks noChangeArrowheads="1"/>
          </p:cNvSpPr>
          <p:nvPr/>
        </p:nvSpPr>
        <p:spPr bwMode="auto">
          <a:xfrm>
            <a:off x="749300" y="225425"/>
            <a:ext cx="7286625" cy="51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marL="342900" indent="-342900">
              <a:defRPr sz="2800">
                <a:solidFill>
                  <a:schemeClr val="tx1"/>
                </a:solidFill>
                <a:latin typeface="Times New Roman" panose="02020603050405020304" pitchFamily="18" charset="0"/>
                <a:ea typeface="仿宋_GB2312" pitchFamily="49" charset="-122"/>
              </a:defRPr>
            </a:lvl1pPr>
            <a:lvl2pPr marL="1714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lvl="1"/>
            <a:r>
              <a:rPr lang="zh-CN" altLang="en-US">
                <a:solidFill>
                  <a:schemeClr val="bg1"/>
                </a:solidFill>
                <a:ea typeface="微软雅黑" panose="020B0503020204020204" pitchFamily="34" charset="-122"/>
                <a:sym typeface="+mn-lt"/>
              </a:rPr>
              <a:t>查找（根据指定数据获取数据所在的位置） </a:t>
            </a:r>
          </a:p>
        </p:txBody>
      </p:sp>
      <p:grpSp>
        <p:nvGrpSpPr>
          <p:cNvPr id="66566" name="组合 11">
            <a:extLst>
              <a:ext uri="{FF2B5EF4-FFF2-40B4-BE49-F238E27FC236}">
                <a16:creationId xmlns:a16="http://schemas.microsoft.com/office/drawing/2014/main" id="{D4D5FE18-25E6-2144-A2CB-03630C16127F}"/>
              </a:ext>
            </a:extLst>
          </p:cNvPr>
          <p:cNvGrpSpPr>
            <a:grpSpLocks/>
          </p:cNvGrpSpPr>
          <p:nvPr/>
        </p:nvGrpSpPr>
        <p:grpSpPr bwMode="auto">
          <a:xfrm flipH="1">
            <a:off x="5778500" y="5180013"/>
            <a:ext cx="3228975" cy="1301750"/>
            <a:chOff x="-8805" y="5407865"/>
            <a:chExt cx="3213509" cy="1301644"/>
          </a:xfrm>
        </p:grpSpPr>
        <p:sp>
          <p:nvSpPr>
            <p:cNvPr id="13" name="矩形 12">
              <a:extLst>
                <a:ext uri="{FF2B5EF4-FFF2-40B4-BE49-F238E27FC236}">
                  <a16:creationId xmlns:a16="http://schemas.microsoft.com/office/drawing/2014/main" id="{3363726F-D53A-421F-A363-5EE2B095569F}"/>
                </a:ext>
              </a:extLst>
            </p:cNvPr>
            <p:cNvSpPr/>
            <p:nvPr/>
          </p:nvSpPr>
          <p:spPr>
            <a:xfrm>
              <a:off x="2015042" y="5522156"/>
              <a:ext cx="267003" cy="287314"/>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cs typeface="+mn-ea"/>
                <a:sym typeface="+mn-lt"/>
              </a:endParaRPr>
            </a:p>
          </p:txBody>
        </p:sp>
        <p:sp>
          <p:nvSpPr>
            <p:cNvPr id="14" name="矩形 13">
              <a:extLst>
                <a:ext uri="{FF2B5EF4-FFF2-40B4-BE49-F238E27FC236}">
                  <a16:creationId xmlns:a16="http://schemas.microsoft.com/office/drawing/2014/main" id="{C70712EA-3487-4737-AF9D-465F249DBD2E}"/>
                </a:ext>
              </a:extLst>
            </p:cNvPr>
            <p:cNvSpPr/>
            <p:nvPr/>
          </p:nvSpPr>
          <p:spPr>
            <a:xfrm>
              <a:off x="367210" y="5522156"/>
              <a:ext cx="267002" cy="287314"/>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cs typeface="+mn-ea"/>
                <a:sym typeface="+mn-lt"/>
              </a:endParaRPr>
            </a:p>
          </p:txBody>
        </p:sp>
        <p:sp>
          <p:nvSpPr>
            <p:cNvPr id="15" name="矩形 14">
              <a:extLst>
                <a:ext uri="{FF2B5EF4-FFF2-40B4-BE49-F238E27FC236}">
                  <a16:creationId xmlns:a16="http://schemas.microsoft.com/office/drawing/2014/main" id="{1A73878A-FF3C-40E7-B5EE-D190456C58AC}"/>
                </a:ext>
              </a:extLst>
            </p:cNvPr>
            <p:cNvSpPr/>
            <p:nvPr/>
          </p:nvSpPr>
          <p:spPr>
            <a:xfrm>
              <a:off x="-8805" y="5666606"/>
              <a:ext cx="496087" cy="533357"/>
            </a:xfrm>
            <a:prstGeom prst="rect">
              <a:avLst/>
            </a:prstGeom>
            <a:solidFill>
              <a:srgbClr val="B8D4E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cs typeface="+mn-ea"/>
                <a:sym typeface="+mn-lt"/>
              </a:endParaRPr>
            </a:p>
          </p:txBody>
        </p:sp>
        <p:sp>
          <p:nvSpPr>
            <p:cNvPr id="16" name="矩形 15">
              <a:extLst>
                <a:ext uri="{FF2B5EF4-FFF2-40B4-BE49-F238E27FC236}">
                  <a16:creationId xmlns:a16="http://schemas.microsoft.com/office/drawing/2014/main" id="{359F1388-7694-4717-BBD9-45B193157BDC}"/>
                </a:ext>
              </a:extLst>
            </p:cNvPr>
            <p:cNvSpPr/>
            <p:nvPr/>
          </p:nvSpPr>
          <p:spPr>
            <a:xfrm>
              <a:off x="2338921" y="6007891"/>
              <a:ext cx="267002" cy="287314"/>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cs typeface="+mn-ea"/>
                <a:sym typeface="+mn-lt"/>
              </a:endParaRPr>
            </a:p>
          </p:txBody>
        </p:sp>
        <p:sp>
          <p:nvSpPr>
            <p:cNvPr id="17" name="矩形 16">
              <a:extLst>
                <a:ext uri="{FF2B5EF4-FFF2-40B4-BE49-F238E27FC236}">
                  <a16:creationId xmlns:a16="http://schemas.microsoft.com/office/drawing/2014/main" id="{B0EBAC91-1C56-44C3-B7F3-6D5FB4014891}"/>
                </a:ext>
              </a:extLst>
            </p:cNvPr>
            <p:cNvSpPr/>
            <p:nvPr/>
          </p:nvSpPr>
          <p:spPr>
            <a:xfrm>
              <a:off x="2015042" y="6422194"/>
              <a:ext cx="267003" cy="28731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cs typeface="+mn-ea"/>
                <a:sym typeface="+mn-lt"/>
              </a:endParaRPr>
            </a:p>
          </p:txBody>
        </p:sp>
        <p:sp>
          <p:nvSpPr>
            <p:cNvPr id="18" name="矩形 17">
              <a:extLst>
                <a:ext uri="{FF2B5EF4-FFF2-40B4-BE49-F238E27FC236}">
                  <a16:creationId xmlns:a16="http://schemas.microsoft.com/office/drawing/2014/main" id="{5F63852F-B2A6-4374-9D77-CB706076BD89}"/>
                </a:ext>
              </a:extLst>
            </p:cNvPr>
            <p:cNvSpPr/>
            <p:nvPr/>
          </p:nvSpPr>
          <p:spPr>
            <a:xfrm>
              <a:off x="2605923" y="5407865"/>
              <a:ext cx="107433" cy="11429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cs typeface="+mn-ea"/>
                <a:sym typeface="+mn-lt"/>
              </a:endParaRPr>
            </a:p>
          </p:txBody>
        </p:sp>
        <p:sp>
          <p:nvSpPr>
            <p:cNvPr id="19" name="矩形 18">
              <a:extLst>
                <a:ext uri="{FF2B5EF4-FFF2-40B4-BE49-F238E27FC236}">
                  <a16:creationId xmlns:a16="http://schemas.microsoft.com/office/drawing/2014/main" id="{B62CDC76-3145-4CD2-B795-E5B8A40B4336}"/>
                </a:ext>
              </a:extLst>
            </p:cNvPr>
            <p:cNvSpPr/>
            <p:nvPr/>
          </p:nvSpPr>
          <p:spPr>
            <a:xfrm>
              <a:off x="1882330" y="5720577"/>
              <a:ext cx="267003" cy="287315"/>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cs typeface="+mn-ea"/>
                <a:sym typeface="+mn-lt"/>
              </a:endParaRPr>
            </a:p>
          </p:txBody>
        </p:sp>
        <p:sp>
          <p:nvSpPr>
            <p:cNvPr id="20" name="矩形 19">
              <a:extLst>
                <a:ext uri="{FF2B5EF4-FFF2-40B4-BE49-F238E27FC236}">
                  <a16:creationId xmlns:a16="http://schemas.microsoft.com/office/drawing/2014/main" id="{C34A7EE6-621D-4603-9CB4-2B8F74545F3C}"/>
                </a:ext>
              </a:extLst>
            </p:cNvPr>
            <p:cNvSpPr/>
            <p:nvPr/>
          </p:nvSpPr>
          <p:spPr>
            <a:xfrm flipV="1">
              <a:off x="1172957" y="6007891"/>
              <a:ext cx="267002" cy="28731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cs typeface="+mn-ea"/>
                <a:sym typeface="+mn-lt"/>
              </a:endParaRPr>
            </a:p>
          </p:txBody>
        </p:sp>
        <p:sp>
          <p:nvSpPr>
            <p:cNvPr id="21" name="矩形 20">
              <a:extLst>
                <a:ext uri="{FF2B5EF4-FFF2-40B4-BE49-F238E27FC236}">
                  <a16:creationId xmlns:a16="http://schemas.microsoft.com/office/drawing/2014/main" id="{57FB9BA8-61CE-4720-8E95-D9DEE2E2380C}"/>
                </a:ext>
              </a:extLst>
            </p:cNvPr>
            <p:cNvSpPr/>
            <p:nvPr/>
          </p:nvSpPr>
          <p:spPr>
            <a:xfrm>
              <a:off x="3048294" y="6292030"/>
              <a:ext cx="156410" cy="136514"/>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51590"/>
                                        </p:tgtEl>
                                        <p:attrNameLst>
                                          <p:attrName>style.visibility</p:attrName>
                                        </p:attrNameLst>
                                      </p:cBhvr>
                                      <p:to>
                                        <p:strVal val="visible"/>
                                      </p:to>
                                    </p:set>
                                    <p:anim calcmode="lin" valueType="num">
                                      <p:cBhvr additive="base">
                                        <p:cTn id="7" dur="500" fill="hold"/>
                                        <p:tgtEl>
                                          <p:spTgt spid="451590"/>
                                        </p:tgtEl>
                                        <p:attrNameLst>
                                          <p:attrName>ppt_x</p:attrName>
                                        </p:attrNameLst>
                                      </p:cBhvr>
                                      <p:tavLst>
                                        <p:tav tm="0">
                                          <p:val>
                                            <p:strVal val="#ppt_x"/>
                                          </p:val>
                                        </p:tav>
                                        <p:tav tm="100000">
                                          <p:val>
                                            <p:strVal val="#ppt_x"/>
                                          </p:val>
                                        </p:tav>
                                      </p:tavLst>
                                    </p:anim>
                                    <p:anim calcmode="lin" valueType="num">
                                      <p:cBhvr additive="base">
                                        <p:cTn id="8" dur="500" fill="hold"/>
                                        <p:tgtEl>
                                          <p:spTgt spid="45159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1590"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1037">
            <a:extLst>
              <a:ext uri="{FF2B5EF4-FFF2-40B4-BE49-F238E27FC236}">
                <a16:creationId xmlns:a16="http://schemas.microsoft.com/office/drawing/2014/main" id="{3D1603B0-0057-454A-95C1-6AD2F5900DF6}"/>
              </a:ext>
            </a:extLst>
          </p:cNvPr>
          <p:cNvSpPr>
            <a:spLocks noChangeArrowheads="1"/>
          </p:cNvSpPr>
          <p:nvPr/>
        </p:nvSpPr>
        <p:spPr bwMode="auto">
          <a:xfrm>
            <a:off x="1508125" y="1057275"/>
            <a:ext cx="838200" cy="4114800"/>
          </a:xfrm>
          <a:prstGeom prst="rect">
            <a:avLst/>
          </a:prstGeom>
          <a:solidFill>
            <a:srgbClr val="FFFFFF"/>
          </a:solidFill>
          <a:ln w="28575">
            <a:solidFill>
              <a:srgbClr val="00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515" name="Line 1038">
            <a:extLst>
              <a:ext uri="{FF2B5EF4-FFF2-40B4-BE49-F238E27FC236}">
                <a16:creationId xmlns:a16="http://schemas.microsoft.com/office/drawing/2014/main" id="{33C9B820-8803-41E0-851D-F20FA8F538CC}"/>
              </a:ext>
            </a:extLst>
          </p:cNvPr>
          <p:cNvSpPr>
            <a:spLocks noChangeShapeType="1"/>
          </p:cNvSpPr>
          <p:nvPr/>
        </p:nvSpPr>
        <p:spPr bwMode="auto">
          <a:xfrm>
            <a:off x="1508125" y="15144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16" name="Line 1039">
            <a:extLst>
              <a:ext uri="{FF2B5EF4-FFF2-40B4-BE49-F238E27FC236}">
                <a16:creationId xmlns:a16="http://schemas.microsoft.com/office/drawing/2014/main" id="{3E1AF627-E9E4-439A-B48B-F3758DC001C9}"/>
              </a:ext>
            </a:extLst>
          </p:cNvPr>
          <p:cNvSpPr>
            <a:spLocks noChangeShapeType="1"/>
          </p:cNvSpPr>
          <p:nvPr/>
        </p:nvSpPr>
        <p:spPr bwMode="auto">
          <a:xfrm>
            <a:off x="1508125" y="19716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17" name="Line 1040">
            <a:extLst>
              <a:ext uri="{FF2B5EF4-FFF2-40B4-BE49-F238E27FC236}">
                <a16:creationId xmlns:a16="http://schemas.microsoft.com/office/drawing/2014/main" id="{28694F52-ACF4-4839-9BB2-286594525B8A}"/>
              </a:ext>
            </a:extLst>
          </p:cNvPr>
          <p:cNvSpPr>
            <a:spLocks noChangeShapeType="1"/>
          </p:cNvSpPr>
          <p:nvPr/>
        </p:nvSpPr>
        <p:spPr bwMode="auto">
          <a:xfrm>
            <a:off x="1508125" y="24288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18" name="Line 1041">
            <a:extLst>
              <a:ext uri="{FF2B5EF4-FFF2-40B4-BE49-F238E27FC236}">
                <a16:creationId xmlns:a16="http://schemas.microsoft.com/office/drawing/2014/main" id="{5CCC79AC-C24F-4484-ADD0-925DA19D9B01}"/>
              </a:ext>
            </a:extLst>
          </p:cNvPr>
          <p:cNvSpPr>
            <a:spLocks noChangeShapeType="1"/>
          </p:cNvSpPr>
          <p:nvPr/>
        </p:nvSpPr>
        <p:spPr bwMode="auto">
          <a:xfrm>
            <a:off x="1508125" y="28860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19" name="Line 1042">
            <a:extLst>
              <a:ext uri="{FF2B5EF4-FFF2-40B4-BE49-F238E27FC236}">
                <a16:creationId xmlns:a16="http://schemas.microsoft.com/office/drawing/2014/main" id="{3C3F8062-C647-4BF8-B7D0-159CE5F5A840}"/>
              </a:ext>
            </a:extLst>
          </p:cNvPr>
          <p:cNvSpPr>
            <a:spLocks noChangeShapeType="1"/>
          </p:cNvSpPr>
          <p:nvPr/>
        </p:nvSpPr>
        <p:spPr bwMode="auto">
          <a:xfrm>
            <a:off x="1508125" y="33432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20" name="Line 1043">
            <a:extLst>
              <a:ext uri="{FF2B5EF4-FFF2-40B4-BE49-F238E27FC236}">
                <a16:creationId xmlns:a16="http://schemas.microsoft.com/office/drawing/2014/main" id="{387E75A9-B1C3-4120-83A5-6128BF5AA107}"/>
              </a:ext>
            </a:extLst>
          </p:cNvPr>
          <p:cNvSpPr>
            <a:spLocks noChangeShapeType="1"/>
          </p:cNvSpPr>
          <p:nvPr/>
        </p:nvSpPr>
        <p:spPr bwMode="auto">
          <a:xfrm>
            <a:off x="1508125" y="38004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21" name="Line 1044">
            <a:extLst>
              <a:ext uri="{FF2B5EF4-FFF2-40B4-BE49-F238E27FC236}">
                <a16:creationId xmlns:a16="http://schemas.microsoft.com/office/drawing/2014/main" id="{469BBE3E-048A-4B0C-A1C9-90C2C0BD338F}"/>
              </a:ext>
            </a:extLst>
          </p:cNvPr>
          <p:cNvSpPr>
            <a:spLocks noChangeShapeType="1"/>
          </p:cNvSpPr>
          <p:nvPr/>
        </p:nvSpPr>
        <p:spPr bwMode="auto">
          <a:xfrm>
            <a:off x="1508125" y="42576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22" name="Line 1045">
            <a:extLst>
              <a:ext uri="{FF2B5EF4-FFF2-40B4-BE49-F238E27FC236}">
                <a16:creationId xmlns:a16="http://schemas.microsoft.com/office/drawing/2014/main" id="{82402327-D161-4BBB-B39D-06195F4DEB55}"/>
              </a:ext>
            </a:extLst>
          </p:cNvPr>
          <p:cNvSpPr>
            <a:spLocks noChangeShapeType="1"/>
          </p:cNvSpPr>
          <p:nvPr/>
        </p:nvSpPr>
        <p:spPr bwMode="auto">
          <a:xfrm>
            <a:off x="1508125" y="47148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23" name="Text Box 1046">
            <a:extLst>
              <a:ext uri="{FF2B5EF4-FFF2-40B4-BE49-F238E27FC236}">
                <a16:creationId xmlns:a16="http://schemas.microsoft.com/office/drawing/2014/main" id="{6F3339BD-BBBC-4382-B2EF-471386BA02DE}"/>
              </a:ext>
            </a:extLst>
          </p:cNvPr>
          <p:cNvSpPr txBox="1">
            <a:spLocks noChangeArrowheads="1"/>
          </p:cNvSpPr>
          <p:nvPr/>
        </p:nvSpPr>
        <p:spPr bwMode="auto">
          <a:xfrm>
            <a:off x="1508125" y="1057275"/>
            <a:ext cx="762000" cy="268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defRPr/>
            </a:pPr>
            <a:r>
              <a:rPr lang="en-US" altLang="zh-CN" sz="2000" b="1">
                <a:latin typeface="+mn-lt"/>
                <a:ea typeface="+mn-ea"/>
                <a:cs typeface="+mn-ea"/>
                <a:sym typeface="+mn-lt"/>
              </a:rPr>
              <a:t>25</a:t>
            </a:r>
          </a:p>
          <a:p>
            <a:pPr algn="ctr">
              <a:lnSpc>
                <a:spcPct val="100000"/>
              </a:lnSpc>
              <a:spcBef>
                <a:spcPct val="50000"/>
              </a:spcBef>
              <a:defRPr/>
            </a:pPr>
            <a:r>
              <a:rPr lang="en-US" altLang="zh-CN" sz="2000" b="1">
                <a:latin typeface="+mn-lt"/>
                <a:ea typeface="+mn-ea"/>
                <a:cs typeface="+mn-ea"/>
                <a:sym typeface="+mn-lt"/>
              </a:rPr>
              <a:t>12</a:t>
            </a:r>
          </a:p>
          <a:p>
            <a:pPr algn="ctr">
              <a:lnSpc>
                <a:spcPct val="100000"/>
              </a:lnSpc>
              <a:spcBef>
                <a:spcPct val="50000"/>
              </a:spcBef>
              <a:defRPr/>
            </a:pPr>
            <a:r>
              <a:rPr lang="en-US" altLang="zh-CN" sz="2000" b="1">
                <a:latin typeface="+mn-lt"/>
                <a:ea typeface="+mn-ea"/>
                <a:cs typeface="+mn-ea"/>
                <a:sym typeface="+mn-lt"/>
              </a:rPr>
              <a:t>47</a:t>
            </a:r>
          </a:p>
          <a:p>
            <a:pPr algn="ctr">
              <a:lnSpc>
                <a:spcPct val="100000"/>
              </a:lnSpc>
              <a:spcBef>
                <a:spcPct val="50000"/>
              </a:spcBef>
              <a:defRPr/>
            </a:pPr>
            <a:r>
              <a:rPr lang="en-US" altLang="zh-CN" sz="2000" b="1">
                <a:latin typeface="+mn-lt"/>
                <a:ea typeface="+mn-ea"/>
                <a:cs typeface="+mn-ea"/>
                <a:sym typeface="+mn-lt"/>
              </a:rPr>
              <a:t>89</a:t>
            </a:r>
          </a:p>
          <a:p>
            <a:pPr algn="ctr">
              <a:lnSpc>
                <a:spcPct val="100000"/>
              </a:lnSpc>
              <a:spcBef>
                <a:spcPct val="50000"/>
              </a:spcBef>
              <a:defRPr/>
            </a:pPr>
            <a:r>
              <a:rPr lang="en-US" altLang="zh-CN" sz="2000" b="1">
                <a:latin typeface="+mn-lt"/>
                <a:ea typeface="+mn-ea"/>
                <a:cs typeface="+mn-ea"/>
                <a:sym typeface="+mn-lt"/>
              </a:rPr>
              <a:t>36</a:t>
            </a:r>
          </a:p>
          <a:p>
            <a:pPr algn="ctr">
              <a:lnSpc>
                <a:spcPct val="100000"/>
              </a:lnSpc>
              <a:spcBef>
                <a:spcPct val="50000"/>
              </a:spcBef>
              <a:defRPr/>
            </a:pPr>
            <a:r>
              <a:rPr lang="en-US" altLang="zh-CN" sz="2000" b="1">
                <a:latin typeface="+mn-lt"/>
                <a:ea typeface="+mn-ea"/>
                <a:cs typeface="+mn-ea"/>
                <a:sym typeface="+mn-lt"/>
              </a:rPr>
              <a:t>14</a:t>
            </a:r>
            <a:endParaRPr lang="en-US" altLang="zh-CN" sz="1600" b="1">
              <a:latin typeface="+mn-lt"/>
              <a:ea typeface="+mn-ea"/>
              <a:cs typeface="+mn-ea"/>
              <a:sym typeface="+mn-lt"/>
            </a:endParaRPr>
          </a:p>
        </p:txBody>
      </p:sp>
      <p:sp>
        <p:nvSpPr>
          <p:cNvPr id="64524" name="Text Box 1047">
            <a:extLst>
              <a:ext uri="{FF2B5EF4-FFF2-40B4-BE49-F238E27FC236}">
                <a16:creationId xmlns:a16="http://schemas.microsoft.com/office/drawing/2014/main" id="{10195319-E3AB-4EC6-995E-8F8A8F4DE27A}"/>
              </a:ext>
            </a:extLst>
          </p:cNvPr>
          <p:cNvSpPr txBox="1">
            <a:spLocks noChangeArrowheads="1"/>
          </p:cNvSpPr>
          <p:nvPr/>
        </p:nvSpPr>
        <p:spPr bwMode="auto">
          <a:xfrm>
            <a:off x="974725" y="1057275"/>
            <a:ext cx="762000" cy="405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defRPr/>
            </a:pPr>
            <a:r>
              <a:rPr lang="en-US" altLang="zh-CN" sz="2000" b="1">
                <a:latin typeface="+mn-lt"/>
                <a:ea typeface="+mn-ea"/>
                <a:cs typeface="+mn-ea"/>
                <a:sym typeface="+mn-lt"/>
              </a:rPr>
              <a:t>1</a:t>
            </a:r>
          </a:p>
          <a:p>
            <a:pPr algn="ctr">
              <a:lnSpc>
                <a:spcPct val="100000"/>
              </a:lnSpc>
              <a:spcBef>
                <a:spcPct val="50000"/>
              </a:spcBef>
              <a:defRPr/>
            </a:pPr>
            <a:r>
              <a:rPr lang="en-US" altLang="zh-CN" sz="2000" b="1">
                <a:latin typeface="+mn-lt"/>
                <a:ea typeface="+mn-ea"/>
                <a:cs typeface="+mn-ea"/>
                <a:sym typeface="+mn-lt"/>
              </a:rPr>
              <a:t>2</a:t>
            </a:r>
          </a:p>
          <a:p>
            <a:pPr algn="ctr">
              <a:lnSpc>
                <a:spcPct val="100000"/>
              </a:lnSpc>
              <a:spcBef>
                <a:spcPct val="50000"/>
              </a:spcBef>
              <a:defRPr/>
            </a:pPr>
            <a:r>
              <a:rPr lang="en-US" altLang="zh-CN" sz="2000" b="1">
                <a:latin typeface="+mn-lt"/>
                <a:ea typeface="+mn-ea"/>
                <a:cs typeface="+mn-ea"/>
                <a:sym typeface="+mn-lt"/>
              </a:rPr>
              <a:t>3</a:t>
            </a:r>
          </a:p>
          <a:p>
            <a:pPr algn="ctr">
              <a:lnSpc>
                <a:spcPct val="100000"/>
              </a:lnSpc>
              <a:spcBef>
                <a:spcPct val="50000"/>
              </a:spcBef>
              <a:defRPr/>
            </a:pPr>
            <a:r>
              <a:rPr lang="en-US" altLang="zh-CN" sz="2000" b="1">
                <a:latin typeface="+mn-lt"/>
                <a:ea typeface="+mn-ea"/>
                <a:cs typeface="+mn-ea"/>
                <a:sym typeface="+mn-lt"/>
              </a:rPr>
              <a:t>4</a:t>
            </a:r>
          </a:p>
          <a:p>
            <a:pPr algn="ctr">
              <a:lnSpc>
                <a:spcPct val="100000"/>
              </a:lnSpc>
              <a:spcBef>
                <a:spcPct val="50000"/>
              </a:spcBef>
              <a:defRPr/>
            </a:pPr>
            <a:r>
              <a:rPr lang="en-US" altLang="zh-CN" sz="2000" b="1">
                <a:latin typeface="+mn-lt"/>
                <a:ea typeface="+mn-ea"/>
                <a:cs typeface="+mn-ea"/>
                <a:sym typeface="+mn-lt"/>
              </a:rPr>
              <a:t>5</a:t>
            </a:r>
          </a:p>
          <a:p>
            <a:pPr algn="ctr">
              <a:lnSpc>
                <a:spcPct val="100000"/>
              </a:lnSpc>
              <a:spcBef>
                <a:spcPct val="50000"/>
              </a:spcBef>
              <a:defRPr/>
            </a:pPr>
            <a:r>
              <a:rPr lang="en-US" altLang="zh-CN" sz="2000" b="1">
                <a:latin typeface="+mn-lt"/>
                <a:ea typeface="+mn-ea"/>
                <a:cs typeface="+mn-ea"/>
                <a:sym typeface="+mn-lt"/>
              </a:rPr>
              <a:t>6</a:t>
            </a:r>
          </a:p>
          <a:p>
            <a:pPr algn="ctr">
              <a:lnSpc>
                <a:spcPct val="100000"/>
              </a:lnSpc>
              <a:spcBef>
                <a:spcPct val="50000"/>
              </a:spcBef>
              <a:defRPr/>
            </a:pPr>
            <a:r>
              <a:rPr lang="en-US" altLang="zh-CN" sz="2000" b="1">
                <a:latin typeface="+mn-lt"/>
                <a:ea typeface="+mn-ea"/>
                <a:cs typeface="+mn-ea"/>
                <a:sym typeface="+mn-lt"/>
              </a:rPr>
              <a:t>7</a:t>
            </a:r>
          </a:p>
          <a:p>
            <a:pPr algn="ctr">
              <a:lnSpc>
                <a:spcPct val="100000"/>
              </a:lnSpc>
              <a:spcBef>
                <a:spcPct val="50000"/>
              </a:spcBef>
              <a:defRPr/>
            </a:pPr>
            <a:r>
              <a:rPr lang="en-US" altLang="zh-CN" sz="2000" b="1">
                <a:latin typeface="+mn-lt"/>
                <a:ea typeface="+mn-ea"/>
                <a:cs typeface="+mn-ea"/>
                <a:sym typeface="+mn-lt"/>
              </a:rPr>
              <a:t>8</a:t>
            </a:r>
          </a:p>
          <a:p>
            <a:pPr algn="ctr">
              <a:lnSpc>
                <a:spcPct val="100000"/>
              </a:lnSpc>
              <a:spcBef>
                <a:spcPct val="50000"/>
              </a:spcBef>
              <a:defRPr/>
            </a:pPr>
            <a:r>
              <a:rPr lang="en-US" altLang="zh-CN" sz="2000" b="1">
                <a:latin typeface="+mn-lt"/>
                <a:ea typeface="+mn-ea"/>
                <a:cs typeface="+mn-ea"/>
                <a:sym typeface="+mn-lt"/>
              </a:rPr>
              <a:t>9</a:t>
            </a:r>
            <a:endParaRPr lang="en-US" altLang="zh-CN" sz="1600" b="1">
              <a:latin typeface="+mn-lt"/>
              <a:ea typeface="+mn-ea"/>
              <a:cs typeface="+mn-ea"/>
              <a:sym typeface="+mn-lt"/>
            </a:endParaRPr>
          </a:p>
        </p:txBody>
      </p:sp>
      <p:sp>
        <p:nvSpPr>
          <p:cNvPr id="64525" name="Rectangle 1048">
            <a:extLst>
              <a:ext uri="{FF2B5EF4-FFF2-40B4-BE49-F238E27FC236}">
                <a16:creationId xmlns:a16="http://schemas.microsoft.com/office/drawing/2014/main" id="{D99B99CD-8ACE-4068-AFCD-6BD05E1B1C57}"/>
              </a:ext>
            </a:extLst>
          </p:cNvPr>
          <p:cNvSpPr>
            <a:spLocks noChangeArrowheads="1"/>
          </p:cNvSpPr>
          <p:nvPr/>
        </p:nvSpPr>
        <p:spPr bwMode="auto">
          <a:xfrm>
            <a:off x="7527925" y="1057275"/>
            <a:ext cx="838200" cy="4114800"/>
          </a:xfrm>
          <a:prstGeom prst="rect">
            <a:avLst/>
          </a:prstGeom>
          <a:solidFill>
            <a:srgbClr val="FFFFFF"/>
          </a:solidFill>
          <a:ln w="28575">
            <a:solidFill>
              <a:srgbClr val="00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526" name="Line 1049">
            <a:extLst>
              <a:ext uri="{FF2B5EF4-FFF2-40B4-BE49-F238E27FC236}">
                <a16:creationId xmlns:a16="http://schemas.microsoft.com/office/drawing/2014/main" id="{DD54C850-504E-418B-A658-0EA5361C13CE}"/>
              </a:ext>
            </a:extLst>
          </p:cNvPr>
          <p:cNvSpPr>
            <a:spLocks noChangeShapeType="1"/>
          </p:cNvSpPr>
          <p:nvPr/>
        </p:nvSpPr>
        <p:spPr bwMode="auto">
          <a:xfrm>
            <a:off x="7527925" y="15144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27" name="Line 1050">
            <a:extLst>
              <a:ext uri="{FF2B5EF4-FFF2-40B4-BE49-F238E27FC236}">
                <a16:creationId xmlns:a16="http://schemas.microsoft.com/office/drawing/2014/main" id="{56B4A124-1026-41B9-B502-DD5D1A939228}"/>
              </a:ext>
            </a:extLst>
          </p:cNvPr>
          <p:cNvSpPr>
            <a:spLocks noChangeShapeType="1"/>
          </p:cNvSpPr>
          <p:nvPr/>
        </p:nvSpPr>
        <p:spPr bwMode="auto">
          <a:xfrm>
            <a:off x="7527925" y="19716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28" name="Line 1051">
            <a:extLst>
              <a:ext uri="{FF2B5EF4-FFF2-40B4-BE49-F238E27FC236}">
                <a16:creationId xmlns:a16="http://schemas.microsoft.com/office/drawing/2014/main" id="{CFDB02E8-EC43-487E-94BF-CD412DE2F285}"/>
              </a:ext>
            </a:extLst>
          </p:cNvPr>
          <p:cNvSpPr>
            <a:spLocks noChangeShapeType="1"/>
          </p:cNvSpPr>
          <p:nvPr/>
        </p:nvSpPr>
        <p:spPr bwMode="auto">
          <a:xfrm>
            <a:off x="7527925" y="24288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29" name="Line 1052">
            <a:extLst>
              <a:ext uri="{FF2B5EF4-FFF2-40B4-BE49-F238E27FC236}">
                <a16:creationId xmlns:a16="http://schemas.microsoft.com/office/drawing/2014/main" id="{B57DE575-A372-46EC-AB29-1D2028FB496B}"/>
              </a:ext>
            </a:extLst>
          </p:cNvPr>
          <p:cNvSpPr>
            <a:spLocks noChangeShapeType="1"/>
          </p:cNvSpPr>
          <p:nvPr/>
        </p:nvSpPr>
        <p:spPr bwMode="auto">
          <a:xfrm>
            <a:off x="7527925" y="28860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30" name="Line 1053">
            <a:extLst>
              <a:ext uri="{FF2B5EF4-FFF2-40B4-BE49-F238E27FC236}">
                <a16:creationId xmlns:a16="http://schemas.microsoft.com/office/drawing/2014/main" id="{C409D67B-34D1-427A-8E9B-4A0C3C7E3CCE}"/>
              </a:ext>
            </a:extLst>
          </p:cNvPr>
          <p:cNvSpPr>
            <a:spLocks noChangeShapeType="1"/>
          </p:cNvSpPr>
          <p:nvPr/>
        </p:nvSpPr>
        <p:spPr bwMode="auto">
          <a:xfrm>
            <a:off x="7527925" y="33432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31" name="Line 1054">
            <a:extLst>
              <a:ext uri="{FF2B5EF4-FFF2-40B4-BE49-F238E27FC236}">
                <a16:creationId xmlns:a16="http://schemas.microsoft.com/office/drawing/2014/main" id="{05E62A6E-FA66-489F-BF2D-DA44F23B776E}"/>
              </a:ext>
            </a:extLst>
          </p:cNvPr>
          <p:cNvSpPr>
            <a:spLocks noChangeShapeType="1"/>
          </p:cNvSpPr>
          <p:nvPr/>
        </p:nvSpPr>
        <p:spPr bwMode="auto">
          <a:xfrm>
            <a:off x="7527925" y="38004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32" name="Line 1055">
            <a:extLst>
              <a:ext uri="{FF2B5EF4-FFF2-40B4-BE49-F238E27FC236}">
                <a16:creationId xmlns:a16="http://schemas.microsoft.com/office/drawing/2014/main" id="{12FDA049-EA5C-484C-887A-BFEC2973F572}"/>
              </a:ext>
            </a:extLst>
          </p:cNvPr>
          <p:cNvSpPr>
            <a:spLocks noChangeShapeType="1"/>
          </p:cNvSpPr>
          <p:nvPr/>
        </p:nvSpPr>
        <p:spPr bwMode="auto">
          <a:xfrm>
            <a:off x="7527925" y="42576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33" name="Line 1056">
            <a:extLst>
              <a:ext uri="{FF2B5EF4-FFF2-40B4-BE49-F238E27FC236}">
                <a16:creationId xmlns:a16="http://schemas.microsoft.com/office/drawing/2014/main" id="{69E9FF78-C609-486B-9B75-E00CBCA77BC3}"/>
              </a:ext>
            </a:extLst>
          </p:cNvPr>
          <p:cNvSpPr>
            <a:spLocks noChangeShapeType="1"/>
          </p:cNvSpPr>
          <p:nvPr/>
        </p:nvSpPr>
        <p:spPr bwMode="auto">
          <a:xfrm>
            <a:off x="7527925" y="47148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34" name="Text Box 1057">
            <a:extLst>
              <a:ext uri="{FF2B5EF4-FFF2-40B4-BE49-F238E27FC236}">
                <a16:creationId xmlns:a16="http://schemas.microsoft.com/office/drawing/2014/main" id="{F7279ACD-ED8C-42D6-B1B7-FFFF930FAB9A}"/>
              </a:ext>
            </a:extLst>
          </p:cNvPr>
          <p:cNvSpPr txBox="1">
            <a:spLocks noChangeArrowheads="1"/>
          </p:cNvSpPr>
          <p:nvPr/>
        </p:nvSpPr>
        <p:spPr bwMode="auto">
          <a:xfrm>
            <a:off x="7527925" y="1057275"/>
            <a:ext cx="762000" cy="314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defRPr/>
            </a:pPr>
            <a:r>
              <a:rPr lang="en-US" altLang="zh-CN" sz="2000" b="1">
                <a:latin typeface="+mn-lt"/>
                <a:ea typeface="+mn-ea"/>
                <a:cs typeface="+mn-ea"/>
                <a:sym typeface="+mn-lt"/>
              </a:rPr>
              <a:t>25</a:t>
            </a:r>
          </a:p>
          <a:p>
            <a:pPr algn="ctr">
              <a:lnSpc>
                <a:spcPct val="100000"/>
              </a:lnSpc>
              <a:spcBef>
                <a:spcPct val="50000"/>
              </a:spcBef>
              <a:defRPr/>
            </a:pPr>
            <a:r>
              <a:rPr lang="en-US" altLang="zh-CN" sz="2000" b="1">
                <a:latin typeface="+mn-lt"/>
                <a:ea typeface="+mn-ea"/>
                <a:cs typeface="+mn-ea"/>
                <a:sym typeface="+mn-lt"/>
              </a:rPr>
              <a:t>12</a:t>
            </a:r>
          </a:p>
          <a:p>
            <a:pPr algn="ctr">
              <a:lnSpc>
                <a:spcPct val="100000"/>
              </a:lnSpc>
              <a:spcBef>
                <a:spcPct val="50000"/>
              </a:spcBef>
              <a:defRPr/>
            </a:pPr>
            <a:r>
              <a:rPr lang="en-US" altLang="zh-CN" sz="2000" b="1">
                <a:latin typeface="+mn-lt"/>
                <a:ea typeface="+mn-ea"/>
                <a:cs typeface="+mn-ea"/>
                <a:sym typeface="+mn-lt"/>
              </a:rPr>
              <a:t>47</a:t>
            </a:r>
          </a:p>
          <a:p>
            <a:pPr algn="ctr">
              <a:lnSpc>
                <a:spcPct val="100000"/>
              </a:lnSpc>
              <a:spcBef>
                <a:spcPct val="50000"/>
              </a:spcBef>
              <a:defRPr/>
            </a:pPr>
            <a:r>
              <a:rPr lang="en-US" altLang="zh-CN" sz="2000" b="1">
                <a:solidFill>
                  <a:schemeClr val="folHlink"/>
                </a:solidFill>
                <a:latin typeface="+mn-lt"/>
                <a:ea typeface="+mn-ea"/>
                <a:cs typeface="+mn-ea"/>
                <a:sym typeface="+mn-lt"/>
              </a:rPr>
              <a:t>99</a:t>
            </a:r>
            <a:endParaRPr lang="en-US" altLang="zh-CN" sz="2000" b="1">
              <a:latin typeface="+mn-lt"/>
              <a:ea typeface="+mn-ea"/>
              <a:cs typeface="+mn-ea"/>
              <a:sym typeface="+mn-lt"/>
            </a:endParaRPr>
          </a:p>
          <a:p>
            <a:pPr algn="ctr">
              <a:lnSpc>
                <a:spcPct val="100000"/>
              </a:lnSpc>
              <a:spcBef>
                <a:spcPct val="50000"/>
              </a:spcBef>
              <a:defRPr/>
            </a:pPr>
            <a:r>
              <a:rPr lang="en-US" altLang="zh-CN" sz="2000" b="1">
                <a:latin typeface="+mn-lt"/>
                <a:ea typeface="+mn-ea"/>
                <a:cs typeface="+mn-ea"/>
                <a:sym typeface="+mn-lt"/>
              </a:rPr>
              <a:t>89</a:t>
            </a:r>
          </a:p>
          <a:p>
            <a:pPr algn="ctr">
              <a:lnSpc>
                <a:spcPct val="100000"/>
              </a:lnSpc>
              <a:spcBef>
                <a:spcPct val="50000"/>
              </a:spcBef>
              <a:defRPr/>
            </a:pPr>
            <a:r>
              <a:rPr lang="en-US" altLang="zh-CN" sz="2000" b="1">
                <a:latin typeface="+mn-lt"/>
                <a:ea typeface="+mn-ea"/>
                <a:cs typeface="+mn-ea"/>
                <a:sym typeface="+mn-lt"/>
              </a:rPr>
              <a:t>36</a:t>
            </a:r>
          </a:p>
          <a:p>
            <a:pPr algn="ctr">
              <a:lnSpc>
                <a:spcPct val="100000"/>
              </a:lnSpc>
              <a:spcBef>
                <a:spcPct val="50000"/>
              </a:spcBef>
              <a:defRPr/>
            </a:pPr>
            <a:r>
              <a:rPr lang="en-US" altLang="zh-CN" sz="2000" b="1">
                <a:latin typeface="+mn-lt"/>
                <a:ea typeface="+mn-ea"/>
                <a:cs typeface="+mn-ea"/>
                <a:sym typeface="+mn-lt"/>
              </a:rPr>
              <a:t>14</a:t>
            </a:r>
            <a:endParaRPr lang="en-US" altLang="zh-CN" sz="1600" b="1">
              <a:latin typeface="+mn-lt"/>
              <a:ea typeface="+mn-ea"/>
              <a:cs typeface="+mn-ea"/>
              <a:sym typeface="+mn-lt"/>
            </a:endParaRPr>
          </a:p>
        </p:txBody>
      </p:sp>
      <p:sp>
        <p:nvSpPr>
          <p:cNvPr id="64535" name="AutoShape 1058">
            <a:extLst>
              <a:ext uri="{FF2B5EF4-FFF2-40B4-BE49-F238E27FC236}">
                <a16:creationId xmlns:a16="http://schemas.microsoft.com/office/drawing/2014/main" id="{221F13D2-81A2-47C4-BBF7-CE1F087DC9B5}"/>
              </a:ext>
            </a:extLst>
          </p:cNvPr>
          <p:cNvSpPr>
            <a:spLocks noChangeArrowheads="1"/>
          </p:cNvSpPr>
          <p:nvPr/>
        </p:nvSpPr>
        <p:spPr bwMode="auto">
          <a:xfrm>
            <a:off x="288925" y="2352675"/>
            <a:ext cx="1219200" cy="136525"/>
          </a:xfrm>
          <a:prstGeom prst="rightArrow">
            <a:avLst>
              <a:gd name="adj1" fmla="val 50000"/>
              <a:gd name="adj2" fmla="val 150000"/>
            </a:avLst>
          </a:prstGeom>
          <a:solidFill>
            <a:schemeClr val="accent1"/>
          </a:solidFill>
          <a:ln w="9525">
            <a:solidFill>
              <a:schemeClr val="accent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536" name="Text Box 1059">
            <a:extLst>
              <a:ext uri="{FF2B5EF4-FFF2-40B4-BE49-F238E27FC236}">
                <a16:creationId xmlns:a16="http://schemas.microsoft.com/office/drawing/2014/main" id="{9E6E007E-18C4-4B9E-8B05-92EA94BDB313}"/>
              </a:ext>
            </a:extLst>
          </p:cNvPr>
          <p:cNvSpPr txBox="1">
            <a:spLocks noChangeArrowheads="1"/>
          </p:cNvSpPr>
          <p:nvPr/>
        </p:nvSpPr>
        <p:spPr bwMode="auto">
          <a:xfrm>
            <a:off x="174625" y="1922463"/>
            <a:ext cx="12192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defRPr/>
            </a:pPr>
            <a:r>
              <a:rPr lang="en-US" altLang="zh-CN" dirty="0">
                <a:solidFill>
                  <a:schemeClr val="folHlink"/>
                </a:solidFill>
                <a:latin typeface="+mn-lt"/>
                <a:ea typeface="+mn-ea"/>
                <a:cs typeface="+mn-ea"/>
                <a:sym typeface="+mn-lt"/>
              </a:rPr>
              <a:t>99</a:t>
            </a:r>
            <a:r>
              <a:rPr lang="zh-CN" altLang="en-US" dirty="0">
                <a:latin typeface="+mn-lt"/>
                <a:ea typeface="+mn-ea"/>
                <a:cs typeface="+mn-ea"/>
                <a:sym typeface="+mn-lt"/>
              </a:rPr>
              <a:t>插入</a:t>
            </a:r>
          </a:p>
        </p:txBody>
      </p:sp>
      <p:sp>
        <p:nvSpPr>
          <p:cNvPr id="64537" name="Rectangle 1060">
            <a:extLst>
              <a:ext uri="{FF2B5EF4-FFF2-40B4-BE49-F238E27FC236}">
                <a16:creationId xmlns:a16="http://schemas.microsoft.com/office/drawing/2014/main" id="{6BB63A8F-D30D-48F0-A3EC-BEBE11D8FC41}"/>
              </a:ext>
            </a:extLst>
          </p:cNvPr>
          <p:cNvSpPr>
            <a:spLocks noChangeArrowheads="1"/>
          </p:cNvSpPr>
          <p:nvPr/>
        </p:nvSpPr>
        <p:spPr bwMode="auto">
          <a:xfrm>
            <a:off x="2955925" y="1057275"/>
            <a:ext cx="838200" cy="4114800"/>
          </a:xfrm>
          <a:prstGeom prst="rect">
            <a:avLst/>
          </a:prstGeom>
          <a:solidFill>
            <a:srgbClr val="FFFFFF"/>
          </a:solidFill>
          <a:ln w="28575">
            <a:solidFill>
              <a:srgbClr val="00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538" name="Line 1061">
            <a:extLst>
              <a:ext uri="{FF2B5EF4-FFF2-40B4-BE49-F238E27FC236}">
                <a16:creationId xmlns:a16="http://schemas.microsoft.com/office/drawing/2014/main" id="{9E7E8E62-7DEC-4055-AB35-3F5F6E75BEE7}"/>
              </a:ext>
            </a:extLst>
          </p:cNvPr>
          <p:cNvSpPr>
            <a:spLocks noChangeShapeType="1"/>
          </p:cNvSpPr>
          <p:nvPr/>
        </p:nvSpPr>
        <p:spPr bwMode="auto">
          <a:xfrm>
            <a:off x="2955925" y="15144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39" name="Line 1062">
            <a:extLst>
              <a:ext uri="{FF2B5EF4-FFF2-40B4-BE49-F238E27FC236}">
                <a16:creationId xmlns:a16="http://schemas.microsoft.com/office/drawing/2014/main" id="{6604BA23-8133-4F62-BF57-ECF30EC9440D}"/>
              </a:ext>
            </a:extLst>
          </p:cNvPr>
          <p:cNvSpPr>
            <a:spLocks noChangeShapeType="1"/>
          </p:cNvSpPr>
          <p:nvPr/>
        </p:nvSpPr>
        <p:spPr bwMode="auto">
          <a:xfrm>
            <a:off x="2955925" y="19716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40" name="Line 1063">
            <a:extLst>
              <a:ext uri="{FF2B5EF4-FFF2-40B4-BE49-F238E27FC236}">
                <a16:creationId xmlns:a16="http://schemas.microsoft.com/office/drawing/2014/main" id="{34A2B3F2-2AF2-42E3-AF62-2EF07B49C93E}"/>
              </a:ext>
            </a:extLst>
          </p:cNvPr>
          <p:cNvSpPr>
            <a:spLocks noChangeShapeType="1"/>
          </p:cNvSpPr>
          <p:nvPr/>
        </p:nvSpPr>
        <p:spPr bwMode="auto">
          <a:xfrm>
            <a:off x="2955925" y="24288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41" name="Line 1064">
            <a:extLst>
              <a:ext uri="{FF2B5EF4-FFF2-40B4-BE49-F238E27FC236}">
                <a16:creationId xmlns:a16="http://schemas.microsoft.com/office/drawing/2014/main" id="{2128ADEB-E071-4265-9652-6A80F098E71E}"/>
              </a:ext>
            </a:extLst>
          </p:cNvPr>
          <p:cNvSpPr>
            <a:spLocks noChangeShapeType="1"/>
          </p:cNvSpPr>
          <p:nvPr/>
        </p:nvSpPr>
        <p:spPr bwMode="auto">
          <a:xfrm>
            <a:off x="2955925" y="28860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42" name="Line 1065">
            <a:extLst>
              <a:ext uri="{FF2B5EF4-FFF2-40B4-BE49-F238E27FC236}">
                <a16:creationId xmlns:a16="http://schemas.microsoft.com/office/drawing/2014/main" id="{340572AA-CA79-49E8-8326-81C7BF9FA196}"/>
              </a:ext>
            </a:extLst>
          </p:cNvPr>
          <p:cNvSpPr>
            <a:spLocks noChangeShapeType="1"/>
          </p:cNvSpPr>
          <p:nvPr/>
        </p:nvSpPr>
        <p:spPr bwMode="auto">
          <a:xfrm>
            <a:off x="2955925" y="33432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43" name="Line 1066">
            <a:extLst>
              <a:ext uri="{FF2B5EF4-FFF2-40B4-BE49-F238E27FC236}">
                <a16:creationId xmlns:a16="http://schemas.microsoft.com/office/drawing/2014/main" id="{6944ED1B-A06E-46C2-9E88-43E15CDF61D6}"/>
              </a:ext>
            </a:extLst>
          </p:cNvPr>
          <p:cNvSpPr>
            <a:spLocks noChangeShapeType="1"/>
          </p:cNvSpPr>
          <p:nvPr/>
        </p:nvSpPr>
        <p:spPr bwMode="auto">
          <a:xfrm>
            <a:off x="2955925" y="38004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44" name="Line 1067">
            <a:extLst>
              <a:ext uri="{FF2B5EF4-FFF2-40B4-BE49-F238E27FC236}">
                <a16:creationId xmlns:a16="http://schemas.microsoft.com/office/drawing/2014/main" id="{94CD6483-A24E-4FEB-857D-68DDC65699B9}"/>
              </a:ext>
            </a:extLst>
          </p:cNvPr>
          <p:cNvSpPr>
            <a:spLocks noChangeShapeType="1"/>
          </p:cNvSpPr>
          <p:nvPr/>
        </p:nvSpPr>
        <p:spPr bwMode="auto">
          <a:xfrm>
            <a:off x="2955925" y="42576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45" name="Line 1068">
            <a:extLst>
              <a:ext uri="{FF2B5EF4-FFF2-40B4-BE49-F238E27FC236}">
                <a16:creationId xmlns:a16="http://schemas.microsoft.com/office/drawing/2014/main" id="{A73273CF-1E6C-4AD5-949E-13F5F35F5E2D}"/>
              </a:ext>
            </a:extLst>
          </p:cNvPr>
          <p:cNvSpPr>
            <a:spLocks noChangeShapeType="1"/>
          </p:cNvSpPr>
          <p:nvPr/>
        </p:nvSpPr>
        <p:spPr bwMode="auto">
          <a:xfrm>
            <a:off x="2955925" y="47148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46" name="Text Box 1069">
            <a:extLst>
              <a:ext uri="{FF2B5EF4-FFF2-40B4-BE49-F238E27FC236}">
                <a16:creationId xmlns:a16="http://schemas.microsoft.com/office/drawing/2014/main" id="{5A177347-EEFA-4296-9B42-B780C45B239A}"/>
              </a:ext>
            </a:extLst>
          </p:cNvPr>
          <p:cNvSpPr txBox="1">
            <a:spLocks noChangeArrowheads="1"/>
          </p:cNvSpPr>
          <p:nvPr/>
        </p:nvSpPr>
        <p:spPr bwMode="auto">
          <a:xfrm>
            <a:off x="2955925" y="1057275"/>
            <a:ext cx="762000" cy="314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defRPr/>
            </a:pPr>
            <a:r>
              <a:rPr lang="en-US" altLang="zh-CN" sz="2000" b="1">
                <a:latin typeface="+mn-lt"/>
                <a:ea typeface="+mn-ea"/>
                <a:cs typeface="+mn-ea"/>
                <a:sym typeface="+mn-lt"/>
              </a:rPr>
              <a:t>25</a:t>
            </a:r>
          </a:p>
          <a:p>
            <a:pPr algn="ctr">
              <a:lnSpc>
                <a:spcPct val="100000"/>
              </a:lnSpc>
              <a:spcBef>
                <a:spcPct val="50000"/>
              </a:spcBef>
              <a:defRPr/>
            </a:pPr>
            <a:r>
              <a:rPr lang="en-US" altLang="zh-CN" sz="2000" b="1">
                <a:latin typeface="+mn-lt"/>
                <a:ea typeface="+mn-ea"/>
                <a:cs typeface="+mn-ea"/>
                <a:sym typeface="+mn-lt"/>
              </a:rPr>
              <a:t>12</a:t>
            </a:r>
          </a:p>
          <a:p>
            <a:pPr algn="ctr">
              <a:lnSpc>
                <a:spcPct val="100000"/>
              </a:lnSpc>
              <a:spcBef>
                <a:spcPct val="50000"/>
              </a:spcBef>
              <a:defRPr/>
            </a:pPr>
            <a:r>
              <a:rPr lang="en-US" altLang="zh-CN" sz="2000" b="1">
                <a:latin typeface="+mn-lt"/>
                <a:ea typeface="+mn-ea"/>
                <a:cs typeface="+mn-ea"/>
                <a:sym typeface="+mn-lt"/>
              </a:rPr>
              <a:t>47</a:t>
            </a:r>
          </a:p>
          <a:p>
            <a:pPr algn="ctr">
              <a:lnSpc>
                <a:spcPct val="100000"/>
              </a:lnSpc>
              <a:spcBef>
                <a:spcPct val="50000"/>
              </a:spcBef>
              <a:defRPr/>
            </a:pPr>
            <a:r>
              <a:rPr lang="en-US" altLang="zh-CN" sz="2000" b="1">
                <a:latin typeface="+mn-lt"/>
                <a:ea typeface="+mn-ea"/>
                <a:cs typeface="+mn-ea"/>
                <a:sym typeface="+mn-lt"/>
              </a:rPr>
              <a:t>89</a:t>
            </a:r>
          </a:p>
          <a:p>
            <a:pPr algn="ctr">
              <a:lnSpc>
                <a:spcPct val="100000"/>
              </a:lnSpc>
              <a:spcBef>
                <a:spcPct val="50000"/>
              </a:spcBef>
              <a:defRPr/>
            </a:pPr>
            <a:r>
              <a:rPr lang="en-US" altLang="zh-CN" sz="2000" b="1">
                <a:latin typeface="+mn-lt"/>
                <a:ea typeface="+mn-ea"/>
                <a:cs typeface="+mn-ea"/>
                <a:sym typeface="+mn-lt"/>
              </a:rPr>
              <a:t>36</a:t>
            </a:r>
          </a:p>
          <a:p>
            <a:pPr algn="ctr">
              <a:lnSpc>
                <a:spcPct val="100000"/>
              </a:lnSpc>
              <a:spcBef>
                <a:spcPct val="50000"/>
              </a:spcBef>
              <a:defRPr/>
            </a:pPr>
            <a:endParaRPr lang="en-US" altLang="zh-CN" sz="2000" b="1">
              <a:latin typeface="+mn-lt"/>
              <a:ea typeface="+mn-ea"/>
              <a:cs typeface="+mn-ea"/>
              <a:sym typeface="+mn-lt"/>
            </a:endParaRPr>
          </a:p>
          <a:p>
            <a:pPr algn="ctr">
              <a:lnSpc>
                <a:spcPct val="100000"/>
              </a:lnSpc>
              <a:spcBef>
                <a:spcPct val="50000"/>
              </a:spcBef>
              <a:defRPr/>
            </a:pPr>
            <a:r>
              <a:rPr lang="en-US" altLang="zh-CN" sz="2000" b="1">
                <a:latin typeface="+mn-lt"/>
                <a:ea typeface="+mn-ea"/>
                <a:cs typeface="+mn-ea"/>
                <a:sym typeface="+mn-lt"/>
              </a:rPr>
              <a:t>14</a:t>
            </a:r>
            <a:endParaRPr lang="en-US" altLang="zh-CN" sz="1600" b="1">
              <a:latin typeface="+mn-lt"/>
              <a:ea typeface="+mn-ea"/>
              <a:cs typeface="+mn-ea"/>
              <a:sym typeface="+mn-lt"/>
            </a:endParaRPr>
          </a:p>
        </p:txBody>
      </p:sp>
      <p:sp>
        <p:nvSpPr>
          <p:cNvPr id="64547" name="AutoShape 1070">
            <a:extLst>
              <a:ext uri="{FF2B5EF4-FFF2-40B4-BE49-F238E27FC236}">
                <a16:creationId xmlns:a16="http://schemas.microsoft.com/office/drawing/2014/main" id="{6DF2B412-DA73-4E69-B595-245C0512B2C6}"/>
              </a:ext>
            </a:extLst>
          </p:cNvPr>
          <p:cNvSpPr>
            <a:spLocks noChangeArrowheads="1"/>
          </p:cNvSpPr>
          <p:nvPr/>
        </p:nvSpPr>
        <p:spPr bwMode="auto">
          <a:xfrm>
            <a:off x="3336925" y="3495675"/>
            <a:ext cx="76200" cy="457200"/>
          </a:xfrm>
          <a:prstGeom prst="downArrow">
            <a:avLst>
              <a:gd name="adj1" fmla="val 50000"/>
              <a:gd name="adj2" fmla="val 150000"/>
            </a:avLst>
          </a:prstGeom>
          <a:solidFill>
            <a:schemeClr val="accent1"/>
          </a:solidFill>
          <a:ln w="9525">
            <a:solidFill>
              <a:schemeClr val="accent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548" name="Rectangle 1071">
            <a:extLst>
              <a:ext uri="{FF2B5EF4-FFF2-40B4-BE49-F238E27FC236}">
                <a16:creationId xmlns:a16="http://schemas.microsoft.com/office/drawing/2014/main" id="{4F468455-2F22-4DB2-B064-390B0C5EA855}"/>
              </a:ext>
            </a:extLst>
          </p:cNvPr>
          <p:cNvSpPr>
            <a:spLocks noChangeArrowheads="1"/>
          </p:cNvSpPr>
          <p:nvPr/>
        </p:nvSpPr>
        <p:spPr bwMode="auto">
          <a:xfrm>
            <a:off x="4403725" y="1057275"/>
            <a:ext cx="838200" cy="4114800"/>
          </a:xfrm>
          <a:prstGeom prst="rect">
            <a:avLst/>
          </a:prstGeom>
          <a:solidFill>
            <a:srgbClr val="FFFFFF"/>
          </a:solidFill>
          <a:ln w="28575">
            <a:solidFill>
              <a:srgbClr val="00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549" name="Line 1072">
            <a:extLst>
              <a:ext uri="{FF2B5EF4-FFF2-40B4-BE49-F238E27FC236}">
                <a16:creationId xmlns:a16="http://schemas.microsoft.com/office/drawing/2014/main" id="{066E9357-EB72-451B-B5B7-15BBD485483A}"/>
              </a:ext>
            </a:extLst>
          </p:cNvPr>
          <p:cNvSpPr>
            <a:spLocks noChangeShapeType="1"/>
          </p:cNvSpPr>
          <p:nvPr/>
        </p:nvSpPr>
        <p:spPr bwMode="auto">
          <a:xfrm>
            <a:off x="4403725" y="15144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50" name="Line 1073">
            <a:extLst>
              <a:ext uri="{FF2B5EF4-FFF2-40B4-BE49-F238E27FC236}">
                <a16:creationId xmlns:a16="http://schemas.microsoft.com/office/drawing/2014/main" id="{5E65F486-7BDC-4C75-A900-5DF12A221E96}"/>
              </a:ext>
            </a:extLst>
          </p:cNvPr>
          <p:cNvSpPr>
            <a:spLocks noChangeShapeType="1"/>
          </p:cNvSpPr>
          <p:nvPr/>
        </p:nvSpPr>
        <p:spPr bwMode="auto">
          <a:xfrm>
            <a:off x="4403725" y="19716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51" name="Line 1074">
            <a:extLst>
              <a:ext uri="{FF2B5EF4-FFF2-40B4-BE49-F238E27FC236}">
                <a16:creationId xmlns:a16="http://schemas.microsoft.com/office/drawing/2014/main" id="{DB8D24CF-907F-4C8E-AFFE-D4CFD08DEB38}"/>
              </a:ext>
            </a:extLst>
          </p:cNvPr>
          <p:cNvSpPr>
            <a:spLocks noChangeShapeType="1"/>
          </p:cNvSpPr>
          <p:nvPr/>
        </p:nvSpPr>
        <p:spPr bwMode="auto">
          <a:xfrm>
            <a:off x="4403725" y="24288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52" name="Line 1075">
            <a:extLst>
              <a:ext uri="{FF2B5EF4-FFF2-40B4-BE49-F238E27FC236}">
                <a16:creationId xmlns:a16="http://schemas.microsoft.com/office/drawing/2014/main" id="{CE6E408C-0A2B-4598-B117-76CDA32A27C9}"/>
              </a:ext>
            </a:extLst>
          </p:cNvPr>
          <p:cNvSpPr>
            <a:spLocks noChangeShapeType="1"/>
          </p:cNvSpPr>
          <p:nvPr/>
        </p:nvSpPr>
        <p:spPr bwMode="auto">
          <a:xfrm>
            <a:off x="4403725" y="28860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53" name="Line 1076">
            <a:extLst>
              <a:ext uri="{FF2B5EF4-FFF2-40B4-BE49-F238E27FC236}">
                <a16:creationId xmlns:a16="http://schemas.microsoft.com/office/drawing/2014/main" id="{4CDB9DD0-EC18-45A9-8F6E-18E149668087}"/>
              </a:ext>
            </a:extLst>
          </p:cNvPr>
          <p:cNvSpPr>
            <a:spLocks noChangeShapeType="1"/>
          </p:cNvSpPr>
          <p:nvPr/>
        </p:nvSpPr>
        <p:spPr bwMode="auto">
          <a:xfrm>
            <a:off x="4403725" y="33432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54" name="Line 1077">
            <a:extLst>
              <a:ext uri="{FF2B5EF4-FFF2-40B4-BE49-F238E27FC236}">
                <a16:creationId xmlns:a16="http://schemas.microsoft.com/office/drawing/2014/main" id="{0EAE5693-3570-4A09-AB6F-D36043E6826A}"/>
              </a:ext>
            </a:extLst>
          </p:cNvPr>
          <p:cNvSpPr>
            <a:spLocks noChangeShapeType="1"/>
          </p:cNvSpPr>
          <p:nvPr/>
        </p:nvSpPr>
        <p:spPr bwMode="auto">
          <a:xfrm>
            <a:off x="4403725" y="38004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55" name="Line 1078">
            <a:extLst>
              <a:ext uri="{FF2B5EF4-FFF2-40B4-BE49-F238E27FC236}">
                <a16:creationId xmlns:a16="http://schemas.microsoft.com/office/drawing/2014/main" id="{3A00AB76-A94C-4DD8-B437-B9726469EA4E}"/>
              </a:ext>
            </a:extLst>
          </p:cNvPr>
          <p:cNvSpPr>
            <a:spLocks noChangeShapeType="1"/>
          </p:cNvSpPr>
          <p:nvPr/>
        </p:nvSpPr>
        <p:spPr bwMode="auto">
          <a:xfrm>
            <a:off x="4403725" y="42576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56" name="Line 1079">
            <a:extLst>
              <a:ext uri="{FF2B5EF4-FFF2-40B4-BE49-F238E27FC236}">
                <a16:creationId xmlns:a16="http://schemas.microsoft.com/office/drawing/2014/main" id="{A6C0F827-04D2-4056-A036-6A0AE1BCE723}"/>
              </a:ext>
            </a:extLst>
          </p:cNvPr>
          <p:cNvSpPr>
            <a:spLocks noChangeShapeType="1"/>
          </p:cNvSpPr>
          <p:nvPr/>
        </p:nvSpPr>
        <p:spPr bwMode="auto">
          <a:xfrm>
            <a:off x="4403725" y="47148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57" name="Text Box 1080">
            <a:extLst>
              <a:ext uri="{FF2B5EF4-FFF2-40B4-BE49-F238E27FC236}">
                <a16:creationId xmlns:a16="http://schemas.microsoft.com/office/drawing/2014/main" id="{BFCC08BB-8307-44F1-B4B7-084AE164329E}"/>
              </a:ext>
            </a:extLst>
          </p:cNvPr>
          <p:cNvSpPr txBox="1">
            <a:spLocks noChangeArrowheads="1"/>
          </p:cNvSpPr>
          <p:nvPr/>
        </p:nvSpPr>
        <p:spPr bwMode="auto">
          <a:xfrm>
            <a:off x="4403725" y="1057275"/>
            <a:ext cx="762000" cy="314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defRPr/>
            </a:pPr>
            <a:r>
              <a:rPr lang="en-US" altLang="zh-CN" sz="2000" b="1">
                <a:latin typeface="+mn-lt"/>
                <a:ea typeface="+mn-ea"/>
                <a:cs typeface="+mn-ea"/>
                <a:sym typeface="+mn-lt"/>
              </a:rPr>
              <a:t>25</a:t>
            </a:r>
          </a:p>
          <a:p>
            <a:pPr algn="ctr">
              <a:lnSpc>
                <a:spcPct val="100000"/>
              </a:lnSpc>
              <a:spcBef>
                <a:spcPct val="50000"/>
              </a:spcBef>
              <a:defRPr/>
            </a:pPr>
            <a:r>
              <a:rPr lang="en-US" altLang="zh-CN" sz="2000" b="1">
                <a:latin typeface="+mn-lt"/>
                <a:ea typeface="+mn-ea"/>
                <a:cs typeface="+mn-ea"/>
                <a:sym typeface="+mn-lt"/>
              </a:rPr>
              <a:t>12</a:t>
            </a:r>
          </a:p>
          <a:p>
            <a:pPr algn="ctr">
              <a:lnSpc>
                <a:spcPct val="100000"/>
              </a:lnSpc>
              <a:spcBef>
                <a:spcPct val="50000"/>
              </a:spcBef>
              <a:defRPr/>
            </a:pPr>
            <a:r>
              <a:rPr lang="en-US" altLang="zh-CN" sz="2000" b="1">
                <a:latin typeface="+mn-lt"/>
                <a:ea typeface="+mn-ea"/>
                <a:cs typeface="+mn-ea"/>
                <a:sym typeface="+mn-lt"/>
              </a:rPr>
              <a:t>47</a:t>
            </a:r>
          </a:p>
          <a:p>
            <a:pPr algn="ctr">
              <a:lnSpc>
                <a:spcPct val="100000"/>
              </a:lnSpc>
              <a:spcBef>
                <a:spcPct val="50000"/>
              </a:spcBef>
              <a:defRPr/>
            </a:pPr>
            <a:r>
              <a:rPr lang="en-US" altLang="zh-CN" sz="2000" b="1">
                <a:latin typeface="+mn-lt"/>
                <a:ea typeface="+mn-ea"/>
                <a:cs typeface="+mn-ea"/>
                <a:sym typeface="+mn-lt"/>
              </a:rPr>
              <a:t>89</a:t>
            </a:r>
          </a:p>
          <a:p>
            <a:pPr algn="ctr">
              <a:lnSpc>
                <a:spcPct val="100000"/>
              </a:lnSpc>
              <a:spcBef>
                <a:spcPct val="50000"/>
              </a:spcBef>
              <a:defRPr/>
            </a:pPr>
            <a:endParaRPr lang="en-US" altLang="zh-CN" sz="2000" b="1">
              <a:latin typeface="+mn-lt"/>
              <a:ea typeface="+mn-ea"/>
              <a:cs typeface="+mn-ea"/>
              <a:sym typeface="+mn-lt"/>
            </a:endParaRPr>
          </a:p>
          <a:p>
            <a:pPr algn="ctr">
              <a:lnSpc>
                <a:spcPct val="100000"/>
              </a:lnSpc>
              <a:spcBef>
                <a:spcPct val="50000"/>
              </a:spcBef>
              <a:defRPr/>
            </a:pPr>
            <a:r>
              <a:rPr lang="en-US" altLang="zh-CN" sz="2000" b="1">
                <a:latin typeface="+mn-lt"/>
                <a:ea typeface="+mn-ea"/>
                <a:cs typeface="+mn-ea"/>
                <a:sym typeface="+mn-lt"/>
              </a:rPr>
              <a:t>36</a:t>
            </a:r>
          </a:p>
          <a:p>
            <a:pPr algn="ctr">
              <a:lnSpc>
                <a:spcPct val="100000"/>
              </a:lnSpc>
              <a:spcBef>
                <a:spcPct val="50000"/>
              </a:spcBef>
              <a:defRPr/>
            </a:pPr>
            <a:r>
              <a:rPr lang="en-US" altLang="zh-CN" sz="2000" b="1">
                <a:latin typeface="+mn-lt"/>
                <a:ea typeface="+mn-ea"/>
                <a:cs typeface="+mn-ea"/>
                <a:sym typeface="+mn-lt"/>
              </a:rPr>
              <a:t>14</a:t>
            </a:r>
            <a:endParaRPr lang="en-US" altLang="zh-CN" sz="1600" b="1">
              <a:latin typeface="+mn-lt"/>
              <a:ea typeface="+mn-ea"/>
              <a:cs typeface="+mn-ea"/>
              <a:sym typeface="+mn-lt"/>
            </a:endParaRPr>
          </a:p>
        </p:txBody>
      </p:sp>
      <p:sp>
        <p:nvSpPr>
          <p:cNvPr id="64558" name="AutoShape 1081">
            <a:extLst>
              <a:ext uri="{FF2B5EF4-FFF2-40B4-BE49-F238E27FC236}">
                <a16:creationId xmlns:a16="http://schemas.microsoft.com/office/drawing/2014/main" id="{C477DC9E-5C12-4D76-A938-725700879D0C}"/>
              </a:ext>
            </a:extLst>
          </p:cNvPr>
          <p:cNvSpPr>
            <a:spLocks noChangeArrowheads="1"/>
          </p:cNvSpPr>
          <p:nvPr/>
        </p:nvSpPr>
        <p:spPr bwMode="auto">
          <a:xfrm>
            <a:off x="4784725" y="3038475"/>
            <a:ext cx="76200" cy="457200"/>
          </a:xfrm>
          <a:prstGeom prst="downArrow">
            <a:avLst>
              <a:gd name="adj1" fmla="val 50000"/>
              <a:gd name="adj2" fmla="val 150000"/>
            </a:avLst>
          </a:prstGeom>
          <a:solidFill>
            <a:schemeClr val="accent1"/>
          </a:solidFill>
          <a:ln w="9525">
            <a:solidFill>
              <a:schemeClr val="accent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559" name="Rectangle 1082">
            <a:extLst>
              <a:ext uri="{FF2B5EF4-FFF2-40B4-BE49-F238E27FC236}">
                <a16:creationId xmlns:a16="http://schemas.microsoft.com/office/drawing/2014/main" id="{1F222150-D094-4D2A-8196-3E55061B4DAC}"/>
              </a:ext>
            </a:extLst>
          </p:cNvPr>
          <p:cNvSpPr>
            <a:spLocks noChangeArrowheads="1"/>
          </p:cNvSpPr>
          <p:nvPr/>
        </p:nvSpPr>
        <p:spPr bwMode="auto">
          <a:xfrm>
            <a:off x="5927725" y="1057275"/>
            <a:ext cx="838200" cy="4114800"/>
          </a:xfrm>
          <a:prstGeom prst="rect">
            <a:avLst/>
          </a:prstGeom>
          <a:solidFill>
            <a:srgbClr val="FFFFFF"/>
          </a:solidFill>
          <a:ln w="28575">
            <a:solidFill>
              <a:srgbClr val="00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560" name="Line 1083">
            <a:extLst>
              <a:ext uri="{FF2B5EF4-FFF2-40B4-BE49-F238E27FC236}">
                <a16:creationId xmlns:a16="http://schemas.microsoft.com/office/drawing/2014/main" id="{E87F5E2F-E612-46D4-B143-8B8CD9831975}"/>
              </a:ext>
            </a:extLst>
          </p:cNvPr>
          <p:cNvSpPr>
            <a:spLocks noChangeShapeType="1"/>
          </p:cNvSpPr>
          <p:nvPr/>
        </p:nvSpPr>
        <p:spPr bwMode="auto">
          <a:xfrm>
            <a:off x="5927725" y="15144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61" name="Line 1084">
            <a:extLst>
              <a:ext uri="{FF2B5EF4-FFF2-40B4-BE49-F238E27FC236}">
                <a16:creationId xmlns:a16="http://schemas.microsoft.com/office/drawing/2014/main" id="{D4CD24C7-EEC1-43F2-8F18-18DC9B3F4EF8}"/>
              </a:ext>
            </a:extLst>
          </p:cNvPr>
          <p:cNvSpPr>
            <a:spLocks noChangeShapeType="1"/>
          </p:cNvSpPr>
          <p:nvPr/>
        </p:nvSpPr>
        <p:spPr bwMode="auto">
          <a:xfrm>
            <a:off x="5927725" y="19716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62" name="Line 1085">
            <a:extLst>
              <a:ext uri="{FF2B5EF4-FFF2-40B4-BE49-F238E27FC236}">
                <a16:creationId xmlns:a16="http://schemas.microsoft.com/office/drawing/2014/main" id="{041E93AB-CEA8-463E-BE79-830AB05D1FA2}"/>
              </a:ext>
            </a:extLst>
          </p:cNvPr>
          <p:cNvSpPr>
            <a:spLocks noChangeShapeType="1"/>
          </p:cNvSpPr>
          <p:nvPr/>
        </p:nvSpPr>
        <p:spPr bwMode="auto">
          <a:xfrm>
            <a:off x="5927725" y="24288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63" name="Line 1086">
            <a:extLst>
              <a:ext uri="{FF2B5EF4-FFF2-40B4-BE49-F238E27FC236}">
                <a16:creationId xmlns:a16="http://schemas.microsoft.com/office/drawing/2014/main" id="{578E6560-6ACF-48A9-BE39-97AC1D2EA15B}"/>
              </a:ext>
            </a:extLst>
          </p:cNvPr>
          <p:cNvSpPr>
            <a:spLocks noChangeShapeType="1"/>
          </p:cNvSpPr>
          <p:nvPr/>
        </p:nvSpPr>
        <p:spPr bwMode="auto">
          <a:xfrm>
            <a:off x="5927725" y="28860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64" name="Line 1087">
            <a:extLst>
              <a:ext uri="{FF2B5EF4-FFF2-40B4-BE49-F238E27FC236}">
                <a16:creationId xmlns:a16="http://schemas.microsoft.com/office/drawing/2014/main" id="{A85EE609-8B7A-45E5-8A46-876BCFF0DD0D}"/>
              </a:ext>
            </a:extLst>
          </p:cNvPr>
          <p:cNvSpPr>
            <a:spLocks noChangeShapeType="1"/>
          </p:cNvSpPr>
          <p:nvPr/>
        </p:nvSpPr>
        <p:spPr bwMode="auto">
          <a:xfrm>
            <a:off x="5927725" y="33432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65" name="Line 1088">
            <a:extLst>
              <a:ext uri="{FF2B5EF4-FFF2-40B4-BE49-F238E27FC236}">
                <a16:creationId xmlns:a16="http://schemas.microsoft.com/office/drawing/2014/main" id="{44304045-E38A-426D-AB61-E0CFFC99B17E}"/>
              </a:ext>
            </a:extLst>
          </p:cNvPr>
          <p:cNvSpPr>
            <a:spLocks noChangeShapeType="1"/>
          </p:cNvSpPr>
          <p:nvPr/>
        </p:nvSpPr>
        <p:spPr bwMode="auto">
          <a:xfrm>
            <a:off x="5927725" y="38004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66" name="Line 1089">
            <a:extLst>
              <a:ext uri="{FF2B5EF4-FFF2-40B4-BE49-F238E27FC236}">
                <a16:creationId xmlns:a16="http://schemas.microsoft.com/office/drawing/2014/main" id="{A20A9BCB-F7B7-4EDA-B14E-46501971D83E}"/>
              </a:ext>
            </a:extLst>
          </p:cNvPr>
          <p:cNvSpPr>
            <a:spLocks noChangeShapeType="1"/>
          </p:cNvSpPr>
          <p:nvPr/>
        </p:nvSpPr>
        <p:spPr bwMode="auto">
          <a:xfrm>
            <a:off x="5927725" y="42576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67" name="Line 1090">
            <a:extLst>
              <a:ext uri="{FF2B5EF4-FFF2-40B4-BE49-F238E27FC236}">
                <a16:creationId xmlns:a16="http://schemas.microsoft.com/office/drawing/2014/main" id="{0BBD8CA1-B95C-4908-B2D3-0B428B60E449}"/>
              </a:ext>
            </a:extLst>
          </p:cNvPr>
          <p:cNvSpPr>
            <a:spLocks noChangeShapeType="1"/>
          </p:cNvSpPr>
          <p:nvPr/>
        </p:nvSpPr>
        <p:spPr bwMode="auto">
          <a:xfrm>
            <a:off x="5927725" y="4714875"/>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4568" name="Text Box 1091">
            <a:extLst>
              <a:ext uri="{FF2B5EF4-FFF2-40B4-BE49-F238E27FC236}">
                <a16:creationId xmlns:a16="http://schemas.microsoft.com/office/drawing/2014/main" id="{C506082C-C3E7-400B-B0F4-A3D4803F7E32}"/>
              </a:ext>
            </a:extLst>
          </p:cNvPr>
          <p:cNvSpPr txBox="1">
            <a:spLocks noChangeArrowheads="1"/>
          </p:cNvSpPr>
          <p:nvPr/>
        </p:nvSpPr>
        <p:spPr bwMode="auto">
          <a:xfrm>
            <a:off x="5927725" y="1057275"/>
            <a:ext cx="762000" cy="314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defRPr/>
            </a:pPr>
            <a:r>
              <a:rPr lang="en-US" altLang="zh-CN" sz="2000" b="1">
                <a:latin typeface="+mn-lt"/>
                <a:ea typeface="+mn-ea"/>
                <a:cs typeface="+mn-ea"/>
                <a:sym typeface="+mn-lt"/>
              </a:rPr>
              <a:t>25</a:t>
            </a:r>
          </a:p>
          <a:p>
            <a:pPr algn="ctr">
              <a:lnSpc>
                <a:spcPct val="100000"/>
              </a:lnSpc>
              <a:spcBef>
                <a:spcPct val="50000"/>
              </a:spcBef>
              <a:defRPr/>
            </a:pPr>
            <a:r>
              <a:rPr lang="en-US" altLang="zh-CN" sz="2000" b="1">
                <a:latin typeface="+mn-lt"/>
                <a:ea typeface="+mn-ea"/>
                <a:cs typeface="+mn-ea"/>
                <a:sym typeface="+mn-lt"/>
              </a:rPr>
              <a:t>12</a:t>
            </a:r>
          </a:p>
          <a:p>
            <a:pPr algn="ctr">
              <a:lnSpc>
                <a:spcPct val="100000"/>
              </a:lnSpc>
              <a:spcBef>
                <a:spcPct val="50000"/>
              </a:spcBef>
              <a:defRPr/>
            </a:pPr>
            <a:r>
              <a:rPr lang="en-US" altLang="zh-CN" sz="2000" b="1">
                <a:latin typeface="+mn-lt"/>
                <a:ea typeface="+mn-ea"/>
                <a:cs typeface="+mn-ea"/>
                <a:sym typeface="+mn-lt"/>
              </a:rPr>
              <a:t>47</a:t>
            </a:r>
          </a:p>
          <a:p>
            <a:pPr algn="ctr">
              <a:lnSpc>
                <a:spcPct val="100000"/>
              </a:lnSpc>
              <a:spcBef>
                <a:spcPct val="50000"/>
              </a:spcBef>
              <a:defRPr/>
            </a:pPr>
            <a:endParaRPr lang="en-US" altLang="zh-CN" sz="2000" b="1">
              <a:latin typeface="+mn-lt"/>
              <a:ea typeface="+mn-ea"/>
              <a:cs typeface="+mn-ea"/>
              <a:sym typeface="+mn-lt"/>
            </a:endParaRPr>
          </a:p>
          <a:p>
            <a:pPr algn="ctr">
              <a:lnSpc>
                <a:spcPct val="100000"/>
              </a:lnSpc>
              <a:spcBef>
                <a:spcPct val="50000"/>
              </a:spcBef>
              <a:defRPr/>
            </a:pPr>
            <a:r>
              <a:rPr lang="en-US" altLang="zh-CN" sz="2000" b="1">
                <a:latin typeface="+mn-lt"/>
                <a:ea typeface="+mn-ea"/>
                <a:cs typeface="+mn-ea"/>
                <a:sym typeface="+mn-lt"/>
              </a:rPr>
              <a:t>89</a:t>
            </a:r>
          </a:p>
          <a:p>
            <a:pPr algn="ctr">
              <a:lnSpc>
                <a:spcPct val="100000"/>
              </a:lnSpc>
              <a:spcBef>
                <a:spcPct val="50000"/>
              </a:spcBef>
              <a:defRPr/>
            </a:pPr>
            <a:r>
              <a:rPr lang="en-US" altLang="zh-CN" sz="2000" b="1">
                <a:latin typeface="+mn-lt"/>
                <a:ea typeface="+mn-ea"/>
                <a:cs typeface="+mn-ea"/>
                <a:sym typeface="+mn-lt"/>
              </a:rPr>
              <a:t>36</a:t>
            </a:r>
          </a:p>
          <a:p>
            <a:pPr algn="ctr">
              <a:lnSpc>
                <a:spcPct val="100000"/>
              </a:lnSpc>
              <a:spcBef>
                <a:spcPct val="50000"/>
              </a:spcBef>
              <a:defRPr/>
            </a:pPr>
            <a:r>
              <a:rPr lang="en-US" altLang="zh-CN" sz="2000" b="1">
                <a:latin typeface="+mn-lt"/>
                <a:ea typeface="+mn-ea"/>
                <a:cs typeface="+mn-ea"/>
                <a:sym typeface="+mn-lt"/>
              </a:rPr>
              <a:t>14</a:t>
            </a:r>
            <a:endParaRPr lang="en-US" altLang="zh-CN" sz="1600" b="1">
              <a:latin typeface="+mn-lt"/>
              <a:ea typeface="+mn-ea"/>
              <a:cs typeface="+mn-ea"/>
              <a:sym typeface="+mn-lt"/>
            </a:endParaRPr>
          </a:p>
        </p:txBody>
      </p:sp>
      <p:sp>
        <p:nvSpPr>
          <p:cNvPr id="64569" name="AutoShape 1092">
            <a:extLst>
              <a:ext uri="{FF2B5EF4-FFF2-40B4-BE49-F238E27FC236}">
                <a16:creationId xmlns:a16="http://schemas.microsoft.com/office/drawing/2014/main" id="{72BD8A67-83A9-4FED-8E2C-FA7C5C9F1E93}"/>
              </a:ext>
            </a:extLst>
          </p:cNvPr>
          <p:cNvSpPr>
            <a:spLocks noChangeArrowheads="1"/>
          </p:cNvSpPr>
          <p:nvPr/>
        </p:nvSpPr>
        <p:spPr bwMode="auto">
          <a:xfrm>
            <a:off x="6308725" y="2505075"/>
            <a:ext cx="76200" cy="457200"/>
          </a:xfrm>
          <a:prstGeom prst="downArrow">
            <a:avLst>
              <a:gd name="adj1" fmla="val 50000"/>
              <a:gd name="adj2" fmla="val 150000"/>
            </a:avLst>
          </a:prstGeom>
          <a:solidFill>
            <a:schemeClr val="accent1"/>
          </a:solidFill>
          <a:ln w="9525">
            <a:solidFill>
              <a:schemeClr val="accent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395333" name="Rectangle 1093">
            <a:extLst>
              <a:ext uri="{FF2B5EF4-FFF2-40B4-BE49-F238E27FC236}">
                <a16:creationId xmlns:a16="http://schemas.microsoft.com/office/drawing/2014/main" id="{9B3E3AC6-F527-43A0-9E00-628266796F69}"/>
              </a:ext>
            </a:extLst>
          </p:cNvPr>
          <p:cNvSpPr>
            <a:spLocks noChangeArrowheads="1"/>
          </p:cNvSpPr>
          <p:nvPr/>
        </p:nvSpPr>
        <p:spPr bwMode="auto">
          <a:xfrm>
            <a:off x="0" y="5264150"/>
            <a:ext cx="9158288" cy="1584325"/>
          </a:xfrm>
          <a:prstGeom prst="rect">
            <a:avLst/>
          </a:prstGeom>
          <a:solidFill>
            <a:srgbClr val="D6D6F5"/>
          </a:solidFill>
          <a:ln>
            <a:noFill/>
          </a:ln>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lvl="1">
              <a:spcBef>
                <a:spcPct val="50000"/>
              </a:spcBef>
              <a:buFont typeface="Arial" panose="020B0604020202020204" pitchFamily="34" charset="0"/>
              <a:buNone/>
            </a:pPr>
            <a:endParaRPr lang="en-US" altLang="zh-CN" sz="1000">
              <a:sym typeface="+mn-lt"/>
            </a:endParaRPr>
          </a:p>
          <a:p>
            <a:pPr lvl="1">
              <a:spcBef>
                <a:spcPct val="50000"/>
              </a:spcBef>
              <a:buFont typeface="Arial" panose="020B0604020202020204" pitchFamily="34" charset="0"/>
              <a:buNone/>
            </a:pPr>
            <a:r>
              <a:rPr lang="zh-CN" altLang="en-US" sz="2400">
                <a:sym typeface="+mn-lt"/>
              </a:rPr>
              <a:t>插第 </a:t>
            </a:r>
            <a:r>
              <a:rPr lang="en-US" altLang="zh-CN" sz="2400">
                <a:sym typeface="+mn-lt"/>
              </a:rPr>
              <a:t>4 </a:t>
            </a:r>
            <a:r>
              <a:rPr lang="zh-CN" altLang="en-US" sz="2400">
                <a:sym typeface="+mn-lt"/>
              </a:rPr>
              <a:t>个结点之前，移动 </a:t>
            </a:r>
            <a:r>
              <a:rPr lang="en-US" altLang="zh-CN" sz="2400">
                <a:solidFill>
                  <a:srgbClr val="FF0000"/>
                </a:solidFill>
                <a:sym typeface="+mn-lt"/>
              </a:rPr>
              <a:t>6</a:t>
            </a:r>
            <a:r>
              <a:rPr lang="zh-CN" altLang="en-US" sz="2400">
                <a:solidFill>
                  <a:srgbClr val="FF0000"/>
                </a:solidFill>
                <a:sym typeface="+mn-lt"/>
              </a:rPr>
              <a:t>－</a:t>
            </a:r>
            <a:r>
              <a:rPr lang="en-US" altLang="zh-CN" sz="2400">
                <a:solidFill>
                  <a:srgbClr val="FF0000"/>
                </a:solidFill>
                <a:sym typeface="+mn-lt"/>
              </a:rPr>
              <a:t>4+1</a:t>
            </a:r>
            <a:r>
              <a:rPr lang="en-US" altLang="zh-CN" sz="2400">
                <a:sym typeface="+mn-lt"/>
              </a:rPr>
              <a:t> </a:t>
            </a:r>
            <a:r>
              <a:rPr lang="zh-CN" altLang="en-US" sz="2400">
                <a:sym typeface="+mn-lt"/>
              </a:rPr>
              <a:t>次</a:t>
            </a:r>
          </a:p>
          <a:p>
            <a:pPr lvl="1">
              <a:spcBef>
                <a:spcPct val="50000"/>
              </a:spcBef>
              <a:buFont typeface="Arial" panose="020B0604020202020204" pitchFamily="34" charset="0"/>
              <a:buNone/>
            </a:pPr>
            <a:r>
              <a:rPr lang="zh-CN" altLang="en-US" sz="2400">
                <a:sym typeface="+mn-lt"/>
              </a:rPr>
              <a:t>插在第 </a:t>
            </a:r>
            <a:r>
              <a:rPr lang="en-US" altLang="zh-CN" sz="2400">
                <a:sym typeface="+mn-lt"/>
              </a:rPr>
              <a:t>i </a:t>
            </a:r>
            <a:r>
              <a:rPr lang="zh-CN" altLang="zh-CN" sz="2400">
                <a:sym typeface="+mn-lt"/>
              </a:rPr>
              <a:t>个结点之前，移动 </a:t>
            </a:r>
            <a:r>
              <a:rPr lang="en-US" altLang="zh-CN" sz="2400">
                <a:solidFill>
                  <a:srgbClr val="FF0000"/>
                </a:solidFill>
                <a:sym typeface="+mn-lt"/>
              </a:rPr>
              <a:t>n-i+1</a:t>
            </a:r>
            <a:r>
              <a:rPr lang="en-US" altLang="zh-CN" sz="2400">
                <a:sym typeface="+mn-lt"/>
              </a:rPr>
              <a:t> </a:t>
            </a:r>
            <a:r>
              <a:rPr lang="zh-CN" altLang="zh-CN" sz="2400">
                <a:sym typeface="+mn-lt"/>
              </a:rPr>
              <a:t>次</a:t>
            </a:r>
            <a:endParaRPr lang="en-US" altLang="zh-CN" sz="2400">
              <a:sym typeface="+mn-lt"/>
            </a:endParaRPr>
          </a:p>
          <a:p>
            <a:pPr lvl="1">
              <a:spcBef>
                <a:spcPct val="50000"/>
              </a:spcBef>
              <a:buFont typeface="Arial" panose="020B0604020202020204" pitchFamily="34" charset="0"/>
              <a:buNone/>
            </a:pPr>
            <a:endParaRPr lang="zh-CN" altLang="en-US" sz="1000">
              <a:solidFill>
                <a:schemeClr val="folHlink"/>
              </a:solidFill>
              <a:sym typeface="+mn-lt"/>
            </a:endParaRPr>
          </a:p>
        </p:txBody>
      </p:sp>
      <p:sp>
        <p:nvSpPr>
          <p:cNvPr id="395334" name="Rectangle 1094">
            <a:extLst>
              <a:ext uri="{FF2B5EF4-FFF2-40B4-BE49-F238E27FC236}">
                <a16:creationId xmlns:a16="http://schemas.microsoft.com/office/drawing/2014/main" id="{C47E20CA-D34D-4AFB-A63B-093EF856832A}"/>
              </a:ext>
            </a:extLst>
          </p:cNvPr>
          <p:cNvSpPr>
            <a:spLocks noChangeArrowheads="1"/>
          </p:cNvSpPr>
          <p:nvPr/>
        </p:nvSpPr>
        <p:spPr bwMode="auto">
          <a:xfrm>
            <a:off x="755650" y="223838"/>
            <a:ext cx="6921500"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marL="342900" indent="-342900">
              <a:defRPr sz="2800">
                <a:solidFill>
                  <a:schemeClr val="tx1"/>
                </a:solidFill>
                <a:latin typeface="Times New Roman" panose="02020603050405020304" pitchFamily="18" charset="0"/>
                <a:ea typeface="仿宋_GB2312" pitchFamily="49" charset="-122"/>
              </a:defRPr>
            </a:lvl1pPr>
            <a:lvl2pPr marL="1714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lvl="1"/>
            <a:r>
              <a:rPr lang="zh-CN" altLang="en-US">
                <a:solidFill>
                  <a:schemeClr val="bg1"/>
                </a:solidFill>
                <a:ea typeface="微软雅黑" panose="020B0503020204020204" pitchFamily="34" charset="-122"/>
                <a:sym typeface="+mn-lt"/>
              </a:rPr>
              <a:t>插入（插在第 </a:t>
            </a:r>
            <a:r>
              <a:rPr lang="en-US" altLang="zh-CN">
                <a:solidFill>
                  <a:schemeClr val="bg1"/>
                </a:solidFill>
                <a:ea typeface="微软雅黑" panose="020B0503020204020204" pitchFamily="34" charset="-122"/>
                <a:sym typeface="+mn-lt"/>
              </a:rPr>
              <a:t>i </a:t>
            </a:r>
            <a:r>
              <a:rPr lang="zh-CN" altLang="en-US">
                <a:solidFill>
                  <a:schemeClr val="bg1"/>
                </a:solidFill>
                <a:ea typeface="微软雅黑" panose="020B0503020204020204" pitchFamily="34" charset="-122"/>
                <a:sym typeface="+mn-lt"/>
              </a:rPr>
              <a:t>个结点之前）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395333">
                                            <p:bg/>
                                          </p:spTgt>
                                        </p:tgtEl>
                                        <p:attrNameLst>
                                          <p:attrName>style.visibility</p:attrName>
                                        </p:attrNameLst>
                                      </p:cBhvr>
                                      <p:to>
                                        <p:strVal val="visible"/>
                                      </p:to>
                                    </p:set>
                                    <p:animEffect transition="in" filter="diamond(in)">
                                      <p:cBhvr>
                                        <p:cTn id="7" dur="2000"/>
                                        <p:tgtEl>
                                          <p:spTgt spid="395333">
                                            <p:bg/>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8" presetClass="entr" presetSubtype="16" fill="hold" grpId="0" nodeType="clickEffect">
                                  <p:stCondLst>
                                    <p:cond delay="0"/>
                                  </p:stCondLst>
                                  <p:childTnLst>
                                    <p:set>
                                      <p:cBhvr>
                                        <p:cTn id="11" dur="1" fill="hold">
                                          <p:stCondLst>
                                            <p:cond delay="0"/>
                                          </p:stCondLst>
                                        </p:cTn>
                                        <p:tgtEl>
                                          <p:spTgt spid="395333">
                                            <p:txEl>
                                              <p:pRg st="1" end="1"/>
                                            </p:txEl>
                                          </p:spTgt>
                                        </p:tgtEl>
                                        <p:attrNameLst>
                                          <p:attrName>style.visibility</p:attrName>
                                        </p:attrNameLst>
                                      </p:cBhvr>
                                      <p:to>
                                        <p:strVal val="visible"/>
                                      </p:to>
                                    </p:set>
                                    <p:animEffect transition="in" filter="diamond(in)">
                                      <p:cBhvr>
                                        <p:cTn id="12" dur="2000"/>
                                        <p:tgtEl>
                                          <p:spTgt spid="395333">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8" presetClass="entr" presetSubtype="16" fill="hold" grpId="0" nodeType="clickEffect">
                                  <p:stCondLst>
                                    <p:cond delay="0"/>
                                  </p:stCondLst>
                                  <p:childTnLst>
                                    <p:set>
                                      <p:cBhvr>
                                        <p:cTn id="16" dur="1" fill="hold">
                                          <p:stCondLst>
                                            <p:cond delay="0"/>
                                          </p:stCondLst>
                                        </p:cTn>
                                        <p:tgtEl>
                                          <p:spTgt spid="395333">
                                            <p:txEl>
                                              <p:pRg st="2" end="2"/>
                                            </p:txEl>
                                          </p:spTgt>
                                        </p:tgtEl>
                                        <p:attrNameLst>
                                          <p:attrName>style.visibility</p:attrName>
                                        </p:attrNameLst>
                                      </p:cBhvr>
                                      <p:to>
                                        <p:strVal val="visible"/>
                                      </p:to>
                                    </p:set>
                                    <p:animEffect transition="in" filter="diamond(in)">
                                      <p:cBhvr>
                                        <p:cTn id="17" dur="2000"/>
                                        <p:tgtEl>
                                          <p:spTgt spid="39533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5333" grpId="0" build="p" bldLvl="2"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7493" name="Rectangle 5">
            <a:extLst>
              <a:ext uri="{FF2B5EF4-FFF2-40B4-BE49-F238E27FC236}">
                <a16:creationId xmlns:a16="http://schemas.microsoft.com/office/drawing/2014/main" id="{B7285E2E-0AAF-4EE7-82CE-2AD2ED41E7A6}"/>
              </a:ext>
            </a:extLst>
          </p:cNvPr>
          <p:cNvSpPr>
            <a:spLocks noRot="1" noChangeArrowheads="1"/>
          </p:cNvSpPr>
          <p:nvPr/>
        </p:nvSpPr>
        <p:spPr bwMode="auto">
          <a:xfrm>
            <a:off x="4852988" y="1450975"/>
            <a:ext cx="4029075" cy="547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0" indent="0" eaLnBrk="1" hangingPunct="1">
              <a:spcBef>
                <a:spcPct val="20000"/>
              </a:spcBef>
              <a:defRPr/>
            </a:pPr>
            <a:r>
              <a:rPr lang="zh-CN" altLang="en-US" dirty="0">
                <a:latin typeface="+mn-lt"/>
                <a:ea typeface="+mn-ea"/>
                <a:cs typeface="+mn-ea"/>
                <a:sym typeface="+mn-lt"/>
              </a:rPr>
              <a:t>判断</a:t>
            </a:r>
            <a:r>
              <a:rPr lang="zh-CN" altLang="en-US" dirty="0">
                <a:solidFill>
                  <a:srgbClr val="FF0000"/>
                </a:solidFill>
                <a:latin typeface="+mn-lt"/>
                <a:ea typeface="+mn-ea"/>
                <a:cs typeface="+mn-ea"/>
                <a:sym typeface="+mn-lt"/>
              </a:rPr>
              <a:t>插入位置</a:t>
            </a:r>
            <a:r>
              <a:rPr lang="en-US" altLang="zh-CN" dirty="0" err="1">
                <a:solidFill>
                  <a:srgbClr val="FF0000"/>
                </a:solidFill>
                <a:latin typeface="+mn-lt"/>
                <a:ea typeface="+mn-ea"/>
                <a:cs typeface="+mn-ea"/>
                <a:sym typeface="+mn-lt"/>
              </a:rPr>
              <a:t>i</a:t>
            </a:r>
            <a:r>
              <a:rPr lang="en-US" altLang="zh-CN" dirty="0">
                <a:solidFill>
                  <a:srgbClr val="FF0000"/>
                </a:solidFill>
                <a:latin typeface="+mn-lt"/>
                <a:ea typeface="+mn-ea"/>
                <a:cs typeface="+mn-ea"/>
                <a:sym typeface="+mn-lt"/>
              </a:rPr>
              <a:t> </a:t>
            </a:r>
            <a:r>
              <a:rPr lang="zh-CN" altLang="en-US" dirty="0">
                <a:solidFill>
                  <a:srgbClr val="FF0000"/>
                </a:solidFill>
                <a:latin typeface="+mn-lt"/>
                <a:ea typeface="+mn-ea"/>
                <a:cs typeface="+mn-ea"/>
                <a:sym typeface="+mn-lt"/>
              </a:rPr>
              <a:t>是否合法</a:t>
            </a:r>
            <a:r>
              <a:rPr lang="zh-CN" altLang="en-US" dirty="0">
                <a:latin typeface="+mn-lt"/>
                <a:ea typeface="+mn-ea"/>
                <a:cs typeface="+mn-ea"/>
                <a:sym typeface="+mn-lt"/>
              </a:rPr>
              <a:t>。</a:t>
            </a:r>
          </a:p>
        </p:txBody>
      </p:sp>
      <p:sp>
        <p:nvSpPr>
          <p:cNvPr id="65539" name="Rectangle 12">
            <a:extLst>
              <a:ext uri="{FF2B5EF4-FFF2-40B4-BE49-F238E27FC236}">
                <a16:creationId xmlns:a16="http://schemas.microsoft.com/office/drawing/2014/main" id="{84D6C533-C6DE-4AEC-8B38-8688A9E6E169}"/>
              </a:ext>
            </a:extLst>
          </p:cNvPr>
          <p:cNvSpPr>
            <a:spLocks noChangeArrowheads="1"/>
          </p:cNvSpPr>
          <p:nvPr/>
        </p:nvSpPr>
        <p:spPr bwMode="auto">
          <a:xfrm>
            <a:off x="611188" y="188913"/>
            <a:ext cx="7561262" cy="533400"/>
          </a:xfrm>
          <a:prstGeom prst="round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算法步骤</a:t>
            </a:r>
            <a:r>
              <a:rPr lang="en-US" altLang="zh-CN">
                <a:solidFill>
                  <a:schemeClr val="bg1"/>
                </a:solidFill>
                <a:ea typeface="微软雅黑" panose="020B0503020204020204" pitchFamily="34" charset="-122"/>
                <a:sym typeface="+mn-lt"/>
              </a:rPr>
              <a:t>】</a:t>
            </a:r>
          </a:p>
        </p:txBody>
      </p:sp>
      <p:grpSp>
        <p:nvGrpSpPr>
          <p:cNvPr id="68612" name="组合 1">
            <a:extLst>
              <a:ext uri="{FF2B5EF4-FFF2-40B4-BE49-F238E27FC236}">
                <a16:creationId xmlns:a16="http://schemas.microsoft.com/office/drawing/2014/main" id="{1ECC9E0F-152C-5842-BC35-DBCA35FDEF76}"/>
              </a:ext>
            </a:extLst>
          </p:cNvPr>
          <p:cNvGrpSpPr>
            <a:grpSpLocks/>
          </p:cNvGrpSpPr>
          <p:nvPr/>
        </p:nvGrpSpPr>
        <p:grpSpPr bwMode="auto">
          <a:xfrm>
            <a:off x="2160588" y="1341438"/>
            <a:ext cx="4127500" cy="3935412"/>
            <a:chOff x="2160837" y="1533022"/>
            <a:chExt cx="4126962" cy="3935794"/>
          </a:xfrm>
        </p:grpSpPr>
        <p:sp>
          <p:nvSpPr>
            <p:cNvPr id="68617" name="Freeform 7">
              <a:extLst>
                <a:ext uri="{FF2B5EF4-FFF2-40B4-BE49-F238E27FC236}">
                  <a16:creationId xmlns:a16="http://schemas.microsoft.com/office/drawing/2014/main" id="{DE1A5720-22EC-0941-A4DB-5B05214705B3}"/>
                </a:ext>
              </a:extLst>
            </p:cNvPr>
            <p:cNvSpPr>
              <a:spLocks noChangeArrowheads="1"/>
            </p:cNvSpPr>
            <p:nvPr/>
          </p:nvSpPr>
          <p:spPr bwMode="auto">
            <a:xfrm>
              <a:off x="3532259" y="1533022"/>
              <a:ext cx="1384120" cy="1221599"/>
            </a:xfrm>
            <a:custGeom>
              <a:avLst/>
              <a:gdLst>
                <a:gd name="T0" fmla="*/ 2147483646 w 2684"/>
                <a:gd name="T1" fmla="*/ 2147483646 h 2365"/>
                <a:gd name="T2" fmla="*/ 2147483646 w 2684"/>
                <a:gd name="T3" fmla="*/ 0 h 2365"/>
                <a:gd name="T4" fmla="*/ 0 w 2684"/>
                <a:gd name="T5" fmla="*/ 2147483646 h 2365"/>
                <a:gd name="T6" fmla="*/ 2147483646 w 2684"/>
                <a:gd name="T7" fmla="*/ 2147483646 h 2365"/>
                <a:gd name="T8" fmla="*/ 0 60000 65536"/>
                <a:gd name="T9" fmla="*/ 0 60000 65536"/>
                <a:gd name="T10" fmla="*/ 0 60000 65536"/>
                <a:gd name="T11" fmla="*/ 0 60000 65536"/>
                <a:gd name="T12" fmla="*/ 0 w 2684"/>
                <a:gd name="T13" fmla="*/ 0 h 2365"/>
                <a:gd name="T14" fmla="*/ 2684 w 2684"/>
                <a:gd name="T15" fmla="*/ 2365 h 2365"/>
              </a:gdLst>
              <a:ahLst/>
              <a:cxnLst>
                <a:cxn ang="T8">
                  <a:pos x="T0" y="T1"/>
                </a:cxn>
                <a:cxn ang="T9">
                  <a:pos x="T2" y="T3"/>
                </a:cxn>
                <a:cxn ang="T10">
                  <a:pos x="T4" y="T5"/>
                </a:cxn>
                <a:cxn ang="T11">
                  <a:pos x="T6" y="T7"/>
                </a:cxn>
              </a:cxnLst>
              <a:rect l="T12" t="T13" r="T14" b="T15"/>
              <a:pathLst>
                <a:path w="2684" h="2365">
                  <a:moveTo>
                    <a:pt x="2684" y="2365"/>
                  </a:moveTo>
                  <a:lnTo>
                    <a:pt x="1342" y="0"/>
                  </a:lnTo>
                  <a:lnTo>
                    <a:pt x="0" y="2365"/>
                  </a:lnTo>
                  <a:lnTo>
                    <a:pt x="2684" y="2365"/>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68618" name="Freeform 8">
              <a:extLst>
                <a:ext uri="{FF2B5EF4-FFF2-40B4-BE49-F238E27FC236}">
                  <a16:creationId xmlns:a16="http://schemas.microsoft.com/office/drawing/2014/main" id="{EC171E90-7F41-FD46-B285-8D5B8BED4C31}"/>
                </a:ext>
              </a:extLst>
            </p:cNvPr>
            <p:cNvSpPr>
              <a:spLocks noChangeArrowheads="1"/>
            </p:cNvSpPr>
            <p:nvPr/>
          </p:nvSpPr>
          <p:spPr bwMode="auto">
            <a:xfrm>
              <a:off x="2160837" y="2754620"/>
              <a:ext cx="1371421" cy="1321106"/>
            </a:xfrm>
            <a:custGeom>
              <a:avLst/>
              <a:gdLst>
                <a:gd name="T0" fmla="*/ 2147483646 w 2664"/>
                <a:gd name="T1" fmla="*/ 0 h 2553"/>
                <a:gd name="T2" fmla="*/ 0 w 2664"/>
                <a:gd name="T3" fmla="*/ 2147483646 h 2553"/>
                <a:gd name="T4" fmla="*/ 2147483646 w 2664"/>
                <a:gd name="T5" fmla="*/ 2147483646 h 2553"/>
                <a:gd name="T6" fmla="*/ 2147483646 w 2664"/>
                <a:gd name="T7" fmla="*/ 0 h 2553"/>
                <a:gd name="T8" fmla="*/ 0 60000 65536"/>
                <a:gd name="T9" fmla="*/ 0 60000 65536"/>
                <a:gd name="T10" fmla="*/ 0 60000 65536"/>
                <a:gd name="T11" fmla="*/ 0 60000 65536"/>
                <a:gd name="T12" fmla="*/ 0 w 2664"/>
                <a:gd name="T13" fmla="*/ 0 h 2553"/>
                <a:gd name="T14" fmla="*/ 2664 w 2664"/>
                <a:gd name="T15" fmla="*/ 2553 h 2553"/>
              </a:gdLst>
              <a:ahLst/>
              <a:cxnLst>
                <a:cxn ang="T8">
                  <a:pos x="T0" y="T1"/>
                </a:cxn>
                <a:cxn ang="T9">
                  <a:pos x="T2" y="T3"/>
                </a:cxn>
                <a:cxn ang="T10">
                  <a:pos x="T4" y="T5"/>
                </a:cxn>
                <a:cxn ang="T11">
                  <a:pos x="T6" y="T7"/>
                </a:cxn>
              </a:cxnLst>
              <a:rect l="T12" t="T13" r="T14" b="T15"/>
              <a:pathLst>
                <a:path w="2664" h="2553">
                  <a:moveTo>
                    <a:pt x="2664" y="0"/>
                  </a:moveTo>
                  <a:lnTo>
                    <a:pt x="0" y="546"/>
                  </a:lnTo>
                  <a:lnTo>
                    <a:pt x="1835" y="2553"/>
                  </a:lnTo>
                  <a:lnTo>
                    <a:pt x="2664" y="0"/>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68619" name="Freeform 9">
              <a:extLst>
                <a:ext uri="{FF2B5EF4-FFF2-40B4-BE49-F238E27FC236}">
                  <a16:creationId xmlns:a16="http://schemas.microsoft.com/office/drawing/2014/main" id="{90FE8AB4-BC0E-EC40-919D-93D70E57AB29}"/>
                </a:ext>
              </a:extLst>
            </p:cNvPr>
            <p:cNvSpPr>
              <a:spLocks noChangeArrowheads="1"/>
            </p:cNvSpPr>
            <p:nvPr/>
          </p:nvSpPr>
          <p:spPr bwMode="auto">
            <a:xfrm>
              <a:off x="2948135" y="4075727"/>
              <a:ext cx="1274067" cy="1393089"/>
            </a:xfrm>
            <a:custGeom>
              <a:avLst/>
              <a:gdLst>
                <a:gd name="T0" fmla="*/ 2147483646 w 2476"/>
                <a:gd name="T1" fmla="*/ 0 h 2702"/>
                <a:gd name="T2" fmla="*/ 0 w 2476"/>
                <a:gd name="T3" fmla="*/ 2147483646 h 2702"/>
                <a:gd name="T4" fmla="*/ 2147483646 w 2476"/>
                <a:gd name="T5" fmla="*/ 2147483646 h 2702"/>
                <a:gd name="T6" fmla="*/ 2147483646 w 2476"/>
                <a:gd name="T7" fmla="*/ 0 h 2702"/>
                <a:gd name="T8" fmla="*/ 0 60000 65536"/>
                <a:gd name="T9" fmla="*/ 0 60000 65536"/>
                <a:gd name="T10" fmla="*/ 0 60000 65536"/>
                <a:gd name="T11" fmla="*/ 0 60000 65536"/>
                <a:gd name="T12" fmla="*/ 0 w 2476"/>
                <a:gd name="T13" fmla="*/ 0 h 2702"/>
                <a:gd name="T14" fmla="*/ 2476 w 2476"/>
                <a:gd name="T15" fmla="*/ 2702 h 2702"/>
              </a:gdLst>
              <a:ahLst/>
              <a:cxnLst>
                <a:cxn ang="T8">
                  <a:pos x="T0" y="T1"/>
                </a:cxn>
                <a:cxn ang="T9">
                  <a:pos x="T2" y="T3"/>
                </a:cxn>
                <a:cxn ang="T10">
                  <a:pos x="T4" y="T5"/>
                </a:cxn>
                <a:cxn ang="T11">
                  <a:pos x="T6" y="T7"/>
                </a:cxn>
              </a:cxnLst>
              <a:rect l="T12" t="T13" r="T14" b="T15"/>
              <a:pathLst>
                <a:path w="2476" h="2702">
                  <a:moveTo>
                    <a:pt x="305" y="0"/>
                  </a:moveTo>
                  <a:lnTo>
                    <a:pt x="0" y="2702"/>
                  </a:lnTo>
                  <a:lnTo>
                    <a:pt x="2476" y="1578"/>
                  </a:lnTo>
                  <a:lnTo>
                    <a:pt x="305" y="0"/>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68620" name="Freeform 10">
              <a:extLst>
                <a:ext uri="{FF2B5EF4-FFF2-40B4-BE49-F238E27FC236}">
                  <a16:creationId xmlns:a16="http://schemas.microsoft.com/office/drawing/2014/main" id="{1C952368-D879-EE4F-9C1E-1FA026740BA4}"/>
                </a:ext>
              </a:extLst>
            </p:cNvPr>
            <p:cNvSpPr>
              <a:spLocks noChangeArrowheads="1"/>
            </p:cNvSpPr>
            <p:nvPr/>
          </p:nvSpPr>
          <p:spPr bwMode="auto">
            <a:xfrm>
              <a:off x="4222202" y="4075727"/>
              <a:ext cx="1278300" cy="1393089"/>
            </a:xfrm>
            <a:custGeom>
              <a:avLst/>
              <a:gdLst>
                <a:gd name="T0" fmla="*/ 0 w 2476"/>
                <a:gd name="T1" fmla="*/ 2147483646 h 2702"/>
                <a:gd name="T2" fmla="*/ 2147483646 w 2476"/>
                <a:gd name="T3" fmla="*/ 2147483646 h 2702"/>
                <a:gd name="T4" fmla="*/ 2147483646 w 2476"/>
                <a:gd name="T5" fmla="*/ 0 h 2702"/>
                <a:gd name="T6" fmla="*/ 0 w 2476"/>
                <a:gd name="T7" fmla="*/ 2147483646 h 2702"/>
                <a:gd name="T8" fmla="*/ 0 60000 65536"/>
                <a:gd name="T9" fmla="*/ 0 60000 65536"/>
                <a:gd name="T10" fmla="*/ 0 60000 65536"/>
                <a:gd name="T11" fmla="*/ 0 60000 65536"/>
                <a:gd name="T12" fmla="*/ 0 w 2476"/>
                <a:gd name="T13" fmla="*/ 0 h 2702"/>
                <a:gd name="T14" fmla="*/ 2476 w 2476"/>
                <a:gd name="T15" fmla="*/ 2702 h 2702"/>
              </a:gdLst>
              <a:ahLst/>
              <a:cxnLst>
                <a:cxn ang="T8">
                  <a:pos x="T0" y="T1"/>
                </a:cxn>
                <a:cxn ang="T9">
                  <a:pos x="T2" y="T3"/>
                </a:cxn>
                <a:cxn ang="T10">
                  <a:pos x="T4" y="T5"/>
                </a:cxn>
                <a:cxn ang="T11">
                  <a:pos x="T6" y="T7"/>
                </a:cxn>
              </a:cxnLst>
              <a:rect l="T12" t="T13" r="T14" b="T15"/>
              <a:pathLst>
                <a:path w="2476" h="2702">
                  <a:moveTo>
                    <a:pt x="0" y="1578"/>
                  </a:moveTo>
                  <a:lnTo>
                    <a:pt x="2476" y="2702"/>
                  </a:lnTo>
                  <a:lnTo>
                    <a:pt x="2172" y="0"/>
                  </a:lnTo>
                  <a:lnTo>
                    <a:pt x="0" y="1578"/>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68621" name="Freeform 11">
              <a:extLst>
                <a:ext uri="{FF2B5EF4-FFF2-40B4-BE49-F238E27FC236}">
                  <a16:creationId xmlns:a16="http://schemas.microsoft.com/office/drawing/2014/main" id="{7DEA7797-2710-4445-8CD3-70E5FB5A79F9}"/>
                </a:ext>
              </a:extLst>
            </p:cNvPr>
            <p:cNvSpPr>
              <a:spLocks noChangeArrowheads="1"/>
            </p:cNvSpPr>
            <p:nvPr/>
          </p:nvSpPr>
          <p:spPr bwMode="auto">
            <a:xfrm>
              <a:off x="4916378" y="2754620"/>
              <a:ext cx="1371421" cy="1321106"/>
            </a:xfrm>
            <a:custGeom>
              <a:avLst/>
              <a:gdLst>
                <a:gd name="T0" fmla="*/ 2147483646 w 2664"/>
                <a:gd name="T1" fmla="*/ 2147483646 h 2553"/>
                <a:gd name="T2" fmla="*/ 2147483646 w 2664"/>
                <a:gd name="T3" fmla="*/ 2147483646 h 2553"/>
                <a:gd name="T4" fmla="*/ 0 w 2664"/>
                <a:gd name="T5" fmla="*/ 0 h 2553"/>
                <a:gd name="T6" fmla="*/ 2147483646 w 2664"/>
                <a:gd name="T7" fmla="*/ 2147483646 h 2553"/>
                <a:gd name="T8" fmla="*/ 0 60000 65536"/>
                <a:gd name="T9" fmla="*/ 0 60000 65536"/>
                <a:gd name="T10" fmla="*/ 0 60000 65536"/>
                <a:gd name="T11" fmla="*/ 0 60000 65536"/>
                <a:gd name="T12" fmla="*/ 0 w 2664"/>
                <a:gd name="T13" fmla="*/ 0 h 2553"/>
                <a:gd name="T14" fmla="*/ 2664 w 2664"/>
                <a:gd name="T15" fmla="*/ 2553 h 2553"/>
              </a:gdLst>
              <a:ahLst/>
              <a:cxnLst>
                <a:cxn ang="T8">
                  <a:pos x="T0" y="T1"/>
                </a:cxn>
                <a:cxn ang="T9">
                  <a:pos x="T2" y="T3"/>
                </a:cxn>
                <a:cxn ang="T10">
                  <a:pos x="T4" y="T5"/>
                </a:cxn>
                <a:cxn ang="T11">
                  <a:pos x="T6" y="T7"/>
                </a:cxn>
              </a:cxnLst>
              <a:rect l="T12" t="T13" r="T14" b="T15"/>
              <a:pathLst>
                <a:path w="2664" h="2553">
                  <a:moveTo>
                    <a:pt x="830" y="2553"/>
                  </a:moveTo>
                  <a:lnTo>
                    <a:pt x="2664" y="546"/>
                  </a:lnTo>
                  <a:lnTo>
                    <a:pt x="0" y="0"/>
                  </a:lnTo>
                  <a:lnTo>
                    <a:pt x="830" y="2553"/>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68622" name="矩形 22">
              <a:extLst>
                <a:ext uri="{FF2B5EF4-FFF2-40B4-BE49-F238E27FC236}">
                  <a16:creationId xmlns:a16="http://schemas.microsoft.com/office/drawing/2014/main" id="{4ADC31DF-5C23-EB46-B766-1AF5047038B3}"/>
                </a:ext>
              </a:extLst>
            </p:cNvPr>
            <p:cNvSpPr>
              <a:spLocks noChangeArrowheads="1"/>
            </p:cNvSpPr>
            <p:nvPr/>
          </p:nvSpPr>
          <p:spPr bwMode="auto">
            <a:xfrm>
              <a:off x="3983051" y="2091951"/>
              <a:ext cx="476187"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700">
                  <a:solidFill>
                    <a:schemeClr val="bg1"/>
                  </a:solidFill>
                  <a:latin typeface="Swiss911 UCm BT"/>
                  <a:ea typeface="仿宋_GB2312" pitchFamily="49" charset="-122"/>
                  <a:sym typeface="Swiss911 UCm BT"/>
                </a:rPr>
                <a:t>01</a:t>
              </a:r>
              <a:endParaRPr lang="zh-CN" altLang="en-US" sz="3700">
                <a:solidFill>
                  <a:schemeClr val="bg1"/>
                </a:solidFill>
                <a:latin typeface="Swiss911 UCm BT"/>
                <a:ea typeface="仿宋_GB2312" pitchFamily="49" charset="-122"/>
                <a:sym typeface="Swiss911 UCm BT"/>
              </a:endParaRPr>
            </a:p>
          </p:txBody>
        </p:sp>
        <p:sp>
          <p:nvSpPr>
            <p:cNvPr id="68623" name="矩形 23">
              <a:extLst>
                <a:ext uri="{FF2B5EF4-FFF2-40B4-BE49-F238E27FC236}">
                  <a16:creationId xmlns:a16="http://schemas.microsoft.com/office/drawing/2014/main" id="{2E63B551-805D-BF46-87B9-DEFC012F4E8E}"/>
                </a:ext>
              </a:extLst>
            </p:cNvPr>
            <p:cNvSpPr>
              <a:spLocks noChangeArrowheads="1"/>
            </p:cNvSpPr>
            <p:nvPr/>
          </p:nvSpPr>
          <p:spPr bwMode="auto">
            <a:xfrm>
              <a:off x="5263466" y="3004445"/>
              <a:ext cx="476189"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700">
                  <a:solidFill>
                    <a:schemeClr val="bg1"/>
                  </a:solidFill>
                  <a:latin typeface="Swiss911 UCm BT"/>
                  <a:ea typeface="仿宋_GB2312" pitchFamily="49" charset="-122"/>
                  <a:sym typeface="Swiss911 UCm BT"/>
                </a:rPr>
                <a:t>02</a:t>
              </a:r>
              <a:endParaRPr lang="zh-CN" altLang="en-US" sz="3700">
                <a:solidFill>
                  <a:schemeClr val="bg1"/>
                </a:solidFill>
                <a:latin typeface="Swiss911 UCm BT"/>
                <a:ea typeface="仿宋_GB2312" pitchFamily="49" charset="-122"/>
                <a:sym typeface="Swiss911 UCm BT"/>
              </a:endParaRPr>
            </a:p>
          </p:txBody>
        </p:sp>
        <p:sp>
          <p:nvSpPr>
            <p:cNvPr id="68624" name="矩形 24">
              <a:extLst>
                <a:ext uri="{FF2B5EF4-FFF2-40B4-BE49-F238E27FC236}">
                  <a16:creationId xmlns:a16="http://schemas.microsoft.com/office/drawing/2014/main" id="{F266FEA7-0E29-CD4D-802E-900CC5795DA1}"/>
                </a:ext>
              </a:extLst>
            </p:cNvPr>
            <p:cNvSpPr>
              <a:spLocks noChangeArrowheads="1"/>
            </p:cNvSpPr>
            <p:nvPr/>
          </p:nvSpPr>
          <p:spPr bwMode="auto">
            <a:xfrm>
              <a:off x="4785161" y="4524563"/>
              <a:ext cx="476189"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700">
                  <a:solidFill>
                    <a:schemeClr val="bg1"/>
                  </a:solidFill>
                  <a:latin typeface="Swiss911 UCm BT"/>
                  <a:ea typeface="仿宋_GB2312" pitchFamily="49" charset="-122"/>
                  <a:sym typeface="Swiss911 UCm BT"/>
                </a:rPr>
                <a:t>03</a:t>
              </a:r>
              <a:endParaRPr lang="zh-CN" altLang="en-US" sz="3700">
                <a:solidFill>
                  <a:schemeClr val="bg1"/>
                </a:solidFill>
                <a:latin typeface="Swiss911 UCm BT"/>
                <a:ea typeface="仿宋_GB2312" pitchFamily="49" charset="-122"/>
                <a:sym typeface="Swiss911 UCm BT"/>
              </a:endParaRPr>
            </a:p>
          </p:txBody>
        </p:sp>
        <p:sp>
          <p:nvSpPr>
            <p:cNvPr id="68625" name="矩形 25">
              <a:extLst>
                <a:ext uri="{FF2B5EF4-FFF2-40B4-BE49-F238E27FC236}">
                  <a16:creationId xmlns:a16="http://schemas.microsoft.com/office/drawing/2014/main" id="{0D1F304A-F0DF-9C40-834B-578D616A55B2}"/>
                </a:ext>
              </a:extLst>
            </p:cNvPr>
            <p:cNvSpPr>
              <a:spLocks noChangeArrowheads="1"/>
            </p:cNvSpPr>
            <p:nvPr/>
          </p:nvSpPr>
          <p:spPr bwMode="auto">
            <a:xfrm>
              <a:off x="3106865" y="4543619"/>
              <a:ext cx="476187"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600">
                  <a:solidFill>
                    <a:schemeClr val="bg1"/>
                  </a:solidFill>
                  <a:latin typeface="Swiss911 UCm BT"/>
                  <a:ea typeface="仿宋_GB2312" pitchFamily="49" charset="-122"/>
                  <a:sym typeface="Swiss911 UCm BT"/>
                </a:rPr>
                <a:t>04</a:t>
              </a:r>
              <a:endParaRPr lang="zh-CN" altLang="en-US" sz="3600">
                <a:solidFill>
                  <a:schemeClr val="bg1"/>
                </a:solidFill>
                <a:latin typeface="Swiss911 UCm BT"/>
                <a:ea typeface="仿宋_GB2312" pitchFamily="49" charset="-122"/>
                <a:sym typeface="Swiss911 UCm BT"/>
              </a:endParaRPr>
            </a:p>
          </p:txBody>
        </p:sp>
        <p:sp>
          <p:nvSpPr>
            <p:cNvPr id="68626" name="矩形 26">
              <a:extLst>
                <a:ext uri="{FF2B5EF4-FFF2-40B4-BE49-F238E27FC236}">
                  <a16:creationId xmlns:a16="http://schemas.microsoft.com/office/drawing/2014/main" id="{D97BDA0A-989C-DA48-B9D0-B39B4E03A6F3}"/>
                </a:ext>
              </a:extLst>
            </p:cNvPr>
            <p:cNvSpPr>
              <a:spLocks noChangeArrowheads="1"/>
            </p:cNvSpPr>
            <p:nvPr/>
          </p:nvSpPr>
          <p:spPr bwMode="auto">
            <a:xfrm>
              <a:off x="2708983" y="3017148"/>
              <a:ext cx="476187"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600">
                  <a:solidFill>
                    <a:schemeClr val="bg1"/>
                  </a:solidFill>
                  <a:latin typeface="Swiss911 UCm BT"/>
                  <a:ea typeface="仿宋_GB2312" pitchFamily="49" charset="-122"/>
                  <a:sym typeface="Swiss911 UCm BT"/>
                </a:rPr>
                <a:t>05</a:t>
              </a:r>
              <a:endParaRPr lang="zh-CN" altLang="en-US" sz="3600">
                <a:solidFill>
                  <a:schemeClr val="bg1"/>
                </a:solidFill>
                <a:latin typeface="Swiss911 UCm BT"/>
                <a:ea typeface="仿宋_GB2312" pitchFamily="49" charset="-122"/>
                <a:sym typeface="Swiss911 UCm BT"/>
              </a:endParaRPr>
            </a:p>
          </p:txBody>
        </p:sp>
      </p:grpSp>
      <p:sp>
        <p:nvSpPr>
          <p:cNvPr id="30" name="Rectangle 5">
            <a:extLst>
              <a:ext uri="{FF2B5EF4-FFF2-40B4-BE49-F238E27FC236}">
                <a16:creationId xmlns:a16="http://schemas.microsoft.com/office/drawing/2014/main" id="{480779AB-197E-44C7-88BA-822394B886A4}"/>
              </a:ext>
            </a:extLst>
          </p:cNvPr>
          <p:cNvSpPr>
            <a:spLocks noRot="1" noChangeArrowheads="1"/>
          </p:cNvSpPr>
          <p:nvPr/>
        </p:nvSpPr>
        <p:spPr bwMode="auto">
          <a:xfrm>
            <a:off x="5800725" y="3360738"/>
            <a:ext cx="3316288" cy="1243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判断顺序表的</a:t>
            </a:r>
            <a:r>
              <a:rPr lang="zh-CN" altLang="en-US">
                <a:solidFill>
                  <a:srgbClr val="FF0000"/>
                </a:solidFill>
                <a:sym typeface="+mn-lt"/>
              </a:rPr>
              <a:t>存储空间是否已满</a:t>
            </a:r>
            <a:r>
              <a:rPr lang="zh-CN" altLang="en-US">
                <a:sym typeface="+mn-lt"/>
              </a:rPr>
              <a:t>。      </a:t>
            </a:r>
          </a:p>
        </p:txBody>
      </p:sp>
      <p:sp>
        <p:nvSpPr>
          <p:cNvPr id="31" name="Rectangle 5">
            <a:extLst>
              <a:ext uri="{FF2B5EF4-FFF2-40B4-BE49-F238E27FC236}">
                <a16:creationId xmlns:a16="http://schemas.microsoft.com/office/drawing/2014/main" id="{D00BF9FA-8D73-4681-BFDB-C16CB02888FA}"/>
              </a:ext>
            </a:extLst>
          </p:cNvPr>
          <p:cNvSpPr>
            <a:spLocks noRot="1" noChangeArrowheads="1"/>
          </p:cNvSpPr>
          <p:nvPr/>
        </p:nvSpPr>
        <p:spPr bwMode="auto">
          <a:xfrm>
            <a:off x="4087813" y="5327650"/>
            <a:ext cx="4725987" cy="1174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将第</a:t>
            </a:r>
            <a:r>
              <a:rPr lang="en-US" altLang="zh-CN">
                <a:sym typeface="+mn-lt"/>
              </a:rPr>
              <a:t>n</a:t>
            </a:r>
            <a:r>
              <a:rPr lang="zh-CN" altLang="en-US">
                <a:sym typeface="+mn-lt"/>
              </a:rPr>
              <a:t>至第</a:t>
            </a:r>
            <a:r>
              <a:rPr lang="en-US" altLang="zh-CN">
                <a:sym typeface="+mn-lt"/>
              </a:rPr>
              <a:t>i </a:t>
            </a:r>
            <a:r>
              <a:rPr lang="zh-CN" altLang="en-US">
                <a:sym typeface="+mn-lt"/>
              </a:rPr>
              <a:t>位的元素依次</a:t>
            </a:r>
            <a:r>
              <a:rPr lang="zh-CN" altLang="en-US">
                <a:solidFill>
                  <a:srgbClr val="FF0000"/>
                </a:solidFill>
                <a:sym typeface="+mn-lt"/>
              </a:rPr>
              <a:t>向后移动一个位置</a:t>
            </a:r>
            <a:r>
              <a:rPr lang="zh-CN" altLang="en-US">
                <a:sym typeface="+mn-lt"/>
              </a:rPr>
              <a:t>，空出第</a:t>
            </a:r>
            <a:r>
              <a:rPr lang="en-US" altLang="zh-CN">
                <a:sym typeface="+mn-lt"/>
              </a:rPr>
              <a:t>i</a:t>
            </a:r>
            <a:r>
              <a:rPr lang="zh-CN" altLang="en-US">
                <a:sym typeface="+mn-lt"/>
              </a:rPr>
              <a:t>个位置。</a:t>
            </a:r>
          </a:p>
        </p:txBody>
      </p:sp>
      <p:sp>
        <p:nvSpPr>
          <p:cNvPr id="32" name="Rectangle 5">
            <a:extLst>
              <a:ext uri="{FF2B5EF4-FFF2-40B4-BE49-F238E27FC236}">
                <a16:creationId xmlns:a16="http://schemas.microsoft.com/office/drawing/2014/main" id="{EF6E3F4D-C706-427F-BC23-6FE082384B2B}"/>
              </a:ext>
            </a:extLst>
          </p:cNvPr>
          <p:cNvSpPr>
            <a:spLocks noRot="1" noChangeArrowheads="1"/>
          </p:cNvSpPr>
          <p:nvPr/>
        </p:nvSpPr>
        <p:spPr bwMode="auto">
          <a:xfrm>
            <a:off x="190500" y="4373563"/>
            <a:ext cx="3044825" cy="1117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0" indent="0">
              <a:spcBef>
                <a:spcPct val="20000"/>
              </a:spcBef>
              <a:defRPr/>
            </a:pPr>
            <a:r>
              <a:rPr lang="zh-CN" altLang="en-US" dirty="0">
                <a:latin typeface="+mn-lt"/>
                <a:ea typeface="+mn-ea"/>
                <a:cs typeface="+mn-ea"/>
                <a:sym typeface="+mn-lt"/>
              </a:rPr>
              <a:t>将要插入的新元素</a:t>
            </a:r>
            <a:r>
              <a:rPr lang="en-US" altLang="zh-CN" dirty="0">
                <a:solidFill>
                  <a:srgbClr val="FF0000"/>
                </a:solidFill>
                <a:latin typeface="+mn-lt"/>
                <a:ea typeface="+mn-ea"/>
                <a:cs typeface="+mn-ea"/>
                <a:sym typeface="+mn-lt"/>
              </a:rPr>
              <a:t>e</a:t>
            </a:r>
            <a:r>
              <a:rPr lang="zh-CN" altLang="en-US" dirty="0">
                <a:solidFill>
                  <a:srgbClr val="FF0000"/>
                </a:solidFill>
                <a:latin typeface="+mn-lt"/>
                <a:ea typeface="+mn-ea"/>
                <a:cs typeface="+mn-ea"/>
                <a:sym typeface="+mn-lt"/>
              </a:rPr>
              <a:t>放入第</a:t>
            </a:r>
            <a:r>
              <a:rPr lang="en-US" altLang="zh-CN" dirty="0" err="1">
                <a:solidFill>
                  <a:srgbClr val="FF0000"/>
                </a:solidFill>
                <a:latin typeface="+mn-lt"/>
                <a:ea typeface="+mn-ea"/>
                <a:cs typeface="+mn-ea"/>
                <a:sym typeface="+mn-lt"/>
              </a:rPr>
              <a:t>i</a:t>
            </a:r>
            <a:r>
              <a:rPr lang="zh-CN" altLang="en-US" dirty="0">
                <a:solidFill>
                  <a:srgbClr val="FF0000"/>
                </a:solidFill>
                <a:latin typeface="+mn-lt"/>
                <a:ea typeface="+mn-ea"/>
                <a:cs typeface="+mn-ea"/>
                <a:sym typeface="+mn-lt"/>
              </a:rPr>
              <a:t>个位置</a:t>
            </a:r>
            <a:r>
              <a:rPr lang="zh-CN" altLang="en-US" dirty="0">
                <a:latin typeface="+mn-lt"/>
                <a:ea typeface="+mn-ea"/>
                <a:cs typeface="+mn-ea"/>
                <a:sym typeface="+mn-lt"/>
              </a:rPr>
              <a:t>。</a:t>
            </a:r>
          </a:p>
        </p:txBody>
      </p:sp>
      <p:sp>
        <p:nvSpPr>
          <p:cNvPr id="33" name="Rectangle 5">
            <a:extLst>
              <a:ext uri="{FF2B5EF4-FFF2-40B4-BE49-F238E27FC236}">
                <a16:creationId xmlns:a16="http://schemas.microsoft.com/office/drawing/2014/main" id="{0C805D29-3B20-4A19-B1D9-3768B24D401F}"/>
              </a:ext>
            </a:extLst>
          </p:cNvPr>
          <p:cNvSpPr>
            <a:spLocks noRot="1" noChangeArrowheads="1"/>
          </p:cNvSpPr>
          <p:nvPr/>
        </p:nvSpPr>
        <p:spPr bwMode="auto">
          <a:xfrm>
            <a:off x="257175" y="2057400"/>
            <a:ext cx="3275013" cy="1068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olidFill>
                  <a:srgbClr val="FF0000"/>
                </a:solidFill>
                <a:sym typeface="+mn-lt"/>
              </a:rPr>
              <a:t>表长加</a:t>
            </a:r>
            <a:r>
              <a:rPr lang="en-US" altLang="zh-CN">
                <a:solidFill>
                  <a:srgbClr val="FF0000"/>
                </a:solidFill>
                <a:sym typeface="+mn-lt"/>
              </a:rPr>
              <a:t>1</a:t>
            </a:r>
            <a:r>
              <a:rPr lang="zh-CN" altLang="en-US">
                <a:sym typeface="+mn-lt"/>
              </a:rPr>
              <a:t>，插入成功返回</a:t>
            </a:r>
            <a:r>
              <a:rPr lang="en-US" altLang="zh-CN">
                <a:sym typeface="+mn-lt"/>
              </a:rPr>
              <a:t>OK</a:t>
            </a:r>
            <a:r>
              <a:rPr lang="zh-CN" altLang="en-US">
                <a:sym typeface="+mn-lt"/>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4749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0">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31">
                                            <p:txEl>
                                              <p:pRg st="0" end="0"/>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32">
                                            <p:txEl>
                                              <p:pRg st="0" end="0"/>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3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7493" grpId="0" build="p"/>
      <p:bldP spid="30" grpId="0" build="p"/>
      <p:bldP spid="31" grpId="0" build="p"/>
      <p:bldP spid="32" grpId="0" build="p"/>
      <p:bldP spid="33" grpId="0"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a:extLst>
              <a:ext uri="{FF2B5EF4-FFF2-40B4-BE49-F238E27FC236}">
                <a16:creationId xmlns:a16="http://schemas.microsoft.com/office/drawing/2014/main" id="{1C47F2DF-CB08-4B6C-8260-99A96459BA10}"/>
              </a:ext>
            </a:extLst>
          </p:cNvPr>
          <p:cNvSpPr/>
          <p:nvPr/>
        </p:nvSpPr>
        <p:spPr bwMode="auto">
          <a:xfrm>
            <a:off x="330200" y="1700213"/>
            <a:ext cx="8586788" cy="4994275"/>
          </a:xfrm>
          <a:prstGeom prst="roundRect">
            <a:avLst>
              <a:gd name="adj" fmla="val 2011"/>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69635" name="圆角矩形 1">
            <a:extLst>
              <a:ext uri="{FF2B5EF4-FFF2-40B4-BE49-F238E27FC236}">
                <a16:creationId xmlns:a16="http://schemas.microsoft.com/office/drawing/2014/main" id="{56A2B662-4E80-AE4E-9261-7304FBFBFD89}"/>
              </a:ext>
            </a:extLst>
          </p:cNvPr>
          <p:cNvSpPr>
            <a:spLocks noChangeArrowheads="1"/>
          </p:cNvSpPr>
          <p:nvPr/>
        </p:nvSpPr>
        <p:spPr bwMode="auto">
          <a:xfrm>
            <a:off x="317500" y="1050925"/>
            <a:ext cx="8599488" cy="552450"/>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66562" name="Rectangle 4">
            <a:extLst>
              <a:ext uri="{FF2B5EF4-FFF2-40B4-BE49-F238E27FC236}">
                <a16:creationId xmlns:a16="http://schemas.microsoft.com/office/drawing/2014/main" id="{25FED94F-785D-4364-A914-285012662B3A}"/>
              </a:ext>
            </a:extLst>
          </p:cNvPr>
          <p:cNvSpPr>
            <a:spLocks noChangeArrowheads="1"/>
          </p:cNvSpPr>
          <p:nvPr/>
        </p:nvSpPr>
        <p:spPr bwMode="auto">
          <a:xfrm>
            <a:off x="330200" y="1628775"/>
            <a:ext cx="8586788" cy="5040313"/>
          </a:xfrm>
          <a:prstGeom prst="rect">
            <a:avLst/>
          </a:prstGeom>
          <a:no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en-US" altLang="zh-CN" sz="2200">
                <a:sym typeface="+mn-lt"/>
              </a:rPr>
              <a:t>Status ListInsert_Sq(SqList &amp;L,int i ,ElemType e)</a:t>
            </a:r>
          </a:p>
          <a:p>
            <a:pPr>
              <a:spcBef>
                <a:spcPct val="20000"/>
              </a:spcBef>
            </a:pPr>
            <a:r>
              <a:rPr lang="en-US" altLang="zh-CN" sz="2200">
                <a:sym typeface="+mn-lt"/>
              </a:rPr>
              <a:t>{</a:t>
            </a:r>
          </a:p>
          <a:p>
            <a:pPr>
              <a:spcBef>
                <a:spcPct val="20000"/>
              </a:spcBef>
            </a:pPr>
            <a:r>
              <a:rPr lang="en-US" altLang="zh-CN" sz="2200">
                <a:sym typeface="+mn-lt"/>
              </a:rPr>
              <a:t>   if(i&lt;1 || i&gt;L.length+1) return ERROR;	         //i</a:t>
            </a:r>
            <a:r>
              <a:rPr lang="zh-CN" altLang="en-US" sz="2200">
                <a:sym typeface="+mn-lt"/>
              </a:rPr>
              <a:t>值不合法</a:t>
            </a:r>
          </a:p>
          <a:p>
            <a:pPr>
              <a:spcBef>
                <a:spcPct val="20000"/>
              </a:spcBef>
            </a:pPr>
            <a:r>
              <a:rPr lang="zh-CN" altLang="en-US" sz="2200">
                <a:sym typeface="+mn-lt"/>
              </a:rPr>
              <a:t>   </a:t>
            </a:r>
            <a:r>
              <a:rPr lang="en-US" altLang="zh-CN" sz="2200">
                <a:sym typeface="+mn-lt"/>
              </a:rPr>
              <a:t>if(L.length==MAXSIZE) return ERROR;    //</a:t>
            </a:r>
            <a:r>
              <a:rPr lang="zh-CN" altLang="en-US" sz="2200">
                <a:sym typeface="+mn-lt"/>
              </a:rPr>
              <a:t>当前存储空间已满     </a:t>
            </a:r>
          </a:p>
          <a:p>
            <a:pPr>
              <a:spcBef>
                <a:spcPct val="20000"/>
              </a:spcBef>
            </a:pPr>
            <a:r>
              <a:rPr lang="zh-CN" altLang="en-US" sz="2200">
                <a:sym typeface="+mn-lt"/>
              </a:rPr>
              <a:t>   </a:t>
            </a:r>
            <a:r>
              <a:rPr lang="en-US" altLang="zh-CN" sz="2200">
                <a:solidFill>
                  <a:srgbClr val="FF0000"/>
                </a:solidFill>
                <a:sym typeface="+mn-lt"/>
              </a:rPr>
              <a:t>for(j=L.length-1;j&gt;=i-1;j--) </a:t>
            </a:r>
          </a:p>
          <a:p>
            <a:pPr>
              <a:spcBef>
                <a:spcPct val="20000"/>
              </a:spcBef>
            </a:pPr>
            <a:r>
              <a:rPr lang="en-US" altLang="zh-CN" sz="2200">
                <a:solidFill>
                  <a:srgbClr val="FF0000"/>
                </a:solidFill>
                <a:sym typeface="+mn-lt"/>
              </a:rPr>
              <a:t>       L.elem[j+1]=L.elem[j];    //</a:t>
            </a:r>
            <a:r>
              <a:rPr lang="zh-CN" altLang="en-US" sz="2200">
                <a:solidFill>
                  <a:srgbClr val="FF0000"/>
                </a:solidFill>
                <a:sym typeface="+mn-lt"/>
              </a:rPr>
              <a:t>插入位置及之后的元素后移</a:t>
            </a:r>
          </a:p>
          <a:p>
            <a:pPr>
              <a:spcBef>
                <a:spcPct val="20000"/>
              </a:spcBef>
            </a:pPr>
            <a:r>
              <a:rPr lang="en-US" altLang="zh-CN" sz="2200">
                <a:solidFill>
                  <a:srgbClr val="FF0000"/>
                </a:solidFill>
                <a:sym typeface="+mn-lt"/>
              </a:rPr>
              <a:t>    L.elem[i-1]=e;                     //</a:t>
            </a:r>
            <a:r>
              <a:rPr lang="zh-CN" altLang="en-US" sz="2200">
                <a:solidFill>
                  <a:srgbClr val="FF0000"/>
                </a:solidFill>
                <a:sym typeface="+mn-lt"/>
              </a:rPr>
              <a:t>将新元素</a:t>
            </a:r>
            <a:r>
              <a:rPr lang="en-US" altLang="zh-CN" sz="2200">
                <a:solidFill>
                  <a:srgbClr val="FF0000"/>
                </a:solidFill>
                <a:sym typeface="+mn-lt"/>
              </a:rPr>
              <a:t>e</a:t>
            </a:r>
            <a:r>
              <a:rPr lang="zh-CN" altLang="en-US" sz="2200">
                <a:solidFill>
                  <a:srgbClr val="FF0000"/>
                </a:solidFill>
                <a:sym typeface="+mn-lt"/>
              </a:rPr>
              <a:t>放入第</a:t>
            </a:r>
            <a:r>
              <a:rPr lang="en-US" altLang="zh-CN" sz="2200">
                <a:solidFill>
                  <a:srgbClr val="FF0000"/>
                </a:solidFill>
                <a:sym typeface="+mn-lt"/>
              </a:rPr>
              <a:t>i</a:t>
            </a:r>
            <a:r>
              <a:rPr lang="zh-CN" altLang="en-US" sz="2200">
                <a:solidFill>
                  <a:srgbClr val="FF0000"/>
                </a:solidFill>
                <a:sym typeface="+mn-lt"/>
              </a:rPr>
              <a:t>个位置</a:t>
            </a:r>
          </a:p>
          <a:p>
            <a:pPr>
              <a:spcBef>
                <a:spcPct val="20000"/>
              </a:spcBef>
            </a:pPr>
            <a:r>
              <a:rPr lang="en-US" altLang="zh-CN" sz="2200">
                <a:solidFill>
                  <a:srgbClr val="FF0000"/>
                </a:solidFill>
                <a:sym typeface="+mn-lt"/>
              </a:rPr>
              <a:t>    ++L.length;		     	//</a:t>
            </a:r>
            <a:r>
              <a:rPr lang="zh-CN" altLang="en-US" sz="2200">
                <a:solidFill>
                  <a:srgbClr val="FF0000"/>
                </a:solidFill>
                <a:sym typeface="+mn-lt"/>
              </a:rPr>
              <a:t>表长增</a:t>
            </a:r>
            <a:r>
              <a:rPr lang="en-US" altLang="zh-CN" sz="2200">
                <a:solidFill>
                  <a:srgbClr val="FF0000"/>
                </a:solidFill>
                <a:sym typeface="+mn-lt"/>
              </a:rPr>
              <a:t>1</a:t>
            </a:r>
          </a:p>
          <a:p>
            <a:pPr>
              <a:spcBef>
                <a:spcPct val="20000"/>
              </a:spcBef>
            </a:pPr>
            <a:r>
              <a:rPr lang="en-US" altLang="zh-CN" sz="2200">
                <a:sym typeface="+mn-lt"/>
              </a:rPr>
              <a:t>    return OK;</a:t>
            </a:r>
          </a:p>
          <a:p>
            <a:pPr>
              <a:spcBef>
                <a:spcPct val="20000"/>
              </a:spcBef>
            </a:pPr>
            <a:r>
              <a:rPr lang="en-US" altLang="zh-CN" sz="2200">
                <a:sym typeface="+mn-lt"/>
              </a:rPr>
              <a:t>}</a:t>
            </a:r>
          </a:p>
        </p:txBody>
      </p:sp>
      <p:sp>
        <p:nvSpPr>
          <p:cNvPr id="66563" name="Rectangle 5">
            <a:extLst>
              <a:ext uri="{FF2B5EF4-FFF2-40B4-BE49-F238E27FC236}">
                <a16:creationId xmlns:a16="http://schemas.microsoft.com/office/drawing/2014/main" id="{B2A275DF-6E12-4452-A83B-2DF4A7BEE791}"/>
              </a:ext>
            </a:extLst>
          </p:cNvPr>
          <p:cNvSpPr>
            <a:spLocks noChangeArrowheads="1"/>
          </p:cNvSpPr>
          <p:nvPr/>
        </p:nvSpPr>
        <p:spPr bwMode="auto">
          <a:xfrm>
            <a:off x="684213" y="166688"/>
            <a:ext cx="3775075"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en-US" altLang="zh-CN" dirty="0">
                <a:solidFill>
                  <a:schemeClr val="bg1"/>
                </a:solidFill>
                <a:latin typeface="+mn-lt"/>
                <a:ea typeface="+mn-ea"/>
                <a:cs typeface="+mn-ea"/>
                <a:sym typeface="+mn-lt"/>
              </a:rPr>
              <a:t>【</a:t>
            </a:r>
            <a:r>
              <a:rPr lang="zh-CN" altLang="en-US" dirty="0">
                <a:solidFill>
                  <a:schemeClr val="bg1"/>
                </a:solidFill>
                <a:latin typeface="+mn-lt"/>
                <a:ea typeface="+mn-ea"/>
                <a:cs typeface="+mn-ea"/>
                <a:sym typeface="+mn-lt"/>
              </a:rPr>
              <a:t>算法描述</a:t>
            </a:r>
            <a:r>
              <a:rPr lang="en-US" altLang="zh-CN" dirty="0">
                <a:solidFill>
                  <a:schemeClr val="bg1"/>
                </a:solidFill>
                <a:latin typeface="+mn-lt"/>
                <a:ea typeface="+mn-ea"/>
                <a:cs typeface="+mn-ea"/>
                <a:sym typeface="+mn-lt"/>
              </a:rPr>
              <a:t>】</a:t>
            </a:r>
          </a:p>
        </p:txBody>
      </p:sp>
      <p:sp>
        <p:nvSpPr>
          <p:cNvPr id="4" name="Rectangle 4">
            <a:extLst>
              <a:ext uri="{FF2B5EF4-FFF2-40B4-BE49-F238E27FC236}">
                <a16:creationId xmlns:a16="http://schemas.microsoft.com/office/drawing/2014/main" id="{9416209B-1BD6-4FB1-B8ED-D810CCC04828}"/>
              </a:ext>
            </a:extLst>
          </p:cNvPr>
          <p:cNvSpPr>
            <a:spLocks noChangeArrowheads="1"/>
          </p:cNvSpPr>
          <p:nvPr/>
        </p:nvSpPr>
        <p:spPr bwMode="auto">
          <a:xfrm>
            <a:off x="317500" y="1020763"/>
            <a:ext cx="8142288" cy="576262"/>
          </a:xfrm>
          <a:prstGeom prst="rect">
            <a:avLst/>
          </a:prstGeom>
          <a:noFill/>
          <a:ln>
            <a:noFill/>
          </a:ln>
        </p:spPr>
        <p:txBody>
          <a:bodyPr anchor="ct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a:solidFill>
                  <a:schemeClr val="bg1"/>
                </a:solidFill>
                <a:sym typeface="+mn-lt"/>
              </a:rPr>
              <a:t> 在线性表</a:t>
            </a:r>
            <a:r>
              <a:rPr lang="en-US" altLang="zh-CN">
                <a:solidFill>
                  <a:schemeClr val="bg1"/>
                </a:solidFill>
                <a:sym typeface="+mn-lt"/>
              </a:rPr>
              <a:t>L</a:t>
            </a:r>
            <a:r>
              <a:rPr lang="zh-CN" altLang="en-US">
                <a:solidFill>
                  <a:schemeClr val="bg1"/>
                </a:solidFill>
                <a:sym typeface="+mn-lt"/>
              </a:rPr>
              <a:t>中第</a:t>
            </a:r>
            <a:r>
              <a:rPr lang="en-US" altLang="zh-CN">
                <a:solidFill>
                  <a:schemeClr val="bg1"/>
                </a:solidFill>
                <a:sym typeface="+mn-lt"/>
              </a:rPr>
              <a:t>i</a:t>
            </a:r>
            <a:r>
              <a:rPr lang="zh-CN" altLang="en-US">
                <a:solidFill>
                  <a:schemeClr val="bg1"/>
                </a:solidFill>
                <a:sym typeface="+mn-lt"/>
              </a:rPr>
              <a:t>个数据元素之前插入数据元素</a:t>
            </a:r>
            <a:r>
              <a:rPr lang="en-US" altLang="zh-CN">
                <a:solidFill>
                  <a:schemeClr val="bg1"/>
                </a:solidFill>
                <a:sym typeface="+mn-lt"/>
              </a:rPr>
              <a:t>e </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a:extLst>
              <a:ext uri="{FF2B5EF4-FFF2-40B4-BE49-F238E27FC236}">
                <a16:creationId xmlns:a16="http://schemas.microsoft.com/office/drawing/2014/main" id="{FA22D735-A99A-4B89-A0AF-15AFBA04C59A}"/>
              </a:ext>
            </a:extLst>
          </p:cNvPr>
          <p:cNvSpPr>
            <a:spLocks noChangeArrowheads="1"/>
          </p:cNvSpPr>
          <p:nvPr/>
        </p:nvSpPr>
        <p:spPr bwMode="auto">
          <a:xfrm>
            <a:off x="0" y="1817688"/>
            <a:ext cx="9144000" cy="2522537"/>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lIns="4248000" rIns="252000" anchor="ctr"/>
          <a:lstStyle/>
          <a:p>
            <a:pPr algn="just" eaLnBrk="1" hangingPunct="1">
              <a:lnSpc>
                <a:spcPct val="130000"/>
              </a:lnSpc>
              <a:spcBef>
                <a:spcPts val="600"/>
              </a:spcBef>
              <a:spcAft>
                <a:spcPts val="600"/>
              </a:spcAft>
              <a:defRPr/>
            </a:pPr>
            <a:endParaRPr lang="zh-CN" altLang="en-US" dirty="0">
              <a:solidFill>
                <a:schemeClr val="tx1">
                  <a:lumMod val="65000"/>
                  <a:lumOff val="35000"/>
                </a:schemeClr>
              </a:solidFill>
              <a:latin typeface="微软雅黑" pitchFamily="34" charset="-122"/>
              <a:ea typeface="微软雅黑" pitchFamily="34" charset="-122"/>
            </a:endParaRPr>
          </a:p>
        </p:txBody>
      </p:sp>
      <p:graphicFrame>
        <p:nvGraphicFramePr>
          <p:cNvPr id="453636" name="Object 4">
            <a:extLst>
              <a:ext uri="{FF2B5EF4-FFF2-40B4-BE49-F238E27FC236}">
                <a16:creationId xmlns:a16="http://schemas.microsoft.com/office/drawing/2014/main" id="{08D3F7BF-E4F2-5846-ACE0-5473CB135776}"/>
              </a:ext>
            </a:extLst>
          </p:cNvPr>
          <p:cNvGraphicFramePr>
            <a:graphicFrameLocks/>
          </p:cNvGraphicFramePr>
          <p:nvPr/>
        </p:nvGraphicFramePr>
        <p:xfrm>
          <a:off x="477838" y="4370388"/>
          <a:ext cx="8058150" cy="2133600"/>
        </p:xfrm>
        <a:graphic>
          <a:graphicData uri="http://schemas.openxmlformats.org/presentationml/2006/ole">
            <mc:AlternateContent xmlns:mc="http://schemas.openxmlformats.org/markup-compatibility/2006">
              <mc:Choice xmlns:v="urn:schemas-microsoft-com:vml" Requires="v">
                <p:oleObj spid="_x0000_s70666" r:id="rId3" imgW="68757800" imgH="19900900" progId="Equation.3">
                  <p:embed/>
                </p:oleObj>
              </mc:Choice>
              <mc:Fallback>
                <p:oleObj r:id="rId3" imgW="68757800" imgH="19900900" progId="Equation.3">
                  <p:embed/>
                  <p:pic>
                    <p:nvPicPr>
                      <p:cNvPr id="0" name="Object 4"/>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7838" y="4370388"/>
                        <a:ext cx="8058150" cy="213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pic>
                </p:oleObj>
              </mc:Fallback>
            </mc:AlternateContent>
          </a:graphicData>
        </a:graphic>
      </p:graphicFrame>
      <p:sp>
        <p:nvSpPr>
          <p:cNvPr id="453637" name="Rectangle 5">
            <a:extLst>
              <a:ext uri="{FF2B5EF4-FFF2-40B4-BE49-F238E27FC236}">
                <a16:creationId xmlns:a16="http://schemas.microsoft.com/office/drawing/2014/main" id="{AE097FA6-61FB-4290-B15E-4F9BF6CDB58D}"/>
              </a:ext>
            </a:extLst>
          </p:cNvPr>
          <p:cNvSpPr>
            <a:spLocks noChangeArrowheads="1"/>
          </p:cNvSpPr>
          <p:nvPr/>
        </p:nvSpPr>
        <p:spPr bwMode="auto">
          <a:xfrm>
            <a:off x="403225" y="1879600"/>
            <a:ext cx="8208963" cy="2382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a:solidFill>
                  <a:srgbClr val="FF0000"/>
                </a:solidFill>
                <a:sym typeface="+mn-lt"/>
              </a:rPr>
              <a:t>若插入在尾结点之后，则根本无需移动（特别快）；</a:t>
            </a:r>
          </a:p>
          <a:p>
            <a:pPr eaLnBrk="1" hangingPunct="1">
              <a:spcBef>
                <a:spcPct val="50000"/>
              </a:spcBef>
            </a:pPr>
            <a:r>
              <a:rPr lang="zh-CN" altLang="en-US">
                <a:solidFill>
                  <a:srgbClr val="FF0000"/>
                </a:solidFill>
                <a:sym typeface="+mn-lt"/>
              </a:rPr>
              <a:t>若元素全部后移（特别慢）；</a:t>
            </a:r>
          </a:p>
          <a:p>
            <a:pPr eaLnBrk="1" hangingPunct="1">
              <a:spcBef>
                <a:spcPct val="50000"/>
              </a:spcBef>
            </a:pPr>
            <a:r>
              <a:rPr lang="zh-CN" altLang="en-US">
                <a:solidFill>
                  <a:srgbClr val="FF0000"/>
                </a:solidFill>
                <a:sym typeface="+mn-lt"/>
              </a:rPr>
              <a:t>若要考虑在各种位置插入（共</a:t>
            </a:r>
            <a:r>
              <a:rPr lang="en-US" altLang="zh-CN">
                <a:solidFill>
                  <a:srgbClr val="FF0000"/>
                </a:solidFill>
                <a:sym typeface="+mn-lt"/>
              </a:rPr>
              <a:t>n+1</a:t>
            </a:r>
            <a:r>
              <a:rPr lang="zh-CN" altLang="en-US">
                <a:solidFill>
                  <a:srgbClr val="FF0000"/>
                </a:solidFill>
                <a:sym typeface="+mn-lt"/>
              </a:rPr>
              <a:t>种可能）的平均移动次数，该如何计算？</a:t>
            </a:r>
          </a:p>
        </p:txBody>
      </p:sp>
      <p:sp>
        <p:nvSpPr>
          <p:cNvPr id="67588" name="Rectangle 6">
            <a:extLst>
              <a:ext uri="{FF2B5EF4-FFF2-40B4-BE49-F238E27FC236}">
                <a16:creationId xmlns:a16="http://schemas.microsoft.com/office/drawing/2014/main" id="{5CD35870-5228-4988-BC6B-946978592D89}"/>
              </a:ext>
            </a:extLst>
          </p:cNvPr>
          <p:cNvSpPr>
            <a:spLocks noChangeArrowheads="1"/>
          </p:cNvSpPr>
          <p:nvPr/>
        </p:nvSpPr>
        <p:spPr bwMode="auto">
          <a:xfrm>
            <a:off x="406400" y="1057275"/>
            <a:ext cx="541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a:sym typeface="+mn-lt"/>
              </a:rPr>
              <a:t>算法时间主要耗费在移动元素的操作上</a:t>
            </a:r>
          </a:p>
        </p:txBody>
      </p:sp>
      <p:sp>
        <p:nvSpPr>
          <p:cNvPr id="67589" name="Rectangle 8">
            <a:extLst>
              <a:ext uri="{FF2B5EF4-FFF2-40B4-BE49-F238E27FC236}">
                <a16:creationId xmlns:a16="http://schemas.microsoft.com/office/drawing/2014/main" id="{B88B85B0-B531-47D3-B18C-267A9D373575}"/>
              </a:ext>
            </a:extLst>
          </p:cNvPr>
          <p:cNvSpPr>
            <a:spLocks noChangeArrowheads="1"/>
          </p:cNvSpPr>
          <p:nvPr/>
        </p:nvSpPr>
        <p:spPr bwMode="auto">
          <a:xfrm>
            <a:off x="657225" y="176213"/>
            <a:ext cx="3775075" cy="608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en-US" altLang="zh-CN" dirty="0">
                <a:solidFill>
                  <a:schemeClr val="bg1"/>
                </a:solidFill>
                <a:latin typeface="+mn-lt"/>
                <a:ea typeface="+mn-ea"/>
                <a:cs typeface="+mn-ea"/>
                <a:sym typeface="+mn-lt"/>
              </a:rPr>
              <a:t>【</a:t>
            </a:r>
            <a:r>
              <a:rPr lang="zh-CN" altLang="en-US" dirty="0">
                <a:solidFill>
                  <a:schemeClr val="bg1"/>
                </a:solidFill>
                <a:latin typeface="+mn-lt"/>
                <a:ea typeface="+mn-ea"/>
                <a:cs typeface="+mn-ea"/>
                <a:sym typeface="+mn-lt"/>
              </a:rPr>
              <a:t>算法分析</a:t>
            </a:r>
            <a:r>
              <a:rPr lang="en-US" altLang="zh-CN" dirty="0">
                <a:solidFill>
                  <a:schemeClr val="bg1"/>
                </a:solidFill>
                <a:latin typeface="+mn-lt"/>
                <a:ea typeface="+mn-ea"/>
                <a:cs typeface="+mn-ea"/>
                <a:sym typeface="+mn-lt"/>
              </a:rPr>
              <a:t>】</a:t>
            </a:r>
          </a:p>
        </p:txBody>
      </p:sp>
      <p:grpSp>
        <p:nvGrpSpPr>
          <p:cNvPr id="2" name="组合 1">
            <a:extLst>
              <a:ext uri="{FF2B5EF4-FFF2-40B4-BE49-F238E27FC236}">
                <a16:creationId xmlns:a16="http://schemas.microsoft.com/office/drawing/2014/main" id="{68C30811-EA9E-496B-9E13-85E843F4D6E2}"/>
              </a:ext>
            </a:extLst>
          </p:cNvPr>
          <p:cNvGrpSpPr/>
          <p:nvPr/>
        </p:nvGrpSpPr>
        <p:grpSpPr>
          <a:xfrm>
            <a:off x="6229636" y="6314486"/>
            <a:ext cx="2914364" cy="438375"/>
            <a:chOff x="11112" y="3659857"/>
            <a:chExt cx="2914364" cy="2325912"/>
          </a:xfrm>
          <a:solidFill>
            <a:schemeClr val="accent6">
              <a:lumMod val="40000"/>
              <a:lumOff val="60000"/>
            </a:schemeClr>
          </a:solidFill>
        </p:grpSpPr>
        <p:sp>
          <p:nvSpPr>
            <p:cNvPr id="25" name="Rectangle 26">
              <a:extLst>
                <a:ext uri="{FF2B5EF4-FFF2-40B4-BE49-F238E27FC236}">
                  <a16:creationId xmlns:a16="http://schemas.microsoft.com/office/drawing/2014/main" id="{2EDE3F3C-35C8-4569-AFE3-DC0931336E2A}"/>
                </a:ext>
              </a:extLst>
            </p:cNvPr>
            <p:cNvSpPr>
              <a:spLocks noChangeArrowheads="1"/>
            </p:cNvSpPr>
            <p:nvPr/>
          </p:nvSpPr>
          <p:spPr bwMode="auto">
            <a:xfrm flipH="1" flipV="1">
              <a:off x="11113" y="4972719"/>
              <a:ext cx="2914363" cy="574675"/>
            </a:xfrm>
            <a:prstGeom prst="rect">
              <a:avLst/>
            </a:prstGeom>
            <a:grpFill/>
            <a:ln>
              <a:noFill/>
            </a:ln>
          </p:spPr>
          <p:txBody>
            <a:bodyPr/>
            <a:lstStyle/>
            <a:p>
              <a:pPr>
                <a:defRPr/>
              </a:pPr>
              <a:endParaRPr lang="zh-CN" altLang="en-US"/>
            </a:p>
          </p:txBody>
        </p:sp>
        <p:sp>
          <p:nvSpPr>
            <p:cNvPr id="26" name="Rectangle 27">
              <a:extLst>
                <a:ext uri="{FF2B5EF4-FFF2-40B4-BE49-F238E27FC236}">
                  <a16:creationId xmlns:a16="http://schemas.microsoft.com/office/drawing/2014/main" id="{FEF220A6-B32D-4FE5-92D9-01BD5AA86192}"/>
                </a:ext>
              </a:extLst>
            </p:cNvPr>
            <p:cNvSpPr>
              <a:spLocks noChangeArrowheads="1"/>
            </p:cNvSpPr>
            <p:nvPr/>
          </p:nvSpPr>
          <p:spPr bwMode="auto">
            <a:xfrm flipH="1" flipV="1">
              <a:off x="11113" y="4620294"/>
              <a:ext cx="2914363" cy="285750"/>
            </a:xfrm>
            <a:prstGeom prst="rect">
              <a:avLst/>
            </a:prstGeom>
            <a:grpFill/>
            <a:ln>
              <a:noFill/>
            </a:ln>
          </p:spPr>
          <p:txBody>
            <a:bodyPr/>
            <a:lstStyle/>
            <a:p>
              <a:pPr>
                <a:defRPr/>
              </a:pPr>
              <a:endParaRPr lang="zh-CN" altLang="en-US"/>
            </a:p>
          </p:txBody>
        </p:sp>
        <p:sp>
          <p:nvSpPr>
            <p:cNvPr id="27" name="Rectangle 28">
              <a:extLst>
                <a:ext uri="{FF2B5EF4-FFF2-40B4-BE49-F238E27FC236}">
                  <a16:creationId xmlns:a16="http://schemas.microsoft.com/office/drawing/2014/main" id="{EFDE0533-8CDF-4B02-822D-BB92057B650F}"/>
                </a:ext>
              </a:extLst>
            </p:cNvPr>
            <p:cNvSpPr>
              <a:spLocks noChangeArrowheads="1"/>
            </p:cNvSpPr>
            <p:nvPr/>
          </p:nvSpPr>
          <p:spPr bwMode="auto">
            <a:xfrm flipH="1" flipV="1">
              <a:off x="11113" y="4109119"/>
              <a:ext cx="2914363" cy="446088"/>
            </a:xfrm>
            <a:prstGeom prst="rect">
              <a:avLst/>
            </a:prstGeom>
            <a:grpFill/>
            <a:ln>
              <a:noFill/>
            </a:ln>
          </p:spPr>
          <p:txBody>
            <a:bodyPr/>
            <a:lstStyle/>
            <a:p>
              <a:pPr>
                <a:defRPr/>
              </a:pPr>
              <a:endParaRPr lang="zh-CN" altLang="en-US"/>
            </a:p>
          </p:txBody>
        </p:sp>
        <p:sp>
          <p:nvSpPr>
            <p:cNvPr id="28" name="Rectangle 29">
              <a:extLst>
                <a:ext uri="{FF2B5EF4-FFF2-40B4-BE49-F238E27FC236}">
                  <a16:creationId xmlns:a16="http://schemas.microsoft.com/office/drawing/2014/main" id="{EEB4D947-A3C1-4723-BF95-20F3FE063054}"/>
                </a:ext>
              </a:extLst>
            </p:cNvPr>
            <p:cNvSpPr>
              <a:spLocks noChangeArrowheads="1"/>
            </p:cNvSpPr>
            <p:nvPr/>
          </p:nvSpPr>
          <p:spPr bwMode="auto">
            <a:xfrm flipH="1" flipV="1">
              <a:off x="11113" y="3818607"/>
              <a:ext cx="2914363" cy="222250"/>
            </a:xfrm>
            <a:prstGeom prst="rect">
              <a:avLst/>
            </a:prstGeom>
            <a:grpFill/>
            <a:ln>
              <a:noFill/>
            </a:ln>
          </p:spPr>
          <p:txBody>
            <a:bodyPr/>
            <a:lstStyle/>
            <a:p>
              <a:pPr>
                <a:defRPr/>
              </a:pPr>
              <a:endParaRPr lang="zh-CN" altLang="en-US"/>
            </a:p>
          </p:txBody>
        </p:sp>
        <p:sp>
          <p:nvSpPr>
            <p:cNvPr id="29" name="Rectangle 30">
              <a:extLst>
                <a:ext uri="{FF2B5EF4-FFF2-40B4-BE49-F238E27FC236}">
                  <a16:creationId xmlns:a16="http://schemas.microsoft.com/office/drawing/2014/main" id="{FB4C8467-CDE7-484B-995F-FA0285BB38E7}"/>
                </a:ext>
              </a:extLst>
            </p:cNvPr>
            <p:cNvSpPr>
              <a:spLocks noChangeArrowheads="1"/>
            </p:cNvSpPr>
            <p:nvPr/>
          </p:nvSpPr>
          <p:spPr bwMode="auto">
            <a:xfrm flipH="1" flipV="1">
              <a:off x="11113" y="3659857"/>
              <a:ext cx="2914363" cy="98425"/>
            </a:xfrm>
            <a:prstGeom prst="rect">
              <a:avLst/>
            </a:prstGeom>
            <a:grpFill/>
            <a:ln>
              <a:noFill/>
            </a:ln>
          </p:spPr>
          <p:txBody>
            <a:bodyPr/>
            <a:lstStyle/>
            <a:p>
              <a:pPr>
                <a:defRPr/>
              </a:pPr>
              <a:endParaRPr lang="zh-CN" altLang="en-US"/>
            </a:p>
          </p:txBody>
        </p:sp>
        <p:sp>
          <p:nvSpPr>
            <p:cNvPr id="30" name="Rectangle 26">
              <a:extLst>
                <a:ext uri="{FF2B5EF4-FFF2-40B4-BE49-F238E27FC236}">
                  <a16:creationId xmlns:a16="http://schemas.microsoft.com/office/drawing/2014/main" id="{C2A2C641-DED3-4D4B-BCEA-41BAF42BB584}"/>
                </a:ext>
              </a:extLst>
            </p:cNvPr>
            <p:cNvSpPr>
              <a:spLocks noChangeArrowheads="1"/>
            </p:cNvSpPr>
            <p:nvPr/>
          </p:nvSpPr>
          <p:spPr bwMode="auto">
            <a:xfrm flipH="1" flipV="1">
              <a:off x="11112" y="5698432"/>
              <a:ext cx="2914363" cy="287337"/>
            </a:xfrm>
            <a:prstGeom prst="rect">
              <a:avLst/>
            </a:prstGeom>
            <a:grpFill/>
            <a:ln>
              <a:noFill/>
            </a:ln>
          </p:spPr>
          <p:txBody>
            <a:bodyPr/>
            <a:lstStyle/>
            <a:p>
              <a:pPr>
                <a:defRPr/>
              </a:pPr>
              <a:endParaRPr lang="zh-CN" altLang="en-US"/>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8" presetClass="entr" presetSubtype="6" fill="hold" grpId="0" nodeType="clickEffect">
                                  <p:stCondLst>
                                    <p:cond delay="0"/>
                                  </p:stCondLst>
                                  <p:childTnLst>
                                    <p:set>
                                      <p:cBhvr>
                                        <p:cTn id="11" dur="1" fill="hold">
                                          <p:stCondLst>
                                            <p:cond delay="0"/>
                                          </p:stCondLst>
                                        </p:cTn>
                                        <p:tgtEl>
                                          <p:spTgt spid="453637">
                                            <p:txEl>
                                              <p:pRg st="0" end="0"/>
                                            </p:txEl>
                                          </p:spTgt>
                                        </p:tgtEl>
                                        <p:attrNameLst>
                                          <p:attrName>style.visibility</p:attrName>
                                        </p:attrNameLst>
                                      </p:cBhvr>
                                      <p:to>
                                        <p:strVal val="visible"/>
                                      </p:to>
                                    </p:set>
                                    <p:animEffect transition="in" filter="strips(downRight)">
                                      <p:cBhvr>
                                        <p:cTn id="12" dur="500"/>
                                        <p:tgtEl>
                                          <p:spTgt spid="453637">
                                            <p:txEl>
                                              <p:pRg st="0" end="0"/>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8" presetClass="entr" presetSubtype="6" fill="hold" grpId="0" nodeType="clickEffect">
                                  <p:stCondLst>
                                    <p:cond delay="0"/>
                                  </p:stCondLst>
                                  <p:childTnLst>
                                    <p:set>
                                      <p:cBhvr>
                                        <p:cTn id="16" dur="1" fill="hold">
                                          <p:stCondLst>
                                            <p:cond delay="0"/>
                                          </p:stCondLst>
                                        </p:cTn>
                                        <p:tgtEl>
                                          <p:spTgt spid="453637">
                                            <p:txEl>
                                              <p:pRg st="1" end="1"/>
                                            </p:txEl>
                                          </p:spTgt>
                                        </p:tgtEl>
                                        <p:attrNameLst>
                                          <p:attrName>style.visibility</p:attrName>
                                        </p:attrNameLst>
                                      </p:cBhvr>
                                      <p:to>
                                        <p:strVal val="visible"/>
                                      </p:to>
                                    </p:set>
                                    <p:animEffect transition="in" filter="strips(downRight)">
                                      <p:cBhvr>
                                        <p:cTn id="17" dur="500"/>
                                        <p:tgtEl>
                                          <p:spTgt spid="453637">
                                            <p:txEl>
                                              <p:pRg st="1" end="1"/>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8" presetClass="entr" presetSubtype="6" fill="hold" grpId="0" nodeType="clickEffect">
                                  <p:stCondLst>
                                    <p:cond delay="0"/>
                                  </p:stCondLst>
                                  <p:childTnLst>
                                    <p:set>
                                      <p:cBhvr>
                                        <p:cTn id="21" dur="1" fill="hold">
                                          <p:stCondLst>
                                            <p:cond delay="0"/>
                                          </p:stCondLst>
                                        </p:cTn>
                                        <p:tgtEl>
                                          <p:spTgt spid="453637">
                                            <p:txEl>
                                              <p:pRg st="2" end="2"/>
                                            </p:txEl>
                                          </p:spTgt>
                                        </p:tgtEl>
                                        <p:attrNameLst>
                                          <p:attrName>style.visibility</p:attrName>
                                        </p:attrNameLst>
                                      </p:cBhvr>
                                      <p:to>
                                        <p:strVal val="visible"/>
                                      </p:to>
                                    </p:set>
                                    <p:animEffect transition="in" filter="strips(downRight)">
                                      <p:cBhvr>
                                        <p:cTn id="22" dur="500"/>
                                        <p:tgtEl>
                                          <p:spTgt spid="453637">
                                            <p:txEl>
                                              <p:pRg st="2" end="2"/>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8" presetClass="entr" presetSubtype="16" fill="hold" nodeType="clickEffect">
                                  <p:stCondLst>
                                    <p:cond delay="0"/>
                                  </p:stCondLst>
                                  <p:childTnLst>
                                    <p:set>
                                      <p:cBhvr>
                                        <p:cTn id="26" dur="1" fill="hold">
                                          <p:stCondLst>
                                            <p:cond delay="0"/>
                                          </p:stCondLst>
                                        </p:cTn>
                                        <p:tgtEl>
                                          <p:spTgt spid="453636"/>
                                        </p:tgtEl>
                                        <p:attrNameLst>
                                          <p:attrName>style.visibility</p:attrName>
                                        </p:attrNameLst>
                                      </p:cBhvr>
                                      <p:to>
                                        <p:strVal val="visible"/>
                                      </p:to>
                                    </p:set>
                                    <p:animEffect transition="in" filter="diamond(in)">
                                      <p:cBhvr>
                                        <p:cTn id="27" dur="2000"/>
                                        <p:tgtEl>
                                          <p:spTgt spid="4536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453637" grpId="0"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a:extLst>
              <a:ext uri="{FF2B5EF4-FFF2-40B4-BE49-F238E27FC236}">
                <a16:creationId xmlns:a16="http://schemas.microsoft.com/office/drawing/2014/main" id="{04E37258-3C80-4954-A91B-5A5B958ECBB0}"/>
              </a:ext>
            </a:extLst>
          </p:cNvPr>
          <p:cNvSpPr>
            <a:spLocks noChangeArrowheads="1"/>
          </p:cNvSpPr>
          <p:nvPr/>
        </p:nvSpPr>
        <p:spPr bwMode="auto">
          <a:xfrm>
            <a:off x="2312988" y="1143000"/>
            <a:ext cx="838200" cy="4114800"/>
          </a:xfrm>
          <a:prstGeom prst="rect">
            <a:avLst/>
          </a:prstGeom>
          <a:solidFill>
            <a:srgbClr val="FFFFFF"/>
          </a:solidFill>
          <a:ln w="28575">
            <a:solidFill>
              <a:srgbClr val="00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611" name="Line 8">
            <a:extLst>
              <a:ext uri="{FF2B5EF4-FFF2-40B4-BE49-F238E27FC236}">
                <a16:creationId xmlns:a16="http://schemas.microsoft.com/office/drawing/2014/main" id="{D1EA771C-EB92-4E9E-96B5-FF944D5823DA}"/>
              </a:ext>
            </a:extLst>
          </p:cNvPr>
          <p:cNvSpPr>
            <a:spLocks noChangeShapeType="1"/>
          </p:cNvSpPr>
          <p:nvPr/>
        </p:nvSpPr>
        <p:spPr bwMode="auto">
          <a:xfrm>
            <a:off x="2312988" y="16002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12" name="Line 9">
            <a:extLst>
              <a:ext uri="{FF2B5EF4-FFF2-40B4-BE49-F238E27FC236}">
                <a16:creationId xmlns:a16="http://schemas.microsoft.com/office/drawing/2014/main" id="{8A63B157-7952-4E1B-8716-FDFEEB82C657}"/>
              </a:ext>
            </a:extLst>
          </p:cNvPr>
          <p:cNvSpPr>
            <a:spLocks noChangeShapeType="1"/>
          </p:cNvSpPr>
          <p:nvPr/>
        </p:nvSpPr>
        <p:spPr bwMode="auto">
          <a:xfrm>
            <a:off x="2312988" y="20574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13" name="Line 10">
            <a:extLst>
              <a:ext uri="{FF2B5EF4-FFF2-40B4-BE49-F238E27FC236}">
                <a16:creationId xmlns:a16="http://schemas.microsoft.com/office/drawing/2014/main" id="{4C1417E4-7E32-4F11-A7A1-85081C891343}"/>
              </a:ext>
            </a:extLst>
          </p:cNvPr>
          <p:cNvSpPr>
            <a:spLocks noChangeShapeType="1"/>
          </p:cNvSpPr>
          <p:nvPr/>
        </p:nvSpPr>
        <p:spPr bwMode="auto">
          <a:xfrm>
            <a:off x="2312988" y="25146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14" name="Line 11">
            <a:extLst>
              <a:ext uri="{FF2B5EF4-FFF2-40B4-BE49-F238E27FC236}">
                <a16:creationId xmlns:a16="http://schemas.microsoft.com/office/drawing/2014/main" id="{7A1AEB95-EF7C-456F-B7B0-AD66FCE5964E}"/>
              </a:ext>
            </a:extLst>
          </p:cNvPr>
          <p:cNvSpPr>
            <a:spLocks noChangeShapeType="1"/>
          </p:cNvSpPr>
          <p:nvPr/>
        </p:nvSpPr>
        <p:spPr bwMode="auto">
          <a:xfrm>
            <a:off x="2312988" y="29718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15" name="Line 12">
            <a:extLst>
              <a:ext uri="{FF2B5EF4-FFF2-40B4-BE49-F238E27FC236}">
                <a16:creationId xmlns:a16="http://schemas.microsoft.com/office/drawing/2014/main" id="{905FBE58-704F-4E3F-B770-0CE0BCE0BE30}"/>
              </a:ext>
            </a:extLst>
          </p:cNvPr>
          <p:cNvSpPr>
            <a:spLocks noChangeShapeType="1"/>
          </p:cNvSpPr>
          <p:nvPr/>
        </p:nvSpPr>
        <p:spPr bwMode="auto">
          <a:xfrm>
            <a:off x="2312988" y="34290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16" name="Line 13">
            <a:extLst>
              <a:ext uri="{FF2B5EF4-FFF2-40B4-BE49-F238E27FC236}">
                <a16:creationId xmlns:a16="http://schemas.microsoft.com/office/drawing/2014/main" id="{2664E05D-4753-4EC7-ADB8-4FC1A6A420FD}"/>
              </a:ext>
            </a:extLst>
          </p:cNvPr>
          <p:cNvSpPr>
            <a:spLocks noChangeShapeType="1"/>
          </p:cNvSpPr>
          <p:nvPr/>
        </p:nvSpPr>
        <p:spPr bwMode="auto">
          <a:xfrm>
            <a:off x="2312988" y="38862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17" name="Line 14">
            <a:extLst>
              <a:ext uri="{FF2B5EF4-FFF2-40B4-BE49-F238E27FC236}">
                <a16:creationId xmlns:a16="http://schemas.microsoft.com/office/drawing/2014/main" id="{9896B8F4-3227-4015-AA85-57A9D9E3AB4F}"/>
              </a:ext>
            </a:extLst>
          </p:cNvPr>
          <p:cNvSpPr>
            <a:spLocks noChangeShapeType="1"/>
          </p:cNvSpPr>
          <p:nvPr/>
        </p:nvSpPr>
        <p:spPr bwMode="auto">
          <a:xfrm>
            <a:off x="2312988" y="43434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18" name="Line 15">
            <a:extLst>
              <a:ext uri="{FF2B5EF4-FFF2-40B4-BE49-F238E27FC236}">
                <a16:creationId xmlns:a16="http://schemas.microsoft.com/office/drawing/2014/main" id="{2AC05855-16F7-4ADC-82ED-7087D14CA828}"/>
              </a:ext>
            </a:extLst>
          </p:cNvPr>
          <p:cNvSpPr>
            <a:spLocks noChangeShapeType="1"/>
          </p:cNvSpPr>
          <p:nvPr/>
        </p:nvSpPr>
        <p:spPr bwMode="auto">
          <a:xfrm>
            <a:off x="2312988" y="48006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19" name="Text Box 16">
            <a:extLst>
              <a:ext uri="{FF2B5EF4-FFF2-40B4-BE49-F238E27FC236}">
                <a16:creationId xmlns:a16="http://schemas.microsoft.com/office/drawing/2014/main" id="{97821E28-A155-4115-8254-517CE0D7B9D9}"/>
              </a:ext>
            </a:extLst>
          </p:cNvPr>
          <p:cNvSpPr txBox="1">
            <a:spLocks noChangeArrowheads="1"/>
          </p:cNvSpPr>
          <p:nvPr/>
        </p:nvSpPr>
        <p:spPr bwMode="auto">
          <a:xfrm>
            <a:off x="2312988" y="1143000"/>
            <a:ext cx="762000" cy="268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defRPr/>
            </a:pPr>
            <a:r>
              <a:rPr lang="en-US" altLang="zh-CN" sz="2000" b="1">
                <a:latin typeface="+mn-lt"/>
                <a:ea typeface="+mn-ea"/>
                <a:cs typeface="+mn-ea"/>
                <a:sym typeface="+mn-lt"/>
              </a:rPr>
              <a:t>25</a:t>
            </a:r>
          </a:p>
          <a:p>
            <a:pPr algn="ctr">
              <a:lnSpc>
                <a:spcPct val="100000"/>
              </a:lnSpc>
              <a:spcBef>
                <a:spcPct val="50000"/>
              </a:spcBef>
              <a:defRPr/>
            </a:pPr>
            <a:r>
              <a:rPr lang="en-US" altLang="zh-CN" sz="2000" b="1">
                <a:latin typeface="+mn-lt"/>
                <a:ea typeface="+mn-ea"/>
                <a:cs typeface="+mn-ea"/>
                <a:sym typeface="+mn-lt"/>
              </a:rPr>
              <a:t>12</a:t>
            </a:r>
          </a:p>
          <a:p>
            <a:pPr algn="ctr">
              <a:lnSpc>
                <a:spcPct val="100000"/>
              </a:lnSpc>
              <a:spcBef>
                <a:spcPct val="50000"/>
              </a:spcBef>
              <a:defRPr/>
            </a:pPr>
            <a:r>
              <a:rPr lang="en-US" altLang="zh-CN" sz="2000" b="1">
                <a:latin typeface="+mn-lt"/>
                <a:ea typeface="+mn-ea"/>
                <a:cs typeface="+mn-ea"/>
                <a:sym typeface="+mn-lt"/>
              </a:rPr>
              <a:t>47</a:t>
            </a:r>
          </a:p>
          <a:p>
            <a:pPr algn="ctr">
              <a:lnSpc>
                <a:spcPct val="100000"/>
              </a:lnSpc>
              <a:spcBef>
                <a:spcPct val="50000"/>
              </a:spcBef>
              <a:defRPr/>
            </a:pPr>
            <a:r>
              <a:rPr lang="en-US" altLang="zh-CN" sz="2000" b="1">
                <a:latin typeface="+mn-lt"/>
                <a:ea typeface="+mn-ea"/>
                <a:cs typeface="+mn-ea"/>
                <a:sym typeface="+mn-lt"/>
              </a:rPr>
              <a:t>89</a:t>
            </a:r>
          </a:p>
          <a:p>
            <a:pPr algn="ctr">
              <a:lnSpc>
                <a:spcPct val="100000"/>
              </a:lnSpc>
              <a:spcBef>
                <a:spcPct val="50000"/>
              </a:spcBef>
              <a:defRPr/>
            </a:pPr>
            <a:r>
              <a:rPr lang="en-US" altLang="zh-CN" sz="2000" b="1">
                <a:latin typeface="+mn-lt"/>
                <a:ea typeface="+mn-ea"/>
                <a:cs typeface="+mn-ea"/>
                <a:sym typeface="+mn-lt"/>
              </a:rPr>
              <a:t>36</a:t>
            </a:r>
          </a:p>
          <a:p>
            <a:pPr algn="ctr">
              <a:lnSpc>
                <a:spcPct val="100000"/>
              </a:lnSpc>
              <a:spcBef>
                <a:spcPct val="50000"/>
              </a:spcBef>
              <a:defRPr/>
            </a:pPr>
            <a:r>
              <a:rPr lang="en-US" altLang="zh-CN" sz="2000" b="1">
                <a:latin typeface="+mn-lt"/>
                <a:ea typeface="+mn-ea"/>
                <a:cs typeface="+mn-ea"/>
                <a:sym typeface="+mn-lt"/>
              </a:rPr>
              <a:t>14</a:t>
            </a:r>
            <a:endParaRPr lang="en-US" altLang="zh-CN" sz="1600" b="1">
              <a:latin typeface="+mn-lt"/>
              <a:ea typeface="+mn-ea"/>
              <a:cs typeface="+mn-ea"/>
              <a:sym typeface="+mn-lt"/>
            </a:endParaRPr>
          </a:p>
        </p:txBody>
      </p:sp>
      <p:sp>
        <p:nvSpPr>
          <p:cNvPr id="68620" name="Text Box 17">
            <a:extLst>
              <a:ext uri="{FF2B5EF4-FFF2-40B4-BE49-F238E27FC236}">
                <a16:creationId xmlns:a16="http://schemas.microsoft.com/office/drawing/2014/main" id="{1C2E1F79-38C6-43CC-B87D-89056977C287}"/>
              </a:ext>
            </a:extLst>
          </p:cNvPr>
          <p:cNvSpPr txBox="1">
            <a:spLocks noChangeArrowheads="1"/>
          </p:cNvSpPr>
          <p:nvPr/>
        </p:nvSpPr>
        <p:spPr bwMode="auto">
          <a:xfrm>
            <a:off x="1779588" y="1143000"/>
            <a:ext cx="762000" cy="405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defRPr/>
            </a:pPr>
            <a:r>
              <a:rPr lang="en-US" altLang="zh-CN" sz="2000" b="1">
                <a:latin typeface="+mn-lt"/>
                <a:ea typeface="+mn-ea"/>
                <a:cs typeface="+mn-ea"/>
                <a:sym typeface="+mn-lt"/>
              </a:rPr>
              <a:t>1</a:t>
            </a:r>
          </a:p>
          <a:p>
            <a:pPr algn="ctr">
              <a:lnSpc>
                <a:spcPct val="100000"/>
              </a:lnSpc>
              <a:spcBef>
                <a:spcPct val="50000"/>
              </a:spcBef>
              <a:defRPr/>
            </a:pPr>
            <a:r>
              <a:rPr lang="en-US" altLang="zh-CN" sz="2000" b="1">
                <a:latin typeface="+mn-lt"/>
                <a:ea typeface="+mn-ea"/>
                <a:cs typeface="+mn-ea"/>
                <a:sym typeface="+mn-lt"/>
              </a:rPr>
              <a:t>2</a:t>
            </a:r>
          </a:p>
          <a:p>
            <a:pPr algn="ctr">
              <a:lnSpc>
                <a:spcPct val="100000"/>
              </a:lnSpc>
              <a:spcBef>
                <a:spcPct val="50000"/>
              </a:spcBef>
              <a:defRPr/>
            </a:pPr>
            <a:r>
              <a:rPr lang="en-US" altLang="zh-CN" sz="2000" b="1">
                <a:latin typeface="+mn-lt"/>
                <a:ea typeface="+mn-ea"/>
                <a:cs typeface="+mn-ea"/>
                <a:sym typeface="+mn-lt"/>
              </a:rPr>
              <a:t>3</a:t>
            </a:r>
          </a:p>
          <a:p>
            <a:pPr algn="ctr">
              <a:lnSpc>
                <a:spcPct val="100000"/>
              </a:lnSpc>
              <a:spcBef>
                <a:spcPct val="50000"/>
              </a:spcBef>
              <a:defRPr/>
            </a:pPr>
            <a:r>
              <a:rPr lang="en-US" altLang="zh-CN" sz="2000" b="1">
                <a:latin typeface="+mn-lt"/>
                <a:ea typeface="+mn-ea"/>
                <a:cs typeface="+mn-ea"/>
                <a:sym typeface="+mn-lt"/>
              </a:rPr>
              <a:t>4</a:t>
            </a:r>
          </a:p>
          <a:p>
            <a:pPr algn="ctr">
              <a:lnSpc>
                <a:spcPct val="100000"/>
              </a:lnSpc>
              <a:spcBef>
                <a:spcPct val="50000"/>
              </a:spcBef>
              <a:defRPr/>
            </a:pPr>
            <a:r>
              <a:rPr lang="en-US" altLang="zh-CN" sz="2000" b="1">
                <a:latin typeface="+mn-lt"/>
                <a:ea typeface="+mn-ea"/>
                <a:cs typeface="+mn-ea"/>
                <a:sym typeface="+mn-lt"/>
              </a:rPr>
              <a:t>5</a:t>
            </a:r>
          </a:p>
          <a:p>
            <a:pPr algn="ctr">
              <a:lnSpc>
                <a:spcPct val="100000"/>
              </a:lnSpc>
              <a:spcBef>
                <a:spcPct val="50000"/>
              </a:spcBef>
              <a:defRPr/>
            </a:pPr>
            <a:r>
              <a:rPr lang="en-US" altLang="zh-CN" sz="2000" b="1">
                <a:latin typeface="+mn-lt"/>
                <a:ea typeface="+mn-ea"/>
                <a:cs typeface="+mn-ea"/>
                <a:sym typeface="+mn-lt"/>
              </a:rPr>
              <a:t>6</a:t>
            </a:r>
          </a:p>
          <a:p>
            <a:pPr algn="ctr">
              <a:lnSpc>
                <a:spcPct val="100000"/>
              </a:lnSpc>
              <a:spcBef>
                <a:spcPct val="50000"/>
              </a:spcBef>
              <a:defRPr/>
            </a:pPr>
            <a:r>
              <a:rPr lang="en-US" altLang="zh-CN" sz="2000" b="1">
                <a:latin typeface="+mn-lt"/>
                <a:ea typeface="+mn-ea"/>
                <a:cs typeface="+mn-ea"/>
                <a:sym typeface="+mn-lt"/>
              </a:rPr>
              <a:t>7</a:t>
            </a:r>
          </a:p>
          <a:p>
            <a:pPr algn="ctr">
              <a:lnSpc>
                <a:spcPct val="100000"/>
              </a:lnSpc>
              <a:spcBef>
                <a:spcPct val="50000"/>
              </a:spcBef>
              <a:defRPr/>
            </a:pPr>
            <a:r>
              <a:rPr lang="en-US" altLang="zh-CN" sz="2000" b="1">
                <a:latin typeface="+mn-lt"/>
                <a:ea typeface="+mn-ea"/>
                <a:cs typeface="+mn-ea"/>
                <a:sym typeface="+mn-lt"/>
              </a:rPr>
              <a:t>8</a:t>
            </a:r>
          </a:p>
          <a:p>
            <a:pPr algn="ctr">
              <a:lnSpc>
                <a:spcPct val="100000"/>
              </a:lnSpc>
              <a:spcBef>
                <a:spcPct val="50000"/>
              </a:spcBef>
              <a:defRPr/>
            </a:pPr>
            <a:r>
              <a:rPr lang="en-US" altLang="zh-CN" sz="2000" b="1">
                <a:latin typeface="+mn-lt"/>
                <a:ea typeface="+mn-ea"/>
                <a:cs typeface="+mn-ea"/>
                <a:sym typeface="+mn-lt"/>
              </a:rPr>
              <a:t>9</a:t>
            </a:r>
            <a:endParaRPr lang="en-US" altLang="zh-CN" sz="1600" b="1">
              <a:latin typeface="+mn-lt"/>
              <a:ea typeface="+mn-ea"/>
              <a:cs typeface="+mn-ea"/>
              <a:sym typeface="+mn-lt"/>
            </a:endParaRPr>
          </a:p>
        </p:txBody>
      </p:sp>
      <p:sp>
        <p:nvSpPr>
          <p:cNvPr id="68621" name="Rectangle 18">
            <a:extLst>
              <a:ext uri="{FF2B5EF4-FFF2-40B4-BE49-F238E27FC236}">
                <a16:creationId xmlns:a16="http://schemas.microsoft.com/office/drawing/2014/main" id="{0969DA39-D273-4A05-880D-C98948D197A3}"/>
              </a:ext>
            </a:extLst>
          </p:cNvPr>
          <p:cNvSpPr>
            <a:spLocks noChangeArrowheads="1"/>
          </p:cNvSpPr>
          <p:nvPr/>
        </p:nvSpPr>
        <p:spPr bwMode="auto">
          <a:xfrm>
            <a:off x="3760788" y="1143000"/>
            <a:ext cx="838200" cy="4114800"/>
          </a:xfrm>
          <a:prstGeom prst="rect">
            <a:avLst/>
          </a:prstGeom>
          <a:solidFill>
            <a:srgbClr val="FFFFFF"/>
          </a:solidFill>
          <a:ln w="28575">
            <a:solidFill>
              <a:srgbClr val="00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622" name="Line 19">
            <a:extLst>
              <a:ext uri="{FF2B5EF4-FFF2-40B4-BE49-F238E27FC236}">
                <a16:creationId xmlns:a16="http://schemas.microsoft.com/office/drawing/2014/main" id="{85011164-6700-4A9B-AB5B-6FB4AD8003A1}"/>
              </a:ext>
            </a:extLst>
          </p:cNvPr>
          <p:cNvSpPr>
            <a:spLocks noChangeShapeType="1"/>
          </p:cNvSpPr>
          <p:nvPr/>
        </p:nvSpPr>
        <p:spPr bwMode="auto">
          <a:xfrm>
            <a:off x="3760788" y="16002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23" name="Line 20">
            <a:extLst>
              <a:ext uri="{FF2B5EF4-FFF2-40B4-BE49-F238E27FC236}">
                <a16:creationId xmlns:a16="http://schemas.microsoft.com/office/drawing/2014/main" id="{5D4893AD-3A72-42F1-9400-EBD1E2CA4807}"/>
              </a:ext>
            </a:extLst>
          </p:cNvPr>
          <p:cNvSpPr>
            <a:spLocks noChangeShapeType="1"/>
          </p:cNvSpPr>
          <p:nvPr/>
        </p:nvSpPr>
        <p:spPr bwMode="auto">
          <a:xfrm>
            <a:off x="3760788" y="20574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24" name="Line 21">
            <a:extLst>
              <a:ext uri="{FF2B5EF4-FFF2-40B4-BE49-F238E27FC236}">
                <a16:creationId xmlns:a16="http://schemas.microsoft.com/office/drawing/2014/main" id="{895D3571-C2B9-470E-B871-077F299B9838}"/>
              </a:ext>
            </a:extLst>
          </p:cNvPr>
          <p:cNvSpPr>
            <a:spLocks noChangeShapeType="1"/>
          </p:cNvSpPr>
          <p:nvPr/>
        </p:nvSpPr>
        <p:spPr bwMode="auto">
          <a:xfrm>
            <a:off x="3760788" y="25146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25" name="Line 22">
            <a:extLst>
              <a:ext uri="{FF2B5EF4-FFF2-40B4-BE49-F238E27FC236}">
                <a16:creationId xmlns:a16="http://schemas.microsoft.com/office/drawing/2014/main" id="{88263FC8-8521-4CDC-A863-BB78E074D575}"/>
              </a:ext>
            </a:extLst>
          </p:cNvPr>
          <p:cNvSpPr>
            <a:spLocks noChangeShapeType="1"/>
          </p:cNvSpPr>
          <p:nvPr/>
        </p:nvSpPr>
        <p:spPr bwMode="auto">
          <a:xfrm>
            <a:off x="3760788" y="29718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26" name="Line 23">
            <a:extLst>
              <a:ext uri="{FF2B5EF4-FFF2-40B4-BE49-F238E27FC236}">
                <a16:creationId xmlns:a16="http://schemas.microsoft.com/office/drawing/2014/main" id="{2277C087-0A69-4F6D-9D87-56AA3C483616}"/>
              </a:ext>
            </a:extLst>
          </p:cNvPr>
          <p:cNvSpPr>
            <a:spLocks noChangeShapeType="1"/>
          </p:cNvSpPr>
          <p:nvPr/>
        </p:nvSpPr>
        <p:spPr bwMode="auto">
          <a:xfrm>
            <a:off x="3760788" y="34290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27" name="Line 24">
            <a:extLst>
              <a:ext uri="{FF2B5EF4-FFF2-40B4-BE49-F238E27FC236}">
                <a16:creationId xmlns:a16="http://schemas.microsoft.com/office/drawing/2014/main" id="{AF02E342-C7D1-4FFD-BDC7-2209F9486456}"/>
              </a:ext>
            </a:extLst>
          </p:cNvPr>
          <p:cNvSpPr>
            <a:spLocks noChangeShapeType="1"/>
          </p:cNvSpPr>
          <p:nvPr/>
        </p:nvSpPr>
        <p:spPr bwMode="auto">
          <a:xfrm>
            <a:off x="3760788" y="38862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28" name="Line 25">
            <a:extLst>
              <a:ext uri="{FF2B5EF4-FFF2-40B4-BE49-F238E27FC236}">
                <a16:creationId xmlns:a16="http://schemas.microsoft.com/office/drawing/2014/main" id="{5DC43AAB-E212-411C-A28F-40AD1C681EF3}"/>
              </a:ext>
            </a:extLst>
          </p:cNvPr>
          <p:cNvSpPr>
            <a:spLocks noChangeShapeType="1"/>
          </p:cNvSpPr>
          <p:nvPr/>
        </p:nvSpPr>
        <p:spPr bwMode="auto">
          <a:xfrm>
            <a:off x="3760788" y="43434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29" name="Line 26">
            <a:extLst>
              <a:ext uri="{FF2B5EF4-FFF2-40B4-BE49-F238E27FC236}">
                <a16:creationId xmlns:a16="http://schemas.microsoft.com/office/drawing/2014/main" id="{03109E87-DF40-4CCB-9BB2-43FE8622E530}"/>
              </a:ext>
            </a:extLst>
          </p:cNvPr>
          <p:cNvSpPr>
            <a:spLocks noChangeShapeType="1"/>
          </p:cNvSpPr>
          <p:nvPr/>
        </p:nvSpPr>
        <p:spPr bwMode="auto">
          <a:xfrm>
            <a:off x="3760788" y="48006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30" name="Text Box 27">
            <a:extLst>
              <a:ext uri="{FF2B5EF4-FFF2-40B4-BE49-F238E27FC236}">
                <a16:creationId xmlns:a16="http://schemas.microsoft.com/office/drawing/2014/main" id="{3352E65F-24C0-4057-B278-67CB5D2CDCE7}"/>
              </a:ext>
            </a:extLst>
          </p:cNvPr>
          <p:cNvSpPr txBox="1">
            <a:spLocks noChangeArrowheads="1"/>
          </p:cNvSpPr>
          <p:nvPr/>
        </p:nvSpPr>
        <p:spPr bwMode="auto">
          <a:xfrm>
            <a:off x="3760788" y="1143000"/>
            <a:ext cx="762000" cy="268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defRPr/>
            </a:pPr>
            <a:r>
              <a:rPr lang="en-US" altLang="zh-CN" sz="2000" b="1">
                <a:latin typeface="+mn-lt"/>
                <a:ea typeface="+mn-ea"/>
                <a:cs typeface="+mn-ea"/>
                <a:sym typeface="+mn-lt"/>
              </a:rPr>
              <a:t>25</a:t>
            </a:r>
          </a:p>
          <a:p>
            <a:pPr algn="ctr">
              <a:lnSpc>
                <a:spcPct val="100000"/>
              </a:lnSpc>
              <a:spcBef>
                <a:spcPct val="50000"/>
              </a:spcBef>
              <a:defRPr/>
            </a:pPr>
            <a:r>
              <a:rPr lang="en-US" altLang="zh-CN" sz="2000" b="1">
                <a:latin typeface="+mn-lt"/>
                <a:ea typeface="+mn-ea"/>
                <a:cs typeface="+mn-ea"/>
                <a:sym typeface="+mn-lt"/>
              </a:rPr>
              <a:t>12</a:t>
            </a:r>
          </a:p>
          <a:p>
            <a:pPr algn="ctr">
              <a:lnSpc>
                <a:spcPct val="100000"/>
              </a:lnSpc>
              <a:spcBef>
                <a:spcPct val="50000"/>
              </a:spcBef>
              <a:defRPr/>
            </a:pPr>
            <a:r>
              <a:rPr lang="en-US" altLang="zh-CN" sz="2000" b="1">
                <a:latin typeface="+mn-lt"/>
                <a:ea typeface="+mn-ea"/>
                <a:cs typeface="+mn-ea"/>
                <a:sym typeface="+mn-lt"/>
              </a:rPr>
              <a:t>47</a:t>
            </a:r>
          </a:p>
          <a:p>
            <a:pPr algn="ctr">
              <a:lnSpc>
                <a:spcPct val="100000"/>
              </a:lnSpc>
              <a:spcBef>
                <a:spcPct val="50000"/>
              </a:spcBef>
              <a:defRPr/>
            </a:pPr>
            <a:r>
              <a:rPr lang="en-US" altLang="zh-CN" sz="2000" b="1">
                <a:latin typeface="+mn-lt"/>
                <a:ea typeface="+mn-ea"/>
                <a:cs typeface="+mn-ea"/>
                <a:sym typeface="+mn-lt"/>
              </a:rPr>
              <a:t>36</a:t>
            </a:r>
          </a:p>
          <a:p>
            <a:pPr algn="ctr">
              <a:lnSpc>
                <a:spcPct val="100000"/>
              </a:lnSpc>
              <a:spcBef>
                <a:spcPct val="50000"/>
              </a:spcBef>
              <a:defRPr/>
            </a:pPr>
            <a:endParaRPr lang="en-US" altLang="zh-CN" sz="2000" b="1">
              <a:latin typeface="+mn-lt"/>
              <a:ea typeface="+mn-ea"/>
              <a:cs typeface="+mn-ea"/>
              <a:sym typeface="+mn-lt"/>
            </a:endParaRPr>
          </a:p>
          <a:p>
            <a:pPr algn="ctr">
              <a:lnSpc>
                <a:spcPct val="100000"/>
              </a:lnSpc>
              <a:spcBef>
                <a:spcPct val="50000"/>
              </a:spcBef>
              <a:defRPr/>
            </a:pPr>
            <a:r>
              <a:rPr lang="en-US" altLang="zh-CN" sz="2000" b="1">
                <a:latin typeface="+mn-lt"/>
                <a:ea typeface="+mn-ea"/>
                <a:cs typeface="+mn-ea"/>
                <a:sym typeface="+mn-lt"/>
              </a:rPr>
              <a:t>14</a:t>
            </a:r>
            <a:endParaRPr lang="en-US" altLang="zh-CN" sz="1600" b="1">
              <a:latin typeface="+mn-lt"/>
              <a:ea typeface="+mn-ea"/>
              <a:cs typeface="+mn-ea"/>
              <a:sym typeface="+mn-lt"/>
            </a:endParaRPr>
          </a:p>
        </p:txBody>
      </p:sp>
      <p:sp>
        <p:nvSpPr>
          <p:cNvPr id="68631" name="AutoShape 28">
            <a:extLst>
              <a:ext uri="{FF2B5EF4-FFF2-40B4-BE49-F238E27FC236}">
                <a16:creationId xmlns:a16="http://schemas.microsoft.com/office/drawing/2014/main" id="{3BF2F7BA-9406-4180-B725-56279FA36739}"/>
              </a:ext>
            </a:extLst>
          </p:cNvPr>
          <p:cNvSpPr>
            <a:spLocks noChangeArrowheads="1"/>
          </p:cNvSpPr>
          <p:nvPr/>
        </p:nvSpPr>
        <p:spPr bwMode="auto">
          <a:xfrm rot="10896541">
            <a:off x="4103688" y="2851150"/>
            <a:ext cx="88900" cy="485775"/>
          </a:xfrm>
          <a:prstGeom prst="downArrow">
            <a:avLst>
              <a:gd name="adj1" fmla="val 50000"/>
              <a:gd name="adj2" fmla="val 150000"/>
            </a:avLst>
          </a:prstGeom>
          <a:solidFill>
            <a:srgbClr val="FF0000"/>
          </a:solidFill>
          <a:ln w="9525">
            <a:solidFill>
              <a:srgbClr val="FF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632" name="Rectangle 29">
            <a:extLst>
              <a:ext uri="{FF2B5EF4-FFF2-40B4-BE49-F238E27FC236}">
                <a16:creationId xmlns:a16="http://schemas.microsoft.com/office/drawing/2014/main" id="{7FB6C661-6C24-49BA-BA30-E7B2FA42BCEE}"/>
              </a:ext>
            </a:extLst>
          </p:cNvPr>
          <p:cNvSpPr>
            <a:spLocks noChangeArrowheads="1"/>
          </p:cNvSpPr>
          <p:nvPr/>
        </p:nvSpPr>
        <p:spPr bwMode="auto">
          <a:xfrm>
            <a:off x="5208588" y="1143000"/>
            <a:ext cx="838200" cy="4114800"/>
          </a:xfrm>
          <a:prstGeom prst="rect">
            <a:avLst/>
          </a:prstGeom>
          <a:solidFill>
            <a:srgbClr val="FFFFFF"/>
          </a:solidFill>
          <a:ln w="28575">
            <a:solidFill>
              <a:srgbClr val="00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633" name="Line 30">
            <a:extLst>
              <a:ext uri="{FF2B5EF4-FFF2-40B4-BE49-F238E27FC236}">
                <a16:creationId xmlns:a16="http://schemas.microsoft.com/office/drawing/2014/main" id="{ECE31115-F110-44B4-86BF-886B79D2E9FC}"/>
              </a:ext>
            </a:extLst>
          </p:cNvPr>
          <p:cNvSpPr>
            <a:spLocks noChangeShapeType="1"/>
          </p:cNvSpPr>
          <p:nvPr/>
        </p:nvSpPr>
        <p:spPr bwMode="auto">
          <a:xfrm>
            <a:off x="5208588" y="16002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34" name="Line 31">
            <a:extLst>
              <a:ext uri="{FF2B5EF4-FFF2-40B4-BE49-F238E27FC236}">
                <a16:creationId xmlns:a16="http://schemas.microsoft.com/office/drawing/2014/main" id="{B5A278D2-12E9-4688-8DB2-CA27C30BDCC2}"/>
              </a:ext>
            </a:extLst>
          </p:cNvPr>
          <p:cNvSpPr>
            <a:spLocks noChangeShapeType="1"/>
          </p:cNvSpPr>
          <p:nvPr/>
        </p:nvSpPr>
        <p:spPr bwMode="auto">
          <a:xfrm>
            <a:off x="5208588" y="20574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35" name="Line 32">
            <a:extLst>
              <a:ext uri="{FF2B5EF4-FFF2-40B4-BE49-F238E27FC236}">
                <a16:creationId xmlns:a16="http://schemas.microsoft.com/office/drawing/2014/main" id="{D8048CA7-EE8A-4442-BDCA-ED7154335BAB}"/>
              </a:ext>
            </a:extLst>
          </p:cNvPr>
          <p:cNvSpPr>
            <a:spLocks noChangeShapeType="1"/>
          </p:cNvSpPr>
          <p:nvPr/>
        </p:nvSpPr>
        <p:spPr bwMode="auto">
          <a:xfrm>
            <a:off x="5208588" y="25146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36" name="Line 33">
            <a:extLst>
              <a:ext uri="{FF2B5EF4-FFF2-40B4-BE49-F238E27FC236}">
                <a16:creationId xmlns:a16="http://schemas.microsoft.com/office/drawing/2014/main" id="{E14114EA-BE0D-4931-81E2-73FCC79D54FC}"/>
              </a:ext>
            </a:extLst>
          </p:cNvPr>
          <p:cNvSpPr>
            <a:spLocks noChangeShapeType="1"/>
          </p:cNvSpPr>
          <p:nvPr/>
        </p:nvSpPr>
        <p:spPr bwMode="auto">
          <a:xfrm>
            <a:off x="5208588" y="29718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37" name="Line 34">
            <a:extLst>
              <a:ext uri="{FF2B5EF4-FFF2-40B4-BE49-F238E27FC236}">
                <a16:creationId xmlns:a16="http://schemas.microsoft.com/office/drawing/2014/main" id="{49020708-D295-4BB9-8B29-98D021CF6242}"/>
              </a:ext>
            </a:extLst>
          </p:cNvPr>
          <p:cNvSpPr>
            <a:spLocks noChangeShapeType="1"/>
          </p:cNvSpPr>
          <p:nvPr/>
        </p:nvSpPr>
        <p:spPr bwMode="auto">
          <a:xfrm>
            <a:off x="5208588" y="34290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38" name="Line 35">
            <a:extLst>
              <a:ext uri="{FF2B5EF4-FFF2-40B4-BE49-F238E27FC236}">
                <a16:creationId xmlns:a16="http://schemas.microsoft.com/office/drawing/2014/main" id="{2A59C009-4F29-4F05-AF0C-A5CF274EBA89}"/>
              </a:ext>
            </a:extLst>
          </p:cNvPr>
          <p:cNvSpPr>
            <a:spLocks noChangeShapeType="1"/>
          </p:cNvSpPr>
          <p:nvPr/>
        </p:nvSpPr>
        <p:spPr bwMode="auto">
          <a:xfrm>
            <a:off x="5208588" y="38862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39" name="Line 36">
            <a:extLst>
              <a:ext uri="{FF2B5EF4-FFF2-40B4-BE49-F238E27FC236}">
                <a16:creationId xmlns:a16="http://schemas.microsoft.com/office/drawing/2014/main" id="{8B9FDBBD-20F6-4CF6-9FCC-3BCED7B71561}"/>
              </a:ext>
            </a:extLst>
          </p:cNvPr>
          <p:cNvSpPr>
            <a:spLocks noChangeShapeType="1"/>
          </p:cNvSpPr>
          <p:nvPr/>
        </p:nvSpPr>
        <p:spPr bwMode="auto">
          <a:xfrm>
            <a:off x="5208588" y="43434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40" name="Line 37">
            <a:extLst>
              <a:ext uri="{FF2B5EF4-FFF2-40B4-BE49-F238E27FC236}">
                <a16:creationId xmlns:a16="http://schemas.microsoft.com/office/drawing/2014/main" id="{4430989D-56F8-4BD6-A85D-4BDAF25560AA}"/>
              </a:ext>
            </a:extLst>
          </p:cNvPr>
          <p:cNvSpPr>
            <a:spLocks noChangeShapeType="1"/>
          </p:cNvSpPr>
          <p:nvPr/>
        </p:nvSpPr>
        <p:spPr bwMode="auto">
          <a:xfrm>
            <a:off x="5208588" y="48006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41" name="Text Box 38">
            <a:extLst>
              <a:ext uri="{FF2B5EF4-FFF2-40B4-BE49-F238E27FC236}">
                <a16:creationId xmlns:a16="http://schemas.microsoft.com/office/drawing/2014/main" id="{3DEF4B5B-422E-4841-B581-5A3953C6E500}"/>
              </a:ext>
            </a:extLst>
          </p:cNvPr>
          <p:cNvSpPr txBox="1">
            <a:spLocks noChangeArrowheads="1"/>
          </p:cNvSpPr>
          <p:nvPr/>
        </p:nvSpPr>
        <p:spPr bwMode="auto">
          <a:xfrm>
            <a:off x="5208588" y="1143000"/>
            <a:ext cx="762000" cy="2225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defRPr/>
            </a:pPr>
            <a:r>
              <a:rPr lang="en-US" altLang="zh-CN" sz="2000" b="1">
                <a:latin typeface="+mn-lt"/>
                <a:ea typeface="+mn-ea"/>
                <a:cs typeface="+mn-ea"/>
                <a:sym typeface="+mn-lt"/>
              </a:rPr>
              <a:t>25</a:t>
            </a:r>
          </a:p>
          <a:p>
            <a:pPr algn="ctr">
              <a:lnSpc>
                <a:spcPct val="100000"/>
              </a:lnSpc>
              <a:spcBef>
                <a:spcPct val="50000"/>
              </a:spcBef>
              <a:defRPr/>
            </a:pPr>
            <a:r>
              <a:rPr lang="en-US" altLang="zh-CN" sz="2000" b="1">
                <a:latin typeface="+mn-lt"/>
                <a:ea typeface="+mn-ea"/>
                <a:cs typeface="+mn-ea"/>
                <a:sym typeface="+mn-lt"/>
              </a:rPr>
              <a:t>12</a:t>
            </a:r>
          </a:p>
          <a:p>
            <a:pPr algn="ctr">
              <a:lnSpc>
                <a:spcPct val="100000"/>
              </a:lnSpc>
              <a:spcBef>
                <a:spcPct val="50000"/>
              </a:spcBef>
              <a:defRPr/>
            </a:pPr>
            <a:r>
              <a:rPr lang="en-US" altLang="zh-CN" sz="2000" b="1">
                <a:latin typeface="+mn-lt"/>
                <a:ea typeface="+mn-ea"/>
                <a:cs typeface="+mn-ea"/>
                <a:sym typeface="+mn-lt"/>
              </a:rPr>
              <a:t>47</a:t>
            </a:r>
          </a:p>
          <a:p>
            <a:pPr algn="ctr">
              <a:lnSpc>
                <a:spcPct val="100000"/>
              </a:lnSpc>
              <a:spcBef>
                <a:spcPct val="50000"/>
              </a:spcBef>
              <a:defRPr/>
            </a:pPr>
            <a:r>
              <a:rPr lang="en-US" altLang="zh-CN" sz="2000" b="1">
                <a:latin typeface="+mn-lt"/>
                <a:ea typeface="+mn-ea"/>
                <a:cs typeface="+mn-ea"/>
                <a:sym typeface="+mn-lt"/>
              </a:rPr>
              <a:t>36</a:t>
            </a:r>
          </a:p>
          <a:p>
            <a:pPr algn="ctr">
              <a:lnSpc>
                <a:spcPct val="100000"/>
              </a:lnSpc>
              <a:spcBef>
                <a:spcPct val="50000"/>
              </a:spcBef>
              <a:defRPr/>
            </a:pPr>
            <a:r>
              <a:rPr lang="en-US" altLang="zh-CN" sz="2000" b="1">
                <a:latin typeface="+mn-lt"/>
                <a:ea typeface="+mn-ea"/>
                <a:cs typeface="+mn-ea"/>
                <a:sym typeface="+mn-lt"/>
              </a:rPr>
              <a:t>14</a:t>
            </a:r>
            <a:endParaRPr lang="en-US" altLang="zh-CN" sz="1600" b="1">
              <a:latin typeface="+mn-lt"/>
              <a:ea typeface="+mn-ea"/>
              <a:cs typeface="+mn-ea"/>
              <a:sym typeface="+mn-lt"/>
            </a:endParaRPr>
          </a:p>
        </p:txBody>
      </p:sp>
      <p:sp>
        <p:nvSpPr>
          <p:cNvPr id="68642" name="Rectangle 39">
            <a:extLst>
              <a:ext uri="{FF2B5EF4-FFF2-40B4-BE49-F238E27FC236}">
                <a16:creationId xmlns:a16="http://schemas.microsoft.com/office/drawing/2014/main" id="{6090748C-09B1-4452-898B-93A30E6DA4A4}"/>
              </a:ext>
            </a:extLst>
          </p:cNvPr>
          <p:cNvSpPr>
            <a:spLocks noChangeArrowheads="1"/>
          </p:cNvSpPr>
          <p:nvPr/>
        </p:nvSpPr>
        <p:spPr bwMode="auto">
          <a:xfrm>
            <a:off x="6732588" y="1143000"/>
            <a:ext cx="838200" cy="4114800"/>
          </a:xfrm>
          <a:prstGeom prst="rect">
            <a:avLst/>
          </a:prstGeom>
          <a:solidFill>
            <a:srgbClr val="FFFFFF"/>
          </a:solidFill>
          <a:ln w="28575">
            <a:solidFill>
              <a:srgbClr val="00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643" name="Line 40">
            <a:extLst>
              <a:ext uri="{FF2B5EF4-FFF2-40B4-BE49-F238E27FC236}">
                <a16:creationId xmlns:a16="http://schemas.microsoft.com/office/drawing/2014/main" id="{20309E23-2CC2-4838-897F-BCFB3F812D60}"/>
              </a:ext>
            </a:extLst>
          </p:cNvPr>
          <p:cNvSpPr>
            <a:spLocks noChangeShapeType="1"/>
          </p:cNvSpPr>
          <p:nvPr/>
        </p:nvSpPr>
        <p:spPr bwMode="auto">
          <a:xfrm>
            <a:off x="6732588" y="16002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44" name="Line 41">
            <a:extLst>
              <a:ext uri="{FF2B5EF4-FFF2-40B4-BE49-F238E27FC236}">
                <a16:creationId xmlns:a16="http://schemas.microsoft.com/office/drawing/2014/main" id="{7709E6BD-EAE1-410B-BA1F-CF75F1EBDB7D}"/>
              </a:ext>
            </a:extLst>
          </p:cNvPr>
          <p:cNvSpPr>
            <a:spLocks noChangeShapeType="1"/>
          </p:cNvSpPr>
          <p:nvPr/>
        </p:nvSpPr>
        <p:spPr bwMode="auto">
          <a:xfrm>
            <a:off x="6732588" y="20574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45" name="Line 42">
            <a:extLst>
              <a:ext uri="{FF2B5EF4-FFF2-40B4-BE49-F238E27FC236}">
                <a16:creationId xmlns:a16="http://schemas.microsoft.com/office/drawing/2014/main" id="{133D5DA9-EF4E-4D07-84CD-F0C2445EBA66}"/>
              </a:ext>
            </a:extLst>
          </p:cNvPr>
          <p:cNvSpPr>
            <a:spLocks noChangeShapeType="1"/>
          </p:cNvSpPr>
          <p:nvPr/>
        </p:nvSpPr>
        <p:spPr bwMode="auto">
          <a:xfrm>
            <a:off x="6732588" y="25146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46" name="Line 43">
            <a:extLst>
              <a:ext uri="{FF2B5EF4-FFF2-40B4-BE49-F238E27FC236}">
                <a16:creationId xmlns:a16="http://schemas.microsoft.com/office/drawing/2014/main" id="{20D84204-9E03-4B80-88EA-FFDBD1B7A076}"/>
              </a:ext>
            </a:extLst>
          </p:cNvPr>
          <p:cNvSpPr>
            <a:spLocks noChangeShapeType="1"/>
          </p:cNvSpPr>
          <p:nvPr/>
        </p:nvSpPr>
        <p:spPr bwMode="auto">
          <a:xfrm>
            <a:off x="6732588" y="29718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47" name="Line 44">
            <a:extLst>
              <a:ext uri="{FF2B5EF4-FFF2-40B4-BE49-F238E27FC236}">
                <a16:creationId xmlns:a16="http://schemas.microsoft.com/office/drawing/2014/main" id="{66D77C40-F4BE-4755-983C-BEC298C3B354}"/>
              </a:ext>
            </a:extLst>
          </p:cNvPr>
          <p:cNvSpPr>
            <a:spLocks noChangeShapeType="1"/>
          </p:cNvSpPr>
          <p:nvPr/>
        </p:nvSpPr>
        <p:spPr bwMode="auto">
          <a:xfrm>
            <a:off x="6732588" y="34290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48" name="Line 45">
            <a:extLst>
              <a:ext uri="{FF2B5EF4-FFF2-40B4-BE49-F238E27FC236}">
                <a16:creationId xmlns:a16="http://schemas.microsoft.com/office/drawing/2014/main" id="{AABD2E10-3CD5-4955-85CD-887237077DD0}"/>
              </a:ext>
            </a:extLst>
          </p:cNvPr>
          <p:cNvSpPr>
            <a:spLocks noChangeShapeType="1"/>
          </p:cNvSpPr>
          <p:nvPr/>
        </p:nvSpPr>
        <p:spPr bwMode="auto">
          <a:xfrm>
            <a:off x="6732588" y="38862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49" name="Line 46">
            <a:extLst>
              <a:ext uri="{FF2B5EF4-FFF2-40B4-BE49-F238E27FC236}">
                <a16:creationId xmlns:a16="http://schemas.microsoft.com/office/drawing/2014/main" id="{7BDF04D3-6555-4F19-8A9B-B728419F0C04}"/>
              </a:ext>
            </a:extLst>
          </p:cNvPr>
          <p:cNvSpPr>
            <a:spLocks noChangeShapeType="1"/>
          </p:cNvSpPr>
          <p:nvPr/>
        </p:nvSpPr>
        <p:spPr bwMode="auto">
          <a:xfrm>
            <a:off x="6732588" y="43434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50" name="Line 47">
            <a:extLst>
              <a:ext uri="{FF2B5EF4-FFF2-40B4-BE49-F238E27FC236}">
                <a16:creationId xmlns:a16="http://schemas.microsoft.com/office/drawing/2014/main" id="{772AEFBA-731A-4E03-B54E-CDB4E3A696B2}"/>
              </a:ext>
            </a:extLst>
          </p:cNvPr>
          <p:cNvSpPr>
            <a:spLocks noChangeShapeType="1"/>
          </p:cNvSpPr>
          <p:nvPr/>
        </p:nvSpPr>
        <p:spPr bwMode="auto">
          <a:xfrm>
            <a:off x="6732588" y="4800600"/>
            <a:ext cx="838200"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651" name="Text Box 48">
            <a:extLst>
              <a:ext uri="{FF2B5EF4-FFF2-40B4-BE49-F238E27FC236}">
                <a16:creationId xmlns:a16="http://schemas.microsoft.com/office/drawing/2014/main" id="{A309DBE8-9665-41F1-9C47-FA615A6E2E34}"/>
              </a:ext>
            </a:extLst>
          </p:cNvPr>
          <p:cNvSpPr txBox="1">
            <a:spLocks noChangeArrowheads="1"/>
          </p:cNvSpPr>
          <p:nvPr/>
        </p:nvSpPr>
        <p:spPr bwMode="auto">
          <a:xfrm>
            <a:off x="6732588" y="1143000"/>
            <a:ext cx="762000" cy="2225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defRPr/>
            </a:pPr>
            <a:r>
              <a:rPr lang="en-US" altLang="zh-CN" sz="2000" b="1">
                <a:latin typeface="+mn-lt"/>
                <a:ea typeface="+mn-ea"/>
                <a:cs typeface="+mn-ea"/>
                <a:sym typeface="+mn-lt"/>
              </a:rPr>
              <a:t>25</a:t>
            </a:r>
          </a:p>
          <a:p>
            <a:pPr algn="ctr">
              <a:lnSpc>
                <a:spcPct val="100000"/>
              </a:lnSpc>
              <a:spcBef>
                <a:spcPct val="50000"/>
              </a:spcBef>
              <a:defRPr/>
            </a:pPr>
            <a:r>
              <a:rPr lang="en-US" altLang="zh-CN" sz="2000" b="1">
                <a:latin typeface="+mn-lt"/>
                <a:ea typeface="+mn-ea"/>
                <a:cs typeface="+mn-ea"/>
                <a:sym typeface="+mn-lt"/>
              </a:rPr>
              <a:t>12</a:t>
            </a:r>
          </a:p>
          <a:p>
            <a:pPr algn="ctr">
              <a:lnSpc>
                <a:spcPct val="100000"/>
              </a:lnSpc>
              <a:spcBef>
                <a:spcPct val="50000"/>
              </a:spcBef>
              <a:defRPr/>
            </a:pPr>
            <a:r>
              <a:rPr lang="en-US" altLang="zh-CN" sz="2000" b="1">
                <a:latin typeface="+mn-lt"/>
                <a:ea typeface="+mn-ea"/>
                <a:cs typeface="+mn-ea"/>
                <a:sym typeface="+mn-lt"/>
              </a:rPr>
              <a:t>47</a:t>
            </a:r>
          </a:p>
          <a:p>
            <a:pPr algn="ctr">
              <a:lnSpc>
                <a:spcPct val="100000"/>
              </a:lnSpc>
              <a:spcBef>
                <a:spcPct val="50000"/>
              </a:spcBef>
              <a:defRPr/>
            </a:pPr>
            <a:r>
              <a:rPr lang="en-US" altLang="zh-CN" sz="2000" b="1">
                <a:latin typeface="+mn-lt"/>
                <a:ea typeface="+mn-ea"/>
                <a:cs typeface="+mn-ea"/>
                <a:sym typeface="+mn-lt"/>
              </a:rPr>
              <a:t>36</a:t>
            </a:r>
          </a:p>
          <a:p>
            <a:pPr algn="ctr">
              <a:lnSpc>
                <a:spcPct val="100000"/>
              </a:lnSpc>
              <a:spcBef>
                <a:spcPct val="50000"/>
              </a:spcBef>
              <a:defRPr/>
            </a:pPr>
            <a:r>
              <a:rPr lang="en-US" altLang="zh-CN" sz="2000" b="1">
                <a:latin typeface="+mn-lt"/>
                <a:ea typeface="+mn-ea"/>
                <a:cs typeface="+mn-ea"/>
                <a:sym typeface="+mn-lt"/>
              </a:rPr>
              <a:t>14</a:t>
            </a:r>
            <a:endParaRPr lang="en-US" altLang="zh-CN" sz="1600" b="1">
              <a:latin typeface="+mn-lt"/>
              <a:ea typeface="+mn-ea"/>
              <a:cs typeface="+mn-ea"/>
              <a:sym typeface="+mn-lt"/>
            </a:endParaRPr>
          </a:p>
        </p:txBody>
      </p:sp>
      <p:sp>
        <p:nvSpPr>
          <p:cNvPr id="68652" name="AutoShape 50">
            <a:extLst>
              <a:ext uri="{FF2B5EF4-FFF2-40B4-BE49-F238E27FC236}">
                <a16:creationId xmlns:a16="http://schemas.microsoft.com/office/drawing/2014/main" id="{B7ADEAAC-8158-483A-B3B3-189FB1B874A3}"/>
              </a:ext>
            </a:extLst>
          </p:cNvPr>
          <p:cNvSpPr>
            <a:spLocks noChangeArrowheads="1"/>
          </p:cNvSpPr>
          <p:nvPr/>
        </p:nvSpPr>
        <p:spPr bwMode="auto">
          <a:xfrm>
            <a:off x="1100138" y="2697163"/>
            <a:ext cx="914400" cy="152400"/>
          </a:xfrm>
          <a:prstGeom prst="rightArrow">
            <a:avLst>
              <a:gd name="adj1" fmla="val 50000"/>
              <a:gd name="adj2" fmla="val 150000"/>
            </a:avLst>
          </a:prstGeom>
          <a:solidFill>
            <a:srgbClr val="FF0000"/>
          </a:solidFill>
          <a:ln w="9525">
            <a:solidFill>
              <a:srgbClr val="FF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653" name="Text Box 51">
            <a:extLst>
              <a:ext uri="{FF2B5EF4-FFF2-40B4-BE49-F238E27FC236}">
                <a16:creationId xmlns:a16="http://schemas.microsoft.com/office/drawing/2014/main" id="{158C6759-3FEC-44D2-96B3-9A165FDEECE9}"/>
              </a:ext>
            </a:extLst>
          </p:cNvPr>
          <p:cNvSpPr txBox="1">
            <a:spLocks noChangeArrowheads="1"/>
          </p:cNvSpPr>
          <p:nvPr/>
        </p:nvSpPr>
        <p:spPr bwMode="auto">
          <a:xfrm>
            <a:off x="1081088" y="2235200"/>
            <a:ext cx="8382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50000"/>
              </a:spcBef>
            </a:pPr>
            <a:r>
              <a:rPr lang="zh-CN" altLang="en-US">
                <a:sym typeface="+mn-lt"/>
              </a:rPr>
              <a:t>删除</a:t>
            </a:r>
          </a:p>
        </p:txBody>
      </p:sp>
      <p:sp>
        <p:nvSpPr>
          <p:cNvPr id="68654" name="AutoShape 52">
            <a:extLst>
              <a:ext uri="{FF2B5EF4-FFF2-40B4-BE49-F238E27FC236}">
                <a16:creationId xmlns:a16="http://schemas.microsoft.com/office/drawing/2014/main" id="{F3260B31-3D48-4D55-AC33-592DC59FAFD4}"/>
              </a:ext>
            </a:extLst>
          </p:cNvPr>
          <p:cNvSpPr>
            <a:spLocks noChangeArrowheads="1"/>
          </p:cNvSpPr>
          <p:nvPr/>
        </p:nvSpPr>
        <p:spPr bwMode="auto">
          <a:xfrm rot="10896541">
            <a:off x="5576888" y="3338513"/>
            <a:ext cx="76200" cy="457200"/>
          </a:xfrm>
          <a:prstGeom prst="downArrow">
            <a:avLst>
              <a:gd name="adj1" fmla="val 50000"/>
              <a:gd name="adj2" fmla="val 150000"/>
            </a:avLst>
          </a:prstGeom>
          <a:solidFill>
            <a:srgbClr val="FF0000"/>
          </a:solidFill>
          <a:ln w="9525">
            <a:solidFill>
              <a:srgbClr val="FF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446517" name="Rectangle 53">
            <a:extLst>
              <a:ext uri="{FF2B5EF4-FFF2-40B4-BE49-F238E27FC236}">
                <a16:creationId xmlns:a16="http://schemas.microsoft.com/office/drawing/2014/main" id="{7D7A5614-1985-40FF-A997-A12902DB29B8}"/>
              </a:ext>
            </a:extLst>
          </p:cNvPr>
          <p:cNvSpPr>
            <a:spLocks noChangeArrowheads="1"/>
          </p:cNvSpPr>
          <p:nvPr/>
        </p:nvSpPr>
        <p:spPr bwMode="auto">
          <a:xfrm>
            <a:off x="900113" y="214313"/>
            <a:ext cx="7105650"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删除（删除第 </a:t>
            </a:r>
            <a:r>
              <a:rPr lang="en-US" altLang="zh-CN">
                <a:solidFill>
                  <a:schemeClr val="bg1"/>
                </a:solidFill>
                <a:ea typeface="微软雅黑" panose="020B0503020204020204" pitchFamily="34" charset="-122"/>
                <a:sym typeface="+mn-lt"/>
              </a:rPr>
              <a:t>i </a:t>
            </a:r>
            <a:r>
              <a:rPr lang="zh-CN" altLang="en-US">
                <a:solidFill>
                  <a:schemeClr val="bg1"/>
                </a:solidFill>
                <a:ea typeface="微软雅黑" panose="020B0503020204020204" pitchFamily="34" charset="-122"/>
                <a:sym typeface="+mn-lt"/>
              </a:rPr>
              <a:t>个结点） </a:t>
            </a:r>
          </a:p>
        </p:txBody>
      </p:sp>
      <p:sp>
        <p:nvSpPr>
          <p:cNvPr id="446518" name="Rectangle 54">
            <a:extLst>
              <a:ext uri="{FF2B5EF4-FFF2-40B4-BE49-F238E27FC236}">
                <a16:creationId xmlns:a16="http://schemas.microsoft.com/office/drawing/2014/main" id="{02D54880-7E8B-4D68-8C2F-17F5CF95019A}"/>
              </a:ext>
            </a:extLst>
          </p:cNvPr>
          <p:cNvSpPr>
            <a:spLocks noChangeArrowheads="1"/>
          </p:cNvSpPr>
          <p:nvPr/>
        </p:nvSpPr>
        <p:spPr bwMode="auto">
          <a:xfrm>
            <a:off x="0" y="5611813"/>
            <a:ext cx="9144000" cy="1016000"/>
          </a:xfrm>
          <a:prstGeom prst="rect">
            <a:avLst/>
          </a:prstGeom>
          <a:solidFill>
            <a:srgbClr val="B8D4EC"/>
          </a:solidFill>
          <a:ln>
            <a:noFill/>
          </a:ln>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lvl="1">
              <a:spcBef>
                <a:spcPct val="50000"/>
              </a:spcBef>
              <a:buFont typeface="Arial" panose="020B0604020202020204" pitchFamily="34" charset="0"/>
              <a:buNone/>
            </a:pPr>
            <a:r>
              <a:rPr lang="zh-CN" altLang="en-US" sz="2400">
                <a:sym typeface="+mn-lt"/>
              </a:rPr>
              <a:t>删除第 </a:t>
            </a:r>
            <a:r>
              <a:rPr lang="en-US" altLang="zh-CN" sz="2400">
                <a:sym typeface="+mn-lt"/>
              </a:rPr>
              <a:t>4 </a:t>
            </a:r>
            <a:r>
              <a:rPr lang="zh-CN" altLang="en-US" sz="2400">
                <a:sym typeface="+mn-lt"/>
              </a:rPr>
              <a:t>个结点，移动 </a:t>
            </a:r>
            <a:r>
              <a:rPr lang="en-US" altLang="zh-CN" sz="2400">
                <a:solidFill>
                  <a:srgbClr val="FF0000"/>
                </a:solidFill>
                <a:sym typeface="+mn-lt"/>
              </a:rPr>
              <a:t>6</a:t>
            </a:r>
            <a:r>
              <a:rPr lang="zh-CN" altLang="en-US" sz="2400">
                <a:solidFill>
                  <a:srgbClr val="FF0000"/>
                </a:solidFill>
                <a:sym typeface="+mn-lt"/>
              </a:rPr>
              <a:t>－</a:t>
            </a:r>
            <a:r>
              <a:rPr lang="en-US" altLang="zh-CN" sz="2400">
                <a:solidFill>
                  <a:srgbClr val="FF0000"/>
                </a:solidFill>
                <a:sym typeface="+mn-lt"/>
              </a:rPr>
              <a:t>4</a:t>
            </a:r>
            <a:r>
              <a:rPr lang="en-US" altLang="zh-CN" sz="2400">
                <a:sym typeface="+mn-lt"/>
              </a:rPr>
              <a:t> </a:t>
            </a:r>
            <a:r>
              <a:rPr lang="zh-CN" altLang="en-US" sz="2400">
                <a:sym typeface="+mn-lt"/>
              </a:rPr>
              <a:t>次</a:t>
            </a:r>
          </a:p>
          <a:p>
            <a:pPr lvl="1">
              <a:spcBef>
                <a:spcPct val="50000"/>
              </a:spcBef>
              <a:buFont typeface="Arial" panose="020B0604020202020204" pitchFamily="34" charset="0"/>
              <a:buNone/>
            </a:pPr>
            <a:r>
              <a:rPr lang="zh-CN" altLang="en-US" sz="2400">
                <a:sym typeface="+mn-lt"/>
              </a:rPr>
              <a:t>删除第 </a:t>
            </a:r>
            <a:r>
              <a:rPr lang="en-US" altLang="zh-CN" sz="2400">
                <a:sym typeface="+mn-lt"/>
              </a:rPr>
              <a:t>i </a:t>
            </a:r>
            <a:r>
              <a:rPr lang="zh-CN" altLang="zh-CN" sz="2400">
                <a:sym typeface="+mn-lt"/>
              </a:rPr>
              <a:t>个结点，移动 </a:t>
            </a:r>
            <a:r>
              <a:rPr lang="en-US" altLang="zh-CN" sz="2400">
                <a:solidFill>
                  <a:srgbClr val="FF0000"/>
                </a:solidFill>
                <a:sym typeface="+mn-lt"/>
              </a:rPr>
              <a:t>n-i</a:t>
            </a:r>
            <a:r>
              <a:rPr lang="en-US" altLang="zh-CN" sz="2400">
                <a:sym typeface="+mn-lt"/>
              </a:rPr>
              <a:t> </a:t>
            </a:r>
            <a:r>
              <a:rPr lang="zh-CN" altLang="zh-CN" sz="2400">
                <a:sym typeface="+mn-lt"/>
              </a:rPr>
              <a:t>次</a:t>
            </a:r>
            <a:endParaRPr lang="zh-CN" altLang="en-US" sz="2400">
              <a:solidFill>
                <a:schemeClr val="folHlink"/>
              </a:solidFill>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446518">
                                            <p:bg/>
                                          </p:spTgt>
                                        </p:tgtEl>
                                        <p:attrNameLst>
                                          <p:attrName>style.visibility</p:attrName>
                                        </p:attrNameLst>
                                      </p:cBhvr>
                                      <p:to>
                                        <p:strVal val="visible"/>
                                      </p:to>
                                    </p:set>
                                    <p:animEffect transition="in" filter="diamond(in)">
                                      <p:cBhvr>
                                        <p:cTn id="7" dur="2000"/>
                                        <p:tgtEl>
                                          <p:spTgt spid="446518">
                                            <p:bg/>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8" presetClass="entr" presetSubtype="16" fill="hold" grpId="0" nodeType="clickEffect">
                                  <p:stCondLst>
                                    <p:cond delay="0"/>
                                  </p:stCondLst>
                                  <p:childTnLst>
                                    <p:set>
                                      <p:cBhvr>
                                        <p:cTn id="11" dur="1" fill="hold">
                                          <p:stCondLst>
                                            <p:cond delay="0"/>
                                          </p:stCondLst>
                                        </p:cTn>
                                        <p:tgtEl>
                                          <p:spTgt spid="446518">
                                            <p:txEl>
                                              <p:pRg st="0" end="0"/>
                                            </p:txEl>
                                          </p:spTgt>
                                        </p:tgtEl>
                                        <p:attrNameLst>
                                          <p:attrName>style.visibility</p:attrName>
                                        </p:attrNameLst>
                                      </p:cBhvr>
                                      <p:to>
                                        <p:strVal val="visible"/>
                                      </p:to>
                                    </p:set>
                                    <p:animEffect transition="in" filter="diamond(in)">
                                      <p:cBhvr>
                                        <p:cTn id="12" dur="2000"/>
                                        <p:tgtEl>
                                          <p:spTgt spid="446518">
                                            <p:txEl>
                                              <p:pRg st="0" end="0"/>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8" presetClass="entr" presetSubtype="16" fill="hold" grpId="0" nodeType="clickEffect">
                                  <p:stCondLst>
                                    <p:cond delay="0"/>
                                  </p:stCondLst>
                                  <p:childTnLst>
                                    <p:set>
                                      <p:cBhvr>
                                        <p:cTn id="16" dur="1" fill="hold">
                                          <p:stCondLst>
                                            <p:cond delay="0"/>
                                          </p:stCondLst>
                                        </p:cTn>
                                        <p:tgtEl>
                                          <p:spTgt spid="446518">
                                            <p:txEl>
                                              <p:pRg st="1" end="1"/>
                                            </p:txEl>
                                          </p:spTgt>
                                        </p:tgtEl>
                                        <p:attrNameLst>
                                          <p:attrName>style.visibility</p:attrName>
                                        </p:attrNameLst>
                                      </p:cBhvr>
                                      <p:to>
                                        <p:strVal val="visible"/>
                                      </p:to>
                                    </p:set>
                                    <p:animEffect transition="in" filter="diamond(in)">
                                      <p:cBhvr>
                                        <p:cTn id="17" dur="2000"/>
                                        <p:tgtEl>
                                          <p:spTgt spid="446518">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6518" grpId="0" build="p" bldLvl="2"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5" name="Rectangle 12">
            <a:extLst>
              <a:ext uri="{FF2B5EF4-FFF2-40B4-BE49-F238E27FC236}">
                <a16:creationId xmlns:a16="http://schemas.microsoft.com/office/drawing/2014/main" id="{9936E89F-EECF-4A6D-8053-2AA06A385729}"/>
              </a:ext>
            </a:extLst>
          </p:cNvPr>
          <p:cNvSpPr>
            <a:spLocks noChangeArrowheads="1"/>
          </p:cNvSpPr>
          <p:nvPr/>
        </p:nvSpPr>
        <p:spPr bwMode="auto">
          <a:xfrm>
            <a:off x="684213" y="158750"/>
            <a:ext cx="3775075"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算法步骤</a:t>
            </a:r>
            <a:r>
              <a:rPr lang="en-US" altLang="zh-CN">
                <a:solidFill>
                  <a:schemeClr val="bg1"/>
                </a:solidFill>
                <a:ea typeface="微软雅黑" panose="020B0503020204020204" pitchFamily="34" charset="-122"/>
                <a:sym typeface="+mn-lt"/>
              </a:rPr>
              <a:t>】</a:t>
            </a:r>
          </a:p>
        </p:txBody>
      </p:sp>
      <p:sp>
        <p:nvSpPr>
          <p:cNvPr id="72707" name="椭圆 9">
            <a:extLst>
              <a:ext uri="{FF2B5EF4-FFF2-40B4-BE49-F238E27FC236}">
                <a16:creationId xmlns:a16="http://schemas.microsoft.com/office/drawing/2014/main" id="{4F339F35-9EEF-AF4F-942B-BDCA8DFE1787}"/>
              </a:ext>
            </a:extLst>
          </p:cNvPr>
          <p:cNvSpPr>
            <a:spLocks noChangeArrowheads="1"/>
          </p:cNvSpPr>
          <p:nvPr/>
        </p:nvSpPr>
        <p:spPr bwMode="auto">
          <a:xfrm>
            <a:off x="900113" y="2387600"/>
            <a:ext cx="96837" cy="155575"/>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72708" name="椭圆 3">
            <a:extLst>
              <a:ext uri="{FF2B5EF4-FFF2-40B4-BE49-F238E27FC236}">
                <a16:creationId xmlns:a16="http://schemas.microsoft.com/office/drawing/2014/main" id="{597821F7-B1D2-084A-B7D8-B080C4FDC912}"/>
              </a:ext>
            </a:extLst>
          </p:cNvPr>
          <p:cNvSpPr>
            <a:spLocks noChangeArrowheads="1"/>
          </p:cNvSpPr>
          <p:nvPr/>
        </p:nvSpPr>
        <p:spPr bwMode="auto">
          <a:xfrm>
            <a:off x="1439863" y="5314950"/>
            <a:ext cx="95250" cy="157163"/>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72709" name="椭圆 4">
            <a:extLst>
              <a:ext uri="{FF2B5EF4-FFF2-40B4-BE49-F238E27FC236}">
                <a16:creationId xmlns:a16="http://schemas.microsoft.com/office/drawing/2014/main" id="{68F0F901-3842-4B43-90A1-9863486D1E74}"/>
              </a:ext>
            </a:extLst>
          </p:cNvPr>
          <p:cNvSpPr>
            <a:spLocks noChangeArrowheads="1"/>
          </p:cNvSpPr>
          <p:nvPr/>
        </p:nvSpPr>
        <p:spPr bwMode="auto">
          <a:xfrm>
            <a:off x="901700" y="5303838"/>
            <a:ext cx="96838" cy="157162"/>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72710" name="椭圆 6">
            <a:extLst>
              <a:ext uri="{FF2B5EF4-FFF2-40B4-BE49-F238E27FC236}">
                <a16:creationId xmlns:a16="http://schemas.microsoft.com/office/drawing/2014/main" id="{D1B9C9E0-4F33-6046-B469-41D52FD6B92C}"/>
              </a:ext>
            </a:extLst>
          </p:cNvPr>
          <p:cNvSpPr>
            <a:spLocks noChangeArrowheads="1"/>
          </p:cNvSpPr>
          <p:nvPr/>
        </p:nvSpPr>
        <p:spPr bwMode="auto">
          <a:xfrm>
            <a:off x="306388" y="5297488"/>
            <a:ext cx="95250" cy="155575"/>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72711" name="椭圆 8">
            <a:extLst>
              <a:ext uri="{FF2B5EF4-FFF2-40B4-BE49-F238E27FC236}">
                <a16:creationId xmlns:a16="http://schemas.microsoft.com/office/drawing/2014/main" id="{302C8ADB-60D6-A448-9B5F-E8E258E0EFAF}"/>
              </a:ext>
            </a:extLst>
          </p:cNvPr>
          <p:cNvSpPr>
            <a:spLocks noChangeArrowheads="1"/>
          </p:cNvSpPr>
          <p:nvPr/>
        </p:nvSpPr>
        <p:spPr bwMode="auto">
          <a:xfrm>
            <a:off x="1436688" y="2398713"/>
            <a:ext cx="95250" cy="157162"/>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72712" name="椭圆 11">
            <a:extLst>
              <a:ext uri="{FF2B5EF4-FFF2-40B4-BE49-F238E27FC236}">
                <a16:creationId xmlns:a16="http://schemas.microsoft.com/office/drawing/2014/main" id="{FFA2D657-6114-884C-87E6-AA256A9AD577}"/>
              </a:ext>
            </a:extLst>
          </p:cNvPr>
          <p:cNvSpPr>
            <a:spLocks noChangeArrowheads="1"/>
          </p:cNvSpPr>
          <p:nvPr/>
        </p:nvSpPr>
        <p:spPr bwMode="auto">
          <a:xfrm>
            <a:off x="301625" y="2386013"/>
            <a:ext cx="96838" cy="155575"/>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16" name="矩形 15">
            <a:extLst>
              <a:ext uri="{FF2B5EF4-FFF2-40B4-BE49-F238E27FC236}">
                <a16:creationId xmlns:a16="http://schemas.microsoft.com/office/drawing/2014/main" id="{E7EE5BF9-3CB6-48A7-9929-0634940AD3B9}"/>
              </a:ext>
            </a:extLst>
          </p:cNvPr>
          <p:cNvSpPr>
            <a:spLocks noChangeArrowheads="1"/>
          </p:cNvSpPr>
          <p:nvPr/>
        </p:nvSpPr>
        <p:spPr bwMode="auto">
          <a:xfrm>
            <a:off x="0" y="2497138"/>
            <a:ext cx="9144000" cy="2867025"/>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lIns="4248000" rIns="252000" anchor="ctr"/>
          <a:lstStyle/>
          <a:p>
            <a:pPr algn="just" eaLnBrk="1" hangingPunct="1">
              <a:lnSpc>
                <a:spcPct val="130000"/>
              </a:lnSpc>
              <a:spcBef>
                <a:spcPts val="600"/>
              </a:spcBef>
              <a:spcAft>
                <a:spcPts val="600"/>
              </a:spcAft>
              <a:defRPr/>
            </a:pPr>
            <a:endParaRPr lang="zh-CN" altLang="en-US" dirty="0">
              <a:solidFill>
                <a:schemeClr val="tx1">
                  <a:lumMod val="65000"/>
                  <a:lumOff val="35000"/>
                </a:schemeClr>
              </a:solidFill>
              <a:latin typeface="微软雅黑" pitchFamily="34" charset="-122"/>
              <a:ea typeface="微软雅黑" pitchFamily="34" charset="-122"/>
            </a:endParaRPr>
          </a:p>
        </p:txBody>
      </p:sp>
      <p:sp>
        <p:nvSpPr>
          <p:cNvPr id="72714" name="圆角矩形 15">
            <a:extLst>
              <a:ext uri="{FF2B5EF4-FFF2-40B4-BE49-F238E27FC236}">
                <a16:creationId xmlns:a16="http://schemas.microsoft.com/office/drawing/2014/main" id="{3D1C5589-4BFB-FA4A-924F-20E0AE35B64A}"/>
              </a:ext>
            </a:extLst>
          </p:cNvPr>
          <p:cNvSpPr>
            <a:spLocks noChangeArrowheads="1"/>
          </p:cNvSpPr>
          <p:nvPr/>
        </p:nvSpPr>
        <p:spPr bwMode="auto">
          <a:xfrm>
            <a:off x="927100" y="2387600"/>
            <a:ext cx="493713" cy="3073400"/>
          </a:xfrm>
          <a:custGeom>
            <a:avLst/>
            <a:gdLst>
              <a:gd name="T0" fmla="*/ 2413 w 738285"/>
              <a:gd name="T1" fmla="*/ 7929 h 4248500"/>
              <a:gd name="T2" fmla="*/ 334 w 738285"/>
              <a:gd name="T3" fmla="*/ 1 h 4248500"/>
              <a:gd name="T4" fmla="*/ 16857 w 738285"/>
              <a:gd name="T5" fmla="*/ 1 h 4248500"/>
              <a:gd name="T6" fmla="*/ 19746 w 738285"/>
              <a:gd name="T7" fmla="*/ 5861 h 4248500"/>
              <a:gd name="T8" fmla="*/ 19746 w 738285"/>
              <a:gd name="T9" fmla="*/ 224647 h 4248500"/>
              <a:gd name="T10" fmla="*/ 16857 w 738285"/>
              <a:gd name="T11" fmla="*/ 230508 h 4248500"/>
              <a:gd name="T12" fmla="*/ 971 w 738285"/>
              <a:gd name="T13" fmla="*/ 230508 h 4248500"/>
              <a:gd name="T14" fmla="*/ 2413 w 738285"/>
              <a:gd name="T15" fmla="*/ 224647 h 4248500"/>
              <a:gd name="T16" fmla="*/ 2413 w 738285"/>
              <a:gd name="T17" fmla="*/ 7929 h 424850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8285"/>
              <a:gd name="T28" fmla="*/ 0 h 4248500"/>
              <a:gd name="T29" fmla="*/ 738285 w 738285"/>
              <a:gd name="T30" fmla="*/ 4248500 h 424850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8285" h="4248500">
                <a:moveTo>
                  <a:pt x="90213" y="146124"/>
                </a:moveTo>
                <a:cubicBezTo>
                  <a:pt x="128313" y="-4018"/>
                  <a:pt x="-47164" y="10"/>
                  <a:pt x="12490" y="10"/>
                </a:cubicBezTo>
                <a:lnTo>
                  <a:pt x="630271" y="10"/>
                </a:lnTo>
                <a:cubicBezTo>
                  <a:pt x="689925" y="10"/>
                  <a:pt x="738285" y="48370"/>
                  <a:pt x="738285" y="108024"/>
                </a:cubicBezTo>
                <a:lnTo>
                  <a:pt x="738285" y="4140468"/>
                </a:lnTo>
                <a:cubicBezTo>
                  <a:pt x="738285" y="4200122"/>
                  <a:pt x="689925" y="4248482"/>
                  <a:pt x="630271" y="4248482"/>
                </a:cubicBezTo>
                <a:lnTo>
                  <a:pt x="36302" y="4248482"/>
                </a:lnTo>
                <a:cubicBezTo>
                  <a:pt x="-23352" y="4248482"/>
                  <a:pt x="94976" y="4252509"/>
                  <a:pt x="90213" y="4140468"/>
                </a:cubicBezTo>
                <a:lnTo>
                  <a:pt x="90213" y="146124"/>
                </a:lnTo>
                <a:close/>
              </a:path>
            </a:pathLst>
          </a:custGeom>
          <a:solidFill>
            <a:srgbClr val="FFC000"/>
          </a:solidFill>
          <a:ln>
            <a:noFill/>
          </a:ln>
          <a:extLst>
            <a:ext uri="{91240B29-F687-4F45-9708-019B960494DF}">
              <a14:hiddenLine xmlns:a14="http://schemas.microsoft.com/office/drawing/2010/main" w="9525">
                <a:solidFill>
                  <a:srgbClr val="000000"/>
                </a:solidFill>
                <a:round/>
                <a:headEnd/>
                <a:tailEnd/>
              </a14:hiddenLine>
            </a:ext>
          </a:extLst>
        </p:spPr>
        <p:txBody>
          <a:bodyPr vert="eaVert" lIns="72000" tIns="0" rIns="0" bIns="0" anchor="ctr"/>
          <a:lstStyle/>
          <a:p>
            <a:endParaRPr lang="en-US"/>
          </a:p>
        </p:txBody>
      </p:sp>
      <p:sp>
        <p:nvSpPr>
          <p:cNvPr id="72715" name="圆角矩形 15">
            <a:extLst>
              <a:ext uri="{FF2B5EF4-FFF2-40B4-BE49-F238E27FC236}">
                <a16:creationId xmlns:a16="http://schemas.microsoft.com/office/drawing/2014/main" id="{6848EE9D-BD8B-FB4A-8F68-4BB1BAA2CC88}"/>
              </a:ext>
            </a:extLst>
          </p:cNvPr>
          <p:cNvSpPr>
            <a:spLocks noChangeArrowheads="1"/>
          </p:cNvSpPr>
          <p:nvPr/>
        </p:nvSpPr>
        <p:spPr bwMode="auto">
          <a:xfrm>
            <a:off x="331788" y="2382838"/>
            <a:ext cx="492125" cy="3073400"/>
          </a:xfrm>
          <a:custGeom>
            <a:avLst/>
            <a:gdLst>
              <a:gd name="T0" fmla="*/ 2344 w 738285"/>
              <a:gd name="T1" fmla="*/ 7929 h 4248500"/>
              <a:gd name="T2" fmla="*/ 325 w 738285"/>
              <a:gd name="T3" fmla="*/ 1 h 4248500"/>
              <a:gd name="T4" fmla="*/ 16375 w 738285"/>
              <a:gd name="T5" fmla="*/ 1 h 4248500"/>
              <a:gd name="T6" fmla="*/ 19181 w 738285"/>
              <a:gd name="T7" fmla="*/ 5861 h 4248500"/>
              <a:gd name="T8" fmla="*/ 19181 w 738285"/>
              <a:gd name="T9" fmla="*/ 224647 h 4248500"/>
              <a:gd name="T10" fmla="*/ 16375 w 738285"/>
              <a:gd name="T11" fmla="*/ 230508 h 4248500"/>
              <a:gd name="T12" fmla="*/ 943 w 738285"/>
              <a:gd name="T13" fmla="*/ 230508 h 4248500"/>
              <a:gd name="T14" fmla="*/ 2344 w 738285"/>
              <a:gd name="T15" fmla="*/ 224647 h 4248500"/>
              <a:gd name="T16" fmla="*/ 2344 w 738285"/>
              <a:gd name="T17" fmla="*/ 7929 h 424850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8285"/>
              <a:gd name="T28" fmla="*/ 0 h 4248500"/>
              <a:gd name="T29" fmla="*/ 738285 w 738285"/>
              <a:gd name="T30" fmla="*/ 4248500 h 424850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8285" h="4248500">
                <a:moveTo>
                  <a:pt x="90213" y="146124"/>
                </a:moveTo>
                <a:cubicBezTo>
                  <a:pt x="128313" y="-4018"/>
                  <a:pt x="-47164" y="10"/>
                  <a:pt x="12490" y="10"/>
                </a:cubicBezTo>
                <a:lnTo>
                  <a:pt x="630271" y="10"/>
                </a:lnTo>
                <a:cubicBezTo>
                  <a:pt x="689925" y="10"/>
                  <a:pt x="738285" y="48370"/>
                  <a:pt x="738285" y="108024"/>
                </a:cubicBezTo>
                <a:lnTo>
                  <a:pt x="738285" y="4140468"/>
                </a:lnTo>
                <a:cubicBezTo>
                  <a:pt x="738285" y="4200122"/>
                  <a:pt x="689925" y="4248482"/>
                  <a:pt x="630271" y="4248482"/>
                </a:cubicBezTo>
                <a:lnTo>
                  <a:pt x="36302" y="4248482"/>
                </a:lnTo>
                <a:cubicBezTo>
                  <a:pt x="-23352" y="4248482"/>
                  <a:pt x="94976" y="4252509"/>
                  <a:pt x="90213" y="4140468"/>
                </a:cubicBezTo>
                <a:lnTo>
                  <a:pt x="90213" y="146124"/>
                </a:lnTo>
                <a:close/>
              </a:path>
            </a:pathLst>
          </a:custGeom>
          <a:solidFill>
            <a:srgbClr val="9476B6"/>
          </a:solidFill>
          <a:ln>
            <a:noFill/>
          </a:ln>
          <a:extLst>
            <a:ext uri="{91240B29-F687-4F45-9708-019B960494DF}">
              <a14:hiddenLine xmlns:a14="http://schemas.microsoft.com/office/drawing/2010/main" w="9525">
                <a:solidFill>
                  <a:srgbClr val="000000"/>
                </a:solidFill>
                <a:round/>
                <a:headEnd/>
                <a:tailEnd/>
              </a14:hiddenLine>
            </a:ext>
          </a:extLst>
        </p:spPr>
        <p:txBody>
          <a:bodyPr vert="eaVert" lIns="72000" tIns="0" rIns="0" bIns="0" anchor="ctr"/>
          <a:lstStyle/>
          <a:p>
            <a:endParaRPr lang="en-US"/>
          </a:p>
        </p:txBody>
      </p:sp>
      <p:sp>
        <p:nvSpPr>
          <p:cNvPr id="21" name="圆角矩形 15">
            <a:extLst>
              <a:ext uri="{FF2B5EF4-FFF2-40B4-BE49-F238E27FC236}">
                <a16:creationId xmlns:a16="http://schemas.microsoft.com/office/drawing/2014/main" id="{37971EF3-8AC4-4DBC-BDAF-24CDAAED90E2}"/>
              </a:ext>
            </a:extLst>
          </p:cNvPr>
          <p:cNvSpPr>
            <a:spLocks noChangeArrowheads="1"/>
          </p:cNvSpPr>
          <p:nvPr/>
        </p:nvSpPr>
        <p:spPr bwMode="auto">
          <a:xfrm>
            <a:off x="1465263" y="2398713"/>
            <a:ext cx="492125" cy="3073400"/>
          </a:xfrm>
          <a:custGeom>
            <a:avLst/>
            <a:gdLst>
              <a:gd name="T0" fmla="*/ 26719 w 738285"/>
              <a:gd name="T1" fmla="*/ 55318 h 4248500"/>
              <a:gd name="T2" fmla="*/ 3700 w 738285"/>
              <a:gd name="T3" fmla="*/ 4 h 4248500"/>
              <a:gd name="T4" fmla="*/ 186673 w 738285"/>
              <a:gd name="T5" fmla="*/ 4 h 4248500"/>
              <a:gd name="T6" fmla="*/ 218664 w 738285"/>
              <a:gd name="T7" fmla="*/ 40895 h 4248500"/>
              <a:gd name="T8" fmla="*/ 218664 w 738285"/>
              <a:gd name="T9" fmla="*/ 1567472 h 4248500"/>
              <a:gd name="T10" fmla="*/ 186673 w 738285"/>
              <a:gd name="T11" fmla="*/ 1608364 h 4248500"/>
              <a:gd name="T12" fmla="*/ 10752 w 738285"/>
              <a:gd name="T13" fmla="*/ 1608364 h 4248500"/>
              <a:gd name="T14" fmla="*/ 26719 w 738285"/>
              <a:gd name="T15" fmla="*/ 1567472 h 4248500"/>
              <a:gd name="T16" fmla="*/ 26719 w 738285"/>
              <a:gd name="T17" fmla="*/ 55318 h 424850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8285"/>
              <a:gd name="T28" fmla="*/ 0 h 4248500"/>
              <a:gd name="T29" fmla="*/ 738285 w 738285"/>
              <a:gd name="T30" fmla="*/ 4248500 h 424850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8285" h="4248500">
                <a:moveTo>
                  <a:pt x="90213" y="146124"/>
                </a:moveTo>
                <a:cubicBezTo>
                  <a:pt x="128313" y="-4018"/>
                  <a:pt x="-47164" y="10"/>
                  <a:pt x="12490" y="10"/>
                </a:cubicBezTo>
                <a:lnTo>
                  <a:pt x="630271" y="10"/>
                </a:lnTo>
                <a:cubicBezTo>
                  <a:pt x="689925" y="10"/>
                  <a:pt x="738285" y="48370"/>
                  <a:pt x="738285" y="108024"/>
                </a:cubicBezTo>
                <a:lnTo>
                  <a:pt x="738285" y="4140468"/>
                </a:lnTo>
                <a:cubicBezTo>
                  <a:pt x="738285" y="4200122"/>
                  <a:pt x="689925" y="4248482"/>
                  <a:pt x="630271" y="4248482"/>
                </a:cubicBezTo>
                <a:lnTo>
                  <a:pt x="36302" y="4248482"/>
                </a:lnTo>
                <a:cubicBezTo>
                  <a:pt x="-23352" y="4248482"/>
                  <a:pt x="94976" y="4252509"/>
                  <a:pt x="90213" y="4140468"/>
                </a:cubicBezTo>
                <a:lnTo>
                  <a:pt x="90213" y="146124"/>
                </a:lnTo>
                <a:close/>
              </a:path>
            </a:pathLst>
          </a:custGeom>
          <a:solidFill>
            <a:schemeClr val="bg2">
              <a:lumMod val="60000"/>
              <a:lumOff val="40000"/>
            </a:schemeClr>
          </a:solidFill>
          <a:ln>
            <a:noFill/>
          </a:ln>
        </p:spPr>
        <p:txBody>
          <a:bodyPr vert="eaVert" lIns="72000" tIns="0" rIns="0" bIns="0" anchor="ctr"/>
          <a:lstStyle/>
          <a:p>
            <a:pPr algn="ctr" eaLnBrk="1" hangingPunct="1">
              <a:defRPr/>
            </a:pPr>
            <a:endParaRPr lang="zh-CN" altLang="en-US" dirty="0">
              <a:solidFill>
                <a:srgbClr val="FFFFFF"/>
              </a:solidFill>
              <a:latin typeface="微软雅黑" pitchFamily="34" charset="-122"/>
              <a:ea typeface="微软雅黑" pitchFamily="34" charset="-122"/>
            </a:endParaRPr>
          </a:p>
        </p:txBody>
      </p:sp>
      <p:sp>
        <p:nvSpPr>
          <p:cNvPr id="448523" name="Rectangle 11">
            <a:extLst>
              <a:ext uri="{FF2B5EF4-FFF2-40B4-BE49-F238E27FC236}">
                <a16:creationId xmlns:a16="http://schemas.microsoft.com/office/drawing/2014/main" id="{EDB4A887-4933-4156-9909-A8765ECCABCF}"/>
              </a:ext>
            </a:extLst>
          </p:cNvPr>
          <p:cNvSpPr>
            <a:spLocks noRot="1" noChangeArrowheads="1"/>
          </p:cNvSpPr>
          <p:nvPr/>
        </p:nvSpPr>
        <p:spPr bwMode="auto">
          <a:xfrm>
            <a:off x="1982788" y="2874963"/>
            <a:ext cx="8015287" cy="208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zh-CN">
                <a:sym typeface="+mn-lt"/>
              </a:rPr>
              <a:t>（</a:t>
            </a:r>
            <a:r>
              <a:rPr lang="en-US" altLang="zh-CN">
                <a:sym typeface="+mn-lt"/>
              </a:rPr>
              <a:t>1</a:t>
            </a:r>
            <a:r>
              <a:rPr lang="zh-CN" altLang="en-US">
                <a:sym typeface="+mn-lt"/>
              </a:rPr>
              <a:t>）判断</a:t>
            </a:r>
            <a:r>
              <a:rPr lang="zh-CN" altLang="en-US">
                <a:solidFill>
                  <a:srgbClr val="FF0000"/>
                </a:solidFill>
                <a:sym typeface="+mn-lt"/>
              </a:rPr>
              <a:t>删除位置</a:t>
            </a:r>
            <a:r>
              <a:rPr lang="en-US" altLang="zh-CN">
                <a:solidFill>
                  <a:srgbClr val="FF0000"/>
                </a:solidFill>
                <a:sym typeface="+mn-lt"/>
              </a:rPr>
              <a:t>i </a:t>
            </a:r>
            <a:r>
              <a:rPr lang="zh-CN" altLang="en-US">
                <a:solidFill>
                  <a:srgbClr val="FF0000"/>
                </a:solidFill>
                <a:sym typeface="+mn-lt"/>
              </a:rPr>
              <a:t>是否合法</a:t>
            </a:r>
            <a:r>
              <a:rPr lang="zh-CN" altLang="en-US">
                <a:sym typeface="+mn-lt"/>
              </a:rPr>
              <a:t>（合法值为</a:t>
            </a:r>
            <a:r>
              <a:rPr lang="en-US" altLang="zh-CN">
                <a:sym typeface="+mn-lt"/>
              </a:rPr>
              <a:t>1≤i≤n</a:t>
            </a:r>
            <a:r>
              <a:rPr lang="zh-CN" altLang="en-US">
                <a:sym typeface="+mn-lt"/>
              </a:rPr>
              <a:t>）。</a:t>
            </a:r>
          </a:p>
          <a:p>
            <a:pPr>
              <a:spcBef>
                <a:spcPct val="20000"/>
              </a:spcBef>
            </a:pPr>
            <a:r>
              <a:rPr lang="zh-CN" altLang="en-US">
                <a:sym typeface="+mn-lt"/>
              </a:rPr>
              <a:t>（</a:t>
            </a:r>
            <a:r>
              <a:rPr lang="en-US" altLang="zh-CN">
                <a:sym typeface="+mn-lt"/>
              </a:rPr>
              <a:t>2</a:t>
            </a:r>
            <a:r>
              <a:rPr lang="zh-CN" altLang="en-US">
                <a:sym typeface="+mn-lt"/>
              </a:rPr>
              <a:t>）将欲删除的元素保留在</a:t>
            </a:r>
            <a:r>
              <a:rPr lang="en-US" altLang="zh-CN">
                <a:sym typeface="+mn-lt"/>
              </a:rPr>
              <a:t>e</a:t>
            </a:r>
            <a:r>
              <a:rPr lang="zh-CN" altLang="en-US">
                <a:sym typeface="+mn-lt"/>
              </a:rPr>
              <a:t>中。      </a:t>
            </a:r>
          </a:p>
          <a:p>
            <a:pPr>
              <a:spcBef>
                <a:spcPct val="20000"/>
              </a:spcBef>
            </a:pPr>
            <a:r>
              <a:rPr lang="zh-CN" altLang="en-US">
                <a:sym typeface="+mn-lt"/>
              </a:rPr>
              <a:t>（</a:t>
            </a:r>
            <a:r>
              <a:rPr lang="en-US" altLang="zh-CN">
                <a:sym typeface="+mn-lt"/>
              </a:rPr>
              <a:t>3</a:t>
            </a:r>
            <a:r>
              <a:rPr lang="zh-CN" altLang="en-US">
                <a:sym typeface="+mn-lt"/>
              </a:rPr>
              <a:t>）将第</a:t>
            </a:r>
            <a:r>
              <a:rPr lang="en-US" altLang="zh-CN">
                <a:sym typeface="+mn-lt"/>
              </a:rPr>
              <a:t>i+1</a:t>
            </a:r>
            <a:r>
              <a:rPr lang="zh-CN" altLang="en-US">
                <a:sym typeface="+mn-lt"/>
              </a:rPr>
              <a:t>至第</a:t>
            </a:r>
            <a:r>
              <a:rPr lang="en-US" altLang="zh-CN">
                <a:sym typeface="+mn-lt"/>
              </a:rPr>
              <a:t>n </a:t>
            </a:r>
            <a:r>
              <a:rPr lang="zh-CN" altLang="en-US">
                <a:sym typeface="+mn-lt"/>
              </a:rPr>
              <a:t>位的元素依次</a:t>
            </a:r>
            <a:r>
              <a:rPr lang="zh-CN" altLang="en-US">
                <a:solidFill>
                  <a:srgbClr val="FF0000"/>
                </a:solidFill>
                <a:sym typeface="+mn-lt"/>
              </a:rPr>
              <a:t>向前移动一个位置</a:t>
            </a:r>
            <a:r>
              <a:rPr lang="zh-CN" altLang="en-US">
                <a:sym typeface="+mn-lt"/>
              </a:rPr>
              <a:t>。</a:t>
            </a:r>
            <a:endParaRPr lang="zh-CN" altLang="en-US">
              <a:solidFill>
                <a:srgbClr val="FF0000"/>
              </a:solidFill>
              <a:sym typeface="+mn-lt"/>
            </a:endParaRPr>
          </a:p>
          <a:p>
            <a:pPr>
              <a:spcBef>
                <a:spcPct val="20000"/>
              </a:spcBef>
            </a:pPr>
            <a:r>
              <a:rPr lang="zh-CN" altLang="en-US">
                <a:sym typeface="+mn-lt"/>
              </a:rPr>
              <a:t>（</a:t>
            </a:r>
            <a:r>
              <a:rPr lang="en-US" altLang="zh-CN">
                <a:sym typeface="+mn-lt"/>
              </a:rPr>
              <a:t>4</a:t>
            </a:r>
            <a:r>
              <a:rPr lang="zh-CN" altLang="en-US">
                <a:sym typeface="+mn-lt"/>
              </a:rPr>
              <a:t>）</a:t>
            </a:r>
            <a:r>
              <a:rPr lang="zh-CN" altLang="en-US">
                <a:solidFill>
                  <a:srgbClr val="FF0000"/>
                </a:solidFill>
                <a:sym typeface="+mn-lt"/>
              </a:rPr>
              <a:t>表长减</a:t>
            </a:r>
            <a:r>
              <a:rPr lang="en-US" altLang="zh-CN">
                <a:solidFill>
                  <a:srgbClr val="FF0000"/>
                </a:solidFill>
                <a:sym typeface="+mn-lt"/>
              </a:rPr>
              <a:t>1</a:t>
            </a:r>
            <a:r>
              <a:rPr lang="zh-CN" altLang="en-US">
                <a:sym typeface="+mn-lt"/>
              </a:rPr>
              <a:t>，删除成功返回</a:t>
            </a:r>
            <a:r>
              <a:rPr lang="en-US" altLang="zh-CN">
                <a:sym typeface="+mn-lt"/>
              </a:rPr>
              <a:t>OK</a:t>
            </a:r>
            <a:r>
              <a:rPr lang="zh-CN" altLang="en-US">
                <a:sym typeface="+mn-lt"/>
              </a:rPr>
              <a: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a:extLst>
              <a:ext uri="{FF2B5EF4-FFF2-40B4-BE49-F238E27FC236}">
                <a16:creationId xmlns:a16="http://schemas.microsoft.com/office/drawing/2014/main" id="{56B467DB-3A17-483A-B4E2-55F0889CD3D4}"/>
              </a:ext>
            </a:extLst>
          </p:cNvPr>
          <p:cNvSpPr/>
          <p:nvPr/>
        </p:nvSpPr>
        <p:spPr bwMode="auto">
          <a:xfrm>
            <a:off x="330200" y="1700213"/>
            <a:ext cx="8586788" cy="4994275"/>
          </a:xfrm>
          <a:prstGeom prst="roundRect">
            <a:avLst>
              <a:gd name="adj" fmla="val 2011"/>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73731" name="圆角矩形 4">
            <a:extLst>
              <a:ext uri="{FF2B5EF4-FFF2-40B4-BE49-F238E27FC236}">
                <a16:creationId xmlns:a16="http://schemas.microsoft.com/office/drawing/2014/main" id="{330467E5-81BC-AF41-9C32-3E1FDEF2EAB4}"/>
              </a:ext>
            </a:extLst>
          </p:cNvPr>
          <p:cNvSpPr>
            <a:spLocks noChangeArrowheads="1"/>
          </p:cNvSpPr>
          <p:nvPr/>
        </p:nvSpPr>
        <p:spPr bwMode="auto">
          <a:xfrm>
            <a:off x="317500" y="1050925"/>
            <a:ext cx="8599488" cy="552450"/>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70658" name="Rectangle 4">
            <a:extLst>
              <a:ext uri="{FF2B5EF4-FFF2-40B4-BE49-F238E27FC236}">
                <a16:creationId xmlns:a16="http://schemas.microsoft.com/office/drawing/2014/main" id="{46017A4F-B248-4C34-89DC-3B86BBE5963A}"/>
              </a:ext>
            </a:extLst>
          </p:cNvPr>
          <p:cNvSpPr>
            <a:spLocks noChangeArrowheads="1"/>
          </p:cNvSpPr>
          <p:nvPr/>
        </p:nvSpPr>
        <p:spPr bwMode="auto">
          <a:xfrm>
            <a:off x="611188" y="1881188"/>
            <a:ext cx="8305800" cy="4549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en-US" altLang="zh-CN">
                <a:sym typeface="+mn-lt"/>
              </a:rPr>
              <a:t>Status ListDelete_Sq(SqList &amp;L,int i)</a:t>
            </a:r>
          </a:p>
          <a:p>
            <a:pPr>
              <a:spcBef>
                <a:spcPct val="20000"/>
              </a:spcBef>
            </a:pPr>
            <a:r>
              <a:rPr lang="en-US" altLang="zh-CN">
                <a:sym typeface="+mn-lt"/>
              </a:rPr>
              <a:t>{</a:t>
            </a:r>
          </a:p>
          <a:p>
            <a:pPr>
              <a:spcBef>
                <a:spcPct val="20000"/>
              </a:spcBef>
            </a:pPr>
            <a:r>
              <a:rPr lang="en-US" altLang="zh-CN">
                <a:sym typeface="+mn-lt"/>
              </a:rPr>
              <a:t>   if((i&lt;1)||(i&gt;L.length)) return ERROR;	 //i</a:t>
            </a:r>
            <a:r>
              <a:rPr lang="zh-CN" altLang="en-US">
                <a:sym typeface="+mn-lt"/>
              </a:rPr>
              <a:t>值不合法</a:t>
            </a:r>
          </a:p>
          <a:p>
            <a:pPr>
              <a:spcBef>
                <a:spcPct val="20000"/>
              </a:spcBef>
            </a:pPr>
            <a:r>
              <a:rPr lang="zh-CN" altLang="en-US">
                <a:sym typeface="+mn-lt"/>
              </a:rPr>
              <a:t>   </a:t>
            </a:r>
            <a:r>
              <a:rPr lang="en-US" altLang="zh-CN">
                <a:solidFill>
                  <a:srgbClr val="FF0000"/>
                </a:solidFill>
                <a:sym typeface="+mn-lt"/>
              </a:rPr>
              <a:t>for (j=i;j&lt;=L.length-1;j++)                   </a:t>
            </a:r>
          </a:p>
          <a:p>
            <a:pPr>
              <a:spcBef>
                <a:spcPct val="20000"/>
              </a:spcBef>
            </a:pPr>
            <a:r>
              <a:rPr lang="zh-CN" altLang="en-US">
                <a:solidFill>
                  <a:srgbClr val="FF0000"/>
                </a:solidFill>
                <a:sym typeface="+mn-lt"/>
              </a:rPr>
              <a:t>　  　</a:t>
            </a:r>
            <a:r>
              <a:rPr lang="de-DE" altLang="zh-CN">
                <a:solidFill>
                  <a:srgbClr val="FF0000"/>
                </a:solidFill>
                <a:sym typeface="+mn-lt"/>
              </a:rPr>
              <a:t>L.elem[j-1]=L.elem[j];       </a:t>
            </a:r>
            <a:r>
              <a:rPr lang="en-US" altLang="zh-CN">
                <a:solidFill>
                  <a:srgbClr val="FF0000"/>
                </a:solidFill>
                <a:sym typeface="+mn-lt"/>
              </a:rPr>
              <a:t>//</a:t>
            </a:r>
            <a:r>
              <a:rPr lang="zh-CN" altLang="en-US">
                <a:solidFill>
                  <a:srgbClr val="FF0000"/>
                </a:solidFill>
                <a:sym typeface="+mn-lt"/>
              </a:rPr>
              <a:t>被删除元素之后的元素前移</a:t>
            </a:r>
            <a:r>
              <a:rPr lang="zh-CN" altLang="de-DE">
                <a:solidFill>
                  <a:srgbClr val="FF0000"/>
                </a:solidFill>
                <a:sym typeface="+mn-lt"/>
              </a:rPr>
              <a:t>  </a:t>
            </a:r>
          </a:p>
          <a:p>
            <a:pPr>
              <a:spcBef>
                <a:spcPct val="20000"/>
              </a:spcBef>
            </a:pPr>
            <a:r>
              <a:rPr lang="zh-CN" altLang="de-DE">
                <a:solidFill>
                  <a:srgbClr val="FF0000"/>
                </a:solidFill>
                <a:sym typeface="+mn-lt"/>
              </a:rPr>
              <a:t>   </a:t>
            </a:r>
            <a:r>
              <a:rPr lang="en-US" altLang="zh-CN">
                <a:solidFill>
                  <a:srgbClr val="FF0000"/>
                </a:solidFill>
                <a:sym typeface="+mn-lt"/>
              </a:rPr>
              <a:t>--L.length;               	                 //</a:t>
            </a:r>
            <a:r>
              <a:rPr lang="zh-CN" altLang="en-US">
                <a:solidFill>
                  <a:srgbClr val="FF0000"/>
                </a:solidFill>
                <a:sym typeface="+mn-lt"/>
              </a:rPr>
              <a:t>表长减</a:t>
            </a:r>
            <a:r>
              <a:rPr lang="en-US" altLang="zh-CN">
                <a:solidFill>
                  <a:srgbClr val="FF0000"/>
                </a:solidFill>
                <a:sym typeface="+mn-lt"/>
              </a:rPr>
              <a:t>1</a:t>
            </a:r>
          </a:p>
          <a:p>
            <a:pPr>
              <a:spcBef>
                <a:spcPct val="20000"/>
              </a:spcBef>
            </a:pPr>
            <a:r>
              <a:rPr lang="en-US" altLang="zh-CN">
                <a:sym typeface="+mn-lt"/>
              </a:rPr>
              <a:t>  return OK;</a:t>
            </a:r>
          </a:p>
          <a:p>
            <a:pPr>
              <a:spcBef>
                <a:spcPct val="20000"/>
              </a:spcBef>
            </a:pPr>
            <a:r>
              <a:rPr lang="en-US" altLang="zh-CN">
                <a:sym typeface="+mn-lt"/>
              </a:rPr>
              <a:t>}</a:t>
            </a:r>
          </a:p>
        </p:txBody>
      </p:sp>
      <p:sp>
        <p:nvSpPr>
          <p:cNvPr id="70659" name="Rectangle 5">
            <a:extLst>
              <a:ext uri="{FF2B5EF4-FFF2-40B4-BE49-F238E27FC236}">
                <a16:creationId xmlns:a16="http://schemas.microsoft.com/office/drawing/2014/main" id="{BAD6347E-202E-4D3A-B529-4375B40B1B66}"/>
              </a:ext>
            </a:extLst>
          </p:cNvPr>
          <p:cNvSpPr>
            <a:spLocks noChangeArrowheads="1"/>
          </p:cNvSpPr>
          <p:nvPr/>
        </p:nvSpPr>
        <p:spPr bwMode="auto">
          <a:xfrm>
            <a:off x="611188" y="166688"/>
            <a:ext cx="3775075"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en-US" altLang="zh-CN" dirty="0">
                <a:solidFill>
                  <a:schemeClr val="bg1"/>
                </a:solidFill>
                <a:latin typeface="+mn-lt"/>
                <a:ea typeface="+mn-ea"/>
                <a:cs typeface="+mn-ea"/>
                <a:sym typeface="+mn-lt"/>
              </a:rPr>
              <a:t>【</a:t>
            </a:r>
            <a:r>
              <a:rPr lang="zh-CN" altLang="en-US" dirty="0">
                <a:solidFill>
                  <a:schemeClr val="bg1"/>
                </a:solidFill>
                <a:latin typeface="+mn-lt"/>
                <a:ea typeface="+mn-ea"/>
                <a:cs typeface="+mn-ea"/>
                <a:sym typeface="+mn-lt"/>
              </a:rPr>
              <a:t>算法描述</a:t>
            </a:r>
            <a:r>
              <a:rPr lang="en-US" altLang="zh-CN" dirty="0">
                <a:solidFill>
                  <a:schemeClr val="bg1"/>
                </a:solidFill>
                <a:latin typeface="+mn-lt"/>
                <a:ea typeface="+mn-ea"/>
                <a:cs typeface="+mn-ea"/>
                <a:sym typeface="+mn-lt"/>
              </a:rPr>
              <a:t>】</a:t>
            </a:r>
          </a:p>
        </p:txBody>
      </p:sp>
      <p:sp>
        <p:nvSpPr>
          <p:cNvPr id="6" name="Rectangle 4">
            <a:extLst>
              <a:ext uri="{FF2B5EF4-FFF2-40B4-BE49-F238E27FC236}">
                <a16:creationId xmlns:a16="http://schemas.microsoft.com/office/drawing/2014/main" id="{AABE9646-6AF4-4E42-8FB0-C338FF4ADD27}"/>
              </a:ext>
            </a:extLst>
          </p:cNvPr>
          <p:cNvSpPr>
            <a:spLocks noChangeArrowheads="1"/>
          </p:cNvSpPr>
          <p:nvPr/>
        </p:nvSpPr>
        <p:spPr bwMode="auto">
          <a:xfrm>
            <a:off x="611188" y="1044575"/>
            <a:ext cx="5689600"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olidFill>
                  <a:schemeClr val="bg1"/>
                </a:solidFill>
                <a:sym typeface="+mn-lt"/>
              </a:rPr>
              <a:t>将线性表</a:t>
            </a:r>
            <a:r>
              <a:rPr lang="en-US" altLang="zh-CN">
                <a:solidFill>
                  <a:schemeClr val="bg1"/>
                </a:solidFill>
                <a:sym typeface="+mn-lt"/>
              </a:rPr>
              <a:t>L</a:t>
            </a:r>
            <a:r>
              <a:rPr lang="zh-CN" altLang="en-US">
                <a:solidFill>
                  <a:schemeClr val="bg1"/>
                </a:solidFill>
                <a:sym typeface="+mn-lt"/>
              </a:rPr>
              <a:t>中第</a:t>
            </a:r>
            <a:r>
              <a:rPr lang="en-US" altLang="zh-CN">
                <a:solidFill>
                  <a:schemeClr val="bg1"/>
                </a:solidFill>
                <a:sym typeface="+mn-lt"/>
              </a:rPr>
              <a:t>i</a:t>
            </a:r>
            <a:r>
              <a:rPr lang="zh-CN" altLang="en-US">
                <a:solidFill>
                  <a:schemeClr val="bg1"/>
                </a:solidFill>
                <a:sym typeface="+mn-lt"/>
              </a:rPr>
              <a:t>个数据元素删除</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99028" name="Object 20">
            <a:extLst>
              <a:ext uri="{FF2B5EF4-FFF2-40B4-BE49-F238E27FC236}">
                <a16:creationId xmlns:a16="http://schemas.microsoft.com/office/drawing/2014/main" id="{3B43EA8B-CCE6-A94E-89C8-8C98F5924268}"/>
              </a:ext>
            </a:extLst>
          </p:cNvPr>
          <p:cNvGraphicFramePr>
            <a:graphicFrameLocks noGrp="1"/>
          </p:cNvGraphicFramePr>
          <p:nvPr>
            <p:ph/>
          </p:nvPr>
        </p:nvGraphicFramePr>
        <p:xfrm>
          <a:off x="468313" y="5181600"/>
          <a:ext cx="8207375" cy="1062038"/>
        </p:xfrm>
        <a:graphic>
          <a:graphicData uri="http://schemas.openxmlformats.org/presentationml/2006/ole">
            <mc:AlternateContent xmlns:mc="http://schemas.openxmlformats.org/markup-compatibility/2006">
              <mc:Choice xmlns:v="urn:schemas-microsoft-com:vml" Requires="v">
                <p:oleObj spid="_x0000_s74765" r:id="rId3" imgW="57340500" imgH="9944100" progId="Equation.3">
                  <p:embed/>
                </p:oleObj>
              </mc:Choice>
              <mc:Fallback>
                <p:oleObj r:id="rId3" imgW="57340500" imgH="9944100" progId="Equation.3">
                  <p:embed/>
                  <p:pic>
                    <p:nvPicPr>
                      <p:cNvPr id="0" name="Object 20"/>
                      <p:cNvPicPr>
                        <a:picLocks noGrp="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8313" y="5181600"/>
                        <a:ext cx="8207375" cy="1062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99025" name="Rectangle 17">
            <a:extLst>
              <a:ext uri="{FF2B5EF4-FFF2-40B4-BE49-F238E27FC236}">
                <a16:creationId xmlns:a16="http://schemas.microsoft.com/office/drawing/2014/main" id="{01F9C47F-9698-47A6-81B1-57BB56E64FE6}"/>
              </a:ext>
            </a:extLst>
          </p:cNvPr>
          <p:cNvSpPr>
            <a:spLocks noChangeArrowheads="1"/>
          </p:cNvSpPr>
          <p:nvPr/>
        </p:nvSpPr>
        <p:spPr bwMode="auto">
          <a:xfrm>
            <a:off x="1116013" y="1947863"/>
            <a:ext cx="7416800" cy="2381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a:solidFill>
                  <a:srgbClr val="0D0D0D"/>
                </a:solidFill>
                <a:sym typeface="+mn-lt"/>
              </a:rPr>
              <a:t>若删除尾结点，则根本无需移动（特别快）；</a:t>
            </a:r>
          </a:p>
          <a:p>
            <a:pPr eaLnBrk="1" hangingPunct="1">
              <a:spcBef>
                <a:spcPct val="50000"/>
              </a:spcBef>
            </a:pPr>
            <a:r>
              <a:rPr lang="zh-CN" altLang="en-US">
                <a:solidFill>
                  <a:srgbClr val="0D0D0D"/>
                </a:solidFill>
                <a:sym typeface="+mn-lt"/>
              </a:rPr>
              <a:t>若删除首结点，则表中</a:t>
            </a:r>
            <a:r>
              <a:rPr lang="en-US" altLang="zh-CN">
                <a:solidFill>
                  <a:srgbClr val="0D0D0D"/>
                </a:solidFill>
                <a:sym typeface="+mn-lt"/>
              </a:rPr>
              <a:t>n-1</a:t>
            </a:r>
            <a:r>
              <a:rPr lang="zh-CN" altLang="en-US">
                <a:solidFill>
                  <a:srgbClr val="0D0D0D"/>
                </a:solidFill>
                <a:sym typeface="+mn-lt"/>
              </a:rPr>
              <a:t>个元素全部前移（特别慢）；</a:t>
            </a:r>
          </a:p>
          <a:p>
            <a:pPr eaLnBrk="1" hangingPunct="1">
              <a:spcBef>
                <a:spcPct val="50000"/>
              </a:spcBef>
            </a:pPr>
            <a:r>
              <a:rPr lang="zh-CN" altLang="en-US">
                <a:solidFill>
                  <a:srgbClr val="0D0D0D"/>
                </a:solidFill>
                <a:sym typeface="+mn-lt"/>
              </a:rPr>
              <a:t>若要考虑在各种位置删除（共</a:t>
            </a:r>
            <a:r>
              <a:rPr lang="en-US" altLang="zh-CN">
                <a:solidFill>
                  <a:srgbClr val="0D0D0D"/>
                </a:solidFill>
                <a:sym typeface="+mn-lt"/>
              </a:rPr>
              <a:t>n</a:t>
            </a:r>
            <a:r>
              <a:rPr lang="zh-CN" altLang="en-US">
                <a:solidFill>
                  <a:srgbClr val="0D0D0D"/>
                </a:solidFill>
                <a:sym typeface="+mn-lt"/>
              </a:rPr>
              <a:t>种可能）的平均移动次数，该如何计算？</a:t>
            </a:r>
          </a:p>
        </p:txBody>
      </p:sp>
      <p:sp>
        <p:nvSpPr>
          <p:cNvPr id="71685" name="Rectangle 18">
            <a:extLst>
              <a:ext uri="{FF2B5EF4-FFF2-40B4-BE49-F238E27FC236}">
                <a16:creationId xmlns:a16="http://schemas.microsoft.com/office/drawing/2014/main" id="{332D8B39-9B09-4CF8-9EE7-9C2033DF538C}"/>
              </a:ext>
            </a:extLst>
          </p:cNvPr>
          <p:cNvSpPr>
            <a:spLocks noChangeArrowheads="1"/>
          </p:cNvSpPr>
          <p:nvPr/>
        </p:nvSpPr>
        <p:spPr bwMode="auto">
          <a:xfrm>
            <a:off x="468313" y="1196975"/>
            <a:ext cx="54165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a:sym typeface="+mn-lt"/>
              </a:rPr>
              <a:t>算法时间主要耗费在移动元素的操作上</a:t>
            </a:r>
          </a:p>
        </p:txBody>
      </p:sp>
      <p:sp>
        <p:nvSpPr>
          <p:cNvPr id="71686" name="Rectangle 22">
            <a:extLst>
              <a:ext uri="{FF2B5EF4-FFF2-40B4-BE49-F238E27FC236}">
                <a16:creationId xmlns:a16="http://schemas.microsoft.com/office/drawing/2014/main" id="{D088FCCC-EEC6-465A-8329-DF8D850348C3}"/>
              </a:ext>
            </a:extLst>
          </p:cNvPr>
          <p:cNvSpPr>
            <a:spLocks noChangeArrowheads="1"/>
          </p:cNvSpPr>
          <p:nvPr/>
        </p:nvSpPr>
        <p:spPr bwMode="auto">
          <a:xfrm>
            <a:off x="611188" y="169863"/>
            <a:ext cx="3775075"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en-US" altLang="zh-CN" dirty="0">
                <a:solidFill>
                  <a:schemeClr val="bg1"/>
                </a:solidFill>
                <a:latin typeface="+mn-lt"/>
                <a:ea typeface="+mn-ea"/>
                <a:cs typeface="+mn-ea"/>
                <a:sym typeface="+mn-lt"/>
              </a:rPr>
              <a:t>【</a:t>
            </a:r>
            <a:r>
              <a:rPr lang="zh-CN" altLang="en-US" dirty="0">
                <a:solidFill>
                  <a:schemeClr val="bg1"/>
                </a:solidFill>
                <a:latin typeface="+mn-lt"/>
                <a:ea typeface="+mn-ea"/>
                <a:cs typeface="+mn-ea"/>
                <a:sym typeface="+mn-lt"/>
              </a:rPr>
              <a:t>算法分析</a:t>
            </a:r>
            <a:r>
              <a:rPr lang="en-US" altLang="zh-CN" dirty="0">
                <a:solidFill>
                  <a:schemeClr val="bg1"/>
                </a:solidFill>
                <a:latin typeface="+mn-lt"/>
                <a:ea typeface="+mn-ea"/>
                <a:cs typeface="+mn-ea"/>
                <a:sym typeface="+mn-lt"/>
              </a:rPr>
              <a:t>】</a:t>
            </a:r>
          </a:p>
        </p:txBody>
      </p:sp>
      <p:sp>
        <p:nvSpPr>
          <p:cNvPr id="7" name="矩形 6">
            <a:extLst>
              <a:ext uri="{FF2B5EF4-FFF2-40B4-BE49-F238E27FC236}">
                <a16:creationId xmlns:a16="http://schemas.microsoft.com/office/drawing/2014/main" id="{90AA531E-345D-4C29-B3AA-CFE81E9E45ED}"/>
              </a:ext>
            </a:extLst>
          </p:cNvPr>
          <p:cNvSpPr/>
          <p:nvPr/>
        </p:nvSpPr>
        <p:spPr>
          <a:xfrm>
            <a:off x="468313" y="2022475"/>
            <a:ext cx="476250" cy="423863"/>
          </a:xfrm>
          <a:prstGeom prst="rect">
            <a:avLst/>
          </a:prstGeom>
          <a:solidFill>
            <a:srgbClr val="F8300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2000" dirty="0">
                <a:latin typeface="微软雅黑" panose="020B0503020204020204" pitchFamily="34" charset="-122"/>
              </a:rPr>
              <a:t>1</a:t>
            </a:r>
            <a:endParaRPr lang="zh-CN" altLang="en-US" sz="2000" dirty="0">
              <a:latin typeface="微软雅黑" panose="020B0503020204020204" pitchFamily="34" charset="-122"/>
            </a:endParaRPr>
          </a:p>
        </p:txBody>
      </p:sp>
      <p:sp>
        <p:nvSpPr>
          <p:cNvPr id="8" name="矩形 7">
            <a:extLst>
              <a:ext uri="{FF2B5EF4-FFF2-40B4-BE49-F238E27FC236}">
                <a16:creationId xmlns:a16="http://schemas.microsoft.com/office/drawing/2014/main" id="{68542210-971A-40CA-9D0F-7F85FD09D5C6}"/>
              </a:ext>
            </a:extLst>
          </p:cNvPr>
          <p:cNvSpPr/>
          <p:nvPr/>
        </p:nvSpPr>
        <p:spPr>
          <a:xfrm>
            <a:off x="468313" y="2713038"/>
            <a:ext cx="476250" cy="412750"/>
          </a:xfrm>
          <a:prstGeom prst="rect">
            <a:avLst/>
          </a:prstGeom>
          <a:solidFill>
            <a:srgbClr val="9476B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2000" dirty="0">
                <a:latin typeface="微软雅黑" panose="020B0503020204020204" pitchFamily="34" charset="-122"/>
              </a:rPr>
              <a:t>2</a:t>
            </a:r>
            <a:endParaRPr lang="zh-CN" altLang="en-US" sz="2000" dirty="0">
              <a:latin typeface="微软雅黑" panose="020B0503020204020204" pitchFamily="34" charset="-122"/>
            </a:endParaRPr>
          </a:p>
        </p:txBody>
      </p:sp>
      <p:sp>
        <p:nvSpPr>
          <p:cNvPr id="9" name="矩形 8">
            <a:extLst>
              <a:ext uri="{FF2B5EF4-FFF2-40B4-BE49-F238E27FC236}">
                <a16:creationId xmlns:a16="http://schemas.microsoft.com/office/drawing/2014/main" id="{FD6EC22D-B0C4-4CC9-8EEF-A5728D326B86}"/>
              </a:ext>
            </a:extLst>
          </p:cNvPr>
          <p:cNvSpPr/>
          <p:nvPr/>
        </p:nvSpPr>
        <p:spPr>
          <a:xfrm>
            <a:off x="468313" y="3414713"/>
            <a:ext cx="476250" cy="423862"/>
          </a:xfrm>
          <a:prstGeom prst="rect">
            <a:avLst/>
          </a:prstGeom>
          <a:solidFill>
            <a:schemeClr val="bg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2000" dirty="0">
                <a:latin typeface="微软雅黑" panose="020B0503020204020204" pitchFamily="34" charset="-122"/>
              </a:rPr>
              <a:t>3</a:t>
            </a:r>
            <a:endParaRPr lang="zh-CN" altLang="en-US" sz="2000" dirty="0">
              <a:latin typeface="微软雅黑" panose="020B0503020204020204" pitchFamily="34" charset="-122"/>
            </a:endParaRPr>
          </a:p>
        </p:txBody>
      </p:sp>
      <p:cxnSp>
        <p:nvCxnSpPr>
          <p:cNvPr id="74761" name="直接连接符 2">
            <a:extLst>
              <a:ext uri="{FF2B5EF4-FFF2-40B4-BE49-F238E27FC236}">
                <a16:creationId xmlns:a16="http://schemas.microsoft.com/office/drawing/2014/main" id="{916E9479-CD9E-584F-BAE0-56D0477979F7}"/>
              </a:ext>
            </a:extLst>
          </p:cNvPr>
          <p:cNvCxnSpPr>
            <a:cxnSpLocks noChangeShapeType="1"/>
          </p:cNvCxnSpPr>
          <p:nvPr/>
        </p:nvCxnSpPr>
        <p:spPr bwMode="auto">
          <a:xfrm>
            <a:off x="468313" y="1735138"/>
            <a:ext cx="8207375" cy="0"/>
          </a:xfrm>
          <a:prstGeom prst="line">
            <a:avLst/>
          </a:prstGeom>
          <a:noFill/>
          <a:ln w="9525" algn="ctr">
            <a:solidFill>
              <a:srgbClr val="7030A0"/>
            </a:solidFill>
            <a:round/>
            <a:headEnd/>
            <a:tailEnd/>
          </a:ln>
          <a:extLst>
            <a:ext uri="{909E8E84-426E-40DD-AFC4-6F175D3DCCD1}">
              <a14:hiddenFill xmlns:a14="http://schemas.microsoft.com/office/drawing/2010/main">
                <a:noFill/>
              </a14:hiddenFill>
            </a:ext>
          </a:extLst>
        </p:spPr>
      </p:cxnSp>
      <p:cxnSp>
        <p:nvCxnSpPr>
          <p:cNvPr id="74762" name="直接连接符 11">
            <a:extLst>
              <a:ext uri="{FF2B5EF4-FFF2-40B4-BE49-F238E27FC236}">
                <a16:creationId xmlns:a16="http://schemas.microsoft.com/office/drawing/2014/main" id="{F2B34C8F-7E5A-A248-B104-2156FF7E0BC8}"/>
              </a:ext>
            </a:extLst>
          </p:cNvPr>
          <p:cNvCxnSpPr>
            <a:cxnSpLocks noChangeShapeType="1"/>
          </p:cNvCxnSpPr>
          <p:nvPr/>
        </p:nvCxnSpPr>
        <p:spPr bwMode="auto">
          <a:xfrm>
            <a:off x="468313" y="4689475"/>
            <a:ext cx="8207375" cy="0"/>
          </a:xfrm>
          <a:prstGeom prst="line">
            <a:avLst/>
          </a:prstGeom>
          <a:noFill/>
          <a:ln w="9525" algn="ctr">
            <a:solidFill>
              <a:srgbClr val="7030A0"/>
            </a:solidFill>
            <a:round/>
            <a:headEnd/>
            <a:tailEnd/>
          </a:ln>
          <a:extLst>
            <a:ext uri="{909E8E84-426E-40DD-AFC4-6F175D3DCCD1}">
              <a14:hiddenFill xmlns:a14="http://schemas.microsoft.com/office/drawing/2010/main">
                <a:noFill/>
              </a14:hiddenFill>
            </a:ext>
          </a:extLst>
        </p:spPr>
      </p:cxnSp>
    </p:spTree>
  </p:cSld>
  <p:clrMapOvr>
    <a:masterClrMapping/>
  </p:clrMapOvr>
  <p:transition>
    <p:split/>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8" presetClass="entr" presetSubtype="6" fill="hold" grpId="0" nodeType="clickEffect">
                                  <p:stCondLst>
                                    <p:cond delay="0"/>
                                  </p:stCondLst>
                                  <p:childTnLst>
                                    <p:set>
                                      <p:cBhvr>
                                        <p:cTn id="6" dur="1" fill="hold">
                                          <p:stCondLst>
                                            <p:cond delay="0"/>
                                          </p:stCondLst>
                                        </p:cTn>
                                        <p:tgtEl>
                                          <p:spTgt spid="7">
                                            <p:bg/>
                                          </p:spTgt>
                                        </p:tgtEl>
                                        <p:attrNameLst>
                                          <p:attrName>style.visibility</p:attrName>
                                        </p:attrNameLst>
                                      </p:cBhvr>
                                      <p:to>
                                        <p:strVal val="visible"/>
                                      </p:to>
                                    </p:set>
                                    <p:animEffect transition="in" filter="strips(downRight)">
                                      <p:cBhvr>
                                        <p:cTn id="7" dur="500"/>
                                        <p:tgtEl>
                                          <p:spTgt spid="7">
                                            <p:bg/>
                                          </p:spTgt>
                                        </p:tgtEl>
                                      </p:cBhvr>
                                    </p:animEffect>
                                  </p:childTnLst>
                                </p:cTn>
                              </p:par>
                              <p:par>
                                <p:cTn id="8" presetID="18" presetClass="entr" presetSubtype="6" fill="hold" grpId="0" nodeType="withEffect">
                                  <p:stCondLst>
                                    <p:cond delay="0"/>
                                  </p:stCondLst>
                                  <p:childTnLst>
                                    <p:set>
                                      <p:cBhvr>
                                        <p:cTn id="9" dur="1" fill="hold">
                                          <p:stCondLst>
                                            <p:cond delay="0"/>
                                          </p:stCondLst>
                                        </p:cTn>
                                        <p:tgtEl>
                                          <p:spTgt spid="7">
                                            <p:txEl>
                                              <p:pRg st="0" end="0"/>
                                            </p:txEl>
                                          </p:spTgt>
                                        </p:tgtEl>
                                        <p:attrNameLst>
                                          <p:attrName>style.visibility</p:attrName>
                                        </p:attrNameLst>
                                      </p:cBhvr>
                                      <p:to>
                                        <p:strVal val="visible"/>
                                      </p:to>
                                    </p:set>
                                    <p:animEffect transition="in" filter="strips(downRight)">
                                      <p:cBhvr>
                                        <p:cTn id="10" dur="500"/>
                                        <p:tgtEl>
                                          <p:spTgt spid="7">
                                            <p:txEl>
                                              <p:pRg st="0" end="0"/>
                                            </p:txEl>
                                          </p:spTgt>
                                        </p:tgtEl>
                                      </p:cBhvr>
                                    </p:animEffect>
                                  </p:childTnLst>
                                </p:cTn>
                              </p:par>
                            </p:childTnLst>
                          </p:cTn>
                        </p:par>
                        <p:par>
                          <p:cTn id="11" fill="hold" nodeType="afterGroup">
                            <p:stCondLst>
                              <p:cond delay="500"/>
                            </p:stCondLst>
                            <p:childTnLst>
                              <p:par>
                                <p:cTn id="12" presetID="18" presetClass="entr" presetSubtype="6" fill="hold" grpId="0" nodeType="afterEffect">
                                  <p:stCondLst>
                                    <p:cond delay="0"/>
                                  </p:stCondLst>
                                  <p:childTnLst>
                                    <p:set>
                                      <p:cBhvr>
                                        <p:cTn id="13" dur="1" fill="hold">
                                          <p:stCondLst>
                                            <p:cond delay="0"/>
                                          </p:stCondLst>
                                        </p:cTn>
                                        <p:tgtEl>
                                          <p:spTgt spid="299025">
                                            <p:txEl>
                                              <p:pRg st="0" end="0"/>
                                            </p:txEl>
                                          </p:spTgt>
                                        </p:tgtEl>
                                        <p:attrNameLst>
                                          <p:attrName>style.visibility</p:attrName>
                                        </p:attrNameLst>
                                      </p:cBhvr>
                                      <p:to>
                                        <p:strVal val="visible"/>
                                      </p:to>
                                    </p:set>
                                    <p:animEffect transition="in" filter="strips(downRight)">
                                      <p:cBhvr>
                                        <p:cTn id="14" dur="500"/>
                                        <p:tgtEl>
                                          <p:spTgt spid="299025">
                                            <p:txEl>
                                              <p:pRg st="0" end="0"/>
                                            </p:txEl>
                                          </p:spTgt>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18" presetClass="entr" presetSubtype="6" fill="hold" grpId="0" nodeType="clickEffect">
                                  <p:stCondLst>
                                    <p:cond delay="0"/>
                                  </p:stCondLst>
                                  <p:childTnLst>
                                    <p:set>
                                      <p:cBhvr>
                                        <p:cTn id="18" dur="1" fill="hold">
                                          <p:stCondLst>
                                            <p:cond delay="0"/>
                                          </p:stCondLst>
                                        </p:cTn>
                                        <p:tgtEl>
                                          <p:spTgt spid="8">
                                            <p:bg/>
                                          </p:spTgt>
                                        </p:tgtEl>
                                        <p:attrNameLst>
                                          <p:attrName>style.visibility</p:attrName>
                                        </p:attrNameLst>
                                      </p:cBhvr>
                                      <p:to>
                                        <p:strVal val="visible"/>
                                      </p:to>
                                    </p:set>
                                    <p:animEffect transition="in" filter="strips(downRight)">
                                      <p:cBhvr>
                                        <p:cTn id="19" dur="500"/>
                                        <p:tgtEl>
                                          <p:spTgt spid="8">
                                            <p:bg/>
                                          </p:spTgt>
                                        </p:tgtEl>
                                      </p:cBhvr>
                                    </p:animEffect>
                                  </p:childTnLst>
                                </p:cTn>
                              </p:par>
                              <p:par>
                                <p:cTn id="20" presetID="18" presetClass="entr" presetSubtype="6" fill="hold" grpId="0" nodeType="withEffect">
                                  <p:stCondLst>
                                    <p:cond delay="0"/>
                                  </p:stCondLst>
                                  <p:childTnLst>
                                    <p:set>
                                      <p:cBhvr>
                                        <p:cTn id="21" dur="1" fill="hold">
                                          <p:stCondLst>
                                            <p:cond delay="0"/>
                                          </p:stCondLst>
                                        </p:cTn>
                                        <p:tgtEl>
                                          <p:spTgt spid="8">
                                            <p:txEl>
                                              <p:pRg st="0" end="0"/>
                                            </p:txEl>
                                          </p:spTgt>
                                        </p:tgtEl>
                                        <p:attrNameLst>
                                          <p:attrName>style.visibility</p:attrName>
                                        </p:attrNameLst>
                                      </p:cBhvr>
                                      <p:to>
                                        <p:strVal val="visible"/>
                                      </p:to>
                                    </p:set>
                                    <p:animEffect transition="in" filter="strips(downRight)">
                                      <p:cBhvr>
                                        <p:cTn id="22" dur="500"/>
                                        <p:tgtEl>
                                          <p:spTgt spid="8">
                                            <p:txEl>
                                              <p:pRg st="0" end="0"/>
                                            </p:txEl>
                                          </p:spTgt>
                                        </p:tgtEl>
                                      </p:cBhvr>
                                    </p:animEffect>
                                  </p:childTnLst>
                                </p:cTn>
                              </p:par>
                            </p:childTnLst>
                          </p:cTn>
                        </p:par>
                        <p:par>
                          <p:cTn id="23" fill="hold" nodeType="afterGroup">
                            <p:stCondLst>
                              <p:cond delay="500"/>
                            </p:stCondLst>
                            <p:childTnLst>
                              <p:par>
                                <p:cTn id="24" presetID="18" presetClass="entr" presetSubtype="6" fill="hold" grpId="0" nodeType="afterEffect">
                                  <p:stCondLst>
                                    <p:cond delay="0"/>
                                  </p:stCondLst>
                                  <p:childTnLst>
                                    <p:set>
                                      <p:cBhvr>
                                        <p:cTn id="25" dur="1" fill="hold">
                                          <p:stCondLst>
                                            <p:cond delay="0"/>
                                          </p:stCondLst>
                                        </p:cTn>
                                        <p:tgtEl>
                                          <p:spTgt spid="299025">
                                            <p:txEl>
                                              <p:pRg st="1" end="1"/>
                                            </p:txEl>
                                          </p:spTgt>
                                        </p:tgtEl>
                                        <p:attrNameLst>
                                          <p:attrName>style.visibility</p:attrName>
                                        </p:attrNameLst>
                                      </p:cBhvr>
                                      <p:to>
                                        <p:strVal val="visible"/>
                                      </p:to>
                                    </p:set>
                                    <p:animEffect transition="in" filter="strips(downRight)">
                                      <p:cBhvr>
                                        <p:cTn id="26" dur="500"/>
                                        <p:tgtEl>
                                          <p:spTgt spid="299025">
                                            <p:txEl>
                                              <p:pRg st="1" end="1"/>
                                            </p:txEl>
                                          </p:spTgt>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18" presetClass="entr" presetSubtype="6" fill="hold" grpId="0" nodeType="clickEffect">
                                  <p:stCondLst>
                                    <p:cond delay="0"/>
                                  </p:stCondLst>
                                  <p:childTnLst>
                                    <p:set>
                                      <p:cBhvr>
                                        <p:cTn id="30" dur="1" fill="hold">
                                          <p:stCondLst>
                                            <p:cond delay="0"/>
                                          </p:stCondLst>
                                        </p:cTn>
                                        <p:tgtEl>
                                          <p:spTgt spid="9">
                                            <p:bg/>
                                          </p:spTgt>
                                        </p:tgtEl>
                                        <p:attrNameLst>
                                          <p:attrName>style.visibility</p:attrName>
                                        </p:attrNameLst>
                                      </p:cBhvr>
                                      <p:to>
                                        <p:strVal val="visible"/>
                                      </p:to>
                                    </p:set>
                                    <p:animEffect transition="in" filter="strips(downRight)">
                                      <p:cBhvr>
                                        <p:cTn id="31" dur="500"/>
                                        <p:tgtEl>
                                          <p:spTgt spid="9">
                                            <p:bg/>
                                          </p:spTgt>
                                        </p:tgtEl>
                                      </p:cBhvr>
                                    </p:animEffect>
                                  </p:childTnLst>
                                </p:cTn>
                              </p:par>
                              <p:par>
                                <p:cTn id="32" presetID="18" presetClass="entr" presetSubtype="6" fill="hold" grpId="0" nodeType="withEffect">
                                  <p:stCondLst>
                                    <p:cond delay="0"/>
                                  </p:stCondLst>
                                  <p:childTnLst>
                                    <p:set>
                                      <p:cBhvr>
                                        <p:cTn id="33" dur="1" fill="hold">
                                          <p:stCondLst>
                                            <p:cond delay="0"/>
                                          </p:stCondLst>
                                        </p:cTn>
                                        <p:tgtEl>
                                          <p:spTgt spid="9">
                                            <p:txEl>
                                              <p:pRg st="0" end="0"/>
                                            </p:txEl>
                                          </p:spTgt>
                                        </p:tgtEl>
                                        <p:attrNameLst>
                                          <p:attrName>style.visibility</p:attrName>
                                        </p:attrNameLst>
                                      </p:cBhvr>
                                      <p:to>
                                        <p:strVal val="visible"/>
                                      </p:to>
                                    </p:set>
                                    <p:animEffect transition="in" filter="strips(downRight)">
                                      <p:cBhvr>
                                        <p:cTn id="34" dur="500"/>
                                        <p:tgtEl>
                                          <p:spTgt spid="9">
                                            <p:txEl>
                                              <p:pRg st="0" end="0"/>
                                            </p:txEl>
                                          </p:spTgt>
                                        </p:tgtEl>
                                      </p:cBhvr>
                                    </p:animEffect>
                                  </p:childTnLst>
                                </p:cTn>
                              </p:par>
                            </p:childTnLst>
                          </p:cTn>
                        </p:par>
                        <p:par>
                          <p:cTn id="35" fill="hold" nodeType="afterGroup">
                            <p:stCondLst>
                              <p:cond delay="500"/>
                            </p:stCondLst>
                            <p:childTnLst>
                              <p:par>
                                <p:cTn id="36" presetID="18" presetClass="entr" presetSubtype="6" fill="hold" grpId="0" nodeType="afterEffect">
                                  <p:stCondLst>
                                    <p:cond delay="0"/>
                                  </p:stCondLst>
                                  <p:childTnLst>
                                    <p:set>
                                      <p:cBhvr>
                                        <p:cTn id="37" dur="1" fill="hold">
                                          <p:stCondLst>
                                            <p:cond delay="0"/>
                                          </p:stCondLst>
                                        </p:cTn>
                                        <p:tgtEl>
                                          <p:spTgt spid="299025">
                                            <p:txEl>
                                              <p:pRg st="2" end="2"/>
                                            </p:txEl>
                                          </p:spTgt>
                                        </p:tgtEl>
                                        <p:attrNameLst>
                                          <p:attrName>style.visibility</p:attrName>
                                        </p:attrNameLst>
                                      </p:cBhvr>
                                      <p:to>
                                        <p:strVal val="visible"/>
                                      </p:to>
                                    </p:set>
                                    <p:animEffect transition="in" filter="strips(downRight)">
                                      <p:cBhvr>
                                        <p:cTn id="38" dur="500"/>
                                        <p:tgtEl>
                                          <p:spTgt spid="299025">
                                            <p:txEl>
                                              <p:pRg st="2" end="2"/>
                                            </p:txEl>
                                          </p:spTgt>
                                        </p:tgtEl>
                                      </p:cBhvr>
                                    </p:animEffect>
                                  </p:childTnLst>
                                </p:cTn>
                              </p:par>
                            </p:childTnLst>
                          </p:cTn>
                        </p:par>
                      </p:childTnLst>
                    </p:cTn>
                  </p:par>
                  <p:par>
                    <p:cTn id="39" fill="hold" nodeType="clickPar">
                      <p:stCondLst>
                        <p:cond delay="indefinite"/>
                      </p:stCondLst>
                      <p:childTnLst>
                        <p:par>
                          <p:cTn id="40" fill="hold" nodeType="withGroup">
                            <p:stCondLst>
                              <p:cond delay="0"/>
                            </p:stCondLst>
                            <p:childTnLst>
                              <p:par>
                                <p:cTn id="41" presetID="3" presetClass="entr" presetSubtype="10" fill="hold" nodeType="clickEffect">
                                  <p:stCondLst>
                                    <p:cond delay="0"/>
                                  </p:stCondLst>
                                  <p:childTnLst>
                                    <p:set>
                                      <p:cBhvr>
                                        <p:cTn id="42" dur="1" fill="hold">
                                          <p:stCondLst>
                                            <p:cond delay="0"/>
                                          </p:stCondLst>
                                        </p:cTn>
                                        <p:tgtEl>
                                          <p:spTgt spid="299028"/>
                                        </p:tgtEl>
                                        <p:attrNameLst>
                                          <p:attrName>style.visibility</p:attrName>
                                        </p:attrNameLst>
                                      </p:cBhvr>
                                      <p:to>
                                        <p:strVal val="visible"/>
                                      </p:to>
                                    </p:set>
                                    <p:animEffect transition="in" filter="blinds(horizontal)">
                                      <p:cBhvr>
                                        <p:cTn id="43" dur="500"/>
                                        <p:tgtEl>
                                          <p:spTgt spid="2990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9025" grpId="0" uiExpand="1" build="p"/>
      <p:bldP spid="7" grpId="0" uiExpand="1" build="p" animBg="1"/>
      <p:bldP spid="8" grpId="0" uiExpand="1" build="p" animBg="1"/>
      <p:bldP spid="9" grpId="0" uiExpand="1" build="p"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a:extLst>
              <a:ext uri="{FF2B5EF4-FFF2-40B4-BE49-F238E27FC236}">
                <a16:creationId xmlns:a16="http://schemas.microsoft.com/office/drawing/2014/main" id="{88353F2B-F675-48FE-AA89-A5C27AEE3BFD}"/>
              </a:ext>
            </a:extLst>
          </p:cNvPr>
          <p:cNvSpPr/>
          <p:nvPr/>
        </p:nvSpPr>
        <p:spPr bwMode="auto">
          <a:xfrm>
            <a:off x="2868613" y="2165350"/>
            <a:ext cx="5942012" cy="3370263"/>
          </a:xfrm>
          <a:prstGeom prst="roundRect">
            <a:avLst>
              <a:gd name="adj" fmla="val 5508"/>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300040" name="Text Box 8">
            <a:extLst>
              <a:ext uri="{FF2B5EF4-FFF2-40B4-BE49-F238E27FC236}">
                <a16:creationId xmlns:a16="http://schemas.microsoft.com/office/drawing/2014/main" id="{2DADB154-F152-44DF-AD41-0BD7D76426A9}"/>
              </a:ext>
            </a:extLst>
          </p:cNvPr>
          <p:cNvSpPr txBox="1">
            <a:spLocks noChangeArrowheads="1"/>
          </p:cNvSpPr>
          <p:nvPr/>
        </p:nvSpPr>
        <p:spPr bwMode="auto">
          <a:xfrm>
            <a:off x="3176588" y="3282950"/>
            <a:ext cx="5265737" cy="1052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r>
              <a:rPr lang="zh-CN" altLang="en-US">
                <a:sym typeface="+mn-lt"/>
              </a:rPr>
              <a:t>显然，顺序表的</a:t>
            </a:r>
            <a:r>
              <a:rPr lang="zh-CN" altLang="en-US">
                <a:solidFill>
                  <a:schemeClr val="accent1"/>
                </a:solidFill>
                <a:sym typeface="+mn-lt"/>
              </a:rPr>
              <a:t>空间</a:t>
            </a:r>
            <a:r>
              <a:rPr lang="zh-CN" altLang="en-US">
                <a:sym typeface="+mn-lt"/>
              </a:rPr>
              <a:t>复杂度</a:t>
            </a:r>
            <a:r>
              <a:rPr lang="en-US" altLang="zh-CN">
                <a:solidFill>
                  <a:schemeClr val="accent1"/>
                </a:solidFill>
                <a:sym typeface="+mn-lt"/>
              </a:rPr>
              <a:t>S(n)=</a:t>
            </a:r>
            <a:r>
              <a:rPr lang="en-US" altLang="zh-CN">
                <a:solidFill>
                  <a:srgbClr val="FF0000"/>
                </a:solidFill>
                <a:sym typeface="+mn-lt"/>
              </a:rPr>
              <a:t>O(1)</a:t>
            </a:r>
          </a:p>
          <a:p>
            <a:pPr algn="ctr" eaLnBrk="1" hangingPunct="1"/>
            <a:r>
              <a:rPr lang="zh-CN" altLang="en-US">
                <a:sym typeface="+mn-lt"/>
              </a:rPr>
              <a:t>（没有占用辅助空间）</a:t>
            </a:r>
          </a:p>
        </p:txBody>
      </p:sp>
      <p:grpSp>
        <p:nvGrpSpPr>
          <p:cNvPr id="75780" name="组合 1">
            <a:extLst>
              <a:ext uri="{FF2B5EF4-FFF2-40B4-BE49-F238E27FC236}">
                <a16:creationId xmlns:a16="http://schemas.microsoft.com/office/drawing/2014/main" id="{0C6650EC-0A24-1B43-9C1A-3736746C96F0}"/>
              </a:ext>
            </a:extLst>
          </p:cNvPr>
          <p:cNvGrpSpPr>
            <a:grpSpLocks/>
          </p:cNvGrpSpPr>
          <p:nvPr/>
        </p:nvGrpSpPr>
        <p:grpSpPr bwMode="auto">
          <a:xfrm>
            <a:off x="423863" y="2125663"/>
            <a:ext cx="2108200" cy="3548062"/>
            <a:chOff x="358177" y="1261676"/>
            <a:chExt cx="3157127" cy="5314595"/>
          </a:xfrm>
        </p:grpSpPr>
        <p:grpSp>
          <p:nvGrpSpPr>
            <p:cNvPr id="6" name="组合 208">
              <a:extLst>
                <a:ext uri="{FF2B5EF4-FFF2-40B4-BE49-F238E27FC236}">
                  <a16:creationId xmlns:a16="http://schemas.microsoft.com/office/drawing/2014/main" id="{2CA96276-7239-4A89-BEFA-CE1C4E00AB45}"/>
                </a:ext>
              </a:extLst>
            </p:cNvPr>
            <p:cNvGrpSpPr/>
            <p:nvPr/>
          </p:nvGrpSpPr>
          <p:grpSpPr>
            <a:xfrm>
              <a:off x="1796265" y="4448526"/>
              <a:ext cx="184127" cy="644675"/>
              <a:chOff x="2752726" y="4344988"/>
              <a:chExt cx="184150" cy="644525"/>
            </a:xfrm>
            <a:solidFill>
              <a:schemeClr val="accent6"/>
            </a:solidFill>
          </p:grpSpPr>
          <p:sp>
            <p:nvSpPr>
              <p:cNvPr id="7" name="Freeform 101">
                <a:extLst>
                  <a:ext uri="{FF2B5EF4-FFF2-40B4-BE49-F238E27FC236}">
                    <a16:creationId xmlns:a16="http://schemas.microsoft.com/office/drawing/2014/main" id="{8D9BCB2D-6471-4001-90B1-7E829EF6AABB}"/>
                  </a:ext>
                </a:extLst>
              </p:cNvPr>
              <p:cNvSpPr>
                <a:spLocks/>
              </p:cNvSpPr>
              <p:nvPr/>
            </p:nvSpPr>
            <p:spPr bwMode="auto">
              <a:xfrm>
                <a:off x="2762251" y="4427538"/>
                <a:ext cx="174625" cy="519113"/>
              </a:xfrm>
              <a:custGeom>
                <a:avLst/>
                <a:gdLst>
                  <a:gd name="T0" fmla="*/ 34 w 110"/>
                  <a:gd name="T1" fmla="*/ 267 h 327"/>
                  <a:gd name="T2" fmla="*/ 67 w 110"/>
                  <a:gd name="T3" fmla="*/ 327 h 327"/>
                  <a:gd name="T4" fmla="*/ 95 w 110"/>
                  <a:gd name="T5" fmla="*/ 323 h 327"/>
                  <a:gd name="T6" fmla="*/ 110 w 110"/>
                  <a:gd name="T7" fmla="*/ 256 h 327"/>
                  <a:gd name="T8" fmla="*/ 76 w 110"/>
                  <a:gd name="T9" fmla="*/ 0 h 327"/>
                  <a:gd name="T10" fmla="*/ 0 w 110"/>
                  <a:gd name="T11" fmla="*/ 10 h 327"/>
                  <a:gd name="T12" fmla="*/ 34 w 110"/>
                  <a:gd name="T13" fmla="*/ 267 h 327"/>
                </a:gdLst>
                <a:ahLst/>
                <a:cxnLst>
                  <a:cxn ang="0">
                    <a:pos x="T0" y="T1"/>
                  </a:cxn>
                  <a:cxn ang="0">
                    <a:pos x="T2" y="T3"/>
                  </a:cxn>
                  <a:cxn ang="0">
                    <a:pos x="T4" y="T5"/>
                  </a:cxn>
                  <a:cxn ang="0">
                    <a:pos x="T6" y="T7"/>
                  </a:cxn>
                  <a:cxn ang="0">
                    <a:pos x="T8" y="T9"/>
                  </a:cxn>
                  <a:cxn ang="0">
                    <a:pos x="T10" y="T11"/>
                  </a:cxn>
                  <a:cxn ang="0">
                    <a:pos x="T12" y="T13"/>
                  </a:cxn>
                </a:cxnLst>
                <a:rect l="0" t="0" r="r" b="b"/>
                <a:pathLst>
                  <a:path w="110" h="327">
                    <a:moveTo>
                      <a:pt x="34" y="267"/>
                    </a:moveTo>
                    <a:lnTo>
                      <a:pt x="67" y="327"/>
                    </a:lnTo>
                    <a:lnTo>
                      <a:pt x="95" y="323"/>
                    </a:lnTo>
                    <a:lnTo>
                      <a:pt x="110" y="256"/>
                    </a:lnTo>
                    <a:lnTo>
                      <a:pt x="76" y="0"/>
                    </a:lnTo>
                    <a:lnTo>
                      <a:pt x="0" y="10"/>
                    </a:lnTo>
                    <a:lnTo>
                      <a:pt x="34" y="26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8" name="Freeform 102">
                <a:extLst>
                  <a:ext uri="{FF2B5EF4-FFF2-40B4-BE49-F238E27FC236}">
                    <a16:creationId xmlns:a16="http://schemas.microsoft.com/office/drawing/2014/main" id="{4B86115F-4F22-4F35-909E-10345AA5F732}"/>
                  </a:ext>
                </a:extLst>
              </p:cNvPr>
              <p:cNvSpPr>
                <a:spLocks/>
              </p:cNvSpPr>
              <p:nvPr/>
            </p:nvSpPr>
            <p:spPr bwMode="auto">
              <a:xfrm>
                <a:off x="2754313" y="4344988"/>
                <a:ext cx="128588" cy="146050"/>
              </a:xfrm>
              <a:custGeom>
                <a:avLst/>
                <a:gdLst>
                  <a:gd name="T0" fmla="*/ 5 w 81"/>
                  <a:gd name="T1" fmla="*/ 58 h 92"/>
                  <a:gd name="T2" fmla="*/ 5 w 81"/>
                  <a:gd name="T3" fmla="*/ 58 h 92"/>
                  <a:gd name="T4" fmla="*/ 7 w 81"/>
                  <a:gd name="T5" fmla="*/ 66 h 92"/>
                  <a:gd name="T6" fmla="*/ 10 w 81"/>
                  <a:gd name="T7" fmla="*/ 73 h 92"/>
                  <a:gd name="T8" fmla="*/ 15 w 81"/>
                  <a:gd name="T9" fmla="*/ 78 h 92"/>
                  <a:gd name="T10" fmla="*/ 20 w 81"/>
                  <a:gd name="T11" fmla="*/ 84 h 92"/>
                  <a:gd name="T12" fmla="*/ 26 w 81"/>
                  <a:gd name="T13" fmla="*/ 88 h 92"/>
                  <a:gd name="T14" fmla="*/ 33 w 81"/>
                  <a:gd name="T15" fmla="*/ 90 h 92"/>
                  <a:gd name="T16" fmla="*/ 39 w 81"/>
                  <a:gd name="T17" fmla="*/ 92 h 92"/>
                  <a:gd name="T18" fmla="*/ 47 w 81"/>
                  <a:gd name="T19" fmla="*/ 90 h 92"/>
                  <a:gd name="T20" fmla="*/ 49 w 81"/>
                  <a:gd name="T21" fmla="*/ 90 h 92"/>
                  <a:gd name="T22" fmla="*/ 49 w 81"/>
                  <a:gd name="T23" fmla="*/ 90 h 92"/>
                  <a:gd name="T24" fmla="*/ 56 w 81"/>
                  <a:gd name="T25" fmla="*/ 89 h 92"/>
                  <a:gd name="T26" fmla="*/ 62 w 81"/>
                  <a:gd name="T27" fmla="*/ 86 h 92"/>
                  <a:gd name="T28" fmla="*/ 69 w 81"/>
                  <a:gd name="T29" fmla="*/ 81 h 92"/>
                  <a:gd name="T30" fmla="*/ 73 w 81"/>
                  <a:gd name="T31" fmla="*/ 77 h 92"/>
                  <a:gd name="T32" fmla="*/ 77 w 81"/>
                  <a:gd name="T33" fmla="*/ 70 h 92"/>
                  <a:gd name="T34" fmla="*/ 80 w 81"/>
                  <a:gd name="T35" fmla="*/ 63 h 92"/>
                  <a:gd name="T36" fmla="*/ 81 w 81"/>
                  <a:gd name="T37" fmla="*/ 56 h 92"/>
                  <a:gd name="T38" fmla="*/ 81 w 81"/>
                  <a:gd name="T39" fmla="*/ 48 h 92"/>
                  <a:gd name="T40" fmla="*/ 76 w 81"/>
                  <a:gd name="T41" fmla="*/ 13 h 92"/>
                  <a:gd name="T42" fmla="*/ 76 w 81"/>
                  <a:gd name="T43" fmla="*/ 13 h 92"/>
                  <a:gd name="T44" fmla="*/ 75 w 81"/>
                  <a:gd name="T45" fmla="*/ 8 h 92"/>
                  <a:gd name="T46" fmla="*/ 72 w 81"/>
                  <a:gd name="T47" fmla="*/ 2 h 92"/>
                  <a:gd name="T48" fmla="*/ 68 w 81"/>
                  <a:gd name="T49" fmla="*/ 1 h 92"/>
                  <a:gd name="T50" fmla="*/ 64 w 81"/>
                  <a:gd name="T51" fmla="*/ 0 h 92"/>
                  <a:gd name="T52" fmla="*/ 51 w 81"/>
                  <a:gd name="T53" fmla="*/ 0 h 92"/>
                  <a:gd name="T54" fmla="*/ 37 w 81"/>
                  <a:gd name="T55" fmla="*/ 2 h 92"/>
                  <a:gd name="T56" fmla="*/ 35 w 81"/>
                  <a:gd name="T57" fmla="*/ 2 h 92"/>
                  <a:gd name="T58" fmla="*/ 35 w 81"/>
                  <a:gd name="T59" fmla="*/ 2 h 92"/>
                  <a:gd name="T60" fmla="*/ 22 w 81"/>
                  <a:gd name="T61" fmla="*/ 4 h 92"/>
                  <a:gd name="T62" fmla="*/ 10 w 81"/>
                  <a:gd name="T63" fmla="*/ 6 h 92"/>
                  <a:gd name="T64" fmla="*/ 5 w 81"/>
                  <a:gd name="T65" fmla="*/ 9 h 92"/>
                  <a:gd name="T66" fmla="*/ 3 w 81"/>
                  <a:gd name="T67" fmla="*/ 12 h 92"/>
                  <a:gd name="T68" fmla="*/ 0 w 81"/>
                  <a:gd name="T69" fmla="*/ 17 h 92"/>
                  <a:gd name="T70" fmla="*/ 0 w 81"/>
                  <a:gd name="T71" fmla="*/ 24 h 92"/>
                  <a:gd name="T72" fmla="*/ 5 w 81"/>
                  <a:gd name="T73" fmla="*/ 58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81" h="92">
                    <a:moveTo>
                      <a:pt x="5" y="58"/>
                    </a:moveTo>
                    <a:lnTo>
                      <a:pt x="5" y="58"/>
                    </a:lnTo>
                    <a:lnTo>
                      <a:pt x="7" y="66"/>
                    </a:lnTo>
                    <a:lnTo>
                      <a:pt x="10" y="73"/>
                    </a:lnTo>
                    <a:lnTo>
                      <a:pt x="15" y="78"/>
                    </a:lnTo>
                    <a:lnTo>
                      <a:pt x="20" y="84"/>
                    </a:lnTo>
                    <a:lnTo>
                      <a:pt x="26" y="88"/>
                    </a:lnTo>
                    <a:lnTo>
                      <a:pt x="33" y="90"/>
                    </a:lnTo>
                    <a:lnTo>
                      <a:pt x="39" y="92"/>
                    </a:lnTo>
                    <a:lnTo>
                      <a:pt x="47" y="90"/>
                    </a:lnTo>
                    <a:lnTo>
                      <a:pt x="49" y="90"/>
                    </a:lnTo>
                    <a:lnTo>
                      <a:pt x="49" y="90"/>
                    </a:lnTo>
                    <a:lnTo>
                      <a:pt x="56" y="89"/>
                    </a:lnTo>
                    <a:lnTo>
                      <a:pt x="62" y="86"/>
                    </a:lnTo>
                    <a:lnTo>
                      <a:pt x="69" y="81"/>
                    </a:lnTo>
                    <a:lnTo>
                      <a:pt x="73" y="77"/>
                    </a:lnTo>
                    <a:lnTo>
                      <a:pt x="77" y="70"/>
                    </a:lnTo>
                    <a:lnTo>
                      <a:pt x="80" y="63"/>
                    </a:lnTo>
                    <a:lnTo>
                      <a:pt x="81" y="56"/>
                    </a:lnTo>
                    <a:lnTo>
                      <a:pt x="81" y="48"/>
                    </a:lnTo>
                    <a:lnTo>
                      <a:pt x="76" y="13"/>
                    </a:lnTo>
                    <a:lnTo>
                      <a:pt x="76" y="13"/>
                    </a:lnTo>
                    <a:lnTo>
                      <a:pt x="75" y="8"/>
                    </a:lnTo>
                    <a:lnTo>
                      <a:pt x="72" y="2"/>
                    </a:lnTo>
                    <a:lnTo>
                      <a:pt x="68" y="1"/>
                    </a:lnTo>
                    <a:lnTo>
                      <a:pt x="64" y="0"/>
                    </a:lnTo>
                    <a:lnTo>
                      <a:pt x="51" y="0"/>
                    </a:lnTo>
                    <a:lnTo>
                      <a:pt x="37" y="2"/>
                    </a:lnTo>
                    <a:lnTo>
                      <a:pt x="35" y="2"/>
                    </a:lnTo>
                    <a:lnTo>
                      <a:pt x="35" y="2"/>
                    </a:lnTo>
                    <a:lnTo>
                      <a:pt x="22" y="4"/>
                    </a:lnTo>
                    <a:lnTo>
                      <a:pt x="10" y="6"/>
                    </a:lnTo>
                    <a:lnTo>
                      <a:pt x="5" y="9"/>
                    </a:lnTo>
                    <a:lnTo>
                      <a:pt x="3" y="12"/>
                    </a:lnTo>
                    <a:lnTo>
                      <a:pt x="0" y="17"/>
                    </a:lnTo>
                    <a:lnTo>
                      <a:pt x="0" y="24"/>
                    </a:lnTo>
                    <a:lnTo>
                      <a:pt x="5" y="5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9" name="Freeform 103">
                <a:extLst>
                  <a:ext uri="{FF2B5EF4-FFF2-40B4-BE49-F238E27FC236}">
                    <a16:creationId xmlns:a16="http://schemas.microsoft.com/office/drawing/2014/main" id="{DEBA7046-D787-4869-A05C-17971E61BEAE}"/>
                  </a:ext>
                </a:extLst>
              </p:cNvPr>
              <p:cNvSpPr>
                <a:spLocks/>
              </p:cNvSpPr>
              <p:nvPr/>
            </p:nvSpPr>
            <p:spPr bwMode="auto">
              <a:xfrm>
                <a:off x="2752726" y="4394200"/>
                <a:ext cx="149225" cy="142875"/>
              </a:xfrm>
              <a:custGeom>
                <a:avLst/>
                <a:gdLst>
                  <a:gd name="T0" fmla="*/ 11 w 94"/>
                  <a:gd name="T1" fmla="*/ 90 h 90"/>
                  <a:gd name="T2" fmla="*/ 94 w 94"/>
                  <a:gd name="T3" fmla="*/ 80 h 90"/>
                  <a:gd name="T4" fmla="*/ 84 w 94"/>
                  <a:gd name="T5" fmla="*/ 0 h 90"/>
                  <a:gd name="T6" fmla="*/ 0 w 94"/>
                  <a:gd name="T7" fmla="*/ 11 h 90"/>
                  <a:gd name="T8" fmla="*/ 11 w 94"/>
                  <a:gd name="T9" fmla="*/ 90 h 90"/>
                </a:gdLst>
                <a:ahLst/>
                <a:cxnLst>
                  <a:cxn ang="0">
                    <a:pos x="T0" y="T1"/>
                  </a:cxn>
                  <a:cxn ang="0">
                    <a:pos x="T2" y="T3"/>
                  </a:cxn>
                  <a:cxn ang="0">
                    <a:pos x="T4" y="T5"/>
                  </a:cxn>
                  <a:cxn ang="0">
                    <a:pos x="T6" y="T7"/>
                  </a:cxn>
                  <a:cxn ang="0">
                    <a:pos x="T8" y="T9"/>
                  </a:cxn>
                </a:cxnLst>
                <a:rect l="0" t="0" r="r" b="b"/>
                <a:pathLst>
                  <a:path w="94" h="90">
                    <a:moveTo>
                      <a:pt x="11" y="90"/>
                    </a:moveTo>
                    <a:lnTo>
                      <a:pt x="94" y="80"/>
                    </a:lnTo>
                    <a:lnTo>
                      <a:pt x="84" y="0"/>
                    </a:lnTo>
                    <a:lnTo>
                      <a:pt x="0" y="11"/>
                    </a:lnTo>
                    <a:lnTo>
                      <a:pt x="11" y="9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0" name="Freeform 104">
                <a:extLst>
                  <a:ext uri="{FF2B5EF4-FFF2-40B4-BE49-F238E27FC236}">
                    <a16:creationId xmlns:a16="http://schemas.microsoft.com/office/drawing/2014/main" id="{FC49E080-8C68-4440-91EA-AA3BE2436918}"/>
                  </a:ext>
                </a:extLst>
              </p:cNvPr>
              <p:cNvSpPr>
                <a:spLocks/>
              </p:cNvSpPr>
              <p:nvPr/>
            </p:nvSpPr>
            <p:spPr bwMode="auto">
              <a:xfrm>
                <a:off x="2868613" y="4933950"/>
                <a:ext cx="44450" cy="55563"/>
              </a:xfrm>
              <a:custGeom>
                <a:avLst/>
                <a:gdLst>
                  <a:gd name="T0" fmla="*/ 28 w 28"/>
                  <a:gd name="T1" fmla="*/ 2 h 35"/>
                  <a:gd name="T2" fmla="*/ 28 w 28"/>
                  <a:gd name="T3" fmla="*/ 2 h 35"/>
                  <a:gd name="T4" fmla="*/ 27 w 28"/>
                  <a:gd name="T5" fmla="*/ 14 h 35"/>
                  <a:gd name="T6" fmla="*/ 21 w 28"/>
                  <a:gd name="T7" fmla="*/ 31 h 35"/>
                  <a:gd name="T8" fmla="*/ 21 w 28"/>
                  <a:gd name="T9" fmla="*/ 31 h 35"/>
                  <a:gd name="T10" fmla="*/ 20 w 28"/>
                  <a:gd name="T11" fmla="*/ 35 h 35"/>
                  <a:gd name="T12" fmla="*/ 19 w 28"/>
                  <a:gd name="T13" fmla="*/ 35 h 35"/>
                  <a:gd name="T14" fmla="*/ 16 w 28"/>
                  <a:gd name="T15" fmla="*/ 35 h 35"/>
                  <a:gd name="T16" fmla="*/ 13 w 28"/>
                  <a:gd name="T17" fmla="*/ 32 h 35"/>
                  <a:gd name="T18" fmla="*/ 11 w 28"/>
                  <a:gd name="T19" fmla="*/ 27 h 35"/>
                  <a:gd name="T20" fmla="*/ 0 w 28"/>
                  <a:gd name="T21" fmla="*/ 8 h 35"/>
                  <a:gd name="T22" fmla="*/ 0 w 28"/>
                  <a:gd name="T23" fmla="*/ 8 h 35"/>
                  <a:gd name="T24" fmla="*/ 3 w 28"/>
                  <a:gd name="T25" fmla="*/ 5 h 35"/>
                  <a:gd name="T26" fmla="*/ 8 w 28"/>
                  <a:gd name="T27" fmla="*/ 2 h 35"/>
                  <a:gd name="T28" fmla="*/ 12 w 28"/>
                  <a:gd name="T29" fmla="*/ 1 h 35"/>
                  <a:gd name="T30" fmla="*/ 16 w 28"/>
                  <a:gd name="T31" fmla="*/ 0 h 35"/>
                  <a:gd name="T32" fmla="*/ 23 w 28"/>
                  <a:gd name="T33" fmla="*/ 0 h 35"/>
                  <a:gd name="T34" fmla="*/ 28 w 28"/>
                  <a:gd name="T35" fmla="*/ 2 h 35"/>
                  <a:gd name="T36" fmla="*/ 28 w 28"/>
                  <a:gd name="T37" fmla="*/ 2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8" h="35">
                    <a:moveTo>
                      <a:pt x="28" y="2"/>
                    </a:moveTo>
                    <a:lnTo>
                      <a:pt x="28" y="2"/>
                    </a:lnTo>
                    <a:lnTo>
                      <a:pt x="27" y="14"/>
                    </a:lnTo>
                    <a:lnTo>
                      <a:pt x="21" y="31"/>
                    </a:lnTo>
                    <a:lnTo>
                      <a:pt x="21" y="31"/>
                    </a:lnTo>
                    <a:lnTo>
                      <a:pt x="20" y="35"/>
                    </a:lnTo>
                    <a:lnTo>
                      <a:pt x="19" y="35"/>
                    </a:lnTo>
                    <a:lnTo>
                      <a:pt x="16" y="35"/>
                    </a:lnTo>
                    <a:lnTo>
                      <a:pt x="13" y="32"/>
                    </a:lnTo>
                    <a:lnTo>
                      <a:pt x="11" y="27"/>
                    </a:lnTo>
                    <a:lnTo>
                      <a:pt x="0" y="8"/>
                    </a:lnTo>
                    <a:lnTo>
                      <a:pt x="0" y="8"/>
                    </a:lnTo>
                    <a:lnTo>
                      <a:pt x="3" y="5"/>
                    </a:lnTo>
                    <a:lnTo>
                      <a:pt x="8" y="2"/>
                    </a:lnTo>
                    <a:lnTo>
                      <a:pt x="12" y="1"/>
                    </a:lnTo>
                    <a:lnTo>
                      <a:pt x="16" y="0"/>
                    </a:lnTo>
                    <a:lnTo>
                      <a:pt x="23" y="0"/>
                    </a:lnTo>
                    <a:lnTo>
                      <a:pt x="28" y="2"/>
                    </a:lnTo>
                    <a:lnTo>
                      <a:pt x="28" y="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grpSp>
          <p:nvGrpSpPr>
            <p:cNvPr id="75783" name="组合 215">
              <a:extLst>
                <a:ext uri="{FF2B5EF4-FFF2-40B4-BE49-F238E27FC236}">
                  <a16:creationId xmlns:a16="http://schemas.microsoft.com/office/drawing/2014/main" id="{BDC0D4FF-54B5-DF49-BE60-9DDC91C9FC3E}"/>
                </a:ext>
              </a:extLst>
            </p:cNvPr>
            <p:cNvGrpSpPr>
              <a:grpSpLocks/>
            </p:cNvGrpSpPr>
            <p:nvPr/>
          </p:nvGrpSpPr>
          <p:grpSpPr bwMode="auto">
            <a:xfrm>
              <a:off x="1186745" y="5034451"/>
              <a:ext cx="1414279" cy="1541820"/>
              <a:chOff x="2143126" y="4930775"/>
              <a:chExt cx="1414463" cy="1541463"/>
            </a:xfrm>
          </p:grpSpPr>
          <p:sp>
            <p:nvSpPr>
              <p:cNvPr id="75820" name="Freeform 5">
                <a:extLst>
                  <a:ext uri="{FF2B5EF4-FFF2-40B4-BE49-F238E27FC236}">
                    <a16:creationId xmlns:a16="http://schemas.microsoft.com/office/drawing/2014/main" id="{A54E90ED-AD5F-884A-8129-CF0246DE5F6F}"/>
                  </a:ext>
                </a:extLst>
              </p:cNvPr>
              <p:cNvSpPr>
                <a:spLocks/>
              </p:cNvSpPr>
              <p:nvPr/>
            </p:nvSpPr>
            <p:spPr bwMode="auto">
              <a:xfrm>
                <a:off x="2143126" y="5083175"/>
                <a:ext cx="1414463" cy="1257300"/>
              </a:xfrm>
              <a:custGeom>
                <a:avLst/>
                <a:gdLst>
                  <a:gd name="T0" fmla="*/ 2147483646 w 891"/>
                  <a:gd name="T1" fmla="*/ 2147483646 h 792"/>
                  <a:gd name="T2" fmla="*/ 2147483646 w 891"/>
                  <a:gd name="T3" fmla="*/ 2147483646 h 792"/>
                  <a:gd name="T4" fmla="*/ 2147483646 w 891"/>
                  <a:gd name="T5" fmla="*/ 2147483646 h 792"/>
                  <a:gd name="T6" fmla="*/ 2147483646 w 891"/>
                  <a:gd name="T7" fmla="*/ 2147483646 h 792"/>
                  <a:gd name="T8" fmla="*/ 2147483646 w 891"/>
                  <a:gd name="T9" fmla="*/ 2147483646 h 792"/>
                  <a:gd name="T10" fmla="*/ 2147483646 w 891"/>
                  <a:gd name="T11" fmla="*/ 2147483646 h 792"/>
                  <a:gd name="T12" fmla="*/ 2147483646 w 891"/>
                  <a:gd name="T13" fmla="*/ 2147483646 h 792"/>
                  <a:gd name="T14" fmla="*/ 2147483646 w 891"/>
                  <a:gd name="T15" fmla="*/ 2147483646 h 792"/>
                  <a:gd name="T16" fmla="*/ 2147483646 w 891"/>
                  <a:gd name="T17" fmla="*/ 2147483646 h 792"/>
                  <a:gd name="T18" fmla="*/ 2147483646 w 891"/>
                  <a:gd name="T19" fmla="*/ 2147483646 h 792"/>
                  <a:gd name="T20" fmla="*/ 2147483646 w 891"/>
                  <a:gd name="T21" fmla="*/ 2147483646 h 792"/>
                  <a:gd name="T22" fmla="*/ 2147483646 w 891"/>
                  <a:gd name="T23" fmla="*/ 2147483646 h 792"/>
                  <a:gd name="T24" fmla="*/ 2147483646 w 891"/>
                  <a:gd name="T25" fmla="*/ 2147483646 h 792"/>
                  <a:gd name="T26" fmla="*/ 2147483646 w 891"/>
                  <a:gd name="T27" fmla="*/ 2147483646 h 792"/>
                  <a:gd name="T28" fmla="*/ 2147483646 w 891"/>
                  <a:gd name="T29" fmla="*/ 2147483646 h 792"/>
                  <a:gd name="T30" fmla="*/ 2147483646 w 891"/>
                  <a:gd name="T31" fmla="*/ 2147483646 h 792"/>
                  <a:gd name="T32" fmla="*/ 2147483646 w 891"/>
                  <a:gd name="T33" fmla="*/ 2147483646 h 792"/>
                  <a:gd name="T34" fmla="*/ 2147483646 w 891"/>
                  <a:gd name="T35" fmla="*/ 2147483646 h 792"/>
                  <a:gd name="T36" fmla="*/ 2147483646 w 891"/>
                  <a:gd name="T37" fmla="*/ 2147483646 h 792"/>
                  <a:gd name="T38" fmla="*/ 2147483646 w 891"/>
                  <a:gd name="T39" fmla="*/ 2147483646 h 792"/>
                  <a:gd name="T40" fmla="*/ 2147483646 w 891"/>
                  <a:gd name="T41" fmla="*/ 2147483646 h 792"/>
                  <a:gd name="T42" fmla="*/ 2147483646 w 891"/>
                  <a:gd name="T43" fmla="*/ 2147483646 h 792"/>
                  <a:gd name="T44" fmla="*/ 2147483646 w 891"/>
                  <a:gd name="T45" fmla="*/ 2147483646 h 792"/>
                  <a:gd name="T46" fmla="*/ 2147483646 w 891"/>
                  <a:gd name="T47" fmla="*/ 2147483646 h 792"/>
                  <a:gd name="T48" fmla="*/ 2147483646 w 891"/>
                  <a:gd name="T49" fmla="*/ 2147483646 h 792"/>
                  <a:gd name="T50" fmla="*/ 2147483646 w 891"/>
                  <a:gd name="T51" fmla="*/ 2147483646 h 792"/>
                  <a:gd name="T52" fmla="*/ 2147483646 w 891"/>
                  <a:gd name="T53" fmla="*/ 2147483646 h 792"/>
                  <a:gd name="T54" fmla="*/ 2147483646 w 891"/>
                  <a:gd name="T55" fmla="*/ 2147483646 h 792"/>
                  <a:gd name="T56" fmla="*/ 2147483646 w 891"/>
                  <a:gd name="T57" fmla="*/ 2147483646 h 792"/>
                  <a:gd name="T58" fmla="*/ 0 w 891"/>
                  <a:gd name="T59" fmla="*/ 0 h 792"/>
                  <a:gd name="T60" fmla="*/ 2147483646 w 891"/>
                  <a:gd name="T61" fmla="*/ 2147483646 h 792"/>
                  <a:gd name="T62" fmla="*/ 2147483646 w 891"/>
                  <a:gd name="T63" fmla="*/ 2147483646 h 792"/>
                  <a:gd name="T64" fmla="*/ 2147483646 w 891"/>
                  <a:gd name="T65" fmla="*/ 2147483646 h 792"/>
                  <a:gd name="T66" fmla="*/ 2147483646 w 891"/>
                  <a:gd name="T67" fmla="*/ 2147483646 h 792"/>
                  <a:gd name="T68" fmla="*/ 2147483646 w 891"/>
                  <a:gd name="T69" fmla="*/ 2147483646 h 792"/>
                  <a:gd name="T70" fmla="*/ 2147483646 w 891"/>
                  <a:gd name="T71" fmla="*/ 2147483646 h 792"/>
                  <a:gd name="T72" fmla="*/ 2147483646 w 891"/>
                  <a:gd name="T73" fmla="*/ 2147483646 h 792"/>
                  <a:gd name="T74" fmla="*/ 2147483646 w 891"/>
                  <a:gd name="T75" fmla="*/ 2147483646 h 792"/>
                  <a:gd name="T76" fmla="*/ 2147483646 w 891"/>
                  <a:gd name="T77" fmla="*/ 2147483646 h 792"/>
                  <a:gd name="T78" fmla="*/ 2147483646 w 891"/>
                  <a:gd name="T79" fmla="*/ 2147483646 h 792"/>
                  <a:gd name="T80" fmla="*/ 2147483646 w 891"/>
                  <a:gd name="T81" fmla="*/ 2147483646 h 792"/>
                  <a:gd name="T82" fmla="*/ 2147483646 w 891"/>
                  <a:gd name="T83" fmla="*/ 2147483646 h 792"/>
                  <a:gd name="T84" fmla="*/ 2147483646 w 891"/>
                  <a:gd name="T85" fmla="*/ 2147483646 h 792"/>
                  <a:gd name="T86" fmla="*/ 2147483646 w 891"/>
                  <a:gd name="T87" fmla="*/ 2147483646 h 792"/>
                  <a:gd name="T88" fmla="*/ 2147483646 w 891"/>
                  <a:gd name="T89" fmla="*/ 2147483646 h 792"/>
                  <a:gd name="T90" fmla="*/ 2147483646 w 891"/>
                  <a:gd name="T91" fmla="*/ 2147483646 h 792"/>
                  <a:gd name="T92" fmla="*/ 2147483646 w 891"/>
                  <a:gd name="T93" fmla="*/ 2147483646 h 792"/>
                  <a:gd name="T94" fmla="*/ 2147483646 w 891"/>
                  <a:gd name="T95" fmla="*/ 2147483646 h 792"/>
                  <a:gd name="T96" fmla="*/ 2147483646 w 891"/>
                  <a:gd name="T97" fmla="*/ 2147483646 h 792"/>
                  <a:gd name="T98" fmla="*/ 2147483646 w 891"/>
                  <a:gd name="T99" fmla="*/ 2147483646 h 792"/>
                  <a:gd name="T100" fmla="*/ 2147483646 w 891"/>
                  <a:gd name="T101" fmla="*/ 2147483646 h 792"/>
                  <a:gd name="T102" fmla="*/ 2147483646 w 891"/>
                  <a:gd name="T103" fmla="*/ 2147483646 h 792"/>
                  <a:gd name="T104" fmla="*/ 2147483646 w 891"/>
                  <a:gd name="T105" fmla="*/ 2147483646 h 792"/>
                  <a:gd name="T106" fmla="*/ 2147483646 w 891"/>
                  <a:gd name="T107" fmla="*/ 2147483646 h 792"/>
                  <a:gd name="T108" fmla="*/ 2147483646 w 891"/>
                  <a:gd name="T109" fmla="*/ 2147483646 h 792"/>
                  <a:gd name="T110" fmla="*/ 2147483646 w 891"/>
                  <a:gd name="T111" fmla="*/ 2147483646 h 792"/>
                  <a:gd name="T112" fmla="*/ 2147483646 w 891"/>
                  <a:gd name="T113" fmla="*/ 2147483646 h 792"/>
                  <a:gd name="T114" fmla="*/ 2147483646 w 891"/>
                  <a:gd name="T115" fmla="*/ 2147483646 h 792"/>
                  <a:gd name="T116" fmla="*/ 2147483646 w 891"/>
                  <a:gd name="T117" fmla="*/ 2147483646 h 792"/>
                  <a:gd name="T118" fmla="*/ 2147483646 w 891"/>
                  <a:gd name="T119" fmla="*/ 2147483646 h 792"/>
                  <a:gd name="T120" fmla="*/ 2147483646 w 891"/>
                  <a:gd name="T121" fmla="*/ 2147483646 h 792"/>
                  <a:gd name="T122" fmla="*/ 2147483646 w 891"/>
                  <a:gd name="T123" fmla="*/ 2147483646 h 79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891" h="792">
                    <a:moveTo>
                      <a:pt x="435" y="792"/>
                    </a:moveTo>
                    <a:lnTo>
                      <a:pt x="435" y="792"/>
                    </a:lnTo>
                    <a:lnTo>
                      <a:pt x="370" y="791"/>
                    </a:lnTo>
                    <a:lnTo>
                      <a:pt x="334" y="790"/>
                    </a:lnTo>
                    <a:lnTo>
                      <a:pt x="298" y="787"/>
                    </a:lnTo>
                    <a:lnTo>
                      <a:pt x="266" y="783"/>
                    </a:lnTo>
                    <a:lnTo>
                      <a:pt x="237" y="778"/>
                    </a:lnTo>
                    <a:lnTo>
                      <a:pt x="228" y="775"/>
                    </a:lnTo>
                    <a:lnTo>
                      <a:pt x="220" y="772"/>
                    </a:lnTo>
                    <a:lnTo>
                      <a:pt x="213" y="768"/>
                    </a:lnTo>
                    <a:lnTo>
                      <a:pt x="212" y="764"/>
                    </a:lnTo>
                    <a:lnTo>
                      <a:pt x="209" y="756"/>
                    </a:lnTo>
                    <a:lnTo>
                      <a:pt x="205" y="749"/>
                    </a:lnTo>
                    <a:lnTo>
                      <a:pt x="198" y="741"/>
                    </a:lnTo>
                    <a:lnTo>
                      <a:pt x="190" y="734"/>
                    </a:lnTo>
                    <a:lnTo>
                      <a:pt x="164" y="717"/>
                    </a:lnTo>
                    <a:lnTo>
                      <a:pt x="129" y="695"/>
                    </a:lnTo>
                    <a:lnTo>
                      <a:pt x="110" y="683"/>
                    </a:lnTo>
                    <a:lnTo>
                      <a:pt x="95" y="669"/>
                    </a:lnTo>
                    <a:lnTo>
                      <a:pt x="82" y="657"/>
                    </a:lnTo>
                    <a:lnTo>
                      <a:pt x="72" y="643"/>
                    </a:lnTo>
                    <a:lnTo>
                      <a:pt x="65" y="631"/>
                    </a:lnTo>
                    <a:lnTo>
                      <a:pt x="60" y="619"/>
                    </a:lnTo>
                    <a:lnTo>
                      <a:pt x="57" y="608"/>
                    </a:lnTo>
                    <a:lnTo>
                      <a:pt x="56" y="597"/>
                    </a:lnTo>
                    <a:lnTo>
                      <a:pt x="57" y="589"/>
                    </a:lnTo>
                    <a:lnTo>
                      <a:pt x="59" y="581"/>
                    </a:lnTo>
                    <a:lnTo>
                      <a:pt x="61" y="566"/>
                    </a:lnTo>
                    <a:lnTo>
                      <a:pt x="61" y="560"/>
                    </a:lnTo>
                    <a:lnTo>
                      <a:pt x="59" y="554"/>
                    </a:lnTo>
                    <a:lnTo>
                      <a:pt x="55" y="549"/>
                    </a:lnTo>
                    <a:lnTo>
                      <a:pt x="45" y="545"/>
                    </a:lnTo>
                    <a:lnTo>
                      <a:pt x="36" y="541"/>
                    </a:lnTo>
                    <a:lnTo>
                      <a:pt x="30" y="537"/>
                    </a:lnTo>
                    <a:lnTo>
                      <a:pt x="28" y="532"/>
                    </a:lnTo>
                    <a:lnTo>
                      <a:pt x="26" y="528"/>
                    </a:lnTo>
                    <a:lnTo>
                      <a:pt x="29" y="524"/>
                    </a:lnTo>
                    <a:lnTo>
                      <a:pt x="33" y="522"/>
                    </a:lnTo>
                    <a:lnTo>
                      <a:pt x="40" y="518"/>
                    </a:lnTo>
                    <a:lnTo>
                      <a:pt x="48" y="513"/>
                    </a:lnTo>
                    <a:lnTo>
                      <a:pt x="55" y="511"/>
                    </a:lnTo>
                    <a:lnTo>
                      <a:pt x="59" y="505"/>
                    </a:lnTo>
                    <a:lnTo>
                      <a:pt x="61" y="501"/>
                    </a:lnTo>
                    <a:lnTo>
                      <a:pt x="61" y="496"/>
                    </a:lnTo>
                    <a:lnTo>
                      <a:pt x="59" y="482"/>
                    </a:lnTo>
                    <a:lnTo>
                      <a:pt x="57" y="474"/>
                    </a:lnTo>
                    <a:lnTo>
                      <a:pt x="56" y="465"/>
                    </a:lnTo>
                    <a:lnTo>
                      <a:pt x="57" y="457"/>
                    </a:lnTo>
                    <a:lnTo>
                      <a:pt x="60" y="450"/>
                    </a:lnTo>
                    <a:lnTo>
                      <a:pt x="65" y="442"/>
                    </a:lnTo>
                    <a:lnTo>
                      <a:pt x="65" y="439"/>
                    </a:lnTo>
                    <a:lnTo>
                      <a:pt x="64" y="436"/>
                    </a:lnTo>
                    <a:lnTo>
                      <a:pt x="59" y="435"/>
                    </a:lnTo>
                    <a:lnTo>
                      <a:pt x="48" y="435"/>
                    </a:lnTo>
                    <a:lnTo>
                      <a:pt x="36" y="432"/>
                    </a:lnTo>
                    <a:lnTo>
                      <a:pt x="28" y="430"/>
                    </a:lnTo>
                    <a:lnTo>
                      <a:pt x="23" y="425"/>
                    </a:lnTo>
                    <a:lnTo>
                      <a:pt x="22" y="420"/>
                    </a:lnTo>
                    <a:lnTo>
                      <a:pt x="23" y="415"/>
                    </a:lnTo>
                    <a:lnTo>
                      <a:pt x="28" y="409"/>
                    </a:lnTo>
                    <a:lnTo>
                      <a:pt x="34" y="405"/>
                    </a:lnTo>
                    <a:lnTo>
                      <a:pt x="42" y="401"/>
                    </a:lnTo>
                    <a:lnTo>
                      <a:pt x="51" y="397"/>
                    </a:lnTo>
                    <a:lnTo>
                      <a:pt x="56" y="393"/>
                    </a:lnTo>
                    <a:lnTo>
                      <a:pt x="59" y="389"/>
                    </a:lnTo>
                    <a:lnTo>
                      <a:pt x="59" y="384"/>
                    </a:lnTo>
                    <a:lnTo>
                      <a:pt x="56" y="371"/>
                    </a:lnTo>
                    <a:lnTo>
                      <a:pt x="55" y="365"/>
                    </a:lnTo>
                    <a:lnTo>
                      <a:pt x="55" y="356"/>
                    </a:lnTo>
                    <a:lnTo>
                      <a:pt x="55" y="350"/>
                    </a:lnTo>
                    <a:lnTo>
                      <a:pt x="56" y="343"/>
                    </a:lnTo>
                    <a:lnTo>
                      <a:pt x="59" y="332"/>
                    </a:lnTo>
                    <a:lnTo>
                      <a:pt x="59" y="328"/>
                    </a:lnTo>
                    <a:lnTo>
                      <a:pt x="57" y="324"/>
                    </a:lnTo>
                    <a:lnTo>
                      <a:pt x="53" y="320"/>
                    </a:lnTo>
                    <a:lnTo>
                      <a:pt x="45" y="317"/>
                    </a:lnTo>
                    <a:lnTo>
                      <a:pt x="37" y="314"/>
                    </a:lnTo>
                    <a:lnTo>
                      <a:pt x="32" y="310"/>
                    </a:lnTo>
                    <a:lnTo>
                      <a:pt x="29" y="305"/>
                    </a:lnTo>
                    <a:lnTo>
                      <a:pt x="29" y="301"/>
                    </a:lnTo>
                    <a:lnTo>
                      <a:pt x="30" y="296"/>
                    </a:lnTo>
                    <a:lnTo>
                      <a:pt x="36" y="291"/>
                    </a:lnTo>
                    <a:lnTo>
                      <a:pt x="42" y="287"/>
                    </a:lnTo>
                    <a:lnTo>
                      <a:pt x="52" y="283"/>
                    </a:lnTo>
                    <a:lnTo>
                      <a:pt x="60" y="281"/>
                    </a:lnTo>
                    <a:lnTo>
                      <a:pt x="65" y="278"/>
                    </a:lnTo>
                    <a:lnTo>
                      <a:pt x="68" y="275"/>
                    </a:lnTo>
                    <a:lnTo>
                      <a:pt x="68" y="271"/>
                    </a:lnTo>
                    <a:lnTo>
                      <a:pt x="64" y="262"/>
                    </a:lnTo>
                    <a:lnTo>
                      <a:pt x="63" y="256"/>
                    </a:lnTo>
                    <a:lnTo>
                      <a:pt x="61" y="251"/>
                    </a:lnTo>
                    <a:lnTo>
                      <a:pt x="61" y="245"/>
                    </a:lnTo>
                    <a:lnTo>
                      <a:pt x="63" y="239"/>
                    </a:lnTo>
                    <a:lnTo>
                      <a:pt x="68" y="228"/>
                    </a:lnTo>
                    <a:lnTo>
                      <a:pt x="70" y="222"/>
                    </a:lnTo>
                    <a:lnTo>
                      <a:pt x="71" y="218"/>
                    </a:lnTo>
                    <a:lnTo>
                      <a:pt x="70" y="216"/>
                    </a:lnTo>
                    <a:lnTo>
                      <a:pt x="65" y="216"/>
                    </a:lnTo>
                    <a:lnTo>
                      <a:pt x="59" y="214"/>
                    </a:lnTo>
                    <a:lnTo>
                      <a:pt x="53" y="213"/>
                    </a:lnTo>
                    <a:lnTo>
                      <a:pt x="46" y="210"/>
                    </a:lnTo>
                    <a:lnTo>
                      <a:pt x="40" y="207"/>
                    </a:lnTo>
                    <a:lnTo>
                      <a:pt x="34" y="203"/>
                    </a:lnTo>
                    <a:lnTo>
                      <a:pt x="30" y="198"/>
                    </a:lnTo>
                    <a:lnTo>
                      <a:pt x="28" y="193"/>
                    </a:lnTo>
                    <a:lnTo>
                      <a:pt x="25" y="187"/>
                    </a:lnTo>
                    <a:lnTo>
                      <a:pt x="0" y="0"/>
                    </a:lnTo>
                    <a:lnTo>
                      <a:pt x="891" y="0"/>
                    </a:lnTo>
                    <a:lnTo>
                      <a:pt x="874" y="140"/>
                    </a:lnTo>
                    <a:lnTo>
                      <a:pt x="873" y="147"/>
                    </a:lnTo>
                    <a:lnTo>
                      <a:pt x="870" y="152"/>
                    </a:lnTo>
                    <a:lnTo>
                      <a:pt x="864" y="157"/>
                    </a:lnTo>
                    <a:lnTo>
                      <a:pt x="859" y="161"/>
                    </a:lnTo>
                    <a:lnTo>
                      <a:pt x="854" y="164"/>
                    </a:lnTo>
                    <a:lnTo>
                      <a:pt x="847" y="167"/>
                    </a:lnTo>
                    <a:lnTo>
                      <a:pt x="840" y="168"/>
                    </a:lnTo>
                    <a:lnTo>
                      <a:pt x="835" y="168"/>
                    </a:lnTo>
                    <a:lnTo>
                      <a:pt x="831" y="170"/>
                    </a:lnTo>
                    <a:lnTo>
                      <a:pt x="829" y="172"/>
                    </a:lnTo>
                    <a:lnTo>
                      <a:pt x="829" y="176"/>
                    </a:lnTo>
                    <a:lnTo>
                      <a:pt x="832" y="180"/>
                    </a:lnTo>
                    <a:lnTo>
                      <a:pt x="837" y="193"/>
                    </a:lnTo>
                    <a:lnTo>
                      <a:pt x="839" y="198"/>
                    </a:lnTo>
                    <a:lnTo>
                      <a:pt x="839" y="205"/>
                    </a:lnTo>
                    <a:lnTo>
                      <a:pt x="837" y="210"/>
                    </a:lnTo>
                    <a:lnTo>
                      <a:pt x="835" y="216"/>
                    </a:lnTo>
                    <a:lnTo>
                      <a:pt x="832" y="224"/>
                    </a:lnTo>
                    <a:lnTo>
                      <a:pt x="832" y="228"/>
                    </a:lnTo>
                    <a:lnTo>
                      <a:pt x="833" y="232"/>
                    </a:lnTo>
                    <a:lnTo>
                      <a:pt x="839" y="235"/>
                    </a:lnTo>
                    <a:lnTo>
                      <a:pt x="848" y="237"/>
                    </a:lnTo>
                    <a:lnTo>
                      <a:pt x="858" y="240"/>
                    </a:lnTo>
                    <a:lnTo>
                      <a:pt x="864" y="244"/>
                    </a:lnTo>
                    <a:lnTo>
                      <a:pt x="868" y="249"/>
                    </a:lnTo>
                    <a:lnTo>
                      <a:pt x="871" y="254"/>
                    </a:lnTo>
                    <a:lnTo>
                      <a:pt x="870" y="259"/>
                    </a:lnTo>
                    <a:lnTo>
                      <a:pt x="867" y="263"/>
                    </a:lnTo>
                    <a:lnTo>
                      <a:pt x="862" y="267"/>
                    </a:lnTo>
                    <a:lnTo>
                      <a:pt x="854" y="271"/>
                    </a:lnTo>
                    <a:lnTo>
                      <a:pt x="847" y="274"/>
                    </a:lnTo>
                    <a:lnTo>
                      <a:pt x="843" y="277"/>
                    </a:lnTo>
                    <a:lnTo>
                      <a:pt x="841" y="281"/>
                    </a:lnTo>
                    <a:lnTo>
                      <a:pt x="840" y="286"/>
                    </a:lnTo>
                    <a:lnTo>
                      <a:pt x="843" y="297"/>
                    </a:lnTo>
                    <a:lnTo>
                      <a:pt x="844" y="304"/>
                    </a:lnTo>
                    <a:lnTo>
                      <a:pt x="845" y="310"/>
                    </a:lnTo>
                    <a:lnTo>
                      <a:pt x="844" y="317"/>
                    </a:lnTo>
                    <a:lnTo>
                      <a:pt x="843" y="324"/>
                    </a:lnTo>
                    <a:lnTo>
                      <a:pt x="841" y="336"/>
                    </a:lnTo>
                    <a:lnTo>
                      <a:pt x="841" y="342"/>
                    </a:lnTo>
                    <a:lnTo>
                      <a:pt x="844" y="347"/>
                    </a:lnTo>
                    <a:lnTo>
                      <a:pt x="848" y="351"/>
                    </a:lnTo>
                    <a:lnTo>
                      <a:pt x="856" y="355"/>
                    </a:lnTo>
                    <a:lnTo>
                      <a:pt x="866" y="359"/>
                    </a:lnTo>
                    <a:lnTo>
                      <a:pt x="873" y="363"/>
                    </a:lnTo>
                    <a:lnTo>
                      <a:pt x="877" y="369"/>
                    </a:lnTo>
                    <a:lnTo>
                      <a:pt x="878" y="374"/>
                    </a:lnTo>
                    <a:lnTo>
                      <a:pt x="877" y="378"/>
                    </a:lnTo>
                    <a:lnTo>
                      <a:pt x="871" y="384"/>
                    </a:lnTo>
                    <a:lnTo>
                      <a:pt x="863" y="386"/>
                    </a:lnTo>
                    <a:lnTo>
                      <a:pt x="852" y="388"/>
                    </a:lnTo>
                    <a:lnTo>
                      <a:pt x="841" y="389"/>
                    </a:lnTo>
                    <a:lnTo>
                      <a:pt x="836" y="390"/>
                    </a:lnTo>
                    <a:lnTo>
                      <a:pt x="833" y="392"/>
                    </a:lnTo>
                    <a:lnTo>
                      <a:pt x="835" y="396"/>
                    </a:lnTo>
                    <a:lnTo>
                      <a:pt x="840" y="404"/>
                    </a:lnTo>
                    <a:lnTo>
                      <a:pt x="843" y="411"/>
                    </a:lnTo>
                    <a:lnTo>
                      <a:pt x="843" y="419"/>
                    </a:lnTo>
                    <a:lnTo>
                      <a:pt x="843" y="428"/>
                    </a:lnTo>
                    <a:lnTo>
                      <a:pt x="841" y="435"/>
                    </a:lnTo>
                    <a:lnTo>
                      <a:pt x="839" y="449"/>
                    </a:lnTo>
                    <a:lnTo>
                      <a:pt x="839" y="455"/>
                    </a:lnTo>
                    <a:lnTo>
                      <a:pt x="840" y="459"/>
                    </a:lnTo>
                    <a:lnTo>
                      <a:pt x="844" y="463"/>
                    </a:lnTo>
                    <a:lnTo>
                      <a:pt x="852" y="467"/>
                    </a:lnTo>
                    <a:lnTo>
                      <a:pt x="860" y="472"/>
                    </a:lnTo>
                    <a:lnTo>
                      <a:pt x="867" y="474"/>
                    </a:lnTo>
                    <a:lnTo>
                      <a:pt x="871" y="478"/>
                    </a:lnTo>
                    <a:lnTo>
                      <a:pt x="873" y="482"/>
                    </a:lnTo>
                    <a:lnTo>
                      <a:pt x="873" y="486"/>
                    </a:lnTo>
                    <a:lnTo>
                      <a:pt x="870" y="490"/>
                    </a:lnTo>
                    <a:lnTo>
                      <a:pt x="863" y="495"/>
                    </a:lnTo>
                    <a:lnTo>
                      <a:pt x="854" y="499"/>
                    </a:lnTo>
                    <a:lnTo>
                      <a:pt x="845" y="503"/>
                    </a:lnTo>
                    <a:lnTo>
                      <a:pt x="840" y="508"/>
                    </a:lnTo>
                    <a:lnTo>
                      <a:pt x="839" y="513"/>
                    </a:lnTo>
                    <a:lnTo>
                      <a:pt x="837" y="520"/>
                    </a:lnTo>
                    <a:lnTo>
                      <a:pt x="841" y="535"/>
                    </a:lnTo>
                    <a:lnTo>
                      <a:pt x="843" y="543"/>
                    </a:lnTo>
                    <a:lnTo>
                      <a:pt x="843" y="551"/>
                    </a:lnTo>
                    <a:lnTo>
                      <a:pt x="844" y="554"/>
                    </a:lnTo>
                    <a:lnTo>
                      <a:pt x="845" y="557"/>
                    </a:lnTo>
                    <a:lnTo>
                      <a:pt x="852" y="564"/>
                    </a:lnTo>
                    <a:lnTo>
                      <a:pt x="855" y="568"/>
                    </a:lnTo>
                    <a:lnTo>
                      <a:pt x="858" y="572"/>
                    </a:lnTo>
                    <a:lnTo>
                      <a:pt x="859" y="576"/>
                    </a:lnTo>
                    <a:lnTo>
                      <a:pt x="859" y="581"/>
                    </a:lnTo>
                    <a:lnTo>
                      <a:pt x="856" y="595"/>
                    </a:lnTo>
                    <a:lnTo>
                      <a:pt x="850" y="610"/>
                    </a:lnTo>
                    <a:lnTo>
                      <a:pt x="841" y="625"/>
                    </a:lnTo>
                    <a:lnTo>
                      <a:pt x="832" y="638"/>
                    </a:lnTo>
                    <a:lnTo>
                      <a:pt x="820" y="653"/>
                    </a:lnTo>
                    <a:lnTo>
                      <a:pt x="806" y="668"/>
                    </a:lnTo>
                    <a:lnTo>
                      <a:pt x="793" y="681"/>
                    </a:lnTo>
                    <a:lnTo>
                      <a:pt x="776" y="695"/>
                    </a:lnTo>
                    <a:lnTo>
                      <a:pt x="761" y="707"/>
                    </a:lnTo>
                    <a:lnTo>
                      <a:pt x="747" y="718"/>
                    </a:lnTo>
                    <a:lnTo>
                      <a:pt x="722" y="734"/>
                    </a:lnTo>
                    <a:lnTo>
                      <a:pt x="711" y="742"/>
                    </a:lnTo>
                    <a:lnTo>
                      <a:pt x="703" y="749"/>
                    </a:lnTo>
                    <a:lnTo>
                      <a:pt x="698" y="756"/>
                    </a:lnTo>
                    <a:lnTo>
                      <a:pt x="695" y="764"/>
                    </a:lnTo>
                    <a:lnTo>
                      <a:pt x="694" y="765"/>
                    </a:lnTo>
                    <a:lnTo>
                      <a:pt x="692" y="768"/>
                    </a:lnTo>
                    <a:lnTo>
                      <a:pt x="686" y="772"/>
                    </a:lnTo>
                    <a:lnTo>
                      <a:pt x="675" y="775"/>
                    </a:lnTo>
                    <a:lnTo>
                      <a:pt x="663" y="778"/>
                    </a:lnTo>
                    <a:lnTo>
                      <a:pt x="629" y="783"/>
                    </a:lnTo>
                    <a:lnTo>
                      <a:pt x="590" y="787"/>
                    </a:lnTo>
                    <a:lnTo>
                      <a:pt x="548" y="790"/>
                    </a:lnTo>
                    <a:lnTo>
                      <a:pt x="504" y="791"/>
                    </a:lnTo>
                    <a:lnTo>
                      <a:pt x="435" y="792"/>
                    </a:lnTo>
                    <a:close/>
                  </a:path>
                </a:pathLst>
              </a:custGeom>
              <a:solidFill>
                <a:srgbClr val="93939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21" name="Freeform 6">
                <a:extLst>
                  <a:ext uri="{FF2B5EF4-FFF2-40B4-BE49-F238E27FC236}">
                    <a16:creationId xmlns:a16="http://schemas.microsoft.com/office/drawing/2014/main" id="{23B441B6-768C-0342-9B9F-F8EB6FF26BFB}"/>
                  </a:ext>
                </a:extLst>
              </p:cNvPr>
              <p:cNvSpPr>
                <a:spLocks/>
              </p:cNvSpPr>
              <p:nvPr/>
            </p:nvSpPr>
            <p:spPr bwMode="auto">
              <a:xfrm>
                <a:off x="2446338" y="5083175"/>
                <a:ext cx="400050" cy="1257300"/>
              </a:xfrm>
              <a:custGeom>
                <a:avLst/>
                <a:gdLst>
                  <a:gd name="T0" fmla="*/ 2147483646 w 252"/>
                  <a:gd name="T1" fmla="*/ 2147483646 h 792"/>
                  <a:gd name="T2" fmla="*/ 2147483646 w 252"/>
                  <a:gd name="T3" fmla="*/ 2147483646 h 792"/>
                  <a:gd name="T4" fmla="*/ 2147483646 w 252"/>
                  <a:gd name="T5" fmla="*/ 2147483646 h 792"/>
                  <a:gd name="T6" fmla="*/ 2147483646 w 252"/>
                  <a:gd name="T7" fmla="*/ 2147483646 h 792"/>
                  <a:gd name="T8" fmla="*/ 2147483646 w 252"/>
                  <a:gd name="T9" fmla="*/ 2147483646 h 792"/>
                  <a:gd name="T10" fmla="*/ 2147483646 w 252"/>
                  <a:gd name="T11" fmla="*/ 2147483646 h 792"/>
                  <a:gd name="T12" fmla="*/ 2147483646 w 252"/>
                  <a:gd name="T13" fmla="*/ 2147483646 h 792"/>
                  <a:gd name="T14" fmla="*/ 2147483646 w 252"/>
                  <a:gd name="T15" fmla="*/ 2147483646 h 792"/>
                  <a:gd name="T16" fmla="*/ 2147483646 w 252"/>
                  <a:gd name="T17" fmla="*/ 2147483646 h 792"/>
                  <a:gd name="T18" fmla="*/ 2147483646 w 252"/>
                  <a:gd name="T19" fmla="*/ 2147483646 h 792"/>
                  <a:gd name="T20" fmla="*/ 2147483646 w 252"/>
                  <a:gd name="T21" fmla="*/ 2147483646 h 792"/>
                  <a:gd name="T22" fmla="*/ 2147483646 w 252"/>
                  <a:gd name="T23" fmla="*/ 2147483646 h 792"/>
                  <a:gd name="T24" fmla="*/ 2147483646 w 252"/>
                  <a:gd name="T25" fmla="*/ 2147483646 h 792"/>
                  <a:gd name="T26" fmla="*/ 2147483646 w 252"/>
                  <a:gd name="T27" fmla="*/ 2147483646 h 792"/>
                  <a:gd name="T28" fmla="*/ 2147483646 w 252"/>
                  <a:gd name="T29" fmla="*/ 2147483646 h 792"/>
                  <a:gd name="T30" fmla="*/ 2147483646 w 252"/>
                  <a:gd name="T31" fmla="*/ 2147483646 h 792"/>
                  <a:gd name="T32" fmla="*/ 2147483646 w 252"/>
                  <a:gd name="T33" fmla="*/ 2147483646 h 792"/>
                  <a:gd name="T34" fmla="*/ 2147483646 w 252"/>
                  <a:gd name="T35" fmla="*/ 2147483646 h 792"/>
                  <a:gd name="T36" fmla="*/ 2147483646 w 252"/>
                  <a:gd name="T37" fmla="*/ 2147483646 h 792"/>
                  <a:gd name="T38" fmla="*/ 2147483646 w 252"/>
                  <a:gd name="T39" fmla="*/ 2147483646 h 792"/>
                  <a:gd name="T40" fmla="*/ 2147483646 w 252"/>
                  <a:gd name="T41" fmla="*/ 2147483646 h 792"/>
                  <a:gd name="T42" fmla="*/ 2147483646 w 252"/>
                  <a:gd name="T43" fmla="*/ 2147483646 h 792"/>
                  <a:gd name="T44" fmla="*/ 2147483646 w 252"/>
                  <a:gd name="T45" fmla="*/ 2147483646 h 792"/>
                  <a:gd name="T46" fmla="*/ 2147483646 w 252"/>
                  <a:gd name="T47" fmla="*/ 2147483646 h 792"/>
                  <a:gd name="T48" fmla="*/ 2147483646 w 252"/>
                  <a:gd name="T49" fmla="*/ 0 h 792"/>
                  <a:gd name="T50" fmla="*/ 2147483646 w 252"/>
                  <a:gd name="T51" fmla="*/ 2147483646 h 792"/>
                  <a:gd name="T52" fmla="*/ 2147483646 w 252"/>
                  <a:gd name="T53" fmla="*/ 2147483646 h 792"/>
                  <a:gd name="T54" fmla="*/ 2147483646 w 252"/>
                  <a:gd name="T55" fmla="*/ 2147483646 h 792"/>
                  <a:gd name="T56" fmla="*/ 2147483646 w 252"/>
                  <a:gd name="T57" fmla="*/ 2147483646 h 792"/>
                  <a:gd name="T58" fmla="*/ 2147483646 w 252"/>
                  <a:gd name="T59" fmla="*/ 2147483646 h 792"/>
                  <a:gd name="T60" fmla="*/ 2147483646 w 252"/>
                  <a:gd name="T61" fmla="*/ 2147483646 h 792"/>
                  <a:gd name="T62" fmla="*/ 2147483646 w 252"/>
                  <a:gd name="T63" fmla="*/ 2147483646 h 792"/>
                  <a:gd name="T64" fmla="*/ 2147483646 w 252"/>
                  <a:gd name="T65" fmla="*/ 2147483646 h 792"/>
                  <a:gd name="T66" fmla="*/ 2147483646 w 252"/>
                  <a:gd name="T67" fmla="*/ 2147483646 h 792"/>
                  <a:gd name="T68" fmla="*/ 2147483646 w 252"/>
                  <a:gd name="T69" fmla="*/ 2147483646 h 792"/>
                  <a:gd name="T70" fmla="*/ 2147483646 w 252"/>
                  <a:gd name="T71" fmla="*/ 2147483646 h 792"/>
                  <a:gd name="T72" fmla="*/ 2147483646 w 252"/>
                  <a:gd name="T73" fmla="*/ 2147483646 h 792"/>
                  <a:gd name="T74" fmla="*/ 2147483646 w 252"/>
                  <a:gd name="T75" fmla="*/ 2147483646 h 792"/>
                  <a:gd name="T76" fmla="*/ 2147483646 w 252"/>
                  <a:gd name="T77" fmla="*/ 2147483646 h 792"/>
                  <a:gd name="T78" fmla="*/ 2147483646 w 252"/>
                  <a:gd name="T79" fmla="*/ 2147483646 h 792"/>
                  <a:gd name="T80" fmla="*/ 2147483646 w 252"/>
                  <a:gd name="T81" fmla="*/ 2147483646 h 792"/>
                  <a:gd name="T82" fmla="*/ 2147483646 w 252"/>
                  <a:gd name="T83" fmla="*/ 2147483646 h 792"/>
                  <a:gd name="T84" fmla="*/ 2147483646 w 252"/>
                  <a:gd name="T85" fmla="*/ 2147483646 h 792"/>
                  <a:gd name="T86" fmla="*/ 2147483646 w 252"/>
                  <a:gd name="T87" fmla="*/ 2147483646 h 792"/>
                  <a:gd name="T88" fmla="*/ 2147483646 w 252"/>
                  <a:gd name="T89" fmla="*/ 2147483646 h 792"/>
                  <a:gd name="T90" fmla="*/ 2147483646 w 252"/>
                  <a:gd name="T91" fmla="*/ 2147483646 h 792"/>
                  <a:gd name="T92" fmla="*/ 2147483646 w 252"/>
                  <a:gd name="T93" fmla="*/ 2147483646 h 792"/>
                  <a:gd name="T94" fmla="*/ 2147483646 w 252"/>
                  <a:gd name="T95" fmla="*/ 2147483646 h 792"/>
                  <a:gd name="T96" fmla="*/ 2147483646 w 252"/>
                  <a:gd name="T97" fmla="*/ 2147483646 h 792"/>
                  <a:gd name="T98" fmla="*/ 2147483646 w 252"/>
                  <a:gd name="T99" fmla="*/ 2147483646 h 792"/>
                  <a:gd name="T100" fmla="*/ 2147483646 w 252"/>
                  <a:gd name="T101" fmla="*/ 2147483646 h 792"/>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0" t="0" r="r" b="b"/>
                <a:pathLst>
                  <a:path w="252" h="792">
                    <a:moveTo>
                      <a:pt x="121" y="792"/>
                    </a:moveTo>
                    <a:lnTo>
                      <a:pt x="121" y="792"/>
                    </a:lnTo>
                    <a:lnTo>
                      <a:pt x="103" y="791"/>
                    </a:lnTo>
                    <a:lnTo>
                      <a:pt x="92" y="790"/>
                    </a:lnTo>
                    <a:lnTo>
                      <a:pt x="82" y="787"/>
                    </a:lnTo>
                    <a:lnTo>
                      <a:pt x="72" y="783"/>
                    </a:lnTo>
                    <a:lnTo>
                      <a:pt x="64" y="778"/>
                    </a:lnTo>
                    <a:lnTo>
                      <a:pt x="59" y="772"/>
                    </a:lnTo>
                    <a:lnTo>
                      <a:pt x="57" y="768"/>
                    </a:lnTo>
                    <a:lnTo>
                      <a:pt x="57" y="764"/>
                    </a:lnTo>
                    <a:lnTo>
                      <a:pt x="55" y="749"/>
                    </a:lnTo>
                    <a:lnTo>
                      <a:pt x="50" y="734"/>
                    </a:lnTo>
                    <a:lnTo>
                      <a:pt x="44" y="717"/>
                    </a:lnTo>
                    <a:lnTo>
                      <a:pt x="33" y="695"/>
                    </a:lnTo>
                    <a:lnTo>
                      <a:pt x="27" y="683"/>
                    </a:lnTo>
                    <a:lnTo>
                      <a:pt x="23" y="669"/>
                    </a:lnTo>
                    <a:lnTo>
                      <a:pt x="17" y="643"/>
                    </a:lnTo>
                    <a:lnTo>
                      <a:pt x="14" y="619"/>
                    </a:lnTo>
                    <a:lnTo>
                      <a:pt x="13" y="597"/>
                    </a:lnTo>
                    <a:lnTo>
                      <a:pt x="13" y="581"/>
                    </a:lnTo>
                    <a:lnTo>
                      <a:pt x="14" y="566"/>
                    </a:lnTo>
                    <a:lnTo>
                      <a:pt x="13" y="554"/>
                    </a:lnTo>
                    <a:lnTo>
                      <a:pt x="11" y="549"/>
                    </a:lnTo>
                    <a:lnTo>
                      <a:pt x="10" y="545"/>
                    </a:lnTo>
                    <a:lnTo>
                      <a:pt x="4" y="537"/>
                    </a:lnTo>
                    <a:lnTo>
                      <a:pt x="4" y="528"/>
                    </a:lnTo>
                    <a:lnTo>
                      <a:pt x="6" y="522"/>
                    </a:lnTo>
                    <a:lnTo>
                      <a:pt x="10" y="513"/>
                    </a:lnTo>
                    <a:lnTo>
                      <a:pt x="13" y="511"/>
                    </a:lnTo>
                    <a:lnTo>
                      <a:pt x="13" y="505"/>
                    </a:lnTo>
                    <a:lnTo>
                      <a:pt x="14" y="496"/>
                    </a:lnTo>
                    <a:lnTo>
                      <a:pt x="13" y="482"/>
                    </a:lnTo>
                    <a:lnTo>
                      <a:pt x="13" y="465"/>
                    </a:lnTo>
                    <a:lnTo>
                      <a:pt x="14" y="450"/>
                    </a:lnTo>
                    <a:lnTo>
                      <a:pt x="15" y="442"/>
                    </a:lnTo>
                    <a:lnTo>
                      <a:pt x="15" y="439"/>
                    </a:lnTo>
                    <a:lnTo>
                      <a:pt x="14" y="436"/>
                    </a:lnTo>
                    <a:lnTo>
                      <a:pt x="13" y="435"/>
                    </a:lnTo>
                    <a:lnTo>
                      <a:pt x="10" y="435"/>
                    </a:lnTo>
                    <a:lnTo>
                      <a:pt x="7" y="432"/>
                    </a:lnTo>
                    <a:lnTo>
                      <a:pt x="4" y="430"/>
                    </a:lnTo>
                    <a:lnTo>
                      <a:pt x="3" y="425"/>
                    </a:lnTo>
                    <a:lnTo>
                      <a:pt x="3" y="420"/>
                    </a:lnTo>
                    <a:lnTo>
                      <a:pt x="4" y="409"/>
                    </a:lnTo>
                    <a:lnTo>
                      <a:pt x="6" y="405"/>
                    </a:lnTo>
                    <a:lnTo>
                      <a:pt x="9" y="401"/>
                    </a:lnTo>
                    <a:lnTo>
                      <a:pt x="11" y="397"/>
                    </a:lnTo>
                    <a:lnTo>
                      <a:pt x="13" y="393"/>
                    </a:lnTo>
                    <a:lnTo>
                      <a:pt x="13" y="384"/>
                    </a:lnTo>
                    <a:lnTo>
                      <a:pt x="11" y="356"/>
                    </a:lnTo>
                    <a:lnTo>
                      <a:pt x="13" y="332"/>
                    </a:lnTo>
                    <a:lnTo>
                      <a:pt x="13" y="324"/>
                    </a:lnTo>
                    <a:lnTo>
                      <a:pt x="11" y="320"/>
                    </a:lnTo>
                    <a:lnTo>
                      <a:pt x="10" y="317"/>
                    </a:lnTo>
                    <a:lnTo>
                      <a:pt x="7" y="314"/>
                    </a:lnTo>
                    <a:lnTo>
                      <a:pt x="6" y="310"/>
                    </a:lnTo>
                    <a:lnTo>
                      <a:pt x="4" y="301"/>
                    </a:lnTo>
                    <a:lnTo>
                      <a:pt x="6" y="291"/>
                    </a:lnTo>
                    <a:lnTo>
                      <a:pt x="9" y="287"/>
                    </a:lnTo>
                    <a:lnTo>
                      <a:pt x="11" y="283"/>
                    </a:lnTo>
                    <a:lnTo>
                      <a:pt x="14" y="281"/>
                    </a:lnTo>
                    <a:lnTo>
                      <a:pt x="15" y="278"/>
                    </a:lnTo>
                    <a:lnTo>
                      <a:pt x="15" y="271"/>
                    </a:lnTo>
                    <a:lnTo>
                      <a:pt x="14" y="251"/>
                    </a:lnTo>
                    <a:lnTo>
                      <a:pt x="14" y="239"/>
                    </a:lnTo>
                    <a:lnTo>
                      <a:pt x="15" y="228"/>
                    </a:lnTo>
                    <a:lnTo>
                      <a:pt x="17" y="218"/>
                    </a:lnTo>
                    <a:lnTo>
                      <a:pt x="17" y="216"/>
                    </a:lnTo>
                    <a:lnTo>
                      <a:pt x="15" y="216"/>
                    </a:lnTo>
                    <a:lnTo>
                      <a:pt x="11" y="213"/>
                    </a:lnTo>
                    <a:lnTo>
                      <a:pt x="7" y="207"/>
                    </a:lnTo>
                    <a:lnTo>
                      <a:pt x="4" y="198"/>
                    </a:lnTo>
                    <a:lnTo>
                      <a:pt x="3" y="187"/>
                    </a:lnTo>
                    <a:lnTo>
                      <a:pt x="4" y="174"/>
                    </a:lnTo>
                    <a:lnTo>
                      <a:pt x="6" y="163"/>
                    </a:lnTo>
                    <a:lnTo>
                      <a:pt x="7" y="149"/>
                    </a:lnTo>
                    <a:lnTo>
                      <a:pt x="7" y="133"/>
                    </a:lnTo>
                    <a:lnTo>
                      <a:pt x="9" y="96"/>
                    </a:lnTo>
                    <a:lnTo>
                      <a:pt x="7" y="80"/>
                    </a:lnTo>
                    <a:lnTo>
                      <a:pt x="7" y="65"/>
                    </a:lnTo>
                    <a:lnTo>
                      <a:pt x="3" y="34"/>
                    </a:lnTo>
                    <a:lnTo>
                      <a:pt x="0" y="0"/>
                    </a:lnTo>
                    <a:lnTo>
                      <a:pt x="252" y="0"/>
                    </a:lnTo>
                    <a:lnTo>
                      <a:pt x="252" y="21"/>
                    </a:lnTo>
                    <a:lnTo>
                      <a:pt x="251" y="27"/>
                    </a:lnTo>
                    <a:lnTo>
                      <a:pt x="250" y="34"/>
                    </a:lnTo>
                    <a:lnTo>
                      <a:pt x="245" y="46"/>
                    </a:lnTo>
                    <a:lnTo>
                      <a:pt x="244" y="59"/>
                    </a:lnTo>
                    <a:lnTo>
                      <a:pt x="244" y="87"/>
                    </a:lnTo>
                    <a:lnTo>
                      <a:pt x="244" y="103"/>
                    </a:lnTo>
                    <a:lnTo>
                      <a:pt x="245" y="115"/>
                    </a:lnTo>
                    <a:lnTo>
                      <a:pt x="247" y="128"/>
                    </a:lnTo>
                    <a:lnTo>
                      <a:pt x="247" y="140"/>
                    </a:lnTo>
                    <a:lnTo>
                      <a:pt x="247" y="152"/>
                    </a:lnTo>
                    <a:lnTo>
                      <a:pt x="243" y="161"/>
                    </a:lnTo>
                    <a:lnTo>
                      <a:pt x="240" y="167"/>
                    </a:lnTo>
                    <a:lnTo>
                      <a:pt x="236" y="168"/>
                    </a:lnTo>
                    <a:lnTo>
                      <a:pt x="235" y="170"/>
                    </a:lnTo>
                    <a:lnTo>
                      <a:pt x="235" y="172"/>
                    </a:lnTo>
                    <a:lnTo>
                      <a:pt x="235" y="180"/>
                    </a:lnTo>
                    <a:lnTo>
                      <a:pt x="236" y="193"/>
                    </a:lnTo>
                    <a:lnTo>
                      <a:pt x="237" y="205"/>
                    </a:lnTo>
                    <a:lnTo>
                      <a:pt x="235" y="224"/>
                    </a:lnTo>
                    <a:lnTo>
                      <a:pt x="236" y="232"/>
                    </a:lnTo>
                    <a:lnTo>
                      <a:pt x="237" y="235"/>
                    </a:lnTo>
                    <a:lnTo>
                      <a:pt x="240" y="237"/>
                    </a:lnTo>
                    <a:lnTo>
                      <a:pt x="243" y="240"/>
                    </a:lnTo>
                    <a:lnTo>
                      <a:pt x="244" y="244"/>
                    </a:lnTo>
                    <a:lnTo>
                      <a:pt x="247" y="254"/>
                    </a:lnTo>
                    <a:lnTo>
                      <a:pt x="245" y="263"/>
                    </a:lnTo>
                    <a:lnTo>
                      <a:pt x="244" y="267"/>
                    </a:lnTo>
                    <a:lnTo>
                      <a:pt x="241" y="271"/>
                    </a:lnTo>
                    <a:lnTo>
                      <a:pt x="240" y="274"/>
                    </a:lnTo>
                    <a:lnTo>
                      <a:pt x="239" y="277"/>
                    </a:lnTo>
                    <a:lnTo>
                      <a:pt x="237" y="286"/>
                    </a:lnTo>
                    <a:lnTo>
                      <a:pt x="239" y="310"/>
                    </a:lnTo>
                    <a:lnTo>
                      <a:pt x="237" y="336"/>
                    </a:lnTo>
                    <a:lnTo>
                      <a:pt x="239" y="347"/>
                    </a:lnTo>
                    <a:lnTo>
                      <a:pt x="240" y="351"/>
                    </a:lnTo>
                    <a:lnTo>
                      <a:pt x="243" y="355"/>
                    </a:lnTo>
                    <a:lnTo>
                      <a:pt x="245" y="359"/>
                    </a:lnTo>
                    <a:lnTo>
                      <a:pt x="247" y="363"/>
                    </a:lnTo>
                    <a:lnTo>
                      <a:pt x="248" y="374"/>
                    </a:lnTo>
                    <a:lnTo>
                      <a:pt x="248" y="378"/>
                    </a:lnTo>
                    <a:lnTo>
                      <a:pt x="247" y="384"/>
                    </a:lnTo>
                    <a:lnTo>
                      <a:pt x="244" y="386"/>
                    </a:lnTo>
                    <a:lnTo>
                      <a:pt x="241" y="388"/>
                    </a:lnTo>
                    <a:lnTo>
                      <a:pt x="237" y="389"/>
                    </a:lnTo>
                    <a:lnTo>
                      <a:pt x="236" y="390"/>
                    </a:lnTo>
                    <a:lnTo>
                      <a:pt x="236" y="392"/>
                    </a:lnTo>
                    <a:lnTo>
                      <a:pt x="236" y="396"/>
                    </a:lnTo>
                    <a:lnTo>
                      <a:pt x="237" y="404"/>
                    </a:lnTo>
                    <a:lnTo>
                      <a:pt x="239" y="419"/>
                    </a:lnTo>
                    <a:lnTo>
                      <a:pt x="237" y="435"/>
                    </a:lnTo>
                    <a:lnTo>
                      <a:pt x="237" y="449"/>
                    </a:lnTo>
                    <a:lnTo>
                      <a:pt x="237" y="459"/>
                    </a:lnTo>
                    <a:lnTo>
                      <a:pt x="239" y="463"/>
                    </a:lnTo>
                    <a:lnTo>
                      <a:pt x="241" y="467"/>
                    </a:lnTo>
                    <a:lnTo>
                      <a:pt x="245" y="474"/>
                    </a:lnTo>
                    <a:lnTo>
                      <a:pt x="247" y="482"/>
                    </a:lnTo>
                    <a:lnTo>
                      <a:pt x="245" y="490"/>
                    </a:lnTo>
                    <a:lnTo>
                      <a:pt x="241" y="499"/>
                    </a:lnTo>
                    <a:lnTo>
                      <a:pt x="239" y="503"/>
                    </a:lnTo>
                    <a:lnTo>
                      <a:pt x="237" y="508"/>
                    </a:lnTo>
                    <a:lnTo>
                      <a:pt x="237" y="520"/>
                    </a:lnTo>
                    <a:lnTo>
                      <a:pt x="237" y="535"/>
                    </a:lnTo>
                    <a:lnTo>
                      <a:pt x="239" y="551"/>
                    </a:lnTo>
                    <a:lnTo>
                      <a:pt x="239" y="557"/>
                    </a:lnTo>
                    <a:lnTo>
                      <a:pt x="241" y="564"/>
                    </a:lnTo>
                    <a:lnTo>
                      <a:pt x="243" y="572"/>
                    </a:lnTo>
                    <a:lnTo>
                      <a:pt x="243" y="581"/>
                    </a:lnTo>
                    <a:lnTo>
                      <a:pt x="240" y="610"/>
                    </a:lnTo>
                    <a:lnTo>
                      <a:pt x="235" y="638"/>
                    </a:lnTo>
                    <a:lnTo>
                      <a:pt x="228" y="668"/>
                    </a:lnTo>
                    <a:lnTo>
                      <a:pt x="220" y="695"/>
                    </a:lnTo>
                    <a:lnTo>
                      <a:pt x="210" y="718"/>
                    </a:lnTo>
                    <a:lnTo>
                      <a:pt x="204" y="734"/>
                    </a:lnTo>
                    <a:lnTo>
                      <a:pt x="198" y="749"/>
                    </a:lnTo>
                    <a:lnTo>
                      <a:pt x="197" y="756"/>
                    </a:lnTo>
                    <a:lnTo>
                      <a:pt x="195" y="764"/>
                    </a:lnTo>
                    <a:lnTo>
                      <a:pt x="195" y="768"/>
                    </a:lnTo>
                    <a:lnTo>
                      <a:pt x="193" y="772"/>
                    </a:lnTo>
                    <a:lnTo>
                      <a:pt x="190" y="775"/>
                    </a:lnTo>
                    <a:lnTo>
                      <a:pt x="186" y="778"/>
                    </a:lnTo>
                    <a:lnTo>
                      <a:pt x="176" y="783"/>
                    </a:lnTo>
                    <a:lnTo>
                      <a:pt x="166" y="787"/>
                    </a:lnTo>
                    <a:lnTo>
                      <a:pt x="153" y="790"/>
                    </a:lnTo>
                    <a:lnTo>
                      <a:pt x="141" y="791"/>
                    </a:lnTo>
                    <a:lnTo>
                      <a:pt x="121" y="792"/>
                    </a:lnTo>
                    <a:close/>
                  </a:path>
                </a:pathLst>
              </a:custGeom>
              <a:solidFill>
                <a:srgbClr val="B1B1B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22" name="Freeform 7">
                <a:extLst>
                  <a:ext uri="{FF2B5EF4-FFF2-40B4-BE49-F238E27FC236}">
                    <a16:creationId xmlns:a16="http://schemas.microsoft.com/office/drawing/2014/main" id="{2BF12683-E108-8A48-9B5E-A9DD264DF1AC}"/>
                  </a:ext>
                </a:extLst>
              </p:cNvPr>
              <p:cNvSpPr>
                <a:spLocks/>
              </p:cNvSpPr>
              <p:nvPr/>
            </p:nvSpPr>
            <p:spPr bwMode="auto">
              <a:xfrm>
                <a:off x="2700338" y="6330950"/>
                <a:ext cx="322263" cy="141288"/>
              </a:xfrm>
              <a:custGeom>
                <a:avLst/>
                <a:gdLst>
                  <a:gd name="T0" fmla="*/ 2147483646 w 203"/>
                  <a:gd name="T1" fmla="*/ 0 h 89"/>
                  <a:gd name="T2" fmla="*/ 2147483646 w 203"/>
                  <a:gd name="T3" fmla="*/ 0 h 89"/>
                  <a:gd name="T4" fmla="*/ 2147483646 w 203"/>
                  <a:gd name="T5" fmla="*/ 2147483646 h 89"/>
                  <a:gd name="T6" fmla="*/ 2147483646 w 203"/>
                  <a:gd name="T7" fmla="*/ 2147483646 h 89"/>
                  <a:gd name="T8" fmla="*/ 2147483646 w 203"/>
                  <a:gd name="T9" fmla="*/ 2147483646 h 89"/>
                  <a:gd name="T10" fmla="*/ 2147483646 w 203"/>
                  <a:gd name="T11" fmla="*/ 2147483646 h 89"/>
                  <a:gd name="T12" fmla="*/ 2147483646 w 203"/>
                  <a:gd name="T13" fmla="*/ 2147483646 h 89"/>
                  <a:gd name="T14" fmla="*/ 2147483646 w 203"/>
                  <a:gd name="T15" fmla="*/ 2147483646 h 89"/>
                  <a:gd name="T16" fmla="*/ 2147483646 w 203"/>
                  <a:gd name="T17" fmla="*/ 2147483646 h 89"/>
                  <a:gd name="T18" fmla="*/ 2147483646 w 203"/>
                  <a:gd name="T19" fmla="*/ 2147483646 h 89"/>
                  <a:gd name="T20" fmla="*/ 2147483646 w 203"/>
                  <a:gd name="T21" fmla="*/ 2147483646 h 89"/>
                  <a:gd name="T22" fmla="*/ 2147483646 w 203"/>
                  <a:gd name="T23" fmla="*/ 2147483646 h 89"/>
                  <a:gd name="T24" fmla="*/ 2147483646 w 203"/>
                  <a:gd name="T25" fmla="*/ 2147483646 h 89"/>
                  <a:gd name="T26" fmla="*/ 2147483646 w 203"/>
                  <a:gd name="T27" fmla="*/ 2147483646 h 89"/>
                  <a:gd name="T28" fmla="*/ 2147483646 w 203"/>
                  <a:gd name="T29" fmla="*/ 2147483646 h 89"/>
                  <a:gd name="T30" fmla="*/ 2147483646 w 203"/>
                  <a:gd name="T31" fmla="*/ 2147483646 h 89"/>
                  <a:gd name="T32" fmla="*/ 2147483646 w 203"/>
                  <a:gd name="T33" fmla="*/ 2147483646 h 89"/>
                  <a:gd name="T34" fmla="*/ 2147483646 w 203"/>
                  <a:gd name="T35" fmla="*/ 2147483646 h 89"/>
                  <a:gd name="T36" fmla="*/ 2147483646 w 203"/>
                  <a:gd name="T37" fmla="*/ 2147483646 h 89"/>
                  <a:gd name="T38" fmla="*/ 2147483646 w 203"/>
                  <a:gd name="T39" fmla="*/ 2147483646 h 89"/>
                  <a:gd name="T40" fmla="*/ 2147483646 w 203"/>
                  <a:gd name="T41" fmla="*/ 2147483646 h 89"/>
                  <a:gd name="T42" fmla="*/ 2147483646 w 203"/>
                  <a:gd name="T43" fmla="*/ 2147483646 h 89"/>
                  <a:gd name="T44" fmla="*/ 2147483646 w 203"/>
                  <a:gd name="T45" fmla="*/ 2147483646 h 89"/>
                  <a:gd name="T46" fmla="*/ 2147483646 w 203"/>
                  <a:gd name="T47" fmla="*/ 2147483646 h 89"/>
                  <a:gd name="T48" fmla="*/ 2147483646 w 203"/>
                  <a:gd name="T49" fmla="*/ 2147483646 h 89"/>
                  <a:gd name="T50" fmla="*/ 2147483646 w 203"/>
                  <a:gd name="T51" fmla="*/ 2147483646 h 89"/>
                  <a:gd name="T52" fmla="*/ 2147483646 w 203"/>
                  <a:gd name="T53" fmla="*/ 2147483646 h 89"/>
                  <a:gd name="T54" fmla="*/ 2147483646 w 203"/>
                  <a:gd name="T55" fmla="*/ 2147483646 h 89"/>
                  <a:gd name="T56" fmla="*/ 2147483646 w 203"/>
                  <a:gd name="T57" fmla="*/ 2147483646 h 89"/>
                  <a:gd name="T58" fmla="*/ 2147483646 w 203"/>
                  <a:gd name="T59" fmla="*/ 2147483646 h 89"/>
                  <a:gd name="T60" fmla="*/ 2147483646 w 203"/>
                  <a:gd name="T61" fmla="*/ 2147483646 h 89"/>
                  <a:gd name="T62" fmla="*/ 2147483646 w 203"/>
                  <a:gd name="T63" fmla="*/ 2147483646 h 89"/>
                  <a:gd name="T64" fmla="*/ 0 w 203"/>
                  <a:gd name="T65" fmla="*/ 2147483646 h 89"/>
                  <a:gd name="T66" fmla="*/ 0 w 203"/>
                  <a:gd name="T67" fmla="*/ 2147483646 h 89"/>
                  <a:gd name="T68" fmla="*/ 0 w 203"/>
                  <a:gd name="T69" fmla="*/ 2147483646 h 89"/>
                  <a:gd name="T70" fmla="*/ 0 w 203"/>
                  <a:gd name="T71" fmla="*/ 2147483646 h 89"/>
                  <a:gd name="T72" fmla="*/ 2147483646 w 203"/>
                  <a:gd name="T73" fmla="*/ 2147483646 h 89"/>
                  <a:gd name="T74" fmla="*/ 2147483646 w 203"/>
                  <a:gd name="T75" fmla="*/ 2147483646 h 89"/>
                  <a:gd name="T76" fmla="*/ 2147483646 w 203"/>
                  <a:gd name="T77" fmla="*/ 2147483646 h 89"/>
                  <a:gd name="T78" fmla="*/ 2147483646 w 203"/>
                  <a:gd name="T79" fmla="*/ 2147483646 h 89"/>
                  <a:gd name="T80" fmla="*/ 2147483646 w 203"/>
                  <a:gd name="T81" fmla="*/ 2147483646 h 89"/>
                  <a:gd name="T82" fmla="*/ 2147483646 w 203"/>
                  <a:gd name="T83" fmla="*/ 2147483646 h 89"/>
                  <a:gd name="T84" fmla="*/ 2147483646 w 203"/>
                  <a:gd name="T85" fmla="*/ 2147483646 h 89"/>
                  <a:gd name="T86" fmla="*/ 2147483646 w 203"/>
                  <a:gd name="T87" fmla="*/ 2147483646 h 89"/>
                  <a:gd name="T88" fmla="*/ 2147483646 w 203"/>
                  <a:gd name="T89" fmla="*/ 0 h 89"/>
                  <a:gd name="T90" fmla="*/ 2147483646 w 203"/>
                  <a:gd name="T91" fmla="*/ 0 h 89"/>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203" h="89">
                    <a:moveTo>
                      <a:pt x="102" y="0"/>
                    </a:moveTo>
                    <a:lnTo>
                      <a:pt x="102" y="0"/>
                    </a:lnTo>
                    <a:lnTo>
                      <a:pt x="122" y="1"/>
                    </a:lnTo>
                    <a:lnTo>
                      <a:pt x="141" y="4"/>
                    </a:lnTo>
                    <a:lnTo>
                      <a:pt x="159" y="8"/>
                    </a:lnTo>
                    <a:lnTo>
                      <a:pt x="174" y="13"/>
                    </a:lnTo>
                    <a:lnTo>
                      <a:pt x="186" y="20"/>
                    </a:lnTo>
                    <a:lnTo>
                      <a:pt x="195" y="27"/>
                    </a:lnTo>
                    <a:lnTo>
                      <a:pt x="199" y="31"/>
                    </a:lnTo>
                    <a:lnTo>
                      <a:pt x="202" y="36"/>
                    </a:lnTo>
                    <a:lnTo>
                      <a:pt x="203" y="40"/>
                    </a:lnTo>
                    <a:lnTo>
                      <a:pt x="203" y="44"/>
                    </a:lnTo>
                    <a:lnTo>
                      <a:pt x="203" y="50"/>
                    </a:lnTo>
                    <a:lnTo>
                      <a:pt x="202" y="54"/>
                    </a:lnTo>
                    <a:lnTo>
                      <a:pt x="199" y="58"/>
                    </a:lnTo>
                    <a:lnTo>
                      <a:pt x="195" y="62"/>
                    </a:lnTo>
                    <a:lnTo>
                      <a:pt x="186" y="70"/>
                    </a:lnTo>
                    <a:lnTo>
                      <a:pt x="174" y="77"/>
                    </a:lnTo>
                    <a:lnTo>
                      <a:pt x="159" y="82"/>
                    </a:lnTo>
                    <a:lnTo>
                      <a:pt x="141" y="86"/>
                    </a:lnTo>
                    <a:lnTo>
                      <a:pt x="122" y="89"/>
                    </a:lnTo>
                    <a:lnTo>
                      <a:pt x="102" y="89"/>
                    </a:lnTo>
                    <a:lnTo>
                      <a:pt x="81" y="89"/>
                    </a:lnTo>
                    <a:lnTo>
                      <a:pt x="62" y="86"/>
                    </a:lnTo>
                    <a:lnTo>
                      <a:pt x="45" y="82"/>
                    </a:lnTo>
                    <a:lnTo>
                      <a:pt x="30" y="77"/>
                    </a:lnTo>
                    <a:lnTo>
                      <a:pt x="18" y="70"/>
                    </a:lnTo>
                    <a:lnTo>
                      <a:pt x="8" y="62"/>
                    </a:lnTo>
                    <a:lnTo>
                      <a:pt x="4" y="58"/>
                    </a:lnTo>
                    <a:lnTo>
                      <a:pt x="2" y="54"/>
                    </a:lnTo>
                    <a:lnTo>
                      <a:pt x="0" y="50"/>
                    </a:lnTo>
                    <a:lnTo>
                      <a:pt x="0" y="44"/>
                    </a:lnTo>
                    <a:lnTo>
                      <a:pt x="0" y="40"/>
                    </a:lnTo>
                    <a:lnTo>
                      <a:pt x="2" y="36"/>
                    </a:lnTo>
                    <a:lnTo>
                      <a:pt x="4" y="31"/>
                    </a:lnTo>
                    <a:lnTo>
                      <a:pt x="8" y="27"/>
                    </a:lnTo>
                    <a:lnTo>
                      <a:pt x="18" y="20"/>
                    </a:lnTo>
                    <a:lnTo>
                      <a:pt x="30" y="13"/>
                    </a:lnTo>
                    <a:lnTo>
                      <a:pt x="45" y="8"/>
                    </a:lnTo>
                    <a:lnTo>
                      <a:pt x="62" y="4"/>
                    </a:lnTo>
                    <a:lnTo>
                      <a:pt x="81" y="1"/>
                    </a:lnTo>
                    <a:lnTo>
                      <a:pt x="102" y="0"/>
                    </a:lnTo>
                    <a:close/>
                  </a:path>
                </a:pathLst>
              </a:custGeom>
              <a:solidFill>
                <a:srgbClr val="6C6C6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23" name="Freeform 8">
                <a:extLst>
                  <a:ext uri="{FF2B5EF4-FFF2-40B4-BE49-F238E27FC236}">
                    <a16:creationId xmlns:a16="http://schemas.microsoft.com/office/drawing/2014/main" id="{A5FE25A5-CD9A-5A49-AB49-FABB4522AAD3}"/>
                  </a:ext>
                </a:extLst>
              </p:cNvPr>
              <p:cNvSpPr>
                <a:spLocks/>
              </p:cNvSpPr>
              <p:nvPr/>
            </p:nvSpPr>
            <p:spPr bwMode="auto">
              <a:xfrm>
                <a:off x="2579688" y="6265863"/>
                <a:ext cx="563563" cy="157163"/>
              </a:xfrm>
              <a:custGeom>
                <a:avLst/>
                <a:gdLst>
                  <a:gd name="T0" fmla="*/ 2147483646 w 355"/>
                  <a:gd name="T1" fmla="*/ 0 h 99"/>
                  <a:gd name="T2" fmla="*/ 2147483646 w 355"/>
                  <a:gd name="T3" fmla="*/ 0 h 99"/>
                  <a:gd name="T4" fmla="*/ 2147483646 w 355"/>
                  <a:gd name="T5" fmla="*/ 2147483646 h 99"/>
                  <a:gd name="T6" fmla="*/ 2147483646 w 355"/>
                  <a:gd name="T7" fmla="*/ 2147483646 h 99"/>
                  <a:gd name="T8" fmla="*/ 2147483646 w 355"/>
                  <a:gd name="T9" fmla="*/ 2147483646 h 99"/>
                  <a:gd name="T10" fmla="*/ 2147483646 w 355"/>
                  <a:gd name="T11" fmla="*/ 2147483646 h 99"/>
                  <a:gd name="T12" fmla="*/ 2147483646 w 355"/>
                  <a:gd name="T13" fmla="*/ 2147483646 h 99"/>
                  <a:gd name="T14" fmla="*/ 2147483646 w 355"/>
                  <a:gd name="T15" fmla="*/ 2147483646 h 99"/>
                  <a:gd name="T16" fmla="*/ 2147483646 w 355"/>
                  <a:gd name="T17" fmla="*/ 2147483646 h 99"/>
                  <a:gd name="T18" fmla="*/ 2147483646 w 355"/>
                  <a:gd name="T19" fmla="*/ 2147483646 h 99"/>
                  <a:gd name="T20" fmla="*/ 2147483646 w 355"/>
                  <a:gd name="T21" fmla="*/ 2147483646 h 99"/>
                  <a:gd name="T22" fmla="*/ 2147483646 w 355"/>
                  <a:gd name="T23" fmla="*/ 2147483646 h 99"/>
                  <a:gd name="T24" fmla="*/ 2147483646 w 355"/>
                  <a:gd name="T25" fmla="*/ 2147483646 h 99"/>
                  <a:gd name="T26" fmla="*/ 2147483646 w 355"/>
                  <a:gd name="T27" fmla="*/ 2147483646 h 99"/>
                  <a:gd name="T28" fmla="*/ 2147483646 w 355"/>
                  <a:gd name="T29" fmla="*/ 2147483646 h 99"/>
                  <a:gd name="T30" fmla="*/ 2147483646 w 355"/>
                  <a:gd name="T31" fmla="*/ 2147483646 h 99"/>
                  <a:gd name="T32" fmla="*/ 2147483646 w 355"/>
                  <a:gd name="T33" fmla="*/ 2147483646 h 99"/>
                  <a:gd name="T34" fmla="*/ 2147483646 w 355"/>
                  <a:gd name="T35" fmla="*/ 2147483646 h 99"/>
                  <a:gd name="T36" fmla="*/ 2147483646 w 355"/>
                  <a:gd name="T37" fmla="*/ 2147483646 h 99"/>
                  <a:gd name="T38" fmla="*/ 2147483646 w 355"/>
                  <a:gd name="T39" fmla="*/ 2147483646 h 99"/>
                  <a:gd name="T40" fmla="*/ 2147483646 w 355"/>
                  <a:gd name="T41" fmla="*/ 2147483646 h 99"/>
                  <a:gd name="T42" fmla="*/ 2147483646 w 355"/>
                  <a:gd name="T43" fmla="*/ 2147483646 h 99"/>
                  <a:gd name="T44" fmla="*/ 2147483646 w 355"/>
                  <a:gd name="T45" fmla="*/ 2147483646 h 99"/>
                  <a:gd name="T46" fmla="*/ 2147483646 w 355"/>
                  <a:gd name="T47" fmla="*/ 2147483646 h 99"/>
                  <a:gd name="T48" fmla="*/ 2147483646 w 355"/>
                  <a:gd name="T49" fmla="*/ 2147483646 h 99"/>
                  <a:gd name="T50" fmla="*/ 2147483646 w 355"/>
                  <a:gd name="T51" fmla="*/ 2147483646 h 99"/>
                  <a:gd name="T52" fmla="*/ 2147483646 w 355"/>
                  <a:gd name="T53" fmla="*/ 2147483646 h 99"/>
                  <a:gd name="T54" fmla="*/ 2147483646 w 355"/>
                  <a:gd name="T55" fmla="*/ 2147483646 h 99"/>
                  <a:gd name="T56" fmla="*/ 2147483646 w 355"/>
                  <a:gd name="T57" fmla="*/ 2147483646 h 99"/>
                  <a:gd name="T58" fmla="*/ 2147483646 w 355"/>
                  <a:gd name="T59" fmla="*/ 2147483646 h 99"/>
                  <a:gd name="T60" fmla="*/ 2147483646 w 355"/>
                  <a:gd name="T61" fmla="*/ 2147483646 h 99"/>
                  <a:gd name="T62" fmla="*/ 2147483646 w 355"/>
                  <a:gd name="T63" fmla="*/ 2147483646 h 99"/>
                  <a:gd name="T64" fmla="*/ 2147483646 w 355"/>
                  <a:gd name="T65" fmla="*/ 2147483646 h 99"/>
                  <a:gd name="T66" fmla="*/ 2147483646 w 355"/>
                  <a:gd name="T67" fmla="*/ 2147483646 h 99"/>
                  <a:gd name="T68" fmla="*/ 2147483646 w 355"/>
                  <a:gd name="T69" fmla="*/ 2147483646 h 99"/>
                  <a:gd name="T70" fmla="*/ 2147483646 w 355"/>
                  <a:gd name="T71" fmla="*/ 2147483646 h 99"/>
                  <a:gd name="T72" fmla="*/ 0 w 355"/>
                  <a:gd name="T73" fmla="*/ 2147483646 h 99"/>
                  <a:gd name="T74" fmla="*/ 0 w 355"/>
                  <a:gd name="T75" fmla="*/ 2147483646 h 99"/>
                  <a:gd name="T76" fmla="*/ 2147483646 w 355"/>
                  <a:gd name="T77" fmla="*/ 2147483646 h 99"/>
                  <a:gd name="T78" fmla="*/ 2147483646 w 355"/>
                  <a:gd name="T79" fmla="*/ 2147483646 h 99"/>
                  <a:gd name="T80" fmla="*/ 2147483646 w 355"/>
                  <a:gd name="T81" fmla="*/ 2147483646 h 99"/>
                  <a:gd name="T82" fmla="*/ 2147483646 w 355"/>
                  <a:gd name="T83" fmla="*/ 2147483646 h 99"/>
                  <a:gd name="T84" fmla="*/ 2147483646 w 355"/>
                  <a:gd name="T85" fmla="*/ 2147483646 h 99"/>
                  <a:gd name="T86" fmla="*/ 2147483646 w 355"/>
                  <a:gd name="T87" fmla="*/ 2147483646 h 99"/>
                  <a:gd name="T88" fmla="*/ 2147483646 w 355"/>
                  <a:gd name="T89" fmla="*/ 2147483646 h 99"/>
                  <a:gd name="T90" fmla="*/ 2147483646 w 355"/>
                  <a:gd name="T91" fmla="*/ 2147483646 h 99"/>
                  <a:gd name="T92" fmla="*/ 2147483646 w 355"/>
                  <a:gd name="T93" fmla="*/ 2147483646 h 99"/>
                  <a:gd name="T94" fmla="*/ 2147483646 w 355"/>
                  <a:gd name="T95" fmla="*/ 2147483646 h 99"/>
                  <a:gd name="T96" fmla="*/ 2147483646 w 355"/>
                  <a:gd name="T97" fmla="*/ 0 h 99"/>
                  <a:gd name="T98" fmla="*/ 2147483646 w 355"/>
                  <a:gd name="T99" fmla="*/ 0 h 99"/>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355" h="99">
                    <a:moveTo>
                      <a:pt x="178" y="0"/>
                    </a:moveTo>
                    <a:lnTo>
                      <a:pt x="178" y="0"/>
                    </a:lnTo>
                    <a:lnTo>
                      <a:pt x="213" y="1"/>
                    </a:lnTo>
                    <a:lnTo>
                      <a:pt x="247" y="4"/>
                    </a:lnTo>
                    <a:lnTo>
                      <a:pt x="277" y="8"/>
                    </a:lnTo>
                    <a:lnTo>
                      <a:pt x="302" y="15"/>
                    </a:lnTo>
                    <a:lnTo>
                      <a:pt x="324" y="22"/>
                    </a:lnTo>
                    <a:lnTo>
                      <a:pt x="333" y="26"/>
                    </a:lnTo>
                    <a:lnTo>
                      <a:pt x="340" y="30"/>
                    </a:lnTo>
                    <a:lnTo>
                      <a:pt x="347" y="34"/>
                    </a:lnTo>
                    <a:lnTo>
                      <a:pt x="351" y="39"/>
                    </a:lnTo>
                    <a:lnTo>
                      <a:pt x="354" y="45"/>
                    </a:lnTo>
                    <a:lnTo>
                      <a:pt x="355" y="49"/>
                    </a:lnTo>
                    <a:lnTo>
                      <a:pt x="354" y="54"/>
                    </a:lnTo>
                    <a:lnTo>
                      <a:pt x="351" y="60"/>
                    </a:lnTo>
                    <a:lnTo>
                      <a:pt x="347" y="64"/>
                    </a:lnTo>
                    <a:lnTo>
                      <a:pt x="340" y="68"/>
                    </a:lnTo>
                    <a:lnTo>
                      <a:pt x="333" y="73"/>
                    </a:lnTo>
                    <a:lnTo>
                      <a:pt x="324" y="77"/>
                    </a:lnTo>
                    <a:lnTo>
                      <a:pt x="302" y="84"/>
                    </a:lnTo>
                    <a:lnTo>
                      <a:pt x="277" y="89"/>
                    </a:lnTo>
                    <a:lnTo>
                      <a:pt x="247" y="95"/>
                    </a:lnTo>
                    <a:lnTo>
                      <a:pt x="213" y="98"/>
                    </a:lnTo>
                    <a:lnTo>
                      <a:pt x="178" y="99"/>
                    </a:lnTo>
                    <a:lnTo>
                      <a:pt x="143" y="98"/>
                    </a:lnTo>
                    <a:lnTo>
                      <a:pt x="109" y="95"/>
                    </a:lnTo>
                    <a:lnTo>
                      <a:pt x="79" y="89"/>
                    </a:lnTo>
                    <a:lnTo>
                      <a:pt x="53" y="84"/>
                    </a:lnTo>
                    <a:lnTo>
                      <a:pt x="31" y="77"/>
                    </a:lnTo>
                    <a:lnTo>
                      <a:pt x="22" y="73"/>
                    </a:lnTo>
                    <a:lnTo>
                      <a:pt x="15" y="68"/>
                    </a:lnTo>
                    <a:lnTo>
                      <a:pt x="8" y="64"/>
                    </a:lnTo>
                    <a:lnTo>
                      <a:pt x="4" y="60"/>
                    </a:lnTo>
                    <a:lnTo>
                      <a:pt x="2" y="54"/>
                    </a:lnTo>
                    <a:lnTo>
                      <a:pt x="0" y="49"/>
                    </a:lnTo>
                    <a:lnTo>
                      <a:pt x="2" y="45"/>
                    </a:lnTo>
                    <a:lnTo>
                      <a:pt x="4" y="39"/>
                    </a:lnTo>
                    <a:lnTo>
                      <a:pt x="8" y="34"/>
                    </a:lnTo>
                    <a:lnTo>
                      <a:pt x="15" y="30"/>
                    </a:lnTo>
                    <a:lnTo>
                      <a:pt x="22" y="26"/>
                    </a:lnTo>
                    <a:lnTo>
                      <a:pt x="31" y="22"/>
                    </a:lnTo>
                    <a:lnTo>
                      <a:pt x="53" y="15"/>
                    </a:lnTo>
                    <a:lnTo>
                      <a:pt x="79" y="8"/>
                    </a:lnTo>
                    <a:lnTo>
                      <a:pt x="109" y="4"/>
                    </a:lnTo>
                    <a:lnTo>
                      <a:pt x="143" y="1"/>
                    </a:lnTo>
                    <a:lnTo>
                      <a:pt x="178" y="0"/>
                    </a:lnTo>
                    <a:close/>
                  </a:path>
                </a:pathLst>
              </a:custGeom>
              <a:solidFill>
                <a:srgbClr val="57575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24" name="Freeform 9">
                <a:extLst>
                  <a:ext uri="{FF2B5EF4-FFF2-40B4-BE49-F238E27FC236}">
                    <a16:creationId xmlns:a16="http://schemas.microsoft.com/office/drawing/2014/main" id="{37D66C02-C38B-B540-987F-68068C3CE529}"/>
                  </a:ext>
                </a:extLst>
              </p:cNvPr>
              <p:cNvSpPr>
                <a:spLocks/>
              </p:cNvSpPr>
              <p:nvPr/>
            </p:nvSpPr>
            <p:spPr bwMode="auto">
              <a:xfrm>
                <a:off x="2505076" y="6310313"/>
                <a:ext cx="714375" cy="58738"/>
              </a:xfrm>
              <a:custGeom>
                <a:avLst/>
                <a:gdLst>
                  <a:gd name="T0" fmla="*/ 2147483646 w 450"/>
                  <a:gd name="T1" fmla="*/ 2147483646 h 37"/>
                  <a:gd name="T2" fmla="*/ 2147483646 w 450"/>
                  <a:gd name="T3" fmla="*/ 2147483646 h 37"/>
                  <a:gd name="T4" fmla="*/ 2147483646 w 450"/>
                  <a:gd name="T5" fmla="*/ 2147483646 h 37"/>
                  <a:gd name="T6" fmla="*/ 2147483646 w 450"/>
                  <a:gd name="T7" fmla="*/ 2147483646 h 37"/>
                  <a:gd name="T8" fmla="*/ 2147483646 w 450"/>
                  <a:gd name="T9" fmla="*/ 2147483646 h 37"/>
                  <a:gd name="T10" fmla="*/ 2147483646 w 450"/>
                  <a:gd name="T11" fmla="*/ 2147483646 h 37"/>
                  <a:gd name="T12" fmla="*/ 2147483646 w 450"/>
                  <a:gd name="T13" fmla="*/ 2147483646 h 37"/>
                  <a:gd name="T14" fmla="*/ 2147483646 w 450"/>
                  <a:gd name="T15" fmla="*/ 2147483646 h 37"/>
                  <a:gd name="T16" fmla="*/ 2147483646 w 450"/>
                  <a:gd name="T17" fmla="*/ 2147483646 h 37"/>
                  <a:gd name="T18" fmla="*/ 2147483646 w 450"/>
                  <a:gd name="T19" fmla="*/ 2147483646 h 37"/>
                  <a:gd name="T20" fmla="*/ 2147483646 w 450"/>
                  <a:gd name="T21" fmla="*/ 2147483646 h 37"/>
                  <a:gd name="T22" fmla="*/ 2147483646 w 450"/>
                  <a:gd name="T23" fmla="*/ 2147483646 h 37"/>
                  <a:gd name="T24" fmla="*/ 0 w 450"/>
                  <a:gd name="T25" fmla="*/ 2147483646 h 37"/>
                  <a:gd name="T26" fmla="*/ 0 w 450"/>
                  <a:gd name="T27" fmla="*/ 2147483646 h 37"/>
                  <a:gd name="T28" fmla="*/ 2147483646 w 450"/>
                  <a:gd name="T29" fmla="*/ 2147483646 h 37"/>
                  <a:gd name="T30" fmla="*/ 2147483646 w 450"/>
                  <a:gd name="T31" fmla="*/ 2147483646 h 37"/>
                  <a:gd name="T32" fmla="*/ 2147483646 w 450"/>
                  <a:gd name="T33" fmla="*/ 2147483646 h 37"/>
                  <a:gd name="T34" fmla="*/ 2147483646 w 450"/>
                  <a:gd name="T35" fmla="*/ 2147483646 h 37"/>
                  <a:gd name="T36" fmla="*/ 2147483646 w 450"/>
                  <a:gd name="T37" fmla="*/ 2147483646 h 37"/>
                  <a:gd name="T38" fmla="*/ 2147483646 w 450"/>
                  <a:gd name="T39" fmla="*/ 2147483646 h 37"/>
                  <a:gd name="T40" fmla="*/ 2147483646 w 450"/>
                  <a:gd name="T41" fmla="*/ 2147483646 h 37"/>
                  <a:gd name="T42" fmla="*/ 2147483646 w 450"/>
                  <a:gd name="T43" fmla="*/ 2147483646 h 37"/>
                  <a:gd name="T44" fmla="*/ 2147483646 w 450"/>
                  <a:gd name="T45" fmla="*/ 2147483646 h 37"/>
                  <a:gd name="T46" fmla="*/ 2147483646 w 450"/>
                  <a:gd name="T47" fmla="*/ 2147483646 h 37"/>
                  <a:gd name="T48" fmla="*/ 2147483646 w 450"/>
                  <a:gd name="T49" fmla="*/ 2147483646 h 37"/>
                  <a:gd name="T50" fmla="*/ 2147483646 w 450"/>
                  <a:gd name="T51" fmla="*/ 2147483646 h 37"/>
                  <a:gd name="T52" fmla="*/ 2147483646 w 450"/>
                  <a:gd name="T53" fmla="*/ 0 h 37"/>
                  <a:gd name="T54" fmla="*/ 2147483646 w 450"/>
                  <a:gd name="T55" fmla="*/ 0 h 37"/>
                  <a:gd name="T56" fmla="*/ 2147483646 w 450"/>
                  <a:gd name="T57" fmla="*/ 2147483646 h 37"/>
                  <a:gd name="T58" fmla="*/ 2147483646 w 450"/>
                  <a:gd name="T59" fmla="*/ 2147483646 h 37"/>
                  <a:gd name="T60" fmla="*/ 2147483646 w 450"/>
                  <a:gd name="T61" fmla="*/ 2147483646 h 37"/>
                  <a:gd name="T62" fmla="*/ 2147483646 w 450"/>
                  <a:gd name="T63" fmla="*/ 2147483646 h 37"/>
                  <a:gd name="T64" fmla="*/ 2147483646 w 450"/>
                  <a:gd name="T65" fmla="*/ 2147483646 h 37"/>
                  <a:gd name="T66" fmla="*/ 2147483646 w 450"/>
                  <a:gd name="T67" fmla="*/ 2147483646 h 37"/>
                  <a:gd name="T68" fmla="*/ 2147483646 w 450"/>
                  <a:gd name="T69" fmla="*/ 2147483646 h 37"/>
                  <a:gd name="T70" fmla="*/ 2147483646 w 450"/>
                  <a:gd name="T71" fmla="*/ 2147483646 h 37"/>
                  <a:gd name="T72" fmla="*/ 2147483646 w 450"/>
                  <a:gd name="T73" fmla="*/ 2147483646 h 37"/>
                  <a:gd name="T74" fmla="*/ 2147483646 w 450"/>
                  <a:gd name="T75" fmla="*/ 2147483646 h 37"/>
                  <a:gd name="T76" fmla="*/ 2147483646 w 450"/>
                  <a:gd name="T77" fmla="*/ 2147483646 h 37"/>
                  <a:gd name="T78" fmla="*/ 2147483646 w 450"/>
                  <a:gd name="T79" fmla="*/ 2147483646 h 37"/>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450" h="37">
                    <a:moveTo>
                      <a:pt x="207" y="37"/>
                    </a:moveTo>
                    <a:lnTo>
                      <a:pt x="207" y="37"/>
                    </a:lnTo>
                    <a:lnTo>
                      <a:pt x="149" y="37"/>
                    </a:lnTo>
                    <a:lnTo>
                      <a:pt x="115" y="34"/>
                    </a:lnTo>
                    <a:lnTo>
                      <a:pt x="83" y="32"/>
                    </a:lnTo>
                    <a:lnTo>
                      <a:pt x="53" y="29"/>
                    </a:lnTo>
                    <a:lnTo>
                      <a:pt x="27" y="23"/>
                    </a:lnTo>
                    <a:lnTo>
                      <a:pt x="18" y="21"/>
                    </a:lnTo>
                    <a:lnTo>
                      <a:pt x="9" y="18"/>
                    </a:lnTo>
                    <a:lnTo>
                      <a:pt x="5" y="15"/>
                    </a:lnTo>
                    <a:lnTo>
                      <a:pt x="3" y="11"/>
                    </a:lnTo>
                    <a:lnTo>
                      <a:pt x="0" y="2"/>
                    </a:lnTo>
                    <a:lnTo>
                      <a:pt x="19" y="7"/>
                    </a:lnTo>
                    <a:lnTo>
                      <a:pt x="42" y="10"/>
                    </a:lnTo>
                    <a:lnTo>
                      <a:pt x="69" y="14"/>
                    </a:lnTo>
                    <a:lnTo>
                      <a:pt x="97" y="15"/>
                    </a:lnTo>
                    <a:lnTo>
                      <a:pt x="156" y="19"/>
                    </a:lnTo>
                    <a:lnTo>
                      <a:pt x="206" y="19"/>
                    </a:lnTo>
                    <a:lnTo>
                      <a:pt x="263" y="18"/>
                    </a:lnTo>
                    <a:lnTo>
                      <a:pt x="332" y="15"/>
                    </a:lnTo>
                    <a:lnTo>
                      <a:pt x="367" y="13"/>
                    </a:lnTo>
                    <a:lnTo>
                      <a:pt x="399" y="10"/>
                    </a:lnTo>
                    <a:lnTo>
                      <a:pt x="428" y="6"/>
                    </a:lnTo>
                    <a:lnTo>
                      <a:pt x="450" y="0"/>
                    </a:lnTo>
                    <a:lnTo>
                      <a:pt x="447" y="11"/>
                    </a:lnTo>
                    <a:lnTo>
                      <a:pt x="444" y="15"/>
                    </a:lnTo>
                    <a:lnTo>
                      <a:pt x="437" y="18"/>
                    </a:lnTo>
                    <a:lnTo>
                      <a:pt x="429" y="21"/>
                    </a:lnTo>
                    <a:lnTo>
                      <a:pt x="417" y="23"/>
                    </a:lnTo>
                    <a:lnTo>
                      <a:pt x="386" y="29"/>
                    </a:lnTo>
                    <a:lnTo>
                      <a:pt x="351" y="32"/>
                    </a:lnTo>
                    <a:lnTo>
                      <a:pt x="311" y="34"/>
                    </a:lnTo>
                    <a:lnTo>
                      <a:pt x="272" y="37"/>
                    </a:lnTo>
                    <a:lnTo>
                      <a:pt x="207" y="37"/>
                    </a:lnTo>
                    <a:close/>
                  </a:path>
                </a:pathLst>
              </a:custGeom>
              <a:solidFill>
                <a:srgbClr val="4B4B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25" name="Freeform 10">
                <a:extLst>
                  <a:ext uri="{FF2B5EF4-FFF2-40B4-BE49-F238E27FC236}">
                    <a16:creationId xmlns:a16="http://schemas.microsoft.com/office/drawing/2014/main" id="{D3739053-9A5C-1542-BC29-CDC1B4D17FBF}"/>
                  </a:ext>
                </a:extLst>
              </p:cNvPr>
              <p:cNvSpPr>
                <a:spLocks/>
              </p:cNvSpPr>
              <p:nvPr/>
            </p:nvSpPr>
            <p:spPr bwMode="auto">
              <a:xfrm>
                <a:off x="2212976" y="5440363"/>
                <a:ext cx="1306513" cy="96838"/>
              </a:xfrm>
              <a:custGeom>
                <a:avLst/>
                <a:gdLst>
                  <a:gd name="T0" fmla="*/ 2147483646 w 823"/>
                  <a:gd name="T1" fmla="*/ 2147483646 h 61"/>
                  <a:gd name="T2" fmla="*/ 2147483646 w 823"/>
                  <a:gd name="T3" fmla="*/ 0 h 61"/>
                  <a:gd name="T4" fmla="*/ 2147483646 w 823"/>
                  <a:gd name="T5" fmla="*/ 0 h 61"/>
                  <a:gd name="T6" fmla="*/ 2147483646 w 823"/>
                  <a:gd name="T7" fmla="*/ 2147483646 h 61"/>
                  <a:gd name="T8" fmla="*/ 2147483646 w 823"/>
                  <a:gd name="T9" fmla="*/ 2147483646 h 61"/>
                  <a:gd name="T10" fmla="*/ 2147483646 w 823"/>
                  <a:gd name="T11" fmla="*/ 2147483646 h 61"/>
                  <a:gd name="T12" fmla="*/ 2147483646 w 823"/>
                  <a:gd name="T13" fmla="*/ 2147483646 h 61"/>
                  <a:gd name="T14" fmla="*/ 2147483646 w 823"/>
                  <a:gd name="T15" fmla="*/ 2147483646 h 61"/>
                  <a:gd name="T16" fmla="*/ 2147483646 w 823"/>
                  <a:gd name="T17" fmla="*/ 2147483646 h 61"/>
                  <a:gd name="T18" fmla="*/ 2147483646 w 823"/>
                  <a:gd name="T19" fmla="*/ 2147483646 h 61"/>
                  <a:gd name="T20" fmla="*/ 2147483646 w 823"/>
                  <a:gd name="T21" fmla="*/ 2147483646 h 61"/>
                  <a:gd name="T22" fmla="*/ 2147483646 w 823"/>
                  <a:gd name="T23" fmla="*/ 2147483646 h 61"/>
                  <a:gd name="T24" fmla="*/ 0 w 823"/>
                  <a:gd name="T25" fmla="*/ 2147483646 h 61"/>
                  <a:gd name="T26" fmla="*/ 0 w 823"/>
                  <a:gd name="T27" fmla="*/ 2147483646 h 61"/>
                  <a:gd name="T28" fmla="*/ 2147483646 w 823"/>
                  <a:gd name="T29" fmla="*/ 2147483646 h 61"/>
                  <a:gd name="T30" fmla="*/ 2147483646 w 823"/>
                  <a:gd name="T31" fmla="*/ 2147483646 h 61"/>
                  <a:gd name="T32" fmla="*/ 2147483646 w 823"/>
                  <a:gd name="T33" fmla="*/ 2147483646 h 61"/>
                  <a:gd name="T34" fmla="*/ 2147483646 w 823"/>
                  <a:gd name="T35" fmla="*/ 2147483646 h 61"/>
                  <a:gd name="T36" fmla="*/ 2147483646 w 823"/>
                  <a:gd name="T37" fmla="*/ 2147483646 h 61"/>
                  <a:gd name="T38" fmla="*/ 2147483646 w 823"/>
                  <a:gd name="T39" fmla="*/ 2147483646 h 61"/>
                  <a:gd name="T40" fmla="*/ 2147483646 w 823"/>
                  <a:gd name="T41" fmla="*/ 2147483646 h 61"/>
                  <a:gd name="T42" fmla="*/ 2147483646 w 823"/>
                  <a:gd name="T43" fmla="*/ 2147483646 h 61"/>
                  <a:gd name="T44" fmla="*/ 2147483646 w 823"/>
                  <a:gd name="T45" fmla="*/ 2147483646 h 61"/>
                  <a:gd name="T46" fmla="*/ 2147483646 w 823"/>
                  <a:gd name="T47" fmla="*/ 2147483646 h 61"/>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23" h="61">
                    <a:moveTo>
                      <a:pt x="20" y="37"/>
                    </a:moveTo>
                    <a:lnTo>
                      <a:pt x="788" y="0"/>
                    </a:lnTo>
                    <a:lnTo>
                      <a:pt x="788" y="4"/>
                    </a:lnTo>
                    <a:lnTo>
                      <a:pt x="791" y="7"/>
                    </a:lnTo>
                    <a:lnTo>
                      <a:pt x="795" y="10"/>
                    </a:lnTo>
                    <a:lnTo>
                      <a:pt x="804" y="12"/>
                    </a:lnTo>
                    <a:lnTo>
                      <a:pt x="810" y="15"/>
                    </a:lnTo>
                    <a:lnTo>
                      <a:pt x="816" y="16"/>
                    </a:lnTo>
                    <a:lnTo>
                      <a:pt x="820" y="19"/>
                    </a:lnTo>
                    <a:lnTo>
                      <a:pt x="823" y="23"/>
                    </a:lnTo>
                    <a:lnTo>
                      <a:pt x="0" y="61"/>
                    </a:lnTo>
                    <a:lnTo>
                      <a:pt x="8" y="58"/>
                    </a:lnTo>
                    <a:lnTo>
                      <a:pt x="15" y="57"/>
                    </a:lnTo>
                    <a:lnTo>
                      <a:pt x="20" y="54"/>
                    </a:lnTo>
                    <a:lnTo>
                      <a:pt x="23" y="52"/>
                    </a:lnTo>
                    <a:lnTo>
                      <a:pt x="24" y="49"/>
                    </a:lnTo>
                    <a:lnTo>
                      <a:pt x="24" y="46"/>
                    </a:lnTo>
                    <a:lnTo>
                      <a:pt x="23" y="43"/>
                    </a:lnTo>
                    <a:lnTo>
                      <a:pt x="20" y="37"/>
                    </a:lnTo>
                    <a:close/>
                  </a:path>
                </a:pathLst>
              </a:custGeom>
              <a:solidFill>
                <a:srgbClr val="6C6C6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26" name="Freeform 11">
                <a:extLst>
                  <a:ext uri="{FF2B5EF4-FFF2-40B4-BE49-F238E27FC236}">
                    <a16:creationId xmlns:a16="http://schemas.microsoft.com/office/drawing/2014/main" id="{85CE4905-AC50-1E45-AA9C-ADE35832D6E0}"/>
                  </a:ext>
                </a:extLst>
              </p:cNvPr>
              <p:cNvSpPr>
                <a:spLocks/>
              </p:cNvSpPr>
              <p:nvPr/>
            </p:nvSpPr>
            <p:spPr bwMode="auto">
              <a:xfrm>
                <a:off x="2189163" y="5332413"/>
                <a:ext cx="1325563" cy="100013"/>
              </a:xfrm>
              <a:custGeom>
                <a:avLst/>
                <a:gdLst>
                  <a:gd name="T0" fmla="*/ 0 w 835"/>
                  <a:gd name="T1" fmla="*/ 2147483646 h 63"/>
                  <a:gd name="T2" fmla="*/ 2147483646 w 835"/>
                  <a:gd name="T3" fmla="*/ 0 h 63"/>
                  <a:gd name="T4" fmla="*/ 2147483646 w 835"/>
                  <a:gd name="T5" fmla="*/ 0 h 63"/>
                  <a:gd name="T6" fmla="*/ 2147483646 w 835"/>
                  <a:gd name="T7" fmla="*/ 2147483646 h 63"/>
                  <a:gd name="T8" fmla="*/ 2147483646 w 835"/>
                  <a:gd name="T9" fmla="*/ 2147483646 h 63"/>
                  <a:gd name="T10" fmla="*/ 2147483646 w 835"/>
                  <a:gd name="T11" fmla="*/ 2147483646 h 63"/>
                  <a:gd name="T12" fmla="*/ 2147483646 w 835"/>
                  <a:gd name="T13" fmla="*/ 2147483646 h 63"/>
                  <a:gd name="T14" fmla="*/ 2147483646 w 835"/>
                  <a:gd name="T15" fmla="*/ 2147483646 h 63"/>
                  <a:gd name="T16" fmla="*/ 2147483646 w 835"/>
                  <a:gd name="T17" fmla="*/ 2147483646 h 63"/>
                  <a:gd name="T18" fmla="*/ 2147483646 w 835"/>
                  <a:gd name="T19" fmla="*/ 2147483646 h 63"/>
                  <a:gd name="T20" fmla="*/ 2147483646 w 835"/>
                  <a:gd name="T21" fmla="*/ 2147483646 h 63"/>
                  <a:gd name="T22" fmla="*/ 2147483646 w 835"/>
                  <a:gd name="T23" fmla="*/ 2147483646 h 63"/>
                  <a:gd name="T24" fmla="*/ 2147483646 w 835"/>
                  <a:gd name="T25" fmla="*/ 2147483646 h 63"/>
                  <a:gd name="T26" fmla="*/ 2147483646 w 835"/>
                  <a:gd name="T27" fmla="*/ 2147483646 h 63"/>
                  <a:gd name="T28" fmla="*/ 2147483646 w 835"/>
                  <a:gd name="T29" fmla="*/ 2147483646 h 63"/>
                  <a:gd name="T30" fmla="*/ 2147483646 w 835"/>
                  <a:gd name="T31" fmla="*/ 2147483646 h 63"/>
                  <a:gd name="T32" fmla="*/ 2147483646 w 835"/>
                  <a:gd name="T33" fmla="*/ 2147483646 h 63"/>
                  <a:gd name="T34" fmla="*/ 2147483646 w 835"/>
                  <a:gd name="T35" fmla="*/ 2147483646 h 63"/>
                  <a:gd name="T36" fmla="*/ 2147483646 w 835"/>
                  <a:gd name="T37" fmla="*/ 2147483646 h 63"/>
                  <a:gd name="T38" fmla="*/ 2147483646 w 835"/>
                  <a:gd name="T39" fmla="*/ 2147483646 h 63"/>
                  <a:gd name="T40" fmla="*/ 2147483646 w 835"/>
                  <a:gd name="T41" fmla="*/ 2147483646 h 63"/>
                  <a:gd name="T42" fmla="*/ 2147483646 w 835"/>
                  <a:gd name="T43" fmla="*/ 2147483646 h 63"/>
                  <a:gd name="T44" fmla="*/ 2147483646 w 835"/>
                  <a:gd name="T45" fmla="*/ 2147483646 h 63"/>
                  <a:gd name="T46" fmla="*/ 0 w 835"/>
                  <a:gd name="T47" fmla="*/ 2147483646 h 63"/>
                  <a:gd name="T48" fmla="*/ 0 w 835"/>
                  <a:gd name="T49" fmla="*/ 2147483646 h 63"/>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835" h="63">
                    <a:moveTo>
                      <a:pt x="0" y="40"/>
                    </a:moveTo>
                    <a:lnTo>
                      <a:pt x="835" y="0"/>
                    </a:lnTo>
                    <a:lnTo>
                      <a:pt x="829" y="6"/>
                    </a:lnTo>
                    <a:lnTo>
                      <a:pt x="821" y="9"/>
                    </a:lnTo>
                    <a:lnTo>
                      <a:pt x="812" y="11"/>
                    </a:lnTo>
                    <a:lnTo>
                      <a:pt x="806" y="11"/>
                    </a:lnTo>
                    <a:lnTo>
                      <a:pt x="800" y="13"/>
                    </a:lnTo>
                    <a:lnTo>
                      <a:pt x="800" y="14"/>
                    </a:lnTo>
                    <a:lnTo>
                      <a:pt x="800" y="17"/>
                    </a:lnTo>
                    <a:lnTo>
                      <a:pt x="802" y="21"/>
                    </a:lnTo>
                    <a:lnTo>
                      <a:pt x="804" y="26"/>
                    </a:lnTo>
                    <a:lnTo>
                      <a:pt x="42" y="63"/>
                    </a:lnTo>
                    <a:lnTo>
                      <a:pt x="42" y="60"/>
                    </a:lnTo>
                    <a:lnTo>
                      <a:pt x="41" y="60"/>
                    </a:lnTo>
                    <a:lnTo>
                      <a:pt x="36" y="59"/>
                    </a:lnTo>
                    <a:lnTo>
                      <a:pt x="27" y="57"/>
                    </a:lnTo>
                    <a:lnTo>
                      <a:pt x="16" y="53"/>
                    </a:lnTo>
                    <a:lnTo>
                      <a:pt x="7" y="48"/>
                    </a:lnTo>
                    <a:lnTo>
                      <a:pt x="3" y="44"/>
                    </a:lnTo>
                    <a:lnTo>
                      <a:pt x="0" y="40"/>
                    </a:lnTo>
                    <a:close/>
                  </a:path>
                </a:pathLst>
              </a:custGeom>
              <a:solidFill>
                <a:srgbClr val="6C6C6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27" name="Freeform 12">
                <a:extLst>
                  <a:ext uri="{FF2B5EF4-FFF2-40B4-BE49-F238E27FC236}">
                    <a16:creationId xmlns:a16="http://schemas.microsoft.com/office/drawing/2014/main" id="{A9B86F68-3B7A-0C41-B671-39B805957CB2}"/>
                  </a:ext>
                </a:extLst>
              </p:cNvPr>
              <p:cNvSpPr>
                <a:spLocks/>
              </p:cNvSpPr>
              <p:nvPr/>
            </p:nvSpPr>
            <p:spPr bwMode="auto">
              <a:xfrm>
                <a:off x="2216151" y="5529263"/>
                <a:ext cx="1268413" cy="96838"/>
              </a:xfrm>
              <a:custGeom>
                <a:avLst/>
                <a:gdLst>
                  <a:gd name="T0" fmla="*/ 0 w 799"/>
                  <a:gd name="T1" fmla="*/ 2147483646 h 61"/>
                  <a:gd name="T2" fmla="*/ 2147483646 w 799"/>
                  <a:gd name="T3" fmla="*/ 0 h 61"/>
                  <a:gd name="T4" fmla="*/ 2147483646 w 799"/>
                  <a:gd name="T5" fmla="*/ 0 h 61"/>
                  <a:gd name="T6" fmla="*/ 2147483646 w 799"/>
                  <a:gd name="T7" fmla="*/ 2147483646 h 61"/>
                  <a:gd name="T8" fmla="*/ 2147483646 w 799"/>
                  <a:gd name="T9" fmla="*/ 2147483646 h 61"/>
                  <a:gd name="T10" fmla="*/ 2147483646 w 799"/>
                  <a:gd name="T11" fmla="*/ 2147483646 h 61"/>
                  <a:gd name="T12" fmla="*/ 2147483646 w 799"/>
                  <a:gd name="T13" fmla="*/ 2147483646 h 61"/>
                  <a:gd name="T14" fmla="*/ 2147483646 w 799"/>
                  <a:gd name="T15" fmla="*/ 2147483646 h 61"/>
                  <a:gd name="T16" fmla="*/ 2147483646 w 799"/>
                  <a:gd name="T17" fmla="*/ 2147483646 h 61"/>
                  <a:gd name="T18" fmla="*/ 2147483646 w 799"/>
                  <a:gd name="T19" fmla="*/ 2147483646 h 61"/>
                  <a:gd name="T20" fmla="*/ 2147483646 w 799"/>
                  <a:gd name="T21" fmla="*/ 2147483646 h 61"/>
                  <a:gd name="T22" fmla="*/ 2147483646 w 799"/>
                  <a:gd name="T23" fmla="*/ 2147483646 h 61"/>
                  <a:gd name="T24" fmla="*/ 2147483646 w 799"/>
                  <a:gd name="T25" fmla="*/ 2147483646 h 61"/>
                  <a:gd name="T26" fmla="*/ 0 w 799"/>
                  <a:gd name="T27" fmla="*/ 2147483646 h 61"/>
                  <a:gd name="T28" fmla="*/ 0 w 799"/>
                  <a:gd name="T29" fmla="*/ 2147483646 h 6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799" h="61">
                    <a:moveTo>
                      <a:pt x="0" y="36"/>
                    </a:moveTo>
                    <a:lnTo>
                      <a:pt x="795" y="0"/>
                    </a:lnTo>
                    <a:lnTo>
                      <a:pt x="794" y="4"/>
                    </a:lnTo>
                    <a:lnTo>
                      <a:pt x="795" y="10"/>
                    </a:lnTo>
                    <a:lnTo>
                      <a:pt x="799" y="23"/>
                    </a:lnTo>
                    <a:lnTo>
                      <a:pt x="11" y="61"/>
                    </a:lnTo>
                    <a:lnTo>
                      <a:pt x="13" y="52"/>
                    </a:lnTo>
                    <a:lnTo>
                      <a:pt x="13" y="46"/>
                    </a:lnTo>
                    <a:lnTo>
                      <a:pt x="11" y="43"/>
                    </a:lnTo>
                    <a:lnTo>
                      <a:pt x="10" y="40"/>
                    </a:lnTo>
                    <a:lnTo>
                      <a:pt x="6" y="39"/>
                    </a:lnTo>
                    <a:lnTo>
                      <a:pt x="0" y="36"/>
                    </a:lnTo>
                    <a:close/>
                  </a:path>
                </a:pathLst>
              </a:custGeom>
              <a:solidFill>
                <a:srgbClr val="6C6C6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28" name="Freeform 13">
                <a:extLst>
                  <a:ext uri="{FF2B5EF4-FFF2-40B4-BE49-F238E27FC236}">
                    <a16:creationId xmlns:a16="http://schemas.microsoft.com/office/drawing/2014/main" id="{677238AF-5175-C142-BE0C-6F9013DB2746}"/>
                  </a:ext>
                </a:extLst>
              </p:cNvPr>
              <p:cNvSpPr>
                <a:spLocks/>
              </p:cNvSpPr>
              <p:nvPr/>
            </p:nvSpPr>
            <p:spPr bwMode="auto">
              <a:xfrm>
                <a:off x="2227263" y="5614988"/>
                <a:ext cx="1285875" cy="96838"/>
              </a:xfrm>
              <a:custGeom>
                <a:avLst/>
                <a:gdLst>
                  <a:gd name="T0" fmla="*/ 2147483646 w 810"/>
                  <a:gd name="T1" fmla="*/ 2147483646 h 61"/>
                  <a:gd name="T2" fmla="*/ 2147483646 w 810"/>
                  <a:gd name="T3" fmla="*/ 0 h 61"/>
                  <a:gd name="T4" fmla="*/ 2147483646 w 810"/>
                  <a:gd name="T5" fmla="*/ 0 h 61"/>
                  <a:gd name="T6" fmla="*/ 2147483646 w 810"/>
                  <a:gd name="T7" fmla="*/ 2147483646 h 61"/>
                  <a:gd name="T8" fmla="*/ 2147483646 w 810"/>
                  <a:gd name="T9" fmla="*/ 2147483646 h 61"/>
                  <a:gd name="T10" fmla="*/ 2147483646 w 810"/>
                  <a:gd name="T11" fmla="*/ 2147483646 h 61"/>
                  <a:gd name="T12" fmla="*/ 2147483646 w 810"/>
                  <a:gd name="T13" fmla="*/ 2147483646 h 61"/>
                  <a:gd name="T14" fmla="*/ 2147483646 w 810"/>
                  <a:gd name="T15" fmla="*/ 2147483646 h 61"/>
                  <a:gd name="T16" fmla="*/ 2147483646 w 810"/>
                  <a:gd name="T17" fmla="*/ 2147483646 h 61"/>
                  <a:gd name="T18" fmla="*/ 0 w 810"/>
                  <a:gd name="T19" fmla="*/ 2147483646 h 61"/>
                  <a:gd name="T20" fmla="*/ 0 w 810"/>
                  <a:gd name="T21" fmla="*/ 2147483646 h 61"/>
                  <a:gd name="T22" fmla="*/ 2147483646 w 810"/>
                  <a:gd name="T23" fmla="*/ 2147483646 h 61"/>
                  <a:gd name="T24" fmla="*/ 2147483646 w 810"/>
                  <a:gd name="T25" fmla="*/ 2147483646 h 61"/>
                  <a:gd name="T26" fmla="*/ 2147483646 w 810"/>
                  <a:gd name="T27" fmla="*/ 2147483646 h 61"/>
                  <a:gd name="T28" fmla="*/ 2147483646 w 810"/>
                  <a:gd name="T29" fmla="*/ 2147483646 h 61"/>
                  <a:gd name="T30" fmla="*/ 2147483646 w 810"/>
                  <a:gd name="T31" fmla="*/ 2147483646 h 6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810" h="61">
                    <a:moveTo>
                      <a:pt x="3" y="36"/>
                    </a:moveTo>
                    <a:lnTo>
                      <a:pt x="788" y="0"/>
                    </a:lnTo>
                    <a:lnTo>
                      <a:pt x="788" y="5"/>
                    </a:lnTo>
                    <a:lnTo>
                      <a:pt x="790" y="11"/>
                    </a:lnTo>
                    <a:lnTo>
                      <a:pt x="795" y="16"/>
                    </a:lnTo>
                    <a:lnTo>
                      <a:pt x="803" y="20"/>
                    </a:lnTo>
                    <a:lnTo>
                      <a:pt x="810" y="23"/>
                    </a:lnTo>
                    <a:lnTo>
                      <a:pt x="0" y="61"/>
                    </a:lnTo>
                    <a:lnTo>
                      <a:pt x="4" y="55"/>
                    </a:lnTo>
                    <a:lnTo>
                      <a:pt x="6" y="50"/>
                    </a:lnTo>
                    <a:lnTo>
                      <a:pt x="4" y="43"/>
                    </a:lnTo>
                    <a:lnTo>
                      <a:pt x="3" y="36"/>
                    </a:lnTo>
                    <a:close/>
                  </a:path>
                </a:pathLst>
              </a:custGeom>
              <a:solidFill>
                <a:srgbClr val="6C6C6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29" name="Freeform 14">
                <a:extLst>
                  <a:ext uri="{FF2B5EF4-FFF2-40B4-BE49-F238E27FC236}">
                    <a16:creationId xmlns:a16="http://schemas.microsoft.com/office/drawing/2014/main" id="{3DD46C24-9B9B-9E45-8A5F-FD2F23E7C963}"/>
                  </a:ext>
                </a:extLst>
              </p:cNvPr>
              <p:cNvSpPr>
                <a:spLocks/>
              </p:cNvSpPr>
              <p:nvPr/>
            </p:nvSpPr>
            <p:spPr bwMode="auto">
              <a:xfrm>
                <a:off x="2219326" y="5713413"/>
                <a:ext cx="1262063" cy="96838"/>
              </a:xfrm>
              <a:custGeom>
                <a:avLst/>
                <a:gdLst>
                  <a:gd name="T0" fmla="*/ 0 w 795"/>
                  <a:gd name="T1" fmla="*/ 2147483646 h 61"/>
                  <a:gd name="T2" fmla="*/ 2147483646 w 795"/>
                  <a:gd name="T3" fmla="*/ 0 h 61"/>
                  <a:gd name="T4" fmla="*/ 2147483646 w 795"/>
                  <a:gd name="T5" fmla="*/ 0 h 61"/>
                  <a:gd name="T6" fmla="*/ 2147483646 w 795"/>
                  <a:gd name="T7" fmla="*/ 2147483646 h 61"/>
                  <a:gd name="T8" fmla="*/ 2147483646 w 795"/>
                  <a:gd name="T9" fmla="*/ 2147483646 h 61"/>
                  <a:gd name="T10" fmla="*/ 2147483646 w 795"/>
                  <a:gd name="T11" fmla="*/ 2147483646 h 61"/>
                  <a:gd name="T12" fmla="*/ 2147483646 w 795"/>
                  <a:gd name="T13" fmla="*/ 2147483646 h 61"/>
                  <a:gd name="T14" fmla="*/ 2147483646 w 795"/>
                  <a:gd name="T15" fmla="*/ 2147483646 h 61"/>
                  <a:gd name="T16" fmla="*/ 2147483646 w 795"/>
                  <a:gd name="T17" fmla="*/ 2147483646 h 61"/>
                  <a:gd name="T18" fmla="*/ 2147483646 w 795"/>
                  <a:gd name="T19" fmla="*/ 2147483646 h 61"/>
                  <a:gd name="T20" fmla="*/ 2147483646 w 795"/>
                  <a:gd name="T21" fmla="*/ 2147483646 h 61"/>
                  <a:gd name="T22" fmla="*/ 2147483646 w 795"/>
                  <a:gd name="T23" fmla="*/ 2147483646 h 61"/>
                  <a:gd name="T24" fmla="*/ 2147483646 w 795"/>
                  <a:gd name="T25" fmla="*/ 2147483646 h 61"/>
                  <a:gd name="T26" fmla="*/ 2147483646 w 795"/>
                  <a:gd name="T27" fmla="*/ 2147483646 h 61"/>
                  <a:gd name="T28" fmla="*/ 2147483646 w 795"/>
                  <a:gd name="T29" fmla="*/ 2147483646 h 61"/>
                  <a:gd name="T30" fmla="*/ 2147483646 w 795"/>
                  <a:gd name="T31" fmla="*/ 2147483646 h 61"/>
                  <a:gd name="T32" fmla="*/ 0 w 795"/>
                  <a:gd name="T33" fmla="*/ 2147483646 h 61"/>
                  <a:gd name="T34" fmla="*/ 0 w 795"/>
                  <a:gd name="T35" fmla="*/ 2147483646 h 61"/>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795" h="61">
                    <a:moveTo>
                      <a:pt x="0" y="38"/>
                    </a:moveTo>
                    <a:lnTo>
                      <a:pt x="788" y="0"/>
                    </a:lnTo>
                    <a:lnTo>
                      <a:pt x="792" y="8"/>
                    </a:lnTo>
                    <a:lnTo>
                      <a:pt x="795" y="15"/>
                    </a:lnTo>
                    <a:lnTo>
                      <a:pt x="795" y="22"/>
                    </a:lnTo>
                    <a:lnTo>
                      <a:pt x="795" y="24"/>
                    </a:lnTo>
                    <a:lnTo>
                      <a:pt x="9" y="61"/>
                    </a:lnTo>
                    <a:lnTo>
                      <a:pt x="11" y="56"/>
                    </a:lnTo>
                    <a:lnTo>
                      <a:pt x="13" y="50"/>
                    </a:lnTo>
                    <a:lnTo>
                      <a:pt x="17" y="43"/>
                    </a:lnTo>
                    <a:lnTo>
                      <a:pt x="17" y="41"/>
                    </a:lnTo>
                    <a:lnTo>
                      <a:pt x="15" y="39"/>
                    </a:lnTo>
                    <a:lnTo>
                      <a:pt x="9" y="38"/>
                    </a:lnTo>
                    <a:lnTo>
                      <a:pt x="0" y="38"/>
                    </a:lnTo>
                    <a:close/>
                  </a:path>
                </a:pathLst>
              </a:custGeom>
              <a:solidFill>
                <a:srgbClr val="6C6C6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30" name="Freeform 15">
                <a:extLst>
                  <a:ext uri="{FF2B5EF4-FFF2-40B4-BE49-F238E27FC236}">
                    <a16:creationId xmlns:a16="http://schemas.microsoft.com/office/drawing/2014/main" id="{1C61E4A3-53A8-DC4D-880C-E9ABB4512987}"/>
                  </a:ext>
                </a:extLst>
              </p:cNvPr>
              <p:cNvSpPr>
                <a:spLocks/>
              </p:cNvSpPr>
              <p:nvPr/>
            </p:nvSpPr>
            <p:spPr bwMode="auto">
              <a:xfrm>
                <a:off x="2214563" y="5803900"/>
                <a:ext cx="1306513" cy="96838"/>
              </a:xfrm>
              <a:custGeom>
                <a:avLst/>
                <a:gdLst>
                  <a:gd name="T0" fmla="*/ 2147483646 w 823"/>
                  <a:gd name="T1" fmla="*/ 2147483646 h 61"/>
                  <a:gd name="T2" fmla="*/ 2147483646 w 823"/>
                  <a:gd name="T3" fmla="*/ 0 h 61"/>
                  <a:gd name="T4" fmla="*/ 2147483646 w 823"/>
                  <a:gd name="T5" fmla="*/ 0 h 61"/>
                  <a:gd name="T6" fmla="*/ 2147483646 w 823"/>
                  <a:gd name="T7" fmla="*/ 2147483646 h 61"/>
                  <a:gd name="T8" fmla="*/ 2147483646 w 823"/>
                  <a:gd name="T9" fmla="*/ 2147483646 h 61"/>
                  <a:gd name="T10" fmla="*/ 2147483646 w 823"/>
                  <a:gd name="T11" fmla="*/ 2147483646 h 61"/>
                  <a:gd name="T12" fmla="*/ 2147483646 w 823"/>
                  <a:gd name="T13" fmla="*/ 2147483646 h 61"/>
                  <a:gd name="T14" fmla="*/ 2147483646 w 823"/>
                  <a:gd name="T15" fmla="*/ 2147483646 h 61"/>
                  <a:gd name="T16" fmla="*/ 2147483646 w 823"/>
                  <a:gd name="T17" fmla="*/ 2147483646 h 61"/>
                  <a:gd name="T18" fmla="*/ 2147483646 w 823"/>
                  <a:gd name="T19" fmla="*/ 2147483646 h 61"/>
                  <a:gd name="T20" fmla="*/ 0 w 823"/>
                  <a:gd name="T21" fmla="*/ 2147483646 h 61"/>
                  <a:gd name="T22" fmla="*/ 0 w 823"/>
                  <a:gd name="T23" fmla="*/ 2147483646 h 61"/>
                  <a:gd name="T24" fmla="*/ 2147483646 w 823"/>
                  <a:gd name="T25" fmla="*/ 2147483646 h 61"/>
                  <a:gd name="T26" fmla="*/ 2147483646 w 823"/>
                  <a:gd name="T27" fmla="*/ 2147483646 h 61"/>
                  <a:gd name="T28" fmla="*/ 2147483646 w 823"/>
                  <a:gd name="T29" fmla="*/ 2147483646 h 61"/>
                  <a:gd name="T30" fmla="*/ 2147483646 w 823"/>
                  <a:gd name="T31" fmla="*/ 2147483646 h 61"/>
                  <a:gd name="T32" fmla="*/ 2147483646 w 823"/>
                  <a:gd name="T33" fmla="*/ 2147483646 h 61"/>
                  <a:gd name="T34" fmla="*/ 2147483646 w 823"/>
                  <a:gd name="T35" fmla="*/ 2147483646 h 61"/>
                  <a:gd name="T36" fmla="*/ 2147483646 w 823"/>
                  <a:gd name="T37" fmla="*/ 2147483646 h 61"/>
                  <a:gd name="T38" fmla="*/ 2147483646 w 823"/>
                  <a:gd name="T39" fmla="*/ 2147483646 h 61"/>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823" h="61">
                    <a:moveTo>
                      <a:pt x="15" y="36"/>
                    </a:moveTo>
                    <a:lnTo>
                      <a:pt x="794" y="0"/>
                    </a:lnTo>
                    <a:lnTo>
                      <a:pt x="794" y="4"/>
                    </a:lnTo>
                    <a:lnTo>
                      <a:pt x="796" y="7"/>
                    </a:lnTo>
                    <a:lnTo>
                      <a:pt x="800" y="11"/>
                    </a:lnTo>
                    <a:lnTo>
                      <a:pt x="807" y="13"/>
                    </a:lnTo>
                    <a:lnTo>
                      <a:pt x="817" y="18"/>
                    </a:lnTo>
                    <a:lnTo>
                      <a:pt x="823" y="22"/>
                    </a:lnTo>
                    <a:lnTo>
                      <a:pt x="0" y="61"/>
                    </a:lnTo>
                    <a:lnTo>
                      <a:pt x="3" y="59"/>
                    </a:lnTo>
                    <a:lnTo>
                      <a:pt x="11" y="55"/>
                    </a:lnTo>
                    <a:lnTo>
                      <a:pt x="14" y="53"/>
                    </a:lnTo>
                    <a:lnTo>
                      <a:pt x="15" y="50"/>
                    </a:lnTo>
                    <a:lnTo>
                      <a:pt x="16" y="43"/>
                    </a:lnTo>
                    <a:lnTo>
                      <a:pt x="15" y="36"/>
                    </a:lnTo>
                    <a:close/>
                  </a:path>
                </a:pathLst>
              </a:custGeom>
              <a:solidFill>
                <a:srgbClr val="6C6C6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31" name="Freeform 16">
                <a:extLst>
                  <a:ext uri="{FF2B5EF4-FFF2-40B4-BE49-F238E27FC236}">
                    <a16:creationId xmlns:a16="http://schemas.microsoft.com/office/drawing/2014/main" id="{DE529533-BCFE-EA41-BDC6-622241562A93}"/>
                  </a:ext>
                </a:extLst>
              </p:cNvPr>
              <p:cNvSpPr>
                <a:spLocks/>
              </p:cNvSpPr>
              <p:nvPr/>
            </p:nvSpPr>
            <p:spPr bwMode="auto">
              <a:xfrm>
                <a:off x="2227263" y="5895975"/>
                <a:ext cx="1250950" cy="96838"/>
              </a:xfrm>
              <a:custGeom>
                <a:avLst/>
                <a:gdLst>
                  <a:gd name="T0" fmla="*/ 0 w 788"/>
                  <a:gd name="T1" fmla="*/ 2147483646 h 61"/>
                  <a:gd name="T2" fmla="*/ 2147483646 w 788"/>
                  <a:gd name="T3" fmla="*/ 0 h 61"/>
                  <a:gd name="T4" fmla="*/ 2147483646 w 788"/>
                  <a:gd name="T5" fmla="*/ 0 h 61"/>
                  <a:gd name="T6" fmla="*/ 2147483646 w 788"/>
                  <a:gd name="T7" fmla="*/ 2147483646 h 61"/>
                  <a:gd name="T8" fmla="*/ 2147483646 w 788"/>
                  <a:gd name="T9" fmla="*/ 2147483646 h 61"/>
                  <a:gd name="T10" fmla="*/ 2147483646 w 788"/>
                  <a:gd name="T11" fmla="*/ 2147483646 h 61"/>
                  <a:gd name="T12" fmla="*/ 2147483646 w 788"/>
                  <a:gd name="T13" fmla="*/ 2147483646 h 61"/>
                  <a:gd name="T14" fmla="*/ 2147483646 w 788"/>
                  <a:gd name="T15" fmla="*/ 2147483646 h 61"/>
                  <a:gd name="T16" fmla="*/ 2147483646 w 788"/>
                  <a:gd name="T17" fmla="*/ 2147483646 h 61"/>
                  <a:gd name="T18" fmla="*/ 2147483646 w 788"/>
                  <a:gd name="T19" fmla="*/ 2147483646 h 61"/>
                  <a:gd name="T20" fmla="*/ 2147483646 w 788"/>
                  <a:gd name="T21" fmla="*/ 2147483646 h 61"/>
                  <a:gd name="T22" fmla="*/ 0 w 788"/>
                  <a:gd name="T23" fmla="*/ 2147483646 h 61"/>
                  <a:gd name="T24" fmla="*/ 0 w 788"/>
                  <a:gd name="T25" fmla="*/ 2147483646 h 61"/>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88" h="61">
                    <a:moveTo>
                      <a:pt x="0" y="37"/>
                    </a:moveTo>
                    <a:lnTo>
                      <a:pt x="786" y="0"/>
                    </a:lnTo>
                    <a:lnTo>
                      <a:pt x="784" y="6"/>
                    </a:lnTo>
                    <a:lnTo>
                      <a:pt x="786" y="11"/>
                    </a:lnTo>
                    <a:lnTo>
                      <a:pt x="788" y="25"/>
                    </a:lnTo>
                    <a:lnTo>
                      <a:pt x="7" y="61"/>
                    </a:lnTo>
                    <a:lnTo>
                      <a:pt x="8" y="54"/>
                    </a:lnTo>
                    <a:lnTo>
                      <a:pt x="8" y="48"/>
                    </a:lnTo>
                    <a:lnTo>
                      <a:pt x="6" y="42"/>
                    </a:lnTo>
                    <a:lnTo>
                      <a:pt x="0" y="37"/>
                    </a:lnTo>
                    <a:close/>
                  </a:path>
                </a:pathLst>
              </a:custGeom>
              <a:solidFill>
                <a:srgbClr val="6C6C6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32" name="Freeform 17">
                <a:extLst>
                  <a:ext uri="{FF2B5EF4-FFF2-40B4-BE49-F238E27FC236}">
                    <a16:creationId xmlns:a16="http://schemas.microsoft.com/office/drawing/2014/main" id="{C33ECBF6-5FAC-CC48-8D15-B519E8E32F45}"/>
                  </a:ext>
                </a:extLst>
              </p:cNvPr>
              <p:cNvSpPr>
                <a:spLocks/>
              </p:cNvSpPr>
              <p:nvPr/>
            </p:nvSpPr>
            <p:spPr bwMode="auto">
              <a:xfrm>
                <a:off x="2246313" y="6029325"/>
                <a:ext cx="1254125" cy="311150"/>
              </a:xfrm>
              <a:custGeom>
                <a:avLst/>
                <a:gdLst>
                  <a:gd name="T0" fmla="*/ 2147483646 w 790"/>
                  <a:gd name="T1" fmla="*/ 2147483646 h 196"/>
                  <a:gd name="T2" fmla="*/ 2147483646 w 790"/>
                  <a:gd name="T3" fmla="*/ 2147483646 h 196"/>
                  <a:gd name="T4" fmla="*/ 2147483646 w 790"/>
                  <a:gd name="T5" fmla="*/ 2147483646 h 196"/>
                  <a:gd name="T6" fmla="*/ 2147483646 w 790"/>
                  <a:gd name="T7" fmla="*/ 2147483646 h 196"/>
                  <a:gd name="T8" fmla="*/ 2147483646 w 790"/>
                  <a:gd name="T9" fmla="*/ 2147483646 h 196"/>
                  <a:gd name="T10" fmla="*/ 2147483646 w 790"/>
                  <a:gd name="T11" fmla="*/ 2147483646 h 196"/>
                  <a:gd name="T12" fmla="*/ 2147483646 w 790"/>
                  <a:gd name="T13" fmla="*/ 2147483646 h 196"/>
                  <a:gd name="T14" fmla="*/ 2147483646 w 790"/>
                  <a:gd name="T15" fmla="*/ 2147483646 h 196"/>
                  <a:gd name="T16" fmla="*/ 2147483646 w 790"/>
                  <a:gd name="T17" fmla="*/ 2147483646 h 196"/>
                  <a:gd name="T18" fmla="*/ 2147483646 w 790"/>
                  <a:gd name="T19" fmla="*/ 2147483646 h 196"/>
                  <a:gd name="T20" fmla="*/ 2147483646 w 790"/>
                  <a:gd name="T21" fmla="*/ 2147483646 h 196"/>
                  <a:gd name="T22" fmla="*/ 2147483646 w 790"/>
                  <a:gd name="T23" fmla="*/ 2147483646 h 196"/>
                  <a:gd name="T24" fmla="*/ 2147483646 w 790"/>
                  <a:gd name="T25" fmla="*/ 2147483646 h 196"/>
                  <a:gd name="T26" fmla="*/ 2147483646 w 790"/>
                  <a:gd name="T27" fmla="*/ 2147483646 h 196"/>
                  <a:gd name="T28" fmla="*/ 2147483646 w 790"/>
                  <a:gd name="T29" fmla="*/ 2147483646 h 196"/>
                  <a:gd name="T30" fmla="*/ 2147483646 w 790"/>
                  <a:gd name="T31" fmla="*/ 2147483646 h 196"/>
                  <a:gd name="T32" fmla="*/ 2147483646 w 790"/>
                  <a:gd name="T33" fmla="*/ 2147483646 h 196"/>
                  <a:gd name="T34" fmla="*/ 2147483646 w 790"/>
                  <a:gd name="T35" fmla="*/ 2147483646 h 196"/>
                  <a:gd name="T36" fmla="*/ 2147483646 w 790"/>
                  <a:gd name="T37" fmla="*/ 2147483646 h 196"/>
                  <a:gd name="T38" fmla="*/ 2147483646 w 790"/>
                  <a:gd name="T39" fmla="*/ 2147483646 h 196"/>
                  <a:gd name="T40" fmla="*/ 2147483646 w 790"/>
                  <a:gd name="T41" fmla="*/ 2147483646 h 196"/>
                  <a:gd name="T42" fmla="*/ 2147483646 w 790"/>
                  <a:gd name="T43" fmla="*/ 2147483646 h 196"/>
                  <a:gd name="T44" fmla="*/ 2147483646 w 790"/>
                  <a:gd name="T45" fmla="*/ 2147483646 h 196"/>
                  <a:gd name="T46" fmla="*/ 2147483646 w 790"/>
                  <a:gd name="T47" fmla="*/ 2147483646 h 196"/>
                  <a:gd name="T48" fmla="*/ 0 w 790"/>
                  <a:gd name="T49" fmla="*/ 2147483646 h 196"/>
                  <a:gd name="T50" fmla="*/ 2147483646 w 790"/>
                  <a:gd name="T51" fmla="*/ 0 h 196"/>
                  <a:gd name="T52" fmla="*/ 2147483646 w 790"/>
                  <a:gd name="T53" fmla="*/ 0 h 196"/>
                  <a:gd name="T54" fmla="*/ 2147483646 w 790"/>
                  <a:gd name="T55" fmla="*/ 2147483646 h 196"/>
                  <a:gd name="T56" fmla="*/ 2147483646 w 790"/>
                  <a:gd name="T57" fmla="*/ 2147483646 h 196"/>
                  <a:gd name="T58" fmla="*/ 2147483646 w 790"/>
                  <a:gd name="T59" fmla="*/ 2147483646 h 196"/>
                  <a:gd name="T60" fmla="*/ 2147483646 w 790"/>
                  <a:gd name="T61" fmla="*/ 2147483646 h 196"/>
                  <a:gd name="T62" fmla="*/ 2147483646 w 790"/>
                  <a:gd name="T63" fmla="*/ 2147483646 h 196"/>
                  <a:gd name="T64" fmla="*/ 2147483646 w 790"/>
                  <a:gd name="T65" fmla="*/ 2147483646 h 196"/>
                  <a:gd name="T66" fmla="*/ 2147483646 w 790"/>
                  <a:gd name="T67" fmla="*/ 2147483646 h 196"/>
                  <a:gd name="T68" fmla="*/ 2147483646 w 790"/>
                  <a:gd name="T69" fmla="*/ 2147483646 h 196"/>
                  <a:gd name="T70" fmla="*/ 2147483646 w 790"/>
                  <a:gd name="T71" fmla="*/ 2147483646 h 196"/>
                  <a:gd name="T72" fmla="*/ 2147483646 w 790"/>
                  <a:gd name="T73" fmla="*/ 2147483646 h 196"/>
                  <a:gd name="T74" fmla="*/ 2147483646 w 790"/>
                  <a:gd name="T75" fmla="*/ 2147483646 h 196"/>
                  <a:gd name="T76" fmla="*/ 2147483646 w 790"/>
                  <a:gd name="T77" fmla="*/ 2147483646 h 196"/>
                  <a:gd name="T78" fmla="*/ 2147483646 w 790"/>
                  <a:gd name="T79" fmla="*/ 2147483646 h 196"/>
                  <a:gd name="T80" fmla="*/ 2147483646 w 790"/>
                  <a:gd name="T81" fmla="*/ 2147483646 h 196"/>
                  <a:gd name="T82" fmla="*/ 2147483646 w 790"/>
                  <a:gd name="T83" fmla="*/ 2147483646 h 196"/>
                  <a:gd name="T84" fmla="*/ 2147483646 w 790"/>
                  <a:gd name="T85" fmla="*/ 2147483646 h 196"/>
                  <a:gd name="T86" fmla="*/ 2147483646 w 790"/>
                  <a:gd name="T87" fmla="*/ 2147483646 h 196"/>
                  <a:gd name="T88" fmla="*/ 2147483646 w 790"/>
                  <a:gd name="T89" fmla="*/ 2147483646 h 196"/>
                  <a:gd name="T90" fmla="*/ 2147483646 w 790"/>
                  <a:gd name="T91" fmla="*/ 2147483646 h 196"/>
                  <a:gd name="T92" fmla="*/ 2147483646 w 790"/>
                  <a:gd name="T93" fmla="*/ 2147483646 h 196"/>
                  <a:gd name="T94" fmla="*/ 2147483646 w 790"/>
                  <a:gd name="T95" fmla="*/ 2147483646 h 196"/>
                  <a:gd name="T96" fmla="*/ 2147483646 w 790"/>
                  <a:gd name="T97" fmla="*/ 2147483646 h 196"/>
                  <a:gd name="T98" fmla="*/ 2147483646 w 790"/>
                  <a:gd name="T99" fmla="*/ 2147483646 h 196"/>
                  <a:gd name="T100" fmla="*/ 2147483646 w 790"/>
                  <a:gd name="T101" fmla="*/ 2147483646 h 196"/>
                  <a:gd name="T102" fmla="*/ 2147483646 w 790"/>
                  <a:gd name="T103" fmla="*/ 2147483646 h 196"/>
                  <a:gd name="T104" fmla="*/ 2147483646 w 790"/>
                  <a:gd name="T105" fmla="*/ 2147483646 h 196"/>
                  <a:gd name="T106" fmla="*/ 2147483646 w 790"/>
                  <a:gd name="T107" fmla="*/ 2147483646 h 19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790" h="196">
                    <a:moveTo>
                      <a:pt x="370" y="196"/>
                    </a:moveTo>
                    <a:lnTo>
                      <a:pt x="370" y="196"/>
                    </a:lnTo>
                    <a:lnTo>
                      <a:pt x="305" y="195"/>
                    </a:lnTo>
                    <a:lnTo>
                      <a:pt x="269" y="194"/>
                    </a:lnTo>
                    <a:lnTo>
                      <a:pt x="233" y="191"/>
                    </a:lnTo>
                    <a:lnTo>
                      <a:pt x="201" y="187"/>
                    </a:lnTo>
                    <a:lnTo>
                      <a:pt x="172" y="182"/>
                    </a:lnTo>
                    <a:lnTo>
                      <a:pt x="163" y="179"/>
                    </a:lnTo>
                    <a:lnTo>
                      <a:pt x="155" y="176"/>
                    </a:lnTo>
                    <a:lnTo>
                      <a:pt x="148" y="172"/>
                    </a:lnTo>
                    <a:lnTo>
                      <a:pt x="147" y="168"/>
                    </a:lnTo>
                    <a:lnTo>
                      <a:pt x="144" y="160"/>
                    </a:lnTo>
                    <a:lnTo>
                      <a:pt x="140" y="153"/>
                    </a:lnTo>
                    <a:lnTo>
                      <a:pt x="133" y="145"/>
                    </a:lnTo>
                    <a:lnTo>
                      <a:pt x="125" y="138"/>
                    </a:lnTo>
                    <a:lnTo>
                      <a:pt x="99" y="121"/>
                    </a:lnTo>
                    <a:lnTo>
                      <a:pt x="64" y="99"/>
                    </a:lnTo>
                    <a:lnTo>
                      <a:pt x="52" y="92"/>
                    </a:lnTo>
                    <a:lnTo>
                      <a:pt x="42" y="84"/>
                    </a:lnTo>
                    <a:lnTo>
                      <a:pt x="33" y="76"/>
                    </a:lnTo>
                    <a:lnTo>
                      <a:pt x="23" y="68"/>
                    </a:lnTo>
                    <a:lnTo>
                      <a:pt x="11" y="53"/>
                    </a:lnTo>
                    <a:lnTo>
                      <a:pt x="0" y="37"/>
                    </a:lnTo>
                    <a:lnTo>
                      <a:pt x="790" y="0"/>
                    </a:lnTo>
                    <a:lnTo>
                      <a:pt x="786" y="12"/>
                    </a:lnTo>
                    <a:lnTo>
                      <a:pt x="778" y="24"/>
                    </a:lnTo>
                    <a:lnTo>
                      <a:pt x="770" y="38"/>
                    </a:lnTo>
                    <a:lnTo>
                      <a:pt x="760" y="50"/>
                    </a:lnTo>
                    <a:lnTo>
                      <a:pt x="749" y="62"/>
                    </a:lnTo>
                    <a:lnTo>
                      <a:pt x="738" y="76"/>
                    </a:lnTo>
                    <a:lnTo>
                      <a:pt x="711" y="99"/>
                    </a:lnTo>
                    <a:lnTo>
                      <a:pt x="696" y="111"/>
                    </a:lnTo>
                    <a:lnTo>
                      <a:pt x="682" y="122"/>
                    </a:lnTo>
                    <a:lnTo>
                      <a:pt x="657" y="138"/>
                    </a:lnTo>
                    <a:lnTo>
                      <a:pt x="646" y="146"/>
                    </a:lnTo>
                    <a:lnTo>
                      <a:pt x="638" y="153"/>
                    </a:lnTo>
                    <a:lnTo>
                      <a:pt x="633" y="160"/>
                    </a:lnTo>
                    <a:lnTo>
                      <a:pt x="630" y="168"/>
                    </a:lnTo>
                    <a:lnTo>
                      <a:pt x="629" y="169"/>
                    </a:lnTo>
                    <a:lnTo>
                      <a:pt x="627" y="172"/>
                    </a:lnTo>
                    <a:lnTo>
                      <a:pt x="621" y="176"/>
                    </a:lnTo>
                    <a:lnTo>
                      <a:pt x="610" y="179"/>
                    </a:lnTo>
                    <a:lnTo>
                      <a:pt x="598" y="182"/>
                    </a:lnTo>
                    <a:lnTo>
                      <a:pt x="564" y="187"/>
                    </a:lnTo>
                    <a:lnTo>
                      <a:pt x="525" y="191"/>
                    </a:lnTo>
                    <a:lnTo>
                      <a:pt x="483" y="194"/>
                    </a:lnTo>
                    <a:lnTo>
                      <a:pt x="439" y="195"/>
                    </a:lnTo>
                    <a:lnTo>
                      <a:pt x="370" y="196"/>
                    </a:lnTo>
                    <a:close/>
                  </a:path>
                </a:pathLst>
              </a:custGeom>
              <a:solidFill>
                <a:srgbClr val="6C6C6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33" name="Freeform 18">
                <a:extLst>
                  <a:ext uri="{FF2B5EF4-FFF2-40B4-BE49-F238E27FC236}">
                    <a16:creationId xmlns:a16="http://schemas.microsoft.com/office/drawing/2014/main" id="{91EAF86B-A14C-9F48-9243-B6FCACCDEEC1}"/>
                  </a:ext>
                </a:extLst>
              </p:cNvPr>
              <p:cNvSpPr>
                <a:spLocks/>
              </p:cNvSpPr>
              <p:nvPr/>
            </p:nvSpPr>
            <p:spPr bwMode="auto">
              <a:xfrm>
                <a:off x="2470151" y="6061075"/>
                <a:ext cx="361950" cy="279400"/>
              </a:xfrm>
              <a:custGeom>
                <a:avLst/>
                <a:gdLst>
                  <a:gd name="T0" fmla="*/ 2147483646 w 228"/>
                  <a:gd name="T1" fmla="*/ 2147483646 h 176"/>
                  <a:gd name="T2" fmla="*/ 2147483646 w 228"/>
                  <a:gd name="T3" fmla="*/ 2147483646 h 176"/>
                  <a:gd name="T4" fmla="*/ 2147483646 w 228"/>
                  <a:gd name="T5" fmla="*/ 2147483646 h 176"/>
                  <a:gd name="T6" fmla="*/ 2147483646 w 228"/>
                  <a:gd name="T7" fmla="*/ 2147483646 h 176"/>
                  <a:gd name="T8" fmla="*/ 2147483646 w 228"/>
                  <a:gd name="T9" fmla="*/ 2147483646 h 176"/>
                  <a:gd name="T10" fmla="*/ 2147483646 w 228"/>
                  <a:gd name="T11" fmla="*/ 2147483646 h 176"/>
                  <a:gd name="T12" fmla="*/ 2147483646 w 228"/>
                  <a:gd name="T13" fmla="*/ 2147483646 h 176"/>
                  <a:gd name="T14" fmla="*/ 2147483646 w 228"/>
                  <a:gd name="T15" fmla="*/ 2147483646 h 176"/>
                  <a:gd name="T16" fmla="*/ 2147483646 w 228"/>
                  <a:gd name="T17" fmla="*/ 2147483646 h 176"/>
                  <a:gd name="T18" fmla="*/ 0 w 228"/>
                  <a:gd name="T19" fmla="*/ 2147483646 h 176"/>
                  <a:gd name="T20" fmla="*/ 2147483646 w 228"/>
                  <a:gd name="T21" fmla="*/ 0 h 176"/>
                  <a:gd name="T22" fmla="*/ 2147483646 w 228"/>
                  <a:gd name="T23" fmla="*/ 0 h 176"/>
                  <a:gd name="T24" fmla="*/ 2147483646 w 228"/>
                  <a:gd name="T25" fmla="*/ 2147483646 h 176"/>
                  <a:gd name="T26" fmla="*/ 2147483646 w 228"/>
                  <a:gd name="T27" fmla="*/ 2147483646 h 176"/>
                  <a:gd name="T28" fmla="*/ 2147483646 w 228"/>
                  <a:gd name="T29" fmla="*/ 2147483646 h 176"/>
                  <a:gd name="T30" fmla="*/ 2147483646 w 228"/>
                  <a:gd name="T31" fmla="*/ 2147483646 h 176"/>
                  <a:gd name="T32" fmla="*/ 2147483646 w 228"/>
                  <a:gd name="T33" fmla="*/ 2147483646 h 176"/>
                  <a:gd name="T34" fmla="*/ 2147483646 w 228"/>
                  <a:gd name="T35" fmla="*/ 2147483646 h 176"/>
                  <a:gd name="T36" fmla="*/ 2147483646 w 228"/>
                  <a:gd name="T37" fmla="*/ 2147483646 h 176"/>
                  <a:gd name="T38" fmla="*/ 2147483646 w 228"/>
                  <a:gd name="T39" fmla="*/ 2147483646 h 176"/>
                  <a:gd name="T40" fmla="*/ 2147483646 w 228"/>
                  <a:gd name="T41" fmla="*/ 2147483646 h 176"/>
                  <a:gd name="T42" fmla="*/ 2147483646 w 228"/>
                  <a:gd name="T43" fmla="*/ 2147483646 h 176"/>
                  <a:gd name="T44" fmla="*/ 2147483646 w 228"/>
                  <a:gd name="T45" fmla="*/ 2147483646 h 176"/>
                  <a:gd name="T46" fmla="*/ 2147483646 w 228"/>
                  <a:gd name="T47" fmla="*/ 2147483646 h 176"/>
                  <a:gd name="T48" fmla="*/ 2147483646 w 228"/>
                  <a:gd name="T49" fmla="*/ 2147483646 h 176"/>
                  <a:gd name="T50" fmla="*/ 2147483646 w 228"/>
                  <a:gd name="T51" fmla="*/ 2147483646 h 176"/>
                  <a:gd name="T52" fmla="*/ 2147483646 w 228"/>
                  <a:gd name="T53" fmla="*/ 2147483646 h 17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228" h="176">
                    <a:moveTo>
                      <a:pt x="82" y="170"/>
                    </a:moveTo>
                    <a:lnTo>
                      <a:pt x="82" y="170"/>
                    </a:lnTo>
                    <a:lnTo>
                      <a:pt x="73" y="149"/>
                    </a:lnTo>
                    <a:lnTo>
                      <a:pt x="65" y="130"/>
                    </a:lnTo>
                    <a:lnTo>
                      <a:pt x="52" y="109"/>
                    </a:lnTo>
                    <a:lnTo>
                      <a:pt x="34" y="80"/>
                    </a:lnTo>
                    <a:lnTo>
                      <a:pt x="25" y="64"/>
                    </a:lnTo>
                    <a:lnTo>
                      <a:pt x="15" y="46"/>
                    </a:lnTo>
                    <a:lnTo>
                      <a:pt x="0" y="10"/>
                    </a:lnTo>
                    <a:lnTo>
                      <a:pt x="225" y="0"/>
                    </a:lnTo>
                    <a:lnTo>
                      <a:pt x="228" y="41"/>
                    </a:lnTo>
                    <a:lnTo>
                      <a:pt x="228" y="80"/>
                    </a:lnTo>
                    <a:lnTo>
                      <a:pt x="226" y="110"/>
                    </a:lnTo>
                    <a:lnTo>
                      <a:pt x="224" y="133"/>
                    </a:lnTo>
                    <a:lnTo>
                      <a:pt x="224" y="152"/>
                    </a:lnTo>
                    <a:lnTo>
                      <a:pt x="224" y="162"/>
                    </a:lnTo>
                    <a:lnTo>
                      <a:pt x="226" y="172"/>
                    </a:lnTo>
                    <a:lnTo>
                      <a:pt x="226" y="176"/>
                    </a:lnTo>
                    <a:lnTo>
                      <a:pt x="157" y="175"/>
                    </a:lnTo>
                    <a:lnTo>
                      <a:pt x="118" y="172"/>
                    </a:lnTo>
                    <a:lnTo>
                      <a:pt x="82" y="170"/>
                    </a:lnTo>
                    <a:close/>
                  </a:path>
                </a:pathLst>
              </a:custGeom>
              <a:solidFill>
                <a:srgbClr val="93939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34" name="Freeform 19">
                <a:extLst>
                  <a:ext uri="{FF2B5EF4-FFF2-40B4-BE49-F238E27FC236}">
                    <a16:creationId xmlns:a16="http://schemas.microsoft.com/office/drawing/2014/main" id="{0E44F12D-3913-7F47-8C3C-695544F03BFD}"/>
                  </a:ext>
                </a:extLst>
              </p:cNvPr>
              <p:cNvSpPr>
                <a:spLocks/>
              </p:cNvSpPr>
              <p:nvPr/>
            </p:nvSpPr>
            <p:spPr bwMode="auto">
              <a:xfrm>
                <a:off x="3044826" y="5083175"/>
                <a:ext cx="512763" cy="271463"/>
              </a:xfrm>
              <a:custGeom>
                <a:avLst/>
                <a:gdLst>
                  <a:gd name="T0" fmla="*/ 0 w 323"/>
                  <a:gd name="T1" fmla="*/ 0 h 171"/>
                  <a:gd name="T2" fmla="*/ 2147483646 w 323"/>
                  <a:gd name="T3" fmla="*/ 0 h 171"/>
                  <a:gd name="T4" fmla="*/ 2147483646 w 323"/>
                  <a:gd name="T5" fmla="*/ 2147483646 h 171"/>
                  <a:gd name="T6" fmla="*/ 2147483646 w 323"/>
                  <a:gd name="T7" fmla="*/ 2147483646 h 171"/>
                  <a:gd name="T8" fmla="*/ 2147483646 w 323"/>
                  <a:gd name="T9" fmla="*/ 2147483646 h 171"/>
                  <a:gd name="T10" fmla="*/ 2147483646 w 323"/>
                  <a:gd name="T11" fmla="*/ 2147483646 h 171"/>
                  <a:gd name="T12" fmla="*/ 2147483646 w 323"/>
                  <a:gd name="T13" fmla="*/ 2147483646 h 171"/>
                  <a:gd name="T14" fmla="*/ 2147483646 w 323"/>
                  <a:gd name="T15" fmla="*/ 2147483646 h 171"/>
                  <a:gd name="T16" fmla="*/ 2147483646 w 323"/>
                  <a:gd name="T17" fmla="*/ 2147483646 h 171"/>
                  <a:gd name="T18" fmla="*/ 2147483646 w 323"/>
                  <a:gd name="T19" fmla="*/ 2147483646 h 171"/>
                  <a:gd name="T20" fmla="*/ 2147483646 w 323"/>
                  <a:gd name="T21" fmla="*/ 2147483646 h 171"/>
                  <a:gd name="T22" fmla="*/ 2147483646 w 323"/>
                  <a:gd name="T23" fmla="*/ 2147483646 h 171"/>
                  <a:gd name="T24" fmla="*/ 0 w 323"/>
                  <a:gd name="T25" fmla="*/ 2147483646 h 171"/>
                  <a:gd name="T26" fmla="*/ 0 w 323"/>
                  <a:gd name="T27" fmla="*/ 0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323" h="171">
                    <a:moveTo>
                      <a:pt x="0" y="0"/>
                    </a:moveTo>
                    <a:lnTo>
                      <a:pt x="323" y="0"/>
                    </a:lnTo>
                    <a:lnTo>
                      <a:pt x="306" y="140"/>
                    </a:lnTo>
                    <a:lnTo>
                      <a:pt x="305" y="147"/>
                    </a:lnTo>
                    <a:lnTo>
                      <a:pt x="302" y="152"/>
                    </a:lnTo>
                    <a:lnTo>
                      <a:pt x="296" y="157"/>
                    </a:lnTo>
                    <a:lnTo>
                      <a:pt x="291" y="161"/>
                    </a:lnTo>
                    <a:lnTo>
                      <a:pt x="286" y="164"/>
                    </a:lnTo>
                    <a:lnTo>
                      <a:pt x="279" y="167"/>
                    </a:lnTo>
                    <a:lnTo>
                      <a:pt x="272" y="168"/>
                    </a:lnTo>
                    <a:lnTo>
                      <a:pt x="267" y="168"/>
                    </a:lnTo>
                    <a:lnTo>
                      <a:pt x="0" y="171"/>
                    </a:lnTo>
                    <a:lnTo>
                      <a:pt x="0" y="0"/>
                    </a:lnTo>
                    <a:close/>
                  </a:path>
                </a:pathLst>
              </a:custGeom>
              <a:solidFill>
                <a:srgbClr val="93939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35" name="Freeform 20">
                <a:extLst>
                  <a:ext uri="{FF2B5EF4-FFF2-40B4-BE49-F238E27FC236}">
                    <a16:creationId xmlns:a16="http://schemas.microsoft.com/office/drawing/2014/main" id="{45EE76C2-9FD9-9D42-967B-39C7DCFAAC49}"/>
                  </a:ext>
                </a:extLst>
              </p:cNvPr>
              <p:cNvSpPr>
                <a:spLocks/>
              </p:cNvSpPr>
              <p:nvPr/>
            </p:nvSpPr>
            <p:spPr bwMode="auto">
              <a:xfrm>
                <a:off x="3049588" y="5083175"/>
                <a:ext cx="508000" cy="269875"/>
              </a:xfrm>
              <a:custGeom>
                <a:avLst/>
                <a:gdLst>
                  <a:gd name="T0" fmla="*/ 0 w 320"/>
                  <a:gd name="T1" fmla="*/ 0 h 170"/>
                  <a:gd name="T2" fmla="*/ 0 w 320"/>
                  <a:gd name="T3" fmla="*/ 0 h 170"/>
                  <a:gd name="T4" fmla="*/ 2147483646 w 320"/>
                  <a:gd name="T5" fmla="*/ 0 h 170"/>
                  <a:gd name="T6" fmla="*/ 2147483646 w 320"/>
                  <a:gd name="T7" fmla="*/ 0 h 170"/>
                  <a:gd name="T8" fmla="*/ 2147483646 w 320"/>
                  <a:gd name="T9" fmla="*/ 2147483646 h 170"/>
                  <a:gd name="T10" fmla="*/ 2147483646 w 320"/>
                  <a:gd name="T11" fmla="*/ 2147483646 h 170"/>
                  <a:gd name="T12" fmla="*/ 2147483646 w 320"/>
                  <a:gd name="T13" fmla="*/ 2147483646 h 170"/>
                  <a:gd name="T14" fmla="*/ 2147483646 w 320"/>
                  <a:gd name="T15" fmla="*/ 2147483646 h 170"/>
                  <a:gd name="T16" fmla="*/ 2147483646 w 320"/>
                  <a:gd name="T17" fmla="*/ 2147483646 h 170"/>
                  <a:gd name="T18" fmla="*/ 2147483646 w 320"/>
                  <a:gd name="T19" fmla="*/ 2147483646 h 170"/>
                  <a:gd name="T20" fmla="*/ 2147483646 w 320"/>
                  <a:gd name="T21" fmla="*/ 2147483646 h 170"/>
                  <a:gd name="T22" fmla="*/ 2147483646 w 320"/>
                  <a:gd name="T23" fmla="*/ 2147483646 h 170"/>
                  <a:gd name="T24" fmla="*/ 2147483646 w 320"/>
                  <a:gd name="T25" fmla="*/ 2147483646 h 170"/>
                  <a:gd name="T26" fmla="*/ 2147483646 w 320"/>
                  <a:gd name="T27" fmla="*/ 2147483646 h 170"/>
                  <a:gd name="T28" fmla="*/ 2147483646 w 320"/>
                  <a:gd name="T29" fmla="*/ 2147483646 h 170"/>
                  <a:gd name="T30" fmla="*/ 2147483646 w 320"/>
                  <a:gd name="T31" fmla="*/ 2147483646 h 170"/>
                  <a:gd name="T32" fmla="*/ 2147483646 w 320"/>
                  <a:gd name="T33" fmla="*/ 2147483646 h 170"/>
                  <a:gd name="T34" fmla="*/ 0 w 320"/>
                  <a:gd name="T35" fmla="*/ 0 h 170"/>
                  <a:gd name="T36" fmla="*/ 0 w 320"/>
                  <a:gd name="T37" fmla="*/ 0 h 17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20" h="170">
                    <a:moveTo>
                      <a:pt x="0" y="0"/>
                    </a:moveTo>
                    <a:lnTo>
                      <a:pt x="0" y="0"/>
                    </a:lnTo>
                    <a:lnTo>
                      <a:pt x="320" y="0"/>
                    </a:lnTo>
                    <a:lnTo>
                      <a:pt x="303" y="140"/>
                    </a:lnTo>
                    <a:lnTo>
                      <a:pt x="302" y="147"/>
                    </a:lnTo>
                    <a:lnTo>
                      <a:pt x="299" y="152"/>
                    </a:lnTo>
                    <a:lnTo>
                      <a:pt x="293" y="157"/>
                    </a:lnTo>
                    <a:lnTo>
                      <a:pt x="288" y="161"/>
                    </a:lnTo>
                    <a:lnTo>
                      <a:pt x="283" y="164"/>
                    </a:lnTo>
                    <a:lnTo>
                      <a:pt x="276" y="167"/>
                    </a:lnTo>
                    <a:lnTo>
                      <a:pt x="269" y="168"/>
                    </a:lnTo>
                    <a:lnTo>
                      <a:pt x="264" y="168"/>
                    </a:lnTo>
                    <a:lnTo>
                      <a:pt x="1" y="170"/>
                    </a:lnTo>
                    <a:lnTo>
                      <a:pt x="0" y="0"/>
                    </a:lnTo>
                    <a:close/>
                  </a:path>
                </a:pathLst>
              </a:custGeom>
              <a:solidFill>
                <a:srgbClr val="94949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36" name="Freeform 21">
                <a:extLst>
                  <a:ext uri="{FF2B5EF4-FFF2-40B4-BE49-F238E27FC236}">
                    <a16:creationId xmlns:a16="http://schemas.microsoft.com/office/drawing/2014/main" id="{8874A6B6-B64D-7F4C-B548-E91DAB86F366}"/>
                  </a:ext>
                </a:extLst>
              </p:cNvPr>
              <p:cNvSpPr>
                <a:spLocks/>
              </p:cNvSpPr>
              <p:nvPr/>
            </p:nvSpPr>
            <p:spPr bwMode="auto">
              <a:xfrm>
                <a:off x="3055938" y="5083175"/>
                <a:ext cx="501650" cy="269875"/>
              </a:xfrm>
              <a:custGeom>
                <a:avLst/>
                <a:gdLst>
                  <a:gd name="T0" fmla="*/ 0 w 316"/>
                  <a:gd name="T1" fmla="*/ 0 h 170"/>
                  <a:gd name="T2" fmla="*/ 0 w 316"/>
                  <a:gd name="T3" fmla="*/ 0 h 170"/>
                  <a:gd name="T4" fmla="*/ 2147483646 w 316"/>
                  <a:gd name="T5" fmla="*/ 0 h 170"/>
                  <a:gd name="T6" fmla="*/ 2147483646 w 316"/>
                  <a:gd name="T7" fmla="*/ 0 h 170"/>
                  <a:gd name="T8" fmla="*/ 2147483646 w 316"/>
                  <a:gd name="T9" fmla="*/ 2147483646 h 170"/>
                  <a:gd name="T10" fmla="*/ 2147483646 w 316"/>
                  <a:gd name="T11" fmla="*/ 2147483646 h 170"/>
                  <a:gd name="T12" fmla="*/ 2147483646 w 316"/>
                  <a:gd name="T13" fmla="*/ 2147483646 h 170"/>
                  <a:gd name="T14" fmla="*/ 2147483646 w 316"/>
                  <a:gd name="T15" fmla="*/ 2147483646 h 170"/>
                  <a:gd name="T16" fmla="*/ 2147483646 w 316"/>
                  <a:gd name="T17" fmla="*/ 2147483646 h 170"/>
                  <a:gd name="T18" fmla="*/ 2147483646 w 316"/>
                  <a:gd name="T19" fmla="*/ 2147483646 h 170"/>
                  <a:gd name="T20" fmla="*/ 2147483646 w 316"/>
                  <a:gd name="T21" fmla="*/ 2147483646 h 170"/>
                  <a:gd name="T22" fmla="*/ 2147483646 w 316"/>
                  <a:gd name="T23" fmla="*/ 2147483646 h 170"/>
                  <a:gd name="T24" fmla="*/ 2147483646 w 316"/>
                  <a:gd name="T25" fmla="*/ 2147483646 h 170"/>
                  <a:gd name="T26" fmla="*/ 2147483646 w 316"/>
                  <a:gd name="T27" fmla="*/ 2147483646 h 170"/>
                  <a:gd name="T28" fmla="*/ 2147483646 w 316"/>
                  <a:gd name="T29" fmla="*/ 2147483646 h 170"/>
                  <a:gd name="T30" fmla="*/ 2147483646 w 316"/>
                  <a:gd name="T31" fmla="*/ 2147483646 h 170"/>
                  <a:gd name="T32" fmla="*/ 2147483646 w 316"/>
                  <a:gd name="T33" fmla="*/ 2147483646 h 170"/>
                  <a:gd name="T34" fmla="*/ 0 w 316"/>
                  <a:gd name="T35" fmla="*/ 0 h 170"/>
                  <a:gd name="T36" fmla="*/ 0 w 316"/>
                  <a:gd name="T37" fmla="*/ 0 h 17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16" h="170">
                    <a:moveTo>
                      <a:pt x="0" y="0"/>
                    </a:moveTo>
                    <a:lnTo>
                      <a:pt x="0" y="0"/>
                    </a:lnTo>
                    <a:lnTo>
                      <a:pt x="316" y="0"/>
                    </a:lnTo>
                    <a:lnTo>
                      <a:pt x="299" y="140"/>
                    </a:lnTo>
                    <a:lnTo>
                      <a:pt x="298" y="147"/>
                    </a:lnTo>
                    <a:lnTo>
                      <a:pt x="295" y="152"/>
                    </a:lnTo>
                    <a:lnTo>
                      <a:pt x="289" y="156"/>
                    </a:lnTo>
                    <a:lnTo>
                      <a:pt x="284" y="160"/>
                    </a:lnTo>
                    <a:lnTo>
                      <a:pt x="279" y="164"/>
                    </a:lnTo>
                    <a:lnTo>
                      <a:pt x="272" y="167"/>
                    </a:lnTo>
                    <a:lnTo>
                      <a:pt x="266" y="168"/>
                    </a:lnTo>
                    <a:lnTo>
                      <a:pt x="260" y="168"/>
                    </a:lnTo>
                    <a:lnTo>
                      <a:pt x="1" y="170"/>
                    </a:lnTo>
                    <a:lnTo>
                      <a:pt x="0" y="0"/>
                    </a:lnTo>
                    <a:close/>
                  </a:path>
                </a:pathLst>
              </a:custGeom>
              <a:solidFill>
                <a:srgbClr val="94949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37" name="Freeform 22">
                <a:extLst>
                  <a:ext uri="{FF2B5EF4-FFF2-40B4-BE49-F238E27FC236}">
                    <a16:creationId xmlns:a16="http://schemas.microsoft.com/office/drawing/2014/main" id="{BED9CE04-9C23-F64B-9F76-50A5D907F917}"/>
                  </a:ext>
                </a:extLst>
              </p:cNvPr>
              <p:cNvSpPr>
                <a:spLocks/>
              </p:cNvSpPr>
              <p:nvPr/>
            </p:nvSpPr>
            <p:spPr bwMode="auto">
              <a:xfrm>
                <a:off x="3062288" y="5083175"/>
                <a:ext cx="495300" cy="266700"/>
              </a:xfrm>
              <a:custGeom>
                <a:avLst/>
                <a:gdLst>
                  <a:gd name="T0" fmla="*/ 0 w 312"/>
                  <a:gd name="T1" fmla="*/ 0 h 168"/>
                  <a:gd name="T2" fmla="*/ 0 w 312"/>
                  <a:gd name="T3" fmla="*/ 0 h 168"/>
                  <a:gd name="T4" fmla="*/ 2147483646 w 312"/>
                  <a:gd name="T5" fmla="*/ 0 h 168"/>
                  <a:gd name="T6" fmla="*/ 2147483646 w 312"/>
                  <a:gd name="T7" fmla="*/ 0 h 168"/>
                  <a:gd name="T8" fmla="*/ 2147483646 w 312"/>
                  <a:gd name="T9" fmla="*/ 2147483646 h 168"/>
                  <a:gd name="T10" fmla="*/ 2147483646 w 312"/>
                  <a:gd name="T11" fmla="*/ 2147483646 h 168"/>
                  <a:gd name="T12" fmla="*/ 2147483646 w 312"/>
                  <a:gd name="T13" fmla="*/ 2147483646 h 168"/>
                  <a:gd name="T14" fmla="*/ 2147483646 w 312"/>
                  <a:gd name="T15" fmla="*/ 2147483646 h 168"/>
                  <a:gd name="T16" fmla="*/ 2147483646 w 312"/>
                  <a:gd name="T17" fmla="*/ 2147483646 h 168"/>
                  <a:gd name="T18" fmla="*/ 2147483646 w 312"/>
                  <a:gd name="T19" fmla="*/ 2147483646 h 168"/>
                  <a:gd name="T20" fmla="*/ 2147483646 w 312"/>
                  <a:gd name="T21" fmla="*/ 2147483646 h 168"/>
                  <a:gd name="T22" fmla="*/ 2147483646 w 312"/>
                  <a:gd name="T23" fmla="*/ 2147483646 h 168"/>
                  <a:gd name="T24" fmla="*/ 2147483646 w 312"/>
                  <a:gd name="T25" fmla="*/ 2147483646 h 168"/>
                  <a:gd name="T26" fmla="*/ 2147483646 w 312"/>
                  <a:gd name="T27" fmla="*/ 2147483646 h 168"/>
                  <a:gd name="T28" fmla="*/ 2147483646 w 312"/>
                  <a:gd name="T29" fmla="*/ 2147483646 h 168"/>
                  <a:gd name="T30" fmla="*/ 0 w 312"/>
                  <a:gd name="T31" fmla="*/ 2147483646 h 168"/>
                  <a:gd name="T32" fmla="*/ 0 w 312"/>
                  <a:gd name="T33" fmla="*/ 2147483646 h 168"/>
                  <a:gd name="T34" fmla="*/ 0 w 312"/>
                  <a:gd name="T35" fmla="*/ 0 h 168"/>
                  <a:gd name="T36" fmla="*/ 0 w 312"/>
                  <a:gd name="T37" fmla="*/ 0 h 1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12" h="168">
                    <a:moveTo>
                      <a:pt x="0" y="0"/>
                    </a:moveTo>
                    <a:lnTo>
                      <a:pt x="0" y="0"/>
                    </a:lnTo>
                    <a:lnTo>
                      <a:pt x="312" y="0"/>
                    </a:lnTo>
                    <a:lnTo>
                      <a:pt x="295" y="140"/>
                    </a:lnTo>
                    <a:lnTo>
                      <a:pt x="294" y="147"/>
                    </a:lnTo>
                    <a:lnTo>
                      <a:pt x="291" y="152"/>
                    </a:lnTo>
                    <a:lnTo>
                      <a:pt x="285" y="156"/>
                    </a:lnTo>
                    <a:lnTo>
                      <a:pt x="280" y="160"/>
                    </a:lnTo>
                    <a:lnTo>
                      <a:pt x="275" y="164"/>
                    </a:lnTo>
                    <a:lnTo>
                      <a:pt x="269" y="167"/>
                    </a:lnTo>
                    <a:lnTo>
                      <a:pt x="262" y="168"/>
                    </a:lnTo>
                    <a:lnTo>
                      <a:pt x="257" y="168"/>
                    </a:lnTo>
                    <a:lnTo>
                      <a:pt x="0" y="168"/>
                    </a:lnTo>
                    <a:lnTo>
                      <a:pt x="0" y="0"/>
                    </a:lnTo>
                    <a:close/>
                  </a:path>
                </a:pathLst>
              </a:custGeom>
              <a:solidFill>
                <a:srgbClr val="95959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38" name="Freeform 23">
                <a:extLst>
                  <a:ext uri="{FF2B5EF4-FFF2-40B4-BE49-F238E27FC236}">
                    <a16:creationId xmlns:a16="http://schemas.microsoft.com/office/drawing/2014/main" id="{C0F89822-7FB7-1B4B-8187-45693ABC0DDC}"/>
                  </a:ext>
                </a:extLst>
              </p:cNvPr>
              <p:cNvSpPr>
                <a:spLocks/>
              </p:cNvSpPr>
              <p:nvPr/>
            </p:nvSpPr>
            <p:spPr bwMode="auto">
              <a:xfrm>
                <a:off x="3068638" y="5083175"/>
                <a:ext cx="488950" cy="266700"/>
              </a:xfrm>
              <a:custGeom>
                <a:avLst/>
                <a:gdLst>
                  <a:gd name="T0" fmla="*/ 0 w 308"/>
                  <a:gd name="T1" fmla="*/ 0 h 168"/>
                  <a:gd name="T2" fmla="*/ 0 w 308"/>
                  <a:gd name="T3" fmla="*/ 0 h 168"/>
                  <a:gd name="T4" fmla="*/ 2147483646 w 308"/>
                  <a:gd name="T5" fmla="*/ 0 h 168"/>
                  <a:gd name="T6" fmla="*/ 2147483646 w 308"/>
                  <a:gd name="T7" fmla="*/ 0 h 168"/>
                  <a:gd name="T8" fmla="*/ 2147483646 w 308"/>
                  <a:gd name="T9" fmla="*/ 2147483646 h 168"/>
                  <a:gd name="T10" fmla="*/ 2147483646 w 308"/>
                  <a:gd name="T11" fmla="*/ 2147483646 h 168"/>
                  <a:gd name="T12" fmla="*/ 2147483646 w 308"/>
                  <a:gd name="T13" fmla="*/ 2147483646 h 168"/>
                  <a:gd name="T14" fmla="*/ 2147483646 w 308"/>
                  <a:gd name="T15" fmla="*/ 2147483646 h 168"/>
                  <a:gd name="T16" fmla="*/ 2147483646 w 308"/>
                  <a:gd name="T17" fmla="*/ 2147483646 h 168"/>
                  <a:gd name="T18" fmla="*/ 2147483646 w 308"/>
                  <a:gd name="T19" fmla="*/ 2147483646 h 168"/>
                  <a:gd name="T20" fmla="*/ 2147483646 w 308"/>
                  <a:gd name="T21" fmla="*/ 2147483646 h 168"/>
                  <a:gd name="T22" fmla="*/ 2147483646 w 308"/>
                  <a:gd name="T23" fmla="*/ 2147483646 h 168"/>
                  <a:gd name="T24" fmla="*/ 2147483646 w 308"/>
                  <a:gd name="T25" fmla="*/ 2147483646 h 168"/>
                  <a:gd name="T26" fmla="*/ 2147483646 w 308"/>
                  <a:gd name="T27" fmla="*/ 2147483646 h 168"/>
                  <a:gd name="T28" fmla="*/ 2147483646 w 308"/>
                  <a:gd name="T29" fmla="*/ 2147483646 h 168"/>
                  <a:gd name="T30" fmla="*/ 0 w 308"/>
                  <a:gd name="T31" fmla="*/ 2147483646 h 168"/>
                  <a:gd name="T32" fmla="*/ 0 w 308"/>
                  <a:gd name="T33" fmla="*/ 2147483646 h 168"/>
                  <a:gd name="T34" fmla="*/ 0 w 308"/>
                  <a:gd name="T35" fmla="*/ 0 h 168"/>
                  <a:gd name="T36" fmla="*/ 0 w 308"/>
                  <a:gd name="T37" fmla="*/ 0 h 1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08" h="168">
                    <a:moveTo>
                      <a:pt x="0" y="0"/>
                    </a:moveTo>
                    <a:lnTo>
                      <a:pt x="0" y="0"/>
                    </a:lnTo>
                    <a:lnTo>
                      <a:pt x="308" y="0"/>
                    </a:lnTo>
                    <a:lnTo>
                      <a:pt x="291" y="140"/>
                    </a:lnTo>
                    <a:lnTo>
                      <a:pt x="290" y="147"/>
                    </a:lnTo>
                    <a:lnTo>
                      <a:pt x="287" y="152"/>
                    </a:lnTo>
                    <a:lnTo>
                      <a:pt x="281" y="156"/>
                    </a:lnTo>
                    <a:lnTo>
                      <a:pt x="277" y="160"/>
                    </a:lnTo>
                    <a:lnTo>
                      <a:pt x="271" y="164"/>
                    </a:lnTo>
                    <a:lnTo>
                      <a:pt x="265" y="166"/>
                    </a:lnTo>
                    <a:lnTo>
                      <a:pt x="258" y="168"/>
                    </a:lnTo>
                    <a:lnTo>
                      <a:pt x="253" y="168"/>
                    </a:lnTo>
                    <a:lnTo>
                      <a:pt x="0" y="167"/>
                    </a:lnTo>
                    <a:lnTo>
                      <a:pt x="0" y="0"/>
                    </a:lnTo>
                    <a:close/>
                  </a:path>
                </a:pathLst>
              </a:custGeom>
              <a:solidFill>
                <a:srgbClr val="9595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39" name="Freeform 24">
                <a:extLst>
                  <a:ext uri="{FF2B5EF4-FFF2-40B4-BE49-F238E27FC236}">
                    <a16:creationId xmlns:a16="http://schemas.microsoft.com/office/drawing/2014/main" id="{E1E1B55D-118C-BA4B-85FD-589F3DA38ABF}"/>
                  </a:ext>
                </a:extLst>
              </p:cNvPr>
              <p:cNvSpPr>
                <a:spLocks/>
              </p:cNvSpPr>
              <p:nvPr/>
            </p:nvSpPr>
            <p:spPr bwMode="auto">
              <a:xfrm>
                <a:off x="3074988" y="5083175"/>
                <a:ext cx="482600" cy="266700"/>
              </a:xfrm>
              <a:custGeom>
                <a:avLst/>
                <a:gdLst>
                  <a:gd name="T0" fmla="*/ 0 w 304"/>
                  <a:gd name="T1" fmla="*/ 0 h 168"/>
                  <a:gd name="T2" fmla="*/ 0 w 304"/>
                  <a:gd name="T3" fmla="*/ 0 h 168"/>
                  <a:gd name="T4" fmla="*/ 2147483646 w 304"/>
                  <a:gd name="T5" fmla="*/ 0 h 168"/>
                  <a:gd name="T6" fmla="*/ 2147483646 w 304"/>
                  <a:gd name="T7" fmla="*/ 0 h 168"/>
                  <a:gd name="T8" fmla="*/ 2147483646 w 304"/>
                  <a:gd name="T9" fmla="*/ 2147483646 h 168"/>
                  <a:gd name="T10" fmla="*/ 2147483646 w 304"/>
                  <a:gd name="T11" fmla="*/ 2147483646 h 168"/>
                  <a:gd name="T12" fmla="*/ 2147483646 w 304"/>
                  <a:gd name="T13" fmla="*/ 2147483646 h 168"/>
                  <a:gd name="T14" fmla="*/ 2147483646 w 304"/>
                  <a:gd name="T15" fmla="*/ 2147483646 h 168"/>
                  <a:gd name="T16" fmla="*/ 2147483646 w 304"/>
                  <a:gd name="T17" fmla="*/ 2147483646 h 168"/>
                  <a:gd name="T18" fmla="*/ 2147483646 w 304"/>
                  <a:gd name="T19" fmla="*/ 2147483646 h 168"/>
                  <a:gd name="T20" fmla="*/ 2147483646 w 304"/>
                  <a:gd name="T21" fmla="*/ 2147483646 h 168"/>
                  <a:gd name="T22" fmla="*/ 2147483646 w 304"/>
                  <a:gd name="T23" fmla="*/ 2147483646 h 168"/>
                  <a:gd name="T24" fmla="*/ 2147483646 w 304"/>
                  <a:gd name="T25" fmla="*/ 2147483646 h 168"/>
                  <a:gd name="T26" fmla="*/ 2147483646 w 304"/>
                  <a:gd name="T27" fmla="*/ 2147483646 h 168"/>
                  <a:gd name="T28" fmla="*/ 2147483646 w 304"/>
                  <a:gd name="T29" fmla="*/ 2147483646 h 168"/>
                  <a:gd name="T30" fmla="*/ 0 w 304"/>
                  <a:gd name="T31" fmla="*/ 2147483646 h 168"/>
                  <a:gd name="T32" fmla="*/ 0 w 304"/>
                  <a:gd name="T33" fmla="*/ 2147483646 h 168"/>
                  <a:gd name="T34" fmla="*/ 0 w 304"/>
                  <a:gd name="T35" fmla="*/ 0 h 168"/>
                  <a:gd name="T36" fmla="*/ 0 w 304"/>
                  <a:gd name="T37" fmla="*/ 0 h 1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04" h="168">
                    <a:moveTo>
                      <a:pt x="0" y="0"/>
                    </a:moveTo>
                    <a:lnTo>
                      <a:pt x="0" y="0"/>
                    </a:lnTo>
                    <a:lnTo>
                      <a:pt x="304" y="0"/>
                    </a:lnTo>
                    <a:lnTo>
                      <a:pt x="287" y="140"/>
                    </a:lnTo>
                    <a:lnTo>
                      <a:pt x="286" y="147"/>
                    </a:lnTo>
                    <a:lnTo>
                      <a:pt x="283" y="152"/>
                    </a:lnTo>
                    <a:lnTo>
                      <a:pt x="279" y="156"/>
                    </a:lnTo>
                    <a:lnTo>
                      <a:pt x="273" y="160"/>
                    </a:lnTo>
                    <a:lnTo>
                      <a:pt x="267" y="164"/>
                    </a:lnTo>
                    <a:lnTo>
                      <a:pt x="261" y="166"/>
                    </a:lnTo>
                    <a:lnTo>
                      <a:pt x="254" y="167"/>
                    </a:lnTo>
                    <a:lnTo>
                      <a:pt x="249" y="168"/>
                    </a:lnTo>
                    <a:lnTo>
                      <a:pt x="0" y="166"/>
                    </a:lnTo>
                    <a:lnTo>
                      <a:pt x="0" y="0"/>
                    </a:lnTo>
                    <a:close/>
                  </a:path>
                </a:pathLst>
              </a:custGeom>
              <a:solidFill>
                <a:srgbClr val="9696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40" name="Freeform 25">
                <a:extLst>
                  <a:ext uri="{FF2B5EF4-FFF2-40B4-BE49-F238E27FC236}">
                    <a16:creationId xmlns:a16="http://schemas.microsoft.com/office/drawing/2014/main" id="{C4AA3A11-1690-1D43-A76A-DC78F6B51E07}"/>
                  </a:ext>
                </a:extLst>
              </p:cNvPr>
              <p:cNvSpPr>
                <a:spLocks/>
              </p:cNvSpPr>
              <p:nvPr/>
            </p:nvSpPr>
            <p:spPr bwMode="auto">
              <a:xfrm>
                <a:off x="3081338" y="5083175"/>
                <a:ext cx="476250" cy="266700"/>
              </a:xfrm>
              <a:custGeom>
                <a:avLst/>
                <a:gdLst>
                  <a:gd name="T0" fmla="*/ 0 w 300"/>
                  <a:gd name="T1" fmla="*/ 0 h 168"/>
                  <a:gd name="T2" fmla="*/ 0 w 300"/>
                  <a:gd name="T3" fmla="*/ 0 h 168"/>
                  <a:gd name="T4" fmla="*/ 2147483646 w 300"/>
                  <a:gd name="T5" fmla="*/ 0 h 168"/>
                  <a:gd name="T6" fmla="*/ 2147483646 w 300"/>
                  <a:gd name="T7" fmla="*/ 0 h 168"/>
                  <a:gd name="T8" fmla="*/ 2147483646 w 300"/>
                  <a:gd name="T9" fmla="*/ 2147483646 h 168"/>
                  <a:gd name="T10" fmla="*/ 2147483646 w 300"/>
                  <a:gd name="T11" fmla="*/ 2147483646 h 168"/>
                  <a:gd name="T12" fmla="*/ 2147483646 w 300"/>
                  <a:gd name="T13" fmla="*/ 2147483646 h 168"/>
                  <a:gd name="T14" fmla="*/ 2147483646 w 300"/>
                  <a:gd name="T15" fmla="*/ 2147483646 h 168"/>
                  <a:gd name="T16" fmla="*/ 2147483646 w 300"/>
                  <a:gd name="T17" fmla="*/ 2147483646 h 168"/>
                  <a:gd name="T18" fmla="*/ 2147483646 w 300"/>
                  <a:gd name="T19" fmla="*/ 2147483646 h 168"/>
                  <a:gd name="T20" fmla="*/ 2147483646 w 300"/>
                  <a:gd name="T21" fmla="*/ 2147483646 h 168"/>
                  <a:gd name="T22" fmla="*/ 2147483646 w 300"/>
                  <a:gd name="T23" fmla="*/ 2147483646 h 168"/>
                  <a:gd name="T24" fmla="*/ 2147483646 w 300"/>
                  <a:gd name="T25" fmla="*/ 2147483646 h 168"/>
                  <a:gd name="T26" fmla="*/ 2147483646 w 300"/>
                  <a:gd name="T27" fmla="*/ 2147483646 h 168"/>
                  <a:gd name="T28" fmla="*/ 2147483646 w 300"/>
                  <a:gd name="T29" fmla="*/ 2147483646 h 168"/>
                  <a:gd name="T30" fmla="*/ 0 w 300"/>
                  <a:gd name="T31" fmla="*/ 2147483646 h 168"/>
                  <a:gd name="T32" fmla="*/ 0 w 300"/>
                  <a:gd name="T33" fmla="*/ 2147483646 h 168"/>
                  <a:gd name="T34" fmla="*/ 0 w 300"/>
                  <a:gd name="T35" fmla="*/ 0 h 168"/>
                  <a:gd name="T36" fmla="*/ 0 w 300"/>
                  <a:gd name="T37" fmla="*/ 0 h 1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00" h="168">
                    <a:moveTo>
                      <a:pt x="0" y="0"/>
                    </a:moveTo>
                    <a:lnTo>
                      <a:pt x="0" y="0"/>
                    </a:lnTo>
                    <a:lnTo>
                      <a:pt x="300" y="0"/>
                    </a:lnTo>
                    <a:lnTo>
                      <a:pt x="283" y="140"/>
                    </a:lnTo>
                    <a:lnTo>
                      <a:pt x="282" y="147"/>
                    </a:lnTo>
                    <a:lnTo>
                      <a:pt x="279" y="152"/>
                    </a:lnTo>
                    <a:lnTo>
                      <a:pt x="275" y="156"/>
                    </a:lnTo>
                    <a:lnTo>
                      <a:pt x="269" y="160"/>
                    </a:lnTo>
                    <a:lnTo>
                      <a:pt x="264" y="163"/>
                    </a:lnTo>
                    <a:lnTo>
                      <a:pt x="257" y="166"/>
                    </a:lnTo>
                    <a:lnTo>
                      <a:pt x="252" y="167"/>
                    </a:lnTo>
                    <a:lnTo>
                      <a:pt x="245" y="168"/>
                    </a:lnTo>
                    <a:lnTo>
                      <a:pt x="0" y="164"/>
                    </a:lnTo>
                    <a:lnTo>
                      <a:pt x="0" y="0"/>
                    </a:lnTo>
                    <a:close/>
                  </a:path>
                </a:pathLst>
              </a:custGeom>
              <a:solidFill>
                <a:srgbClr val="97979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41" name="Freeform 26">
                <a:extLst>
                  <a:ext uri="{FF2B5EF4-FFF2-40B4-BE49-F238E27FC236}">
                    <a16:creationId xmlns:a16="http://schemas.microsoft.com/office/drawing/2014/main" id="{8E8AB52B-7A40-9549-916B-199A131DF94B}"/>
                  </a:ext>
                </a:extLst>
              </p:cNvPr>
              <p:cNvSpPr>
                <a:spLocks/>
              </p:cNvSpPr>
              <p:nvPr/>
            </p:nvSpPr>
            <p:spPr bwMode="auto">
              <a:xfrm>
                <a:off x="3086101" y="5083175"/>
                <a:ext cx="471488" cy="266700"/>
              </a:xfrm>
              <a:custGeom>
                <a:avLst/>
                <a:gdLst>
                  <a:gd name="T0" fmla="*/ 0 w 297"/>
                  <a:gd name="T1" fmla="*/ 0 h 168"/>
                  <a:gd name="T2" fmla="*/ 0 w 297"/>
                  <a:gd name="T3" fmla="*/ 0 h 168"/>
                  <a:gd name="T4" fmla="*/ 2147483646 w 297"/>
                  <a:gd name="T5" fmla="*/ 0 h 168"/>
                  <a:gd name="T6" fmla="*/ 2147483646 w 297"/>
                  <a:gd name="T7" fmla="*/ 0 h 168"/>
                  <a:gd name="T8" fmla="*/ 2147483646 w 297"/>
                  <a:gd name="T9" fmla="*/ 2147483646 h 168"/>
                  <a:gd name="T10" fmla="*/ 2147483646 w 297"/>
                  <a:gd name="T11" fmla="*/ 2147483646 h 168"/>
                  <a:gd name="T12" fmla="*/ 2147483646 w 297"/>
                  <a:gd name="T13" fmla="*/ 2147483646 h 168"/>
                  <a:gd name="T14" fmla="*/ 2147483646 w 297"/>
                  <a:gd name="T15" fmla="*/ 2147483646 h 168"/>
                  <a:gd name="T16" fmla="*/ 2147483646 w 297"/>
                  <a:gd name="T17" fmla="*/ 2147483646 h 168"/>
                  <a:gd name="T18" fmla="*/ 2147483646 w 297"/>
                  <a:gd name="T19" fmla="*/ 2147483646 h 168"/>
                  <a:gd name="T20" fmla="*/ 2147483646 w 297"/>
                  <a:gd name="T21" fmla="*/ 2147483646 h 168"/>
                  <a:gd name="T22" fmla="*/ 2147483646 w 297"/>
                  <a:gd name="T23" fmla="*/ 2147483646 h 168"/>
                  <a:gd name="T24" fmla="*/ 2147483646 w 297"/>
                  <a:gd name="T25" fmla="*/ 2147483646 h 168"/>
                  <a:gd name="T26" fmla="*/ 2147483646 w 297"/>
                  <a:gd name="T27" fmla="*/ 2147483646 h 168"/>
                  <a:gd name="T28" fmla="*/ 2147483646 w 297"/>
                  <a:gd name="T29" fmla="*/ 2147483646 h 168"/>
                  <a:gd name="T30" fmla="*/ 2147483646 w 297"/>
                  <a:gd name="T31" fmla="*/ 2147483646 h 168"/>
                  <a:gd name="T32" fmla="*/ 2147483646 w 297"/>
                  <a:gd name="T33" fmla="*/ 2147483646 h 168"/>
                  <a:gd name="T34" fmla="*/ 0 w 297"/>
                  <a:gd name="T35" fmla="*/ 0 h 168"/>
                  <a:gd name="T36" fmla="*/ 0 w 297"/>
                  <a:gd name="T37" fmla="*/ 0 h 1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297" h="168">
                    <a:moveTo>
                      <a:pt x="0" y="0"/>
                    </a:moveTo>
                    <a:lnTo>
                      <a:pt x="0" y="0"/>
                    </a:lnTo>
                    <a:lnTo>
                      <a:pt x="297" y="0"/>
                    </a:lnTo>
                    <a:lnTo>
                      <a:pt x="280" y="140"/>
                    </a:lnTo>
                    <a:lnTo>
                      <a:pt x="279" y="147"/>
                    </a:lnTo>
                    <a:lnTo>
                      <a:pt x="276" y="152"/>
                    </a:lnTo>
                    <a:lnTo>
                      <a:pt x="272" y="156"/>
                    </a:lnTo>
                    <a:lnTo>
                      <a:pt x="266" y="160"/>
                    </a:lnTo>
                    <a:lnTo>
                      <a:pt x="261" y="163"/>
                    </a:lnTo>
                    <a:lnTo>
                      <a:pt x="254" y="166"/>
                    </a:lnTo>
                    <a:lnTo>
                      <a:pt x="249" y="167"/>
                    </a:lnTo>
                    <a:lnTo>
                      <a:pt x="243" y="168"/>
                    </a:lnTo>
                    <a:lnTo>
                      <a:pt x="1" y="163"/>
                    </a:lnTo>
                    <a:lnTo>
                      <a:pt x="0" y="0"/>
                    </a:lnTo>
                    <a:close/>
                  </a:path>
                </a:pathLst>
              </a:custGeom>
              <a:solidFill>
                <a:srgbClr val="97979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42" name="Freeform 27">
                <a:extLst>
                  <a:ext uri="{FF2B5EF4-FFF2-40B4-BE49-F238E27FC236}">
                    <a16:creationId xmlns:a16="http://schemas.microsoft.com/office/drawing/2014/main" id="{4F8567B3-9743-4E4F-BA78-B536325606E7}"/>
                  </a:ext>
                </a:extLst>
              </p:cNvPr>
              <p:cNvSpPr>
                <a:spLocks/>
              </p:cNvSpPr>
              <p:nvPr/>
            </p:nvSpPr>
            <p:spPr bwMode="auto">
              <a:xfrm>
                <a:off x="3092451" y="5083175"/>
                <a:ext cx="465138" cy="266700"/>
              </a:xfrm>
              <a:custGeom>
                <a:avLst/>
                <a:gdLst>
                  <a:gd name="T0" fmla="*/ 0 w 293"/>
                  <a:gd name="T1" fmla="*/ 0 h 168"/>
                  <a:gd name="T2" fmla="*/ 0 w 293"/>
                  <a:gd name="T3" fmla="*/ 0 h 168"/>
                  <a:gd name="T4" fmla="*/ 2147483646 w 293"/>
                  <a:gd name="T5" fmla="*/ 0 h 168"/>
                  <a:gd name="T6" fmla="*/ 2147483646 w 293"/>
                  <a:gd name="T7" fmla="*/ 0 h 168"/>
                  <a:gd name="T8" fmla="*/ 2147483646 w 293"/>
                  <a:gd name="T9" fmla="*/ 2147483646 h 168"/>
                  <a:gd name="T10" fmla="*/ 2147483646 w 293"/>
                  <a:gd name="T11" fmla="*/ 2147483646 h 168"/>
                  <a:gd name="T12" fmla="*/ 2147483646 w 293"/>
                  <a:gd name="T13" fmla="*/ 2147483646 h 168"/>
                  <a:gd name="T14" fmla="*/ 2147483646 w 293"/>
                  <a:gd name="T15" fmla="*/ 2147483646 h 168"/>
                  <a:gd name="T16" fmla="*/ 2147483646 w 293"/>
                  <a:gd name="T17" fmla="*/ 2147483646 h 168"/>
                  <a:gd name="T18" fmla="*/ 2147483646 w 293"/>
                  <a:gd name="T19" fmla="*/ 2147483646 h 168"/>
                  <a:gd name="T20" fmla="*/ 2147483646 w 293"/>
                  <a:gd name="T21" fmla="*/ 2147483646 h 168"/>
                  <a:gd name="T22" fmla="*/ 2147483646 w 293"/>
                  <a:gd name="T23" fmla="*/ 2147483646 h 168"/>
                  <a:gd name="T24" fmla="*/ 2147483646 w 293"/>
                  <a:gd name="T25" fmla="*/ 2147483646 h 168"/>
                  <a:gd name="T26" fmla="*/ 2147483646 w 293"/>
                  <a:gd name="T27" fmla="*/ 2147483646 h 168"/>
                  <a:gd name="T28" fmla="*/ 2147483646 w 293"/>
                  <a:gd name="T29" fmla="*/ 2147483646 h 168"/>
                  <a:gd name="T30" fmla="*/ 0 w 293"/>
                  <a:gd name="T31" fmla="*/ 2147483646 h 168"/>
                  <a:gd name="T32" fmla="*/ 0 w 293"/>
                  <a:gd name="T33" fmla="*/ 2147483646 h 168"/>
                  <a:gd name="T34" fmla="*/ 0 w 293"/>
                  <a:gd name="T35" fmla="*/ 0 h 168"/>
                  <a:gd name="T36" fmla="*/ 0 w 293"/>
                  <a:gd name="T37" fmla="*/ 0 h 1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293" h="168">
                    <a:moveTo>
                      <a:pt x="0" y="0"/>
                    </a:moveTo>
                    <a:lnTo>
                      <a:pt x="0" y="0"/>
                    </a:lnTo>
                    <a:lnTo>
                      <a:pt x="293" y="0"/>
                    </a:lnTo>
                    <a:lnTo>
                      <a:pt x="276" y="140"/>
                    </a:lnTo>
                    <a:lnTo>
                      <a:pt x="275" y="147"/>
                    </a:lnTo>
                    <a:lnTo>
                      <a:pt x="272" y="152"/>
                    </a:lnTo>
                    <a:lnTo>
                      <a:pt x="268" y="156"/>
                    </a:lnTo>
                    <a:lnTo>
                      <a:pt x="262" y="160"/>
                    </a:lnTo>
                    <a:lnTo>
                      <a:pt x="257" y="163"/>
                    </a:lnTo>
                    <a:lnTo>
                      <a:pt x="250" y="166"/>
                    </a:lnTo>
                    <a:lnTo>
                      <a:pt x="245" y="167"/>
                    </a:lnTo>
                    <a:lnTo>
                      <a:pt x="239" y="168"/>
                    </a:lnTo>
                    <a:lnTo>
                      <a:pt x="0" y="163"/>
                    </a:lnTo>
                    <a:lnTo>
                      <a:pt x="0" y="0"/>
                    </a:lnTo>
                    <a:close/>
                  </a:path>
                </a:pathLst>
              </a:custGeom>
              <a:solidFill>
                <a:srgbClr val="98989B"/>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43" name="Freeform 28">
                <a:extLst>
                  <a:ext uri="{FF2B5EF4-FFF2-40B4-BE49-F238E27FC236}">
                    <a16:creationId xmlns:a16="http://schemas.microsoft.com/office/drawing/2014/main" id="{7F3FB5DD-7D44-7F47-800A-2EE8C111308E}"/>
                  </a:ext>
                </a:extLst>
              </p:cNvPr>
              <p:cNvSpPr>
                <a:spLocks/>
              </p:cNvSpPr>
              <p:nvPr/>
            </p:nvSpPr>
            <p:spPr bwMode="auto">
              <a:xfrm>
                <a:off x="3098801" y="5083175"/>
                <a:ext cx="458788" cy="266700"/>
              </a:xfrm>
              <a:custGeom>
                <a:avLst/>
                <a:gdLst>
                  <a:gd name="T0" fmla="*/ 0 w 289"/>
                  <a:gd name="T1" fmla="*/ 0 h 168"/>
                  <a:gd name="T2" fmla="*/ 0 w 289"/>
                  <a:gd name="T3" fmla="*/ 0 h 168"/>
                  <a:gd name="T4" fmla="*/ 2147483646 w 289"/>
                  <a:gd name="T5" fmla="*/ 0 h 168"/>
                  <a:gd name="T6" fmla="*/ 2147483646 w 289"/>
                  <a:gd name="T7" fmla="*/ 0 h 168"/>
                  <a:gd name="T8" fmla="*/ 2147483646 w 289"/>
                  <a:gd name="T9" fmla="*/ 2147483646 h 168"/>
                  <a:gd name="T10" fmla="*/ 2147483646 w 289"/>
                  <a:gd name="T11" fmla="*/ 2147483646 h 168"/>
                  <a:gd name="T12" fmla="*/ 2147483646 w 289"/>
                  <a:gd name="T13" fmla="*/ 2147483646 h 168"/>
                  <a:gd name="T14" fmla="*/ 2147483646 w 289"/>
                  <a:gd name="T15" fmla="*/ 2147483646 h 168"/>
                  <a:gd name="T16" fmla="*/ 2147483646 w 289"/>
                  <a:gd name="T17" fmla="*/ 2147483646 h 168"/>
                  <a:gd name="T18" fmla="*/ 2147483646 w 289"/>
                  <a:gd name="T19" fmla="*/ 2147483646 h 168"/>
                  <a:gd name="T20" fmla="*/ 2147483646 w 289"/>
                  <a:gd name="T21" fmla="*/ 2147483646 h 168"/>
                  <a:gd name="T22" fmla="*/ 2147483646 w 289"/>
                  <a:gd name="T23" fmla="*/ 2147483646 h 168"/>
                  <a:gd name="T24" fmla="*/ 2147483646 w 289"/>
                  <a:gd name="T25" fmla="*/ 2147483646 h 168"/>
                  <a:gd name="T26" fmla="*/ 2147483646 w 289"/>
                  <a:gd name="T27" fmla="*/ 2147483646 h 168"/>
                  <a:gd name="T28" fmla="*/ 0 w 289"/>
                  <a:gd name="T29" fmla="*/ 2147483646 h 168"/>
                  <a:gd name="T30" fmla="*/ 0 w 289"/>
                  <a:gd name="T31" fmla="*/ 2147483646 h 168"/>
                  <a:gd name="T32" fmla="*/ 0 w 289"/>
                  <a:gd name="T33" fmla="*/ 0 h 168"/>
                  <a:gd name="T34" fmla="*/ 0 w 289"/>
                  <a:gd name="T35" fmla="*/ 0 h 16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289" h="168">
                    <a:moveTo>
                      <a:pt x="0" y="0"/>
                    </a:moveTo>
                    <a:lnTo>
                      <a:pt x="0" y="0"/>
                    </a:lnTo>
                    <a:lnTo>
                      <a:pt x="289" y="0"/>
                    </a:lnTo>
                    <a:lnTo>
                      <a:pt x="272" y="140"/>
                    </a:lnTo>
                    <a:lnTo>
                      <a:pt x="271" y="147"/>
                    </a:lnTo>
                    <a:lnTo>
                      <a:pt x="268" y="151"/>
                    </a:lnTo>
                    <a:lnTo>
                      <a:pt x="264" y="156"/>
                    </a:lnTo>
                    <a:lnTo>
                      <a:pt x="258" y="160"/>
                    </a:lnTo>
                    <a:lnTo>
                      <a:pt x="253" y="163"/>
                    </a:lnTo>
                    <a:lnTo>
                      <a:pt x="248" y="166"/>
                    </a:lnTo>
                    <a:lnTo>
                      <a:pt x="235" y="168"/>
                    </a:lnTo>
                    <a:lnTo>
                      <a:pt x="0" y="161"/>
                    </a:lnTo>
                    <a:lnTo>
                      <a:pt x="0" y="0"/>
                    </a:lnTo>
                    <a:close/>
                  </a:path>
                </a:pathLst>
              </a:custGeom>
              <a:solidFill>
                <a:srgbClr val="99999C"/>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44" name="Freeform 29">
                <a:extLst>
                  <a:ext uri="{FF2B5EF4-FFF2-40B4-BE49-F238E27FC236}">
                    <a16:creationId xmlns:a16="http://schemas.microsoft.com/office/drawing/2014/main" id="{F9B0E39C-0E4B-6A47-948A-4336E804FE21}"/>
                  </a:ext>
                </a:extLst>
              </p:cNvPr>
              <p:cNvSpPr>
                <a:spLocks/>
              </p:cNvSpPr>
              <p:nvPr/>
            </p:nvSpPr>
            <p:spPr bwMode="auto">
              <a:xfrm>
                <a:off x="3105151" y="5083175"/>
                <a:ext cx="452438" cy="265113"/>
              </a:xfrm>
              <a:custGeom>
                <a:avLst/>
                <a:gdLst>
                  <a:gd name="T0" fmla="*/ 0 w 285"/>
                  <a:gd name="T1" fmla="*/ 0 h 167"/>
                  <a:gd name="T2" fmla="*/ 0 w 285"/>
                  <a:gd name="T3" fmla="*/ 0 h 167"/>
                  <a:gd name="T4" fmla="*/ 2147483646 w 285"/>
                  <a:gd name="T5" fmla="*/ 0 h 167"/>
                  <a:gd name="T6" fmla="*/ 2147483646 w 285"/>
                  <a:gd name="T7" fmla="*/ 0 h 167"/>
                  <a:gd name="T8" fmla="*/ 2147483646 w 285"/>
                  <a:gd name="T9" fmla="*/ 2147483646 h 167"/>
                  <a:gd name="T10" fmla="*/ 2147483646 w 285"/>
                  <a:gd name="T11" fmla="*/ 2147483646 h 167"/>
                  <a:gd name="T12" fmla="*/ 2147483646 w 285"/>
                  <a:gd name="T13" fmla="*/ 2147483646 h 167"/>
                  <a:gd name="T14" fmla="*/ 2147483646 w 285"/>
                  <a:gd name="T15" fmla="*/ 2147483646 h 167"/>
                  <a:gd name="T16" fmla="*/ 2147483646 w 285"/>
                  <a:gd name="T17" fmla="*/ 2147483646 h 167"/>
                  <a:gd name="T18" fmla="*/ 2147483646 w 285"/>
                  <a:gd name="T19" fmla="*/ 2147483646 h 167"/>
                  <a:gd name="T20" fmla="*/ 2147483646 w 285"/>
                  <a:gd name="T21" fmla="*/ 2147483646 h 167"/>
                  <a:gd name="T22" fmla="*/ 2147483646 w 285"/>
                  <a:gd name="T23" fmla="*/ 2147483646 h 167"/>
                  <a:gd name="T24" fmla="*/ 2147483646 w 285"/>
                  <a:gd name="T25" fmla="*/ 2147483646 h 167"/>
                  <a:gd name="T26" fmla="*/ 2147483646 w 285"/>
                  <a:gd name="T27" fmla="*/ 2147483646 h 167"/>
                  <a:gd name="T28" fmla="*/ 0 w 285"/>
                  <a:gd name="T29" fmla="*/ 2147483646 h 167"/>
                  <a:gd name="T30" fmla="*/ 0 w 285"/>
                  <a:gd name="T31" fmla="*/ 2147483646 h 167"/>
                  <a:gd name="T32" fmla="*/ 0 w 285"/>
                  <a:gd name="T33" fmla="*/ 0 h 167"/>
                  <a:gd name="T34" fmla="*/ 0 w 285"/>
                  <a:gd name="T35" fmla="*/ 0 h 16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285" h="167">
                    <a:moveTo>
                      <a:pt x="0" y="0"/>
                    </a:moveTo>
                    <a:lnTo>
                      <a:pt x="0" y="0"/>
                    </a:lnTo>
                    <a:lnTo>
                      <a:pt x="285" y="0"/>
                    </a:lnTo>
                    <a:lnTo>
                      <a:pt x="268" y="140"/>
                    </a:lnTo>
                    <a:lnTo>
                      <a:pt x="267" y="147"/>
                    </a:lnTo>
                    <a:lnTo>
                      <a:pt x="264" y="151"/>
                    </a:lnTo>
                    <a:lnTo>
                      <a:pt x="260" y="156"/>
                    </a:lnTo>
                    <a:lnTo>
                      <a:pt x="254" y="160"/>
                    </a:lnTo>
                    <a:lnTo>
                      <a:pt x="249" y="163"/>
                    </a:lnTo>
                    <a:lnTo>
                      <a:pt x="244" y="166"/>
                    </a:lnTo>
                    <a:lnTo>
                      <a:pt x="231" y="167"/>
                    </a:lnTo>
                    <a:lnTo>
                      <a:pt x="0" y="160"/>
                    </a:lnTo>
                    <a:lnTo>
                      <a:pt x="0" y="0"/>
                    </a:lnTo>
                    <a:close/>
                  </a:path>
                </a:pathLst>
              </a:custGeom>
              <a:solidFill>
                <a:srgbClr val="99999C"/>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45" name="Freeform 30">
                <a:extLst>
                  <a:ext uri="{FF2B5EF4-FFF2-40B4-BE49-F238E27FC236}">
                    <a16:creationId xmlns:a16="http://schemas.microsoft.com/office/drawing/2014/main" id="{A44C3EF6-FE4A-3E4A-9430-487824E954E3}"/>
                  </a:ext>
                </a:extLst>
              </p:cNvPr>
              <p:cNvSpPr>
                <a:spLocks/>
              </p:cNvSpPr>
              <p:nvPr/>
            </p:nvSpPr>
            <p:spPr bwMode="auto">
              <a:xfrm>
                <a:off x="3111501" y="5083175"/>
                <a:ext cx="446088" cy="265113"/>
              </a:xfrm>
              <a:custGeom>
                <a:avLst/>
                <a:gdLst>
                  <a:gd name="T0" fmla="*/ 0 w 281"/>
                  <a:gd name="T1" fmla="*/ 0 h 167"/>
                  <a:gd name="T2" fmla="*/ 0 w 281"/>
                  <a:gd name="T3" fmla="*/ 0 h 167"/>
                  <a:gd name="T4" fmla="*/ 2147483646 w 281"/>
                  <a:gd name="T5" fmla="*/ 0 h 167"/>
                  <a:gd name="T6" fmla="*/ 2147483646 w 281"/>
                  <a:gd name="T7" fmla="*/ 0 h 167"/>
                  <a:gd name="T8" fmla="*/ 2147483646 w 281"/>
                  <a:gd name="T9" fmla="*/ 2147483646 h 167"/>
                  <a:gd name="T10" fmla="*/ 2147483646 w 281"/>
                  <a:gd name="T11" fmla="*/ 2147483646 h 167"/>
                  <a:gd name="T12" fmla="*/ 2147483646 w 281"/>
                  <a:gd name="T13" fmla="*/ 2147483646 h 167"/>
                  <a:gd name="T14" fmla="*/ 2147483646 w 281"/>
                  <a:gd name="T15" fmla="*/ 2147483646 h 167"/>
                  <a:gd name="T16" fmla="*/ 2147483646 w 281"/>
                  <a:gd name="T17" fmla="*/ 2147483646 h 167"/>
                  <a:gd name="T18" fmla="*/ 2147483646 w 281"/>
                  <a:gd name="T19" fmla="*/ 2147483646 h 167"/>
                  <a:gd name="T20" fmla="*/ 2147483646 w 281"/>
                  <a:gd name="T21" fmla="*/ 2147483646 h 167"/>
                  <a:gd name="T22" fmla="*/ 2147483646 w 281"/>
                  <a:gd name="T23" fmla="*/ 2147483646 h 167"/>
                  <a:gd name="T24" fmla="*/ 2147483646 w 281"/>
                  <a:gd name="T25" fmla="*/ 2147483646 h 167"/>
                  <a:gd name="T26" fmla="*/ 2147483646 w 281"/>
                  <a:gd name="T27" fmla="*/ 2147483646 h 167"/>
                  <a:gd name="T28" fmla="*/ 0 w 281"/>
                  <a:gd name="T29" fmla="*/ 2147483646 h 167"/>
                  <a:gd name="T30" fmla="*/ 0 w 281"/>
                  <a:gd name="T31" fmla="*/ 2147483646 h 167"/>
                  <a:gd name="T32" fmla="*/ 0 w 281"/>
                  <a:gd name="T33" fmla="*/ 0 h 167"/>
                  <a:gd name="T34" fmla="*/ 0 w 281"/>
                  <a:gd name="T35" fmla="*/ 0 h 16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281" h="167">
                    <a:moveTo>
                      <a:pt x="0" y="0"/>
                    </a:moveTo>
                    <a:lnTo>
                      <a:pt x="0" y="0"/>
                    </a:lnTo>
                    <a:lnTo>
                      <a:pt x="281" y="0"/>
                    </a:lnTo>
                    <a:lnTo>
                      <a:pt x="264" y="140"/>
                    </a:lnTo>
                    <a:lnTo>
                      <a:pt x="263" y="145"/>
                    </a:lnTo>
                    <a:lnTo>
                      <a:pt x="260" y="151"/>
                    </a:lnTo>
                    <a:lnTo>
                      <a:pt x="256" y="156"/>
                    </a:lnTo>
                    <a:lnTo>
                      <a:pt x="250" y="160"/>
                    </a:lnTo>
                    <a:lnTo>
                      <a:pt x="245" y="163"/>
                    </a:lnTo>
                    <a:lnTo>
                      <a:pt x="240" y="166"/>
                    </a:lnTo>
                    <a:lnTo>
                      <a:pt x="229" y="167"/>
                    </a:lnTo>
                    <a:lnTo>
                      <a:pt x="0" y="159"/>
                    </a:lnTo>
                    <a:lnTo>
                      <a:pt x="0" y="0"/>
                    </a:lnTo>
                    <a:close/>
                  </a:path>
                </a:pathLst>
              </a:custGeom>
              <a:solidFill>
                <a:srgbClr val="9A9A9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46" name="Freeform 31">
                <a:extLst>
                  <a:ext uri="{FF2B5EF4-FFF2-40B4-BE49-F238E27FC236}">
                    <a16:creationId xmlns:a16="http://schemas.microsoft.com/office/drawing/2014/main" id="{72BAD662-AF8B-4642-93CC-89866302BB9F}"/>
                  </a:ext>
                </a:extLst>
              </p:cNvPr>
              <p:cNvSpPr>
                <a:spLocks/>
              </p:cNvSpPr>
              <p:nvPr/>
            </p:nvSpPr>
            <p:spPr bwMode="auto">
              <a:xfrm>
                <a:off x="3116263" y="5083175"/>
                <a:ext cx="441325" cy="265113"/>
              </a:xfrm>
              <a:custGeom>
                <a:avLst/>
                <a:gdLst>
                  <a:gd name="T0" fmla="*/ 2147483646 w 278"/>
                  <a:gd name="T1" fmla="*/ 0 h 167"/>
                  <a:gd name="T2" fmla="*/ 2147483646 w 278"/>
                  <a:gd name="T3" fmla="*/ 0 h 167"/>
                  <a:gd name="T4" fmla="*/ 2147483646 w 278"/>
                  <a:gd name="T5" fmla="*/ 0 h 167"/>
                  <a:gd name="T6" fmla="*/ 2147483646 w 278"/>
                  <a:gd name="T7" fmla="*/ 0 h 167"/>
                  <a:gd name="T8" fmla="*/ 2147483646 w 278"/>
                  <a:gd name="T9" fmla="*/ 2147483646 h 167"/>
                  <a:gd name="T10" fmla="*/ 2147483646 w 278"/>
                  <a:gd name="T11" fmla="*/ 2147483646 h 167"/>
                  <a:gd name="T12" fmla="*/ 2147483646 w 278"/>
                  <a:gd name="T13" fmla="*/ 2147483646 h 167"/>
                  <a:gd name="T14" fmla="*/ 2147483646 w 278"/>
                  <a:gd name="T15" fmla="*/ 2147483646 h 167"/>
                  <a:gd name="T16" fmla="*/ 2147483646 w 278"/>
                  <a:gd name="T17" fmla="*/ 2147483646 h 167"/>
                  <a:gd name="T18" fmla="*/ 2147483646 w 278"/>
                  <a:gd name="T19" fmla="*/ 2147483646 h 167"/>
                  <a:gd name="T20" fmla="*/ 2147483646 w 278"/>
                  <a:gd name="T21" fmla="*/ 2147483646 h 167"/>
                  <a:gd name="T22" fmla="*/ 2147483646 w 278"/>
                  <a:gd name="T23" fmla="*/ 2147483646 h 167"/>
                  <a:gd name="T24" fmla="*/ 2147483646 w 278"/>
                  <a:gd name="T25" fmla="*/ 2147483646 h 167"/>
                  <a:gd name="T26" fmla="*/ 2147483646 w 278"/>
                  <a:gd name="T27" fmla="*/ 2147483646 h 167"/>
                  <a:gd name="T28" fmla="*/ 0 w 278"/>
                  <a:gd name="T29" fmla="*/ 2147483646 h 167"/>
                  <a:gd name="T30" fmla="*/ 0 w 278"/>
                  <a:gd name="T31" fmla="*/ 2147483646 h 167"/>
                  <a:gd name="T32" fmla="*/ 2147483646 w 278"/>
                  <a:gd name="T33" fmla="*/ 0 h 167"/>
                  <a:gd name="T34" fmla="*/ 2147483646 w 278"/>
                  <a:gd name="T35" fmla="*/ 0 h 16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278" h="167">
                    <a:moveTo>
                      <a:pt x="1" y="0"/>
                    </a:moveTo>
                    <a:lnTo>
                      <a:pt x="1" y="0"/>
                    </a:lnTo>
                    <a:lnTo>
                      <a:pt x="278" y="0"/>
                    </a:lnTo>
                    <a:lnTo>
                      <a:pt x="261" y="140"/>
                    </a:lnTo>
                    <a:lnTo>
                      <a:pt x="260" y="145"/>
                    </a:lnTo>
                    <a:lnTo>
                      <a:pt x="257" y="151"/>
                    </a:lnTo>
                    <a:lnTo>
                      <a:pt x="253" y="156"/>
                    </a:lnTo>
                    <a:lnTo>
                      <a:pt x="247" y="159"/>
                    </a:lnTo>
                    <a:lnTo>
                      <a:pt x="242" y="163"/>
                    </a:lnTo>
                    <a:lnTo>
                      <a:pt x="237" y="166"/>
                    </a:lnTo>
                    <a:lnTo>
                      <a:pt x="226" y="167"/>
                    </a:lnTo>
                    <a:lnTo>
                      <a:pt x="0" y="157"/>
                    </a:lnTo>
                    <a:lnTo>
                      <a:pt x="1" y="0"/>
                    </a:lnTo>
                    <a:close/>
                  </a:path>
                </a:pathLst>
              </a:custGeom>
              <a:solidFill>
                <a:srgbClr val="9A9A9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47" name="Freeform 32">
                <a:extLst>
                  <a:ext uri="{FF2B5EF4-FFF2-40B4-BE49-F238E27FC236}">
                    <a16:creationId xmlns:a16="http://schemas.microsoft.com/office/drawing/2014/main" id="{BD74BBE7-B507-A64D-8022-CE4D4140B981}"/>
                  </a:ext>
                </a:extLst>
              </p:cNvPr>
              <p:cNvSpPr>
                <a:spLocks/>
              </p:cNvSpPr>
              <p:nvPr/>
            </p:nvSpPr>
            <p:spPr bwMode="auto">
              <a:xfrm>
                <a:off x="3122613" y="5083175"/>
                <a:ext cx="434975" cy="265113"/>
              </a:xfrm>
              <a:custGeom>
                <a:avLst/>
                <a:gdLst>
                  <a:gd name="T0" fmla="*/ 2147483646 w 274"/>
                  <a:gd name="T1" fmla="*/ 0 h 167"/>
                  <a:gd name="T2" fmla="*/ 2147483646 w 274"/>
                  <a:gd name="T3" fmla="*/ 0 h 167"/>
                  <a:gd name="T4" fmla="*/ 2147483646 w 274"/>
                  <a:gd name="T5" fmla="*/ 0 h 167"/>
                  <a:gd name="T6" fmla="*/ 2147483646 w 274"/>
                  <a:gd name="T7" fmla="*/ 0 h 167"/>
                  <a:gd name="T8" fmla="*/ 2147483646 w 274"/>
                  <a:gd name="T9" fmla="*/ 2147483646 h 167"/>
                  <a:gd name="T10" fmla="*/ 2147483646 w 274"/>
                  <a:gd name="T11" fmla="*/ 2147483646 h 167"/>
                  <a:gd name="T12" fmla="*/ 2147483646 w 274"/>
                  <a:gd name="T13" fmla="*/ 2147483646 h 167"/>
                  <a:gd name="T14" fmla="*/ 2147483646 w 274"/>
                  <a:gd name="T15" fmla="*/ 2147483646 h 167"/>
                  <a:gd name="T16" fmla="*/ 2147483646 w 274"/>
                  <a:gd name="T17" fmla="*/ 2147483646 h 167"/>
                  <a:gd name="T18" fmla="*/ 2147483646 w 274"/>
                  <a:gd name="T19" fmla="*/ 2147483646 h 167"/>
                  <a:gd name="T20" fmla="*/ 2147483646 w 274"/>
                  <a:gd name="T21" fmla="*/ 2147483646 h 167"/>
                  <a:gd name="T22" fmla="*/ 2147483646 w 274"/>
                  <a:gd name="T23" fmla="*/ 2147483646 h 167"/>
                  <a:gd name="T24" fmla="*/ 2147483646 w 274"/>
                  <a:gd name="T25" fmla="*/ 2147483646 h 167"/>
                  <a:gd name="T26" fmla="*/ 2147483646 w 274"/>
                  <a:gd name="T27" fmla="*/ 2147483646 h 167"/>
                  <a:gd name="T28" fmla="*/ 0 w 274"/>
                  <a:gd name="T29" fmla="*/ 2147483646 h 167"/>
                  <a:gd name="T30" fmla="*/ 0 w 274"/>
                  <a:gd name="T31" fmla="*/ 2147483646 h 167"/>
                  <a:gd name="T32" fmla="*/ 2147483646 w 274"/>
                  <a:gd name="T33" fmla="*/ 0 h 167"/>
                  <a:gd name="T34" fmla="*/ 2147483646 w 274"/>
                  <a:gd name="T35" fmla="*/ 0 h 16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274" h="167">
                    <a:moveTo>
                      <a:pt x="1" y="0"/>
                    </a:moveTo>
                    <a:lnTo>
                      <a:pt x="1" y="0"/>
                    </a:lnTo>
                    <a:lnTo>
                      <a:pt x="274" y="0"/>
                    </a:lnTo>
                    <a:lnTo>
                      <a:pt x="257" y="140"/>
                    </a:lnTo>
                    <a:lnTo>
                      <a:pt x="256" y="145"/>
                    </a:lnTo>
                    <a:lnTo>
                      <a:pt x="253" y="151"/>
                    </a:lnTo>
                    <a:lnTo>
                      <a:pt x="249" y="156"/>
                    </a:lnTo>
                    <a:lnTo>
                      <a:pt x="245" y="159"/>
                    </a:lnTo>
                    <a:lnTo>
                      <a:pt x="239" y="163"/>
                    </a:lnTo>
                    <a:lnTo>
                      <a:pt x="233" y="164"/>
                    </a:lnTo>
                    <a:lnTo>
                      <a:pt x="222" y="167"/>
                    </a:lnTo>
                    <a:lnTo>
                      <a:pt x="0" y="156"/>
                    </a:lnTo>
                    <a:lnTo>
                      <a:pt x="1" y="0"/>
                    </a:lnTo>
                    <a:close/>
                  </a:path>
                </a:pathLst>
              </a:custGeom>
              <a:solidFill>
                <a:srgbClr val="9B9B9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48" name="Freeform 33">
                <a:extLst>
                  <a:ext uri="{FF2B5EF4-FFF2-40B4-BE49-F238E27FC236}">
                    <a16:creationId xmlns:a16="http://schemas.microsoft.com/office/drawing/2014/main" id="{727B8C96-32E5-AA47-A9DF-5CA8325E8025}"/>
                  </a:ext>
                </a:extLst>
              </p:cNvPr>
              <p:cNvSpPr>
                <a:spLocks/>
              </p:cNvSpPr>
              <p:nvPr/>
            </p:nvSpPr>
            <p:spPr bwMode="auto">
              <a:xfrm>
                <a:off x="3128963" y="5083175"/>
                <a:ext cx="428625" cy="265113"/>
              </a:xfrm>
              <a:custGeom>
                <a:avLst/>
                <a:gdLst>
                  <a:gd name="T0" fmla="*/ 0 w 270"/>
                  <a:gd name="T1" fmla="*/ 0 h 167"/>
                  <a:gd name="T2" fmla="*/ 0 w 270"/>
                  <a:gd name="T3" fmla="*/ 0 h 167"/>
                  <a:gd name="T4" fmla="*/ 2147483646 w 270"/>
                  <a:gd name="T5" fmla="*/ 0 h 167"/>
                  <a:gd name="T6" fmla="*/ 2147483646 w 270"/>
                  <a:gd name="T7" fmla="*/ 0 h 167"/>
                  <a:gd name="T8" fmla="*/ 2147483646 w 270"/>
                  <a:gd name="T9" fmla="*/ 2147483646 h 167"/>
                  <a:gd name="T10" fmla="*/ 2147483646 w 270"/>
                  <a:gd name="T11" fmla="*/ 2147483646 h 167"/>
                  <a:gd name="T12" fmla="*/ 2147483646 w 270"/>
                  <a:gd name="T13" fmla="*/ 2147483646 h 167"/>
                  <a:gd name="T14" fmla="*/ 2147483646 w 270"/>
                  <a:gd name="T15" fmla="*/ 2147483646 h 167"/>
                  <a:gd name="T16" fmla="*/ 2147483646 w 270"/>
                  <a:gd name="T17" fmla="*/ 2147483646 h 167"/>
                  <a:gd name="T18" fmla="*/ 2147483646 w 270"/>
                  <a:gd name="T19" fmla="*/ 2147483646 h 167"/>
                  <a:gd name="T20" fmla="*/ 2147483646 w 270"/>
                  <a:gd name="T21" fmla="*/ 2147483646 h 167"/>
                  <a:gd name="T22" fmla="*/ 2147483646 w 270"/>
                  <a:gd name="T23" fmla="*/ 2147483646 h 167"/>
                  <a:gd name="T24" fmla="*/ 2147483646 w 270"/>
                  <a:gd name="T25" fmla="*/ 2147483646 h 167"/>
                  <a:gd name="T26" fmla="*/ 2147483646 w 270"/>
                  <a:gd name="T27" fmla="*/ 2147483646 h 167"/>
                  <a:gd name="T28" fmla="*/ 0 w 270"/>
                  <a:gd name="T29" fmla="*/ 2147483646 h 167"/>
                  <a:gd name="T30" fmla="*/ 0 w 270"/>
                  <a:gd name="T31" fmla="*/ 2147483646 h 167"/>
                  <a:gd name="T32" fmla="*/ 0 w 270"/>
                  <a:gd name="T33" fmla="*/ 0 h 167"/>
                  <a:gd name="T34" fmla="*/ 0 w 270"/>
                  <a:gd name="T35" fmla="*/ 0 h 16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270" h="167">
                    <a:moveTo>
                      <a:pt x="0" y="0"/>
                    </a:moveTo>
                    <a:lnTo>
                      <a:pt x="0" y="0"/>
                    </a:lnTo>
                    <a:lnTo>
                      <a:pt x="270" y="0"/>
                    </a:lnTo>
                    <a:lnTo>
                      <a:pt x="253" y="140"/>
                    </a:lnTo>
                    <a:lnTo>
                      <a:pt x="252" y="145"/>
                    </a:lnTo>
                    <a:lnTo>
                      <a:pt x="249" y="151"/>
                    </a:lnTo>
                    <a:lnTo>
                      <a:pt x="245" y="155"/>
                    </a:lnTo>
                    <a:lnTo>
                      <a:pt x="241" y="159"/>
                    </a:lnTo>
                    <a:lnTo>
                      <a:pt x="235" y="163"/>
                    </a:lnTo>
                    <a:lnTo>
                      <a:pt x="230" y="164"/>
                    </a:lnTo>
                    <a:lnTo>
                      <a:pt x="219" y="167"/>
                    </a:lnTo>
                    <a:lnTo>
                      <a:pt x="0" y="156"/>
                    </a:lnTo>
                    <a:lnTo>
                      <a:pt x="0" y="0"/>
                    </a:lnTo>
                    <a:close/>
                  </a:path>
                </a:pathLst>
              </a:custGeom>
              <a:solidFill>
                <a:srgbClr val="9C9C9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49" name="Freeform 34">
                <a:extLst>
                  <a:ext uri="{FF2B5EF4-FFF2-40B4-BE49-F238E27FC236}">
                    <a16:creationId xmlns:a16="http://schemas.microsoft.com/office/drawing/2014/main" id="{69299704-F84C-D84D-A3F2-3632A16A1F2C}"/>
                  </a:ext>
                </a:extLst>
              </p:cNvPr>
              <p:cNvSpPr>
                <a:spLocks/>
              </p:cNvSpPr>
              <p:nvPr/>
            </p:nvSpPr>
            <p:spPr bwMode="auto">
              <a:xfrm>
                <a:off x="3135313" y="5083175"/>
                <a:ext cx="422275" cy="265113"/>
              </a:xfrm>
              <a:custGeom>
                <a:avLst/>
                <a:gdLst>
                  <a:gd name="T0" fmla="*/ 0 w 266"/>
                  <a:gd name="T1" fmla="*/ 0 h 167"/>
                  <a:gd name="T2" fmla="*/ 0 w 266"/>
                  <a:gd name="T3" fmla="*/ 0 h 167"/>
                  <a:gd name="T4" fmla="*/ 2147483646 w 266"/>
                  <a:gd name="T5" fmla="*/ 0 h 167"/>
                  <a:gd name="T6" fmla="*/ 2147483646 w 266"/>
                  <a:gd name="T7" fmla="*/ 0 h 167"/>
                  <a:gd name="T8" fmla="*/ 2147483646 w 266"/>
                  <a:gd name="T9" fmla="*/ 2147483646 h 167"/>
                  <a:gd name="T10" fmla="*/ 2147483646 w 266"/>
                  <a:gd name="T11" fmla="*/ 2147483646 h 167"/>
                  <a:gd name="T12" fmla="*/ 2147483646 w 266"/>
                  <a:gd name="T13" fmla="*/ 2147483646 h 167"/>
                  <a:gd name="T14" fmla="*/ 2147483646 w 266"/>
                  <a:gd name="T15" fmla="*/ 2147483646 h 167"/>
                  <a:gd name="T16" fmla="*/ 2147483646 w 266"/>
                  <a:gd name="T17" fmla="*/ 2147483646 h 167"/>
                  <a:gd name="T18" fmla="*/ 2147483646 w 266"/>
                  <a:gd name="T19" fmla="*/ 2147483646 h 167"/>
                  <a:gd name="T20" fmla="*/ 2147483646 w 266"/>
                  <a:gd name="T21" fmla="*/ 2147483646 h 167"/>
                  <a:gd name="T22" fmla="*/ 2147483646 w 266"/>
                  <a:gd name="T23" fmla="*/ 2147483646 h 167"/>
                  <a:gd name="T24" fmla="*/ 2147483646 w 266"/>
                  <a:gd name="T25" fmla="*/ 2147483646 h 167"/>
                  <a:gd name="T26" fmla="*/ 0 w 266"/>
                  <a:gd name="T27" fmla="*/ 2147483646 h 167"/>
                  <a:gd name="T28" fmla="*/ 0 w 266"/>
                  <a:gd name="T29" fmla="*/ 2147483646 h 167"/>
                  <a:gd name="T30" fmla="*/ 0 w 266"/>
                  <a:gd name="T31" fmla="*/ 0 h 167"/>
                  <a:gd name="T32" fmla="*/ 0 w 266"/>
                  <a:gd name="T33" fmla="*/ 0 h 16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66" h="167">
                    <a:moveTo>
                      <a:pt x="0" y="0"/>
                    </a:moveTo>
                    <a:lnTo>
                      <a:pt x="0" y="0"/>
                    </a:lnTo>
                    <a:lnTo>
                      <a:pt x="266" y="0"/>
                    </a:lnTo>
                    <a:lnTo>
                      <a:pt x="249" y="140"/>
                    </a:lnTo>
                    <a:lnTo>
                      <a:pt x="248" y="145"/>
                    </a:lnTo>
                    <a:lnTo>
                      <a:pt x="245" y="151"/>
                    </a:lnTo>
                    <a:lnTo>
                      <a:pt x="241" y="155"/>
                    </a:lnTo>
                    <a:lnTo>
                      <a:pt x="237" y="159"/>
                    </a:lnTo>
                    <a:lnTo>
                      <a:pt x="226" y="164"/>
                    </a:lnTo>
                    <a:lnTo>
                      <a:pt x="215" y="167"/>
                    </a:lnTo>
                    <a:lnTo>
                      <a:pt x="0" y="155"/>
                    </a:lnTo>
                    <a:lnTo>
                      <a:pt x="0" y="0"/>
                    </a:lnTo>
                    <a:close/>
                  </a:path>
                </a:pathLst>
              </a:custGeom>
              <a:solidFill>
                <a:srgbClr val="9C9C9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50" name="Freeform 35">
                <a:extLst>
                  <a:ext uri="{FF2B5EF4-FFF2-40B4-BE49-F238E27FC236}">
                    <a16:creationId xmlns:a16="http://schemas.microsoft.com/office/drawing/2014/main" id="{D66E5219-39A7-4C40-83C0-1DC46E38E3C2}"/>
                  </a:ext>
                </a:extLst>
              </p:cNvPr>
              <p:cNvSpPr>
                <a:spLocks/>
              </p:cNvSpPr>
              <p:nvPr/>
            </p:nvSpPr>
            <p:spPr bwMode="auto">
              <a:xfrm>
                <a:off x="3138488" y="5083175"/>
                <a:ext cx="419100" cy="265113"/>
              </a:xfrm>
              <a:custGeom>
                <a:avLst/>
                <a:gdLst>
                  <a:gd name="T0" fmla="*/ 2147483646 w 264"/>
                  <a:gd name="T1" fmla="*/ 0 h 167"/>
                  <a:gd name="T2" fmla="*/ 2147483646 w 264"/>
                  <a:gd name="T3" fmla="*/ 0 h 167"/>
                  <a:gd name="T4" fmla="*/ 2147483646 w 264"/>
                  <a:gd name="T5" fmla="*/ 0 h 167"/>
                  <a:gd name="T6" fmla="*/ 2147483646 w 264"/>
                  <a:gd name="T7" fmla="*/ 0 h 167"/>
                  <a:gd name="T8" fmla="*/ 2147483646 w 264"/>
                  <a:gd name="T9" fmla="*/ 2147483646 h 167"/>
                  <a:gd name="T10" fmla="*/ 2147483646 w 264"/>
                  <a:gd name="T11" fmla="*/ 2147483646 h 167"/>
                  <a:gd name="T12" fmla="*/ 2147483646 w 264"/>
                  <a:gd name="T13" fmla="*/ 2147483646 h 167"/>
                  <a:gd name="T14" fmla="*/ 2147483646 w 264"/>
                  <a:gd name="T15" fmla="*/ 2147483646 h 167"/>
                  <a:gd name="T16" fmla="*/ 2147483646 w 264"/>
                  <a:gd name="T17" fmla="*/ 2147483646 h 167"/>
                  <a:gd name="T18" fmla="*/ 2147483646 w 264"/>
                  <a:gd name="T19" fmla="*/ 2147483646 h 167"/>
                  <a:gd name="T20" fmla="*/ 2147483646 w 264"/>
                  <a:gd name="T21" fmla="*/ 2147483646 h 167"/>
                  <a:gd name="T22" fmla="*/ 2147483646 w 264"/>
                  <a:gd name="T23" fmla="*/ 2147483646 h 167"/>
                  <a:gd name="T24" fmla="*/ 2147483646 w 264"/>
                  <a:gd name="T25" fmla="*/ 2147483646 h 167"/>
                  <a:gd name="T26" fmla="*/ 0 w 264"/>
                  <a:gd name="T27" fmla="*/ 2147483646 h 167"/>
                  <a:gd name="T28" fmla="*/ 0 w 264"/>
                  <a:gd name="T29" fmla="*/ 2147483646 h 167"/>
                  <a:gd name="T30" fmla="*/ 2147483646 w 264"/>
                  <a:gd name="T31" fmla="*/ 0 h 167"/>
                  <a:gd name="T32" fmla="*/ 2147483646 w 264"/>
                  <a:gd name="T33" fmla="*/ 0 h 16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64" h="167">
                    <a:moveTo>
                      <a:pt x="2" y="0"/>
                    </a:moveTo>
                    <a:lnTo>
                      <a:pt x="2" y="0"/>
                    </a:lnTo>
                    <a:lnTo>
                      <a:pt x="264" y="0"/>
                    </a:lnTo>
                    <a:lnTo>
                      <a:pt x="247" y="140"/>
                    </a:lnTo>
                    <a:lnTo>
                      <a:pt x="246" y="145"/>
                    </a:lnTo>
                    <a:lnTo>
                      <a:pt x="243" y="151"/>
                    </a:lnTo>
                    <a:lnTo>
                      <a:pt x="239" y="155"/>
                    </a:lnTo>
                    <a:lnTo>
                      <a:pt x="235" y="159"/>
                    </a:lnTo>
                    <a:lnTo>
                      <a:pt x="224" y="164"/>
                    </a:lnTo>
                    <a:lnTo>
                      <a:pt x="213" y="167"/>
                    </a:lnTo>
                    <a:lnTo>
                      <a:pt x="0" y="153"/>
                    </a:lnTo>
                    <a:lnTo>
                      <a:pt x="2" y="0"/>
                    </a:lnTo>
                    <a:close/>
                  </a:path>
                </a:pathLst>
              </a:custGeom>
              <a:solidFill>
                <a:srgbClr val="9D9D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51" name="Freeform 36">
                <a:extLst>
                  <a:ext uri="{FF2B5EF4-FFF2-40B4-BE49-F238E27FC236}">
                    <a16:creationId xmlns:a16="http://schemas.microsoft.com/office/drawing/2014/main" id="{BF21BF58-3623-E54A-A7FF-9EEC055B6461}"/>
                  </a:ext>
                </a:extLst>
              </p:cNvPr>
              <p:cNvSpPr>
                <a:spLocks/>
              </p:cNvSpPr>
              <p:nvPr/>
            </p:nvSpPr>
            <p:spPr bwMode="auto">
              <a:xfrm>
                <a:off x="3144838" y="5083175"/>
                <a:ext cx="412750" cy="265113"/>
              </a:xfrm>
              <a:custGeom>
                <a:avLst/>
                <a:gdLst>
                  <a:gd name="T0" fmla="*/ 2147483646 w 260"/>
                  <a:gd name="T1" fmla="*/ 0 h 167"/>
                  <a:gd name="T2" fmla="*/ 2147483646 w 260"/>
                  <a:gd name="T3" fmla="*/ 0 h 167"/>
                  <a:gd name="T4" fmla="*/ 2147483646 w 260"/>
                  <a:gd name="T5" fmla="*/ 0 h 167"/>
                  <a:gd name="T6" fmla="*/ 2147483646 w 260"/>
                  <a:gd name="T7" fmla="*/ 0 h 167"/>
                  <a:gd name="T8" fmla="*/ 2147483646 w 260"/>
                  <a:gd name="T9" fmla="*/ 2147483646 h 167"/>
                  <a:gd name="T10" fmla="*/ 2147483646 w 260"/>
                  <a:gd name="T11" fmla="*/ 2147483646 h 167"/>
                  <a:gd name="T12" fmla="*/ 2147483646 w 260"/>
                  <a:gd name="T13" fmla="*/ 2147483646 h 167"/>
                  <a:gd name="T14" fmla="*/ 2147483646 w 260"/>
                  <a:gd name="T15" fmla="*/ 2147483646 h 167"/>
                  <a:gd name="T16" fmla="*/ 2147483646 w 260"/>
                  <a:gd name="T17" fmla="*/ 2147483646 h 167"/>
                  <a:gd name="T18" fmla="*/ 2147483646 w 260"/>
                  <a:gd name="T19" fmla="*/ 2147483646 h 167"/>
                  <a:gd name="T20" fmla="*/ 2147483646 w 260"/>
                  <a:gd name="T21" fmla="*/ 2147483646 h 167"/>
                  <a:gd name="T22" fmla="*/ 2147483646 w 260"/>
                  <a:gd name="T23" fmla="*/ 2147483646 h 167"/>
                  <a:gd name="T24" fmla="*/ 2147483646 w 260"/>
                  <a:gd name="T25" fmla="*/ 2147483646 h 167"/>
                  <a:gd name="T26" fmla="*/ 0 w 260"/>
                  <a:gd name="T27" fmla="*/ 2147483646 h 167"/>
                  <a:gd name="T28" fmla="*/ 0 w 260"/>
                  <a:gd name="T29" fmla="*/ 2147483646 h 167"/>
                  <a:gd name="T30" fmla="*/ 2147483646 w 260"/>
                  <a:gd name="T31" fmla="*/ 0 h 167"/>
                  <a:gd name="T32" fmla="*/ 2147483646 w 260"/>
                  <a:gd name="T33" fmla="*/ 0 h 16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60" h="167">
                    <a:moveTo>
                      <a:pt x="2" y="0"/>
                    </a:moveTo>
                    <a:lnTo>
                      <a:pt x="2" y="0"/>
                    </a:lnTo>
                    <a:lnTo>
                      <a:pt x="260" y="0"/>
                    </a:lnTo>
                    <a:lnTo>
                      <a:pt x="243" y="140"/>
                    </a:lnTo>
                    <a:lnTo>
                      <a:pt x="242" y="145"/>
                    </a:lnTo>
                    <a:lnTo>
                      <a:pt x="239" y="151"/>
                    </a:lnTo>
                    <a:lnTo>
                      <a:pt x="235" y="155"/>
                    </a:lnTo>
                    <a:lnTo>
                      <a:pt x="231" y="159"/>
                    </a:lnTo>
                    <a:lnTo>
                      <a:pt x="220" y="164"/>
                    </a:lnTo>
                    <a:lnTo>
                      <a:pt x="209" y="167"/>
                    </a:lnTo>
                    <a:lnTo>
                      <a:pt x="0" y="152"/>
                    </a:lnTo>
                    <a:lnTo>
                      <a:pt x="2" y="0"/>
                    </a:lnTo>
                    <a:close/>
                  </a:path>
                </a:pathLst>
              </a:custGeom>
              <a:solidFill>
                <a:srgbClr val="9D9DA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52" name="Freeform 37">
                <a:extLst>
                  <a:ext uri="{FF2B5EF4-FFF2-40B4-BE49-F238E27FC236}">
                    <a16:creationId xmlns:a16="http://schemas.microsoft.com/office/drawing/2014/main" id="{DC378E60-076A-4A43-A315-7D9AF938B548}"/>
                  </a:ext>
                </a:extLst>
              </p:cNvPr>
              <p:cNvSpPr>
                <a:spLocks/>
              </p:cNvSpPr>
              <p:nvPr/>
            </p:nvSpPr>
            <p:spPr bwMode="auto">
              <a:xfrm>
                <a:off x="3152776" y="5083175"/>
                <a:ext cx="404813" cy="265113"/>
              </a:xfrm>
              <a:custGeom>
                <a:avLst/>
                <a:gdLst>
                  <a:gd name="T0" fmla="*/ 2147483646 w 255"/>
                  <a:gd name="T1" fmla="*/ 0 h 167"/>
                  <a:gd name="T2" fmla="*/ 2147483646 w 255"/>
                  <a:gd name="T3" fmla="*/ 0 h 167"/>
                  <a:gd name="T4" fmla="*/ 2147483646 w 255"/>
                  <a:gd name="T5" fmla="*/ 0 h 167"/>
                  <a:gd name="T6" fmla="*/ 2147483646 w 255"/>
                  <a:gd name="T7" fmla="*/ 0 h 167"/>
                  <a:gd name="T8" fmla="*/ 2147483646 w 255"/>
                  <a:gd name="T9" fmla="*/ 2147483646 h 167"/>
                  <a:gd name="T10" fmla="*/ 2147483646 w 255"/>
                  <a:gd name="T11" fmla="*/ 2147483646 h 167"/>
                  <a:gd name="T12" fmla="*/ 2147483646 w 255"/>
                  <a:gd name="T13" fmla="*/ 2147483646 h 167"/>
                  <a:gd name="T14" fmla="*/ 2147483646 w 255"/>
                  <a:gd name="T15" fmla="*/ 2147483646 h 167"/>
                  <a:gd name="T16" fmla="*/ 2147483646 w 255"/>
                  <a:gd name="T17" fmla="*/ 2147483646 h 167"/>
                  <a:gd name="T18" fmla="*/ 2147483646 w 255"/>
                  <a:gd name="T19" fmla="*/ 2147483646 h 167"/>
                  <a:gd name="T20" fmla="*/ 2147483646 w 255"/>
                  <a:gd name="T21" fmla="*/ 2147483646 h 167"/>
                  <a:gd name="T22" fmla="*/ 2147483646 w 255"/>
                  <a:gd name="T23" fmla="*/ 2147483646 h 167"/>
                  <a:gd name="T24" fmla="*/ 2147483646 w 255"/>
                  <a:gd name="T25" fmla="*/ 2147483646 h 167"/>
                  <a:gd name="T26" fmla="*/ 0 w 255"/>
                  <a:gd name="T27" fmla="*/ 2147483646 h 167"/>
                  <a:gd name="T28" fmla="*/ 0 w 255"/>
                  <a:gd name="T29" fmla="*/ 2147483646 h 167"/>
                  <a:gd name="T30" fmla="*/ 2147483646 w 255"/>
                  <a:gd name="T31" fmla="*/ 0 h 167"/>
                  <a:gd name="T32" fmla="*/ 2147483646 w 255"/>
                  <a:gd name="T33" fmla="*/ 0 h 16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55" h="167">
                    <a:moveTo>
                      <a:pt x="1" y="0"/>
                    </a:moveTo>
                    <a:lnTo>
                      <a:pt x="1" y="0"/>
                    </a:lnTo>
                    <a:lnTo>
                      <a:pt x="255" y="0"/>
                    </a:lnTo>
                    <a:lnTo>
                      <a:pt x="238" y="140"/>
                    </a:lnTo>
                    <a:lnTo>
                      <a:pt x="237" y="145"/>
                    </a:lnTo>
                    <a:lnTo>
                      <a:pt x="234" y="151"/>
                    </a:lnTo>
                    <a:lnTo>
                      <a:pt x="230" y="155"/>
                    </a:lnTo>
                    <a:lnTo>
                      <a:pt x="226" y="159"/>
                    </a:lnTo>
                    <a:lnTo>
                      <a:pt x="215" y="164"/>
                    </a:lnTo>
                    <a:lnTo>
                      <a:pt x="205" y="167"/>
                    </a:lnTo>
                    <a:lnTo>
                      <a:pt x="0" y="151"/>
                    </a:lnTo>
                    <a:lnTo>
                      <a:pt x="1" y="0"/>
                    </a:lnTo>
                    <a:close/>
                  </a:path>
                </a:pathLst>
              </a:custGeom>
              <a:solidFill>
                <a:srgbClr val="9E9EA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53" name="Freeform 38">
                <a:extLst>
                  <a:ext uri="{FF2B5EF4-FFF2-40B4-BE49-F238E27FC236}">
                    <a16:creationId xmlns:a16="http://schemas.microsoft.com/office/drawing/2014/main" id="{729866B0-CF5B-EA4C-9685-279266C80016}"/>
                  </a:ext>
                </a:extLst>
              </p:cNvPr>
              <p:cNvSpPr>
                <a:spLocks/>
              </p:cNvSpPr>
              <p:nvPr/>
            </p:nvSpPr>
            <p:spPr bwMode="auto">
              <a:xfrm>
                <a:off x="3159126" y="5083175"/>
                <a:ext cx="398463" cy="265113"/>
              </a:xfrm>
              <a:custGeom>
                <a:avLst/>
                <a:gdLst>
                  <a:gd name="T0" fmla="*/ 2147483646 w 251"/>
                  <a:gd name="T1" fmla="*/ 0 h 167"/>
                  <a:gd name="T2" fmla="*/ 2147483646 w 251"/>
                  <a:gd name="T3" fmla="*/ 0 h 167"/>
                  <a:gd name="T4" fmla="*/ 2147483646 w 251"/>
                  <a:gd name="T5" fmla="*/ 0 h 167"/>
                  <a:gd name="T6" fmla="*/ 2147483646 w 251"/>
                  <a:gd name="T7" fmla="*/ 0 h 167"/>
                  <a:gd name="T8" fmla="*/ 2147483646 w 251"/>
                  <a:gd name="T9" fmla="*/ 2147483646 h 167"/>
                  <a:gd name="T10" fmla="*/ 2147483646 w 251"/>
                  <a:gd name="T11" fmla="*/ 2147483646 h 167"/>
                  <a:gd name="T12" fmla="*/ 2147483646 w 251"/>
                  <a:gd name="T13" fmla="*/ 2147483646 h 167"/>
                  <a:gd name="T14" fmla="*/ 2147483646 w 251"/>
                  <a:gd name="T15" fmla="*/ 2147483646 h 167"/>
                  <a:gd name="T16" fmla="*/ 2147483646 w 251"/>
                  <a:gd name="T17" fmla="*/ 2147483646 h 167"/>
                  <a:gd name="T18" fmla="*/ 2147483646 w 251"/>
                  <a:gd name="T19" fmla="*/ 2147483646 h 167"/>
                  <a:gd name="T20" fmla="*/ 2147483646 w 251"/>
                  <a:gd name="T21" fmla="*/ 2147483646 h 167"/>
                  <a:gd name="T22" fmla="*/ 2147483646 w 251"/>
                  <a:gd name="T23" fmla="*/ 2147483646 h 167"/>
                  <a:gd name="T24" fmla="*/ 2147483646 w 251"/>
                  <a:gd name="T25" fmla="*/ 2147483646 h 167"/>
                  <a:gd name="T26" fmla="*/ 0 w 251"/>
                  <a:gd name="T27" fmla="*/ 2147483646 h 167"/>
                  <a:gd name="T28" fmla="*/ 0 w 251"/>
                  <a:gd name="T29" fmla="*/ 2147483646 h 167"/>
                  <a:gd name="T30" fmla="*/ 2147483646 w 251"/>
                  <a:gd name="T31" fmla="*/ 0 h 167"/>
                  <a:gd name="T32" fmla="*/ 2147483646 w 251"/>
                  <a:gd name="T33" fmla="*/ 0 h 16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51" h="167">
                    <a:moveTo>
                      <a:pt x="1" y="0"/>
                    </a:moveTo>
                    <a:lnTo>
                      <a:pt x="1" y="0"/>
                    </a:lnTo>
                    <a:lnTo>
                      <a:pt x="251" y="0"/>
                    </a:lnTo>
                    <a:lnTo>
                      <a:pt x="234" y="140"/>
                    </a:lnTo>
                    <a:lnTo>
                      <a:pt x="233" y="145"/>
                    </a:lnTo>
                    <a:lnTo>
                      <a:pt x="230" y="151"/>
                    </a:lnTo>
                    <a:lnTo>
                      <a:pt x="226" y="155"/>
                    </a:lnTo>
                    <a:lnTo>
                      <a:pt x="222" y="159"/>
                    </a:lnTo>
                    <a:lnTo>
                      <a:pt x="212" y="164"/>
                    </a:lnTo>
                    <a:lnTo>
                      <a:pt x="201" y="167"/>
                    </a:lnTo>
                    <a:lnTo>
                      <a:pt x="0" y="149"/>
                    </a:lnTo>
                    <a:lnTo>
                      <a:pt x="1" y="0"/>
                    </a:lnTo>
                    <a:close/>
                  </a:path>
                </a:pathLst>
              </a:custGeom>
              <a:solidFill>
                <a:srgbClr val="9F9FA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54" name="Freeform 39">
                <a:extLst>
                  <a:ext uri="{FF2B5EF4-FFF2-40B4-BE49-F238E27FC236}">
                    <a16:creationId xmlns:a16="http://schemas.microsoft.com/office/drawing/2014/main" id="{021C8E92-8858-7C4B-A62E-61F76E5B42BF}"/>
                  </a:ext>
                </a:extLst>
              </p:cNvPr>
              <p:cNvSpPr>
                <a:spLocks/>
              </p:cNvSpPr>
              <p:nvPr/>
            </p:nvSpPr>
            <p:spPr bwMode="auto">
              <a:xfrm>
                <a:off x="3162301" y="5083175"/>
                <a:ext cx="395288" cy="263525"/>
              </a:xfrm>
              <a:custGeom>
                <a:avLst/>
                <a:gdLst>
                  <a:gd name="T0" fmla="*/ 2147483646 w 249"/>
                  <a:gd name="T1" fmla="*/ 0 h 166"/>
                  <a:gd name="T2" fmla="*/ 2147483646 w 249"/>
                  <a:gd name="T3" fmla="*/ 0 h 166"/>
                  <a:gd name="T4" fmla="*/ 2147483646 w 249"/>
                  <a:gd name="T5" fmla="*/ 0 h 166"/>
                  <a:gd name="T6" fmla="*/ 2147483646 w 249"/>
                  <a:gd name="T7" fmla="*/ 0 h 166"/>
                  <a:gd name="T8" fmla="*/ 2147483646 w 249"/>
                  <a:gd name="T9" fmla="*/ 2147483646 h 166"/>
                  <a:gd name="T10" fmla="*/ 2147483646 w 249"/>
                  <a:gd name="T11" fmla="*/ 2147483646 h 166"/>
                  <a:gd name="T12" fmla="*/ 2147483646 w 249"/>
                  <a:gd name="T13" fmla="*/ 2147483646 h 166"/>
                  <a:gd name="T14" fmla="*/ 2147483646 w 249"/>
                  <a:gd name="T15" fmla="*/ 2147483646 h 166"/>
                  <a:gd name="T16" fmla="*/ 2147483646 w 249"/>
                  <a:gd name="T17" fmla="*/ 2147483646 h 166"/>
                  <a:gd name="T18" fmla="*/ 2147483646 w 249"/>
                  <a:gd name="T19" fmla="*/ 2147483646 h 166"/>
                  <a:gd name="T20" fmla="*/ 2147483646 w 249"/>
                  <a:gd name="T21" fmla="*/ 2147483646 h 166"/>
                  <a:gd name="T22" fmla="*/ 2147483646 w 249"/>
                  <a:gd name="T23" fmla="*/ 2147483646 h 166"/>
                  <a:gd name="T24" fmla="*/ 2147483646 w 249"/>
                  <a:gd name="T25" fmla="*/ 2147483646 h 166"/>
                  <a:gd name="T26" fmla="*/ 0 w 249"/>
                  <a:gd name="T27" fmla="*/ 2147483646 h 166"/>
                  <a:gd name="T28" fmla="*/ 0 w 249"/>
                  <a:gd name="T29" fmla="*/ 2147483646 h 166"/>
                  <a:gd name="T30" fmla="*/ 2147483646 w 249"/>
                  <a:gd name="T31" fmla="*/ 0 h 166"/>
                  <a:gd name="T32" fmla="*/ 2147483646 w 249"/>
                  <a:gd name="T33" fmla="*/ 0 h 16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49" h="166">
                    <a:moveTo>
                      <a:pt x="2" y="0"/>
                    </a:moveTo>
                    <a:lnTo>
                      <a:pt x="2" y="0"/>
                    </a:lnTo>
                    <a:lnTo>
                      <a:pt x="249" y="0"/>
                    </a:lnTo>
                    <a:lnTo>
                      <a:pt x="232" y="140"/>
                    </a:lnTo>
                    <a:lnTo>
                      <a:pt x="231" y="145"/>
                    </a:lnTo>
                    <a:lnTo>
                      <a:pt x="228" y="151"/>
                    </a:lnTo>
                    <a:lnTo>
                      <a:pt x="225" y="155"/>
                    </a:lnTo>
                    <a:lnTo>
                      <a:pt x="220" y="159"/>
                    </a:lnTo>
                    <a:lnTo>
                      <a:pt x="210" y="164"/>
                    </a:lnTo>
                    <a:lnTo>
                      <a:pt x="199" y="166"/>
                    </a:lnTo>
                    <a:lnTo>
                      <a:pt x="0" y="148"/>
                    </a:lnTo>
                    <a:lnTo>
                      <a:pt x="2" y="0"/>
                    </a:lnTo>
                    <a:close/>
                  </a:path>
                </a:pathLst>
              </a:custGeom>
              <a:solidFill>
                <a:srgbClr val="9F9FA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55" name="Freeform 40">
                <a:extLst>
                  <a:ext uri="{FF2B5EF4-FFF2-40B4-BE49-F238E27FC236}">
                    <a16:creationId xmlns:a16="http://schemas.microsoft.com/office/drawing/2014/main" id="{C4514990-27FB-E64B-AFCE-9158CBCC8CCE}"/>
                  </a:ext>
                </a:extLst>
              </p:cNvPr>
              <p:cNvSpPr>
                <a:spLocks/>
              </p:cNvSpPr>
              <p:nvPr/>
            </p:nvSpPr>
            <p:spPr bwMode="auto">
              <a:xfrm>
                <a:off x="3168651" y="5083175"/>
                <a:ext cx="388938" cy="263525"/>
              </a:xfrm>
              <a:custGeom>
                <a:avLst/>
                <a:gdLst>
                  <a:gd name="T0" fmla="*/ 2147483646 w 245"/>
                  <a:gd name="T1" fmla="*/ 0 h 166"/>
                  <a:gd name="T2" fmla="*/ 2147483646 w 245"/>
                  <a:gd name="T3" fmla="*/ 0 h 166"/>
                  <a:gd name="T4" fmla="*/ 2147483646 w 245"/>
                  <a:gd name="T5" fmla="*/ 0 h 166"/>
                  <a:gd name="T6" fmla="*/ 2147483646 w 245"/>
                  <a:gd name="T7" fmla="*/ 0 h 166"/>
                  <a:gd name="T8" fmla="*/ 2147483646 w 245"/>
                  <a:gd name="T9" fmla="*/ 2147483646 h 166"/>
                  <a:gd name="T10" fmla="*/ 2147483646 w 245"/>
                  <a:gd name="T11" fmla="*/ 2147483646 h 166"/>
                  <a:gd name="T12" fmla="*/ 2147483646 w 245"/>
                  <a:gd name="T13" fmla="*/ 2147483646 h 166"/>
                  <a:gd name="T14" fmla="*/ 2147483646 w 245"/>
                  <a:gd name="T15" fmla="*/ 2147483646 h 166"/>
                  <a:gd name="T16" fmla="*/ 2147483646 w 245"/>
                  <a:gd name="T17" fmla="*/ 2147483646 h 166"/>
                  <a:gd name="T18" fmla="*/ 2147483646 w 245"/>
                  <a:gd name="T19" fmla="*/ 2147483646 h 166"/>
                  <a:gd name="T20" fmla="*/ 2147483646 w 245"/>
                  <a:gd name="T21" fmla="*/ 2147483646 h 166"/>
                  <a:gd name="T22" fmla="*/ 2147483646 w 245"/>
                  <a:gd name="T23" fmla="*/ 2147483646 h 166"/>
                  <a:gd name="T24" fmla="*/ 2147483646 w 245"/>
                  <a:gd name="T25" fmla="*/ 2147483646 h 166"/>
                  <a:gd name="T26" fmla="*/ 0 w 245"/>
                  <a:gd name="T27" fmla="*/ 2147483646 h 166"/>
                  <a:gd name="T28" fmla="*/ 0 w 245"/>
                  <a:gd name="T29" fmla="*/ 2147483646 h 166"/>
                  <a:gd name="T30" fmla="*/ 2147483646 w 245"/>
                  <a:gd name="T31" fmla="*/ 0 h 166"/>
                  <a:gd name="T32" fmla="*/ 2147483646 w 245"/>
                  <a:gd name="T33" fmla="*/ 0 h 16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45" h="166">
                    <a:moveTo>
                      <a:pt x="2" y="0"/>
                    </a:moveTo>
                    <a:lnTo>
                      <a:pt x="2" y="0"/>
                    </a:lnTo>
                    <a:lnTo>
                      <a:pt x="245" y="0"/>
                    </a:lnTo>
                    <a:lnTo>
                      <a:pt x="228" y="140"/>
                    </a:lnTo>
                    <a:lnTo>
                      <a:pt x="227" y="145"/>
                    </a:lnTo>
                    <a:lnTo>
                      <a:pt x="224" y="151"/>
                    </a:lnTo>
                    <a:lnTo>
                      <a:pt x="221" y="155"/>
                    </a:lnTo>
                    <a:lnTo>
                      <a:pt x="216" y="159"/>
                    </a:lnTo>
                    <a:lnTo>
                      <a:pt x="206" y="163"/>
                    </a:lnTo>
                    <a:lnTo>
                      <a:pt x="195" y="166"/>
                    </a:lnTo>
                    <a:lnTo>
                      <a:pt x="0" y="148"/>
                    </a:lnTo>
                    <a:lnTo>
                      <a:pt x="2" y="0"/>
                    </a:lnTo>
                    <a:close/>
                  </a:path>
                </a:pathLst>
              </a:custGeom>
              <a:solidFill>
                <a:srgbClr val="A0A0A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56" name="Freeform 41">
                <a:extLst>
                  <a:ext uri="{FF2B5EF4-FFF2-40B4-BE49-F238E27FC236}">
                    <a16:creationId xmlns:a16="http://schemas.microsoft.com/office/drawing/2014/main" id="{63DB6AE3-D2A1-D64C-8C3F-A4CBC002C3AC}"/>
                  </a:ext>
                </a:extLst>
              </p:cNvPr>
              <p:cNvSpPr>
                <a:spLocks/>
              </p:cNvSpPr>
              <p:nvPr/>
            </p:nvSpPr>
            <p:spPr bwMode="auto">
              <a:xfrm>
                <a:off x="3175001" y="5083175"/>
                <a:ext cx="382588" cy="263525"/>
              </a:xfrm>
              <a:custGeom>
                <a:avLst/>
                <a:gdLst>
                  <a:gd name="T0" fmla="*/ 2147483646 w 241"/>
                  <a:gd name="T1" fmla="*/ 0 h 166"/>
                  <a:gd name="T2" fmla="*/ 2147483646 w 241"/>
                  <a:gd name="T3" fmla="*/ 0 h 166"/>
                  <a:gd name="T4" fmla="*/ 2147483646 w 241"/>
                  <a:gd name="T5" fmla="*/ 0 h 166"/>
                  <a:gd name="T6" fmla="*/ 2147483646 w 241"/>
                  <a:gd name="T7" fmla="*/ 0 h 166"/>
                  <a:gd name="T8" fmla="*/ 2147483646 w 241"/>
                  <a:gd name="T9" fmla="*/ 2147483646 h 166"/>
                  <a:gd name="T10" fmla="*/ 2147483646 w 241"/>
                  <a:gd name="T11" fmla="*/ 2147483646 h 166"/>
                  <a:gd name="T12" fmla="*/ 2147483646 w 241"/>
                  <a:gd name="T13" fmla="*/ 2147483646 h 166"/>
                  <a:gd name="T14" fmla="*/ 2147483646 w 241"/>
                  <a:gd name="T15" fmla="*/ 2147483646 h 166"/>
                  <a:gd name="T16" fmla="*/ 2147483646 w 241"/>
                  <a:gd name="T17" fmla="*/ 2147483646 h 166"/>
                  <a:gd name="T18" fmla="*/ 2147483646 w 241"/>
                  <a:gd name="T19" fmla="*/ 2147483646 h 166"/>
                  <a:gd name="T20" fmla="*/ 2147483646 w 241"/>
                  <a:gd name="T21" fmla="*/ 2147483646 h 166"/>
                  <a:gd name="T22" fmla="*/ 2147483646 w 241"/>
                  <a:gd name="T23" fmla="*/ 2147483646 h 166"/>
                  <a:gd name="T24" fmla="*/ 2147483646 w 241"/>
                  <a:gd name="T25" fmla="*/ 2147483646 h 166"/>
                  <a:gd name="T26" fmla="*/ 0 w 241"/>
                  <a:gd name="T27" fmla="*/ 2147483646 h 166"/>
                  <a:gd name="T28" fmla="*/ 0 w 241"/>
                  <a:gd name="T29" fmla="*/ 2147483646 h 166"/>
                  <a:gd name="T30" fmla="*/ 2147483646 w 241"/>
                  <a:gd name="T31" fmla="*/ 0 h 166"/>
                  <a:gd name="T32" fmla="*/ 2147483646 w 241"/>
                  <a:gd name="T33" fmla="*/ 0 h 16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41" h="166">
                    <a:moveTo>
                      <a:pt x="2" y="0"/>
                    </a:moveTo>
                    <a:lnTo>
                      <a:pt x="2" y="0"/>
                    </a:lnTo>
                    <a:lnTo>
                      <a:pt x="241" y="0"/>
                    </a:lnTo>
                    <a:lnTo>
                      <a:pt x="224" y="140"/>
                    </a:lnTo>
                    <a:lnTo>
                      <a:pt x="223" y="145"/>
                    </a:lnTo>
                    <a:lnTo>
                      <a:pt x="220" y="151"/>
                    </a:lnTo>
                    <a:lnTo>
                      <a:pt x="217" y="155"/>
                    </a:lnTo>
                    <a:lnTo>
                      <a:pt x="212" y="157"/>
                    </a:lnTo>
                    <a:lnTo>
                      <a:pt x="202" y="163"/>
                    </a:lnTo>
                    <a:lnTo>
                      <a:pt x="193" y="166"/>
                    </a:lnTo>
                    <a:lnTo>
                      <a:pt x="0" y="147"/>
                    </a:lnTo>
                    <a:lnTo>
                      <a:pt x="2" y="0"/>
                    </a:lnTo>
                    <a:close/>
                  </a:path>
                </a:pathLst>
              </a:custGeom>
              <a:solidFill>
                <a:srgbClr val="A1A1A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57" name="Freeform 42">
                <a:extLst>
                  <a:ext uri="{FF2B5EF4-FFF2-40B4-BE49-F238E27FC236}">
                    <a16:creationId xmlns:a16="http://schemas.microsoft.com/office/drawing/2014/main" id="{6F3D817E-E779-5449-921A-1DE77D4299E9}"/>
                  </a:ext>
                </a:extLst>
              </p:cNvPr>
              <p:cNvSpPr>
                <a:spLocks/>
              </p:cNvSpPr>
              <p:nvPr/>
            </p:nvSpPr>
            <p:spPr bwMode="auto">
              <a:xfrm>
                <a:off x="3182938" y="5083175"/>
                <a:ext cx="374650" cy="263525"/>
              </a:xfrm>
              <a:custGeom>
                <a:avLst/>
                <a:gdLst>
                  <a:gd name="T0" fmla="*/ 2147483646 w 236"/>
                  <a:gd name="T1" fmla="*/ 0 h 166"/>
                  <a:gd name="T2" fmla="*/ 2147483646 w 236"/>
                  <a:gd name="T3" fmla="*/ 0 h 166"/>
                  <a:gd name="T4" fmla="*/ 2147483646 w 236"/>
                  <a:gd name="T5" fmla="*/ 0 h 166"/>
                  <a:gd name="T6" fmla="*/ 2147483646 w 236"/>
                  <a:gd name="T7" fmla="*/ 0 h 166"/>
                  <a:gd name="T8" fmla="*/ 2147483646 w 236"/>
                  <a:gd name="T9" fmla="*/ 2147483646 h 166"/>
                  <a:gd name="T10" fmla="*/ 2147483646 w 236"/>
                  <a:gd name="T11" fmla="*/ 2147483646 h 166"/>
                  <a:gd name="T12" fmla="*/ 2147483646 w 236"/>
                  <a:gd name="T13" fmla="*/ 2147483646 h 166"/>
                  <a:gd name="T14" fmla="*/ 2147483646 w 236"/>
                  <a:gd name="T15" fmla="*/ 2147483646 h 166"/>
                  <a:gd name="T16" fmla="*/ 2147483646 w 236"/>
                  <a:gd name="T17" fmla="*/ 2147483646 h 166"/>
                  <a:gd name="T18" fmla="*/ 2147483646 w 236"/>
                  <a:gd name="T19" fmla="*/ 2147483646 h 166"/>
                  <a:gd name="T20" fmla="*/ 2147483646 w 236"/>
                  <a:gd name="T21" fmla="*/ 2147483646 h 166"/>
                  <a:gd name="T22" fmla="*/ 2147483646 w 236"/>
                  <a:gd name="T23" fmla="*/ 2147483646 h 166"/>
                  <a:gd name="T24" fmla="*/ 2147483646 w 236"/>
                  <a:gd name="T25" fmla="*/ 2147483646 h 166"/>
                  <a:gd name="T26" fmla="*/ 0 w 236"/>
                  <a:gd name="T27" fmla="*/ 2147483646 h 166"/>
                  <a:gd name="T28" fmla="*/ 0 w 236"/>
                  <a:gd name="T29" fmla="*/ 2147483646 h 166"/>
                  <a:gd name="T30" fmla="*/ 2147483646 w 236"/>
                  <a:gd name="T31" fmla="*/ 0 h 166"/>
                  <a:gd name="T32" fmla="*/ 2147483646 w 236"/>
                  <a:gd name="T33" fmla="*/ 0 h 16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36" h="166">
                    <a:moveTo>
                      <a:pt x="1" y="0"/>
                    </a:moveTo>
                    <a:lnTo>
                      <a:pt x="1" y="0"/>
                    </a:lnTo>
                    <a:lnTo>
                      <a:pt x="236" y="0"/>
                    </a:lnTo>
                    <a:lnTo>
                      <a:pt x="219" y="140"/>
                    </a:lnTo>
                    <a:lnTo>
                      <a:pt x="218" y="145"/>
                    </a:lnTo>
                    <a:lnTo>
                      <a:pt x="215" y="151"/>
                    </a:lnTo>
                    <a:lnTo>
                      <a:pt x="212" y="155"/>
                    </a:lnTo>
                    <a:lnTo>
                      <a:pt x="208" y="157"/>
                    </a:lnTo>
                    <a:lnTo>
                      <a:pt x="197" y="163"/>
                    </a:lnTo>
                    <a:lnTo>
                      <a:pt x="188" y="166"/>
                    </a:lnTo>
                    <a:lnTo>
                      <a:pt x="0" y="145"/>
                    </a:lnTo>
                    <a:lnTo>
                      <a:pt x="1" y="0"/>
                    </a:lnTo>
                    <a:close/>
                  </a:path>
                </a:pathLst>
              </a:custGeom>
              <a:solidFill>
                <a:srgbClr val="A1A1A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58" name="Freeform 43">
                <a:extLst>
                  <a:ext uri="{FF2B5EF4-FFF2-40B4-BE49-F238E27FC236}">
                    <a16:creationId xmlns:a16="http://schemas.microsoft.com/office/drawing/2014/main" id="{6AD6457C-E1AA-2043-8EEF-6404311D4EEC}"/>
                  </a:ext>
                </a:extLst>
              </p:cNvPr>
              <p:cNvSpPr>
                <a:spLocks/>
              </p:cNvSpPr>
              <p:nvPr/>
            </p:nvSpPr>
            <p:spPr bwMode="auto">
              <a:xfrm>
                <a:off x="3189288" y="5083175"/>
                <a:ext cx="368300" cy="263525"/>
              </a:xfrm>
              <a:custGeom>
                <a:avLst/>
                <a:gdLst>
                  <a:gd name="T0" fmla="*/ 2147483646 w 232"/>
                  <a:gd name="T1" fmla="*/ 0 h 166"/>
                  <a:gd name="T2" fmla="*/ 2147483646 w 232"/>
                  <a:gd name="T3" fmla="*/ 0 h 166"/>
                  <a:gd name="T4" fmla="*/ 2147483646 w 232"/>
                  <a:gd name="T5" fmla="*/ 0 h 166"/>
                  <a:gd name="T6" fmla="*/ 2147483646 w 232"/>
                  <a:gd name="T7" fmla="*/ 0 h 166"/>
                  <a:gd name="T8" fmla="*/ 2147483646 w 232"/>
                  <a:gd name="T9" fmla="*/ 2147483646 h 166"/>
                  <a:gd name="T10" fmla="*/ 2147483646 w 232"/>
                  <a:gd name="T11" fmla="*/ 2147483646 h 166"/>
                  <a:gd name="T12" fmla="*/ 2147483646 w 232"/>
                  <a:gd name="T13" fmla="*/ 2147483646 h 166"/>
                  <a:gd name="T14" fmla="*/ 2147483646 w 232"/>
                  <a:gd name="T15" fmla="*/ 2147483646 h 166"/>
                  <a:gd name="T16" fmla="*/ 2147483646 w 232"/>
                  <a:gd name="T17" fmla="*/ 2147483646 h 166"/>
                  <a:gd name="T18" fmla="*/ 2147483646 w 232"/>
                  <a:gd name="T19" fmla="*/ 2147483646 h 166"/>
                  <a:gd name="T20" fmla="*/ 2147483646 w 232"/>
                  <a:gd name="T21" fmla="*/ 2147483646 h 166"/>
                  <a:gd name="T22" fmla="*/ 2147483646 w 232"/>
                  <a:gd name="T23" fmla="*/ 2147483646 h 166"/>
                  <a:gd name="T24" fmla="*/ 2147483646 w 232"/>
                  <a:gd name="T25" fmla="*/ 2147483646 h 166"/>
                  <a:gd name="T26" fmla="*/ 0 w 232"/>
                  <a:gd name="T27" fmla="*/ 2147483646 h 166"/>
                  <a:gd name="T28" fmla="*/ 0 w 232"/>
                  <a:gd name="T29" fmla="*/ 2147483646 h 166"/>
                  <a:gd name="T30" fmla="*/ 2147483646 w 232"/>
                  <a:gd name="T31" fmla="*/ 0 h 166"/>
                  <a:gd name="T32" fmla="*/ 2147483646 w 232"/>
                  <a:gd name="T33" fmla="*/ 0 h 16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32" h="166">
                    <a:moveTo>
                      <a:pt x="1" y="0"/>
                    </a:moveTo>
                    <a:lnTo>
                      <a:pt x="1" y="0"/>
                    </a:lnTo>
                    <a:lnTo>
                      <a:pt x="232" y="0"/>
                    </a:lnTo>
                    <a:lnTo>
                      <a:pt x="215" y="140"/>
                    </a:lnTo>
                    <a:lnTo>
                      <a:pt x="214" y="145"/>
                    </a:lnTo>
                    <a:lnTo>
                      <a:pt x="211" y="151"/>
                    </a:lnTo>
                    <a:lnTo>
                      <a:pt x="208" y="155"/>
                    </a:lnTo>
                    <a:lnTo>
                      <a:pt x="204" y="157"/>
                    </a:lnTo>
                    <a:lnTo>
                      <a:pt x="195" y="163"/>
                    </a:lnTo>
                    <a:lnTo>
                      <a:pt x="184" y="166"/>
                    </a:lnTo>
                    <a:lnTo>
                      <a:pt x="0" y="144"/>
                    </a:lnTo>
                    <a:lnTo>
                      <a:pt x="1" y="0"/>
                    </a:lnTo>
                    <a:close/>
                  </a:path>
                </a:pathLst>
              </a:custGeom>
              <a:solidFill>
                <a:srgbClr val="A2A2A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59" name="Freeform 44">
                <a:extLst>
                  <a:ext uri="{FF2B5EF4-FFF2-40B4-BE49-F238E27FC236}">
                    <a16:creationId xmlns:a16="http://schemas.microsoft.com/office/drawing/2014/main" id="{FE469C9B-37E6-0F49-B463-836080CF376A}"/>
                  </a:ext>
                </a:extLst>
              </p:cNvPr>
              <p:cNvSpPr>
                <a:spLocks/>
              </p:cNvSpPr>
              <p:nvPr/>
            </p:nvSpPr>
            <p:spPr bwMode="auto">
              <a:xfrm>
                <a:off x="3192463" y="5083175"/>
                <a:ext cx="365125" cy="263525"/>
              </a:xfrm>
              <a:custGeom>
                <a:avLst/>
                <a:gdLst>
                  <a:gd name="T0" fmla="*/ 2147483646 w 230"/>
                  <a:gd name="T1" fmla="*/ 0 h 166"/>
                  <a:gd name="T2" fmla="*/ 2147483646 w 230"/>
                  <a:gd name="T3" fmla="*/ 0 h 166"/>
                  <a:gd name="T4" fmla="*/ 2147483646 w 230"/>
                  <a:gd name="T5" fmla="*/ 0 h 166"/>
                  <a:gd name="T6" fmla="*/ 2147483646 w 230"/>
                  <a:gd name="T7" fmla="*/ 0 h 166"/>
                  <a:gd name="T8" fmla="*/ 2147483646 w 230"/>
                  <a:gd name="T9" fmla="*/ 2147483646 h 166"/>
                  <a:gd name="T10" fmla="*/ 2147483646 w 230"/>
                  <a:gd name="T11" fmla="*/ 2147483646 h 166"/>
                  <a:gd name="T12" fmla="*/ 2147483646 w 230"/>
                  <a:gd name="T13" fmla="*/ 2147483646 h 166"/>
                  <a:gd name="T14" fmla="*/ 2147483646 w 230"/>
                  <a:gd name="T15" fmla="*/ 2147483646 h 166"/>
                  <a:gd name="T16" fmla="*/ 2147483646 w 230"/>
                  <a:gd name="T17" fmla="*/ 2147483646 h 166"/>
                  <a:gd name="T18" fmla="*/ 2147483646 w 230"/>
                  <a:gd name="T19" fmla="*/ 2147483646 h 166"/>
                  <a:gd name="T20" fmla="*/ 2147483646 w 230"/>
                  <a:gd name="T21" fmla="*/ 2147483646 h 166"/>
                  <a:gd name="T22" fmla="*/ 2147483646 w 230"/>
                  <a:gd name="T23" fmla="*/ 2147483646 h 166"/>
                  <a:gd name="T24" fmla="*/ 2147483646 w 230"/>
                  <a:gd name="T25" fmla="*/ 2147483646 h 166"/>
                  <a:gd name="T26" fmla="*/ 0 w 230"/>
                  <a:gd name="T27" fmla="*/ 2147483646 h 166"/>
                  <a:gd name="T28" fmla="*/ 0 w 230"/>
                  <a:gd name="T29" fmla="*/ 2147483646 h 166"/>
                  <a:gd name="T30" fmla="*/ 2147483646 w 230"/>
                  <a:gd name="T31" fmla="*/ 0 h 166"/>
                  <a:gd name="T32" fmla="*/ 2147483646 w 230"/>
                  <a:gd name="T33" fmla="*/ 0 h 16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30" h="166">
                    <a:moveTo>
                      <a:pt x="3" y="0"/>
                    </a:moveTo>
                    <a:lnTo>
                      <a:pt x="3" y="0"/>
                    </a:lnTo>
                    <a:lnTo>
                      <a:pt x="230" y="0"/>
                    </a:lnTo>
                    <a:lnTo>
                      <a:pt x="213" y="140"/>
                    </a:lnTo>
                    <a:lnTo>
                      <a:pt x="212" y="145"/>
                    </a:lnTo>
                    <a:lnTo>
                      <a:pt x="209" y="149"/>
                    </a:lnTo>
                    <a:lnTo>
                      <a:pt x="206" y="153"/>
                    </a:lnTo>
                    <a:lnTo>
                      <a:pt x="202" y="157"/>
                    </a:lnTo>
                    <a:lnTo>
                      <a:pt x="193" y="163"/>
                    </a:lnTo>
                    <a:lnTo>
                      <a:pt x="183" y="166"/>
                    </a:lnTo>
                    <a:lnTo>
                      <a:pt x="0" y="143"/>
                    </a:lnTo>
                    <a:lnTo>
                      <a:pt x="3" y="0"/>
                    </a:lnTo>
                    <a:close/>
                  </a:path>
                </a:pathLst>
              </a:custGeom>
              <a:solidFill>
                <a:srgbClr val="A2A2A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60" name="Freeform 45">
                <a:extLst>
                  <a:ext uri="{FF2B5EF4-FFF2-40B4-BE49-F238E27FC236}">
                    <a16:creationId xmlns:a16="http://schemas.microsoft.com/office/drawing/2014/main" id="{F2449E20-4F97-D947-8B16-D2D1309319E1}"/>
                  </a:ext>
                </a:extLst>
              </p:cNvPr>
              <p:cNvSpPr>
                <a:spLocks/>
              </p:cNvSpPr>
              <p:nvPr/>
            </p:nvSpPr>
            <p:spPr bwMode="auto">
              <a:xfrm>
                <a:off x="3198813" y="5083175"/>
                <a:ext cx="358775" cy="263525"/>
              </a:xfrm>
              <a:custGeom>
                <a:avLst/>
                <a:gdLst>
                  <a:gd name="T0" fmla="*/ 2147483646 w 226"/>
                  <a:gd name="T1" fmla="*/ 0 h 166"/>
                  <a:gd name="T2" fmla="*/ 2147483646 w 226"/>
                  <a:gd name="T3" fmla="*/ 0 h 166"/>
                  <a:gd name="T4" fmla="*/ 2147483646 w 226"/>
                  <a:gd name="T5" fmla="*/ 0 h 166"/>
                  <a:gd name="T6" fmla="*/ 2147483646 w 226"/>
                  <a:gd name="T7" fmla="*/ 0 h 166"/>
                  <a:gd name="T8" fmla="*/ 2147483646 w 226"/>
                  <a:gd name="T9" fmla="*/ 2147483646 h 166"/>
                  <a:gd name="T10" fmla="*/ 2147483646 w 226"/>
                  <a:gd name="T11" fmla="*/ 2147483646 h 166"/>
                  <a:gd name="T12" fmla="*/ 2147483646 w 226"/>
                  <a:gd name="T13" fmla="*/ 2147483646 h 166"/>
                  <a:gd name="T14" fmla="*/ 2147483646 w 226"/>
                  <a:gd name="T15" fmla="*/ 2147483646 h 166"/>
                  <a:gd name="T16" fmla="*/ 2147483646 w 226"/>
                  <a:gd name="T17" fmla="*/ 2147483646 h 166"/>
                  <a:gd name="T18" fmla="*/ 2147483646 w 226"/>
                  <a:gd name="T19" fmla="*/ 2147483646 h 166"/>
                  <a:gd name="T20" fmla="*/ 2147483646 w 226"/>
                  <a:gd name="T21" fmla="*/ 2147483646 h 166"/>
                  <a:gd name="T22" fmla="*/ 2147483646 w 226"/>
                  <a:gd name="T23" fmla="*/ 2147483646 h 166"/>
                  <a:gd name="T24" fmla="*/ 2147483646 w 226"/>
                  <a:gd name="T25" fmla="*/ 2147483646 h 166"/>
                  <a:gd name="T26" fmla="*/ 0 w 226"/>
                  <a:gd name="T27" fmla="*/ 2147483646 h 166"/>
                  <a:gd name="T28" fmla="*/ 0 w 226"/>
                  <a:gd name="T29" fmla="*/ 2147483646 h 166"/>
                  <a:gd name="T30" fmla="*/ 2147483646 w 226"/>
                  <a:gd name="T31" fmla="*/ 0 h 166"/>
                  <a:gd name="T32" fmla="*/ 2147483646 w 226"/>
                  <a:gd name="T33" fmla="*/ 0 h 16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26" h="166">
                    <a:moveTo>
                      <a:pt x="3" y="0"/>
                    </a:moveTo>
                    <a:lnTo>
                      <a:pt x="3" y="0"/>
                    </a:lnTo>
                    <a:lnTo>
                      <a:pt x="226" y="0"/>
                    </a:lnTo>
                    <a:lnTo>
                      <a:pt x="209" y="140"/>
                    </a:lnTo>
                    <a:lnTo>
                      <a:pt x="208" y="145"/>
                    </a:lnTo>
                    <a:lnTo>
                      <a:pt x="205" y="149"/>
                    </a:lnTo>
                    <a:lnTo>
                      <a:pt x="202" y="153"/>
                    </a:lnTo>
                    <a:lnTo>
                      <a:pt x="198" y="157"/>
                    </a:lnTo>
                    <a:lnTo>
                      <a:pt x="189" y="163"/>
                    </a:lnTo>
                    <a:lnTo>
                      <a:pt x="179" y="166"/>
                    </a:lnTo>
                    <a:lnTo>
                      <a:pt x="0" y="141"/>
                    </a:lnTo>
                    <a:lnTo>
                      <a:pt x="3" y="0"/>
                    </a:lnTo>
                    <a:close/>
                  </a:path>
                </a:pathLst>
              </a:custGeom>
              <a:solidFill>
                <a:srgbClr val="A3A3A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61" name="Freeform 46">
                <a:extLst>
                  <a:ext uri="{FF2B5EF4-FFF2-40B4-BE49-F238E27FC236}">
                    <a16:creationId xmlns:a16="http://schemas.microsoft.com/office/drawing/2014/main" id="{25387262-C598-E643-A51B-ED989A20EA96}"/>
                  </a:ext>
                </a:extLst>
              </p:cNvPr>
              <p:cNvSpPr>
                <a:spLocks/>
              </p:cNvSpPr>
              <p:nvPr/>
            </p:nvSpPr>
            <p:spPr bwMode="auto">
              <a:xfrm>
                <a:off x="3205163" y="5083175"/>
                <a:ext cx="352425" cy="263525"/>
              </a:xfrm>
              <a:custGeom>
                <a:avLst/>
                <a:gdLst>
                  <a:gd name="T0" fmla="*/ 2147483646 w 222"/>
                  <a:gd name="T1" fmla="*/ 0 h 166"/>
                  <a:gd name="T2" fmla="*/ 2147483646 w 222"/>
                  <a:gd name="T3" fmla="*/ 0 h 166"/>
                  <a:gd name="T4" fmla="*/ 2147483646 w 222"/>
                  <a:gd name="T5" fmla="*/ 0 h 166"/>
                  <a:gd name="T6" fmla="*/ 2147483646 w 222"/>
                  <a:gd name="T7" fmla="*/ 0 h 166"/>
                  <a:gd name="T8" fmla="*/ 2147483646 w 222"/>
                  <a:gd name="T9" fmla="*/ 2147483646 h 166"/>
                  <a:gd name="T10" fmla="*/ 2147483646 w 222"/>
                  <a:gd name="T11" fmla="*/ 2147483646 h 166"/>
                  <a:gd name="T12" fmla="*/ 2147483646 w 222"/>
                  <a:gd name="T13" fmla="*/ 2147483646 h 166"/>
                  <a:gd name="T14" fmla="*/ 2147483646 w 222"/>
                  <a:gd name="T15" fmla="*/ 2147483646 h 166"/>
                  <a:gd name="T16" fmla="*/ 2147483646 w 222"/>
                  <a:gd name="T17" fmla="*/ 2147483646 h 166"/>
                  <a:gd name="T18" fmla="*/ 2147483646 w 222"/>
                  <a:gd name="T19" fmla="*/ 2147483646 h 166"/>
                  <a:gd name="T20" fmla="*/ 2147483646 w 222"/>
                  <a:gd name="T21" fmla="*/ 2147483646 h 166"/>
                  <a:gd name="T22" fmla="*/ 2147483646 w 222"/>
                  <a:gd name="T23" fmla="*/ 2147483646 h 166"/>
                  <a:gd name="T24" fmla="*/ 2147483646 w 222"/>
                  <a:gd name="T25" fmla="*/ 2147483646 h 166"/>
                  <a:gd name="T26" fmla="*/ 0 w 222"/>
                  <a:gd name="T27" fmla="*/ 2147483646 h 166"/>
                  <a:gd name="T28" fmla="*/ 0 w 222"/>
                  <a:gd name="T29" fmla="*/ 2147483646 h 166"/>
                  <a:gd name="T30" fmla="*/ 2147483646 w 222"/>
                  <a:gd name="T31" fmla="*/ 0 h 166"/>
                  <a:gd name="T32" fmla="*/ 2147483646 w 222"/>
                  <a:gd name="T33" fmla="*/ 0 h 16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22" h="166">
                    <a:moveTo>
                      <a:pt x="2" y="0"/>
                    </a:moveTo>
                    <a:lnTo>
                      <a:pt x="2" y="0"/>
                    </a:lnTo>
                    <a:lnTo>
                      <a:pt x="222" y="0"/>
                    </a:lnTo>
                    <a:lnTo>
                      <a:pt x="205" y="140"/>
                    </a:lnTo>
                    <a:lnTo>
                      <a:pt x="204" y="145"/>
                    </a:lnTo>
                    <a:lnTo>
                      <a:pt x="201" y="149"/>
                    </a:lnTo>
                    <a:lnTo>
                      <a:pt x="198" y="153"/>
                    </a:lnTo>
                    <a:lnTo>
                      <a:pt x="194" y="157"/>
                    </a:lnTo>
                    <a:lnTo>
                      <a:pt x="185" y="163"/>
                    </a:lnTo>
                    <a:lnTo>
                      <a:pt x="175" y="166"/>
                    </a:lnTo>
                    <a:lnTo>
                      <a:pt x="0" y="141"/>
                    </a:lnTo>
                    <a:lnTo>
                      <a:pt x="2" y="0"/>
                    </a:lnTo>
                    <a:close/>
                  </a:path>
                </a:pathLst>
              </a:custGeom>
              <a:solidFill>
                <a:srgbClr val="A4A4A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62" name="Freeform 47">
                <a:extLst>
                  <a:ext uri="{FF2B5EF4-FFF2-40B4-BE49-F238E27FC236}">
                    <a16:creationId xmlns:a16="http://schemas.microsoft.com/office/drawing/2014/main" id="{0418CC84-D9FF-A84F-9F99-54BAC9A87E2C}"/>
                  </a:ext>
                </a:extLst>
              </p:cNvPr>
              <p:cNvSpPr>
                <a:spLocks/>
              </p:cNvSpPr>
              <p:nvPr/>
            </p:nvSpPr>
            <p:spPr bwMode="auto">
              <a:xfrm>
                <a:off x="3211513" y="5083175"/>
                <a:ext cx="346075" cy="263525"/>
              </a:xfrm>
              <a:custGeom>
                <a:avLst/>
                <a:gdLst>
                  <a:gd name="T0" fmla="*/ 2147483646 w 218"/>
                  <a:gd name="T1" fmla="*/ 0 h 166"/>
                  <a:gd name="T2" fmla="*/ 2147483646 w 218"/>
                  <a:gd name="T3" fmla="*/ 0 h 166"/>
                  <a:gd name="T4" fmla="*/ 2147483646 w 218"/>
                  <a:gd name="T5" fmla="*/ 0 h 166"/>
                  <a:gd name="T6" fmla="*/ 2147483646 w 218"/>
                  <a:gd name="T7" fmla="*/ 0 h 166"/>
                  <a:gd name="T8" fmla="*/ 2147483646 w 218"/>
                  <a:gd name="T9" fmla="*/ 2147483646 h 166"/>
                  <a:gd name="T10" fmla="*/ 2147483646 w 218"/>
                  <a:gd name="T11" fmla="*/ 2147483646 h 166"/>
                  <a:gd name="T12" fmla="*/ 2147483646 w 218"/>
                  <a:gd name="T13" fmla="*/ 2147483646 h 166"/>
                  <a:gd name="T14" fmla="*/ 2147483646 w 218"/>
                  <a:gd name="T15" fmla="*/ 2147483646 h 166"/>
                  <a:gd name="T16" fmla="*/ 2147483646 w 218"/>
                  <a:gd name="T17" fmla="*/ 2147483646 h 166"/>
                  <a:gd name="T18" fmla="*/ 2147483646 w 218"/>
                  <a:gd name="T19" fmla="*/ 2147483646 h 166"/>
                  <a:gd name="T20" fmla="*/ 2147483646 w 218"/>
                  <a:gd name="T21" fmla="*/ 2147483646 h 166"/>
                  <a:gd name="T22" fmla="*/ 2147483646 w 218"/>
                  <a:gd name="T23" fmla="*/ 2147483646 h 166"/>
                  <a:gd name="T24" fmla="*/ 2147483646 w 218"/>
                  <a:gd name="T25" fmla="*/ 2147483646 h 166"/>
                  <a:gd name="T26" fmla="*/ 0 w 218"/>
                  <a:gd name="T27" fmla="*/ 2147483646 h 166"/>
                  <a:gd name="T28" fmla="*/ 0 w 218"/>
                  <a:gd name="T29" fmla="*/ 2147483646 h 166"/>
                  <a:gd name="T30" fmla="*/ 2147483646 w 218"/>
                  <a:gd name="T31" fmla="*/ 0 h 166"/>
                  <a:gd name="T32" fmla="*/ 2147483646 w 218"/>
                  <a:gd name="T33" fmla="*/ 0 h 16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18" h="166">
                    <a:moveTo>
                      <a:pt x="2" y="0"/>
                    </a:moveTo>
                    <a:lnTo>
                      <a:pt x="2" y="0"/>
                    </a:lnTo>
                    <a:lnTo>
                      <a:pt x="218" y="0"/>
                    </a:lnTo>
                    <a:lnTo>
                      <a:pt x="201" y="140"/>
                    </a:lnTo>
                    <a:lnTo>
                      <a:pt x="200" y="145"/>
                    </a:lnTo>
                    <a:lnTo>
                      <a:pt x="197" y="149"/>
                    </a:lnTo>
                    <a:lnTo>
                      <a:pt x="194" y="153"/>
                    </a:lnTo>
                    <a:lnTo>
                      <a:pt x="190" y="157"/>
                    </a:lnTo>
                    <a:lnTo>
                      <a:pt x="181" y="163"/>
                    </a:lnTo>
                    <a:lnTo>
                      <a:pt x="171" y="166"/>
                    </a:lnTo>
                    <a:lnTo>
                      <a:pt x="0" y="140"/>
                    </a:lnTo>
                    <a:lnTo>
                      <a:pt x="2" y="0"/>
                    </a:lnTo>
                    <a:close/>
                  </a:path>
                </a:pathLst>
              </a:custGeom>
              <a:solidFill>
                <a:srgbClr val="A4A4A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63" name="Freeform 48">
                <a:extLst>
                  <a:ext uri="{FF2B5EF4-FFF2-40B4-BE49-F238E27FC236}">
                    <a16:creationId xmlns:a16="http://schemas.microsoft.com/office/drawing/2014/main" id="{F567D1AE-5470-F347-AF2A-168FFBCFD05D}"/>
                  </a:ext>
                </a:extLst>
              </p:cNvPr>
              <p:cNvSpPr>
                <a:spLocks/>
              </p:cNvSpPr>
              <p:nvPr/>
            </p:nvSpPr>
            <p:spPr bwMode="auto">
              <a:xfrm>
                <a:off x="3216276" y="5083175"/>
                <a:ext cx="341313" cy="260350"/>
              </a:xfrm>
              <a:custGeom>
                <a:avLst/>
                <a:gdLst>
                  <a:gd name="T0" fmla="*/ 2147483646 w 215"/>
                  <a:gd name="T1" fmla="*/ 0 h 164"/>
                  <a:gd name="T2" fmla="*/ 2147483646 w 215"/>
                  <a:gd name="T3" fmla="*/ 0 h 164"/>
                  <a:gd name="T4" fmla="*/ 2147483646 w 215"/>
                  <a:gd name="T5" fmla="*/ 0 h 164"/>
                  <a:gd name="T6" fmla="*/ 2147483646 w 215"/>
                  <a:gd name="T7" fmla="*/ 0 h 164"/>
                  <a:gd name="T8" fmla="*/ 2147483646 w 215"/>
                  <a:gd name="T9" fmla="*/ 2147483646 h 164"/>
                  <a:gd name="T10" fmla="*/ 2147483646 w 215"/>
                  <a:gd name="T11" fmla="*/ 2147483646 h 164"/>
                  <a:gd name="T12" fmla="*/ 2147483646 w 215"/>
                  <a:gd name="T13" fmla="*/ 2147483646 h 164"/>
                  <a:gd name="T14" fmla="*/ 2147483646 w 215"/>
                  <a:gd name="T15" fmla="*/ 2147483646 h 164"/>
                  <a:gd name="T16" fmla="*/ 2147483646 w 215"/>
                  <a:gd name="T17" fmla="*/ 2147483646 h 164"/>
                  <a:gd name="T18" fmla="*/ 2147483646 w 215"/>
                  <a:gd name="T19" fmla="*/ 2147483646 h 164"/>
                  <a:gd name="T20" fmla="*/ 2147483646 w 215"/>
                  <a:gd name="T21" fmla="*/ 2147483646 h 164"/>
                  <a:gd name="T22" fmla="*/ 2147483646 w 215"/>
                  <a:gd name="T23" fmla="*/ 2147483646 h 164"/>
                  <a:gd name="T24" fmla="*/ 2147483646 w 215"/>
                  <a:gd name="T25" fmla="*/ 2147483646 h 164"/>
                  <a:gd name="T26" fmla="*/ 0 w 215"/>
                  <a:gd name="T27" fmla="*/ 2147483646 h 164"/>
                  <a:gd name="T28" fmla="*/ 0 w 215"/>
                  <a:gd name="T29" fmla="*/ 2147483646 h 164"/>
                  <a:gd name="T30" fmla="*/ 2147483646 w 215"/>
                  <a:gd name="T31" fmla="*/ 0 h 164"/>
                  <a:gd name="T32" fmla="*/ 2147483646 w 215"/>
                  <a:gd name="T33" fmla="*/ 0 h 16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15" h="164">
                    <a:moveTo>
                      <a:pt x="3" y="0"/>
                    </a:moveTo>
                    <a:lnTo>
                      <a:pt x="3" y="0"/>
                    </a:lnTo>
                    <a:lnTo>
                      <a:pt x="215" y="0"/>
                    </a:lnTo>
                    <a:lnTo>
                      <a:pt x="198" y="140"/>
                    </a:lnTo>
                    <a:lnTo>
                      <a:pt x="197" y="145"/>
                    </a:lnTo>
                    <a:lnTo>
                      <a:pt x="195" y="149"/>
                    </a:lnTo>
                    <a:lnTo>
                      <a:pt x="191" y="153"/>
                    </a:lnTo>
                    <a:lnTo>
                      <a:pt x="187" y="157"/>
                    </a:lnTo>
                    <a:lnTo>
                      <a:pt x="178" y="163"/>
                    </a:lnTo>
                    <a:lnTo>
                      <a:pt x="169" y="164"/>
                    </a:lnTo>
                    <a:lnTo>
                      <a:pt x="0" y="138"/>
                    </a:lnTo>
                    <a:lnTo>
                      <a:pt x="3" y="0"/>
                    </a:lnTo>
                    <a:close/>
                  </a:path>
                </a:pathLst>
              </a:custGeom>
              <a:solidFill>
                <a:srgbClr val="A5A5A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64" name="Freeform 49">
                <a:extLst>
                  <a:ext uri="{FF2B5EF4-FFF2-40B4-BE49-F238E27FC236}">
                    <a16:creationId xmlns:a16="http://schemas.microsoft.com/office/drawing/2014/main" id="{FFBC1B62-1353-DB42-98F9-923FCCEDC47B}"/>
                  </a:ext>
                </a:extLst>
              </p:cNvPr>
              <p:cNvSpPr>
                <a:spLocks/>
              </p:cNvSpPr>
              <p:nvPr/>
            </p:nvSpPr>
            <p:spPr bwMode="auto">
              <a:xfrm>
                <a:off x="3222626" y="5083175"/>
                <a:ext cx="334963" cy="260350"/>
              </a:xfrm>
              <a:custGeom>
                <a:avLst/>
                <a:gdLst>
                  <a:gd name="T0" fmla="*/ 2147483646 w 211"/>
                  <a:gd name="T1" fmla="*/ 0 h 164"/>
                  <a:gd name="T2" fmla="*/ 2147483646 w 211"/>
                  <a:gd name="T3" fmla="*/ 0 h 164"/>
                  <a:gd name="T4" fmla="*/ 2147483646 w 211"/>
                  <a:gd name="T5" fmla="*/ 0 h 164"/>
                  <a:gd name="T6" fmla="*/ 2147483646 w 211"/>
                  <a:gd name="T7" fmla="*/ 0 h 164"/>
                  <a:gd name="T8" fmla="*/ 2147483646 w 211"/>
                  <a:gd name="T9" fmla="*/ 2147483646 h 164"/>
                  <a:gd name="T10" fmla="*/ 2147483646 w 211"/>
                  <a:gd name="T11" fmla="*/ 2147483646 h 164"/>
                  <a:gd name="T12" fmla="*/ 2147483646 w 211"/>
                  <a:gd name="T13" fmla="*/ 2147483646 h 164"/>
                  <a:gd name="T14" fmla="*/ 2147483646 w 211"/>
                  <a:gd name="T15" fmla="*/ 2147483646 h 164"/>
                  <a:gd name="T16" fmla="*/ 2147483646 w 211"/>
                  <a:gd name="T17" fmla="*/ 2147483646 h 164"/>
                  <a:gd name="T18" fmla="*/ 2147483646 w 211"/>
                  <a:gd name="T19" fmla="*/ 2147483646 h 164"/>
                  <a:gd name="T20" fmla="*/ 2147483646 w 211"/>
                  <a:gd name="T21" fmla="*/ 2147483646 h 164"/>
                  <a:gd name="T22" fmla="*/ 2147483646 w 211"/>
                  <a:gd name="T23" fmla="*/ 2147483646 h 164"/>
                  <a:gd name="T24" fmla="*/ 2147483646 w 211"/>
                  <a:gd name="T25" fmla="*/ 2147483646 h 164"/>
                  <a:gd name="T26" fmla="*/ 0 w 211"/>
                  <a:gd name="T27" fmla="*/ 2147483646 h 164"/>
                  <a:gd name="T28" fmla="*/ 0 w 211"/>
                  <a:gd name="T29" fmla="*/ 2147483646 h 164"/>
                  <a:gd name="T30" fmla="*/ 2147483646 w 211"/>
                  <a:gd name="T31" fmla="*/ 0 h 164"/>
                  <a:gd name="T32" fmla="*/ 2147483646 w 211"/>
                  <a:gd name="T33" fmla="*/ 0 h 16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11" h="164">
                    <a:moveTo>
                      <a:pt x="3" y="0"/>
                    </a:moveTo>
                    <a:lnTo>
                      <a:pt x="3" y="0"/>
                    </a:lnTo>
                    <a:lnTo>
                      <a:pt x="211" y="0"/>
                    </a:lnTo>
                    <a:lnTo>
                      <a:pt x="194" y="140"/>
                    </a:lnTo>
                    <a:lnTo>
                      <a:pt x="193" y="145"/>
                    </a:lnTo>
                    <a:lnTo>
                      <a:pt x="191" y="149"/>
                    </a:lnTo>
                    <a:lnTo>
                      <a:pt x="187" y="153"/>
                    </a:lnTo>
                    <a:lnTo>
                      <a:pt x="183" y="157"/>
                    </a:lnTo>
                    <a:lnTo>
                      <a:pt x="175" y="161"/>
                    </a:lnTo>
                    <a:lnTo>
                      <a:pt x="165" y="164"/>
                    </a:lnTo>
                    <a:lnTo>
                      <a:pt x="0" y="137"/>
                    </a:lnTo>
                    <a:lnTo>
                      <a:pt x="3" y="0"/>
                    </a:lnTo>
                    <a:close/>
                  </a:path>
                </a:pathLst>
              </a:custGeom>
              <a:solidFill>
                <a:srgbClr val="A6A6A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65" name="Freeform 50">
                <a:extLst>
                  <a:ext uri="{FF2B5EF4-FFF2-40B4-BE49-F238E27FC236}">
                    <a16:creationId xmlns:a16="http://schemas.microsoft.com/office/drawing/2014/main" id="{86B55C4B-1FEB-214E-BC51-5A3A2A0468B3}"/>
                  </a:ext>
                </a:extLst>
              </p:cNvPr>
              <p:cNvSpPr>
                <a:spLocks/>
              </p:cNvSpPr>
              <p:nvPr/>
            </p:nvSpPr>
            <p:spPr bwMode="auto">
              <a:xfrm>
                <a:off x="3228976" y="5083175"/>
                <a:ext cx="328613" cy="260350"/>
              </a:xfrm>
              <a:custGeom>
                <a:avLst/>
                <a:gdLst>
                  <a:gd name="T0" fmla="*/ 2147483646 w 207"/>
                  <a:gd name="T1" fmla="*/ 0 h 164"/>
                  <a:gd name="T2" fmla="*/ 2147483646 w 207"/>
                  <a:gd name="T3" fmla="*/ 0 h 164"/>
                  <a:gd name="T4" fmla="*/ 2147483646 w 207"/>
                  <a:gd name="T5" fmla="*/ 0 h 164"/>
                  <a:gd name="T6" fmla="*/ 2147483646 w 207"/>
                  <a:gd name="T7" fmla="*/ 0 h 164"/>
                  <a:gd name="T8" fmla="*/ 2147483646 w 207"/>
                  <a:gd name="T9" fmla="*/ 2147483646 h 164"/>
                  <a:gd name="T10" fmla="*/ 2147483646 w 207"/>
                  <a:gd name="T11" fmla="*/ 2147483646 h 164"/>
                  <a:gd name="T12" fmla="*/ 2147483646 w 207"/>
                  <a:gd name="T13" fmla="*/ 2147483646 h 164"/>
                  <a:gd name="T14" fmla="*/ 2147483646 w 207"/>
                  <a:gd name="T15" fmla="*/ 2147483646 h 164"/>
                  <a:gd name="T16" fmla="*/ 2147483646 w 207"/>
                  <a:gd name="T17" fmla="*/ 2147483646 h 164"/>
                  <a:gd name="T18" fmla="*/ 2147483646 w 207"/>
                  <a:gd name="T19" fmla="*/ 2147483646 h 164"/>
                  <a:gd name="T20" fmla="*/ 2147483646 w 207"/>
                  <a:gd name="T21" fmla="*/ 2147483646 h 164"/>
                  <a:gd name="T22" fmla="*/ 2147483646 w 207"/>
                  <a:gd name="T23" fmla="*/ 2147483646 h 164"/>
                  <a:gd name="T24" fmla="*/ 2147483646 w 207"/>
                  <a:gd name="T25" fmla="*/ 2147483646 h 164"/>
                  <a:gd name="T26" fmla="*/ 0 w 207"/>
                  <a:gd name="T27" fmla="*/ 2147483646 h 164"/>
                  <a:gd name="T28" fmla="*/ 0 w 207"/>
                  <a:gd name="T29" fmla="*/ 2147483646 h 164"/>
                  <a:gd name="T30" fmla="*/ 2147483646 w 207"/>
                  <a:gd name="T31" fmla="*/ 0 h 164"/>
                  <a:gd name="T32" fmla="*/ 2147483646 w 207"/>
                  <a:gd name="T33" fmla="*/ 0 h 16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07" h="164">
                    <a:moveTo>
                      <a:pt x="3" y="0"/>
                    </a:moveTo>
                    <a:lnTo>
                      <a:pt x="3" y="0"/>
                    </a:lnTo>
                    <a:lnTo>
                      <a:pt x="207" y="0"/>
                    </a:lnTo>
                    <a:lnTo>
                      <a:pt x="190" y="140"/>
                    </a:lnTo>
                    <a:lnTo>
                      <a:pt x="189" y="145"/>
                    </a:lnTo>
                    <a:lnTo>
                      <a:pt x="187" y="149"/>
                    </a:lnTo>
                    <a:lnTo>
                      <a:pt x="183" y="153"/>
                    </a:lnTo>
                    <a:lnTo>
                      <a:pt x="179" y="156"/>
                    </a:lnTo>
                    <a:lnTo>
                      <a:pt x="171" y="161"/>
                    </a:lnTo>
                    <a:lnTo>
                      <a:pt x="161" y="164"/>
                    </a:lnTo>
                    <a:lnTo>
                      <a:pt x="0" y="136"/>
                    </a:lnTo>
                    <a:lnTo>
                      <a:pt x="3" y="0"/>
                    </a:lnTo>
                    <a:close/>
                  </a:path>
                </a:pathLst>
              </a:custGeom>
              <a:solidFill>
                <a:srgbClr val="A6A6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66" name="Freeform 51">
                <a:extLst>
                  <a:ext uri="{FF2B5EF4-FFF2-40B4-BE49-F238E27FC236}">
                    <a16:creationId xmlns:a16="http://schemas.microsoft.com/office/drawing/2014/main" id="{16BBFB89-7072-E047-A538-71C65401194D}"/>
                  </a:ext>
                </a:extLst>
              </p:cNvPr>
              <p:cNvSpPr>
                <a:spLocks/>
              </p:cNvSpPr>
              <p:nvPr/>
            </p:nvSpPr>
            <p:spPr bwMode="auto">
              <a:xfrm>
                <a:off x="3235326" y="5083175"/>
                <a:ext cx="322263" cy="260350"/>
              </a:xfrm>
              <a:custGeom>
                <a:avLst/>
                <a:gdLst>
                  <a:gd name="T0" fmla="*/ 2147483646 w 203"/>
                  <a:gd name="T1" fmla="*/ 0 h 164"/>
                  <a:gd name="T2" fmla="*/ 2147483646 w 203"/>
                  <a:gd name="T3" fmla="*/ 0 h 164"/>
                  <a:gd name="T4" fmla="*/ 2147483646 w 203"/>
                  <a:gd name="T5" fmla="*/ 0 h 164"/>
                  <a:gd name="T6" fmla="*/ 2147483646 w 203"/>
                  <a:gd name="T7" fmla="*/ 0 h 164"/>
                  <a:gd name="T8" fmla="*/ 2147483646 w 203"/>
                  <a:gd name="T9" fmla="*/ 2147483646 h 164"/>
                  <a:gd name="T10" fmla="*/ 2147483646 w 203"/>
                  <a:gd name="T11" fmla="*/ 2147483646 h 164"/>
                  <a:gd name="T12" fmla="*/ 2147483646 w 203"/>
                  <a:gd name="T13" fmla="*/ 2147483646 h 164"/>
                  <a:gd name="T14" fmla="*/ 2147483646 w 203"/>
                  <a:gd name="T15" fmla="*/ 2147483646 h 164"/>
                  <a:gd name="T16" fmla="*/ 2147483646 w 203"/>
                  <a:gd name="T17" fmla="*/ 2147483646 h 164"/>
                  <a:gd name="T18" fmla="*/ 2147483646 w 203"/>
                  <a:gd name="T19" fmla="*/ 2147483646 h 164"/>
                  <a:gd name="T20" fmla="*/ 2147483646 w 203"/>
                  <a:gd name="T21" fmla="*/ 2147483646 h 164"/>
                  <a:gd name="T22" fmla="*/ 2147483646 w 203"/>
                  <a:gd name="T23" fmla="*/ 2147483646 h 164"/>
                  <a:gd name="T24" fmla="*/ 2147483646 w 203"/>
                  <a:gd name="T25" fmla="*/ 2147483646 h 164"/>
                  <a:gd name="T26" fmla="*/ 0 w 203"/>
                  <a:gd name="T27" fmla="*/ 2147483646 h 164"/>
                  <a:gd name="T28" fmla="*/ 0 w 203"/>
                  <a:gd name="T29" fmla="*/ 2147483646 h 164"/>
                  <a:gd name="T30" fmla="*/ 2147483646 w 203"/>
                  <a:gd name="T31" fmla="*/ 0 h 164"/>
                  <a:gd name="T32" fmla="*/ 2147483646 w 203"/>
                  <a:gd name="T33" fmla="*/ 0 h 16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03" h="164">
                    <a:moveTo>
                      <a:pt x="3" y="0"/>
                    </a:moveTo>
                    <a:lnTo>
                      <a:pt x="3" y="0"/>
                    </a:lnTo>
                    <a:lnTo>
                      <a:pt x="203" y="0"/>
                    </a:lnTo>
                    <a:lnTo>
                      <a:pt x="186" y="140"/>
                    </a:lnTo>
                    <a:lnTo>
                      <a:pt x="185" y="145"/>
                    </a:lnTo>
                    <a:lnTo>
                      <a:pt x="183" y="149"/>
                    </a:lnTo>
                    <a:lnTo>
                      <a:pt x="179" y="153"/>
                    </a:lnTo>
                    <a:lnTo>
                      <a:pt x="176" y="156"/>
                    </a:lnTo>
                    <a:lnTo>
                      <a:pt x="167" y="161"/>
                    </a:lnTo>
                    <a:lnTo>
                      <a:pt x="157" y="164"/>
                    </a:lnTo>
                    <a:lnTo>
                      <a:pt x="0" y="134"/>
                    </a:lnTo>
                    <a:lnTo>
                      <a:pt x="3" y="0"/>
                    </a:lnTo>
                    <a:close/>
                  </a:path>
                </a:pathLst>
              </a:custGeom>
              <a:solidFill>
                <a:srgbClr val="A7A7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67" name="Freeform 52">
                <a:extLst>
                  <a:ext uri="{FF2B5EF4-FFF2-40B4-BE49-F238E27FC236}">
                    <a16:creationId xmlns:a16="http://schemas.microsoft.com/office/drawing/2014/main" id="{BE1BB109-D73A-454F-AE98-D0C4F53E7EA3}"/>
                  </a:ext>
                </a:extLst>
              </p:cNvPr>
              <p:cNvSpPr>
                <a:spLocks/>
              </p:cNvSpPr>
              <p:nvPr/>
            </p:nvSpPr>
            <p:spPr bwMode="auto">
              <a:xfrm>
                <a:off x="3240088" y="5083175"/>
                <a:ext cx="317500" cy="260350"/>
              </a:xfrm>
              <a:custGeom>
                <a:avLst/>
                <a:gdLst>
                  <a:gd name="T0" fmla="*/ 2147483646 w 200"/>
                  <a:gd name="T1" fmla="*/ 0 h 164"/>
                  <a:gd name="T2" fmla="*/ 2147483646 w 200"/>
                  <a:gd name="T3" fmla="*/ 0 h 164"/>
                  <a:gd name="T4" fmla="*/ 2147483646 w 200"/>
                  <a:gd name="T5" fmla="*/ 0 h 164"/>
                  <a:gd name="T6" fmla="*/ 2147483646 w 200"/>
                  <a:gd name="T7" fmla="*/ 0 h 164"/>
                  <a:gd name="T8" fmla="*/ 2147483646 w 200"/>
                  <a:gd name="T9" fmla="*/ 2147483646 h 164"/>
                  <a:gd name="T10" fmla="*/ 2147483646 w 200"/>
                  <a:gd name="T11" fmla="*/ 2147483646 h 164"/>
                  <a:gd name="T12" fmla="*/ 2147483646 w 200"/>
                  <a:gd name="T13" fmla="*/ 2147483646 h 164"/>
                  <a:gd name="T14" fmla="*/ 2147483646 w 200"/>
                  <a:gd name="T15" fmla="*/ 2147483646 h 164"/>
                  <a:gd name="T16" fmla="*/ 2147483646 w 200"/>
                  <a:gd name="T17" fmla="*/ 2147483646 h 164"/>
                  <a:gd name="T18" fmla="*/ 2147483646 w 200"/>
                  <a:gd name="T19" fmla="*/ 2147483646 h 164"/>
                  <a:gd name="T20" fmla="*/ 2147483646 w 200"/>
                  <a:gd name="T21" fmla="*/ 2147483646 h 164"/>
                  <a:gd name="T22" fmla="*/ 2147483646 w 200"/>
                  <a:gd name="T23" fmla="*/ 2147483646 h 164"/>
                  <a:gd name="T24" fmla="*/ 2147483646 w 200"/>
                  <a:gd name="T25" fmla="*/ 2147483646 h 164"/>
                  <a:gd name="T26" fmla="*/ 0 w 200"/>
                  <a:gd name="T27" fmla="*/ 2147483646 h 164"/>
                  <a:gd name="T28" fmla="*/ 0 w 200"/>
                  <a:gd name="T29" fmla="*/ 2147483646 h 164"/>
                  <a:gd name="T30" fmla="*/ 2147483646 w 200"/>
                  <a:gd name="T31" fmla="*/ 0 h 164"/>
                  <a:gd name="T32" fmla="*/ 2147483646 w 200"/>
                  <a:gd name="T33" fmla="*/ 0 h 16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00" h="164">
                    <a:moveTo>
                      <a:pt x="3" y="0"/>
                    </a:moveTo>
                    <a:lnTo>
                      <a:pt x="3" y="0"/>
                    </a:lnTo>
                    <a:lnTo>
                      <a:pt x="200" y="0"/>
                    </a:lnTo>
                    <a:lnTo>
                      <a:pt x="183" y="140"/>
                    </a:lnTo>
                    <a:lnTo>
                      <a:pt x="182" y="145"/>
                    </a:lnTo>
                    <a:lnTo>
                      <a:pt x="180" y="149"/>
                    </a:lnTo>
                    <a:lnTo>
                      <a:pt x="176" y="153"/>
                    </a:lnTo>
                    <a:lnTo>
                      <a:pt x="173" y="156"/>
                    </a:lnTo>
                    <a:lnTo>
                      <a:pt x="164" y="161"/>
                    </a:lnTo>
                    <a:lnTo>
                      <a:pt x="156" y="164"/>
                    </a:lnTo>
                    <a:lnTo>
                      <a:pt x="0" y="134"/>
                    </a:lnTo>
                    <a:lnTo>
                      <a:pt x="3" y="0"/>
                    </a:lnTo>
                    <a:close/>
                  </a:path>
                </a:pathLst>
              </a:custGeom>
              <a:solidFill>
                <a:srgbClr val="A7A7AB"/>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68" name="Freeform 53">
                <a:extLst>
                  <a:ext uri="{FF2B5EF4-FFF2-40B4-BE49-F238E27FC236}">
                    <a16:creationId xmlns:a16="http://schemas.microsoft.com/office/drawing/2014/main" id="{2B5CFB80-6FDC-664B-8C3B-17FBAE47D7CD}"/>
                  </a:ext>
                </a:extLst>
              </p:cNvPr>
              <p:cNvSpPr>
                <a:spLocks/>
              </p:cNvSpPr>
              <p:nvPr/>
            </p:nvSpPr>
            <p:spPr bwMode="auto">
              <a:xfrm>
                <a:off x="3246438" y="5083175"/>
                <a:ext cx="311150" cy="260350"/>
              </a:xfrm>
              <a:custGeom>
                <a:avLst/>
                <a:gdLst>
                  <a:gd name="T0" fmla="*/ 2147483646 w 196"/>
                  <a:gd name="T1" fmla="*/ 0 h 164"/>
                  <a:gd name="T2" fmla="*/ 2147483646 w 196"/>
                  <a:gd name="T3" fmla="*/ 0 h 164"/>
                  <a:gd name="T4" fmla="*/ 2147483646 w 196"/>
                  <a:gd name="T5" fmla="*/ 0 h 164"/>
                  <a:gd name="T6" fmla="*/ 2147483646 w 196"/>
                  <a:gd name="T7" fmla="*/ 0 h 164"/>
                  <a:gd name="T8" fmla="*/ 2147483646 w 196"/>
                  <a:gd name="T9" fmla="*/ 2147483646 h 164"/>
                  <a:gd name="T10" fmla="*/ 2147483646 w 196"/>
                  <a:gd name="T11" fmla="*/ 2147483646 h 164"/>
                  <a:gd name="T12" fmla="*/ 2147483646 w 196"/>
                  <a:gd name="T13" fmla="*/ 2147483646 h 164"/>
                  <a:gd name="T14" fmla="*/ 2147483646 w 196"/>
                  <a:gd name="T15" fmla="*/ 2147483646 h 164"/>
                  <a:gd name="T16" fmla="*/ 2147483646 w 196"/>
                  <a:gd name="T17" fmla="*/ 2147483646 h 164"/>
                  <a:gd name="T18" fmla="*/ 2147483646 w 196"/>
                  <a:gd name="T19" fmla="*/ 2147483646 h 164"/>
                  <a:gd name="T20" fmla="*/ 2147483646 w 196"/>
                  <a:gd name="T21" fmla="*/ 2147483646 h 164"/>
                  <a:gd name="T22" fmla="*/ 2147483646 w 196"/>
                  <a:gd name="T23" fmla="*/ 2147483646 h 164"/>
                  <a:gd name="T24" fmla="*/ 2147483646 w 196"/>
                  <a:gd name="T25" fmla="*/ 2147483646 h 164"/>
                  <a:gd name="T26" fmla="*/ 0 w 196"/>
                  <a:gd name="T27" fmla="*/ 2147483646 h 164"/>
                  <a:gd name="T28" fmla="*/ 0 w 196"/>
                  <a:gd name="T29" fmla="*/ 2147483646 h 164"/>
                  <a:gd name="T30" fmla="*/ 2147483646 w 196"/>
                  <a:gd name="T31" fmla="*/ 0 h 164"/>
                  <a:gd name="T32" fmla="*/ 2147483646 w 196"/>
                  <a:gd name="T33" fmla="*/ 0 h 16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6" h="164">
                    <a:moveTo>
                      <a:pt x="3" y="0"/>
                    </a:moveTo>
                    <a:lnTo>
                      <a:pt x="3" y="0"/>
                    </a:lnTo>
                    <a:lnTo>
                      <a:pt x="196" y="0"/>
                    </a:lnTo>
                    <a:lnTo>
                      <a:pt x="179" y="140"/>
                    </a:lnTo>
                    <a:lnTo>
                      <a:pt x="178" y="145"/>
                    </a:lnTo>
                    <a:lnTo>
                      <a:pt x="176" y="149"/>
                    </a:lnTo>
                    <a:lnTo>
                      <a:pt x="172" y="153"/>
                    </a:lnTo>
                    <a:lnTo>
                      <a:pt x="169" y="156"/>
                    </a:lnTo>
                    <a:lnTo>
                      <a:pt x="160" y="161"/>
                    </a:lnTo>
                    <a:lnTo>
                      <a:pt x="152" y="164"/>
                    </a:lnTo>
                    <a:lnTo>
                      <a:pt x="0" y="133"/>
                    </a:lnTo>
                    <a:lnTo>
                      <a:pt x="3" y="0"/>
                    </a:lnTo>
                    <a:close/>
                  </a:path>
                </a:pathLst>
              </a:custGeom>
              <a:solidFill>
                <a:srgbClr val="A8A8AB"/>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69" name="Freeform 54">
                <a:extLst>
                  <a:ext uri="{FF2B5EF4-FFF2-40B4-BE49-F238E27FC236}">
                    <a16:creationId xmlns:a16="http://schemas.microsoft.com/office/drawing/2014/main" id="{40333377-50B3-C64C-8A8B-E5AE162ACB67}"/>
                  </a:ext>
                </a:extLst>
              </p:cNvPr>
              <p:cNvSpPr>
                <a:spLocks/>
              </p:cNvSpPr>
              <p:nvPr/>
            </p:nvSpPr>
            <p:spPr bwMode="auto">
              <a:xfrm>
                <a:off x="3252788" y="5083175"/>
                <a:ext cx="304800" cy="260350"/>
              </a:xfrm>
              <a:custGeom>
                <a:avLst/>
                <a:gdLst>
                  <a:gd name="T0" fmla="*/ 2147483646 w 192"/>
                  <a:gd name="T1" fmla="*/ 0 h 164"/>
                  <a:gd name="T2" fmla="*/ 2147483646 w 192"/>
                  <a:gd name="T3" fmla="*/ 0 h 164"/>
                  <a:gd name="T4" fmla="*/ 2147483646 w 192"/>
                  <a:gd name="T5" fmla="*/ 0 h 164"/>
                  <a:gd name="T6" fmla="*/ 2147483646 w 192"/>
                  <a:gd name="T7" fmla="*/ 0 h 164"/>
                  <a:gd name="T8" fmla="*/ 2147483646 w 192"/>
                  <a:gd name="T9" fmla="*/ 2147483646 h 164"/>
                  <a:gd name="T10" fmla="*/ 2147483646 w 192"/>
                  <a:gd name="T11" fmla="*/ 2147483646 h 164"/>
                  <a:gd name="T12" fmla="*/ 2147483646 w 192"/>
                  <a:gd name="T13" fmla="*/ 2147483646 h 164"/>
                  <a:gd name="T14" fmla="*/ 2147483646 w 192"/>
                  <a:gd name="T15" fmla="*/ 2147483646 h 164"/>
                  <a:gd name="T16" fmla="*/ 2147483646 w 192"/>
                  <a:gd name="T17" fmla="*/ 2147483646 h 164"/>
                  <a:gd name="T18" fmla="*/ 2147483646 w 192"/>
                  <a:gd name="T19" fmla="*/ 2147483646 h 164"/>
                  <a:gd name="T20" fmla="*/ 2147483646 w 192"/>
                  <a:gd name="T21" fmla="*/ 2147483646 h 164"/>
                  <a:gd name="T22" fmla="*/ 2147483646 w 192"/>
                  <a:gd name="T23" fmla="*/ 2147483646 h 164"/>
                  <a:gd name="T24" fmla="*/ 2147483646 w 192"/>
                  <a:gd name="T25" fmla="*/ 2147483646 h 164"/>
                  <a:gd name="T26" fmla="*/ 0 w 192"/>
                  <a:gd name="T27" fmla="*/ 2147483646 h 164"/>
                  <a:gd name="T28" fmla="*/ 0 w 192"/>
                  <a:gd name="T29" fmla="*/ 2147483646 h 164"/>
                  <a:gd name="T30" fmla="*/ 2147483646 w 192"/>
                  <a:gd name="T31" fmla="*/ 0 h 164"/>
                  <a:gd name="T32" fmla="*/ 2147483646 w 192"/>
                  <a:gd name="T33" fmla="*/ 0 h 16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164">
                    <a:moveTo>
                      <a:pt x="3" y="0"/>
                    </a:moveTo>
                    <a:lnTo>
                      <a:pt x="3" y="0"/>
                    </a:lnTo>
                    <a:lnTo>
                      <a:pt x="192" y="0"/>
                    </a:lnTo>
                    <a:lnTo>
                      <a:pt x="175" y="140"/>
                    </a:lnTo>
                    <a:lnTo>
                      <a:pt x="174" y="145"/>
                    </a:lnTo>
                    <a:lnTo>
                      <a:pt x="172" y="149"/>
                    </a:lnTo>
                    <a:lnTo>
                      <a:pt x="169" y="153"/>
                    </a:lnTo>
                    <a:lnTo>
                      <a:pt x="165" y="156"/>
                    </a:lnTo>
                    <a:lnTo>
                      <a:pt x="157" y="161"/>
                    </a:lnTo>
                    <a:lnTo>
                      <a:pt x="148" y="164"/>
                    </a:lnTo>
                    <a:lnTo>
                      <a:pt x="0" y="132"/>
                    </a:lnTo>
                    <a:lnTo>
                      <a:pt x="3" y="0"/>
                    </a:lnTo>
                    <a:close/>
                  </a:path>
                </a:pathLst>
              </a:custGeom>
              <a:solidFill>
                <a:srgbClr val="A9A9AC"/>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70" name="Freeform 55">
                <a:extLst>
                  <a:ext uri="{FF2B5EF4-FFF2-40B4-BE49-F238E27FC236}">
                    <a16:creationId xmlns:a16="http://schemas.microsoft.com/office/drawing/2014/main" id="{C813730D-E72F-F344-9340-D4301030451F}"/>
                  </a:ext>
                </a:extLst>
              </p:cNvPr>
              <p:cNvSpPr>
                <a:spLocks/>
              </p:cNvSpPr>
              <p:nvPr/>
            </p:nvSpPr>
            <p:spPr bwMode="auto">
              <a:xfrm>
                <a:off x="3259138" y="5083175"/>
                <a:ext cx="298450" cy="260350"/>
              </a:xfrm>
              <a:custGeom>
                <a:avLst/>
                <a:gdLst>
                  <a:gd name="T0" fmla="*/ 2147483646 w 188"/>
                  <a:gd name="T1" fmla="*/ 0 h 164"/>
                  <a:gd name="T2" fmla="*/ 2147483646 w 188"/>
                  <a:gd name="T3" fmla="*/ 0 h 164"/>
                  <a:gd name="T4" fmla="*/ 2147483646 w 188"/>
                  <a:gd name="T5" fmla="*/ 0 h 164"/>
                  <a:gd name="T6" fmla="*/ 2147483646 w 188"/>
                  <a:gd name="T7" fmla="*/ 0 h 164"/>
                  <a:gd name="T8" fmla="*/ 2147483646 w 188"/>
                  <a:gd name="T9" fmla="*/ 2147483646 h 164"/>
                  <a:gd name="T10" fmla="*/ 2147483646 w 188"/>
                  <a:gd name="T11" fmla="*/ 2147483646 h 164"/>
                  <a:gd name="T12" fmla="*/ 2147483646 w 188"/>
                  <a:gd name="T13" fmla="*/ 2147483646 h 164"/>
                  <a:gd name="T14" fmla="*/ 2147483646 w 188"/>
                  <a:gd name="T15" fmla="*/ 2147483646 h 164"/>
                  <a:gd name="T16" fmla="*/ 2147483646 w 188"/>
                  <a:gd name="T17" fmla="*/ 2147483646 h 164"/>
                  <a:gd name="T18" fmla="*/ 2147483646 w 188"/>
                  <a:gd name="T19" fmla="*/ 2147483646 h 164"/>
                  <a:gd name="T20" fmla="*/ 2147483646 w 188"/>
                  <a:gd name="T21" fmla="*/ 2147483646 h 164"/>
                  <a:gd name="T22" fmla="*/ 2147483646 w 188"/>
                  <a:gd name="T23" fmla="*/ 2147483646 h 164"/>
                  <a:gd name="T24" fmla="*/ 2147483646 w 188"/>
                  <a:gd name="T25" fmla="*/ 2147483646 h 164"/>
                  <a:gd name="T26" fmla="*/ 0 w 188"/>
                  <a:gd name="T27" fmla="*/ 2147483646 h 164"/>
                  <a:gd name="T28" fmla="*/ 0 w 188"/>
                  <a:gd name="T29" fmla="*/ 2147483646 h 164"/>
                  <a:gd name="T30" fmla="*/ 2147483646 w 188"/>
                  <a:gd name="T31" fmla="*/ 0 h 164"/>
                  <a:gd name="T32" fmla="*/ 2147483646 w 188"/>
                  <a:gd name="T33" fmla="*/ 0 h 16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88" h="164">
                    <a:moveTo>
                      <a:pt x="3" y="0"/>
                    </a:moveTo>
                    <a:lnTo>
                      <a:pt x="3" y="0"/>
                    </a:lnTo>
                    <a:lnTo>
                      <a:pt x="188" y="0"/>
                    </a:lnTo>
                    <a:lnTo>
                      <a:pt x="171" y="140"/>
                    </a:lnTo>
                    <a:lnTo>
                      <a:pt x="170" y="145"/>
                    </a:lnTo>
                    <a:lnTo>
                      <a:pt x="168" y="149"/>
                    </a:lnTo>
                    <a:lnTo>
                      <a:pt x="165" y="153"/>
                    </a:lnTo>
                    <a:lnTo>
                      <a:pt x="161" y="156"/>
                    </a:lnTo>
                    <a:lnTo>
                      <a:pt x="153" y="161"/>
                    </a:lnTo>
                    <a:lnTo>
                      <a:pt x="144" y="164"/>
                    </a:lnTo>
                    <a:lnTo>
                      <a:pt x="0" y="130"/>
                    </a:lnTo>
                    <a:lnTo>
                      <a:pt x="3" y="0"/>
                    </a:lnTo>
                    <a:close/>
                  </a:path>
                </a:pathLst>
              </a:custGeom>
              <a:solidFill>
                <a:srgbClr val="A9A9A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71" name="Freeform 56">
                <a:extLst>
                  <a:ext uri="{FF2B5EF4-FFF2-40B4-BE49-F238E27FC236}">
                    <a16:creationId xmlns:a16="http://schemas.microsoft.com/office/drawing/2014/main" id="{08ABF39C-E7E0-BA41-8D34-55C5746938E6}"/>
                  </a:ext>
                </a:extLst>
              </p:cNvPr>
              <p:cNvSpPr>
                <a:spLocks/>
              </p:cNvSpPr>
              <p:nvPr/>
            </p:nvSpPr>
            <p:spPr bwMode="auto">
              <a:xfrm>
                <a:off x="3265488" y="5083175"/>
                <a:ext cx="292100" cy="260350"/>
              </a:xfrm>
              <a:custGeom>
                <a:avLst/>
                <a:gdLst>
                  <a:gd name="T0" fmla="*/ 2147483646 w 184"/>
                  <a:gd name="T1" fmla="*/ 0 h 164"/>
                  <a:gd name="T2" fmla="*/ 2147483646 w 184"/>
                  <a:gd name="T3" fmla="*/ 0 h 164"/>
                  <a:gd name="T4" fmla="*/ 2147483646 w 184"/>
                  <a:gd name="T5" fmla="*/ 0 h 164"/>
                  <a:gd name="T6" fmla="*/ 2147483646 w 184"/>
                  <a:gd name="T7" fmla="*/ 0 h 164"/>
                  <a:gd name="T8" fmla="*/ 2147483646 w 184"/>
                  <a:gd name="T9" fmla="*/ 2147483646 h 164"/>
                  <a:gd name="T10" fmla="*/ 2147483646 w 184"/>
                  <a:gd name="T11" fmla="*/ 2147483646 h 164"/>
                  <a:gd name="T12" fmla="*/ 2147483646 w 184"/>
                  <a:gd name="T13" fmla="*/ 2147483646 h 164"/>
                  <a:gd name="T14" fmla="*/ 2147483646 w 184"/>
                  <a:gd name="T15" fmla="*/ 2147483646 h 164"/>
                  <a:gd name="T16" fmla="*/ 2147483646 w 184"/>
                  <a:gd name="T17" fmla="*/ 2147483646 h 164"/>
                  <a:gd name="T18" fmla="*/ 2147483646 w 184"/>
                  <a:gd name="T19" fmla="*/ 2147483646 h 164"/>
                  <a:gd name="T20" fmla="*/ 2147483646 w 184"/>
                  <a:gd name="T21" fmla="*/ 2147483646 h 164"/>
                  <a:gd name="T22" fmla="*/ 2147483646 w 184"/>
                  <a:gd name="T23" fmla="*/ 2147483646 h 164"/>
                  <a:gd name="T24" fmla="*/ 0 w 184"/>
                  <a:gd name="T25" fmla="*/ 2147483646 h 164"/>
                  <a:gd name="T26" fmla="*/ 0 w 184"/>
                  <a:gd name="T27" fmla="*/ 2147483646 h 164"/>
                  <a:gd name="T28" fmla="*/ 2147483646 w 184"/>
                  <a:gd name="T29" fmla="*/ 0 h 164"/>
                  <a:gd name="T30" fmla="*/ 2147483646 w 184"/>
                  <a:gd name="T31" fmla="*/ 0 h 16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84" h="164">
                    <a:moveTo>
                      <a:pt x="3" y="0"/>
                    </a:moveTo>
                    <a:lnTo>
                      <a:pt x="3" y="0"/>
                    </a:lnTo>
                    <a:lnTo>
                      <a:pt x="184" y="0"/>
                    </a:lnTo>
                    <a:lnTo>
                      <a:pt x="167" y="140"/>
                    </a:lnTo>
                    <a:lnTo>
                      <a:pt x="166" y="145"/>
                    </a:lnTo>
                    <a:lnTo>
                      <a:pt x="164" y="149"/>
                    </a:lnTo>
                    <a:lnTo>
                      <a:pt x="157" y="156"/>
                    </a:lnTo>
                    <a:lnTo>
                      <a:pt x="149" y="161"/>
                    </a:lnTo>
                    <a:lnTo>
                      <a:pt x="141" y="164"/>
                    </a:lnTo>
                    <a:lnTo>
                      <a:pt x="0" y="129"/>
                    </a:lnTo>
                    <a:lnTo>
                      <a:pt x="3" y="0"/>
                    </a:lnTo>
                    <a:close/>
                  </a:path>
                </a:pathLst>
              </a:custGeom>
              <a:solidFill>
                <a:srgbClr val="AAAAA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72" name="Freeform 57">
                <a:extLst>
                  <a:ext uri="{FF2B5EF4-FFF2-40B4-BE49-F238E27FC236}">
                    <a16:creationId xmlns:a16="http://schemas.microsoft.com/office/drawing/2014/main" id="{F81E324D-2D9E-BC4D-AF3E-877C899500C0}"/>
                  </a:ext>
                </a:extLst>
              </p:cNvPr>
              <p:cNvSpPr>
                <a:spLocks/>
              </p:cNvSpPr>
              <p:nvPr/>
            </p:nvSpPr>
            <p:spPr bwMode="auto">
              <a:xfrm>
                <a:off x="3270251" y="5083175"/>
                <a:ext cx="287338" cy="260350"/>
              </a:xfrm>
              <a:custGeom>
                <a:avLst/>
                <a:gdLst>
                  <a:gd name="T0" fmla="*/ 2147483646 w 181"/>
                  <a:gd name="T1" fmla="*/ 0 h 164"/>
                  <a:gd name="T2" fmla="*/ 2147483646 w 181"/>
                  <a:gd name="T3" fmla="*/ 0 h 164"/>
                  <a:gd name="T4" fmla="*/ 2147483646 w 181"/>
                  <a:gd name="T5" fmla="*/ 0 h 164"/>
                  <a:gd name="T6" fmla="*/ 2147483646 w 181"/>
                  <a:gd name="T7" fmla="*/ 0 h 164"/>
                  <a:gd name="T8" fmla="*/ 2147483646 w 181"/>
                  <a:gd name="T9" fmla="*/ 2147483646 h 164"/>
                  <a:gd name="T10" fmla="*/ 2147483646 w 181"/>
                  <a:gd name="T11" fmla="*/ 2147483646 h 164"/>
                  <a:gd name="T12" fmla="*/ 2147483646 w 181"/>
                  <a:gd name="T13" fmla="*/ 2147483646 h 164"/>
                  <a:gd name="T14" fmla="*/ 2147483646 w 181"/>
                  <a:gd name="T15" fmla="*/ 2147483646 h 164"/>
                  <a:gd name="T16" fmla="*/ 2147483646 w 181"/>
                  <a:gd name="T17" fmla="*/ 2147483646 h 164"/>
                  <a:gd name="T18" fmla="*/ 2147483646 w 181"/>
                  <a:gd name="T19" fmla="*/ 2147483646 h 164"/>
                  <a:gd name="T20" fmla="*/ 2147483646 w 181"/>
                  <a:gd name="T21" fmla="*/ 2147483646 h 164"/>
                  <a:gd name="T22" fmla="*/ 2147483646 w 181"/>
                  <a:gd name="T23" fmla="*/ 2147483646 h 164"/>
                  <a:gd name="T24" fmla="*/ 0 w 181"/>
                  <a:gd name="T25" fmla="*/ 2147483646 h 164"/>
                  <a:gd name="T26" fmla="*/ 0 w 181"/>
                  <a:gd name="T27" fmla="*/ 2147483646 h 164"/>
                  <a:gd name="T28" fmla="*/ 2147483646 w 181"/>
                  <a:gd name="T29" fmla="*/ 0 h 164"/>
                  <a:gd name="T30" fmla="*/ 2147483646 w 181"/>
                  <a:gd name="T31" fmla="*/ 0 h 16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81" h="164">
                    <a:moveTo>
                      <a:pt x="4" y="0"/>
                    </a:moveTo>
                    <a:lnTo>
                      <a:pt x="4" y="0"/>
                    </a:lnTo>
                    <a:lnTo>
                      <a:pt x="181" y="0"/>
                    </a:lnTo>
                    <a:lnTo>
                      <a:pt x="164" y="140"/>
                    </a:lnTo>
                    <a:lnTo>
                      <a:pt x="163" y="145"/>
                    </a:lnTo>
                    <a:lnTo>
                      <a:pt x="161" y="149"/>
                    </a:lnTo>
                    <a:lnTo>
                      <a:pt x="154" y="156"/>
                    </a:lnTo>
                    <a:lnTo>
                      <a:pt x="146" y="160"/>
                    </a:lnTo>
                    <a:lnTo>
                      <a:pt x="138" y="164"/>
                    </a:lnTo>
                    <a:lnTo>
                      <a:pt x="0" y="128"/>
                    </a:lnTo>
                    <a:lnTo>
                      <a:pt x="4" y="0"/>
                    </a:lnTo>
                    <a:close/>
                  </a:path>
                </a:pathLst>
              </a:custGeom>
              <a:solidFill>
                <a:srgbClr val="AAAAA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73" name="Freeform 58">
                <a:extLst>
                  <a:ext uri="{FF2B5EF4-FFF2-40B4-BE49-F238E27FC236}">
                    <a16:creationId xmlns:a16="http://schemas.microsoft.com/office/drawing/2014/main" id="{7903B97C-332C-D046-8402-5F89A5451294}"/>
                  </a:ext>
                </a:extLst>
              </p:cNvPr>
              <p:cNvSpPr>
                <a:spLocks/>
              </p:cNvSpPr>
              <p:nvPr/>
            </p:nvSpPr>
            <p:spPr bwMode="auto">
              <a:xfrm>
                <a:off x="3276601" y="5083175"/>
                <a:ext cx="280988" cy="258763"/>
              </a:xfrm>
              <a:custGeom>
                <a:avLst/>
                <a:gdLst>
                  <a:gd name="T0" fmla="*/ 2147483646 w 177"/>
                  <a:gd name="T1" fmla="*/ 0 h 163"/>
                  <a:gd name="T2" fmla="*/ 2147483646 w 177"/>
                  <a:gd name="T3" fmla="*/ 0 h 163"/>
                  <a:gd name="T4" fmla="*/ 2147483646 w 177"/>
                  <a:gd name="T5" fmla="*/ 0 h 163"/>
                  <a:gd name="T6" fmla="*/ 2147483646 w 177"/>
                  <a:gd name="T7" fmla="*/ 0 h 163"/>
                  <a:gd name="T8" fmla="*/ 2147483646 w 177"/>
                  <a:gd name="T9" fmla="*/ 2147483646 h 163"/>
                  <a:gd name="T10" fmla="*/ 2147483646 w 177"/>
                  <a:gd name="T11" fmla="*/ 2147483646 h 163"/>
                  <a:gd name="T12" fmla="*/ 2147483646 w 177"/>
                  <a:gd name="T13" fmla="*/ 2147483646 h 163"/>
                  <a:gd name="T14" fmla="*/ 2147483646 w 177"/>
                  <a:gd name="T15" fmla="*/ 2147483646 h 163"/>
                  <a:gd name="T16" fmla="*/ 2147483646 w 177"/>
                  <a:gd name="T17" fmla="*/ 2147483646 h 163"/>
                  <a:gd name="T18" fmla="*/ 2147483646 w 177"/>
                  <a:gd name="T19" fmla="*/ 2147483646 h 163"/>
                  <a:gd name="T20" fmla="*/ 2147483646 w 177"/>
                  <a:gd name="T21" fmla="*/ 2147483646 h 163"/>
                  <a:gd name="T22" fmla="*/ 2147483646 w 177"/>
                  <a:gd name="T23" fmla="*/ 2147483646 h 163"/>
                  <a:gd name="T24" fmla="*/ 0 w 177"/>
                  <a:gd name="T25" fmla="*/ 2147483646 h 163"/>
                  <a:gd name="T26" fmla="*/ 0 w 177"/>
                  <a:gd name="T27" fmla="*/ 2147483646 h 163"/>
                  <a:gd name="T28" fmla="*/ 2147483646 w 177"/>
                  <a:gd name="T29" fmla="*/ 0 h 163"/>
                  <a:gd name="T30" fmla="*/ 2147483646 w 177"/>
                  <a:gd name="T31" fmla="*/ 0 h 16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7" h="163">
                    <a:moveTo>
                      <a:pt x="4" y="0"/>
                    </a:moveTo>
                    <a:lnTo>
                      <a:pt x="4" y="0"/>
                    </a:lnTo>
                    <a:lnTo>
                      <a:pt x="177" y="0"/>
                    </a:lnTo>
                    <a:lnTo>
                      <a:pt x="160" y="140"/>
                    </a:lnTo>
                    <a:lnTo>
                      <a:pt x="159" y="145"/>
                    </a:lnTo>
                    <a:lnTo>
                      <a:pt x="157" y="149"/>
                    </a:lnTo>
                    <a:lnTo>
                      <a:pt x="150" y="156"/>
                    </a:lnTo>
                    <a:lnTo>
                      <a:pt x="142" y="160"/>
                    </a:lnTo>
                    <a:lnTo>
                      <a:pt x="134" y="163"/>
                    </a:lnTo>
                    <a:lnTo>
                      <a:pt x="0" y="128"/>
                    </a:lnTo>
                    <a:lnTo>
                      <a:pt x="4" y="0"/>
                    </a:lnTo>
                    <a:close/>
                  </a:path>
                </a:pathLst>
              </a:custGeom>
              <a:solidFill>
                <a:srgbClr val="ABABA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74" name="Freeform 59">
                <a:extLst>
                  <a:ext uri="{FF2B5EF4-FFF2-40B4-BE49-F238E27FC236}">
                    <a16:creationId xmlns:a16="http://schemas.microsoft.com/office/drawing/2014/main" id="{42D76F73-CDEB-5146-8EA7-7233F222A75E}"/>
                  </a:ext>
                </a:extLst>
              </p:cNvPr>
              <p:cNvSpPr>
                <a:spLocks/>
              </p:cNvSpPr>
              <p:nvPr/>
            </p:nvSpPr>
            <p:spPr bwMode="auto">
              <a:xfrm>
                <a:off x="3282951" y="5083175"/>
                <a:ext cx="274638" cy="258763"/>
              </a:xfrm>
              <a:custGeom>
                <a:avLst/>
                <a:gdLst>
                  <a:gd name="T0" fmla="*/ 2147483646 w 173"/>
                  <a:gd name="T1" fmla="*/ 0 h 163"/>
                  <a:gd name="T2" fmla="*/ 2147483646 w 173"/>
                  <a:gd name="T3" fmla="*/ 0 h 163"/>
                  <a:gd name="T4" fmla="*/ 2147483646 w 173"/>
                  <a:gd name="T5" fmla="*/ 0 h 163"/>
                  <a:gd name="T6" fmla="*/ 2147483646 w 173"/>
                  <a:gd name="T7" fmla="*/ 0 h 163"/>
                  <a:gd name="T8" fmla="*/ 2147483646 w 173"/>
                  <a:gd name="T9" fmla="*/ 2147483646 h 163"/>
                  <a:gd name="T10" fmla="*/ 2147483646 w 173"/>
                  <a:gd name="T11" fmla="*/ 2147483646 h 163"/>
                  <a:gd name="T12" fmla="*/ 2147483646 w 173"/>
                  <a:gd name="T13" fmla="*/ 2147483646 h 163"/>
                  <a:gd name="T14" fmla="*/ 2147483646 w 173"/>
                  <a:gd name="T15" fmla="*/ 2147483646 h 163"/>
                  <a:gd name="T16" fmla="*/ 2147483646 w 173"/>
                  <a:gd name="T17" fmla="*/ 2147483646 h 163"/>
                  <a:gd name="T18" fmla="*/ 2147483646 w 173"/>
                  <a:gd name="T19" fmla="*/ 2147483646 h 163"/>
                  <a:gd name="T20" fmla="*/ 2147483646 w 173"/>
                  <a:gd name="T21" fmla="*/ 2147483646 h 163"/>
                  <a:gd name="T22" fmla="*/ 2147483646 w 173"/>
                  <a:gd name="T23" fmla="*/ 2147483646 h 163"/>
                  <a:gd name="T24" fmla="*/ 0 w 173"/>
                  <a:gd name="T25" fmla="*/ 2147483646 h 163"/>
                  <a:gd name="T26" fmla="*/ 0 w 173"/>
                  <a:gd name="T27" fmla="*/ 2147483646 h 163"/>
                  <a:gd name="T28" fmla="*/ 2147483646 w 173"/>
                  <a:gd name="T29" fmla="*/ 0 h 163"/>
                  <a:gd name="T30" fmla="*/ 2147483646 w 173"/>
                  <a:gd name="T31" fmla="*/ 0 h 16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3" h="163">
                    <a:moveTo>
                      <a:pt x="3" y="0"/>
                    </a:moveTo>
                    <a:lnTo>
                      <a:pt x="3" y="0"/>
                    </a:lnTo>
                    <a:lnTo>
                      <a:pt x="173" y="0"/>
                    </a:lnTo>
                    <a:lnTo>
                      <a:pt x="156" y="140"/>
                    </a:lnTo>
                    <a:lnTo>
                      <a:pt x="155" y="145"/>
                    </a:lnTo>
                    <a:lnTo>
                      <a:pt x="153" y="149"/>
                    </a:lnTo>
                    <a:lnTo>
                      <a:pt x="146" y="156"/>
                    </a:lnTo>
                    <a:lnTo>
                      <a:pt x="140" y="160"/>
                    </a:lnTo>
                    <a:lnTo>
                      <a:pt x="132" y="163"/>
                    </a:lnTo>
                    <a:lnTo>
                      <a:pt x="0" y="126"/>
                    </a:lnTo>
                    <a:lnTo>
                      <a:pt x="3" y="0"/>
                    </a:lnTo>
                    <a:close/>
                  </a:path>
                </a:pathLst>
              </a:custGeom>
              <a:solidFill>
                <a:srgbClr val="ACACA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75" name="Freeform 60">
                <a:extLst>
                  <a:ext uri="{FF2B5EF4-FFF2-40B4-BE49-F238E27FC236}">
                    <a16:creationId xmlns:a16="http://schemas.microsoft.com/office/drawing/2014/main" id="{C3B65EB3-308F-EB4B-99E2-2B63F2EACDCD}"/>
                  </a:ext>
                </a:extLst>
              </p:cNvPr>
              <p:cNvSpPr>
                <a:spLocks/>
              </p:cNvSpPr>
              <p:nvPr/>
            </p:nvSpPr>
            <p:spPr bwMode="auto">
              <a:xfrm>
                <a:off x="3289301" y="5083175"/>
                <a:ext cx="268288" cy="258763"/>
              </a:xfrm>
              <a:custGeom>
                <a:avLst/>
                <a:gdLst>
                  <a:gd name="T0" fmla="*/ 2147483646 w 169"/>
                  <a:gd name="T1" fmla="*/ 0 h 163"/>
                  <a:gd name="T2" fmla="*/ 2147483646 w 169"/>
                  <a:gd name="T3" fmla="*/ 0 h 163"/>
                  <a:gd name="T4" fmla="*/ 2147483646 w 169"/>
                  <a:gd name="T5" fmla="*/ 0 h 163"/>
                  <a:gd name="T6" fmla="*/ 2147483646 w 169"/>
                  <a:gd name="T7" fmla="*/ 0 h 163"/>
                  <a:gd name="T8" fmla="*/ 2147483646 w 169"/>
                  <a:gd name="T9" fmla="*/ 2147483646 h 163"/>
                  <a:gd name="T10" fmla="*/ 2147483646 w 169"/>
                  <a:gd name="T11" fmla="*/ 2147483646 h 163"/>
                  <a:gd name="T12" fmla="*/ 2147483646 w 169"/>
                  <a:gd name="T13" fmla="*/ 2147483646 h 163"/>
                  <a:gd name="T14" fmla="*/ 2147483646 w 169"/>
                  <a:gd name="T15" fmla="*/ 2147483646 h 163"/>
                  <a:gd name="T16" fmla="*/ 2147483646 w 169"/>
                  <a:gd name="T17" fmla="*/ 2147483646 h 163"/>
                  <a:gd name="T18" fmla="*/ 2147483646 w 169"/>
                  <a:gd name="T19" fmla="*/ 2147483646 h 163"/>
                  <a:gd name="T20" fmla="*/ 2147483646 w 169"/>
                  <a:gd name="T21" fmla="*/ 2147483646 h 163"/>
                  <a:gd name="T22" fmla="*/ 2147483646 w 169"/>
                  <a:gd name="T23" fmla="*/ 2147483646 h 163"/>
                  <a:gd name="T24" fmla="*/ 0 w 169"/>
                  <a:gd name="T25" fmla="*/ 2147483646 h 163"/>
                  <a:gd name="T26" fmla="*/ 0 w 169"/>
                  <a:gd name="T27" fmla="*/ 2147483646 h 163"/>
                  <a:gd name="T28" fmla="*/ 2147483646 w 169"/>
                  <a:gd name="T29" fmla="*/ 0 h 163"/>
                  <a:gd name="T30" fmla="*/ 2147483646 w 169"/>
                  <a:gd name="T31" fmla="*/ 0 h 16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9" h="163">
                    <a:moveTo>
                      <a:pt x="3" y="0"/>
                    </a:moveTo>
                    <a:lnTo>
                      <a:pt x="3" y="0"/>
                    </a:lnTo>
                    <a:lnTo>
                      <a:pt x="169" y="0"/>
                    </a:lnTo>
                    <a:lnTo>
                      <a:pt x="152" y="140"/>
                    </a:lnTo>
                    <a:lnTo>
                      <a:pt x="151" y="144"/>
                    </a:lnTo>
                    <a:lnTo>
                      <a:pt x="149" y="148"/>
                    </a:lnTo>
                    <a:lnTo>
                      <a:pt x="142" y="155"/>
                    </a:lnTo>
                    <a:lnTo>
                      <a:pt x="136" y="160"/>
                    </a:lnTo>
                    <a:lnTo>
                      <a:pt x="128" y="163"/>
                    </a:lnTo>
                    <a:lnTo>
                      <a:pt x="0" y="125"/>
                    </a:lnTo>
                    <a:lnTo>
                      <a:pt x="3" y="0"/>
                    </a:lnTo>
                    <a:close/>
                  </a:path>
                </a:pathLst>
              </a:custGeom>
              <a:solidFill>
                <a:srgbClr val="ACACB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76" name="Freeform 61">
                <a:extLst>
                  <a:ext uri="{FF2B5EF4-FFF2-40B4-BE49-F238E27FC236}">
                    <a16:creationId xmlns:a16="http://schemas.microsoft.com/office/drawing/2014/main" id="{C660A9D1-1AE4-F740-996F-04B1CDC003FE}"/>
                  </a:ext>
                </a:extLst>
              </p:cNvPr>
              <p:cNvSpPr>
                <a:spLocks/>
              </p:cNvSpPr>
              <p:nvPr/>
            </p:nvSpPr>
            <p:spPr bwMode="auto">
              <a:xfrm>
                <a:off x="3294063" y="5083175"/>
                <a:ext cx="263525" cy="258763"/>
              </a:xfrm>
              <a:custGeom>
                <a:avLst/>
                <a:gdLst>
                  <a:gd name="T0" fmla="*/ 2147483646 w 166"/>
                  <a:gd name="T1" fmla="*/ 0 h 163"/>
                  <a:gd name="T2" fmla="*/ 2147483646 w 166"/>
                  <a:gd name="T3" fmla="*/ 0 h 163"/>
                  <a:gd name="T4" fmla="*/ 2147483646 w 166"/>
                  <a:gd name="T5" fmla="*/ 0 h 163"/>
                  <a:gd name="T6" fmla="*/ 2147483646 w 166"/>
                  <a:gd name="T7" fmla="*/ 0 h 163"/>
                  <a:gd name="T8" fmla="*/ 2147483646 w 166"/>
                  <a:gd name="T9" fmla="*/ 2147483646 h 163"/>
                  <a:gd name="T10" fmla="*/ 2147483646 w 166"/>
                  <a:gd name="T11" fmla="*/ 2147483646 h 163"/>
                  <a:gd name="T12" fmla="*/ 2147483646 w 166"/>
                  <a:gd name="T13" fmla="*/ 2147483646 h 163"/>
                  <a:gd name="T14" fmla="*/ 2147483646 w 166"/>
                  <a:gd name="T15" fmla="*/ 2147483646 h 163"/>
                  <a:gd name="T16" fmla="*/ 2147483646 w 166"/>
                  <a:gd name="T17" fmla="*/ 2147483646 h 163"/>
                  <a:gd name="T18" fmla="*/ 2147483646 w 166"/>
                  <a:gd name="T19" fmla="*/ 2147483646 h 163"/>
                  <a:gd name="T20" fmla="*/ 2147483646 w 166"/>
                  <a:gd name="T21" fmla="*/ 2147483646 h 163"/>
                  <a:gd name="T22" fmla="*/ 2147483646 w 166"/>
                  <a:gd name="T23" fmla="*/ 2147483646 h 163"/>
                  <a:gd name="T24" fmla="*/ 0 w 166"/>
                  <a:gd name="T25" fmla="*/ 2147483646 h 163"/>
                  <a:gd name="T26" fmla="*/ 0 w 166"/>
                  <a:gd name="T27" fmla="*/ 2147483646 h 163"/>
                  <a:gd name="T28" fmla="*/ 2147483646 w 166"/>
                  <a:gd name="T29" fmla="*/ 0 h 163"/>
                  <a:gd name="T30" fmla="*/ 2147483646 w 166"/>
                  <a:gd name="T31" fmla="*/ 0 h 16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163">
                    <a:moveTo>
                      <a:pt x="4" y="0"/>
                    </a:moveTo>
                    <a:lnTo>
                      <a:pt x="4" y="0"/>
                    </a:lnTo>
                    <a:lnTo>
                      <a:pt x="166" y="0"/>
                    </a:lnTo>
                    <a:lnTo>
                      <a:pt x="149" y="140"/>
                    </a:lnTo>
                    <a:lnTo>
                      <a:pt x="148" y="144"/>
                    </a:lnTo>
                    <a:lnTo>
                      <a:pt x="146" y="148"/>
                    </a:lnTo>
                    <a:lnTo>
                      <a:pt x="141" y="155"/>
                    </a:lnTo>
                    <a:lnTo>
                      <a:pt x="133" y="160"/>
                    </a:lnTo>
                    <a:lnTo>
                      <a:pt x="125" y="163"/>
                    </a:lnTo>
                    <a:lnTo>
                      <a:pt x="0" y="124"/>
                    </a:lnTo>
                    <a:lnTo>
                      <a:pt x="4" y="0"/>
                    </a:lnTo>
                    <a:close/>
                  </a:path>
                </a:pathLst>
              </a:custGeom>
              <a:solidFill>
                <a:srgbClr val="ADADB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77" name="Freeform 62">
                <a:extLst>
                  <a:ext uri="{FF2B5EF4-FFF2-40B4-BE49-F238E27FC236}">
                    <a16:creationId xmlns:a16="http://schemas.microsoft.com/office/drawing/2014/main" id="{AA0E6426-2C43-C347-BDA2-239EE8E63E82}"/>
                  </a:ext>
                </a:extLst>
              </p:cNvPr>
              <p:cNvSpPr>
                <a:spLocks/>
              </p:cNvSpPr>
              <p:nvPr/>
            </p:nvSpPr>
            <p:spPr bwMode="auto">
              <a:xfrm>
                <a:off x="3300413" y="5083175"/>
                <a:ext cx="257175" cy="258763"/>
              </a:xfrm>
              <a:custGeom>
                <a:avLst/>
                <a:gdLst>
                  <a:gd name="T0" fmla="*/ 2147483646 w 162"/>
                  <a:gd name="T1" fmla="*/ 0 h 163"/>
                  <a:gd name="T2" fmla="*/ 2147483646 w 162"/>
                  <a:gd name="T3" fmla="*/ 0 h 163"/>
                  <a:gd name="T4" fmla="*/ 2147483646 w 162"/>
                  <a:gd name="T5" fmla="*/ 0 h 163"/>
                  <a:gd name="T6" fmla="*/ 2147483646 w 162"/>
                  <a:gd name="T7" fmla="*/ 0 h 163"/>
                  <a:gd name="T8" fmla="*/ 2147483646 w 162"/>
                  <a:gd name="T9" fmla="*/ 2147483646 h 163"/>
                  <a:gd name="T10" fmla="*/ 2147483646 w 162"/>
                  <a:gd name="T11" fmla="*/ 2147483646 h 163"/>
                  <a:gd name="T12" fmla="*/ 2147483646 w 162"/>
                  <a:gd name="T13" fmla="*/ 2147483646 h 163"/>
                  <a:gd name="T14" fmla="*/ 2147483646 w 162"/>
                  <a:gd name="T15" fmla="*/ 2147483646 h 163"/>
                  <a:gd name="T16" fmla="*/ 2147483646 w 162"/>
                  <a:gd name="T17" fmla="*/ 2147483646 h 163"/>
                  <a:gd name="T18" fmla="*/ 2147483646 w 162"/>
                  <a:gd name="T19" fmla="*/ 2147483646 h 163"/>
                  <a:gd name="T20" fmla="*/ 2147483646 w 162"/>
                  <a:gd name="T21" fmla="*/ 2147483646 h 163"/>
                  <a:gd name="T22" fmla="*/ 2147483646 w 162"/>
                  <a:gd name="T23" fmla="*/ 2147483646 h 163"/>
                  <a:gd name="T24" fmla="*/ 0 w 162"/>
                  <a:gd name="T25" fmla="*/ 2147483646 h 163"/>
                  <a:gd name="T26" fmla="*/ 0 w 162"/>
                  <a:gd name="T27" fmla="*/ 2147483646 h 163"/>
                  <a:gd name="T28" fmla="*/ 2147483646 w 162"/>
                  <a:gd name="T29" fmla="*/ 0 h 163"/>
                  <a:gd name="T30" fmla="*/ 2147483646 w 162"/>
                  <a:gd name="T31" fmla="*/ 0 h 16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2" h="163">
                    <a:moveTo>
                      <a:pt x="4" y="0"/>
                    </a:moveTo>
                    <a:lnTo>
                      <a:pt x="4" y="0"/>
                    </a:lnTo>
                    <a:lnTo>
                      <a:pt x="162" y="0"/>
                    </a:lnTo>
                    <a:lnTo>
                      <a:pt x="145" y="140"/>
                    </a:lnTo>
                    <a:lnTo>
                      <a:pt x="144" y="144"/>
                    </a:lnTo>
                    <a:lnTo>
                      <a:pt x="142" y="148"/>
                    </a:lnTo>
                    <a:lnTo>
                      <a:pt x="137" y="155"/>
                    </a:lnTo>
                    <a:lnTo>
                      <a:pt x="129" y="160"/>
                    </a:lnTo>
                    <a:lnTo>
                      <a:pt x="121" y="163"/>
                    </a:lnTo>
                    <a:lnTo>
                      <a:pt x="0" y="122"/>
                    </a:lnTo>
                    <a:lnTo>
                      <a:pt x="4" y="0"/>
                    </a:lnTo>
                    <a:close/>
                  </a:path>
                </a:pathLst>
              </a:custGeom>
              <a:solidFill>
                <a:srgbClr val="AEAEB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78" name="Freeform 63">
                <a:extLst>
                  <a:ext uri="{FF2B5EF4-FFF2-40B4-BE49-F238E27FC236}">
                    <a16:creationId xmlns:a16="http://schemas.microsoft.com/office/drawing/2014/main" id="{5CC2C124-55B5-3548-83BC-F0D728D11572}"/>
                  </a:ext>
                </a:extLst>
              </p:cNvPr>
              <p:cNvSpPr>
                <a:spLocks/>
              </p:cNvSpPr>
              <p:nvPr/>
            </p:nvSpPr>
            <p:spPr bwMode="auto">
              <a:xfrm>
                <a:off x="3306763" y="5083175"/>
                <a:ext cx="250825" cy="258763"/>
              </a:xfrm>
              <a:custGeom>
                <a:avLst/>
                <a:gdLst>
                  <a:gd name="T0" fmla="*/ 2147483646 w 158"/>
                  <a:gd name="T1" fmla="*/ 0 h 163"/>
                  <a:gd name="T2" fmla="*/ 2147483646 w 158"/>
                  <a:gd name="T3" fmla="*/ 0 h 163"/>
                  <a:gd name="T4" fmla="*/ 2147483646 w 158"/>
                  <a:gd name="T5" fmla="*/ 0 h 163"/>
                  <a:gd name="T6" fmla="*/ 2147483646 w 158"/>
                  <a:gd name="T7" fmla="*/ 0 h 163"/>
                  <a:gd name="T8" fmla="*/ 2147483646 w 158"/>
                  <a:gd name="T9" fmla="*/ 2147483646 h 163"/>
                  <a:gd name="T10" fmla="*/ 2147483646 w 158"/>
                  <a:gd name="T11" fmla="*/ 2147483646 h 163"/>
                  <a:gd name="T12" fmla="*/ 2147483646 w 158"/>
                  <a:gd name="T13" fmla="*/ 2147483646 h 163"/>
                  <a:gd name="T14" fmla="*/ 2147483646 w 158"/>
                  <a:gd name="T15" fmla="*/ 2147483646 h 163"/>
                  <a:gd name="T16" fmla="*/ 2147483646 w 158"/>
                  <a:gd name="T17" fmla="*/ 2147483646 h 163"/>
                  <a:gd name="T18" fmla="*/ 2147483646 w 158"/>
                  <a:gd name="T19" fmla="*/ 2147483646 h 163"/>
                  <a:gd name="T20" fmla="*/ 2147483646 w 158"/>
                  <a:gd name="T21" fmla="*/ 2147483646 h 163"/>
                  <a:gd name="T22" fmla="*/ 2147483646 w 158"/>
                  <a:gd name="T23" fmla="*/ 2147483646 h 163"/>
                  <a:gd name="T24" fmla="*/ 0 w 158"/>
                  <a:gd name="T25" fmla="*/ 2147483646 h 163"/>
                  <a:gd name="T26" fmla="*/ 0 w 158"/>
                  <a:gd name="T27" fmla="*/ 2147483646 h 163"/>
                  <a:gd name="T28" fmla="*/ 2147483646 w 158"/>
                  <a:gd name="T29" fmla="*/ 0 h 163"/>
                  <a:gd name="T30" fmla="*/ 2147483646 w 158"/>
                  <a:gd name="T31" fmla="*/ 0 h 16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58" h="163">
                    <a:moveTo>
                      <a:pt x="4" y="0"/>
                    </a:moveTo>
                    <a:lnTo>
                      <a:pt x="4" y="0"/>
                    </a:lnTo>
                    <a:lnTo>
                      <a:pt x="158" y="0"/>
                    </a:lnTo>
                    <a:lnTo>
                      <a:pt x="141" y="140"/>
                    </a:lnTo>
                    <a:lnTo>
                      <a:pt x="140" y="144"/>
                    </a:lnTo>
                    <a:lnTo>
                      <a:pt x="138" y="148"/>
                    </a:lnTo>
                    <a:lnTo>
                      <a:pt x="133" y="155"/>
                    </a:lnTo>
                    <a:lnTo>
                      <a:pt x="125" y="160"/>
                    </a:lnTo>
                    <a:lnTo>
                      <a:pt x="118" y="163"/>
                    </a:lnTo>
                    <a:lnTo>
                      <a:pt x="0" y="121"/>
                    </a:lnTo>
                    <a:lnTo>
                      <a:pt x="4" y="0"/>
                    </a:lnTo>
                    <a:close/>
                  </a:path>
                </a:pathLst>
              </a:custGeom>
              <a:solidFill>
                <a:srgbClr val="AEAEB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79" name="Freeform 64">
                <a:extLst>
                  <a:ext uri="{FF2B5EF4-FFF2-40B4-BE49-F238E27FC236}">
                    <a16:creationId xmlns:a16="http://schemas.microsoft.com/office/drawing/2014/main" id="{016AF5D0-8CFB-6C4D-8B5A-2C3452A95877}"/>
                  </a:ext>
                </a:extLst>
              </p:cNvPr>
              <p:cNvSpPr>
                <a:spLocks/>
              </p:cNvSpPr>
              <p:nvPr/>
            </p:nvSpPr>
            <p:spPr bwMode="auto">
              <a:xfrm>
                <a:off x="3313113" y="5083175"/>
                <a:ext cx="244475" cy="258763"/>
              </a:xfrm>
              <a:custGeom>
                <a:avLst/>
                <a:gdLst>
                  <a:gd name="T0" fmla="*/ 2147483646 w 154"/>
                  <a:gd name="T1" fmla="*/ 0 h 163"/>
                  <a:gd name="T2" fmla="*/ 2147483646 w 154"/>
                  <a:gd name="T3" fmla="*/ 0 h 163"/>
                  <a:gd name="T4" fmla="*/ 2147483646 w 154"/>
                  <a:gd name="T5" fmla="*/ 0 h 163"/>
                  <a:gd name="T6" fmla="*/ 2147483646 w 154"/>
                  <a:gd name="T7" fmla="*/ 0 h 163"/>
                  <a:gd name="T8" fmla="*/ 2147483646 w 154"/>
                  <a:gd name="T9" fmla="*/ 2147483646 h 163"/>
                  <a:gd name="T10" fmla="*/ 2147483646 w 154"/>
                  <a:gd name="T11" fmla="*/ 2147483646 h 163"/>
                  <a:gd name="T12" fmla="*/ 2147483646 w 154"/>
                  <a:gd name="T13" fmla="*/ 2147483646 h 163"/>
                  <a:gd name="T14" fmla="*/ 2147483646 w 154"/>
                  <a:gd name="T15" fmla="*/ 2147483646 h 163"/>
                  <a:gd name="T16" fmla="*/ 2147483646 w 154"/>
                  <a:gd name="T17" fmla="*/ 2147483646 h 163"/>
                  <a:gd name="T18" fmla="*/ 2147483646 w 154"/>
                  <a:gd name="T19" fmla="*/ 2147483646 h 163"/>
                  <a:gd name="T20" fmla="*/ 2147483646 w 154"/>
                  <a:gd name="T21" fmla="*/ 2147483646 h 163"/>
                  <a:gd name="T22" fmla="*/ 2147483646 w 154"/>
                  <a:gd name="T23" fmla="*/ 2147483646 h 163"/>
                  <a:gd name="T24" fmla="*/ 0 w 154"/>
                  <a:gd name="T25" fmla="*/ 2147483646 h 163"/>
                  <a:gd name="T26" fmla="*/ 0 w 154"/>
                  <a:gd name="T27" fmla="*/ 2147483646 h 163"/>
                  <a:gd name="T28" fmla="*/ 2147483646 w 154"/>
                  <a:gd name="T29" fmla="*/ 0 h 163"/>
                  <a:gd name="T30" fmla="*/ 2147483646 w 154"/>
                  <a:gd name="T31" fmla="*/ 0 h 16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54" h="163">
                    <a:moveTo>
                      <a:pt x="4" y="0"/>
                    </a:moveTo>
                    <a:lnTo>
                      <a:pt x="4" y="0"/>
                    </a:lnTo>
                    <a:lnTo>
                      <a:pt x="154" y="0"/>
                    </a:lnTo>
                    <a:lnTo>
                      <a:pt x="137" y="140"/>
                    </a:lnTo>
                    <a:lnTo>
                      <a:pt x="136" y="144"/>
                    </a:lnTo>
                    <a:lnTo>
                      <a:pt x="134" y="148"/>
                    </a:lnTo>
                    <a:lnTo>
                      <a:pt x="129" y="155"/>
                    </a:lnTo>
                    <a:lnTo>
                      <a:pt x="122" y="160"/>
                    </a:lnTo>
                    <a:lnTo>
                      <a:pt x="114" y="163"/>
                    </a:lnTo>
                    <a:lnTo>
                      <a:pt x="0" y="119"/>
                    </a:lnTo>
                    <a:lnTo>
                      <a:pt x="4" y="0"/>
                    </a:lnTo>
                    <a:close/>
                  </a:path>
                </a:pathLst>
              </a:custGeom>
              <a:solidFill>
                <a:srgbClr val="AFAFB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80" name="Freeform 65">
                <a:extLst>
                  <a:ext uri="{FF2B5EF4-FFF2-40B4-BE49-F238E27FC236}">
                    <a16:creationId xmlns:a16="http://schemas.microsoft.com/office/drawing/2014/main" id="{83B29EA7-40E8-3B47-91B6-A989FE009E01}"/>
                  </a:ext>
                </a:extLst>
              </p:cNvPr>
              <p:cNvSpPr>
                <a:spLocks/>
              </p:cNvSpPr>
              <p:nvPr/>
            </p:nvSpPr>
            <p:spPr bwMode="auto">
              <a:xfrm>
                <a:off x="3317876" y="5083175"/>
                <a:ext cx="239713" cy="258763"/>
              </a:xfrm>
              <a:custGeom>
                <a:avLst/>
                <a:gdLst>
                  <a:gd name="T0" fmla="*/ 2147483646 w 151"/>
                  <a:gd name="T1" fmla="*/ 0 h 163"/>
                  <a:gd name="T2" fmla="*/ 2147483646 w 151"/>
                  <a:gd name="T3" fmla="*/ 0 h 163"/>
                  <a:gd name="T4" fmla="*/ 2147483646 w 151"/>
                  <a:gd name="T5" fmla="*/ 0 h 163"/>
                  <a:gd name="T6" fmla="*/ 2147483646 w 151"/>
                  <a:gd name="T7" fmla="*/ 0 h 163"/>
                  <a:gd name="T8" fmla="*/ 2147483646 w 151"/>
                  <a:gd name="T9" fmla="*/ 2147483646 h 163"/>
                  <a:gd name="T10" fmla="*/ 2147483646 w 151"/>
                  <a:gd name="T11" fmla="*/ 2147483646 h 163"/>
                  <a:gd name="T12" fmla="*/ 2147483646 w 151"/>
                  <a:gd name="T13" fmla="*/ 2147483646 h 163"/>
                  <a:gd name="T14" fmla="*/ 2147483646 w 151"/>
                  <a:gd name="T15" fmla="*/ 2147483646 h 163"/>
                  <a:gd name="T16" fmla="*/ 2147483646 w 151"/>
                  <a:gd name="T17" fmla="*/ 2147483646 h 163"/>
                  <a:gd name="T18" fmla="*/ 2147483646 w 151"/>
                  <a:gd name="T19" fmla="*/ 2147483646 h 163"/>
                  <a:gd name="T20" fmla="*/ 2147483646 w 151"/>
                  <a:gd name="T21" fmla="*/ 2147483646 h 163"/>
                  <a:gd name="T22" fmla="*/ 2147483646 w 151"/>
                  <a:gd name="T23" fmla="*/ 2147483646 h 163"/>
                  <a:gd name="T24" fmla="*/ 0 w 151"/>
                  <a:gd name="T25" fmla="*/ 2147483646 h 163"/>
                  <a:gd name="T26" fmla="*/ 0 w 151"/>
                  <a:gd name="T27" fmla="*/ 2147483646 h 163"/>
                  <a:gd name="T28" fmla="*/ 2147483646 w 151"/>
                  <a:gd name="T29" fmla="*/ 0 h 163"/>
                  <a:gd name="T30" fmla="*/ 2147483646 w 151"/>
                  <a:gd name="T31" fmla="*/ 0 h 16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51" h="163">
                    <a:moveTo>
                      <a:pt x="4" y="0"/>
                    </a:moveTo>
                    <a:lnTo>
                      <a:pt x="4" y="0"/>
                    </a:lnTo>
                    <a:lnTo>
                      <a:pt x="151" y="0"/>
                    </a:lnTo>
                    <a:lnTo>
                      <a:pt x="134" y="140"/>
                    </a:lnTo>
                    <a:lnTo>
                      <a:pt x="133" y="144"/>
                    </a:lnTo>
                    <a:lnTo>
                      <a:pt x="131" y="148"/>
                    </a:lnTo>
                    <a:lnTo>
                      <a:pt x="126" y="155"/>
                    </a:lnTo>
                    <a:lnTo>
                      <a:pt x="119" y="160"/>
                    </a:lnTo>
                    <a:lnTo>
                      <a:pt x="111" y="163"/>
                    </a:lnTo>
                    <a:lnTo>
                      <a:pt x="0" y="119"/>
                    </a:lnTo>
                    <a:lnTo>
                      <a:pt x="4" y="0"/>
                    </a:lnTo>
                    <a:close/>
                  </a:path>
                </a:pathLst>
              </a:custGeom>
              <a:solidFill>
                <a:srgbClr val="AFAFB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81" name="Freeform 66">
                <a:extLst>
                  <a:ext uri="{FF2B5EF4-FFF2-40B4-BE49-F238E27FC236}">
                    <a16:creationId xmlns:a16="http://schemas.microsoft.com/office/drawing/2014/main" id="{F7476F09-06B9-C649-ADC0-24BF95CB415B}"/>
                  </a:ext>
                </a:extLst>
              </p:cNvPr>
              <p:cNvSpPr>
                <a:spLocks/>
              </p:cNvSpPr>
              <p:nvPr/>
            </p:nvSpPr>
            <p:spPr bwMode="auto">
              <a:xfrm>
                <a:off x="3324226" y="5083175"/>
                <a:ext cx="233363" cy="258763"/>
              </a:xfrm>
              <a:custGeom>
                <a:avLst/>
                <a:gdLst>
                  <a:gd name="T0" fmla="*/ 2147483646 w 147"/>
                  <a:gd name="T1" fmla="*/ 0 h 163"/>
                  <a:gd name="T2" fmla="*/ 2147483646 w 147"/>
                  <a:gd name="T3" fmla="*/ 0 h 163"/>
                  <a:gd name="T4" fmla="*/ 2147483646 w 147"/>
                  <a:gd name="T5" fmla="*/ 0 h 163"/>
                  <a:gd name="T6" fmla="*/ 2147483646 w 147"/>
                  <a:gd name="T7" fmla="*/ 0 h 163"/>
                  <a:gd name="T8" fmla="*/ 2147483646 w 147"/>
                  <a:gd name="T9" fmla="*/ 2147483646 h 163"/>
                  <a:gd name="T10" fmla="*/ 2147483646 w 147"/>
                  <a:gd name="T11" fmla="*/ 2147483646 h 163"/>
                  <a:gd name="T12" fmla="*/ 2147483646 w 147"/>
                  <a:gd name="T13" fmla="*/ 2147483646 h 163"/>
                  <a:gd name="T14" fmla="*/ 2147483646 w 147"/>
                  <a:gd name="T15" fmla="*/ 2147483646 h 163"/>
                  <a:gd name="T16" fmla="*/ 2147483646 w 147"/>
                  <a:gd name="T17" fmla="*/ 2147483646 h 163"/>
                  <a:gd name="T18" fmla="*/ 2147483646 w 147"/>
                  <a:gd name="T19" fmla="*/ 2147483646 h 163"/>
                  <a:gd name="T20" fmla="*/ 2147483646 w 147"/>
                  <a:gd name="T21" fmla="*/ 2147483646 h 163"/>
                  <a:gd name="T22" fmla="*/ 2147483646 w 147"/>
                  <a:gd name="T23" fmla="*/ 2147483646 h 163"/>
                  <a:gd name="T24" fmla="*/ 0 w 147"/>
                  <a:gd name="T25" fmla="*/ 2147483646 h 163"/>
                  <a:gd name="T26" fmla="*/ 0 w 147"/>
                  <a:gd name="T27" fmla="*/ 2147483646 h 163"/>
                  <a:gd name="T28" fmla="*/ 2147483646 w 147"/>
                  <a:gd name="T29" fmla="*/ 0 h 163"/>
                  <a:gd name="T30" fmla="*/ 2147483646 w 147"/>
                  <a:gd name="T31" fmla="*/ 0 h 16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47" h="163">
                    <a:moveTo>
                      <a:pt x="4" y="0"/>
                    </a:moveTo>
                    <a:lnTo>
                      <a:pt x="4" y="0"/>
                    </a:lnTo>
                    <a:lnTo>
                      <a:pt x="147" y="0"/>
                    </a:lnTo>
                    <a:lnTo>
                      <a:pt x="130" y="140"/>
                    </a:lnTo>
                    <a:lnTo>
                      <a:pt x="129" y="144"/>
                    </a:lnTo>
                    <a:lnTo>
                      <a:pt x="127" y="148"/>
                    </a:lnTo>
                    <a:lnTo>
                      <a:pt x="122" y="155"/>
                    </a:lnTo>
                    <a:lnTo>
                      <a:pt x="115" y="159"/>
                    </a:lnTo>
                    <a:lnTo>
                      <a:pt x="107" y="163"/>
                    </a:lnTo>
                    <a:lnTo>
                      <a:pt x="0" y="118"/>
                    </a:lnTo>
                    <a:lnTo>
                      <a:pt x="4" y="0"/>
                    </a:lnTo>
                    <a:close/>
                  </a:path>
                </a:pathLst>
              </a:custGeom>
              <a:solidFill>
                <a:srgbClr val="B0B0B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82" name="Freeform 67">
                <a:extLst>
                  <a:ext uri="{FF2B5EF4-FFF2-40B4-BE49-F238E27FC236}">
                    <a16:creationId xmlns:a16="http://schemas.microsoft.com/office/drawing/2014/main" id="{C99B27D4-68CD-724D-B2A8-6863C2D15508}"/>
                  </a:ext>
                </a:extLst>
              </p:cNvPr>
              <p:cNvSpPr>
                <a:spLocks/>
              </p:cNvSpPr>
              <p:nvPr/>
            </p:nvSpPr>
            <p:spPr bwMode="auto">
              <a:xfrm>
                <a:off x="3330576" y="5083175"/>
                <a:ext cx="227013" cy="258763"/>
              </a:xfrm>
              <a:custGeom>
                <a:avLst/>
                <a:gdLst>
                  <a:gd name="T0" fmla="*/ 2147483646 w 143"/>
                  <a:gd name="T1" fmla="*/ 0 h 163"/>
                  <a:gd name="T2" fmla="*/ 2147483646 w 143"/>
                  <a:gd name="T3" fmla="*/ 0 h 163"/>
                  <a:gd name="T4" fmla="*/ 2147483646 w 143"/>
                  <a:gd name="T5" fmla="*/ 0 h 163"/>
                  <a:gd name="T6" fmla="*/ 2147483646 w 143"/>
                  <a:gd name="T7" fmla="*/ 0 h 163"/>
                  <a:gd name="T8" fmla="*/ 2147483646 w 143"/>
                  <a:gd name="T9" fmla="*/ 2147483646 h 163"/>
                  <a:gd name="T10" fmla="*/ 2147483646 w 143"/>
                  <a:gd name="T11" fmla="*/ 2147483646 h 163"/>
                  <a:gd name="T12" fmla="*/ 2147483646 w 143"/>
                  <a:gd name="T13" fmla="*/ 2147483646 h 163"/>
                  <a:gd name="T14" fmla="*/ 2147483646 w 143"/>
                  <a:gd name="T15" fmla="*/ 2147483646 h 163"/>
                  <a:gd name="T16" fmla="*/ 2147483646 w 143"/>
                  <a:gd name="T17" fmla="*/ 2147483646 h 163"/>
                  <a:gd name="T18" fmla="*/ 2147483646 w 143"/>
                  <a:gd name="T19" fmla="*/ 2147483646 h 163"/>
                  <a:gd name="T20" fmla="*/ 2147483646 w 143"/>
                  <a:gd name="T21" fmla="*/ 2147483646 h 163"/>
                  <a:gd name="T22" fmla="*/ 2147483646 w 143"/>
                  <a:gd name="T23" fmla="*/ 2147483646 h 163"/>
                  <a:gd name="T24" fmla="*/ 0 w 143"/>
                  <a:gd name="T25" fmla="*/ 2147483646 h 163"/>
                  <a:gd name="T26" fmla="*/ 0 w 143"/>
                  <a:gd name="T27" fmla="*/ 2147483646 h 163"/>
                  <a:gd name="T28" fmla="*/ 2147483646 w 143"/>
                  <a:gd name="T29" fmla="*/ 0 h 163"/>
                  <a:gd name="T30" fmla="*/ 2147483646 w 143"/>
                  <a:gd name="T31" fmla="*/ 0 h 16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43" h="163">
                    <a:moveTo>
                      <a:pt x="4" y="0"/>
                    </a:moveTo>
                    <a:lnTo>
                      <a:pt x="4" y="0"/>
                    </a:lnTo>
                    <a:lnTo>
                      <a:pt x="143" y="0"/>
                    </a:lnTo>
                    <a:lnTo>
                      <a:pt x="126" y="140"/>
                    </a:lnTo>
                    <a:lnTo>
                      <a:pt x="125" y="144"/>
                    </a:lnTo>
                    <a:lnTo>
                      <a:pt x="123" y="148"/>
                    </a:lnTo>
                    <a:lnTo>
                      <a:pt x="118" y="155"/>
                    </a:lnTo>
                    <a:lnTo>
                      <a:pt x="111" y="159"/>
                    </a:lnTo>
                    <a:lnTo>
                      <a:pt x="104" y="163"/>
                    </a:lnTo>
                    <a:lnTo>
                      <a:pt x="0" y="117"/>
                    </a:lnTo>
                    <a:lnTo>
                      <a:pt x="4" y="0"/>
                    </a:lnTo>
                    <a:close/>
                  </a:path>
                </a:pathLst>
              </a:custGeom>
              <a:solidFill>
                <a:srgbClr val="B1B1B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83" name="Freeform 68">
                <a:extLst>
                  <a:ext uri="{FF2B5EF4-FFF2-40B4-BE49-F238E27FC236}">
                    <a16:creationId xmlns:a16="http://schemas.microsoft.com/office/drawing/2014/main" id="{BB957838-9F4A-7847-A96C-8177D807182A}"/>
                  </a:ext>
                </a:extLst>
              </p:cNvPr>
              <p:cNvSpPr>
                <a:spLocks/>
              </p:cNvSpPr>
              <p:nvPr/>
            </p:nvSpPr>
            <p:spPr bwMode="auto">
              <a:xfrm>
                <a:off x="3336926" y="5083175"/>
                <a:ext cx="220663" cy="255588"/>
              </a:xfrm>
              <a:custGeom>
                <a:avLst/>
                <a:gdLst>
                  <a:gd name="T0" fmla="*/ 2147483646 w 139"/>
                  <a:gd name="T1" fmla="*/ 0 h 161"/>
                  <a:gd name="T2" fmla="*/ 2147483646 w 139"/>
                  <a:gd name="T3" fmla="*/ 0 h 161"/>
                  <a:gd name="T4" fmla="*/ 2147483646 w 139"/>
                  <a:gd name="T5" fmla="*/ 0 h 161"/>
                  <a:gd name="T6" fmla="*/ 2147483646 w 139"/>
                  <a:gd name="T7" fmla="*/ 0 h 161"/>
                  <a:gd name="T8" fmla="*/ 2147483646 w 139"/>
                  <a:gd name="T9" fmla="*/ 2147483646 h 161"/>
                  <a:gd name="T10" fmla="*/ 2147483646 w 139"/>
                  <a:gd name="T11" fmla="*/ 2147483646 h 161"/>
                  <a:gd name="T12" fmla="*/ 2147483646 w 139"/>
                  <a:gd name="T13" fmla="*/ 2147483646 h 161"/>
                  <a:gd name="T14" fmla="*/ 2147483646 w 139"/>
                  <a:gd name="T15" fmla="*/ 2147483646 h 161"/>
                  <a:gd name="T16" fmla="*/ 2147483646 w 139"/>
                  <a:gd name="T17" fmla="*/ 2147483646 h 161"/>
                  <a:gd name="T18" fmla="*/ 2147483646 w 139"/>
                  <a:gd name="T19" fmla="*/ 2147483646 h 161"/>
                  <a:gd name="T20" fmla="*/ 2147483646 w 139"/>
                  <a:gd name="T21" fmla="*/ 2147483646 h 161"/>
                  <a:gd name="T22" fmla="*/ 2147483646 w 139"/>
                  <a:gd name="T23" fmla="*/ 2147483646 h 161"/>
                  <a:gd name="T24" fmla="*/ 0 w 139"/>
                  <a:gd name="T25" fmla="*/ 2147483646 h 161"/>
                  <a:gd name="T26" fmla="*/ 0 w 139"/>
                  <a:gd name="T27" fmla="*/ 2147483646 h 161"/>
                  <a:gd name="T28" fmla="*/ 2147483646 w 139"/>
                  <a:gd name="T29" fmla="*/ 0 h 161"/>
                  <a:gd name="T30" fmla="*/ 2147483646 w 139"/>
                  <a:gd name="T31" fmla="*/ 0 h 16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9" h="161">
                    <a:moveTo>
                      <a:pt x="4" y="0"/>
                    </a:moveTo>
                    <a:lnTo>
                      <a:pt x="4" y="0"/>
                    </a:lnTo>
                    <a:lnTo>
                      <a:pt x="139" y="0"/>
                    </a:lnTo>
                    <a:lnTo>
                      <a:pt x="122" y="140"/>
                    </a:lnTo>
                    <a:lnTo>
                      <a:pt x="121" y="144"/>
                    </a:lnTo>
                    <a:lnTo>
                      <a:pt x="119" y="148"/>
                    </a:lnTo>
                    <a:lnTo>
                      <a:pt x="114" y="155"/>
                    </a:lnTo>
                    <a:lnTo>
                      <a:pt x="107" y="159"/>
                    </a:lnTo>
                    <a:lnTo>
                      <a:pt x="100" y="161"/>
                    </a:lnTo>
                    <a:lnTo>
                      <a:pt x="0" y="115"/>
                    </a:lnTo>
                    <a:lnTo>
                      <a:pt x="4" y="0"/>
                    </a:lnTo>
                    <a:close/>
                  </a:path>
                </a:pathLst>
              </a:custGeom>
              <a:solidFill>
                <a:srgbClr val="B1B1B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84" name="Freeform 69">
                <a:extLst>
                  <a:ext uri="{FF2B5EF4-FFF2-40B4-BE49-F238E27FC236}">
                    <a16:creationId xmlns:a16="http://schemas.microsoft.com/office/drawing/2014/main" id="{DE97D4B7-EF68-5344-AFDA-1A4D0DFBD3EA}"/>
                  </a:ext>
                </a:extLst>
              </p:cNvPr>
              <p:cNvSpPr>
                <a:spLocks/>
              </p:cNvSpPr>
              <p:nvPr/>
            </p:nvSpPr>
            <p:spPr bwMode="auto">
              <a:xfrm>
                <a:off x="3343276" y="5083175"/>
                <a:ext cx="214313" cy="255588"/>
              </a:xfrm>
              <a:custGeom>
                <a:avLst/>
                <a:gdLst>
                  <a:gd name="T0" fmla="*/ 2147483646 w 135"/>
                  <a:gd name="T1" fmla="*/ 0 h 161"/>
                  <a:gd name="T2" fmla="*/ 2147483646 w 135"/>
                  <a:gd name="T3" fmla="*/ 0 h 161"/>
                  <a:gd name="T4" fmla="*/ 2147483646 w 135"/>
                  <a:gd name="T5" fmla="*/ 0 h 161"/>
                  <a:gd name="T6" fmla="*/ 2147483646 w 135"/>
                  <a:gd name="T7" fmla="*/ 0 h 161"/>
                  <a:gd name="T8" fmla="*/ 2147483646 w 135"/>
                  <a:gd name="T9" fmla="*/ 2147483646 h 161"/>
                  <a:gd name="T10" fmla="*/ 2147483646 w 135"/>
                  <a:gd name="T11" fmla="*/ 2147483646 h 161"/>
                  <a:gd name="T12" fmla="*/ 2147483646 w 135"/>
                  <a:gd name="T13" fmla="*/ 2147483646 h 161"/>
                  <a:gd name="T14" fmla="*/ 2147483646 w 135"/>
                  <a:gd name="T15" fmla="*/ 2147483646 h 161"/>
                  <a:gd name="T16" fmla="*/ 2147483646 w 135"/>
                  <a:gd name="T17" fmla="*/ 2147483646 h 161"/>
                  <a:gd name="T18" fmla="*/ 2147483646 w 135"/>
                  <a:gd name="T19" fmla="*/ 2147483646 h 161"/>
                  <a:gd name="T20" fmla="*/ 2147483646 w 135"/>
                  <a:gd name="T21" fmla="*/ 2147483646 h 161"/>
                  <a:gd name="T22" fmla="*/ 2147483646 w 135"/>
                  <a:gd name="T23" fmla="*/ 2147483646 h 161"/>
                  <a:gd name="T24" fmla="*/ 0 w 135"/>
                  <a:gd name="T25" fmla="*/ 2147483646 h 161"/>
                  <a:gd name="T26" fmla="*/ 0 w 135"/>
                  <a:gd name="T27" fmla="*/ 2147483646 h 161"/>
                  <a:gd name="T28" fmla="*/ 2147483646 w 135"/>
                  <a:gd name="T29" fmla="*/ 0 h 161"/>
                  <a:gd name="T30" fmla="*/ 2147483646 w 135"/>
                  <a:gd name="T31" fmla="*/ 0 h 16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5" h="161">
                    <a:moveTo>
                      <a:pt x="4" y="0"/>
                    </a:moveTo>
                    <a:lnTo>
                      <a:pt x="4" y="0"/>
                    </a:lnTo>
                    <a:lnTo>
                      <a:pt x="135" y="0"/>
                    </a:lnTo>
                    <a:lnTo>
                      <a:pt x="118" y="140"/>
                    </a:lnTo>
                    <a:lnTo>
                      <a:pt x="117" y="144"/>
                    </a:lnTo>
                    <a:lnTo>
                      <a:pt x="115" y="148"/>
                    </a:lnTo>
                    <a:lnTo>
                      <a:pt x="110" y="155"/>
                    </a:lnTo>
                    <a:lnTo>
                      <a:pt x="103" y="159"/>
                    </a:lnTo>
                    <a:lnTo>
                      <a:pt x="96" y="161"/>
                    </a:lnTo>
                    <a:lnTo>
                      <a:pt x="0" y="114"/>
                    </a:lnTo>
                    <a:lnTo>
                      <a:pt x="4" y="0"/>
                    </a:lnTo>
                    <a:close/>
                  </a:path>
                </a:pathLst>
              </a:custGeom>
              <a:solidFill>
                <a:srgbClr val="B2B2B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85" name="Freeform 70">
                <a:extLst>
                  <a:ext uri="{FF2B5EF4-FFF2-40B4-BE49-F238E27FC236}">
                    <a16:creationId xmlns:a16="http://schemas.microsoft.com/office/drawing/2014/main" id="{35FA1A7F-A223-7C4F-9589-DC51A0FDBF37}"/>
                  </a:ext>
                </a:extLst>
              </p:cNvPr>
              <p:cNvSpPr>
                <a:spLocks/>
              </p:cNvSpPr>
              <p:nvPr/>
            </p:nvSpPr>
            <p:spPr bwMode="auto">
              <a:xfrm>
                <a:off x="3348038" y="5083175"/>
                <a:ext cx="209550" cy="255588"/>
              </a:xfrm>
              <a:custGeom>
                <a:avLst/>
                <a:gdLst>
                  <a:gd name="T0" fmla="*/ 2147483646 w 132"/>
                  <a:gd name="T1" fmla="*/ 0 h 161"/>
                  <a:gd name="T2" fmla="*/ 2147483646 w 132"/>
                  <a:gd name="T3" fmla="*/ 0 h 161"/>
                  <a:gd name="T4" fmla="*/ 2147483646 w 132"/>
                  <a:gd name="T5" fmla="*/ 0 h 161"/>
                  <a:gd name="T6" fmla="*/ 2147483646 w 132"/>
                  <a:gd name="T7" fmla="*/ 0 h 161"/>
                  <a:gd name="T8" fmla="*/ 2147483646 w 132"/>
                  <a:gd name="T9" fmla="*/ 2147483646 h 161"/>
                  <a:gd name="T10" fmla="*/ 2147483646 w 132"/>
                  <a:gd name="T11" fmla="*/ 2147483646 h 161"/>
                  <a:gd name="T12" fmla="*/ 2147483646 w 132"/>
                  <a:gd name="T13" fmla="*/ 2147483646 h 161"/>
                  <a:gd name="T14" fmla="*/ 2147483646 w 132"/>
                  <a:gd name="T15" fmla="*/ 2147483646 h 161"/>
                  <a:gd name="T16" fmla="*/ 2147483646 w 132"/>
                  <a:gd name="T17" fmla="*/ 2147483646 h 161"/>
                  <a:gd name="T18" fmla="*/ 2147483646 w 132"/>
                  <a:gd name="T19" fmla="*/ 2147483646 h 161"/>
                  <a:gd name="T20" fmla="*/ 2147483646 w 132"/>
                  <a:gd name="T21" fmla="*/ 2147483646 h 161"/>
                  <a:gd name="T22" fmla="*/ 2147483646 w 132"/>
                  <a:gd name="T23" fmla="*/ 2147483646 h 161"/>
                  <a:gd name="T24" fmla="*/ 0 w 132"/>
                  <a:gd name="T25" fmla="*/ 2147483646 h 161"/>
                  <a:gd name="T26" fmla="*/ 0 w 132"/>
                  <a:gd name="T27" fmla="*/ 2147483646 h 161"/>
                  <a:gd name="T28" fmla="*/ 2147483646 w 132"/>
                  <a:gd name="T29" fmla="*/ 0 h 161"/>
                  <a:gd name="T30" fmla="*/ 2147483646 w 132"/>
                  <a:gd name="T31" fmla="*/ 0 h 16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2" h="161">
                    <a:moveTo>
                      <a:pt x="5" y="0"/>
                    </a:moveTo>
                    <a:lnTo>
                      <a:pt x="5" y="0"/>
                    </a:lnTo>
                    <a:lnTo>
                      <a:pt x="132" y="0"/>
                    </a:lnTo>
                    <a:lnTo>
                      <a:pt x="115" y="140"/>
                    </a:lnTo>
                    <a:lnTo>
                      <a:pt x="114" y="144"/>
                    </a:lnTo>
                    <a:lnTo>
                      <a:pt x="112" y="148"/>
                    </a:lnTo>
                    <a:lnTo>
                      <a:pt x="108" y="153"/>
                    </a:lnTo>
                    <a:lnTo>
                      <a:pt x="101" y="159"/>
                    </a:lnTo>
                    <a:lnTo>
                      <a:pt x="95" y="161"/>
                    </a:lnTo>
                    <a:lnTo>
                      <a:pt x="0" y="113"/>
                    </a:lnTo>
                    <a:lnTo>
                      <a:pt x="5" y="0"/>
                    </a:lnTo>
                    <a:close/>
                  </a:path>
                </a:pathLst>
              </a:custGeom>
              <a:solidFill>
                <a:srgbClr val="B2B2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86" name="Freeform 71">
                <a:extLst>
                  <a:ext uri="{FF2B5EF4-FFF2-40B4-BE49-F238E27FC236}">
                    <a16:creationId xmlns:a16="http://schemas.microsoft.com/office/drawing/2014/main" id="{E3686522-C4E5-8043-848C-1F09A5421774}"/>
                  </a:ext>
                </a:extLst>
              </p:cNvPr>
              <p:cNvSpPr>
                <a:spLocks/>
              </p:cNvSpPr>
              <p:nvPr/>
            </p:nvSpPr>
            <p:spPr bwMode="auto">
              <a:xfrm>
                <a:off x="3354388" y="5083175"/>
                <a:ext cx="203200" cy="255588"/>
              </a:xfrm>
              <a:custGeom>
                <a:avLst/>
                <a:gdLst>
                  <a:gd name="T0" fmla="*/ 2147483646 w 128"/>
                  <a:gd name="T1" fmla="*/ 0 h 161"/>
                  <a:gd name="T2" fmla="*/ 2147483646 w 128"/>
                  <a:gd name="T3" fmla="*/ 0 h 161"/>
                  <a:gd name="T4" fmla="*/ 2147483646 w 128"/>
                  <a:gd name="T5" fmla="*/ 0 h 161"/>
                  <a:gd name="T6" fmla="*/ 2147483646 w 128"/>
                  <a:gd name="T7" fmla="*/ 0 h 161"/>
                  <a:gd name="T8" fmla="*/ 2147483646 w 128"/>
                  <a:gd name="T9" fmla="*/ 2147483646 h 161"/>
                  <a:gd name="T10" fmla="*/ 2147483646 w 128"/>
                  <a:gd name="T11" fmla="*/ 2147483646 h 161"/>
                  <a:gd name="T12" fmla="*/ 2147483646 w 128"/>
                  <a:gd name="T13" fmla="*/ 2147483646 h 161"/>
                  <a:gd name="T14" fmla="*/ 2147483646 w 128"/>
                  <a:gd name="T15" fmla="*/ 2147483646 h 161"/>
                  <a:gd name="T16" fmla="*/ 2147483646 w 128"/>
                  <a:gd name="T17" fmla="*/ 2147483646 h 161"/>
                  <a:gd name="T18" fmla="*/ 2147483646 w 128"/>
                  <a:gd name="T19" fmla="*/ 2147483646 h 161"/>
                  <a:gd name="T20" fmla="*/ 2147483646 w 128"/>
                  <a:gd name="T21" fmla="*/ 2147483646 h 161"/>
                  <a:gd name="T22" fmla="*/ 2147483646 w 128"/>
                  <a:gd name="T23" fmla="*/ 2147483646 h 161"/>
                  <a:gd name="T24" fmla="*/ 0 w 128"/>
                  <a:gd name="T25" fmla="*/ 2147483646 h 161"/>
                  <a:gd name="T26" fmla="*/ 0 w 128"/>
                  <a:gd name="T27" fmla="*/ 2147483646 h 161"/>
                  <a:gd name="T28" fmla="*/ 2147483646 w 128"/>
                  <a:gd name="T29" fmla="*/ 0 h 161"/>
                  <a:gd name="T30" fmla="*/ 2147483646 w 128"/>
                  <a:gd name="T31" fmla="*/ 0 h 16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28" h="161">
                    <a:moveTo>
                      <a:pt x="4" y="0"/>
                    </a:moveTo>
                    <a:lnTo>
                      <a:pt x="4" y="0"/>
                    </a:lnTo>
                    <a:lnTo>
                      <a:pt x="128" y="0"/>
                    </a:lnTo>
                    <a:lnTo>
                      <a:pt x="111" y="140"/>
                    </a:lnTo>
                    <a:lnTo>
                      <a:pt x="111" y="144"/>
                    </a:lnTo>
                    <a:lnTo>
                      <a:pt x="108" y="148"/>
                    </a:lnTo>
                    <a:lnTo>
                      <a:pt x="104" y="153"/>
                    </a:lnTo>
                    <a:lnTo>
                      <a:pt x="97" y="159"/>
                    </a:lnTo>
                    <a:lnTo>
                      <a:pt x="91" y="161"/>
                    </a:lnTo>
                    <a:lnTo>
                      <a:pt x="0" y="113"/>
                    </a:lnTo>
                    <a:lnTo>
                      <a:pt x="4" y="0"/>
                    </a:lnTo>
                    <a:close/>
                  </a:path>
                </a:pathLst>
              </a:custGeom>
              <a:solidFill>
                <a:srgbClr val="B3B3B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87" name="Freeform 72">
                <a:extLst>
                  <a:ext uri="{FF2B5EF4-FFF2-40B4-BE49-F238E27FC236}">
                    <a16:creationId xmlns:a16="http://schemas.microsoft.com/office/drawing/2014/main" id="{A7FA80E8-CDC6-F44A-A161-D7CD0CC70737}"/>
                  </a:ext>
                </a:extLst>
              </p:cNvPr>
              <p:cNvSpPr>
                <a:spLocks/>
              </p:cNvSpPr>
              <p:nvPr/>
            </p:nvSpPr>
            <p:spPr bwMode="auto">
              <a:xfrm>
                <a:off x="3360738" y="5083175"/>
                <a:ext cx="196850" cy="255588"/>
              </a:xfrm>
              <a:custGeom>
                <a:avLst/>
                <a:gdLst>
                  <a:gd name="T0" fmla="*/ 2147483646 w 124"/>
                  <a:gd name="T1" fmla="*/ 0 h 161"/>
                  <a:gd name="T2" fmla="*/ 2147483646 w 124"/>
                  <a:gd name="T3" fmla="*/ 0 h 161"/>
                  <a:gd name="T4" fmla="*/ 2147483646 w 124"/>
                  <a:gd name="T5" fmla="*/ 0 h 161"/>
                  <a:gd name="T6" fmla="*/ 2147483646 w 124"/>
                  <a:gd name="T7" fmla="*/ 0 h 161"/>
                  <a:gd name="T8" fmla="*/ 2147483646 w 124"/>
                  <a:gd name="T9" fmla="*/ 2147483646 h 161"/>
                  <a:gd name="T10" fmla="*/ 2147483646 w 124"/>
                  <a:gd name="T11" fmla="*/ 2147483646 h 161"/>
                  <a:gd name="T12" fmla="*/ 2147483646 w 124"/>
                  <a:gd name="T13" fmla="*/ 2147483646 h 161"/>
                  <a:gd name="T14" fmla="*/ 2147483646 w 124"/>
                  <a:gd name="T15" fmla="*/ 2147483646 h 161"/>
                  <a:gd name="T16" fmla="*/ 2147483646 w 124"/>
                  <a:gd name="T17" fmla="*/ 2147483646 h 161"/>
                  <a:gd name="T18" fmla="*/ 2147483646 w 124"/>
                  <a:gd name="T19" fmla="*/ 2147483646 h 161"/>
                  <a:gd name="T20" fmla="*/ 2147483646 w 124"/>
                  <a:gd name="T21" fmla="*/ 2147483646 h 161"/>
                  <a:gd name="T22" fmla="*/ 0 w 124"/>
                  <a:gd name="T23" fmla="*/ 2147483646 h 161"/>
                  <a:gd name="T24" fmla="*/ 0 w 124"/>
                  <a:gd name="T25" fmla="*/ 2147483646 h 161"/>
                  <a:gd name="T26" fmla="*/ 2147483646 w 124"/>
                  <a:gd name="T27" fmla="*/ 0 h 161"/>
                  <a:gd name="T28" fmla="*/ 2147483646 w 124"/>
                  <a:gd name="T29" fmla="*/ 0 h 16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24" h="161">
                    <a:moveTo>
                      <a:pt x="4" y="0"/>
                    </a:moveTo>
                    <a:lnTo>
                      <a:pt x="4" y="0"/>
                    </a:lnTo>
                    <a:lnTo>
                      <a:pt x="124" y="0"/>
                    </a:lnTo>
                    <a:lnTo>
                      <a:pt x="107" y="140"/>
                    </a:lnTo>
                    <a:lnTo>
                      <a:pt x="104" y="148"/>
                    </a:lnTo>
                    <a:lnTo>
                      <a:pt x="100" y="153"/>
                    </a:lnTo>
                    <a:lnTo>
                      <a:pt x="93" y="159"/>
                    </a:lnTo>
                    <a:lnTo>
                      <a:pt x="87" y="161"/>
                    </a:lnTo>
                    <a:lnTo>
                      <a:pt x="0" y="111"/>
                    </a:lnTo>
                    <a:lnTo>
                      <a:pt x="4" y="0"/>
                    </a:lnTo>
                    <a:close/>
                  </a:path>
                </a:pathLst>
              </a:custGeom>
              <a:solidFill>
                <a:srgbClr val="B4B4B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88" name="Freeform 73">
                <a:extLst>
                  <a:ext uri="{FF2B5EF4-FFF2-40B4-BE49-F238E27FC236}">
                    <a16:creationId xmlns:a16="http://schemas.microsoft.com/office/drawing/2014/main" id="{F50C8A22-3C1B-0848-856A-ECBB66315759}"/>
                  </a:ext>
                </a:extLst>
              </p:cNvPr>
              <p:cNvSpPr>
                <a:spLocks/>
              </p:cNvSpPr>
              <p:nvPr/>
            </p:nvSpPr>
            <p:spPr bwMode="auto">
              <a:xfrm>
                <a:off x="3367088" y="5083175"/>
                <a:ext cx="190500" cy="255588"/>
              </a:xfrm>
              <a:custGeom>
                <a:avLst/>
                <a:gdLst>
                  <a:gd name="T0" fmla="*/ 2147483646 w 120"/>
                  <a:gd name="T1" fmla="*/ 0 h 161"/>
                  <a:gd name="T2" fmla="*/ 2147483646 w 120"/>
                  <a:gd name="T3" fmla="*/ 0 h 161"/>
                  <a:gd name="T4" fmla="*/ 2147483646 w 120"/>
                  <a:gd name="T5" fmla="*/ 0 h 161"/>
                  <a:gd name="T6" fmla="*/ 2147483646 w 120"/>
                  <a:gd name="T7" fmla="*/ 0 h 161"/>
                  <a:gd name="T8" fmla="*/ 2147483646 w 120"/>
                  <a:gd name="T9" fmla="*/ 2147483646 h 161"/>
                  <a:gd name="T10" fmla="*/ 2147483646 w 120"/>
                  <a:gd name="T11" fmla="*/ 2147483646 h 161"/>
                  <a:gd name="T12" fmla="*/ 2147483646 w 120"/>
                  <a:gd name="T13" fmla="*/ 2147483646 h 161"/>
                  <a:gd name="T14" fmla="*/ 2147483646 w 120"/>
                  <a:gd name="T15" fmla="*/ 2147483646 h 161"/>
                  <a:gd name="T16" fmla="*/ 2147483646 w 120"/>
                  <a:gd name="T17" fmla="*/ 2147483646 h 161"/>
                  <a:gd name="T18" fmla="*/ 2147483646 w 120"/>
                  <a:gd name="T19" fmla="*/ 2147483646 h 161"/>
                  <a:gd name="T20" fmla="*/ 2147483646 w 120"/>
                  <a:gd name="T21" fmla="*/ 2147483646 h 161"/>
                  <a:gd name="T22" fmla="*/ 0 w 120"/>
                  <a:gd name="T23" fmla="*/ 2147483646 h 161"/>
                  <a:gd name="T24" fmla="*/ 0 w 120"/>
                  <a:gd name="T25" fmla="*/ 2147483646 h 161"/>
                  <a:gd name="T26" fmla="*/ 2147483646 w 120"/>
                  <a:gd name="T27" fmla="*/ 0 h 161"/>
                  <a:gd name="T28" fmla="*/ 2147483646 w 120"/>
                  <a:gd name="T29" fmla="*/ 0 h 16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20" h="161">
                    <a:moveTo>
                      <a:pt x="4" y="0"/>
                    </a:moveTo>
                    <a:lnTo>
                      <a:pt x="4" y="0"/>
                    </a:lnTo>
                    <a:lnTo>
                      <a:pt x="120" y="0"/>
                    </a:lnTo>
                    <a:lnTo>
                      <a:pt x="103" y="140"/>
                    </a:lnTo>
                    <a:lnTo>
                      <a:pt x="100" y="148"/>
                    </a:lnTo>
                    <a:lnTo>
                      <a:pt x="96" y="153"/>
                    </a:lnTo>
                    <a:lnTo>
                      <a:pt x="89" y="159"/>
                    </a:lnTo>
                    <a:lnTo>
                      <a:pt x="83" y="161"/>
                    </a:lnTo>
                    <a:lnTo>
                      <a:pt x="0" y="110"/>
                    </a:lnTo>
                    <a:lnTo>
                      <a:pt x="4" y="0"/>
                    </a:lnTo>
                    <a:close/>
                  </a:path>
                </a:pathLst>
              </a:custGeom>
              <a:solidFill>
                <a:srgbClr val="B4B4B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89" name="Freeform 74">
                <a:extLst>
                  <a:ext uri="{FF2B5EF4-FFF2-40B4-BE49-F238E27FC236}">
                    <a16:creationId xmlns:a16="http://schemas.microsoft.com/office/drawing/2014/main" id="{F97ABCBC-FF1A-F045-AFB8-5E8823C62925}"/>
                  </a:ext>
                </a:extLst>
              </p:cNvPr>
              <p:cNvSpPr>
                <a:spLocks/>
              </p:cNvSpPr>
              <p:nvPr/>
            </p:nvSpPr>
            <p:spPr bwMode="auto">
              <a:xfrm>
                <a:off x="3371851" y="5083175"/>
                <a:ext cx="185738" cy="255588"/>
              </a:xfrm>
              <a:custGeom>
                <a:avLst/>
                <a:gdLst>
                  <a:gd name="T0" fmla="*/ 2147483646 w 117"/>
                  <a:gd name="T1" fmla="*/ 0 h 161"/>
                  <a:gd name="T2" fmla="*/ 2147483646 w 117"/>
                  <a:gd name="T3" fmla="*/ 0 h 161"/>
                  <a:gd name="T4" fmla="*/ 2147483646 w 117"/>
                  <a:gd name="T5" fmla="*/ 0 h 161"/>
                  <a:gd name="T6" fmla="*/ 2147483646 w 117"/>
                  <a:gd name="T7" fmla="*/ 0 h 161"/>
                  <a:gd name="T8" fmla="*/ 2147483646 w 117"/>
                  <a:gd name="T9" fmla="*/ 2147483646 h 161"/>
                  <a:gd name="T10" fmla="*/ 2147483646 w 117"/>
                  <a:gd name="T11" fmla="*/ 2147483646 h 161"/>
                  <a:gd name="T12" fmla="*/ 2147483646 w 117"/>
                  <a:gd name="T13" fmla="*/ 2147483646 h 161"/>
                  <a:gd name="T14" fmla="*/ 2147483646 w 117"/>
                  <a:gd name="T15" fmla="*/ 2147483646 h 161"/>
                  <a:gd name="T16" fmla="*/ 2147483646 w 117"/>
                  <a:gd name="T17" fmla="*/ 2147483646 h 161"/>
                  <a:gd name="T18" fmla="*/ 2147483646 w 117"/>
                  <a:gd name="T19" fmla="*/ 2147483646 h 161"/>
                  <a:gd name="T20" fmla="*/ 2147483646 w 117"/>
                  <a:gd name="T21" fmla="*/ 2147483646 h 161"/>
                  <a:gd name="T22" fmla="*/ 0 w 117"/>
                  <a:gd name="T23" fmla="*/ 2147483646 h 161"/>
                  <a:gd name="T24" fmla="*/ 0 w 117"/>
                  <a:gd name="T25" fmla="*/ 2147483646 h 161"/>
                  <a:gd name="T26" fmla="*/ 2147483646 w 117"/>
                  <a:gd name="T27" fmla="*/ 0 h 161"/>
                  <a:gd name="T28" fmla="*/ 2147483646 w 117"/>
                  <a:gd name="T29" fmla="*/ 0 h 16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 h="161">
                    <a:moveTo>
                      <a:pt x="5" y="0"/>
                    </a:moveTo>
                    <a:lnTo>
                      <a:pt x="5" y="0"/>
                    </a:lnTo>
                    <a:lnTo>
                      <a:pt x="117" y="0"/>
                    </a:lnTo>
                    <a:lnTo>
                      <a:pt x="100" y="140"/>
                    </a:lnTo>
                    <a:lnTo>
                      <a:pt x="97" y="148"/>
                    </a:lnTo>
                    <a:lnTo>
                      <a:pt x="93" y="153"/>
                    </a:lnTo>
                    <a:lnTo>
                      <a:pt x="86" y="157"/>
                    </a:lnTo>
                    <a:lnTo>
                      <a:pt x="81" y="161"/>
                    </a:lnTo>
                    <a:lnTo>
                      <a:pt x="0" y="109"/>
                    </a:lnTo>
                    <a:lnTo>
                      <a:pt x="5" y="0"/>
                    </a:lnTo>
                    <a:close/>
                  </a:path>
                </a:pathLst>
              </a:custGeom>
              <a:solidFill>
                <a:srgbClr val="B5B5B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90" name="Freeform 75">
                <a:extLst>
                  <a:ext uri="{FF2B5EF4-FFF2-40B4-BE49-F238E27FC236}">
                    <a16:creationId xmlns:a16="http://schemas.microsoft.com/office/drawing/2014/main" id="{0B23F1A4-8CC3-C643-BD74-3F10A7437412}"/>
                  </a:ext>
                </a:extLst>
              </p:cNvPr>
              <p:cNvSpPr>
                <a:spLocks/>
              </p:cNvSpPr>
              <p:nvPr/>
            </p:nvSpPr>
            <p:spPr bwMode="auto">
              <a:xfrm>
                <a:off x="3378201" y="5083175"/>
                <a:ext cx="179388" cy="255588"/>
              </a:xfrm>
              <a:custGeom>
                <a:avLst/>
                <a:gdLst>
                  <a:gd name="T0" fmla="*/ 2147483646 w 113"/>
                  <a:gd name="T1" fmla="*/ 0 h 161"/>
                  <a:gd name="T2" fmla="*/ 2147483646 w 113"/>
                  <a:gd name="T3" fmla="*/ 0 h 161"/>
                  <a:gd name="T4" fmla="*/ 2147483646 w 113"/>
                  <a:gd name="T5" fmla="*/ 0 h 161"/>
                  <a:gd name="T6" fmla="*/ 2147483646 w 113"/>
                  <a:gd name="T7" fmla="*/ 0 h 161"/>
                  <a:gd name="T8" fmla="*/ 2147483646 w 113"/>
                  <a:gd name="T9" fmla="*/ 2147483646 h 161"/>
                  <a:gd name="T10" fmla="*/ 2147483646 w 113"/>
                  <a:gd name="T11" fmla="*/ 2147483646 h 161"/>
                  <a:gd name="T12" fmla="*/ 2147483646 w 113"/>
                  <a:gd name="T13" fmla="*/ 2147483646 h 161"/>
                  <a:gd name="T14" fmla="*/ 2147483646 w 113"/>
                  <a:gd name="T15" fmla="*/ 2147483646 h 161"/>
                  <a:gd name="T16" fmla="*/ 2147483646 w 113"/>
                  <a:gd name="T17" fmla="*/ 2147483646 h 161"/>
                  <a:gd name="T18" fmla="*/ 2147483646 w 113"/>
                  <a:gd name="T19" fmla="*/ 2147483646 h 161"/>
                  <a:gd name="T20" fmla="*/ 2147483646 w 113"/>
                  <a:gd name="T21" fmla="*/ 2147483646 h 161"/>
                  <a:gd name="T22" fmla="*/ 0 w 113"/>
                  <a:gd name="T23" fmla="*/ 2147483646 h 161"/>
                  <a:gd name="T24" fmla="*/ 0 w 113"/>
                  <a:gd name="T25" fmla="*/ 2147483646 h 161"/>
                  <a:gd name="T26" fmla="*/ 2147483646 w 113"/>
                  <a:gd name="T27" fmla="*/ 0 h 161"/>
                  <a:gd name="T28" fmla="*/ 2147483646 w 113"/>
                  <a:gd name="T29" fmla="*/ 0 h 16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3" h="161">
                    <a:moveTo>
                      <a:pt x="5" y="0"/>
                    </a:moveTo>
                    <a:lnTo>
                      <a:pt x="5" y="0"/>
                    </a:lnTo>
                    <a:lnTo>
                      <a:pt x="113" y="0"/>
                    </a:lnTo>
                    <a:lnTo>
                      <a:pt x="96" y="140"/>
                    </a:lnTo>
                    <a:lnTo>
                      <a:pt x="93" y="147"/>
                    </a:lnTo>
                    <a:lnTo>
                      <a:pt x="89" y="153"/>
                    </a:lnTo>
                    <a:lnTo>
                      <a:pt x="84" y="157"/>
                    </a:lnTo>
                    <a:lnTo>
                      <a:pt x="77" y="161"/>
                    </a:lnTo>
                    <a:lnTo>
                      <a:pt x="0" y="107"/>
                    </a:lnTo>
                    <a:lnTo>
                      <a:pt x="5" y="0"/>
                    </a:lnTo>
                    <a:close/>
                  </a:path>
                </a:pathLst>
              </a:custGeom>
              <a:solidFill>
                <a:srgbClr val="B6B6B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91" name="Freeform 76">
                <a:extLst>
                  <a:ext uri="{FF2B5EF4-FFF2-40B4-BE49-F238E27FC236}">
                    <a16:creationId xmlns:a16="http://schemas.microsoft.com/office/drawing/2014/main" id="{2946FBE4-5BBD-D447-AF82-77C69965E599}"/>
                  </a:ext>
                </a:extLst>
              </p:cNvPr>
              <p:cNvSpPr>
                <a:spLocks/>
              </p:cNvSpPr>
              <p:nvPr/>
            </p:nvSpPr>
            <p:spPr bwMode="auto">
              <a:xfrm>
                <a:off x="3384551" y="5083175"/>
                <a:ext cx="173038" cy="255588"/>
              </a:xfrm>
              <a:custGeom>
                <a:avLst/>
                <a:gdLst>
                  <a:gd name="T0" fmla="*/ 2147483646 w 109"/>
                  <a:gd name="T1" fmla="*/ 0 h 161"/>
                  <a:gd name="T2" fmla="*/ 2147483646 w 109"/>
                  <a:gd name="T3" fmla="*/ 0 h 161"/>
                  <a:gd name="T4" fmla="*/ 2147483646 w 109"/>
                  <a:gd name="T5" fmla="*/ 0 h 161"/>
                  <a:gd name="T6" fmla="*/ 2147483646 w 109"/>
                  <a:gd name="T7" fmla="*/ 0 h 161"/>
                  <a:gd name="T8" fmla="*/ 2147483646 w 109"/>
                  <a:gd name="T9" fmla="*/ 2147483646 h 161"/>
                  <a:gd name="T10" fmla="*/ 2147483646 w 109"/>
                  <a:gd name="T11" fmla="*/ 2147483646 h 161"/>
                  <a:gd name="T12" fmla="*/ 2147483646 w 109"/>
                  <a:gd name="T13" fmla="*/ 2147483646 h 161"/>
                  <a:gd name="T14" fmla="*/ 2147483646 w 109"/>
                  <a:gd name="T15" fmla="*/ 2147483646 h 161"/>
                  <a:gd name="T16" fmla="*/ 2147483646 w 109"/>
                  <a:gd name="T17" fmla="*/ 2147483646 h 161"/>
                  <a:gd name="T18" fmla="*/ 2147483646 w 109"/>
                  <a:gd name="T19" fmla="*/ 2147483646 h 161"/>
                  <a:gd name="T20" fmla="*/ 2147483646 w 109"/>
                  <a:gd name="T21" fmla="*/ 2147483646 h 161"/>
                  <a:gd name="T22" fmla="*/ 0 w 109"/>
                  <a:gd name="T23" fmla="*/ 2147483646 h 161"/>
                  <a:gd name="T24" fmla="*/ 0 w 109"/>
                  <a:gd name="T25" fmla="*/ 2147483646 h 161"/>
                  <a:gd name="T26" fmla="*/ 2147483646 w 109"/>
                  <a:gd name="T27" fmla="*/ 0 h 161"/>
                  <a:gd name="T28" fmla="*/ 2147483646 w 109"/>
                  <a:gd name="T29" fmla="*/ 0 h 16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09" h="161">
                    <a:moveTo>
                      <a:pt x="5" y="0"/>
                    </a:moveTo>
                    <a:lnTo>
                      <a:pt x="5" y="0"/>
                    </a:lnTo>
                    <a:lnTo>
                      <a:pt x="109" y="0"/>
                    </a:lnTo>
                    <a:lnTo>
                      <a:pt x="92" y="140"/>
                    </a:lnTo>
                    <a:lnTo>
                      <a:pt x="89" y="147"/>
                    </a:lnTo>
                    <a:lnTo>
                      <a:pt x="85" y="153"/>
                    </a:lnTo>
                    <a:lnTo>
                      <a:pt x="80" y="157"/>
                    </a:lnTo>
                    <a:lnTo>
                      <a:pt x="73" y="161"/>
                    </a:lnTo>
                    <a:lnTo>
                      <a:pt x="0" y="106"/>
                    </a:lnTo>
                    <a:lnTo>
                      <a:pt x="5" y="0"/>
                    </a:lnTo>
                    <a:close/>
                  </a:path>
                </a:pathLst>
              </a:custGeom>
              <a:solidFill>
                <a:srgbClr val="B6B6B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92" name="Freeform 77">
                <a:extLst>
                  <a:ext uri="{FF2B5EF4-FFF2-40B4-BE49-F238E27FC236}">
                    <a16:creationId xmlns:a16="http://schemas.microsoft.com/office/drawing/2014/main" id="{329F2ECF-F77C-B740-B10E-06D0D3AFE101}"/>
                  </a:ext>
                </a:extLst>
              </p:cNvPr>
              <p:cNvSpPr>
                <a:spLocks/>
              </p:cNvSpPr>
              <p:nvPr/>
            </p:nvSpPr>
            <p:spPr bwMode="auto">
              <a:xfrm>
                <a:off x="3390901" y="5083175"/>
                <a:ext cx="166688" cy="254000"/>
              </a:xfrm>
              <a:custGeom>
                <a:avLst/>
                <a:gdLst>
                  <a:gd name="T0" fmla="*/ 2147483646 w 105"/>
                  <a:gd name="T1" fmla="*/ 0 h 160"/>
                  <a:gd name="T2" fmla="*/ 2147483646 w 105"/>
                  <a:gd name="T3" fmla="*/ 0 h 160"/>
                  <a:gd name="T4" fmla="*/ 2147483646 w 105"/>
                  <a:gd name="T5" fmla="*/ 0 h 160"/>
                  <a:gd name="T6" fmla="*/ 2147483646 w 105"/>
                  <a:gd name="T7" fmla="*/ 0 h 160"/>
                  <a:gd name="T8" fmla="*/ 2147483646 w 105"/>
                  <a:gd name="T9" fmla="*/ 2147483646 h 160"/>
                  <a:gd name="T10" fmla="*/ 2147483646 w 105"/>
                  <a:gd name="T11" fmla="*/ 2147483646 h 160"/>
                  <a:gd name="T12" fmla="*/ 2147483646 w 105"/>
                  <a:gd name="T13" fmla="*/ 2147483646 h 160"/>
                  <a:gd name="T14" fmla="*/ 2147483646 w 105"/>
                  <a:gd name="T15" fmla="*/ 2147483646 h 160"/>
                  <a:gd name="T16" fmla="*/ 2147483646 w 105"/>
                  <a:gd name="T17" fmla="*/ 2147483646 h 160"/>
                  <a:gd name="T18" fmla="*/ 2147483646 w 105"/>
                  <a:gd name="T19" fmla="*/ 2147483646 h 160"/>
                  <a:gd name="T20" fmla="*/ 2147483646 w 105"/>
                  <a:gd name="T21" fmla="*/ 2147483646 h 160"/>
                  <a:gd name="T22" fmla="*/ 0 w 105"/>
                  <a:gd name="T23" fmla="*/ 2147483646 h 160"/>
                  <a:gd name="T24" fmla="*/ 0 w 105"/>
                  <a:gd name="T25" fmla="*/ 2147483646 h 160"/>
                  <a:gd name="T26" fmla="*/ 2147483646 w 105"/>
                  <a:gd name="T27" fmla="*/ 0 h 160"/>
                  <a:gd name="T28" fmla="*/ 2147483646 w 105"/>
                  <a:gd name="T29" fmla="*/ 0 h 16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05" h="160">
                    <a:moveTo>
                      <a:pt x="5" y="0"/>
                    </a:moveTo>
                    <a:lnTo>
                      <a:pt x="5" y="0"/>
                    </a:lnTo>
                    <a:lnTo>
                      <a:pt x="105" y="0"/>
                    </a:lnTo>
                    <a:lnTo>
                      <a:pt x="88" y="140"/>
                    </a:lnTo>
                    <a:lnTo>
                      <a:pt x="87" y="147"/>
                    </a:lnTo>
                    <a:lnTo>
                      <a:pt x="81" y="153"/>
                    </a:lnTo>
                    <a:lnTo>
                      <a:pt x="76" y="157"/>
                    </a:lnTo>
                    <a:lnTo>
                      <a:pt x="69" y="160"/>
                    </a:lnTo>
                    <a:lnTo>
                      <a:pt x="0" y="106"/>
                    </a:lnTo>
                    <a:lnTo>
                      <a:pt x="5" y="0"/>
                    </a:lnTo>
                    <a:close/>
                  </a:path>
                </a:pathLst>
              </a:custGeom>
              <a:solidFill>
                <a:srgbClr val="B7B7BB"/>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93" name="Freeform 78">
                <a:extLst>
                  <a:ext uri="{FF2B5EF4-FFF2-40B4-BE49-F238E27FC236}">
                    <a16:creationId xmlns:a16="http://schemas.microsoft.com/office/drawing/2014/main" id="{3E63BC3D-BE32-DC40-B4B5-403CEA2D2F03}"/>
                  </a:ext>
                </a:extLst>
              </p:cNvPr>
              <p:cNvSpPr>
                <a:spLocks/>
              </p:cNvSpPr>
              <p:nvPr/>
            </p:nvSpPr>
            <p:spPr bwMode="auto">
              <a:xfrm>
                <a:off x="3395663" y="5083175"/>
                <a:ext cx="161925" cy="254000"/>
              </a:xfrm>
              <a:custGeom>
                <a:avLst/>
                <a:gdLst>
                  <a:gd name="T0" fmla="*/ 2147483646 w 102"/>
                  <a:gd name="T1" fmla="*/ 0 h 160"/>
                  <a:gd name="T2" fmla="*/ 2147483646 w 102"/>
                  <a:gd name="T3" fmla="*/ 0 h 160"/>
                  <a:gd name="T4" fmla="*/ 2147483646 w 102"/>
                  <a:gd name="T5" fmla="*/ 0 h 160"/>
                  <a:gd name="T6" fmla="*/ 2147483646 w 102"/>
                  <a:gd name="T7" fmla="*/ 0 h 160"/>
                  <a:gd name="T8" fmla="*/ 2147483646 w 102"/>
                  <a:gd name="T9" fmla="*/ 2147483646 h 160"/>
                  <a:gd name="T10" fmla="*/ 2147483646 w 102"/>
                  <a:gd name="T11" fmla="*/ 2147483646 h 160"/>
                  <a:gd name="T12" fmla="*/ 2147483646 w 102"/>
                  <a:gd name="T13" fmla="*/ 2147483646 h 160"/>
                  <a:gd name="T14" fmla="*/ 2147483646 w 102"/>
                  <a:gd name="T15" fmla="*/ 2147483646 h 160"/>
                  <a:gd name="T16" fmla="*/ 2147483646 w 102"/>
                  <a:gd name="T17" fmla="*/ 2147483646 h 160"/>
                  <a:gd name="T18" fmla="*/ 2147483646 w 102"/>
                  <a:gd name="T19" fmla="*/ 2147483646 h 160"/>
                  <a:gd name="T20" fmla="*/ 2147483646 w 102"/>
                  <a:gd name="T21" fmla="*/ 2147483646 h 160"/>
                  <a:gd name="T22" fmla="*/ 0 w 102"/>
                  <a:gd name="T23" fmla="*/ 2147483646 h 160"/>
                  <a:gd name="T24" fmla="*/ 0 w 102"/>
                  <a:gd name="T25" fmla="*/ 2147483646 h 160"/>
                  <a:gd name="T26" fmla="*/ 2147483646 w 102"/>
                  <a:gd name="T27" fmla="*/ 0 h 160"/>
                  <a:gd name="T28" fmla="*/ 2147483646 w 102"/>
                  <a:gd name="T29" fmla="*/ 0 h 16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02" h="160">
                    <a:moveTo>
                      <a:pt x="5" y="0"/>
                    </a:moveTo>
                    <a:lnTo>
                      <a:pt x="5" y="0"/>
                    </a:lnTo>
                    <a:lnTo>
                      <a:pt x="102" y="0"/>
                    </a:lnTo>
                    <a:lnTo>
                      <a:pt x="85" y="140"/>
                    </a:lnTo>
                    <a:lnTo>
                      <a:pt x="84" y="147"/>
                    </a:lnTo>
                    <a:lnTo>
                      <a:pt x="78" y="153"/>
                    </a:lnTo>
                    <a:lnTo>
                      <a:pt x="73" y="157"/>
                    </a:lnTo>
                    <a:lnTo>
                      <a:pt x="67" y="160"/>
                    </a:lnTo>
                    <a:lnTo>
                      <a:pt x="0" y="105"/>
                    </a:lnTo>
                    <a:lnTo>
                      <a:pt x="5" y="0"/>
                    </a:lnTo>
                    <a:close/>
                  </a:path>
                </a:pathLst>
              </a:custGeom>
              <a:solidFill>
                <a:srgbClr val="B7B7BB"/>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94" name="Freeform 79">
                <a:extLst>
                  <a:ext uri="{FF2B5EF4-FFF2-40B4-BE49-F238E27FC236}">
                    <a16:creationId xmlns:a16="http://schemas.microsoft.com/office/drawing/2014/main" id="{99A9F003-429C-4F40-A34D-6615E07EE828}"/>
                  </a:ext>
                </a:extLst>
              </p:cNvPr>
              <p:cNvSpPr>
                <a:spLocks/>
              </p:cNvSpPr>
              <p:nvPr/>
            </p:nvSpPr>
            <p:spPr bwMode="auto">
              <a:xfrm>
                <a:off x="3402013" y="5083175"/>
                <a:ext cx="155575" cy="254000"/>
              </a:xfrm>
              <a:custGeom>
                <a:avLst/>
                <a:gdLst>
                  <a:gd name="T0" fmla="*/ 2147483646 w 98"/>
                  <a:gd name="T1" fmla="*/ 0 h 160"/>
                  <a:gd name="T2" fmla="*/ 2147483646 w 98"/>
                  <a:gd name="T3" fmla="*/ 0 h 160"/>
                  <a:gd name="T4" fmla="*/ 2147483646 w 98"/>
                  <a:gd name="T5" fmla="*/ 0 h 160"/>
                  <a:gd name="T6" fmla="*/ 2147483646 w 98"/>
                  <a:gd name="T7" fmla="*/ 0 h 160"/>
                  <a:gd name="T8" fmla="*/ 2147483646 w 98"/>
                  <a:gd name="T9" fmla="*/ 2147483646 h 160"/>
                  <a:gd name="T10" fmla="*/ 2147483646 w 98"/>
                  <a:gd name="T11" fmla="*/ 2147483646 h 160"/>
                  <a:gd name="T12" fmla="*/ 2147483646 w 98"/>
                  <a:gd name="T13" fmla="*/ 2147483646 h 160"/>
                  <a:gd name="T14" fmla="*/ 2147483646 w 98"/>
                  <a:gd name="T15" fmla="*/ 2147483646 h 160"/>
                  <a:gd name="T16" fmla="*/ 2147483646 w 98"/>
                  <a:gd name="T17" fmla="*/ 2147483646 h 160"/>
                  <a:gd name="T18" fmla="*/ 2147483646 w 98"/>
                  <a:gd name="T19" fmla="*/ 2147483646 h 160"/>
                  <a:gd name="T20" fmla="*/ 2147483646 w 98"/>
                  <a:gd name="T21" fmla="*/ 2147483646 h 160"/>
                  <a:gd name="T22" fmla="*/ 0 w 98"/>
                  <a:gd name="T23" fmla="*/ 2147483646 h 160"/>
                  <a:gd name="T24" fmla="*/ 0 w 98"/>
                  <a:gd name="T25" fmla="*/ 2147483646 h 160"/>
                  <a:gd name="T26" fmla="*/ 2147483646 w 98"/>
                  <a:gd name="T27" fmla="*/ 0 h 160"/>
                  <a:gd name="T28" fmla="*/ 2147483646 w 98"/>
                  <a:gd name="T29" fmla="*/ 0 h 16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8" h="160">
                    <a:moveTo>
                      <a:pt x="5" y="0"/>
                    </a:moveTo>
                    <a:lnTo>
                      <a:pt x="5" y="0"/>
                    </a:lnTo>
                    <a:lnTo>
                      <a:pt x="98" y="0"/>
                    </a:lnTo>
                    <a:lnTo>
                      <a:pt x="81" y="140"/>
                    </a:lnTo>
                    <a:lnTo>
                      <a:pt x="80" y="147"/>
                    </a:lnTo>
                    <a:lnTo>
                      <a:pt x="74" y="152"/>
                    </a:lnTo>
                    <a:lnTo>
                      <a:pt x="69" y="157"/>
                    </a:lnTo>
                    <a:lnTo>
                      <a:pt x="63" y="160"/>
                    </a:lnTo>
                    <a:lnTo>
                      <a:pt x="0" y="103"/>
                    </a:lnTo>
                    <a:lnTo>
                      <a:pt x="5" y="0"/>
                    </a:lnTo>
                    <a:close/>
                  </a:path>
                </a:pathLst>
              </a:custGeom>
              <a:solidFill>
                <a:srgbClr val="B8B8BC"/>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95" name="Freeform 80">
                <a:extLst>
                  <a:ext uri="{FF2B5EF4-FFF2-40B4-BE49-F238E27FC236}">
                    <a16:creationId xmlns:a16="http://schemas.microsoft.com/office/drawing/2014/main" id="{7D16F47A-24EC-4945-9CEA-F59FAABA9E5F}"/>
                  </a:ext>
                </a:extLst>
              </p:cNvPr>
              <p:cNvSpPr>
                <a:spLocks/>
              </p:cNvSpPr>
              <p:nvPr/>
            </p:nvSpPr>
            <p:spPr bwMode="auto">
              <a:xfrm>
                <a:off x="3408363" y="5083175"/>
                <a:ext cx="149225" cy="254000"/>
              </a:xfrm>
              <a:custGeom>
                <a:avLst/>
                <a:gdLst>
                  <a:gd name="T0" fmla="*/ 2147483646 w 94"/>
                  <a:gd name="T1" fmla="*/ 0 h 160"/>
                  <a:gd name="T2" fmla="*/ 2147483646 w 94"/>
                  <a:gd name="T3" fmla="*/ 0 h 160"/>
                  <a:gd name="T4" fmla="*/ 2147483646 w 94"/>
                  <a:gd name="T5" fmla="*/ 0 h 160"/>
                  <a:gd name="T6" fmla="*/ 2147483646 w 94"/>
                  <a:gd name="T7" fmla="*/ 0 h 160"/>
                  <a:gd name="T8" fmla="*/ 2147483646 w 94"/>
                  <a:gd name="T9" fmla="*/ 2147483646 h 160"/>
                  <a:gd name="T10" fmla="*/ 2147483646 w 94"/>
                  <a:gd name="T11" fmla="*/ 2147483646 h 160"/>
                  <a:gd name="T12" fmla="*/ 2147483646 w 94"/>
                  <a:gd name="T13" fmla="*/ 2147483646 h 160"/>
                  <a:gd name="T14" fmla="*/ 2147483646 w 94"/>
                  <a:gd name="T15" fmla="*/ 2147483646 h 160"/>
                  <a:gd name="T16" fmla="*/ 2147483646 w 94"/>
                  <a:gd name="T17" fmla="*/ 2147483646 h 160"/>
                  <a:gd name="T18" fmla="*/ 2147483646 w 94"/>
                  <a:gd name="T19" fmla="*/ 2147483646 h 160"/>
                  <a:gd name="T20" fmla="*/ 2147483646 w 94"/>
                  <a:gd name="T21" fmla="*/ 2147483646 h 160"/>
                  <a:gd name="T22" fmla="*/ 0 w 94"/>
                  <a:gd name="T23" fmla="*/ 2147483646 h 160"/>
                  <a:gd name="T24" fmla="*/ 0 w 94"/>
                  <a:gd name="T25" fmla="*/ 2147483646 h 160"/>
                  <a:gd name="T26" fmla="*/ 2147483646 w 94"/>
                  <a:gd name="T27" fmla="*/ 0 h 160"/>
                  <a:gd name="T28" fmla="*/ 2147483646 w 94"/>
                  <a:gd name="T29" fmla="*/ 0 h 16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4" h="160">
                    <a:moveTo>
                      <a:pt x="5" y="0"/>
                    </a:moveTo>
                    <a:lnTo>
                      <a:pt x="5" y="0"/>
                    </a:lnTo>
                    <a:lnTo>
                      <a:pt x="94" y="0"/>
                    </a:lnTo>
                    <a:lnTo>
                      <a:pt x="77" y="140"/>
                    </a:lnTo>
                    <a:lnTo>
                      <a:pt x="76" y="147"/>
                    </a:lnTo>
                    <a:lnTo>
                      <a:pt x="71" y="152"/>
                    </a:lnTo>
                    <a:lnTo>
                      <a:pt x="66" y="157"/>
                    </a:lnTo>
                    <a:lnTo>
                      <a:pt x="59" y="160"/>
                    </a:lnTo>
                    <a:lnTo>
                      <a:pt x="0" y="102"/>
                    </a:lnTo>
                    <a:lnTo>
                      <a:pt x="5" y="0"/>
                    </a:lnTo>
                    <a:close/>
                  </a:path>
                </a:pathLst>
              </a:custGeom>
              <a:solidFill>
                <a:srgbClr val="B9B9BC"/>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96" name="Freeform 81">
                <a:extLst>
                  <a:ext uri="{FF2B5EF4-FFF2-40B4-BE49-F238E27FC236}">
                    <a16:creationId xmlns:a16="http://schemas.microsoft.com/office/drawing/2014/main" id="{68530A09-81DB-1641-9078-92056C840B12}"/>
                  </a:ext>
                </a:extLst>
              </p:cNvPr>
              <p:cNvSpPr>
                <a:spLocks/>
              </p:cNvSpPr>
              <p:nvPr/>
            </p:nvSpPr>
            <p:spPr bwMode="auto">
              <a:xfrm>
                <a:off x="3414713" y="5083175"/>
                <a:ext cx="142875" cy="254000"/>
              </a:xfrm>
              <a:custGeom>
                <a:avLst/>
                <a:gdLst>
                  <a:gd name="T0" fmla="*/ 2147483646 w 90"/>
                  <a:gd name="T1" fmla="*/ 0 h 160"/>
                  <a:gd name="T2" fmla="*/ 2147483646 w 90"/>
                  <a:gd name="T3" fmla="*/ 0 h 160"/>
                  <a:gd name="T4" fmla="*/ 2147483646 w 90"/>
                  <a:gd name="T5" fmla="*/ 0 h 160"/>
                  <a:gd name="T6" fmla="*/ 2147483646 w 90"/>
                  <a:gd name="T7" fmla="*/ 0 h 160"/>
                  <a:gd name="T8" fmla="*/ 2147483646 w 90"/>
                  <a:gd name="T9" fmla="*/ 2147483646 h 160"/>
                  <a:gd name="T10" fmla="*/ 2147483646 w 90"/>
                  <a:gd name="T11" fmla="*/ 2147483646 h 160"/>
                  <a:gd name="T12" fmla="*/ 2147483646 w 90"/>
                  <a:gd name="T13" fmla="*/ 2147483646 h 160"/>
                  <a:gd name="T14" fmla="*/ 2147483646 w 90"/>
                  <a:gd name="T15" fmla="*/ 2147483646 h 160"/>
                  <a:gd name="T16" fmla="*/ 2147483646 w 90"/>
                  <a:gd name="T17" fmla="*/ 2147483646 h 160"/>
                  <a:gd name="T18" fmla="*/ 2147483646 w 90"/>
                  <a:gd name="T19" fmla="*/ 2147483646 h 160"/>
                  <a:gd name="T20" fmla="*/ 2147483646 w 90"/>
                  <a:gd name="T21" fmla="*/ 2147483646 h 160"/>
                  <a:gd name="T22" fmla="*/ 0 w 90"/>
                  <a:gd name="T23" fmla="*/ 2147483646 h 160"/>
                  <a:gd name="T24" fmla="*/ 0 w 90"/>
                  <a:gd name="T25" fmla="*/ 2147483646 h 160"/>
                  <a:gd name="T26" fmla="*/ 2147483646 w 90"/>
                  <a:gd name="T27" fmla="*/ 0 h 160"/>
                  <a:gd name="T28" fmla="*/ 2147483646 w 90"/>
                  <a:gd name="T29" fmla="*/ 0 h 16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0" h="160">
                    <a:moveTo>
                      <a:pt x="5" y="0"/>
                    </a:moveTo>
                    <a:lnTo>
                      <a:pt x="5" y="0"/>
                    </a:lnTo>
                    <a:lnTo>
                      <a:pt x="90" y="0"/>
                    </a:lnTo>
                    <a:lnTo>
                      <a:pt x="73" y="140"/>
                    </a:lnTo>
                    <a:lnTo>
                      <a:pt x="72" y="147"/>
                    </a:lnTo>
                    <a:lnTo>
                      <a:pt x="67" y="152"/>
                    </a:lnTo>
                    <a:lnTo>
                      <a:pt x="62" y="157"/>
                    </a:lnTo>
                    <a:lnTo>
                      <a:pt x="55" y="160"/>
                    </a:lnTo>
                    <a:lnTo>
                      <a:pt x="0" y="101"/>
                    </a:lnTo>
                    <a:lnTo>
                      <a:pt x="5" y="0"/>
                    </a:lnTo>
                    <a:close/>
                  </a:path>
                </a:pathLst>
              </a:custGeom>
              <a:solidFill>
                <a:srgbClr val="B9B9B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97" name="Freeform 82">
                <a:extLst>
                  <a:ext uri="{FF2B5EF4-FFF2-40B4-BE49-F238E27FC236}">
                    <a16:creationId xmlns:a16="http://schemas.microsoft.com/office/drawing/2014/main" id="{9F2CDBA4-21B6-AC42-A070-63E368DEF66A}"/>
                  </a:ext>
                </a:extLst>
              </p:cNvPr>
              <p:cNvSpPr>
                <a:spLocks/>
              </p:cNvSpPr>
              <p:nvPr/>
            </p:nvSpPr>
            <p:spPr bwMode="auto">
              <a:xfrm>
                <a:off x="3417888" y="5083175"/>
                <a:ext cx="139700" cy="254000"/>
              </a:xfrm>
              <a:custGeom>
                <a:avLst/>
                <a:gdLst>
                  <a:gd name="T0" fmla="*/ 2147483646 w 88"/>
                  <a:gd name="T1" fmla="*/ 0 h 160"/>
                  <a:gd name="T2" fmla="*/ 2147483646 w 88"/>
                  <a:gd name="T3" fmla="*/ 0 h 160"/>
                  <a:gd name="T4" fmla="*/ 2147483646 w 88"/>
                  <a:gd name="T5" fmla="*/ 0 h 160"/>
                  <a:gd name="T6" fmla="*/ 2147483646 w 88"/>
                  <a:gd name="T7" fmla="*/ 0 h 160"/>
                  <a:gd name="T8" fmla="*/ 2147483646 w 88"/>
                  <a:gd name="T9" fmla="*/ 2147483646 h 160"/>
                  <a:gd name="T10" fmla="*/ 2147483646 w 88"/>
                  <a:gd name="T11" fmla="*/ 2147483646 h 160"/>
                  <a:gd name="T12" fmla="*/ 2147483646 w 88"/>
                  <a:gd name="T13" fmla="*/ 2147483646 h 160"/>
                  <a:gd name="T14" fmla="*/ 2147483646 w 88"/>
                  <a:gd name="T15" fmla="*/ 2147483646 h 160"/>
                  <a:gd name="T16" fmla="*/ 2147483646 w 88"/>
                  <a:gd name="T17" fmla="*/ 2147483646 h 160"/>
                  <a:gd name="T18" fmla="*/ 2147483646 w 88"/>
                  <a:gd name="T19" fmla="*/ 2147483646 h 160"/>
                  <a:gd name="T20" fmla="*/ 2147483646 w 88"/>
                  <a:gd name="T21" fmla="*/ 2147483646 h 160"/>
                  <a:gd name="T22" fmla="*/ 0 w 88"/>
                  <a:gd name="T23" fmla="*/ 2147483646 h 160"/>
                  <a:gd name="T24" fmla="*/ 0 w 88"/>
                  <a:gd name="T25" fmla="*/ 2147483646 h 160"/>
                  <a:gd name="T26" fmla="*/ 2147483646 w 88"/>
                  <a:gd name="T27" fmla="*/ 0 h 160"/>
                  <a:gd name="T28" fmla="*/ 2147483646 w 88"/>
                  <a:gd name="T29" fmla="*/ 0 h 16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8" h="160">
                    <a:moveTo>
                      <a:pt x="7" y="0"/>
                    </a:moveTo>
                    <a:lnTo>
                      <a:pt x="7" y="0"/>
                    </a:lnTo>
                    <a:lnTo>
                      <a:pt x="88" y="0"/>
                    </a:lnTo>
                    <a:lnTo>
                      <a:pt x="71" y="140"/>
                    </a:lnTo>
                    <a:lnTo>
                      <a:pt x="70" y="147"/>
                    </a:lnTo>
                    <a:lnTo>
                      <a:pt x="65" y="152"/>
                    </a:lnTo>
                    <a:lnTo>
                      <a:pt x="60" y="157"/>
                    </a:lnTo>
                    <a:lnTo>
                      <a:pt x="55" y="160"/>
                    </a:lnTo>
                    <a:lnTo>
                      <a:pt x="0" y="99"/>
                    </a:lnTo>
                    <a:lnTo>
                      <a:pt x="7" y="0"/>
                    </a:lnTo>
                    <a:close/>
                  </a:path>
                </a:pathLst>
              </a:custGeom>
              <a:solidFill>
                <a:srgbClr val="BABAB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98" name="Freeform 83">
                <a:extLst>
                  <a:ext uri="{FF2B5EF4-FFF2-40B4-BE49-F238E27FC236}">
                    <a16:creationId xmlns:a16="http://schemas.microsoft.com/office/drawing/2014/main" id="{A5F7F664-E2DB-7C41-8487-36C222F4B1EC}"/>
                  </a:ext>
                </a:extLst>
              </p:cNvPr>
              <p:cNvSpPr>
                <a:spLocks/>
              </p:cNvSpPr>
              <p:nvPr/>
            </p:nvSpPr>
            <p:spPr bwMode="auto">
              <a:xfrm>
                <a:off x="3425826" y="5083175"/>
                <a:ext cx="131763" cy="254000"/>
              </a:xfrm>
              <a:custGeom>
                <a:avLst/>
                <a:gdLst>
                  <a:gd name="T0" fmla="*/ 2147483646 w 83"/>
                  <a:gd name="T1" fmla="*/ 0 h 160"/>
                  <a:gd name="T2" fmla="*/ 2147483646 w 83"/>
                  <a:gd name="T3" fmla="*/ 0 h 160"/>
                  <a:gd name="T4" fmla="*/ 2147483646 w 83"/>
                  <a:gd name="T5" fmla="*/ 0 h 160"/>
                  <a:gd name="T6" fmla="*/ 2147483646 w 83"/>
                  <a:gd name="T7" fmla="*/ 0 h 160"/>
                  <a:gd name="T8" fmla="*/ 2147483646 w 83"/>
                  <a:gd name="T9" fmla="*/ 2147483646 h 160"/>
                  <a:gd name="T10" fmla="*/ 2147483646 w 83"/>
                  <a:gd name="T11" fmla="*/ 2147483646 h 160"/>
                  <a:gd name="T12" fmla="*/ 2147483646 w 83"/>
                  <a:gd name="T13" fmla="*/ 2147483646 h 160"/>
                  <a:gd name="T14" fmla="*/ 2147483646 w 83"/>
                  <a:gd name="T15" fmla="*/ 2147483646 h 160"/>
                  <a:gd name="T16" fmla="*/ 2147483646 w 83"/>
                  <a:gd name="T17" fmla="*/ 2147483646 h 160"/>
                  <a:gd name="T18" fmla="*/ 2147483646 w 83"/>
                  <a:gd name="T19" fmla="*/ 2147483646 h 160"/>
                  <a:gd name="T20" fmla="*/ 2147483646 w 83"/>
                  <a:gd name="T21" fmla="*/ 2147483646 h 160"/>
                  <a:gd name="T22" fmla="*/ 0 w 83"/>
                  <a:gd name="T23" fmla="*/ 2147483646 h 160"/>
                  <a:gd name="T24" fmla="*/ 0 w 83"/>
                  <a:gd name="T25" fmla="*/ 2147483646 h 160"/>
                  <a:gd name="T26" fmla="*/ 2147483646 w 83"/>
                  <a:gd name="T27" fmla="*/ 0 h 160"/>
                  <a:gd name="T28" fmla="*/ 2147483646 w 83"/>
                  <a:gd name="T29" fmla="*/ 0 h 16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3" h="160">
                    <a:moveTo>
                      <a:pt x="6" y="0"/>
                    </a:moveTo>
                    <a:lnTo>
                      <a:pt x="6" y="0"/>
                    </a:lnTo>
                    <a:lnTo>
                      <a:pt x="83" y="0"/>
                    </a:lnTo>
                    <a:lnTo>
                      <a:pt x="66" y="140"/>
                    </a:lnTo>
                    <a:lnTo>
                      <a:pt x="65" y="147"/>
                    </a:lnTo>
                    <a:lnTo>
                      <a:pt x="60" y="152"/>
                    </a:lnTo>
                    <a:lnTo>
                      <a:pt x="55" y="156"/>
                    </a:lnTo>
                    <a:lnTo>
                      <a:pt x="50" y="160"/>
                    </a:lnTo>
                    <a:lnTo>
                      <a:pt x="0" y="99"/>
                    </a:lnTo>
                    <a:lnTo>
                      <a:pt x="6" y="0"/>
                    </a:lnTo>
                    <a:close/>
                  </a:path>
                </a:pathLst>
              </a:custGeom>
              <a:solidFill>
                <a:srgbClr val="BBBBBE"/>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99" name="Freeform 84">
                <a:extLst>
                  <a:ext uri="{FF2B5EF4-FFF2-40B4-BE49-F238E27FC236}">
                    <a16:creationId xmlns:a16="http://schemas.microsoft.com/office/drawing/2014/main" id="{59CD5530-DBF5-7642-9C00-37020ADEDE07}"/>
                  </a:ext>
                </a:extLst>
              </p:cNvPr>
              <p:cNvSpPr>
                <a:spLocks/>
              </p:cNvSpPr>
              <p:nvPr/>
            </p:nvSpPr>
            <p:spPr bwMode="auto">
              <a:xfrm>
                <a:off x="3432176" y="5083175"/>
                <a:ext cx="125413" cy="254000"/>
              </a:xfrm>
              <a:custGeom>
                <a:avLst/>
                <a:gdLst>
                  <a:gd name="T0" fmla="*/ 2147483646 w 79"/>
                  <a:gd name="T1" fmla="*/ 0 h 160"/>
                  <a:gd name="T2" fmla="*/ 2147483646 w 79"/>
                  <a:gd name="T3" fmla="*/ 0 h 160"/>
                  <a:gd name="T4" fmla="*/ 2147483646 w 79"/>
                  <a:gd name="T5" fmla="*/ 0 h 160"/>
                  <a:gd name="T6" fmla="*/ 2147483646 w 79"/>
                  <a:gd name="T7" fmla="*/ 0 h 160"/>
                  <a:gd name="T8" fmla="*/ 2147483646 w 79"/>
                  <a:gd name="T9" fmla="*/ 2147483646 h 160"/>
                  <a:gd name="T10" fmla="*/ 2147483646 w 79"/>
                  <a:gd name="T11" fmla="*/ 2147483646 h 160"/>
                  <a:gd name="T12" fmla="*/ 2147483646 w 79"/>
                  <a:gd name="T13" fmla="*/ 2147483646 h 160"/>
                  <a:gd name="T14" fmla="*/ 2147483646 w 79"/>
                  <a:gd name="T15" fmla="*/ 2147483646 h 160"/>
                  <a:gd name="T16" fmla="*/ 2147483646 w 79"/>
                  <a:gd name="T17" fmla="*/ 2147483646 h 160"/>
                  <a:gd name="T18" fmla="*/ 2147483646 w 79"/>
                  <a:gd name="T19" fmla="*/ 2147483646 h 160"/>
                  <a:gd name="T20" fmla="*/ 2147483646 w 79"/>
                  <a:gd name="T21" fmla="*/ 2147483646 h 160"/>
                  <a:gd name="T22" fmla="*/ 0 w 79"/>
                  <a:gd name="T23" fmla="*/ 2147483646 h 160"/>
                  <a:gd name="T24" fmla="*/ 0 w 79"/>
                  <a:gd name="T25" fmla="*/ 2147483646 h 160"/>
                  <a:gd name="T26" fmla="*/ 2147483646 w 79"/>
                  <a:gd name="T27" fmla="*/ 0 h 160"/>
                  <a:gd name="T28" fmla="*/ 2147483646 w 79"/>
                  <a:gd name="T29" fmla="*/ 0 h 16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79" h="160">
                    <a:moveTo>
                      <a:pt x="5" y="0"/>
                    </a:moveTo>
                    <a:lnTo>
                      <a:pt x="5" y="0"/>
                    </a:lnTo>
                    <a:lnTo>
                      <a:pt x="79" y="0"/>
                    </a:lnTo>
                    <a:lnTo>
                      <a:pt x="62" y="140"/>
                    </a:lnTo>
                    <a:lnTo>
                      <a:pt x="61" y="147"/>
                    </a:lnTo>
                    <a:lnTo>
                      <a:pt x="56" y="152"/>
                    </a:lnTo>
                    <a:lnTo>
                      <a:pt x="51" y="156"/>
                    </a:lnTo>
                    <a:lnTo>
                      <a:pt x="46" y="160"/>
                    </a:lnTo>
                    <a:lnTo>
                      <a:pt x="0" y="98"/>
                    </a:lnTo>
                    <a:lnTo>
                      <a:pt x="5" y="0"/>
                    </a:lnTo>
                    <a:close/>
                  </a:path>
                </a:pathLst>
              </a:custGeom>
              <a:solidFill>
                <a:srgbClr val="BBBB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00" name="Freeform 85">
                <a:extLst>
                  <a:ext uri="{FF2B5EF4-FFF2-40B4-BE49-F238E27FC236}">
                    <a16:creationId xmlns:a16="http://schemas.microsoft.com/office/drawing/2014/main" id="{D80FBC17-55EC-3245-AA6D-E2C5E57AEB95}"/>
                  </a:ext>
                </a:extLst>
              </p:cNvPr>
              <p:cNvSpPr>
                <a:spLocks/>
              </p:cNvSpPr>
              <p:nvPr/>
            </p:nvSpPr>
            <p:spPr bwMode="auto">
              <a:xfrm>
                <a:off x="3438526" y="5083175"/>
                <a:ext cx="119063" cy="254000"/>
              </a:xfrm>
              <a:custGeom>
                <a:avLst/>
                <a:gdLst>
                  <a:gd name="T0" fmla="*/ 2147483646 w 75"/>
                  <a:gd name="T1" fmla="*/ 0 h 160"/>
                  <a:gd name="T2" fmla="*/ 2147483646 w 75"/>
                  <a:gd name="T3" fmla="*/ 0 h 160"/>
                  <a:gd name="T4" fmla="*/ 2147483646 w 75"/>
                  <a:gd name="T5" fmla="*/ 0 h 160"/>
                  <a:gd name="T6" fmla="*/ 2147483646 w 75"/>
                  <a:gd name="T7" fmla="*/ 0 h 160"/>
                  <a:gd name="T8" fmla="*/ 2147483646 w 75"/>
                  <a:gd name="T9" fmla="*/ 2147483646 h 160"/>
                  <a:gd name="T10" fmla="*/ 2147483646 w 75"/>
                  <a:gd name="T11" fmla="*/ 2147483646 h 160"/>
                  <a:gd name="T12" fmla="*/ 2147483646 w 75"/>
                  <a:gd name="T13" fmla="*/ 2147483646 h 160"/>
                  <a:gd name="T14" fmla="*/ 2147483646 w 75"/>
                  <a:gd name="T15" fmla="*/ 2147483646 h 160"/>
                  <a:gd name="T16" fmla="*/ 2147483646 w 75"/>
                  <a:gd name="T17" fmla="*/ 2147483646 h 160"/>
                  <a:gd name="T18" fmla="*/ 2147483646 w 75"/>
                  <a:gd name="T19" fmla="*/ 2147483646 h 160"/>
                  <a:gd name="T20" fmla="*/ 2147483646 w 75"/>
                  <a:gd name="T21" fmla="*/ 2147483646 h 160"/>
                  <a:gd name="T22" fmla="*/ 0 w 75"/>
                  <a:gd name="T23" fmla="*/ 2147483646 h 160"/>
                  <a:gd name="T24" fmla="*/ 0 w 75"/>
                  <a:gd name="T25" fmla="*/ 2147483646 h 160"/>
                  <a:gd name="T26" fmla="*/ 2147483646 w 75"/>
                  <a:gd name="T27" fmla="*/ 0 h 160"/>
                  <a:gd name="T28" fmla="*/ 2147483646 w 75"/>
                  <a:gd name="T29" fmla="*/ 0 h 16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75" h="160">
                    <a:moveTo>
                      <a:pt x="5" y="0"/>
                    </a:moveTo>
                    <a:lnTo>
                      <a:pt x="5" y="0"/>
                    </a:lnTo>
                    <a:lnTo>
                      <a:pt x="75" y="0"/>
                    </a:lnTo>
                    <a:lnTo>
                      <a:pt x="58" y="140"/>
                    </a:lnTo>
                    <a:lnTo>
                      <a:pt x="57" y="147"/>
                    </a:lnTo>
                    <a:lnTo>
                      <a:pt x="52" y="152"/>
                    </a:lnTo>
                    <a:lnTo>
                      <a:pt x="48" y="156"/>
                    </a:lnTo>
                    <a:lnTo>
                      <a:pt x="43" y="160"/>
                    </a:lnTo>
                    <a:lnTo>
                      <a:pt x="0" y="96"/>
                    </a:lnTo>
                    <a:lnTo>
                      <a:pt x="5" y="0"/>
                    </a:lnTo>
                    <a:close/>
                  </a:path>
                </a:pathLst>
              </a:custGeom>
              <a:solidFill>
                <a:srgbClr val="BCBC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01" name="Freeform 86">
                <a:extLst>
                  <a:ext uri="{FF2B5EF4-FFF2-40B4-BE49-F238E27FC236}">
                    <a16:creationId xmlns:a16="http://schemas.microsoft.com/office/drawing/2014/main" id="{707858FC-6250-B548-9BBD-772CC0BE9389}"/>
                  </a:ext>
                </a:extLst>
              </p:cNvPr>
              <p:cNvSpPr>
                <a:spLocks/>
              </p:cNvSpPr>
              <p:nvPr/>
            </p:nvSpPr>
            <p:spPr bwMode="auto">
              <a:xfrm>
                <a:off x="3444876" y="5083175"/>
                <a:ext cx="112713" cy="254000"/>
              </a:xfrm>
              <a:custGeom>
                <a:avLst/>
                <a:gdLst>
                  <a:gd name="T0" fmla="*/ 2147483646 w 71"/>
                  <a:gd name="T1" fmla="*/ 0 h 160"/>
                  <a:gd name="T2" fmla="*/ 2147483646 w 71"/>
                  <a:gd name="T3" fmla="*/ 0 h 160"/>
                  <a:gd name="T4" fmla="*/ 2147483646 w 71"/>
                  <a:gd name="T5" fmla="*/ 0 h 160"/>
                  <a:gd name="T6" fmla="*/ 2147483646 w 71"/>
                  <a:gd name="T7" fmla="*/ 0 h 160"/>
                  <a:gd name="T8" fmla="*/ 2147483646 w 71"/>
                  <a:gd name="T9" fmla="*/ 2147483646 h 160"/>
                  <a:gd name="T10" fmla="*/ 2147483646 w 71"/>
                  <a:gd name="T11" fmla="*/ 2147483646 h 160"/>
                  <a:gd name="T12" fmla="*/ 2147483646 w 71"/>
                  <a:gd name="T13" fmla="*/ 2147483646 h 160"/>
                  <a:gd name="T14" fmla="*/ 2147483646 w 71"/>
                  <a:gd name="T15" fmla="*/ 2147483646 h 160"/>
                  <a:gd name="T16" fmla="*/ 2147483646 w 71"/>
                  <a:gd name="T17" fmla="*/ 2147483646 h 160"/>
                  <a:gd name="T18" fmla="*/ 2147483646 w 71"/>
                  <a:gd name="T19" fmla="*/ 2147483646 h 160"/>
                  <a:gd name="T20" fmla="*/ 2147483646 w 71"/>
                  <a:gd name="T21" fmla="*/ 2147483646 h 160"/>
                  <a:gd name="T22" fmla="*/ 0 w 71"/>
                  <a:gd name="T23" fmla="*/ 2147483646 h 160"/>
                  <a:gd name="T24" fmla="*/ 0 w 71"/>
                  <a:gd name="T25" fmla="*/ 2147483646 h 160"/>
                  <a:gd name="T26" fmla="*/ 2147483646 w 71"/>
                  <a:gd name="T27" fmla="*/ 0 h 160"/>
                  <a:gd name="T28" fmla="*/ 2147483646 w 71"/>
                  <a:gd name="T29" fmla="*/ 0 h 16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71" h="160">
                    <a:moveTo>
                      <a:pt x="5" y="0"/>
                    </a:moveTo>
                    <a:lnTo>
                      <a:pt x="5" y="0"/>
                    </a:lnTo>
                    <a:lnTo>
                      <a:pt x="71" y="0"/>
                    </a:lnTo>
                    <a:lnTo>
                      <a:pt x="54" y="140"/>
                    </a:lnTo>
                    <a:lnTo>
                      <a:pt x="53" y="147"/>
                    </a:lnTo>
                    <a:lnTo>
                      <a:pt x="48" y="152"/>
                    </a:lnTo>
                    <a:lnTo>
                      <a:pt x="44" y="156"/>
                    </a:lnTo>
                    <a:lnTo>
                      <a:pt x="39" y="160"/>
                    </a:lnTo>
                    <a:lnTo>
                      <a:pt x="0" y="95"/>
                    </a:lnTo>
                    <a:lnTo>
                      <a:pt x="5" y="0"/>
                    </a:lnTo>
                    <a:close/>
                  </a:path>
                </a:pathLst>
              </a:custGeom>
              <a:solidFill>
                <a:srgbClr val="BCBC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02" name="Freeform 87">
                <a:extLst>
                  <a:ext uri="{FF2B5EF4-FFF2-40B4-BE49-F238E27FC236}">
                    <a16:creationId xmlns:a16="http://schemas.microsoft.com/office/drawing/2014/main" id="{1F878798-FF66-8C46-BB00-673F9467A932}"/>
                  </a:ext>
                </a:extLst>
              </p:cNvPr>
              <p:cNvSpPr>
                <a:spLocks/>
              </p:cNvSpPr>
              <p:nvPr/>
            </p:nvSpPr>
            <p:spPr bwMode="auto">
              <a:xfrm>
                <a:off x="3448051" y="5083175"/>
                <a:ext cx="109538" cy="252413"/>
              </a:xfrm>
              <a:custGeom>
                <a:avLst/>
                <a:gdLst>
                  <a:gd name="T0" fmla="*/ 2147483646 w 69"/>
                  <a:gd name="T1" fmla="*/ 0 h 159"/>
                  <a:gd name="T2" fmla="*/ 2147483646 w 69"/>
                  <a:gd name="T3" fmla="*/ 0 h 159"/>
                  <a:gd name="T4" fmla="*/ 2147483646 w 69"/>
                  <a:gd name="T5" fmla="*/ 0 h 159"/>
                  <a:gd name="T6" fmla="*/ 2147483646 w 69"/>
                  <a:gd name="T7" fmla="*/ 0 h 159"/>
                  <a:gd name="T8" fmla="*/ 2147483646 w 69"/>
                  <a:gd name="T9" fmla="*/ 2147483646 h 159"/>
                  <a:gd name="T10" fmla="*/ 2147483646 w 69"/>
                  <a:gd name="T11" fmla="*/ 2147483646 h 159"/>
                  <a:gd name="T12" fmla="*/ 2147483646 w 69"/>
                  <a:gd name="T13" fmla="*/ 2147483646 h 159"/>
                  <a:gd name="T14" fmla="*/ 2147483646 w 69"/>
                  <a:gd name="T15" fmla="*/ 2147483646 h 159"/>
                  <a:gd name="T16" fmla="*/ 2147483646 w 69"/>
                  <a:gd name="T17" fmla="*/ 2147483646 h 159"/>
                  <a:gd name="T18" fmla="*/ 2147483646 w 69"/>
                  <a:gd name="T19" fmla="*/ 2147483646 h 159"/>
                  <a:gd name="T20" fmla="*/ 2147483646 w 69"/>
                  <a:gd name="T21" fmla="*/ 2147483646 h 159"/>
                  <a:gd name="T22" fmla="*/ 0 w 69"/>
                  <a:gd name="T23" fmla="*/ 2147483646 h 159"/>
                  <a:gd name="T24" fmla="*/ 0 w 69"/>
                  <a:gd name="T25" fmla="*/ 2147483646 h 159"/>
                  <a:gd name="T26" fmla="*/ 2147483646 w 69"/>
                  <a:gd name="T27" fmla="*/ 0 h 159"/>
                  <a:gd name="T28" fmla="*/ 2147483646 w 69"/>
                  <a:gd name="T29" fmla="*/ 0 h 15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159">
                    <a:moveTo>
                      <a:pt x="7" y="0"/>
                    </a:moveTo>
                    <a:lnTo>
                      <a:pt x="7" y="0"/>
                    </a:lnTo>
                    <a:lnTo>
                      <a:pt x="69" y="0"/>
                    </a:lnTo>
                    <a:lnTo>
                      <a:pt x="52" y="140"/>
                    </a:lnTo>
                    <a:lnTo>
                      <a:pt x="51" y="147"/>
                    </a:lnTo>
                    <a:lnTo>
                      <a:pt x="46" y="152"/>
                    </a:lnTo>
                    <a:lnTo>
                      <a:pt x="42" y="156"/>
                    </a:lnTo>
                    <a:lnTo>
                      <a:pt x="37" y="159"/>
                    </a:lnTo>
                    <a:lnTo>
                      <a:pt x="0" y="94"/>
                    </a:lnTo>
                    <a:lnTo>
                      <a:pt x="7" y="0"/>
                    </a:lnTo>
                    <a:close/>
                  </a:path>
                </a:pathLst>
              </a:custGeom>
              <a:solidFill>
                <a:srgbClr val="BDBDC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03" name="Freeform 88">
                <a:extLst>
                  <a:ext uri="{FF2B5EF4-FFF2-40B4-BE49-F238E27FC236}">
                    <a16:creationId xmlns:a16="http://schemas.microsoft.com/office/drawing/2014/main" id="{23B85CF0-BA50-6C41-A9B4-0A4808D814B0}"/>
                  </a:ext>
                </a:extLst>
              </p:cNvPr>
              <p:cNvSpPr>
                <a:spLocks/>
              </p:cNvSpPr>
              <p:nvPr/>
            </p:nvSpPr>
            <p:spPr bwMode="auto">
              <a:xfrm>
                <a:off x="3454401" y="5083175"/>
                <a:ext cx="103188" cy="252413"/>
              </a:xfrm>
              <a:custGeom>
                <a:avLst/>
                <a:gdLst>
                  <a:gd name="T0" fmla="*/ 2147483646 w 65"/>
                  <a:gd name="T1" fmla="*/ 0 h 159"/>
                  <a:gd name="T2" fmla="*/ 2147483646 w 65"/>
                  <a:gd name="T3" fmla="*/ 0 h 159"/>
                  <a:gd name="T4" fmla="*/ 2147483646 w 65"/>
                  <a:gd name="T5" fmla="*/ 0 h 159"/>
                  <a:gd name="T6" fmla="*/ 2147483646 w 65"/>
                  <a:gd name="T7" fmla="*/ 0 h 159"/>
                  <a:gd name="T8" fmla="*/ 2147483646 w 65"/>
                  <a:gd name="T9" fmla="*/ 2147483646 h 159"/>
                  <a:gd name="T10" fmla="*/ 2147483646 w 65"/>
                  <a:gd name="T11" fmla="*/ 2147483646 h 159"/>
                  <a:gd name="T12" fmla="*/ 2147483646 w 65"/>
                  <a:gd name="T13" fmla="*/ 2147483646 h 159"/>
                  <a:gd name="T14" fmla="*/ 2147483646 w 65"/>
                  <a:gd name="T15" fmla="*/ 2147483646 h 159"/>
                  <a:gd name="T16" fmla="*/ 2147483646 w 65"/>
                  <a:gd name="T17" fmla="*/ 2147483646 h 159"/>
                  <a:gd name="T18" fmla="*/ 2147483646 w 65"/>
                  <a:gd name="T19" fmla="*/ 2147483646 h 159"/>
                  <a:gd name="T20" fmla="*/ 2147483646 w 65"/>
                  <a:gd name="T21" fmla="*/ 2147483646 h 159"/>
                  <a:gd name="T22" fmla="*/ 0 w 65"/>
                  <a:gd name="T23" fmla="*/ 2147483646 h 159"/>
                  <a:gd name="T24" fmla="*/ 0 w 65"/>
                  <a:gd name="T25" fmla="*/ 2147483646 h 159"/>
                  <a:gd name="T26" fmla="*/ 2147483646 w 65"/>
                  <a:gd name="T27" fmla="*/ 0 h 159"/>
                  <a:gd name="T28" fmla="*/ 2147483646 w 65"/>
                  <a:gd name="T29" fmla="*/ 0 h 15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5" h="159">
                    <a:moveTo>
                      <a:pt x="7" y="0"/>
                    </a:moveTo>
                    <a:lnTo>
                      <a:pt x="7" y="0"/>
                    </a:lnTo>
                    <a:lnTo>
                      <a:pt x="65" y="0"/>
                    </a:lnTo>
                    <a:lnTo>
                      <a:pt x="48" y="140"/>
                    </a:lnTo>
                    <a:lnTo>
                      <a:pt x="47" y="147"/>
                    </a:lnTo>
                    <a:lnTo>
                      <a:pt x="42" y="152"/>
                    </a:lnTo>
                    <a:lnTo>
                      <a:pt x="38" y="156"/>
                    </a:lnTo>
                    <a:lnTo>
                      <a:pt x="33" y="159"/>
                    </a:lnTo>
                    <a:lnTo>
                      <a:pt x="0" y="92"/>
                    </a:lnTo>
                    <a:lnTo>
                      <a:pt x="7" y="0"/>
                    </a:lnTo>
                    <a:close/>
                  </a:path>
                </a:pathLst>
              </a:custGeom>
              <a:solidFill>
                <a:srgbClr val="BEBEC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04" name="Freeform 89">
                <a:extLst>
                  <a:ext uri="{FF2B5EF4-FFF2-40B4-BE49-F238E27FC236}">
                    <a16:creationId xmlns:a16="http://schemas.microsoft.com/office/drawing/2014/main" id="{D4CCEDC4-E09F-764A-BD3A-C3B19CB9EB25}"/>
                  </a:ext>
                </a:extLst>
              </p:cNvPr>
              <p:cNvSpPr>
                <a:spLocks/>
              </p:cNvSpPr>
              <p:nvPr/>
            </p:nvSpPr>
            <p:spPr bwMode="auto">
              <a:xfrm>
                <a:off x="3462338" y="5083175"/>
                <a:ext cx="95250" cy="252413"/>
              </a:xfrm>
              <a:custGeom>
                <a:avLst/>
                <a:gdLst>
                  <a:gd name="T0" fmla="*/ 2147483646 w 60"/>
                  <a:gd name="T1" fmla="*/ 0 h 159"/>
                  <a:gd name="T2" fmla="*/ 2147483646 w 60"/>
                  <a:gd name="T3" fmla="*/ 0 h 159"/>
                  <a:gd name="T4" fmla="*/ 2147483646 w 60"/>
                  <a:gd name="T5" fmla="*/ 0 h 159"/>
                  <a:gd name="T6" fmla="*/ 2147483646 w 60"/>
                  <a:gd name="T7" fmla="*/ 0 h 159"/>
                  <a:gd name="T8" fmla="*/ 2147483646 w 60"/>
                  <a:gd name="T9" fmla="*/ 2147483646 h 159"/>
                  <a:gd name="T10" fmla="*/ 2147483646 w 60"/>
                  <a:gd name="T11" fmla="*/ 2147483646 h 159"/>
                  <a:gd name="T12" fmla="*/ 2147483646 w 60"/>
                  <a:gd name="T13" fmla="*/ 2147483646 h 159"/>
                  <a:gd name="T14" fmla="*/ 2147483646 w 60"/>
                  <a:gd name="T15" fmla="*/ 2147483646 h 159"/>
                  <a:gd name="T16" fmla="*/ 2147483646 w 60"/>
                  <a:gd name="T17" fmla="*/ 2147483646 h 159"/>
                  <a:gd name="T18" fmla="*/ 2147483646 w 60"/>
                  <a:gd name="T19" fmla="*/ 2147483646 h 159"/>
                  <a:gd name="T20" fmla="*/ 2147483646 w 60"/>
                  <a:gd name="T21" fmla="*/ 2147483646 h 159"/>
                  <a:gd name="T22" fmla="*/ 0 w 60"/>
                  <a:gd name="T23" fmla="*/ 2147483646 h 159"/>
                  <a:gd name="T24" fmla="*/ 0 w 60"/>
                  <a:gd name="T25" fmla="*/ 2147483646 h 159"/>
                  <a:gd name="T26" fmla="*/ 2147483646 w 60"/>
                  <a:gd name="T27" fmla="*/ 0 h 159"/>
                  <a:gd name="T28" fmla="*/ 2147483646 w 60"/>
                  <a:gd name="T29" fmla="*/ 0 h 15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0" h="159">
                    <a:moveTo>
                      <a:pt x="6" y="0"/>
                    </a:moveTo>
                    <a:lnTo>
                      <a:pt x="6" y="0"/>
                    </a:lnTo>
                    <a:lnTo>
                      <a:pt x="60" y="0"/>
                    </a:lnTo>
                    <a:lnTo>
                      <a:pt x="43" y="140"/>
                    </a:lnTo>
                    <a:lnTo>
                      <a:pt x="42" y="147"/>
                    </a:lnTo>
                    <a:lnTo>
                      <a:pt x="39" y="151"/>
                    </a:lnTo>
                    <a:lnTo>
                      <a:pt x="33" y="156"/>
                    </a:lnTo>
                    <a:lnTo>
                      <a:pt x="29" y="159"/>
                    </a:lnTo>
                    <a:lnTo>
                      <a:pt x="0" y="91"/>
                    </a:lnTo>
                    <a:lnTo>
                      <a:pt x="6" y="0"/>
                    </a:lnTo>
                    <a:close/>
                  </a:path>
                </a:pathLst>
              </a:custGeom>
              <a:solidFill>
                <a:srgbClr val="BEBEC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05" name="Freeform 90">
                <a:extLst>
                  <a:ext uri="{FF2B5EF4-FFF2-40B4-BE49-F238E27FC236}">
                    <a16:creationId xmlns:a16="http://schemas.microsoft.com/office/drawing/2014/main" id="{A7C074B9-4D1E-2B4D-81E5-3F05ABE6D420}"/>
                  </a:ext>
                </a:extLst>
              </p:cNvPr>
              <p:cNvSpPr>
                <a:spLocks/>
              </p:cNvSpPr>
              <p:nvPr/>
            </p:nvSpPr>
            <p:spPr bwMode="auto">
              <a:xfrm>
                <a:off x="3468688" y="5083175"/>
                <a:ext cx="88900" cy="252413"/>
              </a:xfrm>
              <a:custGeom>
                <a:avLst/>
                <a:gdLst>
                  <a:gd name="T0" fmla="*/ 2147483646 w 56"/>
                  <a:gd name="T1" fmla="*/ 0 h 159"/>
                  <a:gd name="T2" fmla="*/ 2147483646 w 56"/>
                  <a:gd name="T3" fmla="*/ 0 h 159"/>
                  <a:gd name="T4" fmla="*/ 2147483646 w 56"/>
                  <a:gd name="T5" fmla="*/ 0 h 159"/>
                  <a:gd name="T6" fmla="*/ 2147483646 w 56"/>
                  <a:gd name="T7" fmla="*/ 0 h 159"/>
                  <a:gd name="T8" fmla="*/ 2147483646 w 56"/>
                  <a:gd name="T9" fmla="*/ 2147483646 h 159"/>
                  <a:gd name="T10" fmla="*/ 2147483646 w 56"/>
                  <a:gd name="T11" fmla="*/ 2147483646 h 159"/>
                  <a:gd name="T12" fmla="*/ 2147483646 w 56"/>
                  <a:gd name="T13" fmla="*/ 2147483646 h 159"/>
                  <a:gd name="T14" fmla="*/ 2147483646 w 56"/>
                  <a:gd name="T15" fmla="*/ 2147483646 h 159"/>
                  <a:gd name="T16" fmla="*/ 2147483646 w 56"/>
                  <a:gd name="T17" fmla="*/ 2147483646 h 159"/>
                  <a:gd name="T18" fmla="*/ 2147483646 w 56"/>
                  <a:gd name="T19" fmla="*/ 2147483646 h 159"/>
                  <a:gd name="T20" fmla="*/ 2147483646 w 56"/>
                  <a:gd name="T21" fmla="*/ 2147483646 h 159"/>
                  <a:gd name="T22" fmla="*/ 0 w 56"/>
                  <a:gd name="T23" fmla="*/ 2147483646 h 159"/>
                  <a:gd name="T24" fmla="*/ 0 w 56"/>
                  <a:gd name="T25" fmla="*/ 2147483646 h 159"/>
                  <a:gd name="T26" fmla="*/ 2147483646 w 56"/>
                  <a:gd name="T27" fmla="*/ 0 h 159"/>
                  <a:gd name="T28" fmla="*/ 2147483646 w 56"/>
                  <a:gd name="T29" fmla="*/ 0 h 15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56" h="159">
                    <a:moveTo>
                      <a:pt x="6" y="0"/>
                    </a:moveTo>
                    <a:lnTo>
                      <a:pt x="6" y="0"/>
                    </a:lnTo>
                    <a:lnTo>
                      <a:pt x="56" y="0"/>
                    </a:lnTo>
                    <a:lnTo>
                      <a:pt x="39" y="140"/>
                    </a:lnTo>
                    <a:lnTo>
                      <a:pt x="38" y="147"/>
                    </a:lnTo>
                    <a:lnTo>
                      <a:pt x="35" y="151"/>
                    </a:lnTo>
                    <a:lnTo>
                      <a:pt x="29" y="156"/>
                    </a:lnTo>
                    <a:lnTo>
                      <a:pt x="25" y="159"/>
                    </a:lnTo>
                    <a:lnTo>
                      <a:pt x="0" y="91"/>
                    </a:lnTo>
                    <a:lnTo>
                      <a:pt x="6" y="0"/>
                    </a:lnTo>
                    <a:close/>
                  </a:path>
                </a:pathLst>
              </a:custGeom>
              <a:solidFill>
                <a:srgbClr val="BFBFC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06" name="Freeform 91">
                <a:extLst>
                  <a:ext uri="{FF2B5EF4-FFF2-40B4-BE49-F238E27FC236}">
                    <a16:creationId xmlns:a16="http://schemas.microsoft.com/office/drawing/2014/main" id="{B9EC00A4-ABAA-5343-9684-34D971FAE3D1}"/>
                  </a:ext>
                </a:extLst>
              </p:cNvPr>
              <p:cNvSpPr>
                <a:spLocks/>
              </p:cNvSpPr>
              <p:nvPr/>
            </p:nvSpPr>
            <p:spPr bwMode="auto">
              <a:xfrm>
                <a:off x="3471863" y="5083175"/>
                <a:ext cx="85725" cy="252413"/>
              </a:xfrm>
              <a:custGeom>
                <a:avLst/>
                <a:gdLst>
                  <a:gd name="T0" fmla="*/ 2147483646 w 54"/>
                  <a:gd name="T1" fmla="*/ 0 h 159"/>
                  <a:gd name="T2" fmla="*/ 2147483646 w 54"/>
                  <a:gd name="T3" fmla="*/ 0 h 159"/>
                  <a:gd name="T4" fmla="*/ 2147483646 w 54"/>
                  <a:gd name="T5" fmla="*/ 0 h 159"/>
                  <a:gd name="T6" fmla="*/ 2147483646 w 54"/>
                  <a:gd name="T7" fmla="*/ 0 h 159"/>
                  <a:gd name="T8" fmla="*/ 2147483646 w 54"/>
                  <a:gd name="T9" fmla="*/ 2147483646 h 159"/>
                  <a:gd name="T10" fmla="*/ 2147483646 w 54"/>
                  <a:gd name="T11" fmla="*/ 2147483646 h 159"/>
                  <a:gd name="T12" fmla="*/ 2147483646 w 54"/>
                  <a:gd name="T13" fmla="*/ 2147483646 h 159"/>
                  <a:gd name="T14" fmla="*/ 2147483646 w 54"/>
                  <a:gd name="T15" fmla="*/ 2147483646 h 159"/>
                  <a:gd name="T16" fmla="*/ 2147483646 w 54"/>
                  <a:gd name="T17" fmla="*/ 2147483646 h 159"/>
                  <a:gd name="T18" fmla="*/ 2147483646 w 54"/>
                  <a:gd name="T19" fmla="*/ 2147483646 h 159"/>
                  <a:gd name="T20" fmla="*/ 2147483646 w 54"/>
                  <a:gd name="T21" fmla="*/ 2147483646 h 159"/>
                  <a:gd name="T22" fmla="*/ 0 w 54"/>
                  <a:gd name="T23" fmla="*/ 2147483646 h 159"/>
                  <a:gd name="T24" fmla="*/ 0 w 54"/>
                  <a:gd name="T25" fmla="*/ 2147483646 h 159"/>
                  <a:gd name="T26" fmla="*/ 2147483646 w 54"/>
                  <a:gd name="T27" fmla="*/ 0 h 159"/>
                  <a:gd name="T28" fmla="*/ 2147483646 w 54"/>
                  <a:gd name="T29" fmla="*/ 0 h 15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54" h="159">
                    <a:moveTo>
                      <a:pt x="7" y="0"/>
                    </a:moveTo>
                    <a:lnTo>
                      <a:pt x="7" y="0"/>
                    </a:lnTo>
                    <a:lnTo>
                      <a:pt x="54" y="0"/>
                    </a:lnTo>
                    <a:lnTo>
                      <a:pt x="37" y="140"/>
                    </a:lnTo>
                    <a:lnTo>
                      <a:pt x="36" y="145"/>
                    </a:lnTo>
                    <a:lnTo>
                      <a:pt x="33" y="151"/>
                    </a:lnTo>
                    <a:lnTo>
                      <a:pt x="29" y="155"/>
                    </a:lnTo>
                    <a:lnTo>
                      <a:pt x="23" y="159"/>
                    </a:lnTo>
                    <a:lnTo>
                      <a:pt x="0" y="90"/>
                    </a:lnTo>
                    <a:lnTo>
                      <a:pt x="7" y="0"/>
                    </a:lnTo>
                    <a:close/>
                  </a:path>
                </a:pathLst>
              </a:custGeom>
              <a:solidFill>
                <a:srgbClr val="BFBFC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07" name="Freeform 92">
                <a:extLst>
                  <a:ext uri="{FF2B5EF4-FFF2-40B4-BE49-F238E27FC236}">
                    <a16:creationId xmlns:a16="http://schemas.microsoft.com/office/drawing/2014/main" id="{3839F935-B870-C44A-A2FB-EAAB013A91A1}"/>
                  </a:ext>
                </a:extLst>
              </p:cNvPr>
              <p:cNvSpPr>
                <a:spLocks/>
              </p:cNvSpPr>
              <p:nvPr/>
            </p:nvSpPr>
            <p:spPr bwMode="auto">
              <a:xfrm>
                <a:off x="3478213" y="5083175"/>
                <a:ext cx="79375" cy="252413"/>
              </a:xfrm>
              <a:custGeom>
                <a:avLst/>
                <a:gdLst>
                  <a:gd name="T0" fmla="*/ 2147483646 w 50"/>
                  <a:gd name="T1" fmla="*/ 0 h 159"/>
                  <a:gd name="T2" fmla="*/ 2147483646 w 50"/>
                  <a:gd name="T3" fmla="*/ 0 h 159"/>
                  <a:gd name="T4" fmla="*/ 2147483646 w 50"/>
                  <a:gd name="T5" fmla="*/ 0 h 159"/>
                  <a:gd name="T6" fmla="*/ 2147483646 w 50"/>
                  <a:gd name="T7" fmla="*/ 0 h 159"/>
                  <a:gd name="T8" fmla="*/ 2147483646 w 50"/>
                  <a:gd name="T9" fmla="*/ 2147483646 h 159"/>
                  <a:gd name="T10" fmla="*/ 2147483646 w 50"/>
                  <a:gd name="T11" fmla="*/ 2147483646 h 159"/>
                  <a:gd name="T12" fmla="*/ 2147483646 w 50"/>
                  <a:gd name="T13" fmla="*/ 2147483646 h 159"/>
                  <a:gd name="T14" fmla="*/ 2147483646 w 50"/>
                  <a:gd name="T15" fmla="*/ 2147483646 h 159"/>
                  <a:gd name="T16" fmla="*/ 2147483646 w 50"/>
                  <a:gd name="T17" fmla="*/ 2147483646 h 159"/>
                  <a:gd name="T18" fmla="*/ 2147483646 w 50"/>
                  <a:gd name="T19" fmla="*/ 2147483646 h 159"/>
                  <a:gd name="T20" fmla="*/ 2147483646 w 50"/>
                  <a:gd name="T21" fmla="*/ 2147483646 h 159"/>
                  <a:gd name="T22" fmla="*/ 0 w 50"/>
                  <a:gd name="T23" fmla="*/ 2147483646 h 159"/>
                  <a:gd name="T24" fmla="*/ 0 w 50"/>
                  <a:gd name="T25" fmla="*/ 2147483646 h 159"/>
                  <a:gd name="T26" fmla="*/ 2147483646 w 50"/>
                  <a:gd name="T27" fmla="*/ 0 h 159"/>
                  <a:gd name="T28" fmla="*/ 2147483646 w 50"/>
                  <a:gd name="T29" fmla="*/ 0 h 15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50" h="159">
                    <a:moveTo>
                      <a:pt x="7" y="0"/>
                    </a:moveTo>
                    <a:lnTo>
                      <a:pt x="7" y="0"/>
                    </a:lnTo>
                    <a:lnTo>
                      <a:pt x="50" y="0"/>
                    </a:lnTo>
                    <a:lnTo>
                      <a:pt x="33" y="140"/>
                    </a:lnTo>
                    <a:lnTo>
                      <a:pt x="32" y="145"/>
                    </a:lnTo>
                    <a:lnTo>
                      <a:pt x="29" y="151"/>
                    </a:lnTo>
                    <a:lnTo>
                      <a:pt x="25" y="155"/>
                    </a:lnTo>
                    <a:lnTo>
                      <a:pt x="19" y="159"/>
                    </a:lnTo>
                    <a:lnTo>
                      <a:pt x="0" y="88"/>
                    </a:lnTo>
                    <a:lnTo>
                      <a:pt x="7" y="0"/>
                    </a:lnTo>
                    <a:close/>
                  </a:path>
                </a:pathLst>
              </a:custGeom>
              <a:solidFill>
                <a:srgbClr val="C0C0C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08" name="Freeform 93">
                <a:extLst>
                  <a:ext uri="{FF2B5EF4-FFF2-40B4-BE49-F238E27FC236}">
                    <a16:creationId xmlns:a16="http://schemas.microsoft.com/office/drawing/2014/main" id="{68FEC62F-8F4A-DE40-85C4-24CA981E475F}"/>
                  </a:ext>
                </a:extLst>
              </p:cNvPr>
              <p:cNvSpPr>
                <a:spLocks/>
              </p:cNvSpPr>
              <p:nvPr/>
            </p:nvSpPr>
            <p:spPr bwMode="auto">
              <a:xfrm>
                <a:off x="3484563" y="5083175"/>
                <a:ext cx="73025" cy="252413"/>
              </a:xfrm>
              <a:custGeom>
                <a:avLst/>
                <a:gdLst>
                  <a:gd name="T0" fmla="*/ 2147483646 w 46"/>
                  <a:gd name="T1" fmla="*/ 0 h 159"/>
                  <a:gd name="T2" fmla="*/ 2147483646 w 46"/>
                  <a:gd name="T3" fmla="*/ 0 h 159"/>
                  <a:gd name="T4" fmla="*/ 2147483646 w 46"/>
                  <a:gd name="T5" fmla="*/ 0 h 159"/>
                  <a:gd name="T6" fmla="*/ 2147483646 w 46"/>
                  <a:gd name="T7" fmla="*/ 0 h 159"/>
                  <a:gd name="T8" fmla="*/ 2147483646 w 46"/>
                  <a:gd name="T9" fmla="*/ 2147483646 h 159"/>
                  <a:gd name="T10" fmla="*/ 2147483646 w 46"/>
                  <a:gd name="T11" fmla="*/ 2147483646 h 159"/>
                  <a:gd name="T12" fmla="*/ 2147483646 w 46"/>
                  <a:gd name="T13" fmla="*/ 2147483646 h 159"/>
                  <a:gd name="T14" fmla="*/ 2147483646 w 46"/>
                  <a:gd name="T15" fmla="*/ 2147483646 h 159"/>
                  <a:gd name="T16" fmla="*/ 2147483646 w 46"/>
                  <a:gd name="T17" fmla="*/ 2147483646 h 159"/>
                  <a:gd name="T18" fmla="*/ 2147483646 w 46"/>
                  <a:gd name="T19" fmla="*/ 2147483646 h 159"/>
                  <a:gd name="T20" fmla="*/ 2147483646 w 46"/>
                  <a:gd name="T21" fmla="*/ 2147483646 h 159"/>
                  <a:gd name="T22" fmla="*/ 0 w 46"/>
                  <a:gd name="T23" fmla="*/ 2147483646 h 159"/>
                  <a:gd name="T24" fmla="*/ 0 w 46"/>
                  <a:gd name="T25" fmla="*/ 2147483646 h 159"/>
                  <a:gd name="T26" fmla="*/ 2147483646 w 46"/>
                  <a:gd name="T27" fmla="*/ 0 h 159"/>
                  <a:gd name="T28" fmla="*/ 2147483646 w 46"/>
                  <a:gd name="T29" fmla="*/ 0 h 15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6" h="159">
                    <a:moveTo>
                      <a:pt x="7" y="0"/>
                    </a:moveTo>
                    <a:lnTo>
                      <a:pt x="7" y="0"/>
                    </a:lnTo>
                    <a:lnTo>
                      <a:pt x="46" y="0"/>
                    </a:lnTo>
                    <a:lnTo>
                      <a:pt x="29" y="140"/>
                    </a:lnTo>
                    <a:lnTo>
                      <a:pt x="28" y="145"/>
                    </a:lnTo>
                    <a:lnTo>
                      <a:pt x="25" y="151"/>
                    </a:lnTo>
                    <a:lnTo>
                      <a:pt x="21" y="155"/>
                    </a:lnTo>
                    <a:lnTo>
                      <a:pt x="17" y="159"/>
                    </a:lnTo>
                    <a:lnTo>
                      <a:pt x="0" y="87"/>
                    </a:lnTo>
                    <a:lnTo>
                      <a:pt x="7" y="0"/>
                    </a:lnTo>
                    <a:close/>
                  </a:path>
                </a:pathLst>
              </a:custGeom>
              <a:solidFill>
                <a:srgbClr val="C1C1C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09" name="Freeform 94">
                <a:extLst>
                  <a:ext uri="{FF2B5EF4-FFF2-40B4-BE49-F238E27FC236}">
                    <a16:creationId xmlns:a16="http://schemas.microsoft.com/office/drawing/2014/main" id="{82FD3952-D542-044B-815D-6A1636D63D4A}"/>
                  </a:ext>
                </a:extLst>
              </p:cNvPr>
              <p:cNvSpPr>
                <a:spLocks/>
              </p:cNvSpPr>
              <p:nvPr/>
            </p:nvSpPr>
            <p:spPr bwMode="auto">
              <a:xfrm>
                <a:off x="3492501" y="5083175"/>
                <a:ext cx="65088" cy="252413"/>
              </a:xfrm>
              <a:custGeom>
                <a:avLst/>
                <a:gdLst>
                  <a:gd name="T0" fmla="*/ 2147483646 w 41"/>
                  <a:gd name="T1" fmla="*/ 0 h 159"/>
                  <a:gd name="T2" fmla="*/ 2147483646 w 41"/>
                  <a:gd name="T3" fmla="*/ 0 h 159"/>
                  <a:gd name="T4" fmla="*/ 2147483646 w 41"/>
                  <a:gd name="T5" fmla="*/ 0 h 159"/>
                  <a:gd name="T6" fmla="*/ 2147483646 w 41"/>
                  <a:gd name="T7" fmla="*/ 0 h 159"/>
                  <a:gd name="T8" fmla="*/ 2147483646 w 41"/>
                  <a:gd name="T9" fmla="*/ 2147483646 h 159"/>
                  <a:gd name="T10" fmla="*/ 2147483646 w 41"/>
                  <a:gd name="T11" fmla="*/ 2147483646 h 159"/>
                  <a:gd name="T12" fmla="*/ 2147483646 w 41"/>
                  <a:gd name="T13" fmla="*/ 2147483646 h 159"/>
                  <a:gd name="T14" fmla="*/ 2147483646 w 41"/>
                  <a:gd name="T15" fmla="*/ 2147483646 h 159"/>
                  <a:gd name="T16" fmla="*/ 2147483646 w 41"/>
                  <a:gd name="T17" fmla="*/ 2147483646 h 159"/>
                  <a:gd name="T18" fmla="*/ 2147483646 w 41"/>
                  <a:gd name="T19" fmla="*/ 2147483646 h 159"/>
                  <a:gd name="T20" fmla="*/ 2147483646 w 41"/>
                  <a:gd name="T21" fmla="*/ 2147483646 h 159"/>
                  <a:gd name="T22" fmla="*/ 0 w 41"/>
                  <a:gd name="T23" fmla="*/ 2147483646 h 159"/>
                  <a:gd name="T24" fmla="*/ 0 w 41"/>
                  <a:gd name="T25" fmla="*/ 2147483646 h 159"/>
                  <a:gd name="T26" fmla="*/ 2147483646 w 41"/>
                  <a:gd name="T27" fmla="*/ 0 h 159"/>
                  <a:gd name="T28" fmla="*/ 2147483646 w 41"/>
                  <a:gd name="T29" fmla="*/ 0 h 15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1" h="159">
                    <a:moveTo>
                      <a:pt x="6" y="0"/>
                    </a:moveTo>
                    <a:lnTo>
                      <a:pt x="6" y="0"/>
                    </a:lnTo>
                    <a:lnTo>
                      <a:pt x="41" y="0"/>
                    </a:lnTo>
                    <a:lnTo>
                      <a:pt x="24" y="140"/>
                    </a:lnTo>
                    <a:lnTo>
                      <a:pt x="23" y="145"/>
                    </a:lnTo>
                    <a:lnTo>
                      <a:pt x="20" y="151"/>
                    </a:lnTo>
                    <a:lnTo>
                      <a:pt x="16" y="155"/>
                    </a:lnTo>
                    <a:lnTo>
                      <a:pt x="12" y="159"/>
                    </a:lnTo>
                    <a:lnTo>
                      <a:pt x="0" y="86"/>
                    </a:lnTo>
                    <a:lnTo>
                      <a:pt x="6" y="0"/>
                    </a:lnTo>
                    <a:close/>
                  </a:path>
                </a:pathLst>
              </a:custGeom>
              <a:solidFill>
                <a:srgbClr val="C1C1C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10" name="Freeform 95">
                <a:extLst>
                  <a:ext uri="{FF2B5EF4-FFF2-40B4-BE49-F238E27FC236}">
                    <a16:creationId xmlns:a16="http://schemas.microsoft.com/office/drawing/2014/main" id="{2782F3B9-FCFA-2A40-9FBF-C4BCEB569B8A}"/>
                  </a:ext>
                </a:extLst>
              </p:cNvPr>
              <p:cNvSpPr>
                <a:spLocks/>
              </p:cNvSpPr>
              <p:nvPr/>
            </p:nvSpPr>
            <p:spPr bwMode="auto">
              <a:xfrm>
                <a:off x="3495676" y="5083175"/>
                <a:ext cx="61913" cy="252413"/>
              </a:xfrm>
              <a:custGeom>
                <a:avLst/>
                <a:gdLst>
                  <a:gd name="T0" fmla="*/ 2147483646 w 39"/>
                  <a:gd name="T1" fmla="*/ 0 h 159"/>
                  <a:gd name="T2" fmla="*/ 2147483646 w 39"/>
                  <a:gd name="T3" fmla="*/ 0 h 159"/>
                  <a:gd name="T4" fmla="*/ 2147483646 w 39"/>
                  <a:gd name="T5" fmla="*/ 0 h 159"/>
                  <a:gd name="T6" fmla="*/ 2147483646 w 39"/>
                  <a:gd name="T7" fmla="*/ 0 h 159"/>
                  <a:gd name="T8" fmla="*/ 2147483646 w 39"/>
                  <a:gd name="T9" fmla="*/ 2147483646 h 159"/>
                  <a:gd name="T10" fmla="*/ 2147483646 w 39"/>
                  <a:gd name="T11" fmla="*/ 2147483646 h 159"/>
                  <a:gd name="T12" fmla="*/ 2147483646 w 39"/>
                  <a:gd name="T13" fmla="*/ 2147483646 h 159"/>
                  <a:gd name="T14" fmla="*/ 2147483646 w 39"/>
                  <a:gd name="T15" fmla="*/ 2147483646 h 159"/>
                  <a:gd name="T16" fmla="*/ 2147483646 w 39"/>
                  <a:gd name="T17" fmla="*/ 2147483646 h 159"/>
                  <a:gd name="T18" fmla="*/ 2147483646 w 39"/>
                  <a:gd name="T19" fmla="*/ 2147483646 h 159"/>
                  <a:gd name="T20" fmla="*/ 2147483646 w 39"/>
                  <a:gd name="T21" fmla="*/ 2147483646 h 159"/>
                  <a:gd name="T22" fmla="*/ 0 w 39"/>
                  <a:gd name="T23" fmla="*/ 2147483646 h 159"/>
                  <a:gd name="T24" fmla="*/ 0 w 39"/>
                  <a:gd name="T25" fmla="*/ 2147483646 h 159"/>
                  <a:gd name="T26" fmla="*/ 2147483646 w 39"/>
                  <a:gd name="T27" fmla="*/ 0 h 159"/>
                  <a:gd name="T28" fmla="*/ 2147483646 w 39"/>
                  <a:gd name="T29" fmla="*/ 0 h 15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159">
                    <a:moveTo>
                      <a:pt x="8" y="0"/>
                    </a:moveTo>
                    <a:lnTo>
                      <a:pt x="8" y="0"/>
                    </a:lnTo>
                    <a:lnTo>
                      <a:pt x="39" y="0"/>
                    </a:lnTo>
                    <a:lnTo>
                      <a:pt x="22" y="140"/>
                    </a:lnTo>
                    <a:lnTo>
                      <a:pt x="21" y="145"/>
                    </a:lnTo>
                    <a:lnTo>
                      <a:pt x="18" y="151"/>
                    </a:lnTo>
                    <a:lnTo>
                      <a:pt x="14" y="155"/>
                    </a:lnTo>
                    <a:lnTo>
                      <a:pt x="10" y="159"/>
                    </a:lnTo>
                    <a:lnTo>
                      <a:pt x="0" y="84"/>
                    </a:lnTo>
                    <a:lnTo>
                      <a:pt x="8" y="0"/>
                    </a:lnTo>
                    <a:close/>
                  </a:path>
                </a:pathLst>
              </a:custGeom>
              <a:solidFill>
                <a:srgbClr val="C2C2C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11" name="Freeform 96">
                <a:extLst>
                  <a:ext uri="{FF2B5EF4-FFF2-40B4-BE49-F238E27FC236}">
                    <a16:creationId xmlns:a16="http://schemas.microsoft.com/office/drawing/2014/main" id="{E5748221-1CC5-6E4C-A8F7-F9CAD17FA3E5}"/>
                  </a:ext>
                </a:extLst>
              </p:cNvPr>
              <p:cNvSpPr>
                <a:spLocks/>
              </p:cNvSpPr>
              <p:nvPr/>
            </p:nvSpPr>
            <p:spPr bwMode="auto">
              <a:xfrm>
                <a:off x="3502026" y="5083175"/>
                <a:ext cx="55563" cy="252413"/>
              </a:xfrm>
              <a:custGeom>
                <a:avLst/>
                <a:gdLst>
                  <a:gd name="T0" fmla="*/ 2147483646 w 35"/>
                  <a:gd name="T1" fmla="*/ 0 h 159"/>
                  <a:gd name="T2" fmla="*/ 2147483646 w 35"/>
                  <a:gd name="T3" fmla="*/ 0 h 159"/>
                  <a:gd name="T4" fmla="*/ 2147483646 w 35"/>
                  <a:gd name="T5" fmla="*/ 0 h 159"/>
                  <a:gd name="T6" fmla="*/ 2147483646 w 35"/>
                  <a:gd name="T7" fmla="*/ 0 h 159"/>
                  <a:gd name="T8" fmla="*/ 2147483646 w 35"/>
                  <a:gd name="T9" fmla="*/ 2147483646 h 159"/>
                  <a:gd name="T10" fmla="*/ 2147483646 w 35"/>
                  <a:gd name="T11" fmla="*/ 2147483646 h 159"/>
                  <a:gd name="T12" fmla="*/ 2147483646 w 35"/>
                  <a:gd name="T13" fmla="*/ 2147483646 h 159"/>
                  <a:gd name="T14" fmla="*/ 2147483646 w 35"/>
                  <a:gd name="T15" fmla="*/ 2147483646 h 159"/>
                  <a:gd name="T16" fmla="*/ 2147483646 w 35"/>
                  <a:gd name="T17" fmla="*/ 2147483646 h 159"/>
                  <a:gd name="T18" fmla="*/ 2147483646 w 35"/>
                  <a:gd name="T19" fmla="*/ 2147483646 h 159"/>
                  <a:gd name="T20" fmla="*/ 2147483646 w 35"/>
                  <a:gd name="T21" fmla="*/ 2147483646 h 159"/>
                  <a:gd name="T22" fmla="*/ 0 w 35"/>
                  <a:gd name="T23" fmla="*/ 2147483646 h 159"/>
                  <a:gd name="T24" fmla="*/ 0 w 35"/>
                  <a:gd name="T25" fmla="*/ 2147483646 h 159"/>
                  <a:gd name="T26" fmla="*/ 2147483646 w 35"/>
                  <a:gd name="T27" fmla="*/ 0 h 159"/>
                  <a:gd name="T28" fmla="*/ 2147483646 w 35"/>
                  <a:gd name="T29" fmla="*/ 0 h 15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5" h="159">
                    <a:moveTo>
                      <a:pt x="8" y="0"/>
                    </a:moveTo>
                    <a:lnTo>
                      <a:pt x="8" y="0"/>
                    </a:lnTo>
                    <a:lnTo>
                      <a:pt x="35" y="0"/>
                    </a:lnTo>
                    <a:lnTo>
                      <a:pt x="18" y="140"/>
                    </a:lnTo>
                    <a:lnTo>
                      <a:pt x="17" y="145"/>
                    </a:lnTo>
                    <a:lnTo>
                      <a:pt x="14" y="151"/>
                    </a:lnTo>
                    <a:lnTo>
                      <a:pt x="11" y="155"/>
                    </a:lnTo>
                    <a:lnTo>
                      <a:pt x="7" y="159"/>
                    </a:lnTo>
                    <a:lnTo>
                      <a:pt x="0" y="84"/>
                    </a:lnTo>
                    <a:lnTo>
                      <a:pt x="8" y="0"/>
                    </a:lnTo>
                    <a:close/>
                  </a:path>
                </a:pathLst>
              </a:custGeom>
              <a:solidFill>
                <a:srgbClr val="C3C3C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12" name="Freeform 97">
                <a:extLst>
                  <a:ext uri="{FF2B5EF4-FFF2-40B4-BE49-F238E27FC236}">
                    <a16:creationId xmlns:a16="http://schemas.microsoft.com/office/drawing/2014/main" id="{F3FF224F-475C-9E41-A25C-098AA0B69DF3}"/>
                  </a:ext>
                </a:extLst>
              </p:cNvPr>
              <p:cNvSpPr>
                <a:spLocks/>
              </p:cNvSpPr>
              <p:nvPr/>
            </p:nvSpPr>
            <p:spPr bwMode="auto">
              <a:xfrm>
                <a:off x="3508376" y="5083175"/>
                <a:ext cx="49213" cy="249238"/>
              </a:xfrm>
              <a:custGeom>
                <a:avLst/>
                <a:gdLst>
                  <a:gd name="T0" fmla="*/ 2147483646 w 31"/>
                  <a:gd name="T1" fmla="*/ 0 h 157"/>
                  <a:gd name="T2" fmla="*/ 2147483646 w 31"/>
                  <a:gd name="T3" fmla="*/ 0 h 157"/>
                  <a:gd name="T4" fmla="*/ 2147483646 w 31"/>
                  <a:gd name="T5" fmla="*/ 0 h 157"/>
                  <a:gd name="T6" fmla="*/ 2147483646 w 31"/>
                  <a:gd name="T7" fmla="*/ 0 h 157"/>
                  <a:gd name="T8" fmla="*/ 2147483646 w 31"/>
                  <a:gd name="T9" fmla="*/ 2147483646 h 157"/>
                  <a:gd name="T10" fmla="*/ 2147483646 w 31"/>
                  <a:gd name="T11" fmla="*/ 2147483646 h 157"/>
                  <a:gd name="T12" fmla="*/ 2147483646 w 31"/>
                  <a:gd name="T13" fmla="*/ 2147483646 h 157"/>
                  <a:gd name="T14" fmla="*/ 2147483646 w 31"/>
                  <a:gd name="T15" fmla="*/ 2147483646 h 157"/>
                  <a:gd name="T16" fmla="*/ 2147483646 w 31"/>
                  <a:gd name="T17" fmla="*/ 2147483646 h 157"/>
                  <a:gd name="T18" fmla="*/ 2147483646 w 31"/>
                  <a:gd name="T19" fmla="*/ 2147483646 h 157"/>
                  <a:gd name="T20" fmla="*/ 2147483646 w 31"/>
                  <a:gd name="T21" fmla="*/ 2147483646 h 157"/>
                  <a:gd name="T22" fmla="*/ 0 w 31"/>
                  <a:gd name="T23" fmla="*/ 2147483646 h 157"/>
                  <a:gd name="T24" fmla="*/ 0 w 31"/>
                  <a:gd name="T25" fmla="*/ 2147483646 h 157"/>
                  <a:gd name="T26" fmla="*/ 2147483646 w 31"/>
                  <a:gd name="T27" fmla="*/ 0 h 157"/>
                  <a:gd name="T28" fmla="*/ 2147483646 w 31"/>
                  <a:gd name="T29" fmla="*/ 0 h 157"/>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1" h="157">
                    <a:moveTo>
                      <a:pt x="7" y="0"/>
                    </a:moveTo>
                    <a:lnTo>
                      <a:pt x="7" y="0"/>
                    </a:lnTo>
                    <a:lnTo>
                      <a:pt x="31" y="0"/>
                    </a:lnTo>
                    <a:lnTo>
                      <a:pt x="14" y="140"/>
                    </a:lnTo>
                    <a:lnTo>
                      <a:pt x="13" y="145"/>
                    </a:lnTo>
                    <a:lnTo>
                      <a:pt x="10" y="151"/>
                    </a:lnTo>
                    <a:lnTo>
                      <a:pt x="7" y="155"/>
                    </a:lnTo>
                    <a:lnTo>
                      <a:pt x="3" y="157"/>
                    </a:lnTo>
                    <a:lnTo>
                      <a:pt x="0" y="83"/>
                    </a:lnTo>
                    <a:lnTo>
                      <a:pt x="7" y="0"/>
                    </a:lnTo>
                    <a:close/>
                  </a:path>
                </a:pathLst>
              </a:custGeom>
              <a:solidFill>
                <a:srgbClr val="C3C3C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13" name="Freeform 98">
                <a:extLst>
                  <a:ext uri="{FF2B5EF4-FFF2-40B4-BE49-F238E27FC236}">
                    <a16:creationId xmlns:a16="http://schemas.microsoft.com/office/drawing/2014/main" id="{46319008-3A49-6343-B522-244F326978A0}"/>
                  </a:ext>
                </a:extLst>
              </p:cNvPr>
              <p:cNvSpPr>
                <a:spLocks/>
              </p:cNvSpPr>
              <p:nvPr/>
            </p:nvSpPr>
            <p:spPr bwMode="auto">
              <a:xfrm>
                <a:off x="3513138" y="5083175"/>
                <a:ext cx="44450" cy="249238"/>
              </a:xfrm>
              <a:custGeom>
                <a:avLst/>
                <a:gdLst>
                  <a:gd name="T0" fmla="*/ 2147483646 w 28"/>
                  <a:gd name="T1" fmla="*/ 0 h 157"/>
                  <a:gd name="T2" fmla="*/ 2147483646 w 28"/>
                  <a:gd name="T3" fmla="*/ 0 h 157"/>
                  <a:gd name="T4" fmla="*/ 2147483646 w 28"/>
                  <a:gd name="T5" fmla="*/ 0 h 157"/>
                  <a:gd name="T6" fmla="*/ 2147483646 w 28"/>
                  <a:gd name="T7" fmla="*/ 0 h 157"/>
                  <a:gd name="T8" fmla="*/ 2147483646 w 28"/>
                  <a:gd name="T9" fmla="*/ 2147483646 h 157"/>
                  <a:gd name="T10" fmla="*/ 2147483646 w 28"/>
                  <a:gd name="T11" fmla="*/ 2147483646 h 157"/>
                  <a:gd name="T12" fmla="*/ 2147483646 w 28"/>
                  <a:gd name="T13" fmla="*/ 2147483646 h 157"/>
                  <a:gd name="T14" fmla="*/ 2147483646 w 28"/>
                  <a:gd name="T15" fmla="*/ 2147483646 h 157"/>
                  <a:gd name="T16" fmla="*/ 2147483646 w 28"/>
                  <a:gd name="T17" fmla="*/ 2147483646 h 157"/>
                  <a:gd name="T18" fmla="*/ 0 w 28"/>
                  <a:gd name="T19" fmla="*/ 2147483646 h 157"/>
                  <a:gd name="T20" fmla="*/ 0 w 28"/>
                  <a:gd name="T21" fmla="*/ 2147483646 h 157"/>
                  <a:gd name="T22" fmla="*/ 2147483646 w 28"/>
                  <a:gd name="T23" fmla="*/ 2147483646 h 157"/>
                  <a:gd name="T24" fmla="*/ 2147483646 w 28"/>
                  <a:gd name="T25" fmla="*/ 2147483646 h 157"/>
                  <a:gd name="T26" fmla="*/ 2147483646 w 28"/>
                  <a:gd name="T27" fmla="*/ 0 h 157"/>
                  <a:gd name="T28" fmla="*/ 2147483646 w 28"/>
                  <a:gd name="T29" fmla="*/ 0 h 157"/>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28" h="157">
                    <a:moveTo>
                      <a:pt x="8" y="0"/>
                    </a:moveTo>
                    <a:lnTo>
                      <a:pt x="8" y="0"/>
                    </a:lnTo>
                    <a:lnTo>
                      <a:pt x="28" y="0"/>
                    </a:lnTo>
                    <a:lnTo>
                      <a:pt x="11" y="140"/>
                    </a:lnTo>
                    <a:lnTo>
                      <a:pt x="10" y="145"/>
                    </a:lnTo>
                    <a:lnTo>
                      <a:pt x="7" y="151"/>
                    </a:lnTo>
                    <a:lnTo>
                      <a:pt x="4" y="155"/>
                    </a:lnTo>
                    <a:lnTo>
                      <a:pt x="0" y="157"/>
                    </a:lnTo>
                    <a:lnTo>
                      <a:pt x="1" y="82"/>
                    </a:lnTo>
                    <a:lnTo>
                      <a:pt x="8" y="0"/>
                    </a:lnTo>
                    <a:close/>
                  </a:path>
                </a:pathLst>
              </a:custGeom>
              <a:solidFill>
                <a:srgbClr val="C4C4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14" name="Freeform 99">
                <a:extLst>
                  <a:ext uri="{FF2B5EF4-FFF2-40B4-BE49-F238E27FC236}">
                    <a16:creationId xmlns:a16="http://schemas.microsoft.com/office/drawing/2014/main" id="{60F4C7ED-B361-AC4A-AD4B-07DC9C14F0A3}"/>
                  </a:ext>
                </a:extLst>
              </p:cNvPr>
              <p:cNvSpPr>
                <a:spLocks/>
              </p:cNvSpPr>
              <p:nvPr/>
            </p:nvSpPr>
            <p:spPr bwMode="auto">
              <a:xfrm>
                <a:off x="3513138" y="5083175"/>
                <a:ext cx="44450" cy="249238"/>
              </a:xfrm>
              <a:custGeom>
                <a:avLst/>
                <a:gdLst>
                  <a:gd name="T0" fmla="*/ 2147483646 w 28"/>
                  <a:gd name="T1" fmla="*/ 0 h 157"/>
                  <a:gd name="T2" fmla="*/ 2147483646 w 28"/>
                  <a:gd name="T3" fmla="*/ 0 h 157"/>
                  <a:gd name="T4" fmla="*/ 2147483646 w 28"/>
                  <a:gd name="T5" fmla="*/ 0 h 157"/>
                  <a:gd name="T6" fmla="*/ 2147483646 w 28"/>
                  <a:gd name="T7" fmla="*/ 0 h 157"/>
                  <a:gd name="T8" fmla="*/ 2147483646 w 28"/>
                  <a:gd name="T9" fmla="*/ 2147483646 h 157"/>
                  <a:gd name="T10" fmla="*/ 2147483646 w 28"/>
                  <a:gd name="T11" fmla="*/ 2147483646 h 157"/>
                  <a:gd name="T12" fmla="*/ 2147483646 w 28"/>
                  <a:gd name="T13" fmla="*/ 2147483646 h 157"/>
                  <a:gd name="T14" fmla="*/ 2147483646 w 28"/>
                  <a:gd name="T15" fmla="*/ 2147483646 h 157"/>
                  <a:gd name="T16" fmla="*/ 2147483646 w 28"/>
                  <a:gd name="T17" fmla="*/ 2147483646 h 157"/>
                  <a:gd name="T18" fmla="*/ 0 w 28"/>
                  <a:gd name="T19" fmla="*/ 2147483646 h 157"/>
                  <a:gd name="T20" fmla="*/ 0 w 28"/>
                  <a:gd name="T21" fmla="*/ 2147483646 h 157"/>
                  <a:gd name="T22" fmla="*/ 2147483646 w 28"/>
                  <a:gd name="T23" fmla="*/ 2147483646 h 157"/>
                  <a:gd name="T24" fmla="*/ 2147483646 w 28"/>
                  <a:gd name="T25" fmla="*/ 2147483646 h 157"/>
                  <a:gd name="T26" fmla="*/ 2147483646 w 28"/>
                  <a:gd name="T27" fmla="*/ 0 h 157"/>
                  <a:gd name="T28" fmla="*/ 2147483646 w 28"/>
                  <a:gd name="T29" fmla="*/ 0 h 157"/>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28" h="157">
                    <a:moveTo>
                      <a:pt x="12" y="0"/>
                    </a:moveTo>
                    <a:lnTo>
                      <a:pt x="12" y="0"/>
                    </a:lnTo>
                    <a:lnTo>
                      <a:pt x="28" y="0"/>
                    </a:lnTo>
                    <a:lnTo>
                      <a:pt x="11" y="140"/>
                    </a:lnTo>
                    <a:lnTo>
                      <a:pt x="10" y="145"/>
                    </a:lnTo>
                    <a:lnTo>
                      <a:pt x="8" y="149"/>
                    </a:lnTo>
                    <a:lnTo>
                      <a:pt x="4" y="155"/>
                    </a:lnTo>
                    <a:lnTo>
                      <a:pt x="0" y="157"/>
                    </a:lnTo>
                    <a:lnTo>
                      <a:pt x="5" y="80"/>
                    </a:lnTo>
                    <a:lnTo>
                      <a:pt x="12" y="0"/>
                    </a:lnTo>
                    <a:close/>
                  </a:path>
                </a:pathLst>
              </a:custGeom>
              <a:solidFill>
                <a:srgbClr val="C4C4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15" name="Freeform 100">
                <a:extLst>
                  <a:ext uri="{FF2B5EF4-FFF2-40B4-BE49-F238E27FC236}">
                    <a16:creationId xmlns:a16="http://schemas.microsoft.com/office/drawing/2014/main" id="{2CE98C6E-C3AD-7846-A512-F2C4431098B4}"/>
                  </a:ext>
                </a:extLst>
              </p:cNvPr>
              <p:cNvSpPr>
                <a:spLocks/>
              </p:cNvSpPr>
              <p:nvPr/>
            </p:nvSpPr>
            <p:spPr bwMode="auto">
              <a:xfrm>
                <a:off x="3514726" y="5083175"/>
                <a:ext cx="42863" cy="249238"/>
              </a:xfrm>
              <a:custGeom>
                <a:avLst/>
                <a:gdLst>
                  <a:gd name="T0" fmla="*/ 2147483646 w 27"/>
                  <a:gd name="T1" fmla="*/ 0 h 157"/>
                  <a:gd name="T2" fmla="*/ 2147483646 w 27"/>
                  <a:gd name="T3" fmla="*/ 0 h 157"/>
                  <a:gd name="T4" fmla="*/ 2147483646 w 27"/>
                  <a:gd name="T5" fmla="*/ 2147483646 h 157"/>
                  <a:gd name="T6" fmla="*/ 2147483646 w 27"/>
                  <a:gd name="T7" fmla="*/ 2147483646 h 157"/>
                  <a:gd name="T8" fmla="*/ 2147483646 w 27"/>
                  <a:gd name="T9" fmla="*/ 2147483646 h 157"/>
                  <a:gd name="T10" fmla="*/ 2147483646 w 27"/>
                  <a:gd name="T11" fmla="*/ 2147483646 h 157"/>
                  <a:gd name="T12" fmla="*/ 2147483646 w 27"/>
                  <a:gd name="T13" fmla="*/ 2147483646 h 157"/>
                  <a:gd name="T14" fmla="*/ 0 w 27"/>
                  <a:gd name="T15" fmla="*/ 2147483646 h 157"/>
                  <a:gd name="T16" fmla="*/ 2147483646 w 27"/>
                  <a:gd name="T17" fmla="*/ 0 h 15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7" h="157">
                    <a:moveTo>
                      <a:pt x="15" y="0"/>
                    </a:moveTo>
                    <a:lnTo>
                      <a:pt x="27" y="0"/>
                    </a:lnTo>
                    <a:lnTo>
                      <a:pt x="10" y="140"/>
                    </a:lnTo>
                    <a:lnTo>
                      <a:pt x="9" y="145"/>
                    </a:lnTo>
                    <a:lnTo>
                      <a:pt x="7" y="149"/>
                    </a:lnTo>
                    <a:lnTo>
                      <a:pt x="3" y="153"/>
                    </a:lnTo>
                    <a:lnTo>
                      <a:pt x="0" y="157"/>
                    </a:lnTo>
                    <a:lnTo>
                      <a:pt x="15" y="0"/>
                    </a:lnTo>
                    <a:close/>
                  </a:path>
                </a:pathLst>
              </a:custGeom>
              <a:solidFill>
                <a:srgbClr val="C5C5C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916" name="Freeform 108">
                <a:extLst>
                  <a:ext uri="{FF2B5EF4-FFF2-40B4-BE49-F238E27FC236}">
                    <a16:creationId xmlns:a16="http://schemas.microsoft.com/office/drawing/2014/main" id="{00AA31A2-8BD9-F242-B8E4-772CFE6A0D59}"/>
                  </a:ext>
                </a:extLst>
              </p:cNvPr>
              <p:cNvSpPr>
                <a:spLocks/>
              </p:cNvSpPr>
              <p:nvPr/>
            </p:nvSpPr>
            <p:spPr bwMode="auto">
              <a:xfrm>
                <a:off x="2687638" y="4930775"/>
                <a:ext cx="47625" cy="55563"/>
              </a:xfrm>
              <a:custGeom>
                <a:avLst/>
                <a:gdLst>
                  <a:gd name="T0" fmla="*/ 2147483646 w 30"/>
                  <a:gd name="T1" fmla="*/ 2147483646 h 35"/>
                  <a:gd name="T2" fmla="*/ 2147483646 w 30"/>
                  <a:gd name="T3" fmla="*/ 2147483646 h 35"/>
                  <a:gd name="T4" fmla="*/ 2147483646 w 30"/>
                  <a:gd name="T5" fmla="*/ 2147483646 h 35"/>
                  <a:gd name="T6" fmla="*/ 2147483646 w 30"/>
                  <a:gd name="T7" fmla="*/ 2147483646 h 35"/>
                  <a:gd name="T8" fmla="*/ 2147483646 w 30"/>
                  <a:gd name="T9" fmla="*/ 2147483646 h 35"/>
                  <a:gd name="T10" fmla="*/ 2147483646 w 30"/>
                  <a:gd name="T11" fmla="*/ 2147483646 h 35"/>
                  <a:gd name="T12" fmla="*/ 2147483646 w 30"/>
                  <a:gd name="T13" fmla="*/ 2147483646 h 35"/>
                  <a:gd name="T14" fmla="*/ 2147483646 w 30"/>
                  <a:gd name="T15" fmla="*/ 2147483646 h 35"/>
                  <a:gd name="T16" fmla="*/ 2147483646 w 30"/>
                  <a:gd name="T17" fmla="*/ 2147483646 h 35"/>
                  <a:gd name="T18" fmla="*/ 2147483646 w 30"/>
                  <a:gd name="T19" fmla="*/ 2147483646 h 35"/>
                  <a:gd name="T20" fmla="*/ 0 w 30"/>
                  <a:gd name="T21" fmla="*/ 2147483646 h 35"/>
                  <a:gd name="T22" fmla="*/ 0 w 30"/>
                  <a:gd name="T23" fmla="*/ 2147483646 h 35"/>
                  <a:gd name="T24" fmla="*/ 2147483646 w 30"/>
                  <a:gd name="T25" fmla="*/ 2147483646 h 35"/>
                  <a:gd name="T26" fmla="*/ 2147483646 w 30"/>
                  <a:gd name="T27" fmla="*/ 2147483646 h 35"/>
                  <a:gd name="T28" fmla="*/ 2147483646 w 30"/>
                  <a:gd name="T29" fmla="*/ 0 h 35"/>
                  <a:gd name="T30" fmla="*/ 2147483646 w 30"/>
                  <a:gd name="T31" fmla="*/ 0 h 35"/>
                  <a:gd name="T32" fmla="*/ 2147483646 w 30"/>
                  <a:gd name="T33" fmla="*/ 0 h 35"/>
                  <a:gd name="T34" fmla="*/ 2147483646 w 30"/>
                  <a:gd name="T35" fmla="*/ 2147483646 h 35"/>
                  <a:gd name="T36" fmla="*/ 2147483646 w 30"/>
                  <a:gd name="T37" fmla="*/ 2147483646 h 35"/>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0" h="35">
                    <a:moveTo>
                      <a:pt x="30" y="2"/>
                    </a:moveTo>
                    <a:lnTo>
                      <a:pt x="30" y="2"/>
                    </a:lnTo>
                    <a:lnTo>
                      <a:pt x="27" y="14"/>
                    </a:lnTo>
                    <a:lnTo>
                      <a:pt x="23" y="30"/>
                    </a:lnTo>
                    <a:lnTo>
                      <a:pt x="20" y="34"/>
                    </a:lnTo>
                    <a:lnTo>
                      <a:pt x="19" y="35"/>
                    </a:lnTo>
                    <a:lnTo>
                      <a:pt x="16" y="34"/>
                    </a:lnTo>
                    <a:lnTo>
                      <a:pt x="14" y="31"/>
                    </a:lnTo>
                    <a:lnTo>
                      <a:pt x="11" y="26"/>
                    </a:lnTo>
                    <a:lnTo>
                      <a:pt x="0" y="7"/>
                    </a:lnTo>
                    <a:lnTo>
                      <a:pt x="3" y="6"/>
                    </a:lnTo>
                    <a:lnTo>
                      <a:pt x="8" y="2"/>
                    </a:lnTo>
                    <a:lnTo>
                      <a:pt x="12" y="0"/>
                    </a:lnTo>
                    <a:lnTo>
                      <a:pt x="18" y="0"/>
                    </a:lnTo>
                    <a:lnTo>
                      <a:pt x="23" y="0"/>
                    </a:lnTo>
                    <a:lnTo>
                      <a:pt x="30" y="2"/>
                    </a:lnTo>
                    <a:close/>
                  </a:path>
                </a:pathLst>
              </a:custGeom>
              <a:solidFill>
                <a:srgbClr val="F2463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109" name="组合 209">
              <a:extLst>
                <a:ext uri="{FF2B5EF4-FFF2-40B4-BE49-F238E27FC236}">
                  <a16:creationId xmlns:a16="http://schemas.microsoft.com/office/drawing/2014/main" id="{731D231B-EEBD-4EDE-9BFB-7D019F52E7F0}"/>
                </a:ext>
              </a:extLst>
            </p:cNvPr>
            <p:cNvGrpSpPr/>
            <p:nvPr/>
          </p:nvGrpSpPr>
          <p:grpSpPr>
            <a:xfrm>
              <a:off x="1599439" y="4443764"/>
              <a:ext cx="203174" cy="601802"/>
              <a:chOff x="2555876" y="4340225"/>
              <a:chExt cx="203200" cy="601663"/>
            </a:xfrm>
            <a:solidFill>
              <a:schemeClr val="accent4"/>
            </a:solidFill>
          </p:grpSpPr>
          <p:sp>
            <p:nvSpPr>
              <p:cNvPr id="110" name="Freeform 105">
                <a:extLst>
                  <a:ext uri="{FF2B5EF4-FFF2-40B4-BE49-F238E27FC236}">
                    <a16:creationId xmlns:a16="http://schemas.microsoft.com/office/drawing/2014/main" id="{015927CA-4121-44F4-BFE4-81BBE9B0C259}"/>
                  </a:ext>
                </a:extLst>
              </p:cNvPr>
              <p:cNvSpPr>
                <a:spLocks/>
              </p:cNvSpPr>
              <p:nvPr/>
            </p:nvSpPr>
            <p:spPr bwMode="auto">
              <a:xfrm>
                <a:off x="2582863" y="4424363"/>
                <a:ext cx="176213" cy="517525"/>
              </a:xfrm>
              <a:custGeom>
                <a:avLst/>
                <a:gdLst>
                  <a:gd name="T0" fmla="*/ 35 w 111"/>
                  <a:gd name="T1" fmla="*/ 266 h 326"/>
                  <a:gd name="T2" fmla="*/ 66 w 111"/>
                  <a:gd name="T3" fmla="*/ 326 h 326"/>
                  <a:gd name="T4" fmla="*/ 94 w 111"/>
                  <a:gd name="T5" fmla="*/ 322 h 326"/>
                  <a:gd name="T6" fmla="*/ 111 w 111"/>
                  <a:gd name="T7" fmla="*/ 256 h 326"/>
                  <a:gd name="T8" fmla="*/ 76 w 111"/>
                  <a:gd name="T9" fmla="*/ 0 h 326"/>
                  <a:gd name="T10" fmla="*/ 0 w 111"/>
                  <a:gd name="T11" fmla="*/ 11 h 326"/>
                  <a:gd name="T12" fmla="*/ 35 w 111"/>
                  <a:gd name="T13" fmla="*/ 266 h 326"/>
                </a:gdLst>
                <a:ahLst/>
                <a:cxnLst>
                  <a:cxn ang="0">
                    <a:pos x="T0" y="T1"/>
                  </a:cxn>
                  <a:cxn ang="0">
                    <a:pos x="T2" y="T3"/>
                  </a:cxn>
                  <a:cxn ang="0">
                    <a:pos x="T4" y="T5"/>
                  </a:cxn>
                  <a:cxn ang="0">
                    <a:pos x="T6" y="T7"/>
                  </a:cxn>
                  <a:cxn ang="0">
                    <a:pos x="T8" y="T9"/>
                  </a:cxn>
                  <a:cxn ang="0">
                    <a:pos x="T10" y="T11"/>
                  </a:cxn>
                  <a:cxn ang="0">
                    <a:pos x="T12" y="T13"/>
                  </a:cxn>
                </a:cxnLst>
                <a:rect l="0" t="0" r="r" b="b"/>
                <a:pathLst>
                  <a:path w="111" h="326">
                    <a:moveTo>
                      <a:pt x="35" y="266"/>
                    </a:moveTo>
                    <a:lnTo>
                      <a:pt x="66" y="326"/>
                    </a:lnTo>
                    <a:lnTo>
                      <a:pt x="94" y="322"/>
                    </a:lnTo>
                    <a:lnTo>
                      <a:pt x="111" y="256"/>
                    </a:lnTo>
                    <a:lnTo>
                      <a:pt x="76" y="0"/>
                    </a:lnTo>
                    <a:lnTo>
                      <a:pt x="0" y="11"/>
                    </a:lnTo>
                    <a:lnTo>
                      <a:pt x="35" y="26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11" name="Freeform 106">
                <a:extLst>
                  <a:ext uri="{FF2B5EF4-FFF2-40B4-BE49-F238E27FC236}">
                    <a16:creationId xmlns:a16="http://schemas.microsoft.com/office/drawing/2014/main" id="{2EDED107-40EE-47F7-839C-58043CFA8DE1}"/>
                  </a:ext>
                </a:extLst>
              </p:cNvPr>
              <p:cNvSpPr>
                <a:spLocks/>
              </p:cNvSpPr>
              <p:nvPr/>
            </p:nvSpPr>
            <p:spPr bwMode="auto">
              <a:xfrm>
                <a:off x="2576513" y="4340225"/>
                <a:ext cx="127000" cy="146050"/>
              </a:xfrm>
              <a:custGeom>
                <a:avLst/>
                <a:gdLst>
                  <a:gd name="T0" fmla="*/ 4 w 80"/>
                  <a:gd name="T1" fmla="*/ 59 h 92"/>
                  <a:gd name="T2" fmla="*/ 4 w 80"/>
                  <a:gd name="T3" fmla="*/ 59 h 92"/>
                  <a:gd name="T4" fmla="*/ 5 w 80"/>
                  <a:gd name="T5" fmla="*/ 66 h 92"/>
                  <a:gd name="T6" fmla="*/ 9 w 80"/>
                  <a:gd name="T7" fmla="*/ 73 h 92"/>
                  <a:gd name="T8" fmla="*/ 13 w 80"/>
                  <a:gd name="T9" fmla="*/ 80 h 92"/>
                  <a:gd name="T10" fmla="*/ 19 w 80"/>
                  <a:gd name="T11" fmla="*/ 84 h 92"/>
                  <a:gd name="T12" fmla="*/ 24 w 80"/>
                  <a:gd name="T13" fmla="*/ 88 h 92"/>
                  <a:gd name="T14" fmla="*/ 31 w 80"/>
                  <a:gd name="T15" fmla="*/ 91 h 92"/>
                  <a:gd name="T16" fmla="*/ 39 w 80"/>
                  <a:gd name="T17" fmla="*/ 92 h 92"/>
                  <a:gd name="T18" fmla="*/ 46 w 80"/>
                  <a:gd name="T19" fmla="*/ 92 h 92"/>
                  <a:gd name="T20" fmla="*/ 47 w 80"/>
                  <a:gd name="T21" fmla="*/ 92 h 92"/>
                  <a:gd name="T22" fmla="*/ 47 w 80"/>
                  <a:gd name="T23" fmla="*/ 92 h 92"/>
                  <a:gd name="T24" fmla="*/ 55 w 80"/>
                  <a:gd name="T25" fmla="*/ 89 h 92"/>
                  <a:gd name="T26" fmla="*/ 62 w 80"/>
                  <a:gd name="T27" fmla="*/ 87 h 92"/>
                  <a:gd name="T28" fmla="*/ 67 w 80"/>
                  <a:gd name="T29" fmla="*/ 82 h 92"/>
                  <a:gd name="T30" fmla="*/ 71 w 80"/>
                  <a:gd name="T31" fmla="*/ 77 h 92"/>
                  <a:gd name="T32" fmla="*/ 75 w 80"/>
                  <a:gd name="T33" fmla="*/ 70 h 92"/>
                  <a:gd name="T34" fmla="*/ 78 w 80"/>
                  <a:gd name="T35" fmla="*/ 64 h 92"/>
                  <a:gd name="T36" fmla="*/ 80 w 80"/>
                  <a:gd name="T37" fmla="*/ 57 h 92"/>
                  <a:gd name="T38" fmla="*/ 80 w 80"/>
                  <a:gd name="T39" fmla="*/ 49 h 92"/>
                  <a:gd name="T40" fmla="*/ 75 w 80"/>
                  <a:gd name="T41" fmla="*/ 15 h 92"/>
                  <a:gd name="T42" fmla="*/ 75 w 80"/>
                  <a:gd name="T43" fmla="*/ 15 h 92"/>
                  <a:gd name="T44" fmla="*/ 73 w 80"/>
                  <a:gd name="T45" fmla="*/ 8 h 92"/>
                  <a:gd name="T46" fmla="*/ 70 w 80"/>
                  <a:gd name="T47" fmla="*/ 4 h 92"/>
                  <a:gd name="T48" fmla="*/ 66 w 80"/>
                  <a:gd name="T49" fmla="*/ 1 h 92"/>
                  <a:gd name="T50" fmla="*/ 62 w 80"/>
                  <a:gd name="T51" fmla="*/ 0 h 92"/>
                  <a:gd name="T52" fmla="*/ 50 w 80"/>
                  <a:gd name="T53" fmla="*/ 1 h 92"/>
                  <a:gd name="T54" fmla="*/ 35 w 80"/>
                  <a:gd name="T55" fmla="*/ 3 h 92"/>
                  <a:gd name="T56" fmla="*/ 35 w 80"/>
                  <a:gd name="T57" fmla="*/ 3 h 92"/>
                  <a:gd name="T58" fmla="*/ 35 w 80"/>
                  <a:gd name="T59" fmla="*/ 3 h 92"/>
                  <a:gd name="T60" fmla="*/ 20 w 80"/>
                  <a:gd name="T61" fmla="*/ 5 h 92"/>
                  <a:gd name="T62" fmla="*/ 8 w 80"/>
                  <a:gd name="T63" fmla="*/ 7 h 92"/>
                  <a:gd name="T64" fmla="*/ 4 w 80"/>
                  <a:gd name="T65" fmla="*/ 9 h 92"/>
                  <a:gd name="T66" fmla="*/ 1 w 80"/>
                  <a:gd name="T67" fmla="*/ 13 h 92"/>
                  <a:gd name="T68" fmla="*/ 0 w 80"/>
                  <a:gd name="T69" fmla="*/ 17 h 92"/>
                  <a:gd name="T70" fmla="*/ 0 w 80"/>
                  <a:gd name="T71" fmla="*/ 24 h 92"/>
                  <a:gd name="T72" fmla="*/ 4 w 80"/>
                  <a:gd name="T73" fmla="*/ 59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80" h="92">
                    <a:moveTo>
                      <a:pt x="4" y="59"/>
                    </a:moveTo>
                    <a:lnTo>
                      <a:pt x="4" y="59"/>
                    </a:lnTo>
                    <a:lnTo>
                      <a:pt x="5" y="66"/>
                    </a:lnTo>
                    <a:lnTo>
                      <a:pt x="9" y="73"/>
                    </a:lnTo>
                    <a:lnTo>
                      <a:pt x="13" y="80"/>
                    </a:lnTo>
                    <a:lnTo>
                      <a:pt x="19" y="84"/>
                    </a:lnTo>
                    <a:lnTo>
                      <a:pt x="24" y="88"/>
                    </a:lnTo>
                    <a:lnTo>
                      <a:pt x="31" y="91"/>
                    </a:lnTo>
                    <a:lnTo>
                      <a:pt x="39" y="92"/>
                    </a:lnTo>
                    <a:lnTo>
                      <a:pt x="46" y="92"/>
                    </a:lnTo>
                    <a:lnTo>
                      <a:pt x="47" y="92"/>
                    </a:lnTo>
                    <a:lnTo>
                      <a:pt x="47" y="92"/>
                    </a:lnTo>
                    <a:lnTo>
                      <a:pt x="55" y="89"/>
                    </a:lnTo>
                    <a:lnTo>
                      <a:pt x="62" y="87"/>
                    </a:lnTo>
                    <a:lnTo>
                      <a:pt x="67" y="82"/>
                    </a:lnTo>
                    <a:lnTo>
                      <a:pt x="71" y="77"/>
                    </a:lnTo>
                    <a:lnTo>
                      <a:pt x="75" y="70"/>
                    </a:lnTo>
                    <a:lnTo>
                      <a:pt x="78" y="64"/>
                    </a:lnTo>
                    <a:lnTo>
                      <a:pt x="80" y="57"/>
                    </a:lnTo>
                    <a:lnTo>
                      <a:pt x="80" y="49"/>
                    </a:lnTo>
                    <a:lnTo>
                      <a:pt x="75" y="15"/>
                    </a:lnTo>
                    <a:lnTo>
                      <a:pt x="75" y="15"/>
                    </a:lnTo>
                    <a:lnTo>
                      <a:pt x="73" y="8"/>
                    </a:lnTo>
                    <a:lnTo>
                      <a:pt x="70" y="4"/>
                    </a:lnTo>
                    <a:lnTo>
                      <a:pt x="66" y="1"/>
                    </a:lnTo>
                    <a:lnTo>
                      <a:pt x="62" y="0"/>
                    </a:lnTo>
                    <a:lnTo>
                      <a:pt x="50" y="1"/>
                    </a:lnTo>
                    <a:lnTo>
                      <a:pt x="35" y="3"/>
                    </a:lnTo>
                    <a:lnTo>
                      <a:pt x="35" y="3"/>
                    </a:lnTo>
                    <a:lnTo>
                      <a:pt x="35" y="3"/>
                    </a:lnTo>
                    <a:lnTo>
                      <a:pt x="20" y="5"/>
                    </a:lnTo>
                    <a:lnTo>
                      <a:pt x="8" y="7"/>
                    </a:lnTo>
                    <a:lnTo>
                      <a:pt x="4" y="9"/>
                    </a:lnTo>
                    <a:lnTo>
                      <a:pt x="1" y="13"/>
                    </a:lnTo>
                    <a:lnTo>
                      <a:pt x="0" y="17"/>
                    </a:lnTo>
                    <a:lnTo>
                      <a:pt x="0" y="24"/>
                    </a:lnTo>
                    <a:lnTo>
                      <a:pt x="4" y="5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12" name="Freeform 107">
                <a:extLst>
                  <a:ext uri="{FF2B5EF4-FFF2-40B4-BE49-F238E27FC236}">
                    <a16:creationId xmlns:a16="http://schemas.microsoft.com/office/drawing/2014/main" id="{2C6179C2-98E7-47B4-B43D-2E19CD37FA2C}"/>
                  </a:ext>
                </a:extLst>
              </p:cNvPr>
              <p:cNvSpPr>
                <a:spLocks/>
              </p:cNvSpPr>
              <p:nvPr/>
            </p:nvSpPr>
            <p:spPr bwMode="auto">
              <a:xfrm>
                <a:off x="2571751" y="4389438"/>
                <a:ext cx="150813" cy="144463"/>
              </a:xfrm>
              <a:custGeom>
                <a:avLst/>
                <a:gdLst>
                  <a:gd name="T0" fmla="*/ 11 w 95"/>
                  <a:gd name="T1" fmla="*/ 91 h 91"/>
                  <a:gd name="T2" fmla="*/ 95 w 95"/>
                  <a:gd name="T3" fmla="*/ 80 h 91"/>
                  <a:gd name="T4" fmla="*/ 84 w 95"/>
                  <a:gd name="T5" fmla="*/ 0 h 91"/>
                  <a:gd name="T6" fmla="*/ 0 w 95"/>
                  <a:gd name="T7" fmla="*/ 11 h 91"/>
                  <a:gd name="T8" fmla="*/ 11 w 95"/>
                  <a:gd name="T9" fmla="*/ 91 h 91"/>
                </a:gdLst>
                <a:ahLst/>
                <a:cxnLst>
                  <a:cxn ang="0">
                    <a:pos x="T0" y="T1"/>
                  </a:cxn>
                  <a:cxn ang="0">
                    <a:pos x="T2" y="T3"/>
                  </a:cxn>
                  <a:cxn ang="0">
                    <a:pos x="T4" y="T5"/>
                  </a:cxn>
                  <a:cxn ang="0">
                    <a:pos x="T6" y="T7"/>
                  </a:cxn>
                  <a:cxn ang="0">
                    <a:pos x="T8" y="T9"/>
                  </a:cxn>
                </a:cxnLst>
                <a:rect l="0" t="0" r="r" b="b"/>
                <a:pathLst>
                  <a:path w="95" h="91">
                    <a:moveTo>
                      <a:pt x="11" y="91"/>
                    </a:moveTo>
                    <a:lnTo>
                      <a:pt x="95" y="80"/>
                    </a:lnTo>
                    <a:lnTo>
                      <a:pt x="84" y="0"/>
                    </a:lnTo>
                    <a:lnTo>
                      <a:pt x="0" y="11"/>
                    </a:lnTo>
                    <a:lnTo>
                      <a:pt x="11" y="9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13" name="Freeform 109">
                <a:extLst>
                  <a:ext uri="{FF2B5EF4-FFF2-40B4-BE49-F238E27FC236}">
                    <a16:creationId xmlns:a16="http://schemas.microsoft.com/office/drawing/2014/main" id="{FB500EC5-9838-4925-AFEB-BB42511676BD}"/>
                  </a:ext>
                </a:extLst>
              </p:cNvPr>
              <p:cNvSpPr>
                <a:spLocks/>
              </p:cNvSpPr>
              <p:nvPr/>
            </p:nvSpPr>
            <p:spPr bwMode="auto">
              <a:xfrm>
                <a:off x="2555876" y="4430713"/>
                <a:ext cx="44450" cy="260350"/>
              </a:xfrm>
              <a:custGeom>
                <a:avLst/>
                <a:gdLst>
                  <a:gd name="T0" fmla="*/ 21 w 28"/>
                  <a:gd name="T1" fmla="*/ 0 h 164"/>
                  <a:gd name="T2" fmla="*/ 21 w 28"/>
                  <a:gd name="T3" fmla="*/ 0 h 164"/>
                  <a:gd name="T4" fmla="*/ 11 w 28"/>
                  <a:gd name="T5" fmla="*/ 7 h 164"/>
                  <a:gd name="T6" fmla="*/ 5 w 28"/>
                  <a:gd name="T7" fmla="*/ 13 h 164"/>
                  <a:gd name="T8" fmla="*/ 2 w 28"/>
                  <a:gd name="T9" fmla="*/ 17 h 164"/>
                  <a:gd name="T10" fmla="*/ 0 w 28"/>
                  <a:gd name="T11" fmla="*/ 20 h 164"/>
                  <a:gd name="T12" fmla="*/ 0 w 28"/>
                  <a:gd name="T13" fmla="*/ 20 h 164"/>
                  <a:gd name="T14" fmla="*/ 3 w 28"/>
                  <a:gd name="T15" fmla="*/ 44 h 164"/>
                  <a:gd name="T16" fmla="*/ 9 w 28"/>
                  <a:gd name="T17" fmla="*/ 90 h 164"/>
                  <a:gd name="T18" fmla="*/ 18 w 28"/>
                  <a:gd name="T19" fmla="*/ 154 h 164"/>
                  <a:gd name="T20" fmla="*/ 18 w 28"/>
                  <a:gd name="T21" fmla="*/ 154 h 164"/>
                  <a:gd name="T22" fmla="*/ 17 w 28"/>
                  <a:gd name="T23" fmla="*/ 155 h 164"/>
                  <a:gd name="T24" fmla="*/ 18 w 28"/>
                  <a:gd name="T25" fmla="*/ 160 h 164"/>
                  <a:gd name="T26" fmla="*/ 19 w 28"/>
                  <a:gd name="T27" fmla="*/ 161 h 164"/>
                  <a:gd name="T28" fmla="*/ 21 w 28"/>
                  <a:gd name="T29" fmla="*/ 162 h 164"/>
                  <a:gd name="T30" fmla="*/ 23 w 28"/>
                  <a:gd name="T31" fmla="*/ 164 h 164"/>
                  <a:gd name="T32" fmla="*/ 28 w 28"/>
                  <a:gd name="T33" fmla="*/ 164 h 164"/>
                  <a:gd name="T34" fmla="*/ 13 w 28"/>
                  <a:gd name="T35" fmla="*/ 58 h 164"/>
                  <a:gd name="T36" fmla="*/ 19 w 28"/>
                  <a:gd name="T37" fmla="*/ 44 h 164"/>
                  <a:gd name="T38" fmla="*/ 21 w 28"/>
                  <a:gd name="T39" fmla="*/ 0 h 164"/>
                  <a:gd name="T40" fmla="*/ 21 w 28"/>
                  <a:gd name="T41"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8" h="164">
                    <a:moveTo>
                      <a:pt x="21" y="0"/>
                    </a:moveTo>
                    <a:lnTo>
                      <a:pt x="21" y="0"/>
                    </a:lnTo>
                    <a:lnTo>
                      <a:pt x="11" y="7"/>
                    </a:lnTo>
                    <a:lnTo>
                      <a:pt x="5" y="13"/>
                    </a:lnTo>
                    <a:lnTo>
                      <a:pt x="2" y="17"/>
                    </a:lnTo>
                    <a:lnTo>
                      <a:pt x="0" y="20"/>
                    </a:lnTo>
                    <a:lnTo>
                      <a:pt x="0" y="20"/>
                    </a:lnTo>
                    <a:lnTo>
                      <a:pt x="3" y="44"/>
                    </a:lnTo>
                    <a:lnTo>
                      <a:pt x="9" y="90"/>
                    </a:lnTo>
                    <a:lnTo>
                      <a:pt x="18" y="154"/>
                    </a:lnTo>
                    <a:lnTo>
                      <a:pt x="18" y="154"/>
                    </a:lnTo>
                    <a:lnTo>
                      <a:pt x="17" y="155"/>
                    </a:lnTo>
                    <a:lnTo>
                      <a:pt x="18" y="160"/>
                    </a:lnTo>
                    <a:lnTo>
                      <a:pt x="19" y="161"/>
                    </a:lnTo>
                    <a:lnTo>
                      <a:pt x="21" y="162"/>
                    </a:lnTo>
                    <a:lnTo>
                      <a:pt x="23" y="164"/>
                    </a:lnTo>
                    <a:lnTo>
                      <a:pt x="28" y="164"/>
                    </a:lnTo>
                    <a:lnTo>
                      <a:pt x="13" y="58"/>
                    </a:lnTo>
                    <a:lnTo>
                      <a:pt x="19" y="44"/>
                    </a:lnTo>
                    <a:lnTo>
                      <a:pt x="21" y="0"/>
                    </a:lnTo>
                    <a:lnTo>
                      <a:pt x="21"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grpSp>
          <p:nvGrpSpPr>
            <p:cNvPr id="114" name="组合 207">
              <a:extLst>
                <a:ext uri="{FF2B5EF4-FFF2-40B4-BE49-F238E27FC236}">
                  <a16:creationId xmlns:a16="http://schemas.microsoft.com/office/drawing/2014/main" id="{C083167C-C03A-4931-B4B4-BCD4B7C37292}"/>
                </a:ext>
              </a:extLst>
            </p:cNvPr>
            <p:cNvGrpSpPr/>
            <p:nvPr/>
          </p:nvGrpSpPr>
          <p:grpSpPr>
            <a:xfrm>
              <a:off x="2062930" y="4450114"/>
              <a:ext cx="796822" cy="612918"/>
              <a:chOff x="3019426" y="4346575"/>
              <a:chExt cx="796925" cy="612776"/>
            </a:xfrm>
            <a:solidFill>
              <a:schemeClr val="accent5"/>
            </a:solidFill>
          </p:grpSpPr>
          <p:sp>
            <p:nvSpPr>
              <p:cNvPr id="115" name="Freeform 110">
                <a:extLst>
                  <a:ext uri="{FF2B5EF4-FFF2-40B4-BE49-F238E27FC236}">
                    <a16:creationId xmlns:a16="http://schemas.microsoft.com/office/drawing/2014/main" id="{01C8C52E-102E-4EC9-B3DB-70E039BE3367}"/>
                  </a:ext>
                </a:extLst>
              </p:cNvPr>
              <p:cNvSpPr>
                <a:spLocks/>
              </p:cNvSpPr>
              <p:nvPr/>
            </p:nvSpPr>
            <p:spPr bwMode="auto">
              <a:xfrm>
                <a:off x="3040063" y="4346575"/>
                <a:ext cx="776288" cy="347663"/>
              </a:xfrm>
              <a:custGeom>
                <a:avLst/>
                <a:gdLst>
                  <a:gd name="T0" fmla="*/ 247 w 489"/>
                  <a:gd name="T1" fmla="*/ 219 h 219"/>
                  <a:gd name="T2" fmla="*/ 489 w 489"/>
                  <a:gd name="T3" fmla="*/ 110 h 219"/>
                  <a:gd name="T4" fmla="*/ 240 w 489"/>
                  <a:gd name="T5" fmla="*/ 0 h 219"/>
                  <a:gd name="T6" fmla="*/ 0 w 489"/>
                  <a:gd name="T7" fmla="*/ 107 h 219"/>
                  <a:gd name="T8" fmla="*/ 247 w 489"/>
                  <a:gd name="T9" fmla="*/ 219 h 219"/>
                </a:gdLst>
                <a:ahLst/>
                <a:cxnLst>
                  <a:cxn ang="0">
                    <a:pos x="T0" y="T1"/>
                  </a:cxn>
                  <a:cxn ang="0">
                    <a:pos x="T2" y="T3"/>
                  </a:cxn>
                  <a:cxn ang="0">
                    <a:pos x="T4" y="T5"/>
                  </a:cxn>
                  <a:cxn ang="0">
                    <a:pos x="T6" y="T7"/>
                  </a:cxn>
                  <a:cxn ang="0">
                    <a:pos x="T8" y="T9"/>
                  </a:cxn>
                </a:cxnLst>
                <a:rect l="0" t="0" r="r" b="b"/>
                <a:pathLst>
                  <a:path w="489" h="219">
                    <a:moveTo>
                      <a:pt x="247" y="219"/>
                    </a:moveTo>
                    <a:lnTo>
                      <a:pt x="489" y="110"/>
                    </a:lnTo>
                    <a:lnTo>
                      <a:pt x="240" y="0"/>
                    </a:lnTo>
                    <a:lnTo>
                      <a:pt x="0" y="107"/>
                    </a:lnTo>
                    <a:lnTo>
                      <a:pt x="247" y="21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16" name="Rectangle 111">
                <a:extLst>
                  <a:ext uri="{FF2B5EF4-FFF2-40B4-BE49-F238E27FC236}">
                    <a16:creationId xmlns:a16="http://schemas.microsoft.com/office/drawing/2014/main" id="{2BE661F4-730A-4C4B-9236-53CA5E1C539B}"/>
                  </a:ext>
                </a:extLst>
              </p:cNvPr>
              <p:cNvSpPr>
                <a:spLocks noChangeArrowheads="1"/>
              </p:cNvSpPr>
              <p:nvPr/>
            </p:nvSpPr>
            <p:spPr bwMode="auto">
              <a:xfrm>
                <a:off x="3049588" y="4510088"/>
                <a:ext cx="22225" cy="2555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17" name="Freeform 112">
                <a:extLst>
                  <a:ext uri="{FF2B5EF4-FFF2-40B4-BE49-F238E27FC236}">
                    <a16:creationId xmlns:a16="http://schemas.microsoft.com/office/drawing/2014/main" id="{EA1FCE1B-98E2-437B-B61F-AE071E924946}"/>
                  </a:ext>
                </a:extLst>
              </p:cNvPr>
              <p:cNvSpPr>
                <a:spLocks/>
              </p:cNvSpPr>
              <p:nvPr/>
            </p:nvSpPr>
            <p:spPr bwMode="auto">
              <a:xfrm>
                <a:off x="3022601" y="4735513"/>
                <a:ext cx="76200" cy="77788"/>
              </a:xfrm>
              <a:custGeom>
                <a:avLst/>
                <a:gdLst>
                  <a:gd name="T0" fmla="*/ 0 w 48"/>
                  <a:gd name="T1" fmla="*/ 24 h 49"/>
                  <a:gd name="T2" fmla="*/ 0 w 48"/>
                  <a:gd name="T3" fmla="*/ 24 h 49"/>
                  <a:gd name="T4" fmla="*/ 0 w 48"/>
                  <a:gd name="T5" fmla="*/ 20 h 49"/>
                  <a:gd name="T6" fmla="*/ 2 w 48"/>
                  <a:gd name="T7" fmla="*/ 15 h 49"/>
                  <a:gd name="T8" fmla="*/ 4 w 48"/>
                  <a:gd name="T9" fmla="*/ 11 h 49"/>
                  <a:gd name="T10" fmla="*/ 7 w 48"/>
                  <a:gd name="T11" fmla="*/ 8 h 49"/>
                  <a:gd name="T12" fmla="*/ 11 w 48"/>
                  <a:gd name="T13" fmla="*/ 4 h 49"/>
                  <a:gd name="T14" fmla="*/ 15 w 48"/>
                  <a:gd name="T15" fmla="*/ 3 h 49"/>
                  <a:gd name="T16" fmla="*/ 19 w 48"/>
                  <a:gd name="T17" fmla="*/ 1 h 49"/>
                  <a:gd name="T18" fmla="*/ 25 w 48"/>
                  <a:gd name="T19" fmla="*/ 0 h 49"/>
                  <a:gd name="T20" fmla="*/ 25 w 48"/>
                  <a:gd name="T21" fmla="*/ 0 h 49"/>
                  <a:gd name="T22" fmla="*/ 29 w 48"/>
                  <a:gd name="T23" fmla="*/ 1 h 49"/>
                  <a:gd name="T24" fmla="*/ 34 w 48"/>
                  <a:gd name="T25" fmla="*/ 3 h 49"/>
                  <a:gd name="T26" fmla="*/ 38 w 48"/>
                  <a:gd name="T27" fmla="*/ 4 h 49"/>
                  <a:gd name="T28" fmla="*/ 41 w 48"/>
                  <a:gd name="T29" fmla="*/ 8 h 49"/>
                  <a:gd name="T30" fmla="*/ 44 w 48"/>
                  <a:gd name="T31" fmla="*/ 11 h 49"/>
                  <a:gd name="T32" fmla="*/ 46 w 48"/>
                  <a:gd name="T33" fmla="*/ 15 h 49"/>
                  <a:gd name="T34" fmla="*/ 48 w 48"/>
                  <a:gd name="T35" fmla="*/ 20 h 49"/>
                  <a:gd name="T36" fmla="*/ 48 w 48"/>
                  <a:gd name="T37" fmla="*/ 24 h 49"/>
                  <a:gd name="T38" fmla="*/ 48 w 48"/>
                  <a:gd name="T39" fmla="*/ 24 h 49"/>
                  <a:gd name="T40" fmla="*/ 48 w 48"/>
                  <a:gd name="T41" fmla="*/ 30 h 49"/>
                  <a:gd name="T42" fmla="*/ 46 w 48"/>
                  <a:gd name="T43" fmla="*/ 34 h 49"/>
                  <a:gd name="T44" fmla="*/ 44 w 48"/>
                  <a:gd name="T45" fmla="*/ 38 h 49"/>
                  <a:gd name="T46" fmla="*/ 41 w 48"/>
                  <a:gd name="T47" fmla="*/ 42 h 49"/>
                  <a:gd name="T48" fmla="*/ 38 w 48"/>
                  <a:gd name="T49" fmla="*/ 45 h 49"/>
                  <a:gd name="T50" fmla="*/ 34 w 48"/>
                  <a:gd name="T51" fmla="*/ 47 h 49"/>
                  <a:gd name="T52" fmla="*/ 29 w 48"/>
                  <a:gd name="T53" fmla="*/ 49 h 49"/>
                  <a:gd name="T54" fmla="*/ 25 w 48"/>
                  <a:gd name="T55" fmla="*/ 49 h 49"/>
                  <a:gd name="T56" fmla="*/ 25 w 48"/>
                  <a:gd name="T57" fmla="*/ 49 h 49"/>
                  <a:gd name="T58" fmla="*/ 19 w 48"/>
                  <a:gd name="T59" fmla="*/ 49 h 49"/>
                  <a:gd name="T60" fmla="*/ 15 w 48"/>
                  <a:gd name="T61" fmla="*/ 47 h 49"/>
                  <a:gd name="T62" fmla="*/ 11 w 48"/>
                  <a:gd name="T63" fmla="*/ 45 h 49"/>
                  <a:gd name="T64" fmla="*/ 7 w 48"/>
                  <a:gd name="T65" fmla="*/ 42 h 49"/>
                  <a:gd name="T66" fmla="*/ 4 w 48"/>
                  <a:gd name="T67" fmla="*/ 38 h 49"/>
                  <a:gd name="T68" fmla="*/ 2 w 48"/>
                  <a:gd name="T69" fmla="*/ 34 h 49"/>
                  <a:gd name="T70" fmla="*/ 0 w 48"/>
                  <a:gd name="T71" fmla="*/ 30 h 49"/>
                  <a:gd name="T72" fmla="*/ 0 w 48"/>
                  <a:gd name="T73" fmla="*/ 24 h 49"/>
                  <a:gd name="T74" fmla="*/ 0 w 48"/>
                  <a:gd name="T75" fmla="*/ 24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8" h="49">
                    <a:moveTo>
                      <a:pt x="0" y="24"/>
                    </a:moveTo>
                    <a:lnTo>
                      <a:pt x="0" y="24"/>
                    </a:lnTo>
                    <a:lnTo>
                      <a:pt x="0" y="20"/>
                    </a:lnTo>
                    <a:lnTo>
                      <a:pt x="2" y="15"/>
                    </a:lnTo>
                    <a:lnTo>
                      <a:pt x="4" y="11"/>
                    </a:lnTo>
                    <a:lnTo>
                      <a:pt x="7" y="8"/>
                    </a:lnTo>
                    <a:lnTo>
                      <a:pt x="11" y="4"/>
                    </a:lnTo>
                    <a:lnTo>
                      <a:pt x="15" y="3"/>
                    </a:lnTo>
                    <a:lnTo>
                      <a:pt x="19" y="1"/>
                    </a:lnTo>
                    <a:lnTo>
                      <a:pt x="25" y="0"/>
                    </a:lnTo>
                    <a:lnTo>
                      <a:pt x="25" y="0"/>
                    </a:lnTo>
                    <a:lnTo>
                      <a:pt x="29" y="1"/>
                    </a:lnTo>
                    <a:lnTo>
                      <a:pt x="34" y="3"/>
                    </a:lnTo>
                    <a:lnTo>
                      <a:pt x="38" y="4"/>
                    </a:lnTo>
                    <a:lnTo>
                      <a:pt x="41" y="8"/>
                    </a:lnTo>
                    <a:lnTo>
                      <a:pt x="44" y="11"/>
                    </a:lnTo>
                    <a:lnTo>
                      <a:pt x="46" y="15"/>
                    </a:lnTo>
                    <a:lnTo>
                      <a:pt x="48" y="20"/>
                    </a:lnTo>
                    <a:lnTo>
                      <a:pt x="48" y="24"/>
                    </a:lnTo>
                    <a:lnTo>
                      <a:pt x="48" y="24"/>
                    </a:lnTo>
                    <a:lnTo>
                      <a:pt x="48" y="30"/>
                    </a:lnTo>
                    <a:lnTo>
                      <a:pt x="46" y="34"/>
                    </a:lnTo>
                    <a:lnTo>
                      <a:pt x="44" y="38"/>
                    </a:lnTo>
                    <a:lnTo>
                      <a:pt x="41" y="42"/>
                    </a:lnTo>
                    <a:lnTo>
                      <a:pt x="38" y="45"/>
                    </a:lnTo>
                    <a:lnTo>
                      <a:pt x="34" y="47"/>
                    </a:lnTo>
                    <a:lnTo>
                      <a:pt x="29" y="49"/>
                    </a:lnTo>
                    <a:lnTo>
                      <a:pt x="25" y="49"/>
                    </a:lnTo>
                    <a:lnTo>
                      <a:pt x="25" y="49"/>
                    </a:lnTo>
                    <a:lnTo>
                      <a:pt x="19" y="49"/>
                    </a:lnTo>
                    <a:lnTo>
                      <a:pt x="15" y="47"/>
                    </a:lnTo>
                    <a:lnTo>
                      <a:pt x="11" y="45"/>
                    </a:lnTo>
                    <a:lnTo>
                      <a:pt x="7" y="42"/>
                    </a:lnTo>
                    <a:lnTo>
                      <a:pt x="4" y="38"/>
                    </a:lnTo>
                    <a:lnTo>
                      <a:pt x="2" y="34"/>
                    </a:lnTo>
                    <a:lnTo>
                      <a:pt x="0" y="30"/>
                    </a:lnTo>
                    <a:lnTo>
                      <a:pt x="0" y="24"/>
                    </a:lnTo>
                    <a:lnTo>
                      <a:pt x="0" y="2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18" name="Freeform 113">
                <a:extLst>
                  <a:ext uri="{FF2B5EF4-FFF2-40B4-BE49-F238E27FC236}">
                    <a16:creationId xmlns:a16="http://schemas.microsoft.com/office/drawing/2014/main" id="{E00695D1-8F23-4B56-B829-BA063442883B}"/>
                  </a:ext>
                </a:extLst>
              </p:cNvPr>
              <p:cNvSpPr>
                <a:spLocks/>
              </p:cNvSpPr>
              <p:nvPr/>
            </p:nvSpPr>
            <p:spPr bwMode="auto">
              <a:xfrm>
                <a:off x="3052763" y="4778375"/>
                <a:ext cx="46038" cy="169863"/>
              </a:xfrm>
              <a:custGeom>
                <a:avLst/>
                <a:gdLst>
                  <a:gd name="T0" fmla="*/ 17 w 29"/>
                  <a:gd name="T1" fmla="*/ 5 h 107"/>
                  <a:gd name="T2" fmla="*/ 17 w 29"/>
                  <a:gd name="T3" fmla="*/ 5 h 107"/>
                  <a:gd name="T4" fmla="*/ 19 w 29"/>
                  <a:gd name="T5" fmla="*/ 12 h 107"/>
                  <a:gd name="T6" fmla="*/ 22 w 29"/>
                  <a:gd name="T7" fmla="*/ 22 h 107"/>
                  <a:gd name="T8" fmla="*/ 25 w 29"/>
                  <a:gd name="T9" fmla="*/ 33 h 107"/>
                  <a:gd name="T10" fmla="*/ 27 w 29"/>
                  <a:gd name="T11" fmla="*/ 47 h 107"/>
                  <a:gd name="T12" fmla="*/ 29 w 29"/>
                  <a:gd name="T13" fmla="*/ 65 h 107"/>
                  <a:gd name="T14" fmla="*/ 29 w 29"/>
                  <a:gd name="T15" fmla="*/ 84 h 107"/>
                  <a:gd name="T16" fmla="*/ 27 w 29"/>
                  <a:gd name="T17" fmla="*/ 107 h 107"/>
                  <a:gd name="T18" fmla="*/ 0 w 29"/>
                  <a:gd name="T19" fmla="*/ 107 h 107"/>
                  <a:gd name="T20" fmla="*/ 0 w 29"/>
                  <a:gd name="T21" fmla="*/ 0 h 107"/>
                  <a:gd name="T22" fmla="*/ 0 w 29"/>
                  <a:gd name="T23" fmla="*/ 0 h 107"/>
                  <a:gd name="T24" fmla="*/ 8 w 29"/>
                  <a:gd name="T25" fmla="*/ 4 h 107"/>
                  <a:gd name="T26" fmla="*/ 14 w 29"/>
                  <a:gd name="T27" fmla="*/ 5 h 107"/>
                  <a:gd name="T28" fmla="*/ 15 w 29"/>
                  <a:gd name="T29" fmla="*/ 5 h 107"/>
                  <a:gd name="T30" fmla="*/ 17 w 29"/>
                  <a:gd name="T31" fmla="*/ 5 h 107"/>
                  <a:gd name="T32" fmla="*/ 17 w 29"/>
                  <a:gd name="T33" fmla="*/ 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9" h="107">
                    <a:moveTo>
                      <a:pt x="17" y="5"/>
                    </a:moveTo>
                    <a:lnTo>
                      <a:pt x="17" y="5"/>
                    </a:lnTo>
                    <a:lnTo>
                      <a:pt x="19" y="12"/>
                    </a:lnTo>
                    <a:lnTo>
                      <a:pt x="22" y="22"/>
                    </a:lnTo>
                    <a:lnTo>
                      <a:pt x="25" y="33"/>
                    </a:lnTo>
                    <a:lnTo>
                      <a:pt x="27" y="47"/>
                    </a:lnTo>
                    <a:lnTo>
                      <a:pt x="29" y="65"/>
                    </a:lnTo>
                    <a:lnTo>
                      <a:pt x="29" y="84"/>
                    </a:lnTo>
                    <a:lnTo>
                      <a:pt x="27" y="107"/>
                    </a:lnTo>
                    <a:lnTo>
                      <a:pt x="0" y="107"/>
                    </a:lnTo>
                    <a:lnTo>
                      <a:pt x="0" y="0"/>
                    </a:lnTo>
                    <a:lnTo>
                      <a:pt x="0" y="0"/>
                    </a:lnTo>
                    <a:lnTo>
                      <a:pt x="8" y="4"/>
                    </a:lnTo>
                    <a:lnTo>
                      <a:pt x="14" y="5"/>
                    </a:lnTo>
                    <a:lnTo>
                      <a:pt x="15" y="5"/>
                    </a:lnTo>
                    <a:lnTo>
                      <a:pt x="17" y="5"/>
                    </a:lnTo>
                    <a:lnTo>
                      <a:pt x="17" y="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19" name="Freeform 114">
                <a:extLst>
                  <a:ext uri="{FF2B5EF4-FFF2-40B4-BE49-F238E27FC236}">
                    <a16:creationId xmlns:a16="http://schemas.microsoft.com/office/drawing/2014/main" id="{D69718AB-334C-4BF3-AD66-1BAF3D172B41}"/>
                  </a:ext>
                </a:extLst>
              </p:cNvPr>
              <p:cNvSpPr>
                <a:spLocks/>
              </p:cNvSpPr>
              <p:nvPr/>
            </p:nvSpPr>
            <p:spPr bwMode="auto">
              <a:xfrm>
                <a:off x="3019426" y="4778375"/>
                <a:ext cx="46038" cy="169863"/>
              </a:xfrm>
              <a:custGeom>
                <a:avLst/>
                <a:gdLst>
                  <a:gd name="T0" fmla="*/ 13 w 29"/>
                  <a:gd name="T1" fmla="*/ 5 h 107"/>
                  <a:gd name="T2" fmla="*/ 13 w 29"/>
                  <a:gd name="T3" fmla="*/ 5 h 107"/>
                  <a:gd name="T4" fmla="*/ 10 w 29"/>
                  <a:gd name="T5" fmla="*/ 12 h 107"/>
                  <a:gd name="T6" fmla="*/ 4 w 29"/>
                  <a:gd name="T7" fmla="*/ 33 h 107"/>
                  <a:gd name="T8" fmla="*/ 2 w 29"/>
                  <a:gd name="T9" fmla="*/ 47 h 107"/>
                  <a:gd name="T10" fmla="*/ 0 w 29"/>
                  <a:gd name="T11" fmla="*/ 65 h 107"/>
                  <a:gd name="T12" fmla="*/ 0 w 29"/>
                  <a:gd name="T13" fmla="*/ 84 h 107"/>
                  <a:gd name="T14" fmla="*/ 1 w 29"/>
                  <a:gd name="T15" fmla="*/ 107 h 107"/>
                  <a:gd name="T16" fmla="*/ 29 w 29"/>
                  <a:gd name="T17" fmla="*/ 107 h 107"/>
                  <a:gd name="T18" fmla="*/ 29 w 29"/>
                  <a:gd name="T19" fmla="*/ 0 h 107"/>
                  <a:gd name="T20" fmla="*/ 29 w 29"/>
                  <a:gd name="T21" fmla="*/ 0 h 107"/>
                  <a:gd name="T22" fmla="*/ 21 w 29"/>
                  <a:gd name="T23" fmla="*/ 4 h 107"/>
                  <a:gd name="T24" fmla="*/ 16 w 29"/>
                  <a:gd name="T25" fmla="*/ 5 h 107"/>
                  <a:gd name="T26" fmla="*/ 13 w 29"/>
                  <a:gd name="T27" fmla="*/ 5 h 107"/>
                  <a:gd name="T28" fmla="*/ 13 w 29"/>
                  <a:gd name="T29" fmla="*/ 5 h 107"/>
                  <a:gd name="T30" fmla="*/ 13 w 29"/>
                  <a:gd name="T31" fmla="*/ 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 h="107">
                    <a:moveTo>
                      <a:pt x="13" y="5"/>
                    </a:moveTo>
                    <a:lnTo>
                      <a:pt x="13" y="5"/>
                    </a:lnTo>
                    <a:lnTo>
                      <a:pt x="10" y="12"/>
                    </a:lnTo>
                    <a:lnTo>
                      <a:pt x="4" y="33"/>
                    </a:lnTo>
                    <a:lnTo>
                      <a:pt x="2" y="47"/>
                    </a:lnTo>
                    <a:lnTo>
                      <a:pt x="0" y="65"/>
                    </a:lnTo>
                    <a:lnTo>
                      <a:pt x="0" y="84"/>
                    </a:lnTo>
                    <a:lnTo>
                      <a:pt x="1" y="107"/>
                    </a:lnTo>
                    <a:lnTo>
                      <a:pt x="29" y="107"/>
                    </a:lnTo>
                    <a:lnTo>
                      <a:pt x="29" y="0"/>
                    </a:lnTo>
                    <a:lnTo>
                      <a:pt x="29" y="0"/>
                    </a:lnTo>
                    <a:lnTo>
                      <a:pt x="21" y="4"/>
                    </a:lnTo>
                    <a:lnTo>
                      <a:pt x="16" y="5"/>
                    </a:lnTo>
                    <a:lnTo>
                      <a:pt x="13" y="5"/>
                    </a:lnTo>
                    <a:lnTo>
                      <a:pt x="13" y="5"/>
                    </a:lnTo>
                    <a:lnTo>
                      <a:pt x="13" y="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20" name="Freeform 115">
                <a:extLst>
                  <a:ext uri="{FF2B5EF4-FFF2-40B4-BE49-F238E27FC236}">
                    <a16:creationId xmlns:a16="http://schemas.microsoft.com/office/drawing/2014/main" id="{E50ED5BF-6E18-426C-85DC-245E8E70EAB3}"/>
                  </a:ext>
                </a:extLst>
              </p:cNvPr>
              <p:cNvSpPr>
                <a:spLocks/>
              </p:cNvSpPr>
              <p:nvPr/>
            </p:nvSpPr>
            <p:spPr bwMode="auto">
              <a:xfrm>
                <a:off x="3211513" y="4624388"/>
                <a:ext cx="449263" cy="334963"/>
              </a:xfrm>
              <a:custGeom>
                <a:avLst/>
                <a:gdLst>
                  <a:gd name="T0" fmla="*/ 0 w 283"/>
                  <a:gd name="T1" fmla="*/ 0 h 211"/>
                  <a:gd name="T2" fmla="*/ 0 w 283"/>
                  <a:gd name="T3" fmla="*/ 0 h 211"/>
                  <a:gd name="T4" fmla="*/ 63 w 283"/>
                  <a:gd name="T5" fmla="*/ 29 h 211"/>
                  <a:gd name="T6" fmla="*/ 143 w 283"/>
                  <a:gd name="T7" fmla="*/ 67 h 211"/>
                  <a:gd name="T8" fmla="*/ 143 w 283"/>
                  <a:gd name="T9" fmla="*/ 67 h 211"/>
                  <a:gd name="T10" fmla="*/ 221 w 283"/>
                  <a:gd name="T11" fmla="*/ 29 h 211"/>
                  <a:gd name="T12" fmla="*/ 283 w 283"/>
                  <a:gd name="T13" fmla="*/ 0 h 211"/>
                  <a:gd name="T14" fmla="*/ 283 w 283"/>
                  <a:gd name="T15" fmla="*/ 163 h 211"/>
                  <a:gd name="T16" fmla="*/ 283 w 283"/>
                  <a:gd name="T17" fmla="*/ 163 h 211"/>
                  <a:gd name="T18" fmla="*/ 277 w 283"/>
                  <a:gd name="T19" fmla="*/ 170 h 211"/>
                  <a:gd name="T20" fmla="*/ 267 w 283"/>
                  <a:gd name="T21" fmla="*/ 177 h 211"/>
                  <a:gd name="T22" fmla="*/ 259 w 283"/>
                  <a:gd name="T23" fmla="*/ 182 h 211"/>
                  <a:gd name="T24" fmla="*/ 250 w 283"/>
                  <a:gd name="T25" fmla="*/ 188 h 211"/>
                  <a:gd name="T26" fmla="*/ 229 w 283"/>
                  <a:gd name="T27" fmla="*/ 196 h 211"/>
                  <a:gd name="T28" fmla="*/ 209 w 283"/>
                  <a:gd name="T29" fmla="*/ 201 h 211"/>
                  <a:gd name="T30" fmla="*/ 190 w 283"/>
                  <a:gd name="T31" fmla="*/ 205 h 211"/>
                  <a:gd name="T32" fmla="*/ 172 w 283"/>
                  <a:gd name="T33" fmla="*/ 208 h 211"/>
                  <a:gd name="T34" fmla="*/ 147 w 283"/>
                  <a:gd name="T35" fmla="*/ 211 h 211"/>
                  <a:gd name="T36" fmla="*/ 147 w 283"/>
                  <a:gd name="T37" fmla="*/ 211 h 211"/>
                  <a:gd name="T38" fmla="*/ 147 w 283"/>
                  <a:gd name="T39" fmla="*/ 211 h 211"/>
                  <a:gd name="T40" fmla="*/ 143 w 283"/>
                  <a:gd name="T41" fmla="*/ 211 h 211"/>
                  <a:gd name="T42" fmla="*/ 143 w 283"/>
                  <a:gd name="T43" fmla="*/ 211 h 211"/>
                  <a:gd name="T44" fmla="*/ 139 w 283"/>
                  <a:gd name="T45" fmla="*/ 211 h 211"/>
                  <a:gd name="T46" fmla="*/ 139 w 283"/>
                  <a:gd name="T47" fmla="*/ 211 h 211"/>
                  <a:gd name="T48" fmla="*/ 139 w 283"/>
                  <a:gd name="T49" fmla="*/ 211 h 211"/>
                  <a:gd name="T50" fmla="*/ 113 w 283"/>
                  <a:gd name="T51" fmla="*/ 208 h 211"/>
                  <a:gd name="T52" fmla="*/ 94 w 283"/>
                  <a:gd name="T53" fmla="*/ 205 h 211"/>
                  <a:gd name="T54" fmla="*/ 75 w 283"/>
                  <a:gd name="T55" fmla="*/ 201 h 211"/>
                  <a:gd name="T56" fmla="*/ 55 w 283"/>
                  <a:gd name="T57" fmla="*/ 196 h 211"/>
                  <a:gd name="T58" fmla="*/ 36 w 283"/>
                  <a:gd name="T59" fmla="*/ 188 h 211"/>
                  <a:gd name="T60" fmla="*/ 26 w 283"/>
                  <a:gd name="T61" fmla="*/ 182 h 211"/>
                  <a:gd name="T62" fmla="*/ 17 w 283"/>
                  <a:gd name="T63" fmla="*/ 177 h 211"/>
                  <a:gd name="T64" fmla="*/ 9 w 283"/>
                  <a:gd name="T65" fmla="*/ 170 h 211"/>
                  <a:gd name="T66" fmla="*/ 0 w 283"/>
                  <a:gd name="T67" fmla="*/ 163 h 211"/>
                  <a:gd name="T68" fmla="*/ 0 w 283"/>
                  <a:gd name="T69" fmla="*/ 0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3" h="211">
                    <a:moveTo>
                      <a:pt x="0" y="0"/>
                    </a:moveTo>
                    <a:lnTo>
                      <a:pt x="0" y="0"/>
                    </a:lnTo>
                    <a:lnTo>
                      <a:pt x="63" y="29"/>
                    </a:lnTo>
                    <a:lnTo>
                      <a:pt x="143" y="67"/>
                    </a:lnTo>
                    <a:lnTo>
                      <a:pt x="143" y="67"/>
                    </a:lnTo>
                    <a:lnTo>
                      <a:pt x="221" y="29"/>
                    </a:lnTo>
                    <a:lnTo>
                      <a:pt x="283" y="0"/>
                    </a:lnTo>
                    <a:lnTo>
                      <a:pt x="283" y="163"/>
                    </a:lnTo>
                    <a:lnTo>
                      <a:pt x="283" y="163"/>
                    </a:lnTo>
                    <a:lnTo>
                      <a:pt x="277" y="170"/>
                    </a:lnTo>
                    <a:lnTo>
                      <a:pt x="267" y="177"/>
                    </a:lnTo>
                    <a:lnTo>
                      <a:pt x="259" y="182"/>
                    </a:lnTo>
                    <a:lnTo>
                      <a:pt x="250" y="188"/>
                    </a:lnTo>
                    <a:lnTo>
                      <a:pt x="229" y="196"/>
                    </a:lnTo>
                    <a:lnTo>
                      <a:pt x="209" y="201"/>
                    </a:lnTo>
                    <a:lnTo>
                      <a:pt x="190" y="205"/>
                    </a:lnTo>
                    <a:lnTo>
                      <a:pt x="172" y="208"/>
                    </a:lnTo>
                    <a:lnTo>
                      <a:pt x="147" y="211"/>
                    </a:lnTo>
                    <a:lnTo>
                      <a:pt x="147" y="211"/>
                    </a:lnTo>
                    <a:lnTo>
                      <a:pt x="147" y="211"/>
                    </a:lnTo>
                    <a:lnTo>
                      <a:pt x="143" y="211"/>
                    </a:lnTo>
                    <a:lnTo>
                      <a:pt x="143" y="211"/>
                    </a:lnTo>
                    <a:lnTo>
                      <a:pt x="139" y="211"/>
                    </a:lnTo>
                    <a:lnTo>
                      <a:pt x="139" y="211"/>
                    </a:lnTo>
                    <a:lnTo>
                      <a:pt x="139" y="211"/>
                    </a:lnTo>
                    <a:lnTo>
                      <a:pt x="113" y="208"/>
                    </a:lnTo>
                    <a:lnTo>
                      <a:pt x="94" y="205"/>
                    </a:lnTo>
                    <a:lnTo>
                      <a:pt x="75" y="201"/>
                    </a:lnTo>
                    <a:lnTo>
                      <a:pt x="55" y="196"/>
                    </a:lnTo>
                    <a:lnTo>
                      <a:pt x="36" y="188"/>
                    </a:lnTo>
                    <a:lnTo>
                      <a:pt x="26" y="182"/>
                    </a:lnTo>
                    <a:lnTo>
                      <a:pt x="17" y="177"/>
                    </a:lnTo>
                    <a:lnTo>
                      <a:pt x="9" y="170"/>
                    </a:lnTo>
                    <a:lnTo>
                      <a:pt x="0" y="16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sp>
          <p:nvSpPr>
            <p:cNvPr id="75786" name="Freeform 116">
              <a:extLst>
                <a:ext uri="{FF2B5EF4-FFF2-40B4-BE49-F238E27FC236}">
                  <a16:creationId xmlns:a16="http://schemas.microsoft.com/office/drawing/2014/main" id="{C6048F1B-E522-834D-A6BB-6300AFFECEDD}"/>
                </a:ext>
              </a:extLst>
            </p:cNvPr>
            <p:cNvSpPr>
              <a:spLocks noEditPoints="1"/>
            </p:cNvSpPr>
            <p:nvPr/>
          </p:nvSpPr>
          <p:spPr bwMode="auto">
            <a:xfrm>
              <a:off x="3074037" y="2322372"/>
              <a:ext cx="392062" cy="492239"/>
            </a:xfrm>
            <a:custGeom>
              <a:avLst/>
              <a:gdLst>
                <a:gd name="T0" fmla="*/ 2147483646 w 247"/>
                <a:gd name="T1" fmla="*/ 2147483646 h 310"/>
                <a:gd name="T2" fmla="*/ 2147483646 w 247"/>
                <a:gd name="T3" fmla="*/ 2147483646 h 310"/>
                <a:gd name="T4" fmla="*/ 2147483646 w 247"/>
                <a:gd name="T5" fmla="*/ 2147483646 h 310"/>
                <a:gd name="T6" fmla="*/ 2147483646 w 247"/>
                <a:gd name="T7" fmla="*/ 2147483646 h 310"/>
                <a:gd name="T8" fmla="*/ 2147483646 w 247"/>
                <a:gd name="T9" fmla="*/ 2147483646 h 310"/>
                <a:gd name="T10" fmla="*/ 2147483646 w 247"/>
                <a:gd name="T11" fmla="*/ 2147483646 h 310"/>
                <a:gd name="T12" fmla="*/ 2147483646 w 247"/>
                <a:gd name="T13" fmla="*/ 2147483646 h 310"/>
                <a:gd name="T14" fmla="*/ 2147483646 w 247"/>
                <a:gd name="T15" fmla="*/ 0 h 310"/>
                <a:gd name="T16" fmla="*/ 2147483646 w 247"/>
                <a:gd name="T17" fmla="*/ 2147483646 h 310"/>
                <a:gd name="T18" fmla="*/ 2147483646 w 247"/>
                <a:gd name="T19" fmla="*/ 2147483646 h 310"/>
                <a:gd name="T20" fmla="*/ 2147483646 w 247"/>
                <a:gd name="T21" fmla="*/ 2147483646 h 310"/>
                <a:gd name="T22" fmla="*/ 2147483646 w 247"/>
                <a:gd name="T23" fmla="*/ 2147483646 h 310"/>
                <a:gd name="T24" fmla="*/ 2147483646 w 247"/>
                <a:gd name="T25" fmla="*/ 2147483646 h 310"/>
                <a:gd name="T26" fmla="*/ 2147483646 w 247"/>
                <a:gd name="T27" fmla="*/ 2147483646 h 310"/>
                <a:gd name="T28" fmla="*/ 2147483646 w 247"/>
                <a:gd name="T29" fmla="*/ 2147483646 h 310"/>
                <a:gd name="T30" fmla="*/ 2147483646 w 247"/>
                <a:gd name="T31" fmla="*/ 2147483646 h 310"/>
                <a:gd name="T32" fmla="*/ 2147483646 w 247"/>
                <a:gd name="T33" fmla="*/ 2147483646 h 310"/>
                <a:gd name="T34" fmla="*/ 2147483646 w 247"/>
                <a:gd name="T35" fmla="*/ 2147483646 h 310"/>
                <a:gd name="T36" fmla="*/ 2147483646 w 247"/>
                <a:gd name="T37" fmla="*/ 2147483646 h 310"/>
                <a:gd name="T38" fmla="*/ 2147483646 w 247"/>
                <a:gd name="T39" fmla="*/ 2147483646 h 310"/>
                <a:gd name="T40" fmla="*/ 2147483646 w 247"/>
                <a:gd name="T41" fmla="*/ 2147483646 h 310"/>
                <a:gd name="T42" fmla="*/ 2147483646 w 247"/>
                <a:gd name="T43" fmla="*/ 2147483646 h 310"/>
                <a:gd name="T44" fmla="*/ 2147483646 w 247"/>
                <a:gd name="T45" fmla="*/ 2147483646 h 310"/>
                <a:gd name="T46" fmla="*/ 2147483646 w 247"/>
                <a:gd name="T47" fmla="*/ 2147483646 h 310"/>
                <a:gd name="T48" fmla="*/ 2147483646 w 247"/>
                <a:gd name="T49" fmla="*/ 2147483646 h 310"/>
                <a:gd name="T50" fmla="*/ 2147483646 w 247"/>
                <a:gd name="T51" fmla="*/ 2147483646 h 310"/>
                <a:gd name="T52" fmla="*/ 2147483646 w 247"/>
                <a:gd name="T53" fmla="*/ 2147483646 h 310"/>
                <a:gd name="T54" fmla="*/ 2147483646 w 247"/>
                <a:gd name="T55" fmla="*/ 2147483646 h 310"/>
                <a:gd name="T56" fmla="*/ 2147483646 w 247"/>
                <a:gd name="T57" fmla="*/ 2147483646 h 310"/>
                <a:gd name="T58" fmla="*/ 2147483646 w 247"/>
                <a:gd name="T59" fmla="*/ 2147483646 h 310"/>
                <a:gd name="T60" fmla="*/ 2147483646 w 247"/>
                <a:gd name="T61" fmla="*/ 2147483646 h 310"/>
                <a:gd name="T62" fmla="*/ 2147483646 w 247"/>
                <a:gd name="T63" fmla="*/ 2147483646 h 310"/>
                <a:gd name="T64" fmla="*/ 2147483646 w 247"/>
                <a:gd name="T65" fmla="*/ 2147483646 h 310"/>
                <a:gd name="T66" fmla="*/ 2147483646 w 247"/>
                <a:gd name="T67" fmla="*/ 2147483646 h 310"/>
                <a:gd name="T68" fmla="*/ 2147483646 w 247"/>
                <a:gd name="T69" fmla="*/ 2147483646 h 310"/>
                <a:gd name="T70" fmla="*/ 2147483646 w 247"/>
                <a:gd name="T71" fmla="*/ 2147483646 h 310"/>
                <a:gd name="T72" fmla="*/ 2147483646 w 247"/>
                <a:gd name="T73" fmla="*/ 2147483646 h 310"/>
                <a:gd name="T74" fmla="*/ 2147483646 w 247"/>
                <a:gd name="T75" fmla="*/ 2147483646 h 310"/>
                <a:gd name="T76" fmla="*/ 2147483646 w 247"/>
                <a:gd name="T77" fmla="*/ 2147483646 h 310"/>
                <a:gd name="T78" fmla="*/ 2147483646 w 247"/>
                <a:gd name="T79" fmla="*/ 2147483646 h 310"/>
                <a:gd name="T80" fmla="*/ 2147483646 w 247"/>
                <a:gd name="T81" fmla="*/ 2147483646 h 310"/>
                <a:gd name="T82" fmla="*/ 2147483646 w 247"/>
                <a:gd name="T83" fmla="*/ 2147483646 h 310"/>
                <a:gd name="T84" fmla="*/ 2147483646 w 247"/>
                <a:gd name="T85" fmla="*/ 2147483646 h 310"/>
                <a:gd name="T86" fmla="*/ 2147483646 w 247"/>
                <a:gd name="T87" fmla="*/ 2147483646 h 310"/>
                <a:gd name="T88" fmla="*/ 2147483646 w 247"/>
                <a:gd name="T89" fmla="*/ 2147483646 h 310"/>
                <a:gd name="T90" fmla="*/ 2147483646 w 247"/>
                <a:gd name="T91" fmla="*/ 2147483646 h 310"/>
                <a:gd name="T92" fmla="*/ 2147483646 w 247"/>
                <a:gd name="T93" fmla="*/ 2147483646 h 310"/>
                <a:gd name="T94" fmla="*/ 2147483646 w 247"/>
                <a:gd name="T95" fmla="*/ 2147483646 h 31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47" h="310">
                  <a:moveTo>
                    <a:pt x="80" y="150"/>
                  </a:moveTo>
                  <a:lnTo>
                    <a:pt x="80" y="150"/>
                  </a:lnTo>
                  <a:lnTo>
                    <a:pt x="82" y="150"/>
                  </a:lnTo>
                  <a:lnTo>
                    <a:pt x="84" y="146"/>
                  </a:lnTo>
                  <a:lnTo>
                    <a:pt x="86" y="140"/>
                  </a:lnTo>
                  <a:lnTo>
                    <a:pt x="87" y="132"/>
                  </a:lnTo>
                  <a:lnTo>
                    <a:pt x="87" y="59"/>
                  </a:lnTo>
                  <a:lnTo>
                    <a:pt x="82" y="55"/>
                  </a:lnTo>
                  <a:lnTo>
                    <a:pt x="80" y="50"/>
                  </a:lnTo>
                  <a:lnTo>
                    <a:pt x="79" y="50"/>
                  </a:lnTo>
                  <a:lnTo>
                    <a:pt x="79" y="17"/>
                  </a:lnTo>
                  <a:lnTo>
                    <a:pt x="80" y="17"/>
                  </a:lnTo>
                  <a:lnTo>
                    <a:pt x="80" y="16"/>
                  </a:lnTo>
                  <a:lnTo>
                    <a:pt x="80" y="13"/>
                  </a:lnTo>
                  <a:lnTo>
                    <a:pt x="83" y="10"/>
                  </a:lnTo>
                  <a:lnTo>
                    <a:pt x="87" y="6"/>
                  </a:lnTo>
                  <a:lnTo>
                    <a:pt x="92" y="5"/>
                  </a:lnTo>
                  <a:lnTo>
                    <a:pt x="107" y="1"/>
                  </a:lnTo>
                  <a:lnTo>
                    <a:pt x="125" y="0"/>
                  </a:lnTo>
                  <a:lnTo>
                    <a:pt x="141" y="1"/>
                  </a:lnTo>
                  <a:lnTo>
                    <a:pt x="156" y="5"/>
                  </a:lnTo>
                  <a:lnTo>
                    <a:pt x="162" y="6"/>
                  </a:lnTo>
                  <a:lnTo>
                    <a:pt x="166" y="10"/>
                  </a:lnTo>
                  <a:lnTo>
                    <a:pt x="168" y="13"/>
                  </a:lnTo>
                  <a:lnTo>
                    <a:pt x="168" y="16"/>
                  </a:lnTo>
                  <a:lnTo>
                    <a:pt x="168" y="17"/>
                  </a:lnTo>
                  <a:lnTo>
                    <a:pt x="170" y="17"/>
                  </a:lnTo>
                  <a:lnTo>
                    <a:pt x="170" y="50"/>
                  </a:lnTo>
                  <a:lnTo>
                    <a:pt x="168" y="50"/>
                  </a:lnTo>
                  <a:lnTo>
                    <a:pt x="168" y="52"/>
                  </a:lnTo>
                  <a:lnTo>
                    <a:pt x="166" y="55"/>
                  </a:lnTo>
                  <a:lnTo>
                    <a:pt x="162" y="58"/>
                  </a:lnTo>
                  <a:lnTo>
                    <a:pt x="156" y="59"/>
                  </a:lnTo>
                  <a:lnTo>
                    <a:pt x="156" y="132"/>
                  </a:lnTo>
                  <a:lnTo>
                    <a:pt x="156" y="136"/>
                  </a:lnTo>
                  <a:lnTo>
                    <a:pt x="157" y="140"/>
                  </a:lnTo>
                  <a:lnTo>
                    <a:pt x="160" y="146"/>
                  </a:lnTo>
                  <a:lnTo>
                    <a:pt x="164" y="150"/>
                  </a:lnTo>
                  <a:lnTo>
                    <a:pt x="166" y="150"/>
                  </a:lnTo>
                  <a:lnTo>
                    <a:pt x="175" y="158"/>
                  </a:lnTo>
                  <a:lnTo>
                    <a:pt x="190" y="171"/>
                  </a:lnTo>
                  <a:lnTo>
                    <a:pt x="206" y="189"/>
                  </a:lnTo>
                  <a:lnTo>
                    <a:pt x="222" y="211"/>
                  </a:lnTo>
                  <a:lnTo>
                    <a:pt x="231" y="222"/>
                  </a:lnTo>
                  <a:lnTo>
                    <a:pt x="236" y="232"/>
                  </a:lnTo>
                  <a:lnTo>
                    <a:pt x="241" y="243"/>
                  </a:lnTo>
                  <a:lnTo>
                    <a:pt x="246" y="253"/>
                  </a:lnTo>
                  <a:lnTo>
                    <a:pt x="247" y="262"/>
                  </a:lnTo>
                  <a:lnTo>
                    <a:pt x="246" y="272"/>
                  </a:lnTo>
                  <a:lnTo>
                    <a:pt x="243" y="278"/>
                  </a:lnTo>
                  <a:lnTo>
                    <a:pt x="240" y="282"/>
                  </a:lnTo>
                  <a:lnTo>
                    <a:pt x="236" y="285"/>
                  </a:lnTo>
                  <a:lnTo>
                    <a:pt x="221" y="293"/>
                  </a:lnTo>
                  <a:lnTo>
                    <a:pt x="205" y="300"/>
                  </a:lnTo>
                  <a:lnTo>
                    <a:pt x="187" y="304"/>
                  </a:lnTo>
                  <a:lnTo>
                    <a:pt x="171" y="307"/>
                  </a:lnTo>
                  <a:lnTo>
                    <a:pt x="155" y="310"/>
                  </a:lnTo>
                  <a:lnTo>
                    <a:pt x="141" y="310"/>
                  </a:lnTo>
                  <a:lnTo>
                    <a:pt x="124" y="310"/>
                  </a:lnTo>
                  <a:lnTo>
                    <a:pt x="113" y="310"/>
                  </a:lnTo>
                  <a:lnTo>
                    <a:pt x="95" y="310"/>
                  </a:lnTo>
                  <a:lnTo>
                    <a:pt x="74" y="307"/>
                  </a:lnTo>
                  <a:lnTo>
                    <a:pt x="51" y="303"/>
                  </a:lnTo>
                  <a:lnTo>
                    <a:pt x="51" y="282"/>
                  </a:lnTo>
                  <a:lnTo>
                    <a:pt x="63" y="285"/>
                  </a:lnTo>
                  <a:lnTo>
                    <a:pt x="72" y="287"/>
                  </a:lnTo>
                  <a:lnTo>
                    <a:pt x="83" y="287"/>
                  </a:lnTo>
                  <a:lnTo>
                    <a:pt x="72" y="284"/>
                  </a:lnTo>
                  <a:lnTo>
                    <a:pt x="61" y="280"/>
                  </a:lnTo>
                  <a:lnTo>
                    <a:pt x="51" y="274"/>
                  </a:lnTo>
                  <a:lnTo>
                    <a:pt x="51" y="211"/>
                  </a:lnTo>
                  <a:lnTo>
                    <a:pt x="60" y="199"/>
                  </a:lnTo>
                  <a:lnTo>
                    <a:pt x="68" y="189"/>
                  </a:lnTo>
                  <a:lnTo>
                    <a:pt x="76" y="180"/>
                  </a:lnTo>
                  <a:lnTo>
                    <a:pt x="68" y="186"/>
                  </a:lnTo>
                  <a:lnTo>
                    <a:pt x="51" y="203"/>
                  </a:lnTo>
                  <a:lnTo>
                    <a:pt x="51" y="178"/>
                  </a:lnTo>
                  <a:lnTo>
                    <a:pt x="68" y="159"/>
                  </a:lnTo>
                  <a:lnTo>
                    <a:pt x="80" y="150"/>
                  </a:lnTo>
                  <a:close/>
                  <a:moveTo>
                    <a:pt x="51" y="303"/>
                  </a:moveTo>
                  <a:lnTo>
                    <a:pt x="51" y="303"/>
                  </a:lnTo>
                  <a:lnTo>
                    <a:pt x="40" y="299"/>
                  </a:lnTo>
                  <a:lnTo>
                    <a:pt x="30" y="296"/>
                  </a:lnTo>
                  <a:lnTo>
                    <a:pt x="21" y="291"/>
                  </a:lnTo>
                  <a:lnTo>
                    <a:pt x="11" y="285"/>
                  </a:lnTo>
                  <a:lnTo>
                    <a:pt x="6" y="281"/>
                  </a:lnTo>
                  <a:lnTo>
                    <a:pt x="3" y="276"/>
                  </a:lnTo>
                  <a:lnTo>
                    <a:pt x="2" y="270"/>
                  </a:lnTo>
                  <a:lnTo>
                    <a:pt x="0" y="265"/>
                  </a:lnTo>
                  <a:lnTo>
                    <a:pt x="0" y="258"/>
                  </a:lnTo>
                  <a:lnTo>
                    <a:pt x="3" y="251"/>
                  </a:lnTo>
                  <a:lnTo>
                    <a:pt x="9" y="236"/>
                  </a:lnTo>
                  <a:lnTo>
                    <a:pt x="17" y="222"/>
                  </a:lnTo>
                  <a:lnTo>
                    <a:pt x="27" y="205"/>
                  </a:lnTo>
                  <a:lnTo>
                    <a:pt x="38" y="192"/>
                  </a:lnTo>
                  <a:lnTo>
                    <a:pt x="51" y="178"/>
                  </a:lnTo>
                  <a:lnTo>
                    <a:pt x="51" y="203"/>
                  </a:lnTo>
                  <a:lnTo>
                    <a:pt x="38" y="215"/>
                  </a:lnTo>
                  <a:lnTo>
                    <a:pt x="27" y="228"/>
                  </a:lnTo>
                  <a:lnTo>
                    <a:pt x="23" y="235"/>
                  </a:lnTo>
                  <a:lnTo>
                    <a:pt x="21" y="242"/>
                  </a:lnTo>
                  <a:lnTo>
                    <a:pt x="18" y="249"/>
                  </a:lnTo>
                  <a:lnTo>
                    <a:pt x="18" y="255"/>
                  </a:lnTo>
                  <a:lnTo>
                    <a:pt x="18" y="261"/>
                  </a:lnTo>
                  <a:lnTo>
                    <a:pt x="21" y="266"/>
                  </a:lnTo>
                  <a:lnTo>
                    <a:pt x="23" y="270"/>
                  </a:lnTo>
                  <a:lnTo>
                    <a:pt x="27" y="273"/>
                  </a:lnTo>
                  <a:lnTo>
                    <a:pt x="38" y="278"/>
                  </a:lnTo>
                  <a:lnTo>
                    <a:pt x="51" y="282"/>
                  </a:lnTo>
                  <a:lnTo>
                    <a:pt x="51" y="303"/>
                  </a:lnTo>
                  <a:close/>
                  <a:moveTo>
                    <a:pt x="51" y="211"/>
                  </a:moveTo>
                  <a:lnTo>
                    <a:pt x="51" y="211"/>
                  </a:lnTo>
                  <a:lnTo>
                    <a:pt x="44" y="222"/>
                  </a:lnTo>
                  <a:lnTo>
                    <a:pt x="38" y="232"/>
                  </a:lnTo>
                  <a:lnTo>
                    <a:pt x="34" y="243"/>
                  </a:lnTo>
                  <a:lnTo>
                    <a:pt x="33" y="253"/>
                  </a:lnTo>
                  <a:lnTo>
                    <a:pt x="36" y="259"/>
                  </a:lnTo>
                  <a:lnTo>
                    <a:pt x="38" y="265"/>
                  </a:lnTo>
                  <a:lnTo>
                    <a:pt x="44" y="270"/>
                  </a:lnTo>
                  <a:lnTo>
                    <a:pt x="51" y="274"/>
                  </a:lnTo>
                  <a:lnTo>
                    <a:pt x="51" y="211"/>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91438" tIns="45719" rIns="91438" bIns="45719"/>
            <a:lstStyle/>
            <a:p>
              <a:endParaRPr lang="en-US"/>
            </a:p>
          </p:txBody>
        </p:sp>
        <p:grpSp>
          <p:nvGrpSpPr>
            <p:cNvPr id="122" name="组合 201">
              <a:extLst>
                <a:ext uri="{FF2B5EF4-FFF2-40B4-BE49-F238E27FC236}">
                  <a16:creationId xmlns:a16="http://schemas.microsoft.com/office/drawing/2014/main" id="{193F4360-AAB9-4449-BF41-A238A3F2A6E6}"/>
                </a:ext>
              </a:extLst>
            </p:cNvPr>
            <p:cNvGrpSpPr/>
            <p:nvPr/>
          </p:nvGrpSpPr>
          <p:grpSpPr>
            <a:xfrm>
              <a:off x="1155000" y="1815843"/>
              <a:ext cx="601584" cy="601802"/>
              <a:chOff x="2111376" y="1712913"/>
              <a:chExt cx="601663" cy="601663"/>
            </a:xfrm>
            <a:solidFill>
              <a:schemeClr val="accent5"/>
            </a:solidFill>
          </p:grpSpPr>
          <p:sp>
            <p:nvSpPr>
              <p:cNvPr id="123" name="Freeform 121">
                <a:extLst>
                  <a:ext uri="{FF2B5EF4-FFF2-40B4-BE49-F238E27FC236}">
                    <a16:creationId xmlns:a16="http://schemas.microsoft.com/office/drawing/2014/main" id="{9D39427F-0067-4C75-9196-D9ED5C396886}"/>
                  </a:ext>
                </a:extLst>
              </p:cNvPr>
              <p:cNvSpPr>
                <a:spLocks noEditPoints="1"/>
              </p:cNvSpPr>
              <p:nvPr/>
            </p:nvSpPr>
            <p:spPr bwMode="auto">
              <a:xfrm>
                <a:off x="2300288" y="1712913"/>
                <a:ext cx="223838" cy="601663"/>
              </a:xfrm>
              <a:custGeom>
                <a:avLst/>
                <a:gdLst>
                  <a:gd name="T0" fmla="*/ 71 w 141"/>
                  <a:gd name="T1" fmla="*/ 0 h 379"/>
                  <a:gd name="T2" fmla="*/ 84 w 141"/>
                  <a:gd name="T3" fmla="*/ 4 h 379"/>
                  <a:gd name="T4" fmla="*/ 98 w 141"/>
                  <a:gd name="T5" fmla="*/ 15 h 379"/>
                  <a:gd name="T6" fmla="*/ 110 w 141"/>
                  <a:gd name="T7" fmla="*/ 33 h 379"/>
                  <a:gd name="T8" fmla="*/ 119 w 141"/>
                  <a:gd name="T9" fmla="*/ 56 h 379"/>
                  <a:gd name="T10" fmla="*/ 136 w 141"/>
                  <a:gd name="T11" fmla="*/ 117 h 379"/>
                  <a:gd name="T12" fmla="*/ 141 w 141"/>
                  <a:gd name="T13" fmla="*/ 190 h 379"/>
                  <a:gd name="T14" fmla="*/ 140 w 141"/>
                  <a:gd name="T15" fmla="*/ 228 h 379"/>
                  <a:gd name="T16" fmla="*/ 129 w 141"/>
                  <a:gd name="T17" fmla="*/ 295 h 379"/>
                  <a:gd name="T18" fmla="*/ 115 w 141"/>
                  <a:gd name="T19" fmla="*/ 336 h 379"/>
                  <a:gd name="T20" fmla="*/ 105 w 141"/>
                  <a:gd name="T21" fmla="*/ 356 h 379"/>
                  <a:gd name="T22" fmla="*/ 91 w 141"/>
                  <a:gd name="T23" fmla="*/ 371 h 379"/>
                  <a:gd name="T24" fmla="*/ 77 w 141"/>
                  <a:gd name="T25" fmla="*/ 378 h 379"/>
                  <a:gd name="T26" fmla="*/ 71 w 141"/>
                  <a:gd name="T27" fmla="*/ 379 h 379"/>
                  <a:gd name="T28" fmla="*/ 71 w 141"/>
                  <a:gd name="T29" fmla="*/ 348 h 379"/>
                  <a:gd name="T30" fmla="*/ 71 w 141"/>
                  <a:gd name="T31" fmla="*/ 348 h 379"/>
                  <a:gd name="T32" fmla="*/ 83 w 141"/>
                  <a:gd name="T33" fmla="*/ 346 h 379"/>
                  <a:gd name="T34" fmla="*/ 94 w 141"/>
                  <a:gd name="T35" fmla="*/ 336 h 379"/>
                  <a:gd name="T36" fmla="*/ 103 w 141"/>
                  <a:gd name="T37" fmla="*/ 321 h 379"/>
                  <a:gd name="T38" fmla="*/ 119 w 141"/>
                  <a:gd name="T39" fmla="*/ 279 h 379"/>
                  <a:gd name="T40" fmla="*/ 128 w 141"/>
                  <a:gd name="T41" fmla="*/ 222 h 379"/>
                  <a:gd name="T42" fmla="*/ 129 w 141"/>
                  <a:gd name="T43" fmla="*/ 190 h 379"/>
                  <a:gd name="T44" fmla="*/ 125 w 141"/>
                  <a:gd name="T45" fmla="*/ 128 h 379"/>
                  <a:gd name="T46" fmla="*/ 113 w 141"/>
                  <a:gd name="T47" fmla="*/ 77 h 379"/>
                  <a:gd name="T48" fmla="*/ 99 w 141"/>
                  <a:gd name="T49" fmla="*/ 50 h 379"/>
                  <a:gd name="T50" fmla="*/ 88 w 141"/>
                  <a:gd name="T51" fmla="*/ 38 h 379"/>
                  <a:gd name="T52" fmla="*/ 76 w 141"/>
                  <a:gd name="T53" fmla="*/ 31 h 379"/>
                  <a:gd name="T54" fmla="*/ 71 w 141"/>
                  <a:gd name="T55" fmla="*/ 31 h 379"/>
                  <a:gd name="T56" fmla="*/ 71 w 141"/>
                  <a:gd name="T57" fmla="*/ 0 h 379"/>
                  <a:gd name="T58" fmla="*/ 71 w 141"/>
                  <a:gd name="T59" fmla="*/ 379 h 379"/>
                  <a:gd name="T60" fmla="*/ 57 w 141"/>
                  <a:gd name="T61" fmla="*/ 375 h 379"/>
                  <a:gd name="T62" fmla="*/ 44 w 141"/>
                  <a:gd name="T63" fmla="*/ 365 h 379"/>
                  <a:gd name="T64" fmla="*/ 31 w 141"/>
                  <a:gd name="T65" fmla="*/ 347 h 379"/>
                  <a:gd name="T66" fmla="*/ 22 w 141"/>
                  <a:gd name="T67" fmla="*/ 324 h 379"/>
                  <a:gd name="T68" fmla="*/ 7 w 141"/>
                  <a:gd name="T69" fmla="*/ 264 h 379"/>
                  <a:gd name="T70" fmla="*/ 0 w 141"/>
                  <a:gd name="T71" fmla="*/ 190 h 379"/>
                  <a:gd name="T72" fmla="*/ 3 w 141"/>
                  <a:gd name="T73" fmla="*/ 152 h 379"/>
                  <a:gd name="T74" fmla="*/ 12 w 141"/>
                  <a:gd name="T75" fmla="*/ 84 h 379"/>
                  <a:gd name="T76" fmla="*/ 26 w 141"/>
                  <a:gd name="T77" fmla="*/ 44 h 379"/>
                  <a:gd name="T78" fmla="*/ 37 w 141"/>
                  <a:gd name="T79" fmla="*/ 23 h 379"/>
                  <a:gd name="T80" fmla="*/ 50 w 141"/>
                  <a:gd name="T81" fmla="*/ 8 h 379"/>
                  <a:gd name="T82" fmla="*/ 64 w 141"/>
                  <a:gd name="T83" fmla="*/ 2 h 379"/>
                  <a:gd name="T84" fmla="*/ 71 w 141"/>
                  <a:gd name="T85" fmla="*/ 31 h 379"/>
                  <a:gd name="T86" fmla="*/ 65 w 141"/>
                  <a:gd name="T87" fmla="*/ 31 h 379"/>
                  <a:gd name="T88" fmla="*/ 53 w 141"/>
                  <a:gd name="T89" fmla="*/ 38 h 379"/>
                  <a:gd name="T90" fmla="*/ 42 w 141"/>
                  <a:gd name="T91" fmla="*/ 50 h 379"/>
                  <a:gd name="T92" fmla="*/ 29 w 141"/>
                  <a:gd name="T93" fmla="*/ 77 h 379"/>
                  <a:gd name="T94" fmla="*/ 17 w 141"/>
                  <a:gd name="T95" fmla="*/ 128 h 379"/>
                  <a:gd name="T96" fmla="*/ 12 w 141"/>
                  <a:gd name="T97" fmla="*/ 190 h 379"/>
                  <a:gd name="T98" fmla="*/ 14 w 141"/>
                  <a:gd name="T99" fmla="*/ 222 h 379"/>
                  <a:gd name="T100" fmla="*/ 22 w 141"/>
                  <a:gd name="T101" fmla="*/ 279 h 379"/>
                  <a:gd name="T102" fmla="*/ 38 w 141"/>
                  <a:gd name="T103" fmla="*/ 321 h 379"/>
                  <a:gd name="T104" fmla="*/ 48 w 141"/>
                  <a:gd name="T105" fmla="*/ 336 h 379"/>
                  <a:gd name="T106" fmla="*/ 59 w 141"/>
                  <a:gd name="T107" fmla="*/ 346 h 379"/>
                  <a:gd name="T108" fmla="*/ 71 w 141"/>
                  <a:gd name="T109" fmla="*/ 348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41" h="379">
                    <a:moveTo>
                      <a:pt x="71" y="0"/>
                    </a:moveTo>
                    <a:lnTo>
                      <a:pt x="71" y="0"/>
                    </a:lnTo>
                    <a:lnTo>
                      <a:pt x="77" y="2"/>
                    </a:lnTo>
                    <a:lnTo>
                      <a:pt x="84" y="4"/>
                    </a:lnTo>
                    <a:lnTo>
                      <a:pt x="91" y="8"/>
                    </a:lnTo>
                    <a:lnTo>
                      <a:pt x="98" y="15"/>
                    </a:lnTo>
                    <a:lnTo>
                      <a:pt x="105" y="23"/>
                    </a:lnTo>
                    <a:lnTo>
                      <a:pt x="110" y="33"/>
                    </a:lnTo>
                    <a:lnTo>
                      <a:pt x="115" y="44"/>
                    </a:lnTo>
                    <a:lnTo>
                      <a:pt x="119" y="56"/>
                    </a:lnTo>
                    <a:lnTo>
                      <a:pt x="129" y="84"/>
                    </a:lnTo>
                    <a:lnTo>
                      <a:pt x="136" y="117"/>
                    </a:lnTo>
                    <a:lnTo>
                      <a:pt x="140" y="152"/>
                    </a:lnTo>
                    <a:lnTo>
                      <a:pt x="141" y="190"/>
                    </a:lnTo>
                    <a:lnTo>
                      <a:pt x="141" y="190"/>
                    </a:lnTo>
                    <a:lnTo>
                      <a:pt x="140" y="228"/>
                    </a:lnTo>
                    <a:lnTo>
                      <a:pt x="136" y="264"/>
                    </a:lnTo>
                    <a:lnTo>
                      <a:pt x="129" y="295"/>
                    </a:lnTo>
                    <a:lnTo>
                      <a:pt x="119" y="324"/>
                    </a:lnTo>
                    <a:lnTo>
                      <a:pt x="115" y="336"/>
                    </a:lnTo>
                    <a:lnTo>
                      <a:pt x="110" y="347"/>
                    </a:lnTo>
                    <a:lnTo>
                      <a:pt x="105" y="356"/>
                    </a:lnTo>
                    <a:lnTo>
                      <a:pt x="98" y="365"/>
                    </a:lnTo>
                    <a:lnTo>
                      <a:pt x="91" y="371"/>
                    </a:lnTo>
                    <a:lnTo>
                      <a:pt x="84" y="375"/>
                    </a:lnTo>
                    <a:lnTo>
                      <a:pt x="77" y="378"/>
                    </a:lnTo>
                    <a:lnTo>
                      <a:pt x="71" y="379"/>
                    </a:lnTo>
                    <a:lnTo>
                      <a:pt x="71" y="379"/>
                    </a:lnTo>
                    <a:lnTo>
                      <a:pt x="71" y="348"/>
                    </a:lnTo>
                    <a:lnTo>
                      <a:pt x="71" y="348"/>
                    </a:lnTo>
                    <a:lnTo>
                      <a:pt x="71" y="348"/>
                    </a:lnTo>
                    <a:lnTo>
                      <a:pt x="71" y="348"/>
                    </a:lnTo>
                    <a:lnTo>
                      <a:pt x="76" y="348"/>
                    </a:lnTo>
                    <a:lnTo>
                      <a:pt x="83" y="346"/>
                    </a:lnTo>
                    <a:lnTo>
                      <a:pt x="88" y="342"/>
                    </a:lnTo>
                    <a:lnTo>
                      <a:pt x="94" y="336"/>
                    </a:lnTo>
                    <a:lnTo>
                      <a:pt x="99" y="329"/>
                    </a:lnTo>
                    <a:lnTo>
                      <a:pt x="103" y="321"/>
                    </a:lnTo>
                    <a:lnTo>
                      <a:pt x="113" y="302"/>
                    </a:lnTo>
                    <a:lnTo>
                      <a:pt x="119" y="279"/>
                    </a:lnTo>
                    <a:lnTo>
                      <a:pt x="125" y="252"/>
                    </a:lnTo>
                    <a:lnTo>
                      <a:pt x="128" y="222"/>
                    </a:lnTo>
                    <a:lnTo>
                      <a:pt x="129" y="190"/>
                    </a:lnTo>
                    <a:lnTo>
                      <a:pt x="129" y="190"/>
                    </a:lnTo>
                    <a:lnTo>
                      <a:pt x="128" y="157"/>
                    </a:lnTo>
                    <a:lnTo>
                      <a:pt x="125" y="128"/>
                    </a:lnTo>
                    <a:lnTo>
                      <a:pt x="119" y="102"/>
                    </a:lnTo>
                    <a:lnTo>
                      <a:pt x="113" y="77"/>
                    </a:lnTo>
                    <a:lnTo>
                      <a:pt x="103" y="59"/>
                    </a:lnTo>
                    <a:lnTo>
                      <a:pt x="99" y="50"/>
                    </a:lnTo>
                    <a:lnTo>
                      <a:pt x="94" y="44"/>
                    </a:lnTo>
                    <a:lnTo>
                      <a:pt x="88" y="38"/>
                    </a:lnTo>
                    <a:lnTo>
                      <a:pt x="83" y="34"/>
                    </a:lnTo>
                    <a:lnTo>
                      <a:pt x="76" y="31"/>
                    </a:lnTo>
                    <a:lnTo>
                      <a:pt x="71" y="31"/>
                    </a:lnTo>
                    <a:lnTo>
                      <a:pt x="71" y="31"/>
                    </a:lnTo>
                    <a:lnTo>
                      <a:pt x="71" y="0"/>
                    </a:lnTo>
                    <a:lnTo>
                      <a:pt x="71" y="0"/>
                    </a:lnTo>
                    <a:close/>
                    <a:moveTo>
                      <a:pt x="71" y="379"/>
                    </a:moveTo>
                    <a:lnTo>
                      <a:pt x="71" y="379"/>
                    </a:lnTo>
                    <a:lnTo>
                      <a:pt x="64" y="378"/>
                    </a:lnTo>
                    <a:lnTo>
                      <a:pt x="57" y="375"/>
                    </a:lnTo>
                    <a:lnTo>
                      <a:pt x="50" y="371"/>
                    </a:lnTo>
                    <a:lnTo>
                      <a:pt x="44" y="365"/>
                    </a:lnTo>
                    <a:lnTo>
                      <a:pt x="37" y="356"/>
                    </a:lnTo>
                    <a:lnTo>
                      <a:pt x="31" y="347"/>
                    </a:lnTo>
                    <a:lnTo>
                      <a:pt x="26" y="336"/>
                    </a:lnTo>
                    <a:lnTo>
                      <a:pt x="22" y="324"/>
                    </a:lnTo>
                    <a:lnTo>
                      <a:pt x="12" y="295"/>
                    </a:lnTo>
                    <a:lnTo>
                      <a:pt x="7" y="264"/>
                    </a:lnTo>
                    <a:lnTo>
                      <a:pt x="3" y="228"/>
                    </a:lnTo>
                    <a:lnTo>
                      <a:pt x="0" y="190"/>
                    </a:lnTo>
                    <a:lnTo>
                      <a:pt x="0" y="190"/>
                    </a:lnTo>
                    <a:lnTo>
                      <a:pt x="3" y="152"/>
                    </a:lnTo>
                    <a:lnTo>
                      <a:pt x="7" y="117"/>
                    </a:lnTo>
                    <a:lnTo>
                      <a:pt x="12" y="84"/>
                    </a:lnTo>
                    <a:lnTo>
                      <a:pt x="22" y="56"/>
                    </a:lnTo>
                    <a:lnTo>
                      <a:pt x="26" y="44"/>
                    </a:lnTo>
                    <a:lnTo>
                      <a:pt x="31" y="33"/>
                    </a:lnTo>
                    <a:lnTo>
                      <a:pt x="37" y="23"/>
                    </a:lnTo>
                    <a:lnTo>
                      <a:pt x="44" y="15"/>
                    </a:lnTo>
                    <a:lnTo>
                      <a:pt x="50" y="8"/>
                    </a:lnTo>
                    <a:lnTo>
                      <a:pt x="57" y="4"/>
                    </a:lnTo>
                    <a:lnTo>
                      <a:pt x="64" y="2"/>
                    </a:lnTo>
                    <a:lnTo>
                      <a:pt x="71" y="0"/>
                    </a:lnTo>
                    <a:lnTo>
                      <a:pt x="71" y="31"/>
                    </a:lnTo>
                    <a:lnTo>
                      <a:pt x="71" y="31"/>
                    </a:lnTo>
                    <a:lnTo>
                      <a:pt x="65" y="31"/>
                    </a:lnTo>
                    <a:lnTo>
                      <a:pt x="59" y="34"/>
                    </a:lnTo>
                    <a:lnTo>
                      <a:pt x="53" y="38"/>
                    </a:lnTo>
                    <a:lnTo>
                      <a:pt x="48" y="44"/>
                    </a:lnTo>
                    <a:lnTo>
                      <a:pt x="42" y="50"/>
                    </a:lnTo>
                    <a:lnTo>
                      <a:pt x="38" y="59"/>
                    </a:lnTo>
                    <a:lnTo>
                      <a:pt x="29" y="77"/>
                    </a:lnTo>
                    <a:lnTo>
                      <a:pt x="22" y="102"/>
                    </a:lnTo>
                    <a:lnTo>
                      <a:pt x="17" y="128"/>
                    </a:lnTo>
                    <a:lnTo>
                      <a:pt x="14" y="157"/>
                    </a:lnTo>
                    <a:lnTo>
                      <a:pt x="12" y="190"/>
                    </a:lnTo>
                    <a:lnTo>
                      <a:pt x="12" y="190"/>
                    </a:lnTo>
                    <a:lnTo>
                      <a:pt x="14" y="222"/>
                    </a:lnTo>
                    <a:lnTo>
                      <a:pt x="17" y="252"/>
                    </a:lnTo>
                    <a:lnTo>
                      <a:pt x="22" y="279"/>
                    </a:lnTo>
                    <a:lnTo>
                      <a:pt x="29" y="302"/>
                    </a:lnTo>
                    <a:lnTo>
                      <a:pt x="38" y="321"/>
                    </a:lnTo>
                    <a:lnTo>
                      <a:pt x="42" y="329"/>
                    </a:lnTo>
                    <a:lnTo>
                      <a:pt x="48" y="336"/>
                    </a:lnTo>
                    <a:lnTo>
                      <a:pt x="53" y="342"/>
                    </a:lnTo>
                    <a:lnTo>
                      <a:pt x="59" y="346"/>
                    </a:lnTo>
                    <a:lnTo>
                      <a:pt x="65" y="348"/>
                    </a:lnTo>
                    <a:lnTo>
                      <a:pt x="71" y="348"/>
                    </a:lnTo>
                    <a:lnTo>
                      <a:pt x="71" y="37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24" name="Freeform 122">
                <a:extLst>
                  <a:ext uri="{FF2B5EF4-FFF2-40B4-BE49-F238E27FC236}">
                    <a16:creationId xmlns:a16="http://schemas.microsoft.com/office/drawing/2014/main" id="{B1D40E63-D07B-4B62-9731-1BDD2CFEB111}"/>
                  </a:ext>
                </a:extLst>
              </p:cNvPr>
              <p:cNvSpPr>
                <a:spLocks noEditPoints="1"/>
              </p:cNvSpPr>
              <p:nvPr/>
            </p:nvSpPr>
            <p:spPr bwMode="auto">
              <a:xfrm>
                <a:off x="2111376" y="1905000"/>
                <a:ext cx="601663" cy="220663"/>
              </a:xfrm>
              <a:custGeom>
                <a:avLst/>
                <a:gdLst>
                  <a:gd name="T0" fmla="*/ 190 w 379"/>
                  <a:gd name="T1" fmla="*/ 0 h 139"/>
                  <a:gd name="T2" fmla="*/ 228 w 379"/>
                  <a:gd name="T3" fmla="*/ 1 h 139"/>
                  <a:gd name="T4" fmla="*/ 295 w 379"/>
                  <a:gd name="T5" fmla="*/ 11 h 139"/>
                  <a:gd name="T6" fmla="*/ 336 w 379"/>
                  <a:gd name="T7" fmla="*/ 24 h 139"/>
                  <a:gd name="T8" fmla="*/ 356 w 379"/>
                  <a:gd name="T9" fmla="*/ 35 h 139"/>
                  <a:gd name="T10" fmla="*/ 371 w 379"/>
                  <a:gd name="T11" fmla="*/ 49 h 139"/>
                  <a:gd name="T12" fmla="*/ 378 w 379"/>
                  <a:gd name="T13" fmla="*/ 62 h 139"/>
                  <a:gd name="T14" fmla="*/ 379 w 379"/>
                  <a:gd name="T15" fmla="*/ 69 h 139"/>
                  <a:gd name="T16" fmla="*/ 375 w 379"/>
                  <a:gd name="T17" fmla="*/ 82 h 139"/>
                  <a:gd name="T18" fmla="*/ 364 w 379"/>
                  <a:gd name="T19" fmla="*/ 96 h 139"/>
                  <a:gd name="T20" fmla="*/ 347 w 379"/>
                  <a:gd name="T21" fmla="*/ 108 h 139"/>
                  <a:gd name="T22" fmla="*/ 324 w 379"/>
                  <a:gd name="T23" fmla="*/ 119 h 139"/>
                  <a:gd name="T24" fmla="*/ 264 w 379"/>
                  <a:gd name="T25" fmla="*/ 134 h 139"/>
                  <a:gd name="T26" fmla="*/ 190 w 379"/>
                  <a:gd name="T27" fmla="*/ 139 h 139"/>
                  <a:gd name="T28" fmla="*/ 190 w 379"/>
                  <a:gd name="T29" fmla="*/ 127 h 139"/>
                  <a:gd name="T30" fmla="*/ 190 w 379"/>
                  <a:gd name="T31" fmla="*/ 127 h 139"/>
                  <a:gd name="T32" fmla="*/ 252 w 379"/>
                  <a:gd name="T33" fmla="*/ 123 h 139"/>
                  <a:gd name="T34" fmla="*/ 302 w 379"/>
                  <a:gd name="T35" fmla="*/ 111 h 139"/>
                  <a:gd name="T36" fmla="*/ 329 w 379"/>
                  <a:gd name="T37" fmla="*/ 97 h 139"/>
                  <a:gd name="T38" fmla="*/ 341 w 379"/>
                  <a:gd name="T39" fmla="*/ 86 h 139"/>
                  <a:gd name="T40" fmla="*/ 348 w 379"/>
                  <a:gd name="T41" fmla="*/ 74 h 139"/>
                  <a:gd name="T42" fmla="*/ 348 w 379"/>
                  <a:gd name="T43" fmla="*/ 69 h 139"/>
                  <a:gd name="T44" fmla="*/ 348 w 379"/>
                  <a:gd name="T45" fmla="*/ 63 h 139"/>
                  <a:gd name="T46" fmla="*/ 341 w 379"/>
                  <a:gd name="T47" fmla="*/ 51 h 139"/>
                  <a:gd name="T48" fmla="*/ 329 w 379"/>
                  <a:gd name="T49" fmla="*/ 40 h 139"/>
                  <a:gd name="T50" fmla="*/ 302 w 379"/>
                  <a:gd name="T51" fmla="*/ 28 h 139"/>
                  <a:gd name="T52" fmla="*/ 252 w 379"/>
                  <a:gd name="T53" fmla="*/ 15 h 139"/>
                  <a:gd name="T54" fmla="*/ 190 w 379"/>
                  <a:gd name="T55" fmla="*/ 11 h 139"/>
                  <a:gd name="T56" fmla="*/ 190 w 379"/>
                  <a:gd name="T57" fmla="*/ 0 h 139"/>
                  <a:gd name="T58" fmla="*/ 0 w 379"/>
                  <a:gd name="T59" fmla="*/ 69 h 139"/>
                  <a:gd name="T60" fmla="*/ 4 w 379"/>
                  <a:gd name="T61" fmla="*/ 55 h 139"/>
                  <a:gd name="T62" fmla="*/ 15 w 379"/>
                  <a:gd name="T63" fmla="*/ 42 h 139"/>
                  <a:gd name="T64" fmla="*/ 33 w 379"/>
                  <a:gd name="T65" fmla="*/ 30 h 139"/>
                  <a:gd name="T66" fmla="*/ 56 w 379"/>
                  <a:gd name="T67" fmla="*/ 20 h 139"/>
                  <a:gd name="T68" fmla="*/ 117 w 379"/>
                  <a:gd name="T69" fmla="*/ 5 h 139"/>
                  <a:gd name="T70" fmla="*/ 190 w 379"/>
                  <a:gd name="T71" fmla="*/ 0 h 139"/>
                  <a:gd name="T72" fmla="*/ 190 w 379"/>
                  <a:gd name="T73" fmla="*/ 11 h 139"/>
                  <a:gd name="T74" fmla="*/ 127 w 379"/>
                  <a:gd name="T75" fmla="*/ 15 h 139"/>
                  <a:gd name="T76" fmla="*/ 77 w 379"/>
                  <a:gd name="T77" fmla="*/ 28 h 139"/>
                  <a:gd name="T78" fmla="*/ 50 w 379"/>
                  <a:gd name="T79" fmla="*/ 40 h 139"/>
                  <a:gd name="T80" fmla="*/ 38 w 379"/>
                  <a:gd name="T81" fmla="*/ 51 h 139"/>
                  <a:gd name="T82" fmla="*/ 31 w 379"/>
                  <a:gd name="T83" fmla="*/ 63 h 139"/>
                  <a:gd name="T84" fmla="*/ 31 w 379"/>
                  <a:gd name="T85" fmla="*/ 69 h 139"/>
                  <a:gd name="T86" fmla="*/ 34 w 379"/>
                  <a:gd name="T87" fmla="*/ 81 h 139"/>
                  <a:gd name="T88" fmla="*/ 43 w 379"/>
                  <a:gd name="T89" fmla="*/ 92 h 139"/>
                  <a:gd name="T90" fmla="*/ 58 w 379"/>
                  <a:gd name="T91" fmla="*/ 101 h 139"/>
                  <a:gd name="T92" fmla="*/ 102 w 379"/>
                  <a:gd name="T93" fmla="*/ 118 h 139"/>
                  <a:gd name="T94" fmla="*/ 157 w 379"/>
                  <a:gd name="T95" fmla="*/ 126 h 139"/>
                  <a:gd name="T96" fmla="*/ 190 w 379"/>
                  <a:gd name="T97" fmla="*/ 139 h 139"/>
                  <a:gd name="T98" fmla="*/ 152 w 379"/>
                  <a:gd name="T99" fmla="*/ 138 h 139"/>
                  <a:gd name="T100" fmla="*/ 84 w 379"/>
                  <a:gd name="T101" fmla="*/ 127 h 139"/>
                  <a:gd name="T102" fmla="*/ 43 w 379"/>
                  <a:gd name="T103" fmla="*/ 114 h 139"/>
                  <a:gd name="T104" fmla="*/ 23 w 379"/>
                  <a:gd name="T105" fmla="*/ 103 h 139"/>
                  <a:gd name="T106" fmla="*/ 8 w 379"/>
                  <a:gd name="T107" fmla="*/ 89 h 139"/>
                  <a:gd name="T108" fmla="*/ 1 w 379"/>
                  <a:gd name="T109" fmla="*/ 76 h 139"/>
                  <a:gd name="T110" fmla="*/ 0 w 379"/>
                  <a:gd name="T111" fmla="*/ 69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79" h="139">
                    <a:moveTo>
                      <a:pt x="190" y="0"/>
                    </a:moveTo>
                    <a:lnTo>
                      <a:pt x="190" y="0"/>
                    </a:lnTo>
                    <a:lnTo>
                      <a:pt x="190" y="0"/>
                    </a:lnTo>
                    <a:lnTo>
                      <a:pt x="228" y="1"/>
                    </a:lnTo>
                    <a:lnTo>
                      <a:pt x="264" y="5"/>
                    </a:lnTo>
                    <a:lnTo>
                      <a:pt x="295" y="11"/>
                    </a:lnTo>
                    <a:lnTo>
                      <a:pt x="324" y="20"/>
                    </a:lnTo>
                    <a:lnTo>
                      <a:pt x="336" y="24"/>
                    </a:lnTo>
                    <a:lnTo>
                      <a:pt x="347" y="30"/>
                    </a:lnTo>
                    <a:lnTo>
                      <a:pt x="356" y="35"/>
                    </a:lnTo>
                    <a:lnTo>
                      <a:pt x="364" y="42"/>
                    </a:lnTo>
                    <a:lnTo>
                      <a:pt x="371" y="49"/>
                    </a:lnTo>
                    <a:lnTo>
                      <a:pt x="375" y="55"/>
                    </a:lnTo>
                    <a:lnTo>
                      <a:pt x="378" y="62"/>
                    </a:lnTo>
                    <a:lnTo>
                      <a:pt x="379" y="69"/>
                    </a:lnTo>
                    <a:lnTo>
                      <a:pt x="379" y="69"/>
                    </a:lnTo>
                    <a:lnTo>
                      <a:pt x="378" y="76"/>
                    </a:lnTo>
                    <a:lnTo>
                      <a:pt x="375" y="82"/>
                    </a:lnTo>
                    <a:lnTo>
                      <a:pt x="371" y="89"/>
                    </a:lnTo>
                    <a:lnTo>
                      <a:pt x="364" y="96"/>
                    </a:lnTo>
                    <a:lnTo>
                      <a:pt x="356" y="103"/>
                    </a:lnTo>
                    <a:lnTo>
                      <a:pt x="347" y="108"/>
                    </a:lnTo>
                    <a:lnTo>
                      <a:pt x="336" y="114"/>
                    </a:lnTo>
                    <a:lnTo>
                      <a:pt x="324" y="119"/>
                    </a:lnTo>
                    <a:lnTo>
                      <a:pt x="295" y="127"/>
                    </a:lnTo>
                    <a:lnTo>
                      <a:pt x="264" y="134"/>
                    </a:lnTo>
                    <a:lnTo>
                      <a:pt x="228" y="138"/>
                    </a:lnTo>
                    <a:lnTo>
                      <a:pt x="190" y="139"/>
                    </a:lnTo>
                    <a:lnTo>
                      <a:pt x="190" y="139"/>
                    </a:lnTo>
                    <a:lnTo>
                      <a:pt x="190" y="127"/>
                    </a:lnTo>
                    <a:lnTo>
                      <a:pt x="190" y="127"/>
                    </a:lnTo>
                    <a:lnTo>
                      <a:pt x="190" y="127"/>
                    </a:lnTo>
                    <a:lnTo>
                      <a:pt x="222" y="126"/>
                    </a:lnTo>
                    <a:lnTo>
                      <a:pt x="252" y="123"/>
                    </a:lnTo>
                    <a:lnTo>
                      <a:pt x="279" y="118"/>
                    </a:lnTo>
                    <a:lnTo>
                      <a:pt x="302" y="111"/>
                    </a:lnTo>
                    <a:lnTo>
                      <a:pt x="321" y="101"/>
                    </a:lnTo>
                    <a:lnTo>
                      <a:pt x="329" y="97"/>
                    </a:lnTo>
                    <a:lnTo>
                      <a:pt x="336" y="92"/>
                    </a:lnTo>
                    <a:lnTo>
                      <a:pt x="341" y="86"/>
                    </a:lnTo>
                    <a:lnTo>
                      <a:pt x="345" y="81"/>
                    </a:lnTo>
                    <a:lnTo>
                      <a:pt x="348" y="74"/>
                    </a:lnTo>
                    <a:lnTo>
                      <a:pt x="348" y="69"/>
                    </a:lnTo>
                    <a:lnTo>
                      <a:pt x="348" y="69"/>
                    </a:lnTo>
                    <a:lnTo>
                      <a:pt x="348" y="69"/>
                    </a:lnTo>
                    <a:lnTo>
                      <a:pt x="348" y="63"/>
                    </a:lnTo>
                    <a:lnTo>
                      <a:pt x="345" y="57"/>
                    </a:lnTo>
                    <a:lnTo>
                      <a:pt x="341" y="51"/>
                    </a:lnTo>
                    <a:lnTo>
                      <a:pt x="336" y="46"/>
                    </a:lnTo>
                    <a:lnTo>
                      <a:pt x="329" y="40"/>
                    </a:lnTo>
                    <a:lnTo>
                      <a:pt x="321" y="36"/>
                    </a:lnTo>
                    <a:lnTo>
                      <a:pt x="302" y="28"/>
                    </a:lnTo>
                    <a:lnTo>
                      <a:pt x="279" y="20"/>
                    </a:lnTo>
                    <a:lnTo>
                      <a:pt x="252" y="15"/>
                    </a:lnTo>
                    <a:lnTo>
                      <a:pt x="222" y="12"/>
                    </a:lnTo>
                    <a:lnTo>
                      <a:pt x="190" y="11"/>
                    </a:lnTo>
                    <a:lnTo>
                      <a:pt x="190" y="11"/>
                    </a:lnTo>
                    <a:lnTo>
                      <a:pt x="190" y="0"/>
                    </a:lnTo>
                    <a:close/>
                    <a:moveTo>
                      <a:pt x="0" y="69"/>
                    </a:moveTo>
                    <a:lnTo>
                      <a:pt x="0" y="69"/>
                    </a:lnTo>
                    <a:lnTo>
                      <a:pt x="1" y="62"/>
                    </a:lnTo>
                    <a:lnTo>
                      <a:pt x="4" y="55"/>
                    </a:lnTo>
                    <a:lnTo>
                      <a:pt x="8" y="49"/>
                    </a:lnTo>
                    <a:lnTo>
                      <a:pt x="15" y="42"/>
                    </a:lnTo>
                    <a:lnTo>
                      <a:pt x="23" y="36"/>
                    </a:lnTo>
                    <a:lnTo>
                      <a:pt x="33" y="30"/>
                    </a:lnTo>
                    <a:lnTo>
                      <a:pt x="43" y="24"/>
                    </a:lnTo>
                    <a:lnTo>
                      <a:pt x="56" y="20"/>
                    </a:lnTo>
                    <a:lnTo>
                      <a:pt x="84" y="11"/>
                    </a:lnTo>
                    <a:lnTo>
                      <a:pt x="117" y="5"/>
                    </a:lnTo>
                    <a:lnTo>
                      <a:pt x="152" y="1"/>
                    </a:lnTo>
                    <a:lnTo>
                      <a:pt x="190" y="0"/>
                    </a:lnTo>
                    <a:lnTo>
                      <a:pt x="190" y="11"/>
                    </a:lnTo>
                    <a:lnTo>
                      <a:pt x="190" y="11"/>
                    </a:lnTo>
                    <a:lnTo>
                      <a:pt x="157" y="12"/>
                    </a:lnTo>
                    <a:lnTo>
                      <a:pt x="127" y="15"/>
                    </a:lnTo>
                    <a:lnTo>
                      <a:pt x="102" y="20"/>
                    </a:lnTo>
                    <a:lnTo>
                      <a:pt x="77" y="28"/>
                    </a:lnTo>
                    <a:lnTo>
                      <a:pt x="58" y="36"/>
                    </a:lnTo>
                    <a:lnTo>
                      <a:pt x="50" y="40"/>
                    </a:lnTo>
                    <a:lnTo>
                      <a:pt x="43" y="46"/>
                    </a:lnTo>
                    <a:lnTo>
                      <a:pt x="38" y="51"/>
                    </a:lnTo>
                    <a:lnTo>
                      <a:pt x="34" y="57"/>
                    </a:lnTo>
                    <a:lnTo>
                      <a:pt x="31" y="63"/>
                    </a:lnTo>
                    <a:lnTo>
                      <a:pt x="31" y="69"/>
                    </a:lnTo>
                    <a:lnTo>
                      <a:pt x="31" y="69"/>
                    </a:lnTo>
                    <a:lnTo>
                      <a:pt x="31" y="74"/>
                    </a:lnTo>
                    <a:lnTo>
                      <a:pt x="34" y="81"/>
                    </a:lnTo>
                    <a:lnTo>
                      <a:pt x="38" y="86"/>
                    </a:lnTo>
                    <a:lnTo>
                      <a:pt x="43" y="92"/>
                    </a:lnTo>
                    <a:lnTo>
                      <a:pt x="50" y="97"/>
                    </a:lnTo>
                    <a:lnTo>
                      <a:pt x="58" y="101"/>
                    </a:lnTo>
                    <a:lnTo>
                      <a:pt x="77" y="111"/>
                    </a:lnTo>
                    <a:lnTo>
                      <a:pt x="102" y="118"/>
                    </a:lnTo>
                    <a:lnTo>
                      <a:pt x="127" y="123"/>
                    </a:lnTo>
                    <a:lnTo>
                      <a:pt x="157" y="126"/>
                    </a:lnTo>
                    <a:lnTo>
                      <a:pt x="190" y="127"/>
                    </a:lnTo>
                    <a:lnTo>
                      <a:pt x="190" y="139"/>
                    </a:lnTo>
                    <a:lnTo>
                      <a:pt x="190" y="139"/>
                    </a:lnTo>
                    <a:lnTo>
                      <a:pt x="152" y="138"/>
                    </a:lnTo>
                    <a:lnTo>
                      <a:pt x="117" y="134"/>
                    </a:lnTo>
                    <a:lnTo>
                      <a:pt x="84" y="127"/>
                    </a:lnTo>
                    <a:lnTo>
                      <a:pt x="56" y="119"/>
                    </a:lnTo>
                    <a:lnTo>
                      <a:pt x="43" y="114"/>
                    </a:lnTo>
                    <a:lnTo>
                      <a:pt x="33" y="108"/>
                    </a:lnTo>
                    <a:lnTo>
                      <a:pt x="23" y="103"/>
                    </a:lnTo>
                    <a:lnTo>
                      <a:pt x="15" y="96"/>
                    </a:lnTo>
                    <a:lnTo>
                      <a:pt x="8" y="89"/>
                    </a:lnTo>
                    <a:lnTo>
                      <a:pt x="4" y="82"/>
                    </a:lnTo>
                    <a:lnTo>
                      <a:pt x="1" y="76"/>
                    </a:lnTo>
                    <a:lnTo>
                      <a:pt x="0" y="69"/>
                    </a:lnTo>
                    <a:lnTo>
                      <a:pt x="0" y="6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25" name="Freeform 123">
                <a:extLst>
                  <a:ext uri="{FF2B5EF4-FFF2-40B4-BE49-F238E27FC236}">
                    <a16:creationId xmlns:a16="http://schemas.microsoft.com/office/drawing/2014/main" id="{C538C21F-4619-4E26-90BC-E14F20A850A7}"/>
                  </a:ext>
                </a:extLst>
              </p:cNvPr>
              <p:cNvSpPr>
                <a:spLocks noEditPoints="1"/>
              </p:cNvSpPr>
              <p:nvPr/>
            </p:nvSpPr>
            <p:spPr bwMode="auto">
              <a:xfrm>
                <a:off x="2187576" y="1789113"/>
                <a:ext cx="450850" cy="452438"/>
              </a:xfrm>
              <a:custGeom>
                <a:avLst/>
                <a:gdLst>
                  <a:gd name="T0" fmla="*/ 142 w 284"/>
                  <a:gd name="T1" fmla="*/ 50 h 285"/>
                  <a:gd name="T2" fmla="*/ 190 w 284"/>
                  <a:gd name="T3" fmla="*/ 93 h 285"/>
                  <a:gd name="T4" fmla="*/ 218 w 284"/>
                  <a:gd name="T5" fmla="*/ 120 h 285"/>
                  <a:gd name="T6" fmla="*/ 258 w 284"/>
                  <a:gd name="T7" fmla="*/ 176 h 285"/>
                  <a:gd name="T8" fmla="*/ 277 w 284"/>
                  <a:gd name="T9" fmla="*/ 214 h 285"/>
                  <a:gd name="T10" fmla="*/ 283 w 284"/>
                  <a:gd name="T11" fmla="*/ 237 h 285"/>
                  <a:gd name="T12" fmla="*/ 284 w 284"/>
                  <a:gd name="T13" fmla="*/ 256 h 285"/>
                  <a:gd name="T14" fmla="*/ 280 w 284"/>
                  <a:gd name="T15" fmla="*/ 271 h 285"/>
                  <a:gd name="T16" fmla="*/ 276 w 284"/>
                  <a:gd name="T17" fmla="*/ 276 h 285"/>
                  <a:gd name="T18" fmla="*/ 266 w 284"/>
                  <a:gd name="T19" fmla="*/ 283 h 285"/>
                  <a:gd name="T20" fmla="*/ 254 w 284"/>
                  <a:gd name="T21" fmla="*/ 285 h 285"/>
                  <a:gd name="T22" fmla="*/ 223 w 284"/>
                  <a:gd name="T23" fmla="*/ 280 h 285"/>
                  <a:gd name="T24" fmla="*/ 184 w 284"/>
                  <a:gd name="T25" fmla="*/ 262 h 285"/>
                  <a:gd name="T26" fmla="*/ 142 w 284"/>
                  <a:gd name="T27" fmla="*/ 235 h 285"/>
                  <a:gd name="T28" fmla="*/ 142 w 284"/>
                  <a:gd name="T29" fmla="*/ 219 h 285"/>
                  <a:gd name="T30" fmla="*/ 177 w 284"/>
                  <a:gd name="T31" fmla="*/ 243 h 285"/>
                  <a:gd name="T32" fmla="*/ 209 w 284"/>
                  <a:gd name="T33" fmla="*/ 257 h 285"/>
                  <a:gd name="T34" fmla="*/ 235 w 284"/>
                  <a:gd name="T35" fmla="*/ 261 h 285"/>
                  <a:gd name="T36" fmla="*/ 246 w 284"/>
                  <a:gd name="T37" fmla="*/ 260 h 285"/>
                  <a:gd name="T38" fmla="*/ 254 w 284"/>
                  <a:gd name="T39" fmla="*/ 254 h 285"/>
                  <a:gd name="T40" fmla="*/ 254 w 284"/>
                  <a:gd name="T41" fmla="*/ 254 h 285"/>
                  <a:gd name="T42" fmla="*/ 260 w 284"/>
                  <a:gd name="T43" fmla="*/ 243 h 285"/>
                  <a:gd name="T44" fmla="*/ 261 w 284"/>
                  <a:gd name="T45" fmla="*/ 230 h 285"/>
                  <a:gd name="T46" fmla="*/ 258 w 284"/>
                  <a:gd name="T47" fmla="*/ 212 h 285"/>
                  <a:gd name="T48" fmla="*/ 239 w 284"/>
                  <a:gd name="T49" fmla="*/ 170 h 285"/>
                  <a:gd name="T50" fmla="*/ 205 w 284"/>
                  <a:gd name="T51" fmla="*/ 124 h 285"/>
                  <a:gd name="T52" fmla="*/ 184 w 284"/>
                  <a:gd name="T53" fmla="*/ 101 h 285"/>
                  <a:gd name="T54" fmla="*/ 142 w 284"/>
                  <a:gd name="T55" fmla="*/ 65 h 285"/>
                  <a:gd name="T56" fmla="*/ 8 w 284"/>
                  <a:gd name="T57" fmla="*/ 8 h 285"/>
                  <a:gd name="T58" fmla="*/ 12 w 284"/>
                  <a:gd name="T59" fmla="*/ 5 h 285"/>
                  <a:gd name="T60" fmla="*/ 23 w 284"/>
                  <a:gd name="T61" fmla="*/ 0 h 285"/>
                  <a:gd name="T62" fmla="*/ 44 w 284"/>
                  <a:gd name="T63" fmla="*/ 0 h 285"/>
                  <a:gd name="T64" fmla="*/ 79 w 284"/>
                  <a:gd name="T65" fmla="*/ 11 h 285"/>
                  <a:gd name="T66" fmla="*/ 120 w 284"/>
                  <a:gd name="T67" fmla="*/ 34 h 285"/>
                  <a:gd name="T68" fmla="*/ 142 w 284"/>
                  <a:gd name="T69" fmla="*/ 65 h 285"/>
                  <a:gd name="T70" fmla="*/ 124 w 284"/>
                  <a:gd name="T71" fmla="*/ 51 h 285"/>
                  <a:gd name="T72" fmla="*/ 89 w 284"/>
                  <a:gd name="T73" fmla="*/ 32 h 285"/>
                  <a:gd name="T74" fmla="*/ 60 w 284"/>
                  <a:gd name="T75" fmla="*/ 23 h 285"/>
                  <a:gd name="T76" fmla="*/ 43 w 284"/>
                  <a:gd name="T77" fmla="*/ 23 h 285"/>
                  <a:gd name="T78" fmla="*/ 33 w 284"/>
                  <a:gd name="T79" fmla="*/ 27 h 285"/>
                  <a:gd name="T80" fmla="*/ 29 w 284"/>
                  <a:gd name="T81" fmla="*/ 29 h 285"/>
                  <a:gd name="T82" fmla="*/ 24 w 284"/>
                  <a:gd name="T83" fmla="*/ 40 h 285"/>
                  <a:gd name="T84" fmla="*/ 23 w 284"/>
                  <a:gd name="T85" fmla="*/ 55 h 285"/>
                  <a:gd name="T86" fmla="*/ 25 w 284"/>
                  <a:gd name="T87" fmla="*/ 71 h 285"/>
                  <a:gd name="T88" fmla="*/ 44 w 284"/>
                  <a:gd name="T89" fmla="*/ 113 h 285"/>
                  <a:gd name="T90" fmla="*/ 78 w 284"/>
                  <a:gd name="T91" fmla="*/ 159 h 285"/>
                  <a:gd name="T92" fmla="*/ 100 w 284"/>
                  <a:gd name="T93" fmla="*/ 184 h 285"/>
                  <a:gd name="T94" fmla="*/ 142 w 284"/>
                  <a:gd name="T95" fmla="*/ 219 h 285"/>
                  <a:gd name="T96" fmla="*/ 142 w 284"/>
                  <a:gd name="T97" fmla="*/ 235 h 285"/>
                  <a:gd name="T98" fmla="*/ 93 w 284"/>
                  <a:gd name="T99" fmla="*/ 192 h 285"/>
                  <a:gd name="T100" fmla="*/ 66 w 284"/>
                  <a:gd name="T101" fmla="*/ 164 h 285"/>
                  <a:gd name="T102" fmla="*/ 25 w 284"/>
                  <a:gd name="T103" fmla="*/ 108 h 285"/>
                  <a:gd name="T104" fmla="*/ 6 w 284"/>
                  <a:gd name="T105" fmla="*/ 70 h 285"/>
                  <a:gd name="T106" fmla="*/ 1 w 284"/>
                  <a:gd name="T107" fmla="*/ 47 h 285"/>
                  <a:gd name="T108" fmla="*/ 0 w 284"/>
                  <a:gd name="T109" fmla="*/ 28 h 285"/>
                  <a:gd name="T110" fmla="*/ 4 w 284"/>
                  <a:gd name="T111" fmla="*/ 13 h 285"/>
                  <a:gd name="T112" fmla="*/ 8 w 284"/>
                  <a:gd name="T113" fmla="*/ 8 h 2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84" h="285">
                    <a:moveTo>
                      <a:pt x="142" y="50"/>
                    </a:moveTo>
                    <a:lnTo>
                      <a:pt x="142" y="50"/>
                    </a:lnTo>
                    <a:lnTo>
                      <a:pt x="166" y="70"/>
                    </a:lnTo>
                    <a:lnTo>
                      <a:pt x="190" y="93"/>
                    </a:lnTo>
                    <a:lnTo>
                      <a:pt x="190" y="93"/>
                    </a:lnTo>
                    <a:lnTo>
                      <a:pt x="218" y="120"/>
                    </a:lnTo>
                    <a:lnTo>
                      <a:pt x="239" y="149"/>
                    </a:lnTo>
                    <a:lnTo>
                      <a:pt x="258" y="176"/>
                    </a:lnTo>
                    <a:lnTo>
                      <a:pt x="272" y="201"/>
                    </a:lnTo>
                    <a:lnTo>
                      <a:pt x="277" y="214"/>
                    </a:lnTo>
                    <a:lnTo>
                      <a:pt x="280" y="226"/>
                    </a:lnTo>
                    <a:lnTo>
                      <a:pt x="283" y="237"/>
                    </a:lnTo>
                    <a:lnTo>
                      <a:pt x="284" y="246"/>
                    </a:lnTo>
                    <a:lnTo>
                      <a:pt x="284" y="256"/>
                    </a:lnTo>
                    <a:lnTo>
                      <a:pt x="283" y="264"/>
                    </a:lnTo>
                    <a:lnTo>
                      <a:pt x="280" y="271"/>
                    </a:lnTo>
                    <a:lnTo>
                      <a:pt x="276" y="276"/>
                    </a:lnTo>
                    <a:lnTo>
                      <a:pt x="276" y="276"/>
                    </a:lnTo>
                    <a:lnTo>
                      <a:pt x="272" y="280"/>
                    </a:lnTo>
                    <a:lnTo>
                      <a:pt x="266" y="283"/>
                    </a:lnTo>
                    <a:lnTo>
                      <a:pt x="261" y="284"/>
                    </a:lnTo>
                    <a:lnTo>
                      <a:pt x="254" y="285"/>
                    </a:lnTo>
                    <a:lnTo>
                      <a:pt x="239" y="284"/>
                    </a:lnTo>
                    <a:lnTo>
                      <a:pt x="223" y="280"/>
                    </a:lnTo>
                    <a:lnTo>
                      <a:pt x="204" y="273"/>
                    </a:lnTo>
                    <a:lnTo>
                      <a:pt x="184" y="262"/>
                    </a:lnTo>
                    <a:lnTo>
                      <a:pt x="163" y="250"/>
                    </a:lnTo>
                    <a:lnTo>
                      <a:pt x="142" y="235"/>
                    </a:lnTo>
                    <a:lnTo>
                      <a:pt x="142" y="219"/>
                    </a:lnTo>
                    <a:lnTo>
                      <a:pt x="142" y="219"/>
                    </a:lnTo>
                    <a:lnTo>
                      <a:pt x="159" y="233"/>
                    </a:lnTo>
                    <a:lnTo>
                      <a:pt x="177" y="243"/>
                    </a:lnTo>
                    <a:lnTo>
                      <a:pt x="195" y="252"/>
                    </a:lnTo>
                    <a:lnTo>
                      <a:pt x="209" y="257"/>
                    </a:lnTo>
                    <a:lnTo>
                      <a:pt x="223" y="261"/>
                    </a:lnTo>
                    <a:lnTo>
                      <a:pt x="235" y="261"/>
                    </a:lnTo>
                    <a:lnTo>
                      <a:pt x="241" y="261"/>
                    </a:lnTo>
                    <a:lnTo>
                      <a:pt x="246" y="260"/>
                    </a:lnTo>
                    <a:lnTo>
                      <a:pt x="250" y="257"/>
                    </a:lnTo>
                    <a:lnTo>
                      <a:pt x="254" y="254"/>
                    </a:lnTo>
                    <a:lnTo>
                      <a:pt x="254" y="254"/>
                    </a:lnTo>
                    <a:lnTo>
                      <a:pt x="254" y="254"/>
                    </a:lnTo>
                    <a:lnTo>
                      <a:pt x="258" y="249"/>
                    </a:lnTo>
                    <a:lnTo>
                      <a:pt x="260" y="243"/>
                    </a:lnTo>
                    <a:lnTo>
                      <a:pt x="261" y="237"/>
                    </a:lnTo>
                    <a:lnTo>
                      <a:pt x="261" y="230"/>
                    </a:lnTo>
                    <a:lnTo>
                      <a:pt x="260" y="220"/>
                    </a:lnTo>
                    <a:lnTo>
                      <a:pt x="258" y="212"/>
                    </a:lnTo>
                    <a:lnTo>
                      <a:pt x="250" y="192"/>
                    </a:lnTo>
                    <a:lnTo>
                      <a:pt x="239" y="170"/>
                    </a:lnTo>
                    <a:lnTo>
                      <a:pt x="223" y="147"/>
                    </a:lnTo>
                    <a:lnTo>
                      <a:pt x="205" y="124"/>
                    </a:lnTo>
                    <a:lnTo>
                      <a:pt x="184" y="101"/>
                    </a:lnTo>
                    <a:lnTo>
                      <a:pt x="184" y="101"/>
                    </a:lnTo>
                    <a:lnTo>
                      <a:pt x="162" y="81"/>
                    </a:lnTo>
                    <a:lnTo>
                      <a:pt x="142" y="65"/>
                    </a:lnTo>
                    <a:lnTo>
                      <a:pt x="142" y="50"/>
                    </a:lnTo>
                    <a:close/>
                    <a:moveTo>
                      <a:pt x="8" y="8"/>
                    </a:moveTo>
                    <a:lnTo>
                      <a:pt x="8" y="8"/>
                    </a:lnTo>
                    <a:lnTo>
                      <a:pt x="12" y="5"/>
                    </a:lnTo>
                    <a:lnTo>
                      <a:pt x="17" y="2"/>
                    </a:lnTo>
                    <a:lnTo>
                      <a:pt x="23" y="0"/>
                    </a:lnTo>
                    <a:lnTo>
                      <a:pt x="29" y="0"/>
                    </a:lnTo>
                    <a:lnTo>
                      <a:pt x="44" y="0"/>
                    </a:lnTo>
                    <a:lnTo>
                      <a:pt x="60" y="4"/>
                    </a:lnTo>
                    <a:lnTo>
                      <a:pt x="79" y="11"/>
                    </a:lnTo>
                    <a:lnTo>
                      <a:pt x="100" y="21"/>
                    </a:lnTo>
                    <a:lnTo>
                      <a:pt x="120" y="34"/>
                    </a:lnTo>
                    <a:lnTo>
                      <a:pt x="142" y="50"/>
                    </a:lnTo>
                    <a:lnTo>
                      <a:pt x="142" y="65"/>
                    </a:lnTo>
                    <a:lnTo>
                      <a:pt x="142" y="65"/>
                    </a:lnTo>
                    <a:lnTo>
                      <a:pt x="124" y="51"/>
                    </a:lnTo>
                    <a:lnTo>
                      <a:pt x="107" y="40"/>
                    </a:lnTo>
                    <a:lnTo>
                      <a:pt x="89" y="32"/>
                    </a:lnTo>
                    <a:lnTo>
                      <a:pt x="74" y="27"/>
                    </a:lnTo>
                    <a:lnTo>
                      <a:pt x="60" y="23"/>
                    </a:lnTo>
                    <a:lnTo>
                      <a:pt x="48" y="23"/>
                    </a:lnTo>
                    <a:lnTo>
                      <a:pt x="43" y="23"/>
                    </a:lnTo>
                    <a:lnTo>
                      <a:pt x="37" y="24"/>
                    </a:lnTo>
                    <a:lnTo>
                      <a:pt x="33" y="27"/>
                    </a:lnTo>
                    <a:lnTo>
                      <a:pt x="29" y="29"/>
                    </a:lnTo>
                    <a:lnTo>
                      <a:pt x="29" y="29"/>
                    </a:lnTo>
                    <a:lnTo>
                      <a:pt x="25" y="35"/>
                    </a:lnTo>
                    <a:lnTo>
                      <a:pt x="24" y="40"/>
                    </a:lnTo>
                    <a:lnTo>
                      <a:pt x="23" y="47"/>
                    </a:lnTo>
                    <a:lnTo>
                      <a:pt x="23" y="55"/>
                    </a:lnTo>
                    <a:lnTo>
                      <a:pt x="24" y="63"/>
                    </a:lnTo>
                    <a:lnTo>
                      <a:pt x="25" y="71"/>
                    </a:lnTo>
                    <a:lnTo>
                      <a:pt x="33" y="92"/>
                    </a:lnTo>
                    <a:lnTo>
                      <a:pt x="44" y="113"/>
                    </a:lnTo>
                    <a:lnTo>
                      <a:pt x="60" y="136"/>
                    </a:lnTo>
                    <a:lnTo>
                      <a:pt x="78" y="159"/>
                    </a:lnTo>
                    <a:lnTo>
                      <a:pt x="100" y="184"/>
                    </a:lnTo>
                    <a:lnTo>
                      <a:pt x="100" y="184"/>
                    </a:lnTo>
                    <a:lnTo>
                      <a:pt x="121" y="203"/>
                    </a:lnTo>
                    <a:lnTo>
                      <a:pt x="142" y="219"/>
                    </a:lnTo>
                    <a:lnTo>
                      <a:pt x="142" y="235"/>
                    </a:lnTo>
                    <a:lnTo>
                      <a:pt x="142" y="235"/>
                    </a:lnTo>
                    <a:lnTo>
                      <a:pt x="117" y="215"/>
                    </a:lnTo>
                    <a:lnTo>
                      <a:pt x="93" y="192"/>
                    </a:lnTo>
                    <a:lnTo>
                      <a:pt x="93" y="192"/>
                    </a:lnTo>
                    <a:lnTo>
                      <a:pt x="66" y="164"/>
                    </a:lnTo>
                    <a:lnTo>
                      <a:pt x="44" y="135"/>
                    </a:lnTo>
                    <a:lnTo>
                      <a:pt x="25" y="108"/>
                    </a:lnTo>
                    <a:lnTo>
                      <a:pt x="12" y="82"/>
                    </a:lnTo>
                    <a:lnTo>
                      <a:pt x="6" y="70"/>
                    </a:lnTo>
                    <a:lnTo>
                      <a:pt x="4" y="58"/>
                    </a:lnTo>
                    <a:lnTo>
                      <a:pt x="1" y="47"/>
                    </a:lnTo>
                    <a:lnTo>
                      <a:pt x="0" y="38"/>
                    </a:lnTo>
                    <a:lnTo>
                      <a:pt x="0" y="28"/>
                    </a:lnTo>
                    <a:lnTo>
                      <a:pt x="1" y="20"/>
                    </a:lnTo>
                    <a:lnTo>
                      <a:pt x="4" y="13"/>
                    </a:lnTo>
                    <a:lnTo>
                      <a:pt x="8" y="8"/>
                    </a:lnTo>
                    <a:lnTo>
                      <a:pt x="8"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26" name="Freeform 124">
                <a:extLst>
                  <a:ext uri="{FF2B5EF4-FFF2-40B4-BE49-F238E27FC236}">
                    <a16:creationId xmlns:a16="http://schemas.microsoft.com/office/drawing/2014/main" id="{09A89029-04F4-4A0F-ABDE-BC34774B882D}"/>
                  </a:ext>
                </a:extLst>
              </p:cNvPr>
              <p:cNvSpPr>
                <a:spLocks noEditPoints="1"/>
              </p:cNvSpPr>
              <p:nvPr/>
            </p:nvSpPr>
            <p:spPr bwMode="auto">
              <a:xfrm>
                <a:off x="2187576" y="1789113"/>
                <a:ext cx="450850" cy="452438"/>
              </a:xfrm>
              <a:custGeom>
                <a:avLst/>
                <a:gdLst>
                  <a:gd name="T0" fmla="*/ 142 w 284"/>
                  <a:gd name="T1" fmla="*/ 50 h 285"/>
                  <a:gd name="T2" fmla="*/ 184 w 284"/>
                  <a:gd name="T3" fmla="*/ 21 h 285"/>
                  <a:gd name="T4" fmla="*/ 223 w 284"/>
                  <a:gd name="T5" fmla="*/ 4 h 285"/>
                  <a:gd name="T6" fmla="*/ 254 w 284"/>
                  <a:gd name="T7" fmla="*/ 0 h 285"/>
                  <a:gd name="T8" fmla="*/ 266 w 284"/>
                  <a:gd name="T9" fmla="*/ 2 h 285"/>
                  <a:gd name="T10" fmla="*/ 276 w 284"/>
                  <a:gd name="T11" fmla="*/ 8 h 285"/>
                  <a:gd name="T12" fmla="*/ 280 w 284"/>
                  <a:gd name="T13" fmla="*/ 13 h 285"/>
                  <a:gd name="T14" fmla="*/ 284 w 284"/>
                  <a:gd name="T15" fmla="*/ 28 h 285"/>
                  <a:gd name="T16" fmla="*/ 283 w 284"/>
                  <a:gd name="T17" fmla="*/ 47 h 285"/>
                  <a:gd name="T18" fmla="*/ 277 w 284"/>
                  <a:gd name="T19" fmla="*/ 70 h 285"/>
                  <a:gd name="T20" fmla="*/ 258 w 284"/>
                  <a:gd name="T21" fmla="*/ 108 h 285"/>
                  <a:gd name="T22" fmla="*/ 218 w 284"/>
                  <a:gd name="T23" fmla="*/ 164 h 285"/>
                  <a:gd name="T24" fmla="*/ 190 w 284"/>
                  <a:gd name="T25" fmla="*/ 192 h 285"/>
                  <a:gd name="T26" fmla="*/ 142 w 284"/>
                  <a:gd name="T27" fmla="*/ 235 h 285"/>
                  <a:gd name="T28" fmla="*/ 142 w 284"/>
                  <a:gd name="T29" fmla="*/ 219 h 285"/>
                  <a:gd name="T30" fmla="*/ 184 w 284"/>
                  <a:gd name="T31" fmla="*/ 184 h 285"/>
                  <a:gd name="T32" fmla="*/ 205 w 284"/>
                  <a:gd name="T33" fmla="*/ 159 h 285"/>
                  <a:gd name="T34" fmla="*/ 239 w 284"/>
                  <a:gd name="T35" fmla="*/ 113 h 285"/>
                  <a:gd name="T36" fmla="*/ 258 w 284"/>
                  <a:gd name="T37" fmla="*/ 71 h 285"/>
                  <a:gd name="T38" fmla="*/ 261 w 284"/>
                  <a:gd name="T39" fmla="*/ 55 h 285"/>
                  <a:gd name="T40" fmla="*/ 260 w 284"/>
                  <a:gd name="T41" fmla="*/ 40 h 285"/>
                  <a:gd name="T42" fmla="*/ 254 w 284"/>
                  <a:gd name="T43" fmla="*/ 29 h 285"/>
                  <a:gd name="T44" fmla="*/ 254 w 284"/>
                  <a:gd name="T45" fmla="*/ 29 h 285"/>
                  <a:gd name="T46" fmla="*/ 246 w 284"/>
                  <a:gd name="T47" fmla="*/ 24 h 285"/>
                  <a:gd name="T48" fmla="*/ 235 w 284"/>
                  <a:gd name="T49" fmla="*/ 23 h 285"/>
                  <a:gd name="T50" fmla="*/ 209 w 284"/>
                  <a:gd name="T51" fmla="*/ 27 h 285"/>
                  <a:gd name="T52" fmla="*/ 177 w 284"/>
                  <a:gd name="T53" fmla="*/ 40 h 285"/>
                  <a:gd name="T54" fmla="*/ 142 w 284"/>
                  <a:gd name="T55" fmla="*/ 65 h 285"/>
                  <a:gd name="T56" fmla="*/ 8 w 284"/>
                  <a:gd name="T57" fmla="*/ 276 h 285"/>
                  <a:gd name="T58" fmla="*/ 4 w 284"/>
                  <a:gd name="T59" fmla="*/ 271 h 285"/>
                  <a:gd name="T60" fmla="*/ 0 w 284"/>
                  <a:gd name="T61" fmla="*/ 256 h 285"/>
                  <a:gd name="T62" fmla="*/ 1 w 284"/>
                  <a:gd name="T63" fmla="*/ 237 h 285"/>
                  <a:gd name="T64" fmla="*/ 6 w 284"/>
                  <a:gd name="T65" fmla="*/ 214 h 285"/>
                  <a:gd name="T66" fmla="*/ 25 w 284"/>
                  <a:gd name="T67" fmla="*/ 176 h 285"/>
                  <a:gd name="T68" fmla="*/ 66 w 284"/>
                  <a:gd name="T69" fmla="*/ 120 h 285"/>
                  <a:gd name="T70" fmla="*/ 93 w 284"/>
                  <a:gd name="T71" fmla="*/ 93 h 285"/>
                  <a:gd name="T72" fmla="*/ 142 w 284"/>
                  <a:gd name="T73" fmla="*/ 50 h 285"/>
                  <a:gd name="T74" fmla="*/ 142 w 284"/>
                  <a:gd name="T75" fmla="*/ 65 h 285"/>
                  <a:gd name="T76" fmla="*/ 100 w 284"/>
                  <a:gd name="T77" fmla="*/ 101 h 285"/>
                  <a:gd name="T78" fmla="*/ 78 w 284"/>
                  <a:gd name="T79" fmla="*/ 124 h 285"/>
                  <a:gd name="T80" fmla="*/ 44 w 284"/>
                  <a:gd name="T81" fmla="*/ 170 h 285"/>
                  <a:gd name="T82" fmla="*/ 25 w 284"/>
                  <a:gd name="T83" fmla="*/ 212 h 285"/>
                  <a:gd name="T84" fmla="*/ 23 w 284"/>
                  <a:gd name="T85" fmla="*/ 230 h 285"/>
                  <a:gd name="T86" fmla="*/ 24 w 284"/>
                  <a:gd name="T87" fmla="*/ 243 h 285"/>
                  <a:gd name="T88" fmla="*/ 29 w 284"/>
                  <a:gd name="T89" fmla="*/ 254 h 285"/>
                  <a:gd name="T90" fmla="*/ 33 w 284"/>
                  <a:gd name="T91" fmla="*/ 257 h 285"/>
                  <a:gd name="T92" fmla="*/ 43 w 284"/>
                  <a:gd name="T93" fmla="*/ 261 h 285"/>
                  <a:gd name="T94" fmla="*/ 60 w 284"/>
                  <a:gd name="T95" fmla="*/ 261 h 285"/>
                  <a:gd name="T96" fmla="*/ 89 w 284"/>
                  <a:gd name="T97" fmla="*/ 252 h 285"/>
                  <a:gd name="T98" fmla="*/ 124 w 284"/>
                  <a:gd name="T99" fmla="*/ 233 h 285"/>
                  <a:gd name="T100" fmla="*/ 142 w 284"/>
                  <a:gd name="T101" fmla="*/ 235 h 285"/>
                  <a:gd name="T102" fmla="*/ 120 w 284"/>
                  <a:gd name="T103" fmla="*/ 250 h 285"/>
                  <a:gd name="T104" fmla="*/ 79 w 284"/>
                  <a:gd name="T105" fmla="*/ 273 h 285"/>
                  <a:gd name="T106" fmla="*/ 44 w 284"/>
                  <a:gd name="T107" fmla="*/ 284 h 285"/>
                  <a:gd name="T108" fmla="*/ 23 w 284"/>
                  <a:gd name="T109" fmla="*/ 284 h 285"/>
                  <a:gd name="T110" fmla="*/ 12 w 284"/>
                  <a:gd name="T111" fmla="*/ 280 h 285"/>
                  <a:gd name="T112" fmla="*/ 8 w 284"/>
                  <a:gd name="T113" fmla="*/ 276 h 2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84" h="285">
                    <a:moveTo>
                      <a:pt x="142" y="50"/>
                    </a:moveTo>
                    <a:lnTo>
                      <a:pt x="142" y="50"/>
                    </a:lnTo>
                    <a:lnTo>
                      <a:pt x="163" y="34"/>
                    </a:lnTo>
                    <a:lnTo>
                      <a:pt x="184" y="21"/>
                    </a:lnTo>
                    <a:lnTo>
                      <a:pt x="204" y="11"/>
                    </a:lnTo>
                    <a:lnTo>
                      <a:pt x="223" y="4"/>
                    </a:lnTo>
                    <a:lnTo>
                      <a:pt x="239" y="0"/>
                    </a:lnTo>
                    <a:lnTo>
                      <a:pt x="254" y="0"/>
                    </a:lnTo>
                    <a:lnTo>
                      <a:pt x="261" y="0"/>
                    </a:lnTo>
                    <a:lnTo>
                      <a:pt x="266" y="2"/>
                    </a:lnTo>
                    <a:lnTo>
                      <a:pt x="272" y="4"/>
                    </a:lnTo>
                    <a:lnTo>
                      <a:pt x="276" y="8"/>
                    </a:lnTo>
                    <a:lnTo>
                      <a:pt x="276" y="8"/>
                    </a:lnTo>
                    <a:lnTo>
                      <a:pt x="280" y="13"/>
                    </a:lnTo>
                    <a:lnTo>
                      <a:pt x="283" y="20"/>
                    </a:lnTo>
                    <a:lnTo>
                      <a:pt x="284" y="28"/>
                    </a:lnTo>
                    <a:lnTo>
                      <a:pt x="284" y="38"/>
                    </a:lnTo>
                    <a:lnTo>
                      <a:pt x="283" y="47"/>
                    </a:lnTo>
                    <a:lnTo>
                      <a:pt x="280" y="58"/>
                    </a:lnTo>
                    <a:lnTo>
                      <a:pt x="277" y="70"/>
                    </a:lnTo>
                    <a:lnTo>
                      <a:pt x="272" y="82"/>
                    </a:lnTo>
                    <a:lnTo>
                      <a:pt x="258" y="108"/>
                    </a:lnTo>
                    <a:lnTo>
                      <a:pt x="239" y="135"/>
                    </a:lnTo>
                    <a:lnTo>
                      <a:pt x="218" y="164"/>
                    </a:lnTo>
                    <a:lnTo>
                      <a:pt x="190" y="192"/>
                    </a:lnTo>
                    <a:lnTo>
                      <a:pt x="190" y="192"/>
                    </a:lnTo>
                    <a:lnTo>
                      <a:pt x="166" y="215"/>
                    </a:lnTo>
                    <a:lnTo>
                      <a:pt x="142" y="235"/>
                    </a:lnTo>
                    <a:lnTo>
                      <a:pt x="142" y="219"/>
                    </a:lnTo>
                    <a:lnTo>
                      <a:pt x="142" y="219"/>
                    </a:lnTo>
                    <a:lnTo>
                      <a:pt x="162" y="203"/>
                    </a:lnTo>
                    <a:lnTo>
                      <a:pt x="184" y="184"/>
                    </a:lnTo>
                    <a:lnTo>
                      <a:pt x="184" y="184"/>
                    </a:lnTo>
                    <a:lnTo>
                      <a:pt x="205" y="159"/>
                    </a:lnTo>
                    <a:lnTo>
                      <a:pt x="223" y="136"/>
                    </a:lnTo>
                    <a:lnTo>
                      <a:pt x="239" y="113"/>
                    </a:lnTo>
                    <a:lnTo>
                      <a:pt x="250" y="92"/>
                    </a:lnTo>
                    <a:lnTo>
                      <a:pt x="258" y="71"/>
                    </a:lnTo>
                    <a:lnTo>
                      <a:pt x="260" y="63"/>
                    </a:lnTo>
                    <a:lnTo>
                      <a:pt x="261" y="55"/>
                    </a:lnTo>
                    <a:lnTo>
                      <a:pt x="261" y="47"/>
                    </a:lnTo>
                    <a:lnTo>
                      <a:pt x="260" y="40"/>
                    </a:lnTo>
                    <a:lnTo>
                      <a:pt x="258" y="35"/>
                    </a:lnTo>
                    <a:lnTo>
                      <a:pt x="254" y="29"/>
                    </a:lnTo>
                    <a:lnTo>
                      <a:pt x="254" y="29"/>
                    </a:lnTo>
                    <a:lnTo>
                      <a:pt x="254" y="29"/>
                    </a:lnTo>
                    <a:lnTo>
                      <a:pt x="250" y="27"/>
                    </a:lnTo>
                    <a:lnTo>
                      <a:pt x="246" y="24"/>
                    </a:lnTo>
                    <a:lnTo>
                      <a:pt x="241" y="23"/>
                    </a:lnTo>
                    <a:lnTo>
                      <a:pt x="235" y="23"/>
                    </a:lnTo>
                    <a:lnTo>
                      <a:pt x="223" y="23"/>
                    </a:lnTo>
                    <a:lnTo>
                      <a:pt x="209" y="27"/>
                    </a:lnTo>
                    <a:lnTo>
                      <a:pt x="195" y="32"/>
                    </a:lnTo>
                    <a:lnTo>
                      <a:pt x="177" y="40"/>
                    </a:lnTo>
                    <a:lnTo>
                      <a:pt x="159" y="51"/>
                    </a:lnTo>
                    <a:lnTo>
                      <a:pt x="142" y="65"/>
                    </a:lnTo>
                    <a:lnTo>
                      <a:pt x="142" y="50"/>
                    </a:lnTo>
                    <a:close/>
                    <a:moveTo>
                      <a:pt x="8" y="276"/>
                    </a:moveTo>
                    <a:lnTo>
                      <a:pt x="8" y="276"/>
                    </a:lnTo>
                    <a:lnTo>
                      <a:pt x="4" y="271"/>
                    </a:lnTo>
                    <a:lnTo>
                      <a:pt x="1" y="264"/>
                    </a:lnTo>
                    <a:lnTo>
                      <a:pt x="0" y="256"/>
                    </a:lnTo>
                    <a:lnTo>
                      <a:pt x="0" y="246"/>
                    </a:lnTo>
                    <a:lnTo>
                      <a:pt x="1" y="237"/>
                    </a:lnTo>
                    <a:lnTo>
                      <a:pt x="4" y="226"/>
                    </a:lnTo>
                    <a:lnTo>
                      <a:pt x="6" y="214"/>
                    </a:lnTo>
                    <a:lnTo>
                      <a:pt x="12" y="201"/>
                    </a:lnTo>
                    <a:lnTo>
                      <a:pt x="25" y="176"/>
                    </a:lnTo>
                    <a:lnTo>
                      <a:pt x="44" y="149"/>
                    </a:lnTo>
                    <a:lnTo>
                      <a:pt x="66" y="120"/>
                    </a:lnTo>
                    <a:lnTo>
                      <a:pt x="93" y="93"/>
                    </a:lnTo>
                    <a:lnTo>
                      <a:pt x="93" y="93"/>
                    </a:lnTo>
                    <a:lnTo>
                      <a:pt x="117" y="70"/>
                    </a:lnTo>
                    <a:lnTo>
                      <a:pt x="142" y="50"/>
                    </a:lnTo>
                    <a:lnTo>
                      <a:pt x="142" y="65"/>
                    </a:lnTo>
                    <a:lnTo>
                      <a:pt x="142" y="65"/>
                    </a:lnTo>
                    <a:lnTo>
                      <a:pt x="121" y="81"/>
                    </a:lnTo>
                    <a:lnTo>
                      <a:pt x="100" y="101"/>
                    </a:lnTo>
                    <a:lnTo>
                      <a:pt x="100" y="101"/>
                    </a:lnTo>
                    <a:lnTo>
                      <a:pt x="78" y="124"/>
                    </a:lnTo>
                    <a:lnTo>
                      <a:pt x="60" y="147"/>
                    </a:lnTo>
                    <a:lnTo>
                      <a:pt x="44" y="170"/>
                    </a:lnTo>
                    <a:lnTo>
                      <a:pt x="33" y="192"/>
                    </a:lnTo>
                    <a:lnTo>
                      <a:pt x="25" y="212"/>
                    </a:lnTo>
                    <a:lnTo>
                      <a:pt x="24" y="220"/>
                    </a:lnTo>
                    <a:lnTo>
                      <a:pt x="23" y="230"/>
                    </a:lnTo>
                    <a:lnTo>
                      <a:pt x="23" y="237"/>
                    </a:lnTo>
                    <a:lnTo>
                      <a:pt x="24" y="243"/>
                    </a:lnTo>
                    <a:lnTo>
                      <a:pt x="25" y="249"/>
                    </a:lnTo>
                    <a:lnTo>
                      <a:pt x="29" y="254"/>
                    </a:lnTo>
                    <a:lnTo>
                      <a:pt x="29" y="254"/>
                    </a:lnTo>
                    <a:lnTo>
                      <a:pt x="33" y="257"/>
                    </a:lnTo>
                    <a:lnTo>
                      <a:pt x="37" y="260"/>
                    </a:lnTo>
                    <a:lnTo>
                      <a:pt x="43" y="261"/>
                    </a:lnTo>
                    <a:lnTo>
                      <a:pt x="48" y="261"/>
                    </a:lnTo>
                    <a:lnTo>
                      <a:pt x="60" y="261"/>
                    </a:lnTo>
                    <a:lnTo>
                      <a:pt x="74" y="257"/>
                    </a:lnTo>
                    <a:lnTo>
                      <a:pt x="89" y="252"/>
                    </a:lnTo>
                    <a:lnTo>
                      <a:pt x="107" y="243"/>
                    </a:lnTo>
                    <a:lnTo>
                      <a:pt x="124" y="233"/>
                    </a:lnTo>
                    <a:lnTo>
                      <a:pt x="142" y="219"/>
                    </a:lnTo>
                    <a:lnTo>
                      <a:pt x="142" y="235"/>
                    </a:lnTo>
                    <a:lnTo>
                      <a:pt x="142" y="235"/>
                    </a:lnTo>
                    <a:lnTo>
                      <a:pt x="120" y="250"/>
                    </a:lnTo>
                    <a:lnTo>
                      <a:pt x="100" y="262"/>
                    </a:lnTo>
                    <a:lnTo>
                      <a:pt x="79" y="273"/>
                    </a:lnTo>
                    <a:lnTo>
                      <a:pt x="60" y="280"/>
                    </a:lnTo>
                    <a:lnTo>
                      <a:pt x="44" y="284"/>
                    </a:lnTo>
                    <a:lnTo>
                      <a:pt x="29" y="285"/>
                    </a:lnTo>
                    <a:lnTo>
                      <a:pt x="23" y="284"/>
                    </a:lnTo>
                    <a:lnTo>
                      <a:pt x="17" y="283"/>
                    </a:lnTo>
                    <a:lnTo>
                      <a:pt x="12" y="280"/>
                    </a:lnTo>
                    <a:lnTo>
                      <a:pt x="8" y="276"/>
                    </a:lnTo>
                    <a:lnTo>
                      <a:pt x="8" y="27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27" name="Freeform 125">
                <a:extLst>
                  <a:ext uri="{FF2B5EF4-FFF2-40B4-BE49-F238E27FC236}">
                    <a16:creationId xmlns:a16="http://schemas.microsoft.com/office/drawing/2014/main" id="{6871B967-133F-464A-AB01-0799A1CBC383}"/>
                  </a:ext>
                </a:extLst>
              </p:cNvPr>
              <p:cNvSpPr>
                <a:spLocks/>
              </p:cNvSpPr>
              <p:nvPr/>
            </p:nvSpPr>
            <p:spPr bwMode="auto">
              <a:xfrm>
                <a:off x="2365376" y="1966913"/>
                <a:ext cx="92075" cy="95250"/>
              </a:xfrm>
              <a:custGeom>
                <a:avLst/>
                <a:gdLst>
                  <a:gd name="T0" fmla="*/ 0 w 58"/>
                  <a:gd name="T1" fmla="*/ 30 h 60"/>
                  <a:gd name="T2" fmla="*/ 0 w 58"/>
                  <a:gd name="T3" fmla="*/ 30 h 60"/>
                  <a:gd name="T4" fmla="*/ 1 w 58"/>
                  <a:gd name="T5" fmla="*/ 24 h 60"/>
                  <a:gd name="T6" fmla="*/ 3 w 58"/>
                  <a:gd name="T7" fmla="*/ 19 h 60"/>
                  <a:gd name="T8" fmla="*/ 5 w 58"/>
                  <a:gd name="T9" fmla="*/ 14 h 60"/>
                  <a:gd name="T10" fmla="*/ 9 w 58"/>
                  <a:gd name="T11" fmla="*/ 10 h 60"/>
                  <a:gd name="T12" fmla="*/ 13 w 58"/>
                  <a:gd name="T13" fmla="*/ 6 h 60"/>
                  <a:gd name="T14" fmla="*/ 18 w 58"/>
                  <a:gd name="T15" fmla="*/ 3 h 60"/>
                  <a:gd name="T16" fmla="*/ 24 w 58"/>
                  <a:gd name="T17" fmla="*/ 1 h 60"/>
                  <a:gd name="T18" fmla="*/ 30 w 58"/>
                  <a:gd name="T19" fmla="*/ 0 h 60"/>
                  <a:gd name="T20" fmla="*/ 30 w 58"/>
                  <a:gd name="T21" fmla="*/ 0 h 60"/>
                  <a:gd name="T22" fmla="*/ 35 w 58"/>
                  <a:gd name="T23" fmla="*/ 1 h 60"/>
                  <a:gd name="T24" fmla="*/ 41 w 58"/>
                  <a:gd name="T25" fmla="*/ 3 h 60"/>
                  <a:gd name="T26" fmla="*/ 46 w 58"/>
                  <a:gd name="T27" fmla="*/ 6 h 60"/>
                  <a:gd name="T28" fmla="*/ 50 w 58"/>
                  <a:gd name="T29" fmla="*/ 10 h 60"/>
                  <a:gd name="T30" fmla="*/ 54 w 58"/>
                  <a:gd name="T31" fmla="*/ 14 h 60"/>
                  <a:gd name="T32" fmla="*/ 57 w 58"/>
                  <a:gd name="T33" fmla="*/ 19 h 60"/>
                  <a:gd name="T34" fmla="*/ 58 w 58"/>
                  <a:gd name="T35" fmla="*/ 24 h 60"/>
                  <a:gd name="T36" fmla="*/ 58 w 58"/>
                  <a:gd name="T37" fmla="*/ 30 h 60"/>
                  <a:gd name="T38" fmla="*/ 58 w 58"/>
                  <a:gd name="T39" fmla="*/ 30 h 60"/>
                  <a:gd name="T40" fmla="*/ 58 w 58"/>
                  <a:gd name="T41" fmla="*/ 35 h 60"/>
                  <a:gd name="T42" fmla="*/ 57 w 58"/>
                  <a:gd name="T43" fmla="*/ 41 h 60"/>
                  <a:gd name="T44" fmla="*/ 54 w 58"/>
                  <a:gd name="T45" fmla="*/ 46 h 60"/>
                  <a:gd name="T46" fmla="*/ 50 w 58"/>
                  <a:gd name="T47" fmla="*/ 50 h 60"/>
                  <a:gd name="T48" fmla="*/ 46 w 58"/>
                  <a:gd name="T49" fmla="*/ 54 h 60"/>
                  <a:gd name="T50" fmla="*/ 41 w 58"/>
                  <a:gd name="T51" fmla="*/ 57 h 60"/>
                  <a:gd name="T52" fmla="*/ 35 w 58"/>
                  <a:gd name="T53" fmla="*/ 58 h 60"/>
                  <a:gd name="T54" fmla="*/ 30 w 58"/>
                  <a:gd name="T55" fmla="*/ 60 h 60"/>
                  <a:gd name="T56" fmla="*/ 30 w 58"/>
                  <a:gd name="T57" fmla="*/ 60 h 60"/>
                  <a:gd name="T58" fmla="*/ 24 w 58"/>
                  <a:gd name="T59" fmla="*/ 58 h 60"/>
                  <a:gd name="T60" fmla="*/ 18 w 58"/>
                  <a:gd name="T61" fmla="*/ 57 h 60"/>
                  <a:gd name="T62" fmla="*/ 13 w 58"/>
                  <a:gd name="T63" fmla="*/ 54 h 60"/>
                  <a:gd name="T64" fmla="*/ 9 w 58"/>
                  <a:gd name="T65" fmla="*/ 50 h 60"/>
                  <a:gd name="T66" fmla="*/ 5 w 58"/>
                  <a:gd name="T67" fmla="*/ 46 h 60"/>
                  <a:gd name="T68" fmla="*/ 3 w 58"/>
                  <a:gd name="T69" fmla="*/ 41 h 60"/>
                  <a:gd name="T70" fmla="*/ 1 w 58"/>
                  <a:gd name="T71" fmla="*/ 35 h 60"/>
                  <a:gd name="T72" fmla="*/ 0 w 58"/>
                  <a:gd name="T73" fmla="*/ 30 h 60"/>
                  <a:gd name="T74" fmla="*/ 0 w 58"/>
                  <a:gd name="T75" fmla="*/ 30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8" h="60">
                    <a:moveTo>
                      <a:pt x="0" y="30"/>
                    </a:moveTo>
                    <a:lnTo>
                      <a:pt x="0" y="30"/>
                    </a:lnTo>
                    <a:lnTo>
                      <a:pt x="1" y="24"/>
                    </a:lnTo>
                    <a:lnTo>
                      <a:pt x="3" y="19"/>
                    </a:lnTo>
                    <a:lnTo>
                      <a:pt x="5" y="14"/>
                    </a:lnTo>
                    <a:lnTo>
                      <a:pt x="9" y="10"/>
                    </a:lnTo>
                    <a:lnTo>
                      <a:pt x="13" y="6"/>
                    </a:lnTo>
                    <a:lnTo>
                      <a:pt x="18" y="3"/>
                    </a:lnTo>
                    <a:lnTo>
                      <a:pt x="24" y="1"/>
                    </a:lnTo>
                    <a:lnTo>
                      <a:pt x="30" y="0"/>
                    </a:lnTo>
                    <a:lnTo>
                      <a:pt x="30" y="0"/>
                    </a:lnTo>
                    <a:lnTo>
                      <a:pt x="35" y="1"/>
                    </a:lnTo>
                    <a:lnTo>
                      <a:pt x="41" y="3"/>
                    </a:lnTo>
                    <a:lnTo>
                      <a:pt x="46" y="6"/>
                    </a:lnTo>
                    <a:lnTo>
                      <a:pt x="50" y="10"/>
                    </a:lnTo>
                    <a:lnTo>
                      <a:pt x="54" y="14"/>
                    </a:lnTo>
                    <a:lnTo>
                      <a:pt x="57" y="19"/>
                    </a:lnTo>
                    <a:lnTo>
                      <a:pt x="58" y="24"/>
                    </a:lnTo>
                    <a:lnTo>
                      <a:pt x="58" y="30"/>
                    </a:lnTo>
                    <a:lnTo>
                      <a:pt x="58" y="30"/>
                    </a:lnTo>
                    <a:lnTo>
                      <a:pt x="58" y="35"/>
                    </a:lnTo>
                    <a:lnTo>
                      <a:pt x="57" y="41"/>
                    </a:lnTo>
                    <a:lnTo>
                      <a:pt x="54" y="46"/>
                    </a:lnTo>
                    <a:lnTo>
                      <a:pt x="50" y="50"/>
                    </a:lnTo>
                    <a:lnTo>
                      <a:pt x="46" y="54"/>
                    </a:lnTo>
                    <a:lnTo>
                      <a:pt x="41" y="57"/>
                    </a:lnTo>
                    <a:lnTo>
                      <a:pt x="35" y="58"/>
                    </a:lnTo>
                    <a:lnTo>
                      <a:pt x="30" y="60"/>
                    </a:lnTo>
                    <a:lnTo>
                      <a:pt x="30" y="60"/>
                    </a:lnTo>
                    <a:lnTo>
                      <a:pt x="24" y="58"/>
                    </a:lnTo>
                    <a:lnTo>
                      <a:pt x="18" y="57"/>
                    </a:lnTo>
                    <a:lnTo>
                      <a:pt x="13" y="54"/>
                    </a:lnTo>
                    <a:lnTo>
                      <a:pt x="9" y="50"/>
                    </a:lnTo>
                    <a:lnTo>
                      <a:pt x="5" y="46"/>
                    </a:lnTo>
                    <a:lnTo>
                      <a:pt x="3" y="41"/>
                    </a:lnTo>
                    <a:lnTo>
                      <a:pt x="1" y="35"/>
                    </a:lnTo>
                    <a:lnTo>
                      <a:pt x="0" y="30"/>
                    </a:lnTo>
                    <a:lnTo>
                      <a:pt x="0" y="3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grpSp>
          <p:nvGrpSpPr>
            <p:cNvPr id="128" name="组合 203">
              <a:extLst>
                <a:ext uri="{FF2B5EF4-FFF2-40B4-BE49-F238E27FC236}">
                  <a16:creationId xmlns:a16="http://schemas.microsoft.com/office/drawing/2014/main" id="{457DA027-8A04-457A-9F40-57C09375B8CE}"/>
                </a:ext>
              </a:extLst>
            </p:cNvPr>
            <p:cNvGrpSpPr/>
            <p:nvPr/>
          </p:nvGrpSpPr>
          <p:grpSpPr>
            <a:xfrm>
              <a:off x="537541" y="1644353"/>
              <a:ext cx="380950" cy="484299"/>
              <a:chOff x="1493838" y="1541463"/>
              <a:chExt cx="381000" cy="484187"/>
            </a:xfrm>
            <a:solidFill>
              <a:schemeClr val="accent4"/>
            </a:solidFill>
          </p:grpSpPr>
          <p:sp>
            <p:nvSpPr>
              <p:cNvPr id="129" name="Freeform 126">
                <a:extLst>
                  <a:ext uri="{FF2B5EF4-FFF2-40B4-BE49-F238E27FC236}">
                    <a16:creationId xmlns:a16="http://schemas.microsoft.com/office/drawing/2014/main" id="{FBD3D71B-1AB5-449C-8C99-1FE6871CC2F5}"/>
                  </a:ext>
                </a:extLst>
              </p:cNvPr>
              <p:cNvSpPr>
                <a:spLocks noEditPoints="1"/>
              </p:cNvSpPr>
              <p:nvPr/>
            </p:nvSpPr>
            <p:spPr bwMode="auto">
              <a:xfrm>
                <a:off x="1493838" y="1546225"/>
                <a:ext cx="254000" cy="479425"/>
              </a:xfrm>
              <a:custGeom>
                <a:avLst/>
                <a:gdLst>
                  <a:gd name="T0" fmla="*/ 160 w 160"/>
                  <a:gd name="T1" fmla="*/ 0 h 302"/>
                  <a:gd name="T2" fmla="*/ 160 w 160"/>
                  <a:gd name="T3" fmla="*/ 302 h 302"/>
                  <a:gd name="T4" fmla="*/ 94 w 160"/>
                  <a:gd name="T5" fmla="*/ 302 h 302"/>
                  <a:gd name="T6" fmla="*/ 94 w 160"/>
                  <a:gd name="T7" fmla="*/ 261 h 302"/>
                  <a:gd name="T8" fmla="*/ 136 w 160"/>
                  <a:gd name="T9" fmla="*/ 261 h 302"/>
                  <a:gd name="T10" fmla="*/ 136 w 160"/>
                  <a:gd name="T11" fmla="*/ 116 h 302"/>
                  <a:gd name="T12" fmla="*/ 136 w 160"/>
                  <a:gd name="T13" fmla="*/ 116 h 302"/>
                  <a:gd name="T14" fmla="*/ 94 w 160"/>
                  <a:gd name="T15" fmla="*/ 189 h 302"/>
                  <a:gd name="T16" fmla="*/ 94 w 160"/>
                  <a:gd name="T17" fmla="*/ 124 h 302"/>
                  <a:gd name="T18" fmla="*/ 160 w 160"/>
                  <a:gd name="T19" fmla="*/ 0 h 302"/>
                  <a:gd name="T20" fmla="*/ 94 w 160"/>
                  <a:gd name="T21" fmla="*/ 302 h 302"/>
                  <a:gd name="T22" fmla="*/ 0 w 160"/>
                  <a:gd name="T23" fmla="*/ 302 h 302"/>
                  <a:gd name="T24" fmla="*/ 94 w 160"/>
                  <a:gd name="T25" fmla="*/ 124 h 302"/>
                  <a:gd name="T26" fmla="*/ 94 w 160"/>
                  <a:gd name="T27" fmla="*/ 189 h 302"/>
                  <a:gd name="T28" fmla="*/ 53 w 160"/>
                  <a:gd name="T29" fmla="*/ 261 h 302"/>
                  <a:gd name="T30" fmla="*/ 94 w 160"/>
                  <a:gd name="T31" fmla="*/ 261 h 302"/>
                  <a:gd name="T32" fmla="*/ 94 w 160"/>
                  <a:gd name="T33" fmla="*/ 302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60" h="302">
                    <a:moveTo>
                      <a:pt x="160" y="0"/>
                    </a:moveTo>
                    <a:lnTo>
                      <a:pt x="160" y="302"/>
                    </a:lnTo>
                    <a:lnTo>
                      <a:pt x="94" y="302"/>
                    </a:lnTo>
                    <a:lnTo>
                      <a:pt x="94" y="261"/>
                    </a:lnTo>
                    <a:lnTo>
                      <a:pt x="136" y="261"/>
                    </a:lnTo>
                    <a:lnTo>
                      <a:pt x="136" y="116"/>
                    </a:lnTo>
                    <a:lnTo>
                      <a:pt x="136" y="116"/>
                    </a:lnTo>
                    <a:lnTo>
                      <a:pt x="94" y="189"/>
                    </a:lnTo>
                    <a:lnTo>
                      <a:pt x="94" y="124"/>
                    </a:lnTo>
                    <a:lnTo>
                      <a:pt x="160" y="0"/>
                    </a:lnTo>
                    <a:close/>
                    <a:moveTo>
                      <a:pt x="94" y="302"/>
                    </a:moveTo>
                    <a:lnTo>
                      <a:pt x="0" y="302"/>
                    </a:lnTo>
                    <a:lnTo>
                      <a:pt x="94" y="124"/>
                    </a:lnTo>
                    <a:lnTo>
                      <a:pt x="94" y="189"/>
                    </a:lnTo>
                    <a:lnTo>
                      <a:pt x="53" y="261"/>
                    </a:lnTo>
                    <a:lnTo>
                      <a:pt x="94" y="261"/>
                    </a:lnTo>
                    <a:lnTo>
                      <a:pt x="94" y="3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30" name="Rectangle 127">
                <a:extLst>
                  <a:ext uri="{FF2B5EF4-FFF2-40B4-BE49-F238E27FC236}">
                    <a16:creationId xmlns:a16="http://schemas.microsoft.com/office/drawing/2014/main" id="{26FD1940-1E53-4EB8-94CE-FE1EAC4B38CD}"/>
                  </a:ext>
                </a:extLst>
              </p:cNvPr>
              <p:cNvSpPr>
                <a:spLocks noChangeArrowheads="1"/>
              </p:cNvSpPr>
              <p:nvPr/>
            </p:nvSpPr>
            <p:spPr bwMode="auto">
              <a:xfrm>
                <a:off x="1811338" y="1541463"/>
                <a:ext cx="63500" cy="4714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grpSp>
        <p:sp>
          <p:nvSpPr>
            <p:cNvPr id="131" name="Freeform 128">
              <a:extLst>
                <a:ext uri="{FF2B5EF4-FFF2-40B4-BE49-F238E27FC236}">
                  <a16:creationId xmlns:a16="http://schemas.microsoft.com/office/drawing/2014/main" id="{6333B392-A701-4A6A-9BD7-1AA66C807A8A}"/>
                </a:ext>
              </a:extLst>
            </p:cNvPr>
            <p:cNvSpPr>
              <a:spLocks noEditPoints="1"/>
            </p:cNvSpPr>
            <p:nvPr/>
          </p:nvSpPr>
          <p:spPr bwMode="auto">
            <a:xfrm>
              <a:off x="2452626" y="4012900"/>
              <a:ext cx="508754" cy="397109"/>
            </a:xfrm>
            <a:custGeom>
              <a:avLst/>
              <a:gdLst>
                <a:gd name="T0" fmla="*/ 298 w 320"/>
                <a:gd name="T1" fmla="*/ 57 h 250"/>
                <a:gd name="T2" fmla="*/ 320 w 320"/>
                <a:gd name="T3" fmla="*/ 138 h 250"/>
                <a:gd name="T4" fmla="*/ 303 w 320"/>
                <a:gd name="T5" fmla="*/ 212 h 250"/>
                <a:gd name="T6" fmla="*/ 271 w 320"/>
                <a:gd name="T7" fmla="*/ 245 h 250"/>
                <a:gd name="T8" fmla="*/ 263 w 320"/>
                <a:gd name="T9" fmla="*/ 233 h 250"/>
                <a:gd name="T10" fmla="*/ 279 w 320"/>
                <a:gd name="T11" fmla="*/ 214 h 250"/>
                <a:gd name="T12" fmla="*/ 276 w 320"/>
                <a:gd name="T13" fmla="*/ 191 h 250"/>
                <a:gd name="T14" fmla="*/ 261 w 320"/>
                <a:gd name="T15" fmla="*/ 165 h 250"/>
                <a:gd name="T16" fmla="*/ 287 w 320"/>
                <a:gd name="T17" fmla="*/ 165 h 250"/>
                <a:gd name="T18" fmla="*/ 299 w 320"/>
                <a:gd name="T19" fmla="*/ 153 h 250"/>
                <a:gd name="T20" fmla="*/ 299 w 320"/>
                <a:gd name="T21" fmla="*/ 126 h 250"/>
                <a:gd name="T22" fmla="*/ 283 w 320"/>
                <a:gd name="T23" fmla="*/ 112 h 250"/>
                <a:gd name="T24" fmla="*/ 261 w 320"/>
                <a:gd name="T25" fmla="*/ 100 h 250"/>
                <a:gd name="T26" fmla="*/ 278 w 320"/>
                <a:gd name="T27" fmla="*/ 96 h 250"/>
                <a:gd name="T28" fmla="*/ 287 w 320"/>
                <a:gd name="T29" fmla="*/ 74 h 250"/>
                <a:gd name="T30" fmla="*/ 280 w 320"/>
                <a:gd name="T31" fmla="*/ 58 h 250"/>
                <a:gd name="T32" fmla="*/ 238 w 320"/>
                <a:gd name="T33" fmla="*/ 8 h 250"/>
                <a:gd name="T34" fmla="*/ 261 w 320"/>
                <a:gd name="T35" fmla="*/ 50 h 250"/>
                <a:gd name="T36" fmla="*/ 242 w 320"/>
                <a:gd name="T37" fmla="*/ 59 h 250"/>
                <a:gd name="T38" fmla="*/ 238 w 320"/>
                <a:gd name="T39" fmla="*/ 34 h 250"/>
                <a:gd name="T40" fmla="*/ 261 w 320"/>
                <a:gd name="T41" fmla="*/ 247 h 250"/>
                <a:gd name="T42" fmla="*/ 244 w 320"/>
                <a:gd name="T43" fmla="*/ 235 h 250"/>
                <a:gd name="T44" fmla="*/ 261 w 320"/>
                <a:gd name="T45" fmla="*/ 247 h 250"/>
                <a:gd name="T46" fmla="*/ 261 w 320"/>
                <a:gd name="T47" fmla="*/ 113 h 250"/>
                <a:gd name="T48" fmla="*/ 245 w 320"/>
                <a:gd name="T49" fmla="*/ 135 h 250"/>
                <a:gd name="T50" fmla="*/ 252 w 320"/>
                <a:gd name="T51" fmla="*/ 155 h 250"/>
                <a:gd name="T52" fmla="*/ 256 w 320"/>
                <a:gd name="T53" fmla="*/ 174 h 250"/>
                <a:gd name="T54" fmla="*/ 238 w 320"/>
                <a:gd name="T55" fmla="*/ 82 h 250"/>
                <a:gd name="T56" fmla="*/ 255 w 320"/>
                <a:gd name="T57" fmla="*/ 100 h 250"/>
                <a:gd name="T58" fmla="*/ 238 w 320"/>
                <a:gd name="T59" fmla="*/ 8 h 250"/>
                <a:gd name="T60" fmla="*/ 234 w 320"/>
                <a:gd name="T61" fmla="*/ 20 h 250"/>
                <a:gd name="T62" fmla="*/ 219 w 320"/>
                <a:gd name="T63" fmla="*/ 2 h 250"/>
                <a:gd name="T64" fmla="*/ 219 w 320"/>
                <a:gd name="T65" fmla="*/ 215 h 250"/>
                <a:gd name="T66" fmla="*/ 229 w 320"/>
                <a:gd name="T67" fmla="*/ 227 h 250"/>
                <a:gd name="T68" fmla="*/ 238 w 320"/>
                <a:gd name="T69" fmla="*/ 39 h 250"/>
                <a:gd name="T70" fmla="*/ 238 w 320"/>
                <a:gd name="T71" fmla="*/ 174 h 250"/>
                <a:gd name="T72" fmla="*/ 226 w 320"/>
                <a:gd name="T73" fmla="*/ 184 h 250"/>
                <a:gd name="T74" fmla="*/ 225 w 320"/>
                <a:gd name="T75" fmla="*/ 51 h 250"/>
                <a:gd name="T76" fmla="*/ 238 w 320"/>
                <a:gd name="T77" fmla="*/ 39 h 250"/>
                <a:gd name="T78" fmla="*/ 134 w 320"/>
                <a:gd name="T79" fmla="*/ 8 h 250"/>
                <a:gd name="T80" fmla="*/ 219 w 320"/>
                <a:gd name="T81" fmla="*/ 2 h 250"/>
                <a:gd name="T82" fmla="*/ 211 w 320"/>
                <a:gd name="T83" fmla="*/ 16 h 250"/>
                <a:gd name="T84" fmla="*/ 203 w 320"/>
                <a:gd name="T85" fmla="*/ 42 h 250"/>
                <a:gd name="T86" fmla="*/ 219 w 320"/>
                <a:gd name="T87" fmla="*/ 53 h 250"/>
                <a:gd name="T88" fmla="*/ 218 w 320"/>
                <a:gd name="T89" fmla="*/ 210 h 250"/>
                <a:gd name="T90" fmla="*/ 194 w 320"/>
                <a:gd name="T91" fmla="*/ 230 h 250"/>
                <a:gd name="T92" fmla="*/ 125 w 320"/>
                <a:gd name="T93" fmla="*/ 192 h 250"/>
                <a:gd name="T94" fmla="*/ 68 w 320"/>
                <a:gd name="T95" fmla="*/ 164 h 250"/>
                <a:gd name="T96" fmla="*/ 84 w 320"/>
                <a:gd name="T97" fmla="*/ 159 h 250"/>
                <a:gd name="T98" fmla="*/ 104 w 320"/>
                <a:gd name="T99" fmla="*/ 131 h 250"/>
                <a:gd name="T100" fmla="*/ 95 w 320"/>
                <a:gd name="T101" fmla="*/ 100 h 250"/>
                <a:gd name="T102" fmla="*/ 0 w 320"/>
                <a:gd name="T103" fmla="*/ 136 h 250"/>
                <a:gd name="T104" fmla="*/ 5 w 320"/>
                <a:gd name="T105" fmla="*/ 96 h 250"/>
                <a:gd name="T106" fmla="*/ 45 w 320"/>
                <a:gd name="T107" fmla="*/ 44 h 250"/>
                <a:gd name="T108" fmla="*/ 68 w 320"/>
                <a:gd name="T109" fmla="*/ 88 h 250"/>
                <a:gd name="T110" fmla="*/ 38 w 320"/>
                <a:gd name="T111" fmla="*/ 101 h 250"/>
                <a:gd name="T112" fmla="*/ 31 w 320"/>
                <a:gd name="T113" fmla="*/ 135 h 250"/>
                <a:gd name="T114" fmla="*/ 57 w 320"/>
                <a:gd name="T115" fmla="*/ 162 h 250"/>
                <a:gd name="T116" fmla="*/ 42 w 320"/>
                <a:gd name="T117" fmla="*/ 189 h 250"/>
                <a:gd name="T118" fmla="*/ 3 w 320"/>
                <a:gd name="T119" fmla="*/ 150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20" h="250">
                  <a:moveTo>
                    <a:pt x="261" y="19"/>
                  </a:moveTo>
                  <a:lnTo>
                    <a:pt x="261" y="19"/>
                  </a:lnTo>
                  <a:lnTo>
                    <a:pt x="276" y="30"/>
                  </a:lnTo>
                  <a:lnTo>
                    <a:pt x="288" y="42"/>
                  </a:lnTo>
                  <a:lnTo>
                    <a:pt x="298" y="57"/>
                  </a:lnTo>
                  <a:lnTo>
                    <a:pt x="306" y="71"/>
                  </a:lnTo>
                  <a:lnTo>
                    <a:pt x="312" y="88"/>
                  </a:lnTo>
                  <a:lnTo>
                    <a:pt x="316" y="104"/>
                  </a:lnTo>
                  <a:lnTo>
                    <a:pt x="318" y="120"/>
                  </a:lnTo>
                  <a:lnTo>
                    <a:pt x="320" y="138"/>
                  </a:lnTo>
                  <a:lnTo>
                    <a:pt x="320" y="154"/>
                  </a:lnTo>
                  <a:lnTo>
                    <a:pt x="317" y="170"/>
                  </a:lnTo>
                  <a:lnTo>
                    <a:pt x="314" y="185"/>
                  </a:lnTo>
                  <a:lnTo>
                    <a:pt x="310" y="200"/>
                  </a:lnTo>
                  <a:lnTo>
                    <a:pt x="303" y="212"/>
                  </a:lnTo>
                  <a:lnTo>
                    <a:pt x="297" y="223"/>
                  </a:lnTo>
                  <a:lnTo>
                    <a:pt x="290" y="233"/>
                  </a:lnTo>
                  <a:lnTo>
                    <a:pt x="282" y="239"/>
                  </a:lnTo>
                  <a:lnTo>
                    <a:pt x="282" y="239"/>
                  </a:lnTo>
                  <a:lnTo>
                    <a:pt x="271" y="245"/>
                  </a:lnTo>
                  <a:lnTo>
                    <a:pt x="261" y="247"/>
                  </a:lnTo>
                  <a:lnTo>
                    <a:pt x="261" y="233"/>
                  </a:lnTo>
                  <a:lnTo>
                    <a:pt x="261" y="233"/>
                  </a:lnTo>
                  <a:lnTo>
                    <a:pt x="263" y="233"/>
                  </a:lnTo>
                  <a:lnTo>
                    <a:pt x="263" y="233"/>
                  </a:lnTo>
                  <a:lnTo>
                    <a:pt x="263" y="233"/>
                  </a:lnTo>
                  <a:lnTo>
                    <a:pt x="268" y="229"/>
                  </a:lnTo>
                  <a:lnTo>
                    <a:pt x="272" y="224"/>
                  </a:lnTo>
                  <a:lnTo>
                    <a:pt x="276" y="219"/>
                  </a:lnTo>
                  <a:lnTo>
                    <a:pt x="279" y="214"/>
                  </a:lnTo>
                  <a:lnTo>
                    <a:pt x="280" y="208"/>
                  </a:lnTo>
                  <a:lnTo>
                    <a:pt x="280" y="203"/>
                  </a:lnTo>
                  <a:lnTo>
                    <a:pt x="279" y="196"/>
                  </a:lnTo>
                  <a:lnTo>
                    <a:pt x="276" y="191"/>
                  </a:lnTo>
                  <a:lnTo>
                    <a:pt x="276" y="191"/>
                  </a:lnTo>
                  <a:lnTo>
                    <a:pt x="274" y="185"/>
                  </a:lnTo>
                  <a:lnTo>
                    <a:pt x="271" y="181"/>
                  </a:lnTo>
                  <a:lnTo>
                    <a:pt x="267" y="178"/>
                  </a:lnTo>
                  <a:lnTo>
                    <a:pt x="261" y="176"/>
                  </a:lnTo>
                  <a:lnTo>
                    <a:pt x="261" y="165"/>
                  </a:lnTo>
                  <a:lnTo>
                    <a:pt x="261" y="165"/>
                  </a:lnTo>
                  <a:lnTo>
                    <a:pt x="268" y="168"/>
                  </a:lnTo>
                  <a:lnTo>
                    <a:pt x="275" y="168"/>
                  </a:lnTo>
                  <a:lnTo>
                    <a:pt x="280" y="168"/>
                  </a:lnTo>
                  <a:lnTo>
                    <a:pt x="287" y="165"/>
                  </a:lnTo>
                  <a:lnTo>
                    <a:pt x="287" y="165"/>
                  </a:lnTo>
                  <a:lnTo>
                    <a:pt x="287" y="165"/>
                  </a:lnTo>
                  <a:lnTo>
                    <a:pt x="293" y="162"/>
                  </a:lnTo>
                  <a:lnTo>
                    <a:pt x="297" y="158"/>
                  </a:lnTo>
                  <a:lnTo>
                    <a:pt x="299" y="153"/>
                  </a:lnTo>
                  <a:lnTo>
                    <a:pt x="302" y="149"/>
                  </a:lnTo>
                  <a:lnTo>
                    <a:pt x="303" y="143"/>
                  </a:lnTo>
                  <a:lnTo>
                    <a:pt x="303" y="136"/>
                  </a:lnTo>
                  <a:lnTo>
                    <a:pt x="302" y="131"/>
                  </a:lnTo>
                  <a:lnTo>
                    <a:pt x="299" y="126"/>
                  </a:lnTo>
                  <a:lnTo>
                    <a:pt x="299" y="126"/>
                  </a:lnTo>
                  <a:lnTo>
                    <a:pt x="297" y="122"/>
                  </a:lnTo>
                  <a:lnTo>
                    <a:pt x="293" y="118"/>
                  </a:lnTo>
                  <a:lnTo>
                    <a:pt x="288" y="113"/>
                  </a:lnTo>
                  <a:lnTo>
                    <a:pt x="283" y="112"/>
                  </a:lnTo>
                  <a:lnTo>
                    <a:pt x="279" y="111"/>
                  </a:lnTo>
                  <a:lnTo>
                    <a:pt x="272" y="109"/>
                  </a:lnTo>
                  <a:lnTo>
                    <a:pt x="267" y="111"/>
                  </a:lnTo>
                  <a:lnTo>
                    <a:pt x="261" y="112"/>
                  </a:lnTo>
                  <a:lnTo>
                    <a:pt x="261" y="100"/>
                  </a:lnTo>
                  <a:lnTo>
                    <a:pt x="261" y="100"/>
                  </a:lnTo>
                  <a:lnTo>
                    <a:pt x="268" y="100"/>
                  </a:lnTo>
                  <a:lnTo>
                    <a:pt x="274" y="99"/>
                  </a:lnTo>
                  <a:lnTo>
                    <a:pt x="274" y="99"/>
                  </a:lnTo>
                  <a:lnTo>
                    <a:pt x="278" y="96"/>
                  </a:lnTo>
                  <a:lnTo>
                    <a:pt x="282" y="92"/>
                  </a:lnTo>
                  <a:lnTo>
                    <a:pt x="284" y="88"/>
                  </a:lnTo>
                  <a:lnTo>
                    <a:pt x="286" y="84"/>
                  </a:lnTo>
                  <a:lnTo>
                    <a:pt x="287" y="78"/>
                  </a:lnTo>
                  <a:lnTo>
                    <a:pt x="287" y="74"/>
                  </a:lnTo>
                  <a:lnTo>
                    <a:pt x="286" y="69"/>
                  </a:lnTo>
                  <a:lnTo>
                    <a:pt x="284" y="63"/>
                  </a:lnTo>
                  <a:lnTo>
                    <a:pt x="284" y="63"/>
                  </a:lnTo>
                  <a:lnTo>
                    <a:pt x="284" y="63"/>
                  </a:lnTo>
                  <a:lnTo>
                    <a:pt x="280" y="58"/>
                  </a:lnTo>
                  <a:lnTo>
                    <a:pt x="275" y="54"/>
                  </a:lnTo>
                  <a:lnTo>
                    <a:pt x="270" y="51"/>
                  </a:lnTo>
                  <a:lnTo>
                    <a:pt x="261" y="50"/>
                  </a:lnTo>
                  <a:lnTo>
                    <a:pt x="261" y="19"/>
                  </a:lnTo>
                  <a:close/>
                  <a:moveTo>
                    <a:pt x="238" y="8"/>
                  </a:moveTo>
                  <a:lnTo>
                    <a:pt x="238" y="8"/>
                  </a:lnTo>
                  <a:lnTo>
                    <a:pt x="251" y="12"/>
                  </a:lnTo>
                  <a:lnTo>
                    <a:pt x="261" y="19"/>
                  </a:lnTo>
                  <a:lnTo>
                    <a:pt x="261" y="50"/>
                  </a:lnTo>
                  <a:lnTo>
                    <a:pt x="261" y="50"/>
                  </a:lnTo>
                  <a:lnTo>
                    <a:pt x="256" y="50"/>
                  </a:lnTo>
                  <a:lnTo>
                    <a:pt x="251" y="53"/>
                  </a:lnTo>
                  <a:lnTo>
                    <a:pt x="251" y="53"/>
                  </a:lnTo>
                  <a:lnTo>
                    <a:pt x="247" y="55"/>
                  </a:lnTo>
                  <a:lnTo>
                    <a:pt x="242" y="59"/>
                  </a:lnTo>
                  <a:lnTo>
                    <a:pt x="240" y="63"/>
                  </a:lnTo>
                  <a:lnTo>
                    <a:pt x="238" y="67"/>
                  </a:lnTo>
                  <a:lnTo>
                    <a:pt x="238" y="39"/>
                  </a:lnTo>
                  <a:lnTo>
                    <a:pt x="238" y="39"/>
                  </a:lnTo>
                  <a:lnTo>
                    <a:pt x="238" y="34"/>
                  </a:lnTo>
                  <a:lnTo>
                    <a:pt x="238" y="27"/>
                  </a:lnTo>
                  <a:lnTo>
                    <a:pt x="238" y="8"/>
                  </a:lnTo>
                  <a:lnTo>
                    <a:pt x="238" y="8"/>
                  </a:lnTo>
                  <a:close/>
                  <a:moveTo>
                    <a:pt x="261" y="247"/>
                  </a:moveTo>
                  <a:lnTo>
                    <a:pt x="261" y="247"/>
                  </a:lnTo>
                  <a:lnTo>
                    <a:pt x="249" y="250"/>
                  </a:lnTo>
                  <a:lnTo>
                    <a:pt x="238" y="250"/>
                  </a:lnTo>
                  <a:lnTo>
                    <a:pt x="238" y="233"/>
                  </a:lnTo>
                  <a:lnTo>
                    <a:pt x="238" y="233"/>
                  </a:lnTo>
                  <a:lnTo>
                    <a:pt x="244" y="235"/>
                  </a:lnTo>
                  <a:lnTo>
                    <a:pt x="249" y="235"/>
                  </a:lnTo>
                  <a:lnTo>
                    <a:pt x="256" y="235"/>
                  </a:lnTo>
                  <a:lnTo>
                    <a:pt x="261" y="233"/>
                  </a:lnTo>
                  <a:lnTo>
                    <a:pt x="261" y="247"/>
                  </a:lnTo>
                  <a:lnTo>
                    <a:pt x="261" y="247"/>
                  </a:lnTo>
                  <a:close/>
                  <a:moveTo>
                    <a:pt x="261" y="100"/>
                  </a:moveTo>
                  <a:lnTo>
                    <a:pt x="261" y="112"/>
                  </a:lnTo>
                  <a:lnTo>
                    <a:pt x="261" y="112"/>
                  </a:lnTo>
                  <a:lnTo>
                    <a:pt x="261" y="113"/>
                  </a:lnTo>
                  <a:lnTo>
                    <a:pt x="261" y="113"/>
                  </a:lnTo>
                  <a:lnTo>
                    <a:pt x="256" y="116"/>
                  </a:lnTo>
                  <a:lnTo>
                    <a:pt x="252" y="120"/>
                  </a:lnTo>
                  <a:lnTo>
                    <a:pt x="249" y="124"/>
                  </a:lnTo>
                  <a:lnTo>
                    <a:pt x="247" y="130"/>
                  </a:lnTo>
                  <a:lnTo>
                    <a:pt x="245" y="135"/>
                  </a:lnTo>
                  <a:lnTo>
                    <a:pt x="245" y="141"/>
                  </a:lnTo>
                  <a:lnTo>
                    <a:pt x="247" y="146"/>
                  </a:lnTo>
                  <a:lnTo>
                    <a:pt x="249" y="151"/>
                  </a:lnTo>
                  <a:lnTo>
                    <a:pt x="249" y="151"/>
                  </a:lnTo>
                  <a:lnTo>
                    <a:pt x="252" y="155"/>
                  </a:lnTo>
                  <a:lnTo>
                    <a:pt x="255" y="159"/>
                  </a:lnTo>
                  <a:lnTo>
                    <a:pt x="261" y="165"/>
                  </a:lnTo>
                  <a:lnTo>
                    <a:pt x="261" y="176"/>
                  </a:lnTo>
                  <a:lnTo>
                    <a:pt x="261" y="176"/>
                  </a:lnTo>
                  <a:lnTo>
                    <a:pt x="256" y="174"/>
                  </a:lnTo>
                  <a:lnTo>
                    <a:pt x="251" y="173"/>
                  </a:lnTo>
                  <a:lnTo>
                    <a:pt x="244" y="173"/>
                  </a:lnTo>
                  <a:lnTo>
                    <a:pt x="238" y="174"/>
                  </a:lnTo>
                  <a:lnTo>
                    <a:pt x="238" y="82"/>
                  </a:lnTo>
                  <a:lnTo>
                    <a:pt x="238" y="82"/>
                  </a:lnTo>
                  <a:lnTo>
                    <a:pt x="240" y="86"/>
                  </a:lnTo>
                  <a:lnTo>
                    <a:pt x="240" y="86"/>
                  </a:lnTo>
                  <a:lnTo>
                    <a:pt x="244" y="92"/>
                  </a:lnTo>
                  <a:lnTo>
                    <a:pt x="249" y="97"/>
                  </a:lnTo>
                  <a:lnTo>
                    <a:pt x="255" y="100"/>
                  </a:lnTo>
                  <a:lnTo>
                    <a:pt x="261" y="100"/>
                  </a:lnTo>
                  <a:lnTo>
                    <a:pt x="261" y="100"/>
                  </a:lnTo>
                  <a:close/>
                  <a:moveTo>
                    <a:pt x="219" y="2"/>
                  </a:moveTo>
                  <a:lnTo>
                    <a:pt x="219" y="2"/>
                  </a:lnTo>
                  <a:lnTo>
                    <a:pt x="238" y="8"/>
                  </a:lnTo>
                  <a:lnTo>
                    <a:pt x="238" y="27"/>
                  </a:lnTo>
                  <a:lnTo>
                    <a:pt x="238" y="27"/>
                  </a:lnTo>
                  <a:lnTo>
                    <a:pt x="237" y="24"/>
                  </a:lnTo>
                  <a:lnTo>
                    <a:pt x="237" y="24"/>
                  </a:lnTo>
                  <a:lnTo>
                    <a:pt x="234" y="20"/>
                  </a:lnTo>
                  <a:lnTo>
                    <a:pt x="230" y="17"/>
                  </a:lnTo>
                  <a:lnTo>
                    <a:pt x="225" y="15"/>
                  </a:lnTo>
                  <a:lnTo>
                    <a:pt x="219" y="15"/>
                  </a:lnTo>
                  <a:lnTo>
                    <a:pt x="219" y="2"/>
                  </a:lnTo>
                  <a:lnTo>
                    <a:pt x="219" y="2"/>
                  </a:lnTo>
                  <a:close/>
                  <a:moveTo>
                    <a:pt x="238" y="250"/>
                  </a:moveTo>
                  <a:lnTo>
                    <a:pt x="238" y="250"/>
                  </a:lnTo>
                  <a:lnTo>
                    <a:pt x="229" y="247"/>
                  </a:lnTo>
                  <a:lnTo>
                    <a:pt x="219" y="245"/>
                  </a:lnTo>
                  <a:lnTo>
                    <a:pt x="219" y="215"/>
                  </a:lnTo>
                  <a:lnTo>
                    <a:pt x="219" y="215"/>
                  </a:lnTo>
                  <a:lnTo>
                    <a:pt x="221" y="218"/>
                  </a:lnTo>
                  <a:lnTo>
                    <a:pt x="221" y="218"/>
                  </a:lnTo>
                  <a:lnTo>
                    <a:pt x="225" y="223"/>
                  </a:lnTo>
                  <a:lnTo>
                    <a:pt x="229" y="227"/>
                  </a:lnTo>
                  <a:lnTo>
                    <a:pt x="233" y="231"/>
                  </a:lnTo>
                  <a:lnTo>
                    <a:pt x="238" y="233"/>
                  </a:lnTo>
                  <a:lnTo>
                    <a:pt x="238" y="250"/>
                  </a:lnTo>
                  <a:lnTo>
                    <a:pt x="238" y="250"/>
                  </a:lnTo>
                  <a:close/>
                  <a:moveTo>
                    <a:pt x="238" y="39"/>
                  </a:moveTo>
                  <a:lnTo>
                    <a:pt x="238" y="67"/>
                  </a:lnTo>
                  <a:lnTo>
                    <a:pt x="238" y="67"/>
                  </a:lnTo>
                  <a:lnTo>
                    <a:pt x="237" y="74"/>
                  </a:lnTo>
                  <a:lnTo>
                    <a:pt x="238" y="82"/>
                  </a:lnTo>
                  <a:lnTo>
                    <a:pt x="238" y="174"/>
                  </a:lnTo>
                  <a:lnTo>
                    <a:pt x="238" y="174"/>
                  </a:lnTo>
                  <a:lnTo>
                    <a:pt x="236" y="176"/>
                  </a:lnTo>
                  <a:lnTo>
                    <a:pt x="236" y="176"/>
                  </a:lnTo>
                  <a:lnTo>
                    <a:pt x="230" y="180"/>
                  </a:lnTo>
                  <a:lnTo>
                    <a:pt x="226" y="184"/>
                  </a:lnTo>
                  <a:lnTo>
                    <a:pt x="222" y="188"/>
                  </a:lnTo>
                  <a:lnTo>
                    <a:pt x="219" y="193"/>
                  </a:lnTo>
                  <a:lnTo>
                    <a:pt x="219" y="53"/>
                  </a:lnTo>
                  <a:lnTo>
                    <a:pt x="219" y="53"/>
                  </a:lnTo>
                  <a:lnTo>
                    <a:pt x="225" y="51"/>
                  </a:lnTo>
                  <a:lnTo>
                    <a:pt x="229" y="50"/>
                  </a:lnTo>
                  <a:lnTo>
                    <a:pt x="229" y="50"/>
                  </a:lnTo>
                  <a:lnTo>
                    <a:pt x="234" y="46"/>
                  </a:lnTo>
                  <a:lnTo>
                    <a:pt x="238" y="39"/>
                  </a:lnTo>
                  <a:lnTo>
                    <a:pt x="238" y="39"/>
                  </a:lnTo>
                  <a:close/>
                  <a:moveTo>
                    <a:pt x="68" y="31"/>
                  </a:moveTo>
                  <a:lnTo>
                    <a:pt x="68" y="31"/>
                  </a:lnTo>
                  <a:lnTo>
                    <a:pt x="91" y="21"/>
                  </a:lnTo>
                  <a:lnTo>
                    <a:pt x="112" y="13"/>
                  </a:lnTo>
                  <a:lnTo>
                    <a:pt x="134" y="8"/>
                  </a:lnTo>
                  <a:lnTo>
                    <a:pt x="153" y="4"/>
                  </a:lnTo>
                  <a:lnTo>
                    <a:pt x="172" y="1"/>
                  </a:lnTo>
                  <a:lnTo>
                    <a:pt x="190" y="0"/>
                  </a:lnTo>
                  <a:lnTo>
                    <a:pt x="205" y="1"/>
                  </a:lnTo>
                  <a:lnTo>
                    <a:pt x="219" y="2"/>
                  </a:lnTo>
                  <a:lnTo>
                    <a:pt x="219" y="15"/>
                  </a:lnTo>
                  <a:lnTo>
                    <a:pt x="219" y="15"/>
                  </a:lnTo>
                  <a:lnTo>
                    <a:pt x="215" y="15"/>
                  </a:lnTo>
                  <a:lnTo>
                    <a:pt x="211" y="16"/>
                  </a:lnTo>
                  <a:lnTo>
                    <a:pt x="211" y="16"/>
                  </a:lnTo>
                  <a:lnTo>
                    <a:pt x="211" y="16"/>
                  </a:lnTo>
                  <a:lnTo>
                    <a:pt x="206" y="20"/>
                  </a:lnTo>
                  <a:lnTo>
                    <a:pt x="202" y="27"/>
                  </a:lnTo>
                  <a:lnTo>
                    <a:pt x="200" y="34"/>
                  </a:lnTo>
                  <a:lnTo>
                    <a:pt x="203" y="42"/>
                  </a:lnTo>
                  <a:lnTo>
                    <a:pt x="203" y="42"/>
                  </a:lnTo>
                  <a:lnTo>
                    <a:pt x="206" y="46"/>
                  </a:lnTo>
                  <a:lnTo>
                    <a:pt x="210" y="50"/>
                  </a:lnTo>
                  <a:lnTo>
                    <a:pt x="215" y="51"/>
                  </a:lnTo>
                  <a:lnTo>
                    <a:pt x="219" y="53"/>
                  </a:lnTo>
                  <a:lnTo>
                    <a:pt x="219" y="193"/>
                  </a:lnTo>
                  <a:lnTo>
                    <a:pt x="219" y="193"/>
                  </a:lnTo>
                  <a:lnTo>
                    <a:pt x="218" y="199"/>
                  </a:lnTo>
                  <a:lnTo>
                    <a:pt x="218" y="204"/>
                  </a:lnTo>
                  <a:lnTo>
                    <a:pt x="218" y="210"/>
                  </a:lnTo>
                  <a:lnTo>
                    <a:pt x="219" y="215"/>
                  </a:lnTo>
                  <a:lnTo>
                    <a:pt x="219" y="245"/>
                  </a:lnTo>
                  <a:lnTo>
                    <a:pt x="219" y="245"/>
                  </a:lnTo>
                  <a:lnTo>
                    <a:pt x="207" y="238"/>
                  </a:lnTo>
                  <a:lnTo>
                    <a:pt x="194" y="230"/>
                  </a:lnTo>
                  <a:lnTo>
                    <a:pt x="169" y="212"/>
                  </a:lnTo>
                  <a:lnTo>
                    <a:pt x="157" y="203"/>
                  </a:lnTo>
                  <a:lnTo>
                    <a:pt x="145" y="196"/>
                  </a:lnTo>
                  <a:lnTo>
                    <a:pt x="131" y="192"/>
                  </a:lnTo>
                  <a:lnTo>
                    <a:pt x="125" y="192"/>
                  </a:lnTo>
                  <a:lnTo>
                    <a:pt x="118" y="192"/>
                  </a:lnTo>
                  <a:lnTo>
                    <a:pt x="118" y="192"/>
                  </a:lnTo>
                  <a:lnTo>
                    <a:pt x="92" y="193"/>
                  </a:lnTo>
                  <a:lnTo>
                    <a:pt x="68" y="193"/>
                  </a:lnTo>
                  <a:lnTo>
                    <a:pt x="68" y="164"/>
                  </a:lnTo>
                  <a:lnTo>
                    <a:pt x="68" y="164"/>
                  </a:lnTo>
                  <a:lnTo>
                    <a:pt x="76" y="162"/>
                  </a:lnTo>
                  <a:lnTo>
                    <a:pt x="84" y="159"/>
                  </a:lnTo>
                  <a:lnTo>
                    <a:pt x="84" y="159"/>
                  </a:lnTo>
                  <a:lnTo>
                    <a:pt x="84" y="159"/>
                  </a:lnTo>
                  <a:lnTo>
                    <a:pt x="91" y="155"/>
                  </a:lnTo>
                  <a:lnTo>
                    <a:pt x="96" y="150"/>
                  </a:lnTo>
                  <a:lnTo>
                    <a:pt x="100" y="145"/>
                  </a:lnTo>
                  <a:lnTo>
                    <a:pt x="103" y="138"/>
                  </a:lnTo>
                  <a:lnTo>
                    <a:pt x="104" y="131"/>
                  </a:lnTo>
                  <a:lnTo>
                    <a:pt x="104" y="123"/>
                  </a:lnTo>
                  <a:lnTo>
                    <a:pt x="103" y="116"/>
                  </a:lnTo>
                  <a:lnTo>
                    <a:pt x="100" y="109"/>
                  </a:lnTo>
                  <a:lnTo>
                    <a:pt x="100" y="109"/>
                  </a:lnTo>
                  <a:lnTo>
                    <a:pt x="95" y="100"/>
                  </a:lnTo>
                  <a:lnTo>
                    <a:pt x="87" y="93"/>
                  </a:lnTo>
                  <a:lnTo>
                    <a:pt x="77" y="89"/>
                  </a:lnTo>
                  <a:lnTo>
                    <a:pt x="68" y="88"/>
                  </a:lnTo>
                  <a:lnTo>
                    <a:pt x="68" y="31"/>
                  </a:lnTo>
                  <a:close/>
                  <a:moveTo>
                    <a:pt x="0" y="136"/>
                  </a:moveTo>
                  <a:lnTo>
                    <a:pt x="0" y="136"/>
                  </a:lnTo>
                  <a:lnTo>
                    <a:pt x="0" y="124"/>
                  </a:lnTo>
                  <a:lnTo>
                    <a:pt x="0" y="115"/>
                  </a:lnTo>
                  <a:lnTo>
                    <a:pt x="3" y="104"/>
                  </a:lnTo>
                  <a:lnTo>
                    <a:pt x="5" y="96"/>
                  </a:lnTo>
                  <a:lnTo>
                    <a:pt x="10" y="86"/>
                  </a:lnTo>
                  <a:lnTo>
                    <a:pt x="14" y="78"/>
                  </a:lnTo>
                  <a:lnTo>
                    <a:pt x="24" y="65"/>
                  </a:lnTo>
                  <a:lnTo>
                    <a:pt x="35" y="53"/>
                  </a:lnTo>
                  <a:lnTo>
                    <a:pt x="45" y="44"/>
                  </a:lnTo>
                  <a:lnTo>
                    <a:pt x="54" y="38"/>
                  </a:lnTo>
                  <a:lnTo>
                    <a:pt x="54" y="38"/>
                  </a:lnTo>
                  <a:lnTo>
                    <a:pt x="68" y="31"/>
                  </a:lnTo>
                  <a:lnTo>
                    <a:pt x="68" y="88"/>
                  </a:lnTo>
                  <a:lnTo>
                    <a:pt x="68" y="88"/>
                  </a:lnTo>
                  <a:lnTo>
                    <a:pt x="58" y="89"/>
                  </a:lnTo>
                  <a:lnTo>
                    <a:pt x="50" y="92"/>
                  </a:lnTo>
                  <a:lnTo>
                    <a:pt x="50" y="92"/>
                  </a:lnTo>
                  <a:lnTo>
                    <a:pt x="43" y="96"/>
                  </a:lnTo>
                  <a:lnTo>
                    <a:pt x="38" y="101"/>
                  </a:lnTo>
                  <a:lnTo>
                    <a:pt x="34" y="108"/>
                  </a:lnTo>
                  <a:lnTo>
                    <a:pt x="31" y="113"/>
                  </a:lnTo>
                  <a:lnTo>
                    <a:pt x="30" y="122"/>
                  </a:lnTo>
                  <a:lnTo>
                    <a:pt x="30" y="128"/>
                  </a:lnTo>
                  <a:lnTo>
                    <a:pt x="31" y="135"/>
                  </a:lnTo>
                  <a:lnTo>
                    <a:pt x="34" y="143"/>
                  </a:lnTo>
                  <a:lnTo>
                    <a:pt x="34" y="143"/>
                  </a:lnTo>
                  <a:lnTo>
                    <a:pt x="39" y="151"/>
                  </a:lnTo>
                  <a:lnTo>
                    <a:pt x="47" y="158"/>
                  </a:lnTo>
                  <a:lnTo>
                    <a:pt x="57" y="162"/>
                  </a:lnTo>
                  <a:lnTo>
                    <a:pt x="68" y="164"/>
                  </a:lnTo>
                  <a:lnTo>
                    <a:pt x="68" y="193"/>
                  </a:lnTo>
                  <a:lnTo>
                    <a:pt x="68" y="193"/>
                  </a:lnTo>
                  <a:lnTo>
                    <a:pt x="54" y="192"/>
                  </a:lnTo>
                  <a:lnTo>
                    <a:pt x="42" y="189"/>
                  </a:lnTo>
                  <a:lnTo>
                    <a:pt x="31" y="185"/>
                  </a:lnTo>
                  <a:lnTo>
                    <a:pt x="22" y="178"/>
                  </a:lnTo>
                  <a:lnTo>
                    <a:pt x="14" y="172"/>
                  </a:lnTo>
                  <a:lnTo>
                    <a:pt x="8" y="162"/>
                  </a:lnTo>
                  <a:lnTo>
                    <a:pt x="3" y="150"/>
                  </a:lnTo>
                  <a:lnTo>
                    <a:pt x="0" y="136"/>
                  </a:lnTo>
                  <a:lnTo>
                    <a:pt x="0" y="136"/>
                  </a:lnTo>
                  <a:close/>
                </a:path>
              </a:pathLst>
            </a:custGeom>
            <a:solidFill>
              <a:schemeClr val="accent4"/>
            </a:solidFill>
            <a:ln>
              <a:noFill/>
            </a:ln>
          </p:spPr>
          <p:txBody>
            <a:bodyPr lIns="91438" tIns="45719" rIns="91438" bIns="45719"/>
            <a:lstStyle/>
            <a:p>
              <a:pPr>
                <a:defRPr/>
              </a:pPr>
              <a:endParaRPr lang="zh-CN" altLang="en-US"/>
            </a:p>
          </p:txBody>
        </p:sp>
        <p:grpSp>
          <p:nvGrpSpPr>
            <p:cNvPr id="132" name="组合 206">
              <a:extLst>
                <a:ext uri="{FF2B5EF4-FFF2-40B4-BE49-F238E27FC236}">
                  <a16:creationId xmlns:a16="http://schemas.microsoft.com/office/drawing/2014/main" id="{E51B58CE-836A-45E1-BC17-58E9CEDBF83A}"/>
                </a:ext>
              </a:extLst>
            </p:cNvPr>
            <p:cNvGrpSpPr/>
            <p:nvPr/>
          </p:nvGrpSpPr>
          <p:grpSpPr>
            <a:xfrm>
              <a:off x="937538" y="4408830"/>
              <a:ext cx="495236" cy="644676"/>
              <a:chOff x="1893888" y="4305300"/>
              <a:chExt cx="495300" cy="644526"/>
            </a:xfrm>
            <a:solidFill>
              <a:schemeClr val="accent3"/>
            </a:solidFill>
          </p:grpSpPr>
          <p:sp>
            <p:nvSpPr>
              <p:cNvPr id="133" name="Freeform 129">
                <a:extLst>
                  <a:ext uri="{FF2B5EF4-FFF2-40B4-BE49-F238E27FC236}">
                    <a16:creationId xmlns:a16="http://schemas.microsoft.com/office/drawing/2014/main" id="{D9F210EF-9D22-40E0-A51D-2EBC723D1EC0}"/>
                  </a:ext>
                </a:extLst>
              </p:cNvPr>
              <p:cNvSpPr>
                <a:spLocks/>
              </p:cNvSpPr>
              <p:nvPr/>
            </p:nvSpPr>
            <p:spPr bwMode="auto">
              <a:xfrm>
                <a:off x="1893888" y="4305300"/>
                <a:ext cx="495300" cy="496888"/>
              </a:xfrm>
              <a:custGeom>
                <a:avLst/>
                <a:gdLst>
                  <a:gd name="T0" fmla="*/ 83 w 312"/>
                  <a:gd name="T1" fmla="*/ 16 h 313"/>
                  <a:gd name="T2" fmla="*/ 57 w 312"/>
                  <a:gd name="T3" fmla="*/ 41 h 313"/>
                  <a:gd name="T4" fmla="*/ 37 w 312"/>
                  <a:gd name="T5" fmla="*/ 71 h 313"/>
                  <a:gd name="T6" fmla="*/ 25 w 312"/>
                  <a:gd name="T7" fmla="*/ 103 h 313"/>
                  <a:gd name="T8" fmla="*/ 21 w 312"/>
                  <a:gd name="T9" fmla="*/ 140 h 313"/>
                  <a:gd name="T10" fmla="*/ 21 w 312"/>
                  <a:gd name="T11" fmla="*/ 156 h 313"/>
                  <a:gd name="T12" fmla="*/ 27 w 312"/>
                  <a:gd name="T13" fmla="*/ 186 h 313"/>
                  <a:gd name="T14" fmla="*/ 40 w 312"/>
                  <a:gd name="T15" fmla="*/ 213 h 313"/>
                  <a:gd name="T16" fmla="*/ 56 w 312"/>
                  <a:gd name="T17" fmla="*/ 237 h 313"/>
                  <a:gd name="T18" fmla="*/ 76 w 312"/>
                  <a:gd name="T19" fmla="*/ 259 h 313"/>
                  <a:gd name="T20" fmla="*/ 101 w 312"/>
                  <a:gd name="T21" fmla="*/ 275 h 313"/>
                  <a:gd name="T22" fmla="*/ 128 w 312"/>
                  <a:gd name="T23" fmla="*/ 287 h 313"/>
                  <a:gd name="T24" fmla="*/ 157 w 312"/>
                  <a:gd name="T25" fmla="*/ 293 h 313"/>
                  <a:gd name="T26" fmla="*/ 174 w 312"/>
                  <a:gd name="T27" fmla="*/ 294 h 313"/>
                  <a:gd name="T28" fmla="*/ 210 w 312"/>
                  <a:gd name="T29" fmla="*/ 289 h 313"/>
                  <a:gd name="T30" fmla="*/ 243 w 312"/>
                  <a:gd name="T31" fmla="*/ 276 h 313"/>
                  <a:gd name="T32" fmla="*/ 273 w 312"/>
                  <a:gd name="T33" fmla="*/ 257 h 313"/>
                  <a:gd name="T34" fmla="*/ 296 w 312"/>
                  <a:gd name="T35" fmla="*/ 233 h 313"/>
                  <a:gd name="T36" fmla="*/ 312 w 312"/>
                  <a:gd name="T37" fmla="*/ 245 h 313"/>
                  <a:gd name="T38" fmla="*/ 285 w 312"/>
                  <a:gd name="T39" fmla="*/ 274 h 313"/>
                  <a:gd name="T40" fmla="*/ 252 w 312"/>
                  <a:gd name="T41" fmla="*/ 295 h 313"/>
                  <a:gd name="T42" fmla="*/ 214 w 312"/>
                  <a:gd name="T43" fmla="*/ 309 h 313"/>
                  <a:gd name="T44" fmla="*/ 174 w 312"/>
                  <a:gd name="T45" fmla="*/ 313 h 313"/>
                  <a:gd name="T46" fmla="*/ 156 w 312"/>
                  <a:gd name="T47" fmla="*/ 313 h 313"/>
                  <a:gd name="T48" fmla="*/ 122 w 312"/>
                  <a:gd name="T49" fmla="*/ 306 h 313"/>
                  <a:gd name="T50" fmla="*/ 91 w 312"/>
                  <a:gd name="T51" fmla="*/ 293 h 313"/>
                  <a:gd name="T52" fmla="*/ 64 w 312"/>
                  <a:gd name="T53" fmla="*/ 274 h 313"/>
                  <a:gd name="T54" fmla="*/ 40 w 312"/>
                  <a:gd name="T55" fmla="*/ 251 h 313"/>
                  <a:gd name="T56" fmla="*/ 21 w 312"/>
                  <a:gd name="T57" fmla="*/ 222 h 313"/>
                  <a:gd name="T58" fmla="*/ 8 w 312"/>
                  <a:gd name="T59" fmla="*/ 191 h 313"/>
                  <a:gd name="T60" fmla="*/ 2 w 312"/>
                  <a:gd name="T61" fmla="*/ 159 h 313"/>
                  <a:gd name="T62" fmla="*/ 0 w 312"/>
                  <a:gd name="T63" fmla="*/ 140 h 313"/>
                  <a:gd name="T64" fmla="*/ 6 w 312"/>
                  <a:gd name="T65" fmla="*/ 99 h 313"/>
                  <a:gd name="T66" fmla="*/ 19 w 312"/>
                  <a:gd name="T67" fmla="*/ 61 h 313"/>
                  <a:gd name="T68" fmla="*/ 42 w 312"/>
                  <a:gd name="T69" fmla="*/ 27 h 313"/>
                  <a:gd name="T70" fmla="*/ 71 w 312"/>
                  <a:gd name="T71" fmla="*/ 0 h 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12" h="313">
                    <a:moveTo>
                      <a:pt x="83" y="16"/>
                    </a:moveTo>
                    <a:lnTo>
                      <a:pt x="83" y="16"/>
                    </a:lnTo>
                    <a:lnTo>
                      <a:pt x="69" y="29"/>
                    </a:lnTo>
                    <a:lnTo>
                      <a:pt x="57" y="41"/>
                    </a:lnTo>
                    <a:lnTo>
                      <a:pt x="46" y="54"/>
                    </a:lnTo>
                    <a:lnTo>
                      <a:pt x="37" y="71"/>
                    </a:lnTo>
                    <a:lnTo>
                      <a:pt x="30" y="87"/>
                    </a:lnTo>
                    <a:lnTo>
                      <a:pt x="25" y="103"/>
                    </a:lnTo>
                    <a:lnTo>
                      <a:pt x="22" y="122"/>
                    </a:lnTo>
                    <a:lnTo>
                      <a:pt x="21" y="140"/>
                    </a:lnTo>
                    <a:lnTo>
                      <a:pt x="21" y="140"/>
                    </a:lnTo>
                    <a:lnTo>
                      <a:pt x="21" y="156"/>
                    </a:lnTo>
                    <a:lnTo>
                      <a:pt x="23" y="171"/>
                    </a:lnTo>
                    <a:lnTo>
                      <a:pt x="27" y="186"/>
                    </a:lnTo>
                    <a:lnTo>
                      <a:pt x="33" y="199"/>
                    </a:lnTo>
                    <a:lnTo>
                      <a:pt x="40" y="213"/>
                    </a:lnTo>
                    <a:lnTo>
                      <a:pt x="46" y="226"/>
                    </a:lnTo>
                    <a:lnTo>
                      <a:pt x="56" y="237"/>
                    </a:lnTo>
                    <a:lnTo>
                      <a:pt x="65" y="248"/>
                    </a:lnTo>
                    <a:lnTo>
                      <a:pt x="76" y="259"/>
                    </a:lnTo>
                    <a:lnTo>
                      <a:pt x="88" y="267"/>
                    </a:lnTo>
                    <a:lnTo>
                      <a:pt x="101" y="275"/>
                    </a:lnTo>
                    <a:lnTo>
                      <a:pt x="114" y="282"/>
                    </a:lnTo>
                    <a:lnTo>
                      <a:pt x="128" y="287"/>
                    </a:lnTo>
                    <a:lnTo>
                      <a:pt x="143" y="290"/>
                    </a:lnTo>
                    <a:lnTo>
                      <a:pt x="157" y="293"/>
                    </a:lnTo>
                    <a:lnTo>
                      <a:pt x="174" y="294"/>
                    </a:lnTo>
                    <a:lnTo>
                      <a:pt x="174" y="294"/>
                    </a:lnTo>
                    <a:lnTo>
                      <a:pt x="193" y="293"/>
                    </a:lnTo>
                    <a:lnTo>
                      <a:pt x="210" y="289"/>
                    </a:lnTo>
                    <a:lnTo>
                      <a:pt x="227" y="285"/>
                    </a:lnTo>
                    <a:lnTo>
                      <a:pt x="243" y="276"/>
                    </a:lnTo>
                    <a:lnTo>
                      <a:pt x="258" y="268"/>
                    </a:lnTo>
                    <a:lnTo>
                      <a:pt x="273" y="257"/>
                    </a:lnTo>
                    <a:lnTo>
                      <a:pt x="285" y="247"/>
                    </a:lnTo>
                    <a:lnTo>
                      <a:pt x="296" y="233"/>
                    </a:lnTo>
                    <a:lnTo>
                      <a:pt x="312" y="245"/>
                    </a:lnTo>
                    <a:lnTo>
                      <a:pt x="312" y="245"/>
                    </a:lnTo>
                    <a:lnTo>
                      <a:pt x="298" y="260"/>
                    </a:lnTo>
                    <a:lnTo>
                      <a:pt x="285" y="274"/>
                    </a:lnTo>
                    <a:lnTo>
                      <a:pt x="268" y="285"/>
                    </a:lnTo>
                    <a:lnTo>
                      <a:pt x="252" y="295"/>
                    </a:lnTo>
                    <a:lnTo>
                      <a:pt x="233" y="303"/>
                    </a:lnTo>
                    <a:lnTo>
                      <a:pt x="214" y="309"/>
                    </a:lnTo>
                    <a:lnTo>
                      <a:pt x="194" y="312"/>
                    </a:lnTo>
                    <a:lnTo>
                      <a:pt x="174" y="313"/>
                    </a:lnTo>
                    <a:lnTo>
                      <a:pt x="174" y="313"/>
                    </a:lnTo>
                    <a:lnTo>
                      <a:pt x="156" y="313"/>
                    </a:lnTo>
                    <a:lnTo>
                      <a:pt x="138" y="310"/>
                    </a:lnTo>
                    <a:lnTo>
                      <a:pt x="122" y="306"/>
                    </a:lnTo>
                    <a:lnTo>
                      <a:pt x="106" y="299"/>
                    </a:lnTo>
                    <a:lnTo>
                      <a:pt x="91" y="293"/>
                    </a:lnTo>
                    <a:lnTo>
                      <a:pt x="76" y="285"/>
                    </a:lnTo>
                    <a:lnTo>
                      <a:pt x="64" y="274"/>
                    </a:lnTo>
                    <a:lnTo>
                      <a:pt x="52" y="263"/>
                    </a:lnTo>
                    <a:lnTo>
                      <a:pt x="40" y="251"/>
                    </a:lnTo>
                    <a:lnTo>
                      <a:pt x="30" y="237"/>
                    </a:lnTo>
                    <a:lnTo>
                      <a:pt x="21" y="222"/>
                    </a:lnTo>
                    <a:lnTo>
                      <a:pt x="14" y="207"/>
                    </a:lnTo>
                    <a:lnTo>
                      <a:pt x="8" y="191"/>
                    </a:lnTo>
                    <a:lnTo>
                      <a:pt x="4" y="175"/>
                    </a:lnTo>
                    <a:lnTo>
                      <a:pt x="2" y="159"/>
                    </a:lnTo>
                    <a:lnTo>
                      <a:pt x="0" y="140"/>
                    </a:lnTo>
                    <a:lnTo>
                      <a:pt x="0" y="140"/>
                    </a:lnTo>
                    <a:lnTo>
                      <a:pt x="2" y="119"/>
                    </a:lnTo>
                    <a:lnTo>
                      <a:pt x="6" y="99"/>
                    </a:lnTo>
                    <a:lnTo>
                      <a:pt x="11" y="79"/>
                    </a:lnTo>
                    <a:lnTo>
                      <a:pt x="19" y="61"/>
                    </a:lnTo>
                    <a:lnTo>
                      <a:pt x="30" y="44"/>
                    </a:lnTo>
                    <a:lnTo>
                      <a:pt x="42" y="27"/>
                    </a:lnTo>
                    <a:lnTo>
                      <a:pt x="56" y="14"/>
                    </a:lnTo>
                    <a:lnTo>
                      <a:pt x="71" y="0"/>
                    </a:lnTo>
                    <a:lnTo>
                      <a:pt x="83"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34" name="Freeform 130">
                <a:extLst>
                  <a:ext uri="{FF2B5EF4-FFF2-40B4-BE49-F238E27FC236}">
                    <a16:creationId xmlns:a16="http://schemas.microsoft.com/office/drawing/2014/main" id="{892F6ADF-6DE6-45FA-9D39-CFC6D37E2D11}"/>
                  </a:ext>
                </a:extLst>
              </p:cNvPr>
              <p:cNvSpPr>
                <a:spLocks noEditPoints="1"/>
              </p:cNvSpPr>
              <p:nvPr/>
            </p:nvSpPr>
            <p:spPr bwMode="auto">
              <a:xfrm>
                <a:off x="1947863" y="4314825"/>
                <a:ext cx="436563" cy="434975"/>
              </a:xfrm>
              <a:custGeom>
                <a:avLst/>
                <a:gdLst>
                  <a:gd name="T0" fmla="*/ 152 w 275"/>
                  <a:gd name="T1" fmla="*/ 1 h 274"/>
                  <a:gd name="T2" fmla="*/ 191 w 275"/>
                  <a:gd name="T3" fmla="*/ 10 h 274"/>
                  <a:gd name="T4" fmla="*/ 225 w 275"/>
                  <a:gd name="T5" fmla="*/ 32 h 274"/>
                  <a:gd name="T6" fmla="*/ 252 w 275"/>
                  <a:gd name="T7" fmla="*/ 61 h 274"/>
                  <a:gd name="T8" fmla="*/ 268 w 275"/>
                  <a:gd name="T9" fmla="*/ 97 h 274"/>
                  <a:gd name="T10" fmla="*/ 275 w 275"/>
                  <a:gd name="T11" fmla="*/ 138 h 274"/>
                  <a:gd name="T12" fmla="*/ 272 w 275"/>
                  <a:gd name="T13" fmla="*/ 165 h 274"/>
                  <a:gd name="T14" fmla="*/ 259 w 275"/>
                  <a:gd name="T15" fmla="*/ 203 h 274"/>
                  <a:gd name="T16" fmla="*/ 234 w 275"/>
                  <a:gd name="T17" fmla="*/ 235 h 274"/>
                  <a:gd name="T18" fmla="*/ 203 w 275"/>
                  <a:gd name="T19" fmla="*/ 258 h 274"/>
                  <a:gd name="T20" fmla="*/ 165 w 275"/>
                  <a:gd name="T21" fmla="*/ 272 h 274"/>
                  <a:gd name="T22" fmla="*/ 137 w 275"/>
                  <a:gd name="T23" fmla="*/ 274 h 274"/>
                  <a:gd name="T24" fmla="*/ 137 w 275"/>
                  <a:gd name="T25" fmla="*/ 269 h 274"/>
                  <a:gd name="T26" fmla="*/ 164 w 275"/>
                  <a:gd name="T27" fmla="*/ 266 h 274"/>
                  <a:gd name="T28" fmla="*/ 201 w 275"/>
                  <a:gd name="T29" fmla="*/ 253 h 274"/>
                  <a:gd name="T30" fmla="*/ 230 w 275"/>
                  <a:gd name="T31" fmla="*/ 230 h 274"/>
                  <a:gd name="T32" fmla="*/ 253 w 275"/>
                  <a:gd name="T33" fmla="*/ 200 h 274"/>
                  <a:gd name="T34" fmla="*/ 266 w 275"/>
                  <a:gd name="T35" fmla="*/ 163 h 274"/>
                  <a:gd name="T36" fmla="*/ 268 w 275"/>
                  <a:gd name="T37" fmla="*/ 138 h 274"/>
                  <a:gd name="T38" fmla="*/ 263 w 275"/>
                  <a:gd name="T39" fmla="*/ 98 h 274"/>
                  <a:gd name="T40" fmla="*/ 247 w 275"/>
                  <a:gd name="T41" fmla="*/ 65 h 274"/>
                  <a:gd name="T42" fmla="*/ 221 w 275"/>
                  <a:gd name="T43" fmla="*/ 36 h 274"/>
                  <a:gd name="T44" fmla="*/ 188 w 275"/>
                  <a:gd name="T45" fmla="*/ 17 h 274"/>
                  <a:gd name="T46" fmla="*/ 151 w 275"/>
                  <a:gd name="T47" fmla="*/ 8 h 274"/>
                  <a:gd name="T48" fmla="*/ 137 w 275"/>
                  <a:gd name="T49" fmla="*/ 0 h 274"/>
                  <a:gd name="T50" fmla="*/ 137 w 275"/>
                  <a:gd name="T51" fmla="*/ 274 h 274"/>
                  <a:gd name="T52" fmla="*/ 96 w 275"/>
                  <a:gd name="T53" fmla="*/ 269 h 274"/>
                  <a:gd name="T54" fmla="*/ 61 w 275"/>
                  <a:gd name="T55" fmla="*/ 251 h 274"/>
                  <a:gd name="T56" fmla="*/ 31 w 275"/>
                  <a:gd name="T57" fmla="*/ 224 h 274"/>
                  <a:gd name="T58" fmla="*/ 11 w 275"/>
                  <a:gd name="T59" fmla="*/ 191 h 274"/>
                  <a:gd name="T60" fmla="*/ 2 w 275"/>
                  <a:gd name="T61" fmla="*/ 151 h 274"/>
                  <a:gd name="T62" fmla="*/ 2 w 275"/>
                  <a:gd name="T63" fmla="*/ 123 h 274"/>
                  <a:gd name="T64" fmla="*/ 11 w 275"/>
                  <a:gd name="T65" fmla="*/ 84 h 274"/>
                  <a:gd name="T66" fmla="*/ 31 w 275"/>
                  <a:gd name="T67" fmla="*/ 50 h 274"/>
                  <a:gd name="T68" fmla="*/ 61 w 275"/>
                  <a:gd name="T69" fmla="*/ 24 h 274"/>
                  <a:gd name="T70" fmla="*/ 96 w 275"/>
                  <a:gd name="T71" fmla="*/ 6 h 274"/>
                  <a:gd name="T72" fmla="*/ 137 w 275"/>
                  <a:gd name="T73" fmla="*/ 0 h 274"/>
                  <a:gd name="T74" fmla="*/ 125 w 275"/>
                  <a:gd name="T75" fmla="*/ 8 h 274"/>
                  <a:gd name="T76" fmla="*/ 87 w 275"/>
                  <a:gd name="T77" fmla="*/ 17 h 274"/>
                  <a:gd name="T78" fmla="*/ 54 w 275"/>
                  <a:gd name="T79" fmla="*/ 36 h 274"/>
                  <a:gd name="T80" fmla="*/ 29 w 275"/>
                  <a:gd name="T81" fmla="*/ 65 h 274"/>
                  <a:gd name="T82" fmla="*/ 12 w 275"/>
                  <a:gd name="T83" fmla="*/ 98 h 274"/>
                  <a:gd name="T84" fmla="*/ 7 w 275"/>
                  <a:gd name="T85" fmla="*/ 138 h 274"/>
                  <a:gd name="T86" fmla="*/ 10 w 275"/>
                  <a:gd name="T87" fmla="*/ 163 h 274"/>
                  <a:gd name="T88" fmla="*/ 22 w 275"/>
                  <a:gd name="T89" fmla="*/ 200 h 274"/>
                  <a:gd name="T90" fmla="*/ 45 w 275"/>
                  <a:gd name="T91" fmla="*/ 230 h 274"/>
                  <a:gd name="T92" fmla="*/ 75 w 275"/>
                  <a:gd name="T93" fmla="*/ 253 h 274"/>
                  <a:gd name="T94" fmla="*/ 111 w 275"/>
                  <a:gd name="T95" fmla="*/ 266 h 274"/>
                  <a:gd name="T96" fmla="*/ 137 w 275"/>
                  <a:gd name="T97" fmla="*/ 27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5" h="274">
                    <a:moveTo>
                      <a:pt x="137" y="0"/>
                    </a:moveTo>
                    <a:lnTo>
                      <a:pt x="137" y="0"/>
                    </a:lnTo>
                    <a:lnTo>
                      <a:pt x="152" y="1"/>
                    </a:lnTo>
                    <a:lnTo>
                      <a:pt x="165" y="2"/>
                    </a:lnTo>
                    <a:lnTo>
                      <a:pt x="179" y="6"/>
                    </a:lnTo>
                    <a:lnTo>
                      <a:pt x="191" y="10"/>
                    </a:lnTo>
                    <a:lnTo>
                      <a:pt x="203" y="17"/>
                    </a:lnTo>
                    <a:lnTo>
                      <a:pt x="214" y="24"/>
                    </a:lnTo>
                    <a:lnTo>
                      <a:pt x="225" y="32"/>
                    </a:lnTo>
                    <a:lnTo>
                      <a:pt x="234" y="40"/>
                    </a:lnTo>
                    <a:lnTo>
                      <a:pt x="244" y="50"/>
                    </a:lnTo>
                    <a:lnTo>
                      <a:pt x="252" y="61"/>
                    </a:lnTo>
                    <a:lnTo>
                      <a:pt x="259" y="71"/>
                    </a:lnTo>
                    <a:lnTo>
                      <a:pt x="264" y="84"/>
                    </a:lnTo>
                    <a:lnTo>
                      <a:pt x="268" y="97"/>
                    </a:lnTo>
                    <a:lnTo>
                      <a:pt x="272" y="109"/>
                    </a:lnTo>
                    <a:lnTo>
                      <a:pt x="274" y="123"/>
                    </a:lnTo>
                    <a:lnTo>
                      <a:pt x="275" y="138"/>
                    </a:lnTo>
                    <a:lnTo>
                      <a:pt x="275" y="138"/>
                    </a:lnTo>
                    <a:lnTo>
                      <a:pt x="274" y="151"/>
                    </a:lnTo>
                    <a:lnTo>
                      <a:pt x="272" y="165"/>
                    </a:lnTo>
                    <a:lnTo>
                      <a:pt x="268" y="178"/>
                    </a:lnTo>
                    <a:lnTo>
                      <a:pt x="264" y="191"/>
                    </a:lnTo>
                    <a:lnTo>
                      <a:pt x="259" y="203"/>
                    </a:lnTo>
                    <a:lnTo>
                      <a:pt x="252" y="215"/>
                    </a:lnTo>
                    <a:lnTo>
                      <a:pt x="244" y="224"/>
                    </a:lnTo>
                    <a:lnTo>
                      <a:pt x="234" y="235"/>
                    </a:lnTo>
                    <a:lnTo>
                      <a:pt x="225" y="243"/>
                    </a:lnTo>
                    <a:lnTo>
                      <a:pt x="214" y="251"/>
                    </a:lnTo>
                    <a:lnTo>
                      <a:pt x="203" y="258"/>
                    </a:lnTo>
                    <a:lnTo>
                      <a:pt x="191" y="264"/>
                    </a:lnTo>
                    <a:lnTo>
                      <a:pt x="179" y="269"/>
                    </a:lnTo>
                    <a:lnTo>
                      <a:pt x="165" y="272"/>
                    </a:lnTo>
                    <a:lnTo>
                      <a:pt x="152" y="274"/>
                    </a:lnTo>
                    <a:lnTo>
                      <a:pt x="137" y="274"/>
                    </a:lnTo>
                    <a:lnTo>
                      <a:pt x="137" y="274"/>
                    </a:lnTo>
                    <a:lnTo>
                      <a:pt x="137" y="269"/>
                    </a:lnTo>
                    <a:lnTo>
                      <a:pt x="137" y="269"/>
                    </a:lnTo>
                    <a:lnTo>
                      <a:pt x="137" y="269"/>
                    </a:lnTo>
                    <a:lnTo>
                      <a:pt x="137" y="269"/>
                    </a:lnTo>
                    <a:lnTo>
                      <a:pt x="151" y="268"/>
                    </a:lnTo>
                    <a:lnTo>
                      <a:pt x="164" y="266"/>
                    </a:lnTo>
                    <a:lnTo>
                      <a:pt x="176" y="262"/>
                    </a:lnTo>
                    <a:lnTo>
                      <a:pt x="188" y="258"/>
                    </a:lnTo>
                    <a:lnTo>
                      <a:pt x="201" y="253"/>
                    </a:lnTo>
                    <a:lnTo>
                      <a:pt x="211" y="246"/>
                    </a:lnTo>
                    <a:lnTo>
                      <a:pt x="221" y="238"/>
                    </a:lnTo>
                    <a:lnTo>
                      <a:pt x="230" y="230"/>
                    </a:lnTo>
                    <a:lnTo>
                      <a:pt x="239" y="220"/>
                    </a:lnTo>
                    <a:lnTo>
                      <a:pt x="247" y="211"/>
                    </a:lnTo>
                    <a:lnTo>
                      <a:pt x="253" y="200"/>
                    </a:lnTo>
                    <a:lnTo>
                      <a:pt x="259" y="188"/>
                    </a:lnTo>
                    <a:lnTo>
                      <a:pt x="263" y="177"/>
                    </a:lnTo>
                    <a:lnTo>
                      <a:pt x="266" y="163"/>
                    </a:lnTo>
                    <a:lnTo>
                      <a:pt x="268" y="151"/>
                    </a:lnTo>
                    <a:lnTo>
                      <a:pt x="268" y="138"/>
                    </a:lnTo>
                    <a:lnTo>
                      <a:pt x="268" y="138"/>
                    </a:lnTo>
                    <a:lnTo>
                      <a:pt x="268" y="124"/>
                    </a:lnTo>
                    <a:lnTo>
                      <a:pt x="266" y="111"/>
                    </a:lnTo>
                    <a:lnTo>
                      <a:pt x="263" y="98"/>
                    </a:lnTo>
                    <a:lnTo>
                      <a:pt x="259" y="86"/>
                    </a:lnTo>
                    <a:lnTo>
                      <a:pt x="253" y="75"/>
                    </a:lnTo>
                    <a:lnTo>
                      <a:pt x="247" y="65"/>
                    </a:lnTo>
                    <a:lnTo>
                      <a:pt x="239" y="54"/>
                    </a:lnTo>
                    <a:lnTo>
                      <a:pt x="230" y="44"/>
                    </a:lnTo>
                    <a:lnTo>
                      <a:pt x="221" y="36"/>
                    </a:lnTo>
                    <a:lnTo>
                      <a:pt x="211" y="29"/>
                    </a:lnTo>
                    <a:lnTo>
                      <a:pt x="201" y="23"/>
                    </a:lnTo>
                    <a:lnTo>
                      <a:pt x="188" y="17"/>
                    </a:lnTo>
                    <a:lnTo>
                      <a:pt x="176" y="12"/>
                    </a:lnTo>
                    <a:lnTo>
                      <a:pt x="164" y="9"/>
                    </a:lnTo>
                    <a:lnTo>
                      <a:pt x="151" y="8"/>
                    </a:lnTo>
                    <a:lnTo>
                      <a:pt x="137" y="6"/>
                    </a:lnTo>
                    <a:lnTo>
                      <a:pt x="137" y="6"/>
                    </a:lnTo>
                    <a:lnTo>
                      <a:pt x="137" y="0"/>
                    </a:lnTo>
                    <a:lnTo>
                      <a:pt x="137" y="0"/>
                    </a:lnTo>
                    <a:close/>
                    <a:moveTo>
                      <a:pt x="137" y="274"/>
                    </a:moveTo>
                    <a:lnTo>
                      <a:pt x="137" y="274"/>
                    </a:lnTo>
                    <a:lnTo>
                      <a:pt x="123" y="274"/>
                    </a:lnTo>
                    <a:lnTo>
                      <a:pt x="110" y="272"/>
                    </a:lnTo>
                    <a:lnTo>
                      <a:pt x="96" y="269"/>
                    </a:lnTo>
                    <a:lnTo>
                      <a:pt x="84" y="264"/>
                    </a:lnTo>
                    <a:lnTo>
                      <a:pt x="72" y="258"/>
                    </a:lnTo>
                    <a:lnTo>
                      <a:pt x="61" y="251"/>
                    </a:lnTo>
                    <a:lnTo>
                      <a:pt x="50" y="243"/>
                    </a:lnTo>
                    <a:lnTo>
                      <a:pt x="41" y="235"/>
                    </a:lnTo>
                    <a:lnTo>
                      <a:pt x="31" y="224"/>
                    </a:lnTo>
                    <a:lnTo>
                      <a:pt x="23" y="215"/>
                    </a:lnTo>
                    <a:lnTo>
                      <a:pt x="16" y="203"/>
                    </a:lnTo>
                    <a:lnTo>
                      <a:pt x="11" y="191"/>
                    </a:lnTo>
                    <a:lnTo>
                      <a:pt x="7" y="178"/>
                    </a:lnTo>
                    <a:lnTo>
                      <a:pt x="3" y="165"/>
                    </a:lnTo>
                    <a:lnTo>
                      <a:pt x="2" y="151"/>
                    </a:lnTo>
                    <a:lnTo>
                      <a:pt x="0" y="138"/>
                    </a:lnTo>
                    <a:lnTo>
                      <a:pt x="0" y="138"/>
                    </a:lnTo>
                    <a:lnTo>
                      <a:pt x="2" y="123"/>
                    </a:lnTo>
                    <a:lnTo>
                      <a:pt x="3" y="109"/>
                    </a:lnTo>
                    <a:lnTo>
                      <a:pt x="7" y="97"/>
                    </a:lnTo>
                    <a:lnTo>
                      <a:pt x="11" y="84"/>
                    </a:lnTo>
                    <a:lnTo>
                      <a:pt x="16" y="71"/>
                    </a:lnTo>
                    <a:lnTo>
                      <a:pt x="23" y="61"/>
                    </a:lnTo>
                    <a:lnTo>
                      <a:pt x="31" y="50"/>
                    </a:lnTo>
                    <a:lnTo>
                      <a:pt x="41" y="40"/>
                    </a:lnTo>
                    <a:lnTo>
                      <a:pt x="50" y="32"/>
                    </a:lnTo>
                    <a:lnTo>
                      <a:pt x="61" y="24"/>
                    </a:lnTo>
                    <a:lnTo>
                      <a:pt x="72" y="17"/>
                    </a:lnTo>
                    <a:lnTo>
                      <a:pt x="84" y="10"/>
                    </a:lnTo>
                    <a:lnTo>
                      <a:pt x="96" y="6"/>
                    </a:lnTo>
                    <a:lnTo>
                      <a:pt x="110" y="2"/>
                    </a:lnTo>
                    <a:lnTo>
                      <a:pt x="123" y="1"/>
                    </a:lnTo>
                    <a:lnTo>
                      <a:pt x="137" y="0"/>
                    </a:lnTo>
                    <a:lnTo>
                      <a:pt x="137" y="6"/>
                    </a:lnTo>
                    <a:lnTo>
                      <a:pt x="137" y="6"/>
                    </a:lnTo>
                    <a:lnTo>
                      <a:pt x="125" y="8"/>
                    </a:lnTo>
                    <a:lnTo>
                      <a:pt x="111" y="9"/>
                    </a:lnTo>
                    <a:lnTo>
                      <a:pt x="99" y="12"/>
                    </a:lnTo>
                    <a:lnTo>
                      <a:pt x="87" y="17"/>
                    </a:lnTo>
                    <a:lnTo>
                      <a:pt x="75" y="23"/>
                    </a:lnTo>
                    <a:lnTo>
                      <a:pt x="64" y="29"/>
                    </a:lnTo>
                    <a:lnTo>
                      <a:pt x="54" y="36"/>
                    </a:lnTo>
                    <a:lnTo>
                      <a:pt x="45" y="44"/>
                    </a:lnTo>
                    <a:lnTo>
                      <a:pt x="37" y="54"/>
                    </a:lnTo>
                    <a:lnTo>
                      <a:pt x="29" y="65"/>
                    </a:lnTo>
                    <a:lnTo>
                      <a:pt x="22" y="75"/>
                    </a:lnTo>
                    <a:lnTo>
                      <a:pt x="16" y="86"/>
                    </a:lnTo>
                    <a:lnTo>
                      <a:pt x="12" y="98"/>
                    </a:lnTo>
                    <a:lnTo>
                      <a:pt x="10" y="111"/>
                    </a:lnTo>
                    <a:lnTo>
                      <a:pt x="7" y="124"/>
                    </a:lnTo>
                    <a:lnTo>
                      <a:pt x="7" y="138"/>
                    </a:lnTo>
                    <a:lnTo>
                      <a:pt x="7" y="138"/>
                    </a:lnTo>
                    <a:lnTo>
                      <a:pt x="7" y="151"/>
                    </a:lnTo>
                    <a:lnTo>
                      <a:pt x="10" y="163"/>
                    </a:lnTo>
                    <a:lnTo>
                      <a:pt x="12" y="177"/>
                    </a:lnTo>
                    <a:lnTo>
                      <a:pt x="16" y="188"/>
                    </a:lnTo>
                    <a:lnTo>
                      <a:pt x="22" y="200"/>
                    </a:lnTo>
                    <a:lnTo>
                      <a:pt x="29" y="211"/>
                    </a:lnTo>
                    <a:lnTo>
                      <a:pt x="37" y="220"/>
                    </a:lnTo>
                    <a:lnTo>
                      <a:pt x="45" y="230"/>
                    </a:lnTo>
                    <a:lnTo>
                      <a:pt x="54" y="238"/>
                    </a:lnTo>
                    <a:lnTo>
                      <a:pt x="64" y="246"/>
                    </a:lnTo>
                    <a:lnTo>
                      <a:pt x="75" y="253"/>
                    </a:lnTo>
                    <a:lnTo>
                      <a:pt x="87" y="258"/>
                    </a:lnTo>
                    <a:lnTo>
                      <a:pt x="99" y="262"/>
                    </a:lnTo>
                    <a:lnTo>
                      <a:pt x="111" y="266"/>
                    </a:lnTo>
                    <a:lnTo>
                      <a:pt x="125" y="268"/>
                    </a:lnTo>
                    <a:lnTo>
                      <a:pt x="137" y="269"/>
                    </a:lnTo>
                    <a:lnTo>
                      <a:pt x="137" y="27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35" name="Freeform 131">
                <a:extLst>
                  <a:ext uri="{FF2B5EF4-FFF2-40B4-BE49-F238E27FC236}">
                    <a16:creationId xmlns:a16="http://schemas.microsoft.com/office/drawing/2014/main" id="{7F5A2666-B9A5-441C-9BFB-73C3B475A14F}"/>
                  </a:ext>
                </a:extLst>
              </p:cNvPr>
              <p:cNvSpPr>
                <a:spLocks/>
              </p:cNvSpPr>
              <p:nvPr/>
            </p:nvSpPr>
            <p:spPr bwMode="auto">
              <a:xfrm>
                <a:off x="1941513" y="4322763"/>
                <a:ext cx="434975" cy="423863"/>
              </a:xfrm>
              <a:custGeom>
                <a:avLst/>
                <a:gdLst>
                  <a:gd name="T0" fmla="*/ 199 w 274"/>
                  <a:gd name="T1" fmla="*/ 18 h 267"/>
                  <a:gd name="T2" fmla="*/ 203 w 274"/>
                  <a:gd name="T3" fmla="*/ 37 h 267"/>
                  <a:gd name="T4" fmla="*/ 214 w 274"/>
                  <a:gd name="T5" fmla="*/ 35 h 267"/>
                  <a:gd name="T6" fmla="*/ 221 w 274"/>
                  <a:gd name="T7" fmla="*/ 43 h 267"/>
                  <a:gd name="T8" fmla="*/ 238 w 274"/>
                  <a:gd name="T9" fmla="*/ 56 h 267"/>
                  <a:gd name="T10" fmla="*/ 257 w 274"/>
                  <a:gd name="T11" fmla="*/ 80 h 267"/>
                  <a:gd name="T12" fmla="*/ 251 w 274"/>
                  <a:gd name="T13" fmla="*/ 91 h 267"/>
                  <a:gd name="T14" fmla="*/ 256 w 274"/>
                  <a:gd name="T15" fmla="*/ 93 h 267"/>
                  <a:gd name="T16" fmla="*/ 262 w 274"/>
                  <a:gd name="T17" fmla="*/ 85 h 267"/>
                  <a:gd name="T18" fmla="*/ 264 w 274"/>
                  <a:gd name="T19" fmla="*/ 93 h 267"/>
                  <a:gd name="T20" fmla="*/ 259 w 274"/>
                  <a:gd name="T21" fmla="*/ 110 h 267"/>
                  <a:gd name="T22" fmla="*/ 247 w 274"/>
                  <a:gd name="T23" fmla="*/ 112 h 267"/>
                  <a:gd name="T24" fmla="*/ 232 w 274"/>
                  <a:gd name="T25" fmla="*/ 127 h 267"/>
                  <a:gd name="T26" fmla="*/ 220 w 274"/>
                  <a:gd name="T27" fmla="*/ 141 h 267"/>
                  <a:gd name="T28" fmla="*/ 202 w 274"/>
                  <a:gd name="T29" fmla="*/ 154 h 267"/>
                  <a:gd name="T30" fmla="*/ 209 w 274"/>
                  <a:gd name="T31" fmla="*/ 183 h 267"/>
                  <a:gd name="T32" fmla="*/ 218 w 274"/>
                  <a:gd name="T33" fmla="*/ 214 h 267"/>
                  <a:gd name="T34" fmla="*/ 210 w 274"/>
                  <a:gd name="T35" fmla="*/ 237 h 267"/>
                  <a:gd name="T36" fmla="*/ 226 w 274"/>
                  <a:gd name="T37" fmla="*/ 228 h 267"/>
                  <a:gd name="T38" fmla="*/ 247 w 274"/>
                  <a:gd name="T39" fmla="*/ 192 h 267"/>
                  <a:gd name="T40" fmla="*/ 264 w 274"/>
                  <a:gd name="T41" fmla="*/ 141 h 267"/>
                  <a:gd name="T42" fmla="*/ 274 w 274"/>
                  <a:gd name="T43" fmla="*/ 115 h 267"/>
                  <a:gd name="T44" fmla="*/ 155 w 274"/>
                  <a:gd name="T45" fmla="*/ 267 h 267"/>
                  <a:gd name="T46" fmla="*/ 178 w 274"/>
                  <a:gd name="T47" fmla="*/ 246 h 267"/>
                  <a:gd name="T48" fmla="*/ 153 w 274"/>
                  <a:gd name="T49" fmla="*/ 245 h 267"/>
                  <a:gd name="T50" fmla="*/ 145 w 274"/>
                  <a:gd name="T51" fmla="*/ 252 h 267"/>
                  <a:gd name="T52" fmla="*/ 125 w 274"/>
                  <a:gd name="T53" fmla="*/ 248 h 267"/>
                  <a:gd name="T54" fmla="*/ 99 w 274"/>
                  <a:gd name="T55" fmla="*/ 249 h 267"/>
                  <a:gd name="T56" fmla="*/ 121 w 274"/>
                  <a:gd name="T57" fmla="*/ 267 h 267"/>
                  <a:gd name="T58" fmla="*/ 0 w 274"/>
                  <a:gd name="T59" fmla="*/ 129 h 267"/>
                  <a:gd name="T60" fmla="*/ 62 w 274"/>
                  <a:gd name="T61" fmla="*/ 26 h 267"/>
                  <a:gd name="T62" fmla="*/ 19 w 274"/>
                  <a:gd name="T63" fmla="*/ 87 h 267"/>
                  <a:gd name="T64" fmla="*/ 31 w 274"/>
                  <a:gd name="T65" fmla="*/ 84 h 267"/>
                  <a:gd name="T66" fmla="*/ 50 w 274"/>
                  <a:gd name="T67" fmla="*/ 91 h 267"/>
                  <a:gd name="T68" fmla="*/ 60 w 274"/>
                  <a:gd name="T69" fmla="*/ 88 h 267"/>
                  <a:gd name="T70" fmla="*/ 46 w 274"/>
                  <a:gd name="T71" fmla="*/ 106 h 267"/>
                  <a:gd name="T72" fmla="*/ 35 w 274"/>
                  <a:gd name="T73" fmla="*/ 122 h 267"/>
                  <a:gd name="T74" fmla="*/ 45 w 274"/>
                  <a:gd name="T75" fmla="*/ 157 h 267"/>
                  <a:gd name="T76" fmla="*/ 54 w 274"/>
                  <a:gd name="T77" fmla="*/ 180 h 267"/>
                  <a:gd name="T78" fmla="*/ 87 w 274"/>
                  <a:gd name="T79" fmla="*/ 210 h 267"/>
                  <a:gd name="T80" fmla="*/ 95 w 274"/>
                  <a:gd name="T81" fmla="*/ 188 h 267"/>
                  <a:gd name="T82" fmla="*/ 98 w 274"/>
                  <a:gd name="T83" fmla="*/ 169 h 267"/>
                  <a:gd name="T84" fmla="*/ 104 w 274"/>
                  <a:gd name="T85" fmla="*/ 137 h 267"/>
                  <a:gd name="T86" fmla="*/ 117 w 274"/>
                  <a:gd name="T87" fmla="*/ 122 h 267"/>
                  <a:gd name="T88" fmla="*/ 152 w 274"/>
                  <a:gd name="T89" fmla="*/ 125 h 267"/>
                  <a:gd name="T90" fmla="*/ 165 w 274"/>
                  <a:gd name="T91" fmla="*/ 106 h 267"/>
                  <a:gd name="T92" fmla="*/ 161 w 274"/>
                  <a:gd name="T93" fmla="*/ 81 h 267"/>
                  <a:gd name="T94" fmla="*/ 134 w 274"/>
                  <a:gd name="T95" fmla="*/ 58 h 267"/>
                  <a:gd name="T96" fmla="*/ 111 w 274"/>
                  <a:gd name="T97" fmla="*/ 57 h 267"/>
                  <a:gd name="T98" fmla="*/ 92 w 274"/>
                  <a:gd name="T99" fmla="*/ 68 h 267"/>
                  <a:gd name="T100" fmla="*/ 69 w 274"/>
                  <a:gd name="T101" fmla="*/ 64 h 267"/>
                  <a:gd name="T102" fmla="*/ 73 w 274"/>
                  <a:gd name="T103" fmla="*/ 56 h 267"/>
                  <a:gd name="T104" fmla="*/ 80 w 274"/>
                  <a:gd name="T105" fmla="*/ 45 h 267"/>
                  <a:gd name="T106" fmla="*/ 81 w 274"/>
                  <a:gd name="T107" fmla="*/ 38 h 267"/>
                  <a:gd name="T108" fmla="*/ 96 w 274"/>
                  <a:gd name="T109" fmla="*/ 49 h 267"/>
                  <a:gd name="T110" fmla="*/ 119 w 274"/>
                  <a:gd name="T111" fmla="*/ 47 h 267"/>
                  <a:gd name="T112" fmla="*/ 137 w 274"/>
                  <a:gd name="T113" fmla="*/ 45 h 267"/>
                  <a:gd name="T114" fmla="*/ 141 w 274"/>
                  <a:gd name="T115" fmla="*/ 28 h 267"/>
                  <a:gd name="T116" fmla="*/ 161 w 274"/>
                  <a:gd name="T117" fmla="*/ 22 h 267"/>
                  <a:gd name="T118" fmla="*/ 132 w 274"/>
                  <a:gd name="T119" fmla="*/ 8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74" h="267">
                    <a:moveTo>
                      <a:pt x="161" y="1"/>
                    </a:moveTo>
                    <a:lnTo>
                      <a:pt x="161" y="1"/>
                    </a:lnTo>
                    <a:lnTo>
                      <a:pt x="169" y="3"/>
                    </a:lnTo>
                    <a:lnTo>
                      <a:pt x="178" y="5"/>
                    </a:lnTo>
                    <a:lnTo>
                      <a:pt x="188" y="8"/>
                    </a:lnTo>
                    <a:lnTo>
                      <a:pt x="201" y="14"/>
                    </a:lnTo>
                    <a:lnTo>
                      <a:pt x="214" y="22"/>
                    </a:lnTo>
                    <a:lnTo>
                      <a:pt x="226" y="31"/>
                    </a:lnTo>
                    <a:lnTo>
                      <a:pt x="238" y="43"/>
                    </a:lnTo>
                    <a:lnTo>
                      <a:pt x="238" y="43"/>
                    </a:lnTo>
                    <a:lnTo>
                      <a:pt x="234" y="39"/>
                    </a:lnTo>
                    <a:lnTo>
                      <a:pt x="225" y="31"/>
                    </a:lnTo>
                    <a:lnTo>
                      <a:pt x="213" y="22"/>
                    </a:lnTo>
                    <a:lnTo>
                      <a:pt x="206" y="19"/>
                    </a:lnTo>
                    <a:lnTo>
                      <a:pt x="199" y="18"/>
                    </a:lnTo>
                    <a:lnTo>
                      <a:pt x="197" y="19"/>
                    </a:lnTo>
                    <a:lnTo>
                      <a:pt x="197" y="19"/>
                    </a:lnTo>
                    <a:lnTo>
                      <a:pt x="198" y="22"/>
                    </a:lnTo>
                    <a:lnTo>
                      <a:pt x="198" y="22"/>
                    </a:lnTo>
                    <a:lnTo>
                      <a:pt x="199" y="24"/>
                    </a:lnTo>
                    <a:lnTo>
                      <a:pt x="199" y="24"/>
                    </a:lnTo>
                    <a:lnTo>
                      <a:pt x="199" y="27"/>
                    </a:lnTo>
                    <a:lnTo>
                      <a:pt x="201" y="30"/>
                    </a:lnTo>
                    <a:lnTo>
                      <a:pt x="201" y="30"/>
                    </a:lnTo>
                    <a:lnTo>
                      <a:pt x="202" y="30"/>
                    </a:lnTo>
                    <a:lnTo>
                      <a:pt x="202" y="30"/>
                    </a:lnTo>
                    <a:lnTo>
                      <a:pt x="203" y="33"/>
                    </a:lnTo>
                    <a:lnTo>
                      <a:pt x="203" y="33"/>
                    </a:lnTo>
                    <a:lnTo>
                      <a:pt x="203" y="34"/>
                    </a:lnTo>
                    <a:lnTo>
                      <a:pt x="203" y="37"/>
                    </a:lnTo>
                    <a:lnTo>
                      <a:pt x="203" y="39"/>
                    </a:lnTo>
                    <a:lnTo>
                      <a:pt x="206" y="39"/>
                    </a:lnTo>
                    <a:lnTo>
                      <a:pt x="206" y="39"/>
                    </a:lnTo>
                    <a:lnTo>
                      <a:pt x="209" y="39"/>
                    </a:lnTo>
                    <a:lnTo>
                      <a:pt x="209" y="39"/>
                    </a:lnTo>
                    <a:lnTo>
                      <a:pt x="210" y="38"/>
                    </a:lnTo>
                    <a:lnTo>
                      <a:pt x="210" y="38"/>
                    </a:lnTo>
                    <a:lnTo>
                      <a:pt x="207" y="35"/>
                    </a:lnTo>
                    <a:lnTo>
                      <a:pt x="207" y="35"/>
                    </a:lnTo>
                    <a:lnTo>
                      <a:pt x="207" y="35"/>
                    </a:lnTo>
                    <a:lnTo>
                      <a:pt x="207" y="35"/>
                    </a:lnTo>
                    <a:lnTo>
                      <a:pt x="209" y="34"/>
                    </a:lnTo>
                    <a:lnTo>
                      <a:pt x="210" y="33"/>
                    </a:lnTo>
                    <a:lnTo>
                      <a:pt x="210" y="33"/>
                    </a:lnTo>
                    <a:lnTo>
                      <a:pt x="214" y="35"/>
                    </a:lnTo>
                    <a:lnTo>
                      <a:pt x="215" y="37"/>
                    </a:lnTo>
                    <a:lnTo>
                      <a:pt x="215" y="37"/>
                    </a:lnTo>
                    <a:lnTo>
                      <a:pt x="217" y="39"/>
                    </a:lnTo>
                    <a:lnTo>
                      <a:pt x="217" y="39"/>
                    </a:lnTo>
                    <a:lnTo>
                      <a:pt x="215" y="41"/>
                    </a:lnTo>
                    <a:lnTo>
                      <a:pt x="215" y="41"/>
                    </a:lnTo>
                    <a:lnTo>
                      <a:pt x="214" y="42"/>
                    </a:lnTo>
                    <a:lnTo>
                      <a:pt x="214" y="42"/>
                    </a:lnTo>
                    <a:lnTo>
                      <a:pt x="215" y="45"/>
                    </a:lnTo>
                    <a:lnTo>
                      <a:pt x="215" y="45"/>
                    </a:lnTo>
                    <a:lnTo>
                      <a:pt x="215" y="45"/>
                    </a:lnTo>
                    <a:lnTo>
                      <a:pt x="217" y="45"/>
                    </a:lnTo>
                    <a:lnTo>
                      <a:pt x="217" y="45"/>
                    </a:lnTo>
                    <a:lnTo>
                      <a:pt x="221" y="43"/>
                    </a:lnTo>
                    <a:lnTo>
                      <a:pt x="221" y="43"/>
                    </a:lnTo>
                    <a:lnTo>
                      <a:pt x="224" y="43"/>
                    </a:lnTo>
                    <a:lnTo>
                      <a:pt x="224" y="43"/>
                    </a:lnTo>
                    <a:lnTo>
                      <a:pt x="225" y="45"/>
                    </a:lnTo>
                    <a:lnTo>
                      <a:pt x="225" y="45"/>
                    </a:lnTo>
                    <a:lnTo>
                      <a:pt x="229" y="47"/>
                    </a:lnTo>
                    <a:lnTo>
                      <a:pt x="229" y="47"/>
                    </a:lnTo>
                    <a:lnTo>
                      <a:pt x="230" y="47"/>
                    </a:lnTo>
                    <a:lnTo>
                      <a:pt x="230" y="47"/>
                    </a:lnTo>
                    <a:lnTo>
                      <a:pt x="232" y="51"/>
                    </a:lnTo>
                    <a:lnTo>
                      <a:pt x="232" y="51"/>
                    </a:lnTo>
                    <a:lnTo>
                      <a:pt x="234" y="53"/>
                    </a:lnTo>
                    <a:lnTo>
                      <a:pt x="234" y="53"/>
                    </a:lnTo>
                    <a:lnTo>
                      <a:pt x="237" y="54"/>
                    </a:lnTo>
                    <a:lnTo>
                      <a:pt x="238" y="56"/>
                    </a:lnTo>
                    <a:lnTo>
                      <a:pt x="238" y="56"/>
                    </a:lnTo>
                    <a:lnTo>
                      <a:pt x="240" y="58"/>
                    </a:lnTo>
                    <a:lnTo>
                      <a:pt x="240" y="58"/>
                    </a:lnTo>
                    <a:lnTo>
                      <a:pt x="245" y="62"/>
                    </a:lnTo>
                    <a:lnTo>
                      <a:pt x="245" y="62"/>
                    </a:lnTo>
                    <a:lnTo>
                      <a:pt x="248" y="65"/>
                    </a:lnTo>
                    <a:lnTo>
                      <a:pt x="248" y="65"/>
                    </a:lnTo>
                    <a:lnTo>
                      <a:pt x="248" y="69"/>
                    </a:lnTo>
                    <a:lnTo>
                      <a:pt x="248" y="69"/>
                    </a:lnTo>
                    <a:lnTo>
                      <a:pt x="249" y="73"/>
                    </a:lnTo>
                    <a:lnTo>
                      <a:pt x="249" y="73"/>
                    </a:lnTo>
                    <a:lnTo>
                      <a:pt x="251" y="76"/>
                    </a:lnTo>
                    <a:lnTo>
                      <a:pt x="251" y="76"/>
                    </a:lnTo>
                    <a:lnTo>
                      <a:pt x="253" y="77"/>
                    </a:lnTo>
                    <a:lnTo>
                      <a:pt x="253" y="77"/>
                    </a:lnTo>
                    <a:lnTo>
                      <a:pt x="257" y="80"/>
                    </a:lnTo>
                    <a:lnTo>
                      <a:pt x="257" y="80"/>
                    </a:lnTo>
                    <a:lnTo>
                      <a:pt x="259" y="81"/>
                    </a:lnTo>
                    <a:lnTo>
                      <a:pt x="259" y="83"/>
                    </a:lnTo>
                    <a:lnTo>
                      <a:pt x="259" y="83"/>
                    </a:lnTo>
                    <a:lnTo>
                      <a:pt x="257" y="84"/>
                    </a:lnTo>
                    <a:lnTo>
                      <a:pt x="257" y="84"/>
                    </a:lnTo>
                    <a:lnTo>
                      <a:pt x="255" y="84"/>
                    </a:lnTo>
                    <a:lnTo>
                      <a:pt x="255" y="84"/>
                    </a:lnTo>
                    <a:lnTo>
                      <a:pt x="255" y="87"/>
                    </a:lnTo>
                    <a:lnTo>
                      <a:pt x="255" y="87"/>
                    </a:lnTo>
                    <a:lnTo>
                      <a:pt x="255" y="88"/>
                    </a:lnTo>
                    <a:lnTo>
                      <a:pt x="255" y="89"/>
                    </a:lnTo>
                    <a:lnTo>
                      <a:pt x="255" y="89"/>
                    </a:lnTo>
                    <a:lnTo>
                      <a:pt x="252" y="91"/>
                    </a:lnTo>
                    <a:lnTo>
                      <a:pt x="251" y="91"/>
                    </a:lnTo>
                    <a:lnTo>
                      <a:pt x="248" y="92"/>
                    </a:lnTo>
                    <a:lnTo>
                      <a:pt x="247" y="93"/>
                    </a:lnTo>
                    <a:lnTo>
                      <a:pt x="247" y="93"/>
                    </a:lnTo>
                    <a:lnTo>
                      <a:pt x="247" y="95"/>
                    </a:lnTo>
                    <a:lnTo>
                      <a:pt x="247" y="95"/>
                    </a:lnTo>
                    <a:lnTo>
                      <a:pt x="249" y="96"/>
                    </a:lnTo>
                    <a:lnTo>
                      <a:pt x="249" y="96"/>
                    </a:lnTo>
                    <a:lnTo>
                      <a:pt x="249" y="95"/>
                    </a:lnTo>
                    <a:lnTo>
                      <a:pt x="249" y="95"/>
                    </a:lnTo>
                    <a:lnTo>
                      <a:pt x="249" y="93"/>
                    </a:lnTo>
                    <a:lnTo>
                      <a:pt x="251" y="93"/>
                    </a:lnTo>
                    <a:lnTo>
                      <a:pt x="251" y="93"/>
                    </a:lnTo>
                    <a:lnTo>
                      <a:pt x="253" y="93"/>
                    </a:lnTo>
                    <a:lnTo>
                      <a:pt x="253" y="93"/>
                    </a:lnTo>
                    <a:lnTo>
                      <a:pt x="256" y="93"/>
                    </a:lnTo>
                    <a:lnTo>
                      <a:pt x="256" y="93"/>
                    </a:lnTo>
                    <a:lnTo>
                      <a:pt x="256" y="92"/>
                    </a:lnTo>
                    <a:lnTo>
                      <a:pt x="256" y="92"/>
                    </a:lnTo>
                    <a:lnTo>
                      <a:pt x="256" y="92"/>
                    </a:lnTo>
                    <a:lnTo>
                      <a:pt x="256" y="89"/>
                    </a:lnTo>
                    <a:lnTo>
                      <a:pt x="256" y="89"/>
                    </a:lnTo>
                    <a:lnTo>
                      <a:pt x="257" y="87"/>
                    </a:lnTo>
                    <a:lnTo>
                      <a:pt x="257" y="87"/>
                    </a:lnTo>
                    <a:lnTo>
                      <a:pt x="257" y="88"/>
                    </a:lnTo>
                    <a:lnTo>
                      <a:pt x="259" y="87"/>
                    </a:lnTo>
                    <a:lnTo>
                      <a:pt x="259" y="87"/>
                    </a:lnTo>
                    <a:lnTo>
                      <a:pt x="260" y="85"/>
                    </a:lnTo>
                    <a:lnTo>
                      <a:pt x="260" y="85"/>
                    </a:lnTo>
                    <a:lnTo>
                      <a:pt x="262" y="85"/>
                    </a:lnTo>
                    <a:lnTo>
                      <a:pt x="262" y="85"/>
                    </a:lnTo>
                    <a:lnTo>
                      <a:pt x="262" y="85"/>
                    </a:lnTo>
                    <a:lnTo>
                      <a:pt x="262" y="83"/>
                    </a:lnTo>
                    <a:lnTo>
                      <a:pt x="262" y="83"/>
                    </a:lnTo>
                    <a:lnTo>
                      <a:pt x="260" y="80"/>
                    </a:lnTo>
                    <a:lnTo>
                      <a:pt x="260" y="80"/>
                    </a:lnTo>
                    <a:lnTo>
                      <a:pt x="260" y="75"/>
                    </a:lnTo>
                    <a:lnTo>
                      <a:pt x="260" y="75"/>
                    </a:lnTo>
                    <a:lnTo>
                      <a:pt x="263" y="80"/>
                    </a:lnTo>
                    <a:lnTo>
                      <a:pt x="266" y="89"/>
                    </a:lnTo>
                    <a:lnTo>
                      <a:pt x="266" y="89"/>
                    </a:lnTo>
                    <a:lnTo>
                      <a:pt x="264" y="89"/>
                    </a:lnTo>
                    <a:lnTo>
                      <a:pt x="264" y="91"/>
                    </a:lnTo>
                    <a:lnTo>
                      <a:pt x="264" y="91"/>
                    </a:lnTo>
                    <a:lnTo>
                      <a:pt x="264" y="93"/>
                    </a:lnTo>
                    <a:lnTo>
                      <a:pt x="264" y="93"/>
                    </a:lnTo>
                    <a:lnTo>
                      <a:pt x="264" y="98"/>
                    </a:lnTo>
                    <a:lnTo>
                      <a:pt x="264" y="98"/>
                    </a:lnTo>
                    <a:lnTo>
                      <a:pt x="264" y="103"/>
                    </a:lnTo>
                    <a:lnTo>
                      <a:pt x="264" y="103"/>
                    </a:lnTo>
                    <a:lnTo>
                      <a:pt x="264" y="107"/>
                    </a:lnTo>
                    <a:lnTo>
                      <a:pt x="264" y="107"/>
                    </a:lnTo>
                    <a:lnTo>
                      <a:pt x="264" y="112"/>
                    </a:lnTo>
                    <a:lnTo>
                      <a:pt x="264" y="112"/>
                    </a:lnTo>
                    <a:lnTo>
                      <a:pt x="263" y="114"/>
                    </a:lnTo>
                    <a:lnTo>
                      <a:pt x="263" y="114"/>
                    </a:lnTo>
                    <a:lnTo>
                      <a:pt x="263" y="115"/>
                    </a:lnTo>
                    <a:lnTo>
                      <a:pt x="262" y="114"/>
                    </a:lnTo>
                    <a:lnTo>
                      <a:pt x="262" y="114"/>
                    </a:lnTo>
                    <a:lnTo>
                      <a:pt x="260" y="110"/>
                    </a:lnTo>
                    <a:lnTo>
                      <a:pt x="259" y="110"/>
                    </a:lnTo>
                    <a:lnTo>
                      <a:pt x="259" y="110"/>
                    </a:lnTo>
                    <a:lnTo>
                      <a:pt x="259" y="108"/>
                    </a:lnTo>
                    <a:lnTo>
                      <a:pt x="256" y="108"/>
                    </a:lnTo>
                    <a:lnTo>
                      <a:pt x="256" y="108"/>
                    </a:lnTo>
                    <a:lnTo>
                      <a:pt x="255" y="108"/>
                    </a:lnTo>
                    <a:lnTo>
                      <a:pt x="253" y="108"/>
                    </a:lnTo>
                    <a:lnTo>
                      <a:pt x="253" y="108"/>
                    </a:lnTo>
                    <a:lnTo>
                      <a:pt x="253" y="111"/>
                    </a:lnTo>
                    <a:lnTo>
                      <a:pt x="253" y="112"/>
                    </a:lnTo>
                    <a:lnTo>
                      <a:pt x="253" y="112"/>
                    </a:lnTo>
                    <a:lnTo>
                      <a:pt x="248" y="111"/>
                    </a:lnTo>
                    <a:lnTo>
                      <a:pt x="248" y="111"/>
                    </a:lnTo>
                    <a:lnTo>
                      <a:pt x="247" y="111"/>
                    </a:lnTo>
                    <a:lnTo>
                      <a:pt x="247" y="112"/>
                    </a:lnTo>
                    <a:lnTo>
                      <a:pt x="247" y="112"/>
                    </a:lnTo>
                    <a:lnTo>
                      <a:pt x="245" y="115"/>
                    </a:lnTo>
                    <a:lnTo>
                      <a:pt x="244" y="116"/>
                    </a:lnTo>
                    <a:lnTo>
                      <a:pt x="244" y="116"/>
                    </a:lnTo>
                    <a:lnTo>
                      <a:pt x="244" y="118"/>
                    </a:lnTo>
                    <a:lnTo>
                      <a:pt x="243" y="121"/>
                    </a:lnTo>
                    <a:lnTo>
                      <a:pt x="243" y="121"/>
                    </a:lnTo>
                    <a:lnTo>
                      <a:pt x="241" y="122"/>
                    </a:lnTo>
                    <a:lnTo>
                      <a:pt x="238" y="122"/>
                    </a:lnTo>
                    <a:lnTo>
                      <a:pt x="238" y="122"/>
                    </a:lnTo>
                    <a:lnTo>
                      <a:pt x="234" y="123"/>
                    </a:lnTo>
                    <a:lnTo>
                      <a:pt x="234" y="123"/>
                    </a:lnTo>
                    <a:lnTo>
                      <a:pt x="234" y="125"/>
                    </a:lnTo>
                    <a:lnTo>
                      <a:pt x="233" y="126"/>
                    </a:lnTo>
                    <a:lnTo>
                      <a:pt x="233" y="126"/>
                    </a:lnTo>
                    <a:lnTo>
                      <a:pt x="232" y="127"/>
                    </a:lnTo>
                    <a:lnTo>
                      <a:pt x="230" y="129"/>
                    </a:lnTo>
                    <a:lnTo>
                      <a:pt x="230" y="129"/>
                    </a:lnTo>
                    <a:lnTo>
                      <a:pt x="230" y="133"/>
                    </a:lnTo>
                    <a:lnTo>
                      <a:pt x="230" y="133"/>
                    </a:lnTo>
                    <a:lnTo>
                      <a:pt x="230" y="134"/>
                    </a:lnTo>
                    <a:lnTo>
                      <a:pt x="230" y="135"/>
                    </a:lnTo>
                    <a:lnTo>
                      <a:pt x="230" y="135"/>
                    </a:lnTo>
                    <a:lnTo>
                      <a:pt x="226" y="137"/>
                    </a:lnTo>
                    <a:lnTo>
                      <a:pt x="226" y="137"/>
                    </a:lnTo>
                    <a:lnTo>
                      <a:pt x="226" y="137"/>
                    </a:lnTo>
                    <a:lnTo>
                      <a:pt x="226" y="138"/>
                    </a:lnTo>
                    <a:lnTo>
                      <a:pt x="225" y="139"/>
                    </a:lnTo>
                    <a:lnTo>
                      <a:pt x="225" y="139"/>
                    </a:lnTo>
                    <a:lnTo>
                      <a:pt x="220" y="141"/>
                    </a:lnTo>
                    <a:lnTo>
                      <a:pt x="220" y="141"/>
                    </a:lnTo>
                    <a:lnTo>
                      <a:pt x="220" y="142"/>
                    </a:lnTo>
                    <a:lnTo>
                      <a:pt x="220" y="144"/>
                    </a:lnTo>
                    <a:lnTo>
                      <a:pt x="218" y="144"/>
                    </a:lnTo>
                    <a:lnTo>
                      <a:pt x="218" y="144"/>
                    </a:lnTo>
                    <a:lnTo>
                      <a:pt x="215" y="144"/>
                    </a:lnTo>
                    <a:lnTo>
                      <a:pt x="213" y="144"/>
                    </a:lnTo>
                    <a:lnTo>
                      <a:pt x="213" y="144"/>
                    </a:lnTo>
                    <a:lnTo>
                      <a:pt x="211" y="145"/>
                    </a:lnTo>
                    <a:lnTo>
                      <a:pt x="209" y="148"/>
                    </a:lnTo>
                    <a:lnTo>
                      <a:pt x="209" y="148"/>
                    </a:lnTo>
                    <a:lnTo>
                      <a:pt x="203" y="152"/>
                    </a:lnTo>
                    <a:lnTo>
                      <a:pt x="203" y="152"/>
                    </a:lnTo>
                    <a:lnTo>
                      <a:pt x="202" y="152"/>
                    </a:lnTo>
                    <a:lnTo>
                      <a:pt x="202" y="154"/>
                    </a:lnTo>
                    <a:lnTo>
                      <a:pt x="202" y="154"/>
                    </a:lnTo>
                    <a:lnTo>
                      <a:pt x="202" y="157"/>
                    </a:lnTo>
                    <a:lnTo>
                      <a:pt x="203" y="158"/>
                    </a:lnTo>
                    <a:lnTo>
                      <a:pt x="203" y="158"/>
                    </a:lnTo>
                    <a:lnTo>
                      <a:pt x="207" y="164"/>
                    </a:lnTo>
                    <a:lnTo>
                      <a:pt x="207" y="164"/>
                    </a:lnTo>
                    <a:lnTo>
                      <a:pt x="209" y="167"/>
                    </a:lnTo>
                    <a:lnTo>
                      <a:pt x="207" y="169"/>
                    </a:lnTo>
                    <a:lnTo>
                      <a:pt x="207" y="169"/>
                    </a:lnTo>
                    <a:lnTo>
                      <a:pt x="206" y="173"/>
                    </a:lnTo>
                    <a:lnTo>
                      <a:pt x="206" y="173"/>
                    </a:lnTo>
                    <a:lnTo>
                      <a:pt x="206" y="176"/>
                    </a:lnTo>
                    <a:lnTo>
                      <a:pt x="206" y="179"/>
                    </a:lnTo>
                    <a:lnTo>
                      <a:pt x="206" y="179"/>
                    </a:lnTo>
                    <a:lnTo>
                      <a:pt x="209" y="183"/>
                    </a:lnTo>
                    <a:lnTo>
                      <a:pt x="209" y="183"/>
                    </a:lnTo>
                    <a:lnTo>
                      <a:pt x="207" y="184"/>
                    </a:lnTo>
                    <a:lnTo>
                      <a:pt x="207" y="186"/>
                    </a:lnTo>
                    <a:lnTo>
                      <a:pt x="207" y="187"/>
                    </a:lnTo>
                    <a:lnTo>
                      <a:pt x="207" y="187"/>
                    </a:lnTo>
                    <a:lnTo>
                      <a:pt x="213" y="191"/>
                    </a:lnTo>
                    <a:lnTo>
                      <a:pt x="213" y="191"/>
                    </a:lnTo>
                    <a:lnTo>
                      <a:pt x="217" y="194"/>
                    </a:lnTo>
                    <a:lnTo>
                      <a:pt x="217" y="194"/>
                    </a:lnTo>
                    <a:lnTo>
                      <a:pt x="217" y="199"/>
                    </a:lnTo>
                    <a:lnTo>
                      <a:pt x="217" y="199"/>
                    </a:lnTo>
                    <a:lnTo>
                      <a:pt x="220" y="204"/>
                    </a:lnTo>
                    <a:lnTo>
                      <a:pt x="221" y="209"/>
                    </a:lnTo>
                    <a:lnTo>
                      <a:pt x="220" y="211"/>
                    </a:lnTo>
                    <a:lnTo>
                      <a:pt x="220" y="211"/>
                    </a:lnTo>
                    <a:lnTo>
                      <a:pt x="218" y="214"/>
                    </a:lnTo>
                    <a:lnTo>
                      <a:pt x="218" y="215"/>
                    </a:lnTo>
                    <a:lnTo>
                      <a:pt x="218" y="215"/>
                    </a:lnTo>
                    <a:lnTo>
                      <a:pt x="220" y="218"/>
                    </a:lnTo>
                    <a:lnTo>
                      <a:pt x="220" y="218"/>
                    </a:lnTo>
                    <a:lnTo>
                      <a:pt x="222" y="219"/>
                    </a:lnTo>
                    <a:lnTo>
                      <a:pt x="222" y="219"/>
                    </a:lnTo>
                    <a:lnTo>
                      <a:pt x="222" y="221"/>
                    </a:lnTo>
                    <a:lnTo>
                      <a:pt x="222" y="221"/>
                    </a:lnTo>
                    <a:lnTo>
                      <a:pt x="218" y="226"/>
                    </a:lnTo>
                    <a:lnTo>
                      <a:pt x="218" y="226"/>
                    </a:lnTo>
                    <a:lnTo>
                      <a:pt x="217" y="230"/>
                    </a:lnTo>
                    <a:lnTo>
                      <a:pt x="217" y="230"/>
                    </a:lnTo>
                    <a:lnTo>
                      <a:pt x="213" y="236"/>
                    </a:lnTo>
                    <a:lnTo>
                      <a:pt x="213" y="236"/>
                    </a:lnTo>
                    <a:lnTo>
                      <a:pt x="210" y="237"/>
                    </a:lnTo>
                    <a:lnTo>
                      <a:pt x="210" y="238"/>
                    </a:lnTo>
                    <a:lnTo>
                      <a:pt x="210" y="238"/>
                    </a:lnTo>
                    <a:lnTo>
                      <a:pt x="209" y="241"/>
                    </a:lnTo>
                    <a:lnTo>
                      <a:pt x="209" y="242"/>
                    </a:lnTo>
                    <a:lnTo>
                      <a:pt x="210" y="241"/>
                    </a:lnTo>
                    <a:lnTo>
                      <a:pt x="210" y="241"/>
                    </a:lnTo>
                    <a:lnTo>
                      <a:pt x="215" y="237"/>
                    </a:lnTo>
                    <a:lnTo>
                      <a:pt x="215" y="237"/>
                    </a:lnTo>
                    <a:lnTo>
                      <a:pt x="221" y="234"/>
                    </a:lnTo>
                    <a:lnTo>
                      <a:pt x="224" y="232"/>
                    </a:lnTo>
                    <a:lnTo>
                      <a:pt x="224" y="232"/>
                    </a:lnTo>
                    <a:lnTo>
                      <a:pt x="225" y="232"/>
                    </a:lnTo>
                    <a:lnTo>
                      <a:pt x="225" y="233"/>
                    </a:lnTo>
                    <a:lnTo>
                      <a:pt x="226" y="228"/>
                    </a:lnTo>
                    <a:lnTo>
                      <a:pt x="226" y="228"/>
                    </a:lnTo>
                    <a:lnTo>
                      <a:pt x="230" y="219"/>
                    </a:lnTo>
                    <a:lnTo>
                      <a:pt x="233" y="217"/>
                    </a:lnTo>
                    <a:lnTo>
                      <a:pt x="233" y="217"/>
                    </a:lnTo>
                    <a:lnTo>
                      <a:pt x="236" y="211"/>
                    </a:lnTo>
                    <a:lnTo>
                      <a:pt x="236" y="211"/>
                    </a:lnTo>
                    <a:lnTo>
                      <a:pt x="238" y="206"/>
                    </a:lnTo>
                    <a:lnTo>
                      <a:pt x="238" y="206"/>
                    </a:lnTo>
                    <a:lnTo>
                      <a:pt x="240" y="204"/>
                    </a:lnTo>
                    <a:lnTo>
                      <a:pt x="241" y="204"/>
                    </a:lnTo>
                    <a:lnTo>
                      <a:pt x="243" y="204"/>
                    </a:lnTo>
                    <a:lnTo>
                      <a:pt x="243" y="200"/>
                    </a:lnTo>
                    <a:lnTo>
                      <a:pt x="243" y="200"/>
                    </a:lnTo>
                    <a:lnTo>
                      <a:pt x="244" y="196"/>
                    </a:lnTo>
                    <a:lnTo>
                      <a:pt x="247" y="192"/>
                    </a:lnTo>
                    <a:lnTo>
                      <a:pt x="247" y="192"/>
                    </a:lnTo>
                    <a:lnTo>
                      <a:pt x="247" y="188"/>
                    </a:lnTo>
                    <a:lnTo>
                      <a:pt x="247" y="186"/>
                    </a:lnTo>
                    <a:lnTo>
                      <a:pt x="247" y="184"/>
                    </a:lnTo>
                    <a:lnTo>
                      <a:pt x="248" y="181"/>
                    </a:lnTo>
                    <a:lnTo>
                      <a:pt x="248" y="181"/>
                    </a:lnTo>
                    <a:lnTo>
                      <a:pt x="252" y="179"/>
                    </a:lnTo>
                    <a:lnTo>
                      <a:pt x="253" y="177"/>
                    </a:lnTo>
                    <a:lnTo>
                      <a:pt x="253" y="177"/>
                    </a:lnTo>
                    <a:lnTo>
                      <a:pt x="256" y="172"/>
                    </a:lnTo>
                    <a:lnTo>
                      <a:pt x="256" y="172"/>
                    </a:lnTo>
                    <a:lnTo>
                      <a:pt x="262" y="164"/>
                    </a:lnTo>
                    <a:lnTo>
                      <a:pt x="263" y="160"/>
                    </a:lnTo>
                    <a:lnTo>
                      <a:pt x="264" y="153"/>
                    </a:lnTo>
                    <a:lnTo>
                      <a:pt x="264" y="153"/>
                    </a:lnTo>
                    <a:lnTo>
                      <a:pt x="264" y="141"/>
                    </a:lnTo>
                    <a:lnTo>
                      <a:pt x="264" y="141"/>
                    </a:lnTo>
                    <a:lnTo>
                      <a:pt x="266" y="138"/>
                    </a:lnTo>
                    <a:lnTo>
                      <a:pt x="267" y="135"/>
                    </a:lnTo>
                    <a:lnTo>
                      <a:pt x="267" y="131"/>
                    </a:lnTo>
                    <a:lnTo>
                      <a:pt x="267" y="131"/>
                    </a:lnTo>
                    <a:lnTo>
                      <a:pt x="266" y="127"/>
                    </a:lnTo>
                    <a:lnTo>
                      <a:pt x="266" y="126"/>
                    </a:lnTo>
                    <a:lnTo>
                      <a:pt x="266" y="126"/>
                    </a:lnTo>
                    <a:lnTo>
                      <a:pt x="267" y="123"/>
                    </a:lnTo>
                    <a:lnTo>
                      <a:pt x="268" y="122"/>
                    </a:lnTo>
                    <a:lnTo>
                      <a:pt x="268" y="122"/>
                    </a:lnTo>
                    <a:lnTo>
                      <a:pt x="271" y="118"/>
                    </a:lnTo>
                    <a:lnTo>
                      <a:pt x="271" y="118"/>
                    </a:lnTo>
                    <a:lnTo>
                      <a:pt x="272" y="114"/>
                    </a:lnTo>
                    <a:lnTo>
                      <a:pt x="274" y="115"/>
                    </a:lnTo>
                    <a:lnTo>
                      <a:pt x="274" y="115"/>
                    </a:lnTo>
                    <a:lnTo>
                      <a:pt x="274" y="121"/>
                    </a:lnTo>
                    <a:lnTo>
                      <a:pt x="274" y="135"/>
                    </a:lnTo>
                    <a:lnTo>
                      <a:pt x="270" y="157"/>
                    </a:lnTo>
                    <a:lnTo>
                      <a:pt x="267" y="171"/>
                    </a:lnTo>
                    <a:lnTo>
                      <a:pt x="263" y="183"/>
                    </a:lnTo>
                    <a:lnTo>
                      <a:pt x="257" y="196"/>
                    </a:lnTo>
                    <a:lnTo>
                      <a:pt x="249" y="210"/>
                    </a:lnTo>
                    <a:lnTo>
                      <a:pt x="240" y="223"/>
                    </a:lnTo>
                    <a:lnTo>
                      <a:pt x="229" y="234"/>
                    </a:lnTo>
                    <a:lnTo>
                      <a:pt x="214" y="245"/>
                    </a:lnTo>
                    <a:lnTo>
                      <a:pt x="198" y="255"/>
                    </a:lnTo>
                    <a:lnTo>
                      <a:pt x="178" y="261"/>
                    </a:lnTo>
                    <a:lnTo>
                      <a:pt x="155" y="267"/>
                    </a:lnTo>
                    <a:lnTo>
                      <a:pt x="155" y="267"/>
                    </a:lnTo>
                    <a:lnTo>
                      <a:pt x="169" y="263"/>
                    </a:lnTo>
                    <a:lnTo>
                      <a:pt x="182" y="259"/>
                    </a:lnTo>
                    <a:lnTo>
                      <a:pt x="186" y="256"/>
                    </a:lnTo>
                    <a:lnTo>
                      <a:pt x="187" y="255"/>
                    </a:lnTo>
                    <a:lnTo>
                      <a:pt x="187" y="255"/>
                    </a:lnTo>
                    <a:lnTo>
                      <a:pt x="187" y="252"/>
                    </a:lnTo>
                    <a:lnTo>
                      <a:pt x="187" y="249"/>
                    </a:lnTo>
                    <a:lnTo>
                      <a:pt x="187" y="249"/>
                    </a:lnTo>
                    <a:lnTo>
                      <a:pt x="187" y="249"/>
                    </a:lnTo>
                    <a:lnTo>
                      <a:pt x="184" y="249"/>
                    </a:lnTo>
                    <a:lnTo>
                      <a:pt x="182" y="248"/>
                    </a:lnTo>
                    <a:lnTo>
                      <a:pt x="182" y="248"/>
                    </a:lnTo>
                    <a:lnTo>
                      <a:pt x="178" y="245"/>
                    </a:lnTo>
                    <a:lnTo>
                      <a:pt x="178" y="246"/>
                    </a:lnTo>
                    <a:lnTo>
                      <a:pt x="178" y="246"/>
                    </a:lnTo>
                    <a:lnTo>
                      <a:pt x="173" y="246"/>
                    </a:lnTo>
                    <a:lnTo>
                      <a:pt x="173" y="246"/>
                    </a:lnTo>
                    <a:lnTo>
                      <a:pt x="168" y="246"/>
                    </a:lnTo>
                    <a:lnTo>
                      <a:pt x="165" y="245"/>
                    </a:lnTo>
                    <a:lnTo>
                      <a:pt x="165" y="245"/>
                    </a:lnTo>
                    <a:lnTo>
                      <a:pt x="161" y="242"/>
                    </a:lnTo>
                    <a:lnTo>
                      <a:pt x="160" y="241"/>
                    </a:lnTo>
                    <a:lnTo>
                      <a:pt x="159" y="242"/>
                    </a:lnTo>
                    <a:lnTo>
                      <a:pt x="159" y="242"/>
                    </a:lnTo>
                    <a:lnTo>
                      <a:pt x="159" y="244"/>
                    </a:lnTo>
                    <a:lnTo>
                      <a:pt x="159" y="244"/>
                    </a:lnTo>
                    <a:lnTo>
                      <a:pt x="157" y="245"/>
                    </a:lnTo>
                    <a:lnTo>
                      <a:pt x="157" y="245"/>
                    </a:lnTo>
                    <a:lnTo>
                      <a:pt x="156" y="245"/>
                    </a:lnTo>
                    <a:lnTo>
                      <a:pt x="153" y="245"/>
                    </a:lnTo>
                    <a:lnTo>
                      <a:pt x="149" y="245"/>
                    </a:lnTo>
                    <a:lnTo>
                      <a:pt x="149" y="245"/>
                    </a:lnTo>
                    <a:lnTo>
                      <a:pt x="145" y="245"/>
                    </a:lnTo>
                    <a:lnTo>
                      <a:pt x="140" y="244"/>
                    </a:lnTo>
                    <a:lnTo>
                      <a:pt x="140" y="244"/>
                    </a:lnTo>
                    <a:lnTo>
                      <a:pt x="138" y="242"/>
                    </a:lnTo>
                    <a:lnTo>
                      <a:pt x="137" y="242"/>
                    </a:lnTo>
                    <a:lnTo>
                      <a:pt x="137" y="242"/>
                    </a:lnTo>
                    <a:lnTo>
                      <a:pt x="136" y="244"/>
                    </a:lnTo>
                    <a:lnTo>
                      <a:pt x="134" y="245"/>
                    </a:lnTo>
                    <a:lnTo>
                      <a:pt x="140" y="248"/>
                    </a:lnTo>
                    <a:lnTo>
                      <a:pt x="144" y="251"/>
                    </a:lnTo>
                    <a:lnTo>
                      <a:pt x="144" y="251"/>
                    </a:lnTo>
                    <a:lnTo>
                      <a:pt x="145" y="252"/>
                    </a:lnTo>
                    <a:lnTo>
                      <a:pt x="145" y="252"/>
                    </a:lnTo>
                    <a:lnTo>
                      <a:pt x="145" y="253"/>
                    </a:lnTo>
                    <a:lnTo>
                      <a:pt x="145" y="253"/>
                    </a:lnTo>
                    <a:lnTo>
                      <a:pt x="142" y="253"/>
                    </a:lnTo>
                    <a:lnTo>
                      <a:pt x="140" y="253"/>
                    </a:lnTo>
                    <a:lnTo>
                      <a:pt x="140" y="253"/>
                    </a:lnTo>
                    <a:lnTo>
                      <a:pt x="134" y="256"/>
                    </a:lnTo>
                    <a:lnTo>
                      <a:pt x="133" y="256"/>
                    </a:lnTo>
                    <a:lnTo>
                      <a:pt x="130" y="256"/>
                    </a:lnTo>
                    <a:lnTo>
                      <a:pt x="130" y="256"/>
                    </a:lnTo>
                    <a:lnTo>
                      <a:pt x="127" y="251"/>
                    </a:lnTo>
                    <a:lnTo>
                      <a:pt x="127" y="251"/>
                    </a:lnTo>
                    <a:lnTo>
                      <a:pt x="127" y="249"/>
                    </a:lnTo>
                    <a:lnTo>
                      <a:pt x="126" y="248"/>
                    </a:lnTo>
                    <a:lnTo>
                      <a:pt x="125" y="248"/>
                    </a:lnTo>
                    <a:lnTo>
                      <a:pt x="125" y="248"/>
                    </a:lnTo>
                    <a:lnTo>
                      <a:pt x="121" y="248"/>
                    </a:lnTo>
                    <a:lnTo>
                      <a:pt x="123" y="252"/>
                    </a:lnTo>
                    <a:lnTo>
                      <a:pt x="123" y="252"/>
                    </a:lnTo>
                    <a:lnTo>
                      <a:pt x="118" y="252"/>
                    </a:lnTo>
                    <a:lnTo>
                      <a:pt x="118" y="252"/>
                    </a:lnTo>
                    <a:lnTo>
                      <a:pt x="115" y="253"/>
                    </a:lnTo>
                    <a:lnTo>
                      <a:pt x="115" y="253"/>
                    </a:lnTo>
                    <a:lnTo>
                      <a:pt x="114" y="252"/>
                    </a:lnTo>
                    <a:lnTo>
                      <a:pt x="114" y="252"/>
                    </a:lnTo>
                    <a:lnTo>
                      <a:pt x="111" y="251"/>
                    </a:lnTo>
                    <a:lnTo>
                      <a:pt x="108" y="251"/>
                    </a:lnTo>
                    <a:lnTo>
                      <a:pt x="108" y="251"/>
                    </a:lnTo>
                    <a:lnTo>
                      <a:pt x="102" y="249"/>
                    </a:lnTo>
                    <a:lnTo>
                      <a:pt x="102" y="249"/>
                    </a:lnTo>
                    <a:lnTo>
                      <a:pt x="99" y="249"/>
                    </a:lnTo>
                    <a:lnTo>
                      <a:pt x="99" y="249"/>
                    </a:lnTo>
                    <a:lnTo>
                      <a:pt x="95" y="252"/>
                    </a:lnTo>
                    <a:lnTo>
                      <a:pt x="92" y="252"/>
                    </a:lnTo>
                    <a:lnTo>
                      <a:pt x="92" y="252"/>
                    </a:lnTo>
                    <a:lnTo>
                      <a:pt x="88" y="252"/>
                    </a:lnTo>
                    <a:lnTo>
                      <a:pt x="85" y="252"/>
                    </a:lnTo>
                    <a:lnTo>
                      <a:pt x="85" y="252"/>
                    </a:lnTo>
                    <a:lnTo>
                      <a:pt x="88" y="255"/>
                    </a:lnTo>
                    <a:lnTo>
                      <a:pt x="98" y="259"/>
                    </a:lnTo>
                    <a:lnTo>
                      <a:pt x="104" y="261"/>
                    </a:lnTo>
                    <a:lnTo>
                      <a:pt x="113" y="264"/>
                    </a:lnTo>
                    <a:lnTo>
                      <a:pt x="122" y="265"/>
                    </a:lnTo>
                    <a:lnTo>
                      <a:pt x="133" y="267"/>
                    </a:lnTo>
                    <a:lnTo>
                      <a:pt x="133" y="267"/>
                    </a:lnTo>
                    <a:lnTo>
                      <a:pt x="121" y="267"/>
                    </a:lnTo>
                    <a:lnTo>
                      <a:pt x="108" y="264"/>
                    </a:lnTo>
                    <a:lnTo>
                      <a:pt x="92" y="260"/>
                    </a:lnTo>
                    <a:lnTo>
                      <a:pt x="73" y="252"/>
                    </a:lnTo>
                    <a:lnTo>
                      <a:pt x="64" y="246"/>
                    </a:lnTo>
                    <a:lnTo>
                      <a:pt x="54" y="240"/>
                    </a:lnTo>
                    <a:lnTo>
                      <a:pt x="45" y="232"/>
                    </a:lnTo>
                    <a:lnTo>
                      <a:pt x="35" y="222"/>
                    </a:lnTo>
                    <a:lnTo>
                      <a:pt x="27" y="211"/>
                    </a:lnTo>
                    <a:lnTo>
                      <a:pt x="19" y="199"/>
                    </a:lnTo>
                    <a:lnTo>
                      <a:pt x="19" y="199"/>
                    </a:lnTo>
                    <a:lnTo>
                      <a:pt x="12" y="186"/>
                    </a:lnTo>
                    <a:lnTo>
                      <a:pt x="7" y="172"/>
                    </a:lnTo>
                    <a:lnTo>
                      <a:pt x="3" y="157"/>
                    </a:lnTo>
                    <a:lnTo>
                      <a:pt x="2" y="142"/>
                    </a:lnTo>
                    <a:lnTo>
                      <a:pt x="0" y="129"/>
                    </a:lnTo>
                    <a:lnTo>
                      <a:pt x="2" y="114"/>
                    </a:lnTo>
                    <a:lnTo>
                      <a:pt x="4" y="100"/>
                    </a:lnTo>
                    <a:lnTo>
                      <a:pt x="10" y="87"/>
                    </a:lnTo>
                    <a:lnTo>
                      <a:pt x="15" y="73"/>
                    </a:lnTo>
                    <a:lnTo>
                      <a:pt x="23" y="61"/>
                    </a:lnTo>
                    <a:lnTo>
                      <a:pt x="31" y="49"/>
                    </a:lnTo>
                    <a:lnTo>
                      <a:pt x="42" y="38"/>
                    </a:lnTo>
                    <a:lnTo>
                      <a:pt x="54" y="28"/>
                    </a:lnTo>
                    <a:lnTo>
                      <a:pt x="68" y="19"/>
                    </a:lnTo>
                    <a:lnTo>
                      <a:pt x="84" y="11"/>
                    </a:lnTo>
                    <a:lnTo>
                      <a:pt x="100" y="4"/>
                    </a:lnTo>
                    <a:lnTo>
                      <a:pt x="100" y="4"/>
                    </a:lnTo>
                    <a:lnTo>
                      <a:pt x="90" y="10"/>
                    </a:lnTo>
                    <a:lnTo>
                      <a:pt x="77" y="16"/>
                    </a:lnTo>
                    <a:lnTo>
                      <a:pt x="62" y="26"/>
                    </a:lnTo>
                    <a:lnTo>
                      <a:pt x="48" y="38"/>
                    </a:lnTo>
                    <a:lnTo>
                      <a:pt x="41" y="46"/>
                    </a:lnTo>
                    <a:lnTo>
                      <a:pt x="33" y="54"/>
                    </a:lnTo>
                    <a:lnTo>
                      <a:pt x="27" y="64"/>
                    </a:lnTo>
                    <a:lnTo>
                      <a:pt x="20" y="75"/>
                    </a:lnTo>
                    <a:lnTo>
                      <a:pt x="15" y="85"/>
                    </a:lnTo>
                    <a:lnTo>
                      <a:pt x="11" y="98"/>
                    </a:lnTo>
                    <a:lnTo>
                      <a:pt x="12" y="99"/>
                    </a:lnTo>
                    <a:lnTo>
                      <a:pt x="12" y="99"/>
                    </a:lnTo>
                    <a:lnTo>
                      <a:pt x="14" y="98"/>
                    </a:lnTo>
                    <a:lnTo>
                      <a:pt x="15" y="95"/>
                    </a:lnTo>
                    <a:lnTo>
                      <a:pt x="15" y="95"/>
                    </a:lnTo>
                    <a:lnTo>
                      <a:pt x="18" y="89"/>
                    </a:lnTo>
                    <a:lnTo>
                      <a:pt x="18" y="89"/>
                    </a:lnTo>
                    <a:lnTo>
                      <a:pt x="19" y="87"/>
                    </a:lnTo>
                    <a:lnTo>
                      <a:pt x="19" y="87"/>
                    </a:lnTo>
                    <a:lnTo>
                      <a:pt x="23" y="84"/>
                    </a:lnTo>
                    <a:lnTo>
                      <a:pt x="23" y="84"/>
                    </a:lnTo>
                    <a:lnTo>
                      <a:pt x="26" y="77"/>
                    </a:lnTo>
                    <a:lnTo>
                      <a:pt x="26" y="77"/>
                    </a:lnTo>
                    <a:lnTo>
                      <a:pt x="29" y="76"/>
                    </a:lnTo>
                    <a:lnTo>
                      <a:pt x="31" y="76"/>
                    </a:lnTo>
                    <a:lnTo>
                      <a:pt x="31" y="76"/>
                    </a:lnTo>
                    <a:lnTo>
                      <a:pt x="33" y="75"/>
                    </a:lnTo>
                    <a:lnTo>
                      <a:pt x="33" y="75"/>
                    </a:lnTo>
                    <a:lnTo>
                      <a:pt x="33" y="75"/>
                    </a:lnTo>
                    <a:lnTo>
                      <a:pt x="31" y="77"/>
                    </a:lnTo>
                    <a:lnTo>
                      <a:pt x="31" y="80"/>
                    </a:lnTo>
                    <a:lnTo>
                      <a:pt x="31" y="84"/>
                    </a:lnTo>
                    <a:lnTo>
                      <a:pt x="31" y="84"/>
                    </a:lnTo>
                    <a:lnTo>
                      <a:pt x="29" y="91"/>
                    </a:lnTo>
                    <a:lnTo>
                      <a:pt x="29" y="91"/>
                    </a:lnTo>
                    <a:lnTo>
                      <a:pt x="30" y="95"/>
                    </a:lnTo>
                    <a:lnTo>
                      <a:pt x="30" y="95"/>
                    </a:lnTo>
                    <a:lnTo>
                      <a:pt x="31" y="98"/>
                    </a:lnTo>
                    <a:lnTo>
                      <a:pt x="33" y="99"/>
                    </a:lnTo>
                    <a:lnTo>
                      <a:pt x="33" y="99"/>
                    </a:lnTo>
                    <a:lnTo>
                      <a:pt x="41" y="102"/>
                    </a:lnTo>
                    <a:lnTo>
                      <a:pt x="41" y="102"/>
                    </a:lnTo>
                    <a:lnTo>
                      <a:pt x="45" y="96"/>
                    </a:lnTo>
                    <a:lnTo>
                      <a:pt x="45" y="96"/>
                    </a:lnTo>
                    <a:lnTo>
                      <a:pt x="48" y="95"/>
                    </a:lnTo>
                    <a:lnTo>
                      <a:pt x="50" y="93"/>
                    </a:lnTo>
                    <a:lnTo>
                      <a:pt x="50" y="93"/>
                    </a:lnTo>
                    <a:lnTo>
                      <a:pt x="50" y="91"/>
                    </a:lnTo>
                    <a:lnTo>
                      <a:pt x="50" y="89"/>
                    </a:lnTo>
                    <a:lnTo>
                      <a:pt x="52" y="88"/>
                    </a:lnTo>
                    <a:lnTo>
                      <a:pt x="52" y="88"/>
                    </a:lnTo>
                    <a:lnTo>
                      <a:pt x="53" y="85"/>
                    </a:lnTo>
                    <a:lnTo>
                      <a:pt x="54" y="84"/>
                    </a:lnTo>
                    <a:lnTo>
                      <a:pt x="54" y="84"/>
                    </a:lnTo>
                    <a:lnTo>
                      <a:pt x="56" y="81"/>
                    </a:lnTo>
                    <a:lnTo>
                      <a:pt x="56" y="81"/>
                    </a:lnTo>
                    <a:lnTo>
                      <a:pt x="58" y="81"/>
                    </a:lnTo>
                    <a:lnTo>
                      <a:pt x="60" y="81"/>
                    </a:lnTo>
                    <a:lnTo>
                      <a:pt x="60" y="83"/>
                    </a:lnTo>
                    <a:lnTo>
                      <a:pt x="60" y="83"/>
                    </a:lnTo>
                    <a:lnTo>
                      <a:pt x="60" y="85"/>
                    </a:lnTo>
                    <a:lnTo>
                      <a:pt x="60" y="87"/>
                    </a:lnTo>
                    <a:lnTo>
                      <a:pt x="60" y="88"/>
                    </a:lnTo>
                    <a:lnTo>
                      <a:pt x="58" y="89"/>
                    </a:lnTo>
                    <a:lnTo>
                      <a:pt x="58" y="89"/>
                    </a:lnTo>
                    <a:lnTo>
                      <a:pt x="57" y="89"/>
                    </a:lnTo>
                    <a:lnTo>
                      <a:pt x="56" y="91"/>
                    </a:lnTo>
                    <a:lnTo>
                      <a:pt x="56" y="91"/>
                    </a:lnTo>
                    <a:lnTo>
                      <a:pt x="53" y="96"/>
                    </a:lnTo>
                    <a:lnTo>
                      <a:pt x="53" y="96"/>
                    </a:lnTo>
                    <a:lnTo>
                      <a:pt x="52" y="99"/>
                    </a:lnTo>
                    <a:lnTo>
                      <a:pt x="50" y="102"/>
                    </a:lnTo>
                    <a:lnTo>
                      <a:pt x="50" y="102"/>
                    </a:lnTo>
                    <a:lnTo>
                      <a:pt x="48" y="102"/>
                    </a:lnTo>
                    <a:lnTo>
                      <a:pt x="46" y="103"/>
                    </a:lnTo>
                    <a:lnTo>
                      <a:pt x="46" y="103"/>
                    </a:lnTo>
                    <a:lnTo>
                      <a:pt x="46" y="103"/>
                    </a:lnTo>
                    <a:lnTo>
                      <a:pt x="46" y="106"/>
                    </a:lnTo>
                    <a:lnTo>
                      <a:pt x="46" y="107"/>
                    </a:lnTo>
                    <a:lnTo>
                      <a:pt x="46" y="107"/>
                    </a:lnTo>
                    <a:lnTo>
                      <a:pt x="46" y="107"/>
                    </a:lnTo>
                    <a:lnTo>
                      <a:pt x="43" y="108"/>
                    </a:lnTo>
                    <a:lnTo>
                      <a:pt x="42" y="108"/>
                    </a:lnTo>
                    <a:lnTo>
                      <a:pt x="42" y="108"/>
                    </a:lnTo>
                    <a:lnTo>
                      <a:pt x="39" y="108"/>
                    </a:lnTo>
                    <a:lnTo>
                      <a:pt x="39" y="108"/>
                    </a:lnTo>
                    <a:lnTo>
                      <a:pt x="34" y="107"/>
                    </a:lnTo>
                    <a:lnTo>
                      <a:pt x="34" y="107"/>
                    </a:lnTo>
                    <a:lnTo>
                      <a:pt x="33" y="108"/>
                    </a:lnTo>
                    <a:lnTo>
                      <a:pt x="31" y="111"/>
                    </a:lnTo>
                    <a:lnTo>
                      <a:pt x="31" y="111"/>
                    </a:lnTo>
                    <a:lnTo>
                      <a:pt x="33" y="116"/>
                    </a:lnTo>
                    <a:lnTo>
                      <a:pt x="35" y="122"/>
                    </a:lnTo>
                    <a:lnTo>
                      <a:pt x="35" y="122"/>
                    </a:lnTo>
                    <a:lnTo>
                      <a:pt x="35" y="127"/>
                    </a:lnTo>
                    <a:lnTo>
                      <a:pt x="35" y="130"/>
                    </a:lnTo>
                    <a:lnTo>
                      <a:pt x="37" y="131"/>
                    </a:lnTo>
                    <a:lnTo>
                      <a:pt x="37" y="131"/>
                    </a:lnTo>
                    <a:lnTo>
                      <a:pt x="39" y="134"/>
                    </a:lnTo>
                    <a:lnTo>
                      <a:pt x="41" y="137"/>
                    </a:lnTo>
                    <a:lnTo>
                      <a:pt x="41" y="137"/>
                    </a:lnTo>
                    <a:lnTo>
                      <a:pt x="42" y="139"/>
                    </a:lnTo>
                    <a:lnTo>
                      <a:pt x="42" y="144"/>
                    </a:lnTo>
                    <a:lnTo>
                      <a:pt x="45" y="146"/>
                    </a:lnTo>
                    <a:lnTo>
                      <a:pt x="45" y="146"/>
                    </a:lnTo>
                    <a:lnTo>
                      <a:pt x="45" y="153"/>
                    </a:lnTo>
                    <a:lnTo>
                      <a:pt x="45" y="153"/>
                    </a:lnTo>
                    <a:lnTo>
                      <a:pt x="45" y="157"/>
                    </a:lnTo>
                    <a:lnTo>
                      <a:pt x="45" y="161"/>
                    </a:lnTo>
                    <a:lnTo>
                      <a:pt x="45" y="161"/>
                    </a:lnTo>
                    <a:lnTo>
                      <a:pt x="48" y="165"/>
                    </a:lnTo>
                    <a:lnTo>
                      <a:pt x="49" y="167"/>
                    </a:lnTo>
                    <a:lnTo>
                      <a:pt x="49" y="167"/>
                    </a:lnTo>
                    <a:lnTo>
                      <a:pt x="46" y="169"/>
                    </a:lnTo>
                    <a:lnTo>
                      <a:pt x="46" y="171"/>
                    </a:lnTo>
                    <a:lnTo>
                      <a:pt x="46" y="172"/>
                    </a:lnTo>
                    <a:lnTo>
                      <a:pt x="46" y="172"/>
                    </a:lnTo>
                    <a:lnTo>
                      <a:pt x="50" y="175"/>
                    </a:lnTo>
                    <a:lnTo>
                      <a:pt x="52" y="177"/>
                    </a:lnTo>
                    <a:lnTo>
                      <a:pt x="52" y="177"/>
                    </a:lnTo>
                    <a:lnTo>
                      <a:pt x="53" y="179"/>
                    </a:lnTo>
                    <a:lnTo>
                      <a:pt x="54" y="180"/>
                    </a:lnTo>
                    <a:lnTo>
                      <a:pt x="54" y="180"/>
                    </a:lnTo>
                    <a:lnTo>
                      <a:pt x="57" y="180"/>
                    </a:lnTo>
                    <a:lnTo>
                      <a:pt x="58" y="181"/>
                    </a:lnTo>
                    <a:lnTo>
                      <a:pt x="58" y="181"/>
                    </a:lnTo>
                    <a:lnTo>
                      <a:pt x="58" y="187"/>
                    </a:lnTo>
                    <a:lnTo>
                      <a:pt x="64" y="194"/>
                    </a:lnTo>
                    <a:lnTo>
                      <a:pt x="69" y="199"/>
                    </a:lnTo>
                    <a:lnTo>
                      <a:pt x="69" y="199"/>
                    </a:lnTo>
                    <a:lnTo>
                      <a:pt x="69" y="200"/>
                    </a:lnTo>
                    <a:lnTo>
                      <a:pt x="69" y="202"/>
                    </a:lnTo>
                    <a:lnTo>
                      <a:pt x="71" y="202"/>
                    </a:lnTo>
                    <a:lnTo>
                      <a:pt x="71" y="202"/>
                    </a:lnTo>
                    <a:lnTo>
                      <a:pt x="80" y="206"/>
                    </a:lnTo>
                    <a:lnTo>
                      <a:pt x="80" y="206"/>
                    </a:lnTo>
                    <a:lnTo>
                      <a:pt x="83" y="209"/>
                    </a:lnTo>
                    <a:lnTo>
                      <a:pt x="87" y="210"/>
                    </a:lnTo>
                    <a:lnTo>
                      <a:pt x="87" y="210"/>
                    </a:lnTo>
                    <a:lnTo>
                      <a:pt x="88" y="210"/>
                    </a:lnTo>
                    <a:lnTo>
                      <a:pt x="88" y="211"/>
                    </a:lnTo>
                    <a:lnTo>
                      <a:pt x="88" y="210"/>
                    </a:lnTo>
                    <a:lnTo>
                      <a:pt x="88" y="210"/>
                    </a:lnTo>
                    <a:lnTo>
                      <a:pt x="91" y="206"/>
                    </a:lnTo>
                    <a:lnTo>
                      <a:pt x="92" y="203"/>
                    </a:lnTo>
                    <a:lnTo>
                      <a:pt x="92" y="203"/>
                    </a:lnTo>
                    <a:lnTo>
                      <a:pt x="94" y="199"/>
                    </a:lnTo>
                    <a:lnTo>
                      <a:pt x="94" y="198"/>
                    </a:lnTo>
                    <a:lnTo>
                      <a:pt x="94" y="198"/>
                    </a:lnTo>
                    <a:lnTo>
                      <a:pt x="94" y="194"/>
                    </a:lnTo>
                    <a:lnTo>
                      <a:pt x="94" y="194"/>
                    </a:lnTo>
                    <a:lnTo>
                      <a:pt x="94" y="191"/>
                    </a:lnTo>
                    <a:lnTo>
                      <a:pt x="95" y="188"/>
                    </a:lnTo>
                    <a:lnTo>
                      <a:pt x="95" y="188"/>
                    </a:lnTo>
                    <a:lnTo>
                      <a:pt x="96" y="186"/>
                    </a:lnTo>
                    <a:lnTo>
                      <a:pt x="99" y="183"/>
                    </a:lnTo>
                    <a:lnTo>
                      <a:pt x="99" y="183"/>
                    </a:lnTo>
                    <a:lnTo>
                      <a:pt x="100" y="183"/>
                    </a:lnTo>
                    <a:lnTo>
                      <a:pt x="102" y="181"/>
                    </a:lnTo>
                    <a:lnTo>
                      <a:pt x="102" y="181"/>
                    </a:lnTo>
                    <a:lnTo>
                      <a:pt x="102" y="179"/>
                    </a:lnTo>
                    <a:lnTo>
                      <a:pt x="102" y="179"/>
                    </a:lnTo>
                    <a:lnTo>
                      <a:pt x="100" y="177"/>
                    </a:lnTo>
                    <a:lnTo>
                      <a:pt x="100" y="175"/>
                    </a:lnTo>
                    <a:lnTo>
                      <a:pt x="100" y="175"/>
                    </a:lnTo>
                    <a:lnTo>
                      <a:pt x="99" y="171"/>
                    </a:lnTo>
                    <a:lnTo>
                      <a:pt x="98" y="169"/>
                    </a:lnTo>
                    <a:lnTo>
                      <a:pt x="98" y="169"/>
                    </a:lnTo>
                    <a:lnTo>
                      <a:pt x="95" y="167"/>
                    </a:lnTo>
                    <a:lnTo>
                      <a:pt x="94" y="165"/>
                    </a:lnTo>
                    <a:lnTo>
                      <a:pt x="94" y="164"/>
                    </a:lnTo>
                    <a:lnTo>
                      <a:pt x="94" y="164"/>
                    </a:lnTo>
                    <a:lnTo>
                      <a:pt x="95" y="158"/>
                    </a:lnTo>
                    <a:lnTo>
                      <a:pt x="95" y="158"/>
                    </a:lnTo>
                    <a:lnTo>
                      <a:pt x="98" y="154"/>
                    </a:lnTo>
                    <a:lnTo>
                      <a:pt x="98" y="154"/>
                    </a:lnTo>
                    <a:lnTo>
                      <a:pt x="100" y="150"/>
                    </a:lnTo>
                    <a:lnTo>
                      <a:pt x="100" y="150"/>
                    </a:lnTo>
                    <a:lnTo>
                      <a:pt x="103" y="146"/>
                    </a:lnTo>
                    <a:lnTo>
                      <a:pt x="103" y="146"/>
                    </a:lnTo>
                    <a:lnTo>
                      <a:pt x="104" y="137"/>
                    </a:lnTo>
                    <a:lnTo>
                      <a:pt x="104" y="137"/>
                    </a:lnTo>
                    <a:lnTo>
                      <a:pt x="104" y="137"/>
                    </a:lnTo>
                    <a:lnTo>
                      <a:pt x="104" y="137"/>
                    </a:lnTo>
                    <a:lnTo>
                      <a:pt x="104" y="134"/>
                    </a:lnTo>
                    <a:lnTo>
                      <a:pt x="104" y="134"/>
                    </a:lnTo>
                    <a:lnTo>
                      <a:pt x="103" y="129"/>
                    </a:lnTo>
                    <a:lnTo>
                      <a:pt x="103" y="129"/>
                    </a:lnTo>
                    <a:lnTo>
                      <a:pt x="106" y="126"/>
                    </a:lnTo>
                    <a:lnTo>
                      <a:pt x="110" y="125"/>
                    </a:lnTo>
                    <a:lnTo>
                      <a:pt x="110" y="125"/>
                    </a:lnTo>
                    <a:lnTo>
                      <a:pt x="111" y="126"/>
                    </a:lnTo>
                    <a:lnTo>
                      <a:pt x="113" y="127"/>
                    </a:lnTo>
                    <a:lnTo>
                      <a:pt x="114" y="126"/>
                    </a:lnTo>
                    <a:lnTo>
                      <a:pt x="114" y="126"/>
                    </a:lnTo>
                    <a:lnTo>
                      <a:pt x="115" y="123"/>
                    </a:lnTo>
                    <a:lnTo>
                      <a:pt x="117" y="122"/>
                    </a:lnTo>
                    <a:lnTo>
                      <a:pt x="117" y="122"/>
                    </a:lnTo>
                    <a:lnTo>
                      <a:pt x="119" y="121"/>
                    </a:lnTo>
                    <a:lnTo>
                      <a:pt x="121" y="122"/>
                    </a:lnTo>
                    <a:lnTo>
                      <a:pt x="121" y="122"/>
                    </a:lnTo>
                    <a:lnTo>
                      <a:pt x="125" y="123"/>
                    </a:lnTo>
                    <a:lnTo>
                      <a:pt x="129" y="125"/>
                    </a:lnTo>
                    <a:lnTo>
                      <a:pt x="129" y="125"/>
                    </a:lnTo>
                    <a:lnTo>
                      <a:pt x="133" y="126"/>
                    </a:lnTo>
                    <a:lnTo>
                      <a:pt x="137" y="126"/>
                    </a:lnTo>
                    <a:lnTo>
                      <a:pt x="137" y="126"/>
                    </a:lnTo>
                    <a:lnTo>
                      <a:pt x="142" y="126"/>
                    </a:lnTo>
                    <a:lnTo>
                      <a:pt x="145" y="126"/>
                    </a:lnTo>
                    <a:lnTo>
                      <a:pt x="148" y="125"/>
                    </a:lnTo>
                    <a:lnTo>
                      <a:pt x="148" y="125"/>
                    </a:lnTo>
                    <a:lnTo>
                      <a:pt x="150" y="125"/>
                    </a:lnTo>
                    <a:lnTo>
                      <a:pt x="152" y="125"/>
                    </a:lnTo>
                    <a:lnTo>
                      <a:pt x="152" y="123"/>
                    </a:lnTo>
                    <a:lnTo>
                      <a:pt x="152" y="123"/>
                    </a:lnTo>
                    <a:lnTo>
                      <a:pt x="153" y="121"/>
                    </a:lnTo>
                    <a:lnTo>
                      <a:pt x="155" y="118"/>
                    </a:lnTo>
                    <a:lnTo>
                      <a:pt x="155" y="118"/>
                    </a:lnTo>
                    <a:lnTo>
                      <a:pt x="157" y="118"/>
                    </a:lnTo>
                    <a:lnTo>
                      <a:pt x="159" y="115"/>
                    </a:lnTo>
                    <a:lnTo>
                      <a:pt x="159" y="115"/>
                    </a:lnTo>
                    <a:lnTo>
                      <a:pt x="159" y="112"/>
                    </a:lnTo>
                    <a:lnTo>
                      <a:pt x="160" y="111"/>
                    </a:lnTo>
                    <a:lnTo>
                      <a:pt x="160" y="111"/>
                    </a:lnTo>
                    <a:lnTo>
                      <a:pt x="161" y="108"/>
                    </a:lnTo>
                    <a:lnTo>
                      <a:pt x="161" y="108"/>
                    </a:lnTo>
                    <a:lnTo>
                      <a:pt x="164" y="106"/>
                    </a:lnTo>
                    <a:lnTo>
                      <a:pt x="165" y="106"/>
                    </a:lnTo>
                    <a:lnTo>
                      <a:pt x="165" y="106"/>
                    </a:lnTo>
                    <a:lnTo>
                      <a:pt x="165" y="104"/>
                    </a:lnTo>
                    <a:lnTo>
                      <a:pt x="165" y="104"/>
                    </a:lnTo>
                    <a:lnTo>
                      <a:pt x="164" y="102"/>
                    </a:lnTo>
                    <a:lnTo>
                      <a:pt x="163" y="99"/>
                    </a:lnTo>
                    <a:lnTo>
                      <a:pt x="163" y="99"/>
                    </a:lnTo>
                    <a:lnTo>
                      <a:pt x="163" y="98"/>
                    </a:lnTo>
                    <a:lnTo>
                      <a:pt x="161" y="98"/>
                    </a:lnTo>
                    <a:lnTo>
                      <a:pt x="160" y="96"/>
                    </a:lnTo>
                    <a:lnTo>
                      <a:pt x="161" y="93"/>
                    </a:lnTo>
                    <a:lnTo>
                      <a:pt x="161" y="93"/>
                    </a:lnTo>
                    <a:lnTo>
                      <a:pt x="164" y="87"/>
                    </a:lnTo>
                    <a:lnTo>
                      <a:pt x="164" y="84"/>
                    </a:lnTo>
                    <a:lnTo>
                      <a:pt x="161" y="81"/>
                    </a:lnTo>
                    <a:lnTo>
                      <a:pt x="161" y="81"/>
                    </a:lnTo>
                    <a:lnTo>
                      <a:pt x="160" y="77"/>
                    </a:lnTo>
                    <a:lnTo>
                      <a:pt x="157" y="76"/>
                    </a:lnTo>
                    <a:lnTo>
                      <a:pt x="155" y="73"/>
                    </a:lnTo>
                    <a:lnTo>
                      <a:pt x="155" y="73"/>
                    </a:lnTo>
                    <a:lnTo>
                      <a:pt x="153" y="70"/>
                    </a:lnTo>
                    <a:lnTo>
                      <a:pt x="150" y="68"/>
                    </a:lnTo>
                    <a:lnTo>
                      <a:pt x="150" y="68"/>
                    </a:lnTo>
                    <a:lnTo>
                      <a:pt x="149" y="66"/>
                    </a:lnTo>
                    <a:lnTo>
                      <a:pt x="148" y="66"/>
                    </a:lnTo>
                    <a:lnTo>
                      <a:pt x="148" y="66"/>
                    </a:lnTo>
                    <a:lnTo>
                      <a:pt x="144" y="65"/>
                    </a:lnTo>
                    <a:lnTo>
                      <a:pt x="140" y="62"/>
                    </a:lnTo>
                    <a:lnTo>
                      <a:pt x="140" y="62"/>
                    </a:lnTo>
                    <a:lnTo>
                      <a:pt x="137" y="60"/>
                    </a:lnTo>
                    <a:lnTo>
                      <a:pt x="134" y="58"/>
                    </a:lnTo>
                    <a:lnTo>
                      <a:pt x="134" y="58"/>
                    </a:lnTo>
                    <a:lnTo>
                      <a:pt x="130" y="57"/>
                    </a:lnTo>
                    <a:lnTo>
                      <a:pt x="130" y="57"/>
                    </a:lnTo>
                    <a:lnTo>
                      <a:pt x="125" y="57"/>
                    </a:lnTo>
                    <a:lnTo>
                      <a:pt x="125" y="57"/>
                    </a:lnTo>
                    <a:lnTo>
                      <a:pt x="122" y="57"/>
                    </a:lnTo>
                    <a:lnTo>
                      <a:pt x="122" y="57"/>
                    </a:lnTo>
                    <a:lnTo>
                      <a:pt x="117" y="56"/>
                    </a:lnTo>
                    <a:lnTo>
                      <a:pt x="117" y="56"/>
                    </a:lnTo>
                    <a:lnTo>
                      <a:pt x="114" y="56"/>
                    </a:lnTo>
                    <a:lnTo>
                      <a:pt x="114" y="56"/>
                    </a:lnTo>
                    <a:lnTo>
                      <a:pt x="113" y="56"/>
                    </a:lnTo>
                    <a:lnTo>
                      <a:pt x="111" y="54"/>
                    </a:lnTo>
                    <a:lnTo>
                      <a:pt x="111" y="57"/>
                    </a:lnTo>
                    <a:lnTo>
                      <a:pt x="111" y="57"/>
                    </a:lnTo>
                    <a:lnTo>
                      <a:pt x="111" y="61"/>
                    </a:lnTo>
                    <a:lnTo>
                      <a:pt x="111" y="62"/>
                    </a:lnTo>
                    <a:lnTo>
                      <a:pt x="110" y="64"/>
                    </a:lnTo>
                    <a:lnTo>
                      <a:pt x="110" y="64"/>
                    </a:lnTo>
                    <a:lnTo>
                      <a:pt x="106" y="64"/>
                    </a:lnTo>
                    <a:lnTo>
                      <a:pt x="106" y="64"/>
                    </a:lnTo>
                    <a:lnTo>
                      <a:pt x="103" y="64"/>
                    </a:lnTo>
                    <a:lnTo>
                      <a:pt x="100" y="65"/>
                    </a:lnTo>
                    <a:lnTo>
                      <a:pt x="100" y="65"/>
                    </a:lnTo>
                    <a:lnTo>
                      <a:pt x="99" y="66"/>
                    </a:lnTo>
                    <a:lnTo>
                      <a:pt x="95" y="68"/>
                    </a:lnTo>
                    <a:lnTo>
                      <a:pt x="95" y="68"/>
                    </a:lnTo>
                    <a:lnTo>
                      <a:pt x="95" y="68"/>
                    </a:lnTo>
                    <a:lnTo>
                      <a:pt x="95" y="69"/>
                    </a:lnTo>
                    <a:lnTo>
                      <a:pt x="92" y="68"/>
                    </a:lnTo>
                    <a:lnTo>
                      <a:pt x="92" y="68"/>
                    </a:lnTo>
                    <a:lnTo>
                      <a:pt x="91" y="65"/>
                    </a:lnTo>
                    <a:lnTo>
                      <a:pt x="92" y="64"/>
                    </a:lnTo>
                    <a:lnTo>
                      <a:pt x="91" y="64"/>
                    </a:lnTo>
                    <a:lnTo>
                      <a:pt x="88" y="64"/>
                    </a:lnTo>
                    <a:lnTo>
                      <a:pt x="88" y="64"/>
                    </a:lnTo>
                    <a:lnTo>
                      <a:pt x="81" y="65"/>
                    </a:lnTo>
                    <a:lnTo>
                      <a:pt x="79" y="65"/>
                    </a:lnTo>
                    <a:lnTo>
                      <a:pt x="79" y="65"/>
                    </a:lnTo>
                    <a:lnTo>
                      <a:pt x="77" y="65"/>
                    </a:lnTo>
                    <a:lnTo>
                      <a:pt x="75" y="64"/>
                    </a:lnTo>
                    <a:lnTo>
                      <a:pt x="75" y="64"/>
                    </a:lnTo>
                    <a:lnTo>
                      <a:pt x="71" y="62"/>
                    </a:lnTo>
                    <a:lnTo>
                      <a:pt x="69" y="64"/>
                    </a:lnTo>
                    <a:lnTo>
                      <a:pt x="69" y="64"/>
                    </a:lnTo>
                    <a:lnTo>
                      <a:pt x="68" y="65"/>
                    </a:lnTo>
                    <a:lnTo>
                      <a:pt x="68" y="65"/>
                    </a:lnTo>
                    <a:lnTo>
                      <a:pt x="67" y="64"/>
                    </a:lnTo>
                    <a:lnTo>
                      <a:pt x="67" y="64"/>
                    </a:lnTo>
                    <a:lnTo>
                      <a:pt x="65" y="61"/>
                    </a:lnTo>
                    <a:lnTo>
                      <a:pt x="67" y="60"/>
                    </a:lnTo>
                    <a:lnTo>
                      <a:pt x="67" y="60"/>
                    </a:lnTo>
                    <a:lnTo>
                      <a:pt x="71" y="60"/>
                    </a:lnTo>
                    <a:lnTo>
                      <a:pt x="72" y="60"/>
                    </a:lnTo>
                    <a:lnTo>
                      <a:pt x="73" y="58"/>
                    </a:lnTo>
                    <a:lnTo>
                      <a:pt x="73" y="58"/>
                    </a:lnTo>
                    <a:lnTo>
                      <a:pt x="72" y="57"/>
                    </a:lnTo>
                    <a:lnTo>
                      <a:pt x="72" y="56"/>
                    </a:lnTo>
                    <a:lnTo>
                      <a:pt x="73" y="56"/>
                    </a:lnTo>
                    <a:lnTo>
                      <a:pt x="73" y="56"/>
                    </a:lnTo>
                    <a:lnTo>
                      <a:pt x="79" y="54"/>
                    </a:lnTo>
                    <a:lnTo>
                      <a:pt x="79" y="54"/>
                    </a:lnTo>
                    <a:lnTo>
                      <a:pt x="81" y="54"/>
                    </a:lnTo>
                    <a:lnTo>
                      <a:pt x="83" y="54"/>
                    </a:lnTo>
                    <a:lnTo>
                      <a:pt x="85" y="54"/>
                    </a:lnTo>
                    <a:lnTo>
                      <a:pt x="85" y="54"/>
                    </a:lnTo>
                    <a:lnTo>
                      <a:pt x="85" y="54"/>
                    </a:lnTo>
                    <a:lnTo>
                      <a:pt x="87" y="53"/>
                    </a:lnTo>
                    <a:lnTo>
                      <a:pt x="88" y="53"/>
                    </a:lnTo>
                    <a:lnTo>
                      <a:pt x="87" y="51"/>
                    </a:lnTo>
                    <a:lnTo>
                      <a:pt x="87" y="51"/>
                    </a:lnTo>
                    <a:lnTo>
                      <a:pt x="84" y="47"/>
                    </a:lnTo>
                    <a:lnTo>
                      <a:pt x="83" y="46"/>
                    </a:lnTo>
                    <a:lnTo>
                      <a:pt x="81" y="45"/>
                    </a:lnTo>
                    <a:lnTo>
                      <a:pt x="80" y="45"/>
                    </a:lnTo>
                    <a:lnTo>
                      <a:pt x="80" y="45"/>
                    </a:lnTo>
                    <a:lnTo>
                      <a:pt x="79" y="46"/>
                    </a:lnTo>
                    <a:lnTo>
                      <a:pt x="77" y="47"/>
                    </a:lnTo>
                    <a:lnTo>
                      <a:pt x="77" y="47"/>
                    </a:lnTo>
                    <a:lnTo>
                      <a:pt x="76" y="47"/>
                    </a:lnTo>
                    <a:lnTo>
                      <a:pt x="76" y="47"/>
                    </a:lnTo>
                    <a:lnTo>
                      <a:pt x="72" y="45"/>
                    </a:lnTo>
                    <a:lnTo>
                      <a:pt x="72" y="43"/>
                    </a:lnTo>
                    <a:lnTo>
                      <a:pt x="73" y="42"/>
                    </a:lnTo>
                    <a:lnTo>
                      <a:pt x="73" y="42"/>
                    </a:lnTo>
                    <a:lnTo>
                      <a:pt x="76" y="39"/>
                    </a:lnTo>
                    <a:lnTo>
                      <a:pt x="79" y="38"/>
                    </a:lnTo>
                    <a:lnTo>
                      <a:pt x="79" y="38"/>
                    </a:lnTo>
                    <a:lnTo>
                      <a:pt x="80" y="38"/>
                    </a:lnTo>
                    <a:lnTo>
                      <a:pt x="81" y="38"/>
                    </a:lnTo>
                    <a:lnTo>
                      <a:pt x="84" y="41"/>
                    </a:lnTo>
                    <a:lnTo>
                      <a:pt x="87" y="43"/>
                    </a:lnTo>
                    <a:lnTo>
                      <a:pt x="88" y="43"/>
                    </a:lnTo>
                    <a:lnTo>
                      <a:pt x="88" y="43"/>
                    </a:lnTo>
                    <a:lnTo>
                      <a:pt x="91" y="42"/>
                    </a:lnTo>
                    <a:lnTo>
                      <a:pt x="92" y="42"/>
                    </a:lnTo>
                    <a:lnTo>
                      <a:pt x="92" y="42"/>
                    </a:lnTo>
                    <a:lnTo>
                      <a:pt x="94" y="45"/>
                    </a:lnTo>
                    <a:lnTo>
                      <a:pt x="94" y="49"/>
                    </a:lnTo>
                    <a:lnTo>
                      <a:pt x="94" y="49"/>
                    </a:lnTo>
                    <a:lnTo>
                      <a:pt x="94" y="51"/>
                    </a:lnTo>
                    <a:lnTo>
                      <a:pt x="96" y="50"/>
                    </a:lnTo>
                    <a:lnTo>
                      <a:pt x="96" y="50"/>
                    </a:lnTo>
                    <a:lnTo>
                      <a:pt x="98" y="49"/>
                    </a:lnTo>
                    <a:lnTo>
                      <a:pt x="96" y="49"/>
                    </a:lnTo>
                    <a:lnTo>
                      <a:pt x="96" y="47"/>
                    </a:lnTo>
                    <a:lnTo>
                      <a:pt x="100" y="46"/>
                    </a:lnTo>
                    <a:lnTo>
                      <a:pt x="100" y="46"/>
                    </a:lnTo>
                    <a:lnTo>
                      <a:pt x="107" y="45"/>
                    </a:lnTo>
                    <a:lnTo>
                      <a:pt x="110" y="43"/>
                    </a:lnTo>
                    <a:lnTo>
                      <a:pt x="113" y="43"/>
                    </a:lnTo>
                    <a:lnTo>
                      <a:pt x="114" y="45"/>
                    </a:lnTo>
                    <a:lnTo>
                      <a:pt x="114" y="45"/>
                    </a:lnTo>
                    <a:lnTo>
                      <a:pt x="117" y="46"/>
                    </a:lnTo>
                    <a:lnTo>
                      <a:pt x="118" y="46"/>
                    </a:lnTo>
                    <a:lnTo>
                      <a:pt x="118" y="46"/>
                    </a:lnTo>
                    <a:lnTo>
                      <a:pt x="118" y="47"/>
                    </a:lnTo>
                    <a:lnTo>
                      <a:pt x="118" y="49"/>
                    </a:lnTo>
                    <a:lnTo>
                      <a:pt x="119" y="47"/>
                    </a:lnTo>
                    <a:lnTo>
                      <a:pt x="119" y="47"/>
                    </a:lnTo>
                    <a:lnTo>
                      <a:pt x="122" y="46"/>
                    </a:lnTo>
                    <a:lnTo>
                      <a:pt x="125" y="47"/>
                    </a:lnTo>
                    <a:lnTo>
                      <a:pt x="127" y="49"/>
                    </a:lnTo>
                    <a:lnTo>
                      <a:pt x="127" y="49"/>
                    </a:lnTo>
                    <a:lnTo>
                      <a:pt x="127" y="49"/>
                    </a:lnTo>
                    <a:lnTo>
                      <a:pt x="130" y="49"/>
                    </a:lnTo>
                    <a:lnTo>
                      <a:pt x="130" y="49"/>
                    </a:lnTo>
                    <a:lnTo>
                      <a:pt x="133" y="51"/>
                    </a:lnTo>
                    <a:lnTo>
                      <a:pt x="137" y="51"/>
                    </a:lnTo>
                    <a:lnTo>
                      <a:pt x="137" y="51"/>
                    </a:lnTo>
                    <a:lnTo>
                      <a:pt x="140" y="50"/>
                    </a:lnTo>
                    <a:lnTo>
                      <a:pt x="140" y="50"/>
                    </a:lnTo>
                    <a:lnTo>
                      <a:pt x="138" y="47"/>
                    </a:lnTo>
                    <a:lnTo>
                      <a:pt x="138" y="47"/>
                    </a:lnTo>
                    <a:lnTo>
                      <a:pt x="137" y="45"/>
                    </a:lnTo>
                    <a:lnTo>
                      <a:pt x="133" y="43"/>
                    </a:lnTo>
                    <a:lnTo>
                      <a:pt x="133" y="43"/>
                    </a:lnTo>
                    <a:lnTo>
                      <a:pt x="125" y="41"/>
                    </a:lnTo>
                    <a:lnTo>
                      <a:pt x="123" y="39"/>
                    </a:lnTo>
                    <a:lnTo>
                      <a:pt x="126" y="39"/>
                    </a:lnTo>
                    <a:lnTo>
                      <a:pt x="126" y="39"/>
                    </a:lnTo>
                    <a:lnTo>
                      <a:pt x="129" y="38"/>
                    </a:lnTo>
                    <a:lnTo>
                      <a:pt x="127" y="37"/>
                    </a:lnTo>
                    <a:lnTo>
                      <a:pt x="127" y="35"/>
                    </a:lnTo>
                    <a:lnTo>
                      <a:pt x="132" y="33"/>
                    </a:lnTo>
                    <a:lnTo>
                      <a:pt x="132" y="33"/>
                    </a:lnTo>
                    <a:lnTo>
                      <a:pt x="137" y="31"/>
                    </a:lnTo>
                    <a:lnTo>
                      <a:pt x="140" y="31"/>
                    </a:lnTo>
                    <a:lnTo>
                      <a:pt x="141" y="31"/>
                    </a:lnTo>
                    <a:lnTo>
                      <a:pt x="141" y="28"/>
                    </a:lnTo>
                    <a:lnTo>
                      <a:pt x="141" y="28"/>
                    </a:lnTo>
                    <a:lnTo>
                      <a:pt x="141" y="23"/>
                    </a:lnTo>
                    <a:lnTo>
                      <a:pt x="142" y="23"/>
                    </a:lnTo>
                    <a:lnTo>
                      <a:pt x="144" y="23"/>
                    </a:lnTo>
                    <a:lnTo>
                      <a:pt x="144" y="23"/>
                    </a:lnTo>
                    <a:lnTo>
                      <a:pt x="153" y="24"/>
                    </a:lnTo>
                    <a:lnTo>
                      <a:pt x="153" y="24"/>
                    </a:lnTo>
                    <a:lnTo>
                      <a:pt x="155" y="24"/>
                    </a:lnTo>
                    <a:lnTo>
                      <a:pt x="155" y="26"/>
                    </a:lnTo>
                    <a:lnTo>
                      <a:pt x="157" y="24"/>
                    </a:lnTo>
                    <a:lnTo>
                      <a:pt x="157" y="24"/>
                    </a:lnTo>
                    <a:lnTo>
                      <a:pt x="160" y="23"/>
                    </a:lnTo>
                    <a:lnTo>
                      <a:pt x="161" y="23"/>
                    </a:lnTo>
                    <a:lnTo>
                      <a:pt x="161" y="23"/>
                    </a:lnTo>
                    <a:lnTo>
                      <a:pt x="161" y="22"/>
                    </a:lnTo>
                    <a:lnTo>
                      <a:pt x="161" y="22"/>
                    </a:lnTo>
                    <a:lnTo>
                      <a:pt x="159" y="18"/>
                    </a:lnTo>
                    <a:lnTo>
                      <a:pt x="156" y="15"/>
                    </a:lnTo>
                    <a:lnTo>
                      <a:pt x="156" y="15"/>
                    </a:lnTo>
                    <a:lnTo>
                      <a:pt x="155" y="12"/>
                    </a:lnTo>
                    <a:lnTo>
                      <a:pt x="153" y="10"/>
                    </a:lnTo>
                    <a:lnTo>
                      <a:pt x="152" y="7"/>
                    </a:lnTo>
                    <a:lnTo>
                      <a:pt x="150" y="7"/>
                    </a:lnTo>
                    <a:lnTo>
                      <a:pt x="148" y="8"/>
                    </a:lnTo>
                    <a:lnTo>
                      <a:pt x="148" y="8"/>
                    </a:lnTo>
                    <a:lnTo>
                      <a:pt x="144" y="10"/>
                    </a:lnTo>
                    <a:lnTo>
                      <a:pt x="140" y="11"/>
                    </a:lnTo>
                    <a:lnTo>
                      <a:pt x="140" y="11"/>
                    </a:lnTo>
                    <a:lnTo>
                      <a:pt x="134" y="10"/>
                    </a:lnTo>
                    <a:lnTo>
                      <a:pt x="132" y="8"/>
                    </a:lnTo>
                    <a:lnTo>
                      <a:pt x="132" y="8"/>
                    </a:lnTo>
                    <a:lnTo>
                      <a:pt x="136" y="7"/>
                    </a:lnTo>
                    <a:lnTo>
                      <a:pt x="138" y="5"/>
                    </a:lnTo>
                    <a:lnTo>
                      <a:pt x="138" y="5"/>
                    </a:lnTo>
                    <a:lnTo>
                      <a:pt x="138" y="5"/>
                    </a:lnTo>
                    <a:lnTo>
                      <a:pt x="140" y="4"/>
                    </a:lnTo>
                    <a:lnTo>
                      <a:pt x="140" y="4"/>
                    </a:lnTo>
                    <a:lnTo>
                      <a:pt x="137" y="1"/>
                    </a:lnTo>
                    <a:lnTo>
                      <a:pt x="140" y="0"/>
                    </a:lnTo>
                    <a:lnTo>
                      <a:pt x="140" y="0"/>
                    </a:lnTo>
                    <a:lnTo>
                      <a:pt x="149" y="0"/>
                    </a:lnTo>
                    <a:lnTo>
                      <a:pt x="161" y="1"/>
                    </a:lnTo>
                    <a:lnTo>
                      <a:pt x="161" y="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36" name="Freeform 132">
                <a:extLst>
                  <a:ext uri="{FF2B5EF4-FFF2-40B4-BE49-F238E27FC236}">
                    <a16:creationId xmlns:a16="http://schemas.microsoft.com/office/drawing/2014/main" id="{73D2FE0D-DF23-4E6C-A89B-A1B59C3BA45F}"/>
                  </a:ext>
                </a:extLst>
              </p:cNvPr>
              <p:cNvSpPr>
                <a:spLocks/>
              </p:cNvSpPr>
              <p:nvPr/>
            </p:nvSpPr>
            <p:spPr bwMode="auto">
              <a:xfrm>
                <a:off x="2139951" y="4786313"/>
                <a:ext cx="136525" cy="163513"/>
              </a:xfrm>
              <a:custGeom>
                <a:avLst/>
                <a:gdLst>
                  <a:gd name="T0" fmla="*/ 27 w 86"/>
                  <a:gd name="T1" fmla="*/ 6 h 103"/>
                  <a:gd name="T2" fmla="*/ 27 w 86"/>
                  <a:gd name="T3" fmla="*/ 38 h 103"/>
                  <a:gd name="T4" fmla="*/ 27 w 86"/>
                  <a:gd name="T5" fmla="*/ 38 h 103"/>
                  <a:gd name="T6" fmla="*/ 28 w 86"/>
                  <a:gd name="T7" fmla="*/ 41 h 103"/>
                  <a:gd name="T8" fmla="*/ 34 w 86"/>
                  <a:gd name="T9" fmla="*/ 47 h 103"/>
                  <a:gd name="T10" fmla="*/ 42 w 86"/>
                  <a:gd name="T11" fmla="*/ 55 h 103"/>
                  <a:gd name="T12" fmla="*/ 47 w 86"/>
                  <a:gd name="T13" fmla="*/ 57 h 103"/>
                  <a:gd name="T14" fmla="*/ 54 w 86"/>
                  <a:gd name="T15" fmla="*/ 60 h 103"/>
                  <a:gd name="T16" fmla="*/ 54 w 86"/>
                  <a:gd name="T17" fmla="*/ 60 h 103"/>
                  <a:gd name="T18" fmla="*/ 66 w 86"/>
                  <a:gd name="T19" fmla="*/ 65 h 103"/>
                  <a:gd name="T20" fmla="*/ 78 w 86"/>
                  <a:gd name="T21" fmla="*/ 72 h 103"/>
                  <a:gd name="T22" fmla="*/ 82 w 86"/>
                  <a:gd name="T23" fmla="*/ 75 h 103"/>
                  <a:gd name="T24" fmla="*/ 85 w 86"/>
                  <a:gd name="T25" fmla="*/ 79 h 103"/>
                  <a:gd name="T26" fmla="*/ 86 w 86"/>
                  <a:gd name="T27" fmla="*/ 82 h 103"/>
                  <a:gd name="T28" fmla="*/ 86 w 86"/>
                  <a:gd name="T29" fmla="*/ 86 h 103"/>
                  <a:gd name="T30" fmla="*/ 86 w 86"/>
                  <a:gd name="T31" fmla="*/ 86 h 103"/>
                  <a:gd name="T32" fmla="*/ 85 w 86"/>
                  <a:gd name="T33" fmla="*/ 90 h 103"/>
                  <a:gd name="T34" fmla="*/ 81 w 86"/>
                  <a:gd name="T35" fmla="*/ 93 h 103"/>
                  <a:gd name="T36" fmla="*/ 76 w 86"/>
                  <a:gd name="T37" fmla="*/ 95 h 103"/>
                  <a:gd name="T38" fmla="*/ 66 w 86"/>
                  <a:gd name="T39" fmla="*/ 98 h 103"/>
                  <a:gd name="T40" fmla="*/ 55 w 86"/>
                  <a:gd name="T41" fmla="*/ 101 h 103"/>
                  <a:gd name="T42" fmla="*/ 40 w 86"/>
                  <a:gd name="T43" fmla="*/ 102 h 103"/>
                  <a:gd name="T44" fmla="*/ 21 w 86"/>
                  <a:gd name="T45" fmla="*/ 103 h 103"/>
                  <a:gd name="T46" fmla="*/ 0 w 86"/>
                  <a:gd name="T47" fmla="*/ 103 h 103"/>
                  <a:gd name="T48" fmla="*/ 0 w 86"/>
                  <a:gd name="T49" fmla="*/ 0 h 103"/>
                  <a:gd name="T50" fmla="*/ 27 w 86"/>
                  <a:gd name="T51" fmla="*/ 6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6" h="103">
                    <a:moveTo>
                      <a:pt x="27" y="6"/>
                    </a:moveTo>
                    <a:lnTo>
                      <a:pt x="27" y="38"/>
                    </a:lnTo>
                    <a:lnTo>
                      <a:pt x="27" y="38"/>
                    </a:lnTo>
                    <a:lnTo>
                      <a:pt x="28" y="41"/>
                    </a:lnTo>
                    <a:lnTo>
                      <a:pt x="34" y="47"/>
                    </a:lnTo>
                    <a:lnTo>
                      <a:pt x="42" y="55"/>
                    </a:lnTo>
                    <a:lnTo>
                      <a:pt x="47" y="57"/>
                    </a:lnTo>
                    <a:lnTo>
                      <a:pt x="54" y="60"/>
                    </a:lnTo>
                    <a:lnTo>
                      <a:pt x="54" y="60"/>
                    </a:lnTo>
                    <a:lnTo>
                      <a:pt x="66" y="65"/>
                    </a:lnTo>
                    <a:lnTo>
                      <a:pt x="78" y="72"/>
                    </a:lnTo>
                    <a:lnTo>
                      <a:pt x="82" y="75"/>
                    </a:lnTo>
                    <a:lnTo>
                      <a:pt x="85" y="79"/>
                    </a:lnTo>
                    <a:lnTo>
                      <a:pt x="86" y="82"/>
                    </a:lnTo>
                    <a:lnTo>
                      <a:pt x="86" y="86"/>
                    </a:lnTo>
                    <a:lnTo>
                      <a:pt x="86" y="86"/>
                    </a:lnTo>
                    <a:lnTo>
                      <a:pt x="85" y="90"/>
                    </a:lnTo>
                    <a:lnTo>
                      <a:pt x="81" y="93"/>
                    </a:lnTo>
                    <a:lnTo>
                      <a:pt x="76" y="95"/>
                    </a:lnTo>
                    <a:lnTo>
                      <a:pt x="66" y="98"/>
                    </a:lnTo>
                    <a:lnTo>
                      <a:pt x="55" y="101"/>
                    </a:lnTo>
                    <a:lnTo>
                      <a:pt x="40" y="102"/>
                    </a:lnTo>
                    <a:lnTo>
                      <a:pt x="21" y="103"/>
                    </a:lnTo>
                    <a:lnTo>
                      <a:pt x="0" y="103"/>
                    </a:lnTo>
                    <a:lnTo>
                      <a:pt x="0" y="0"/>
                    </a:lnTo>
                    <a:lnTo>
                      <a:pt x="27" y="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37" name="Freeform 133">
                <a:extLst>
                  <a:ext uri="{FF2B5EF4-FFF2-40B4-BE49-F238E27FC236}">
                    <a16:creationId xmlns:a16="http://schemas.microsoft.com/office/drawing/2014/main" id="{405C0BC7-DD13-43B5-88BE-C94EB69E8F62}"/>
                  </a:ext>
                </a:extLst>
              </p:cNvPr>
              <p:cNvSpPr>
                <a:spLocks/>
              </p:cNvSpPr>
              <p:nvPr/>
            </p:nvSpPr>
            <p:spPr bwMode="auto">
              <a:xfrm>
                <a:off x="2024063" y="4786313"/>
                <a:ext cx="130175" cy="163513"/>
              </a:xfrm>
              <a:custGeom>
                <a:avLst/>
                <a:gdLst>
                  <a:gd name="T0" fmla="*/ 63 w 82"/>
                  <a:gd name="T1" fmla="*/ 6 h 103"/>
                  <a:gd name="T2" fmla="*/ 63 w 82"/>
                  <a:gd name="T3" fmla="*/ 38 h 103"/>
                  <a:gd name="T4" fmla="*/ 63 w 82"/>
                  <a:gd name="T5" fmla="*/ 38 h 103"/>
                  <a:gd name="T6" fmla="*/ 62 w 82"/>
                  <a:gd name="T7" fmla="*/ 41 h 103"/>
                  <a:gd name="T8" fmla="*/ 58 w 82"/>
                  <a:gd name="T9" fmla="*/ 47 h 103"/>
                  <a:gd name="T10" fmla="*/ 51 w 82"/>
                  <a:gd name="T11" fmla="*/ 55 h 103"/>
                  <a:gd name="T12" fmla="*/ 46 w 82"/>
                  <a:gd name="T13" fmla="*/ 57 h 103"/>
                  <a:gd name="T14" fmla="*/ 39 w 82"/>
                  <a:gd name="T15" fmla="*/ 60 h 103"/>
                  <a:gd name="T16" fmla="*/ 39 w 82"/>
                  <a:gd name="T17" fmla="*/ 60 h 103"/>
                  <a:gd name="T18" fmla="*/ 25 w 82"/>
                  <a:gd name="T19" fmla="*/ 65 h 103"/>
                  <a:gd name="T20" fmla="*/ 12 w 82"/>
                  <a:gd name="T21" fmla="*/ 72 h 103"/>
                  <a:gd name="T22" fmla="*/ 6 w 82"/>
                  <a:gd name="T23" fmla="*/ 75 h 103"/>
                  <a:gd name="T24" fmla="*/ 4 w 82"/>
                  <a:gd name="T25" fmla="*/ 79 h 103"/>
                  <a:gd name="T26" fmla="*/ 1 w 82"/>
                  <a:gd name="T27" fmla="*/ 82 h 103"/>
                  <a:gd name="T28" fmla="*/ 0 w 82"/>
                  <a:gd name="T29" fmla="*/ 86 h 103"/>
                  <a:gd name="T30" fmla="*/ 0 w 82"/>
                  <a:gd name="T31" fmla="*/ 86 h 103"/>
                  <a:gd name="T32" fmla="*/ 2 w 82"/>
                  <a:gd name="T33" fmla="*/ 90 h 103"/>
                  <a:gd name="T34" fmla="*/ 8 w 82"/>
                  <a:gd name="T35" fmla="*/ 93 h 103"/>
                  <a:gd name="T36" fmla="*/ 15 w 82"/>
                  <a:gd name="T37" fmla="*/ 95 h 103"/>
                  <a:gd name="T38" fmla="*/ 24 w 82"/>
                  <a:gd name="T39" fmla="*/ 98 h 103"/>
                  <a:gd name="T40" fmla="*/ 36 w 82"/>
                  <a:gd name="T41" fmla="*/ 101 h 103"/>
                  <a:gd name="T42" fmla="*/ 50 w 82"/>
                  <a:gd name="T43" fmla="*/ 102 h 103"/>
                  <a:gd name="T44" fmla="*/ 82 w 82"/>
                  <a:gd name="T45" fmla="*/ 103 h 103"/>
                  <a:gd name="T46" fmla="*/ 82 w 82"/>
                  <a:gd name="T47" fmla="*/ 0 h 103"/>
                  <a:gd name="T48" fmla="*/ 63 w 82"/>
                  <a:gd name="T49" fmla="*/ 6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82" h="103">
                    <a:moveTo>
                      <a:pt x="63" y="6"/>
                    </a:moveTo>
                    <a:lnTo>
                      <a:pt x="63" y="38"/>
                    </a:lnTo>
                    <a:lnTo>
                      <a:pt x="63" y="38"/>
                    </a:lnTo>
                    <a:lnTo>
                      <a:pt x="62" y="41"/>
                    </a:lnTo>
                    <a:lnTo>
                      <a:pt x="58" y="47"/>
                    </a:lnTo>
                    <a:lnTo>
                      <a:pt x="51" y="55"/>
                    </a:lnTo>
                    <a:lnTo>
                      <a:pt x="46" y="57"/>
                    </a:lnTo>
                    <a:lnTo>
                      <a:pt x="39" y="60"/>
                    </a:lnTo>
                    <a:lnTo>
                      <a:pt x="39" y="60"/>
                    </a:lnTo>
                    <a:lnTo>
                      <a:pt x="25" y="65"/>
                    </a:lnTo>
                    <a:lnTo>
                      <a:pt x="12" y="72"/>
                    </a:lnTo>
                    <a:lnTo>
                      <a:pt x="6" y="75"/>
                    </a:lnTo>
                    <a:lnTo>
                      <a:pt x="4" y="79"/>
                    </a:lnTo>
                    <a:lnTo>
                      <a:pt x="1" y="82"/>
                    </a:lnTo>
                    <a:lnTo>
                      <a:pt x="0" y="86"/>
                    </a:lnTo>
                    <a:lnTo>
                      <a:pt x="0" y="86"/>
                    </a:lnTo>
                    <a:lnTo>
                      <a:pt x="2" y="90"/>
                    </a:lnTo>
                    <a:lnTo>
                      <a:pt x="8" y="93"/>
                    </a:lnTo>
                    <a:lnTo>
                      <a:pt x="15" y="95"/>
                    </a:lnTo>
                    <a:lnTo>
                      <a:pt x="24" y="98"/>
                    </a:lnTo>
                    <a:lnTo>
                      <a:pt x="36" y="101"/>
                    </a:lnTo>
                    <a:lnTo>
                      <a:pt x="50" y="102"/>
                    </a:lnTo>
                    <a:lnTo>
                      <a:pt x="82" y="103"/>
                    </a:lnTo>
                    <a:lnTo>
                      <a:pt x="82" y="0"/>
                    </a:lnTo>
                    <a:lnTo>
                      <a:pt x="63" y="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38" name="Freeform 134">
                <a:extLst>
                  <a:ext uri="{FF2B5EF4-FFF2-40B4-BE49-F238E27FC236}">
                    <a16:creationId xmlns:a16="http://schemas.microsoft.com/office/drawing/2014/main" id="{4C73F8CA-C689-4CC1-AE5F-FEC43B99F6B5}"/>
                  </a:ext>
                </a:extLst>
              </p:cNvPr>
              <p:cNvSpPr>
                <a:spLocks/>
              </p:cNvSpPr>
              <p:nvPr/>
            </p:nvSpPr>
            <p:spPr bwMode="auto">
              <a:xfrm>
                <a:off x="1893888" y="4305300"/>
                <a:ext cx="495300" cy="496888"/>
              </a:xfrm>
              <a:custGeom>
                <a:avLst/>
                <a:gdLst>
                  <a:gd name="T0" fmla="*/ 83 w 312"/>
                  <a:gd name="T1" fmla="*/ 16 h 313"/>
                  <a:gd name="T2" fmla="*/ 57 w 312"/>
                  <a:gd name="T3" fmla="*/ 41 h 313"/>
                  <a:gd name="T4" fmla="*/ 37 w 312"/>
                  <a:gd name="T5" fmla="*/ 71 h 313"/>
                  <a:gd name="T6" fmla="*/ 25 w 312"/>
                  <a:gd name="T7" fmla="*/ 103 h 313"/>
                  <a:gd name="T8" fmla="*/ 21 w 312"/>
                  <a:gd name="T9" fmla="*/ 140 h 313"/>
                  <a:gd name="T10" fmla="*/ 21 w 312"/>
                  <a:gd name="T11" fmla="*/ 156 h 313"/>
                  <a:gd name="T12" fmla="*/ 27 w 312"/>
                  <a:gd name="T13" fmla="*/ 186 h 313"/>
                  <a:gd name="T14" fmla="*/ 40 w 312"/>
                  <a:gd name="T15" fmla="*/ 213 h 313"/>
                  <a:gd name="T16" fmla="*/ 56 w 312"/>
                  <a:gd name="T17" fmla="*/ 237 h 313"/>
                  <a:gd name="T18" fmla="*/ 76 w 312"/>
                  <a:gd name="T19" fmla="*/ 259 h 313"/>
                  <a:gd name="T20" fmla="*/ 101 w 312"/>
                  <a:gd name="T21" fmla="*/ 275 h 313"/>
                  <a:gd name="T22" fmla="*/ 128 w 312"/>
                  <a:gd name="T23" fmla="*/ 287 h 313"/>
                  <a:gd name="T24" fmla="*/ 157 w 312"/>
                  <a:gd name="T25" fmla="*/ 293 h 313"/>
                  <a:gd name="T26" fmla="*/ 174 w 312"/>
                  <a:gd name="T27" fmla="*/ 294 h 313"/>
                  <a:gd name="T28" fmla="*/ 210 w 312"/>
                  <a:gd name="T29" fmla="*/ 289 h 313"/>
                  <a:gd name="T30" fmla="*/ 243 w 312"/>
                  <a:gd name="T31" fmla="*/ 276 h 313"/>
                  <a:gd name="T32" fmla="*/ 273 w 312"/>
                  <a:gd name="T33" fmla="*/ 257 h 313"/>
                  <a:gd name="T34" fmla="*/ 296 w 312"/>
                  <a:gd name="T35" fmla="*/ 233 h 313"/>
                  <a:gd name="T36" fmla="*/ 312 w 312"/>
                  <a:gd name="T37" fmla="*/ 245 h 313"/>
                  <a:gd name="T38" fmla="*/ 285 w 312"/>
                  <a:gd name="T39" fmla="*/ 274 h 313"/>
                  <a:gd name="T40" fmla="*/ 252 w 312"/>
                  <a:gd name="T41" fmla="*/ 295 h 313"/>
                  <a:gd name="T42" fmla="*/ 214 w 312"/>
                  <a:gd name="T43" fmla="*/ 309 h 313"/>
                  <a:gd name="T44" fmla="*/ 174 w 312"/>
                  <a:gd name="T45" fmla="*/ 313 h 313"/>
                  <a:gd name="T46" fmla="*/ 156 w 312"/>
                  <a:gd name="T47" fmla="*/ 313 h 313"/>
                  <a:gd name="T48" fmla="*/ 122 w 312"/>
                  <a:gd name="T49" fmla="*/ 306 h 313"/>
                  <a:gd name="T50" fmla="*/ 91 w 312"/>
                  <a:gd name="T51" fmla="*/ 293 h 313"/>
                  <a:gd name="T52" fmla="*/ 64 w 312"/>
                  <a:gd name="T53" fmla="*/ 274 h 313"/>
                  <a:gd name="T54" fmla="*/ 40 w 312"/>
                  <a:gd name="T55" fmla="*/ 251 h 313"/>
                  <a:gd name="T56" fmla="*/ 21 w 312"/>
                  <a:gd name="T57" fmla="*/ 222 h 313"/>
                  <a:gd name="T58" fmla="*/ 8 w 312"/>
                  <a:gd name="T59" fmla="*/ 191 h 313"/>
                  <a:gd name="T60" fmla="*/ 2 w 312"/>
                  <a:gd name="T61" fmla="*/ 159 h 313"/>
                  <a:gd name="T62" fmla="*/ 0 w 312"/>
                  <a:gd name="T63" fmla="*/ 140 h 313"/>
                  <a:gd name="T64" fmla="*/ 6 w 312"/>
                  <a:gd name="T65" fmla="*/ 99 h 313"/>
                  <a:gd name="T66" fmla="*/ 19 w 312"/>
                  <a:gd name="T67" fmla="*/ 61 h 313"/>
                  <a:gd name="T68" fmla="*/ 42 w 312"/>
                  <a:gd name="T69" fmla="*/ 27 h 313"/>
                  <a:gd name="T70" fmla="*/ 71 w 312"/>
                  <a:gd name="T71" fmla="*/ 0 h 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12" h="313">
                    <a:moveTo>
                      <a:pt x="83" y="16"/>
                    </a:moveTo>
                    <a:lnTo>
                      <a:pt x="83" y="16"/>
                    </a:lnTo>
                    <a:lnTo>
                      <a:pt x="69" y="29"/>
                    </a:lnTo>
                    <a:lnTo>
                      <a:pt x="57" y="41"/>
                    </a:lnTo>
                    <a:lnTo>
                      <a:pt x="46" y="54"/>
                    </a:lnTo>
                    <a:lnTo>
                      <a:pt x="37" y="71"/>
                    </a:lnTo>
                    <a:lnTo>
                      <a:pt x="30" y="87"/>
                    </a:lnTo>
                    <a:lnTo>
                      <a:pt x="25" y="103"/>
                    </a:lnTo>
                    <a:lnTo>
                      <a:pt x="22" y="122"/>
                    </a:lnTo>
                    <a:lnTo>
                      <a:pt x="21" y="140"/>
                    </a:lnTo>
                    <a:lnTo>
                      <a:pt x="21" y="140"/>
                    </a:lnTo>
                    <a:lnTo>
                      <a:pt x="21" y="156"/>
                    </a:lnTo>
                    <a:lnTo>
                      <a:pt x="23" y="171"/>
                    </a:lnTo>
                    <a:lnTo>
                      <a:pt x="27" y="186"/>
                    </a:lnTo>
                    <a:lnTo>
                      <a:pt x="33" y="199"/>
                    </a:lnTo>
                    <a:lnTo>
                      <a:pt x="40" y="213"/>
                    </a:lnTo>
                    <a:lnTo>
                      <a:pt x="46" y="226"/>
                    </a:lnTo>
                    <a:lnTo>
                      <a:pt x="56" y="237"/>
                    </a:lnTo>
                    <a:lnTo>
                      <a:pt x="65" y="248"/>
                    </a:lnTo>
                    <a:lnTo>
                      <a:pt x="76" y="259"/>
                    </a:lnTo>
                    <a:lnTo>
                      <a:pt x="88" y="267"/>
                    </a:lnTo>
                    <a:lnTo>
                      <a:pt x="101" y="275"/>
                    </a:lnTo>
                    <a:lnTo>
                      <a:pt x="114" y="282"/>
                    </a:lnTo>
                    <a:lnTo>
                      <a:pt x="128" y="287"/>
                    </a:lnTo>
                    <a:lnTo>
                      <a:pt x="143" y="290"/>
                    </a:lnTo>
                    <a:lnTo>
                      <a:pt x="157" y="293"/>
                    </a:lnTo>
                    <a:lnTo>
                      <a:pt x="174" y="294"/>
                    </a:lnTo>
                    <a:lnTo>
                      <a:pt x="174" y="294"/>
                    </a:lnTo>
                    <a:lnTo>
                      <a:pt x="193" y="293"/>
                    </a:lnTo>
                    <a:lnTo>
                      <a:pt x="210" y="289"/>
                    </a:lnTo>
                    <a:lnTo>
                      <a:pt x="227" y="285"/>
                    </a:lnTo>
                    <a:lnTo>
                      <a:pt x="243" y="276"/>
                    </a:lnTo>
                    <a:lnTo>
                      <a:pt x="258" y="268"/>
                    </a:lnTo>
                    <a:lnTo>
                      <a:pt x="273" y="257"/>
                    </a:lnTo>
                    <a:lnTo>
                      <a:pt x="285" y="247"/>
                    </a:lnTo>
                    <a:lnTo>
                      <a:pt x="296" y="233"/>
                    </a:lnTo>
                    <a:lnTo>
                      <a:pt x="312" y="245"/>
                    </a:lnTo>
                    <a:lnTo>
                      <a:pt x="312" y="245"/>
                    </a:lnTo>
                    <a:lnTo>
                      <a:pt x="298" y="260"/>
                    </a:lnTo>
                    <a:lnTo>
                      <a:pt x="285" y="274"/>
                    </a:lnTo>
                    <a:lnTo>
                      <a:pt x="268" y="285"/>
                    </a:lnTo>
                    <a:lnTo>
                      <a:pt x="252" y="295"/>
                    </a:lnTo>
                    <a:lnTo>
                      <a:pt x="233" y="303"/>
                    </a:lnTo>
                    <a:lnTo>
                      <a:pt x="214" y="309"/>
                    </a:lnTo>
                    <a:lnTo>
                      <a:pt x="194" y="312"/>
                    </a:lnTo>
                    <a:lnTo>
                      <a:pt x="174" y="313"/>
                    </a:lnTo>
                    <a:lnTo>
                      <a:pt x="174" y="313"/>
                    </a:lnTo>
                    <a:lnTo>
                      <a:pt x="156" y="313"/>
                    </a:lnTo>
                    <a:lnTo>
                      <a:pt x="138" y="310"/>
                    </a:lnTo>
                    <a:lnTo>
                      <a:pt x="122" y="306"/>
                    </a:lnTo>
                    <a:lnTo>
                      <a:pt x="106" y="299"/>
                    </a:lnTo>
                    <a:lnTo>
                      <a:pt x="91" y="293"/>
                    </a:lnTo>
                    <a:lnTo>
                      <a:pt x="76" y="285"/>
                    </a:lnTo>
                    <a:lnTo>
                      <a:pt x="64" y="274"/>
                    </a:lnTo>
                    <a:lnTo>
                      <a:pt x="52" y="263"/>
                    </a:lnTo>
                    <a:lnTo>
                      <a:pt x="40" y="251"/>
                    </a:lnTo>
                    <a:lnTo>
                      <a:pt x="30" y="237"/>
                    </a:lnTo>
                    <a:lnTo>
                      <a:pt x="21" y="222"/>
                    </a:lnTo>
                    <a:lnTo>
                      <a:pt x="14" y="207"/>
                    </a:lnTo>
                    <a:lnTo>
                      <a:pt x="8" y="191"/>
                    </a:lnTo>
                    <a:lnTo>
                      <a:pt x="4" y="175"/>
                    </a:lnTo>
                    <a:lnTo>
                      <a:pt x="2" y="159"/>
                    </a:lnTo>
                    <a:lnTo>
                      <a:pt x="0" y="140"/>
                    </a:lnTo>
                    <a:lnTo>
                      <a:pt x="0" y="140"/>
                    </a:lnTo>
                    <a:lnTo>
                      <a:pt x="2" y="119"/>
                    </a:lnTo>
                    <a:lnTo>
                      <a:pt x="6" y="99"/>
                    </a:lnTo>
                    <a:lnTo>
                      <a:pt x="11" y="79"/>
                    </a:lnTo>
                    <a:lnTo>
                      <a:pt x="19" y="61"/>
                    </a:lnTo>
                    <a:lnTo>
                      <a:pt x="30" y="44"/>
                    </a:lnTo>
                    <a:lnTo>
                      <a:pt x="42" y="27"/>
                    </a:lnTo>
                    <a:lnTo>
                      <a:pt x="56" y="14"/>
                    </a:lnTo>
                    <a:lnTo>
                      <a:pt x="71" y="0"/>
                    </a:lnTo>
                    <a:lnTo>
                      <a:pt x="83"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39" name="Freeform 135">
                <a:extLst>
                  <a:ext uri="{FF2B5EF4-FFF2-40B4-BE49-F238E27FC236}">
                    <a16:creationId xmlns:a16="http://schemas.microsoft.com/office/drawing/2014/main" id="{F1FD70D3-87E1-4DCC-86FA-B0DDE374F84A}"/>
                  </a:ext>
                </a:extLst>
              </p:cNvPr>
              <p:cNvSpPr>
                <a:spLocks noEditPoints="1"/>
              </p:cNvSpPr>
              <p:nvPr/>
            </p:nvSpPr>
            <p:spPr bwMode="auto">
              <a:xfrm>
                <a:off x="1947863" y="4314825"/>
                <a:ext cx="436563" cy="434975"/>
              </a:xfrm>
              <a:custGeom>
                <a:avLst/>
                <a:gdLst>
                  <a:gd name="T0" fmla="*/ 152 w 275"/>
                  <a:gd name="T1" fmla="*/ 1 h 274"/>
                  <a:gd name="T2" fmla="*/ 191 w 275"/>
                  <a:gd name="T3" fmla="*/ 10 h 274"/>
                  <a:gd name="T4" fmla="*/ 225 w 275"/>
                  <a:gd name="T5" fmla="*/ 32 h 274"/>
                  <a:gd name="T6" fmla="*/ 252 w 275"/>
                  <a:gd name="T7" fmla="*/ 61 h 274"/>
                  <a:gd name="T8" fmla="*/ 268 w 275"/>
                  <a:gd name="T9" fmla="*/ 97 h 274"/>
                  <a:gd name="T10" fmla="*/ 275 w 275"/>
                  <a:gd name="T11" fmla="*/ 138 h 274"/>
                  <a:gd name="T12" fmla="*/ 272 w 275"/>
                  <a:gd name="T13" fmla="*/ 165 h 274"/>
                  <a:gd name="T14" fmla="*/ 259 w 275"/>
                  <a:gd name="T15" fmla="*/ 203 h 274"/>
                  <a:gd name="T16" fmla="*/ 234 w 275"/>
                  <a:gd name="T17" fmla="*/ 235 h 274"/>
                  <a:gd name="T18" fmla="*/ 203 w 275"/>
                  <a:gd name="T19" fmla="*/ 258 h 274"/>
                  <a:gd name="T20" fmla="*/ 165 w 275"/>
                  <a:gd name="T21" fmla="*/ 272 h 274"/>
                  <a:gd name="T22" fmla="*/ 137 w 275"/>
                  <a:gd name="T23" fmla="*/ 274 h 274"/>
                  <a:gd name="T24" fmla="*/ 137 w 275"/>
                  <a:gd name="T25" fmla="*/ 269 h 274"/>
                  <a:gd name="T26" fmla="*/ 164 w 275"/>
                  <a:gd name="T27" fmla="*/ 266 h 274"/>
                  <a:gd name="T28" fmla="*/ 201 w 275"/>
                  <a:gd name="T29" fmla="*/ 253 h 274"/>
                  <a:gd name="T30" fmla="*/ 230 w 275"/>
                  <a:gd name="T31" fmla="*/ 230 h 274"/>
                  <a:gd name="T32" fmla="*/ 253 w 275"/>
                  <a:gd name="T33" fmla="*/ 200 h 274"/>
                  <a:gd name="T34" fmla="*/ 266 w 275"/>
                  <a:gd name="T35" fmla="*/ 163 h 274"/>
                  <a:gd name="T36" fmla="*/ 268 w 275"/>
                  <a:gd name="T37" fmla="*/ 138 h 274"/>
                  <a:gd name="T38" fmla="*/ 263 w 275"/>
                  <a:gd name="T39" fmla="*/ 98 h 274"/>
                  <a:gd name="T40" fmla="*/ 247 w 275"/>
                  <a:gd name="T41" fmla="*/ 65 h 274"/>
                  <a:gd name="T42" fmla="*/ 221 w 275"/>
                  <a:gd name="T43" fmla="*/ 36 h 274"/>
                  <a:gd name="T44" fmla="*/ 188 w 275"/>
                  <a:gd name="T45" fmla="*/ 17 h 274"/>
                  <a:gd name="T46" fmla="*/ 151 w 275"/>
                  <a:gd name="T47" fmla="*/ 8 h 274"/>
                  <a:gd name="T48" fmla="*/ 137 w 275"/>
                  <a:gd name="T49" fmla="*/ 0 h 274"/>
                  <a:gd name="T50" fmla="*/ 137 w 275"/>
                  <a:gd name="T51" fmla="*/ 274 h 274"/>
                  <a:gd name="T52" fmla="*/ 96 w 275"/>
                  <a:gd name="T53" fmla="*/ 269 h 274"/>
                  <a:gd name="T54" fmla="*/ 61 w 275"/>
                  <a:gd name="T55" fmla="*/ 251 h 274"/>
                  <a:gd name="T56" fmla="*/ 31 w 275"/>
                  <a:gd name="T57" fmla="*/ 224 h 274"/>
                  <a:gd name="T58" fmla="*/ 11 w 275"/>
                  <a:gd name="T59" fmla="*/ 191 h 274"/>
                  <a:gd name="T60" fmla="*/ 2 w 275"/>
                  <a:gd name="T61" fmla="*/ 151 h 274"/>
                  <a:gd name="T62" fmla="*/ 2 w 275"/>
                  <a:gd name="T63" fmla="*/ 123 h 274"/>
                  <a:gd name="T64" fmla="*/ 11 w 275"/>
                  <a:gd name="T65" fmla="*/ 84 h 274"/>
                  <a:gd name="T66" fmla="*/ 31 w 275"/>
                  <a:gd name="T67" fmla="*/ 50 h 274"/>
                  <a:gd name="T68" fmla="*/ 61 w 275"/>
                  <a:gd name="T69" fmla="*/ 24 h 274"/>
                  <a:gd name="T70" fmla="*/ 96 w 275"/>
                  <a:gd name="T71" fmla="*/ 6 h 274"/>
                  <a:gd name="T72" fmla="*/ 137 w 275"/>
                  <a:gd name="T73" fmla="*/ 0 h 274"/>
                  <a:gd name="T74" fmla="*/ 125 w 275"/>
                  <a:gd name="T75" fmla="*/ 8 h 274"/>
                  <a:gd name="T76" fmla="*/ 87 w 275"/>
                  <a:gd name="T77" fmla="*/ 17 h 274"/>
                  <a:gd name="T78" fmla="*/ 54 w 275"/>
                  <a:gd name="T79" fmla="*/ 36 h 274"/>
                  <a:gd name="T80" fmla="*/ 29 w 275"/>
                  <a:gd name="T81" fmla="*/ 65 h 274"/>
                  <a:gd name="T82" fmla="*/ 12 w 275"/>
                  <a:gd name="T83" fmla="*/ 98 h 274"/>
                  <a:gd name="T84" fmla="*/ 7 w 275"/>
                  <a:gd name="T85" fmla="*/ 138 h 274"/>
                  <a:gd name="T86" fmla="*/ 10 w 275"/>
                  <a:gd name="T87" fmla="*/ 163 h 274"/>
                  <a:gd name="T88" fmla="*/ 22 w 275"/>
                  <a:gd name="T89" fmla="*/ 200 h 274"/>
                  <a:gd name="T90" fmla="*/ 45 w 275"/>
                  <a:gd name="T91" fmla="*/ 230 h 274"/>
                  <a:gd name="T92" fmla="*/ 75 w 275"/>
                  <a:gd name="T93" fmla="*/ 253 h 274"/>
                  <a:gd name="T94" fmla="*/ 111 w 275"/>
                  <a:gd name="T95" fmla="*/ 266 h 274"/>
                  <a:gd name="T96" fmla="*/ 137 w 275"/>
                  <a:gd name="T97" fmla="*/ 27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5" h="274">
                    <a:moveTo>
                      <a:pt x="137" y="0"/>
                    </a:moveTo>
                    <a:lnTo>
                      <a:pt x="137" y="0"/>
                    </a:lnTo>
                    <a:lnTo>
                      <a:pt x="152" y="1"/>
                    </a:lnTo>
                    <a:lnTo>
                      <a:pt x="165" y="2"/>
                    </a:lnTo>
                    <a:lnTo>
                      <a:pt x="179" y="6"/>
                    </a:lnTo>
                    <a:lnTo>
                      <a:pt x="191" y="10"/>
                    </a:lnTo>
                    <a:lnTo>
                      <a:pt x="203" y="17"/>
                    </a:lnTo>
                    <a:lnTo>
                      <a:pt x="214" y="24"/>
                    </a:lnTo>
                    <a:lnTo>
                      <a:pt x="225" y="32"/>
                    </a:lnTo>
                    <a:lnTo>
                      <a:pt x="234" y="40"/>
                    </a:lnTo>
                    <a:lnTo>
                      <a:pt x="244" y="50"/>
                    </a:lnTo>
                    <a:lnTo>
                      <a:pt x="252" y="61"/>
                    </a:lnTo>
                    <a:lnTo>
                      <a:pt x="259" y="71"/>
                    </a:lnTo>
                    <a:lnTo>
                      <a:pt x="264" y="84"/>
                    </a:lnTo>
                    <a:lnTo>
                      <a:pt x="268" y="97"/>
                    </a:lnTo>
                    <a:lnTo>
                      <a:pt x="272" y="109"/>
                    </a:lnTo>
                    <a:lnTo>
                      <a:pt x="274" y="123"/>
                    </a:lnTo>
                    <a:lnTo>
                      <a:pt x="275" y="138"/>
                    </a:lnTo>
                    <a:lnTo>
                      <a:pt x="275" y="138"/>
                    </a:lnTo>
                    <a:lnTo>
                      <a:pt x="274" y="151"/>
                    </a:lnTo>
                    <a:lnTo>
                      <a:pt x="272" y="165"/>
                    </a:lnTo>
                    <a:lnTo>
                      <a:pt x="268" y="178"/>
                    </a:lnTo>
                    <a:lnTo>
                      <a:pt x="264" y="191"/>
                    </a:lnTo>
                    <a:lnTo>
                      <a:pt x="259" y="203"/>
                    </a:lnTo>
                    <a:lnTo>
                      <a:pt x="252" y="215"/>
                    </a:lnTo>
                    <a:lnTo>
                      <a:pt x="244" y="224"/>
                    </a:lnTo>
                    <a:lnTo>
                      <a:pt x="234" y="235"/>
                    </a:lnTo>
                    <a:lnTo>
                      <a:pt x="225" y="243"/>
                    </a:lnTo>
                    <a:lnTo>
                      <a:pt x="214" y="251"/>
                    </a:lnTo>
                    <a:lnTo>
                      <a:pt x="203" y="258"/>
                    </a:lnTo>
                    <a:lnTo>
                      <a:pt x="191" y="264"/>
                    </a:lnTo>
                    <a:lnTo>
                      <a:pt x="179" y="269"/>
                    </a:lnTo>
                    <a:lnTo>
                      <a:pt x="165" y="272"/>
                    </a:lnTo>
                    <a:lnTo>
                      <a:pt x="152" y="274"/>
                    </a:lnTo>
                    <a:lnTo>
                      <a:pt x="137" y="274"/>
                    </a:lnTo>
                    <a:lnTo>
                      <a:pt x="137" y="274"/>
                    </a:lnTo>
                    <a:lnTo>
                      <a:pt x="137" y="269"/>
                    </a:lnTo>
                    <a:lnTo>
                      <a:pt x="137" y="269"/>
                    </a:lnTo>
                    <a:lnTo>
                      <a:pt x="137" y="269"/>
                    </a:lnTo>
                    <a:lnTo>
                      <a:pt x="137" y="269"/>
                    </a:lnTo>
                    <a:lnTo>
                      <a:pt x="151" y="268"/>
                    </a:lnTo>
                    <a:lnTo>
                      <a:pt x="164" y="266"/>
                    </a:lnTo>
                    <a:lnTo>
                      <a:pt x="176" y="262"/>
                    </a:lnTo>
                    <a:lnTo>
                      <a:pt x="188" y="258"/>
                    </a:lnTo>
                    <a:lnTo>
                      <a:pt x="201" y="253"/>
                    </a:lnTo>
                    <a:lnTo>
                      <a:pt x="211" y="246"/>
                    </a:lnTo>
                    <a:lnTo>
                      <a:pt x="221" y="238"/>
                    </a:lnTo>
                    <a:lnTo>
                      <a:pt x="230" y="230"/>
                    </a:lnTo>
                    <a:lnTo>
                      <a:pt x="239" y="220"/>
                    </a:lnTo>
                    <a:lnTo>
                      <a:pt x="247" y="211"/>
                    </a:lnTo>
                    <a:lnTo>
                      <a:pt x="253" y="200"/>
                    </a:lnTo>
                    <a:lnTo>
                      <a:pt x="259" y="188"/>
                    </a:lnTo>
                    <a:lnTo>
                      <a:pt x="263" y="177"/>
                    </a:lnTo>
                    <a:lnTo>
                      <a:pt x="266" y="163"/>
                    </a:lnTo>
                    <a:lnTo>
                      <a:pt x="268" y="151"/>
                    </a:lnTo>
                    <a:lnTo>
                      <a:pt x="268" y="138"/>
                    </a:lnTo>
                    <a:lnTo>
                      <a:pt x="268" y="138"/>
                    </a:lnTo>
                    <a:lnTo>
                      <a:pt x="268" y="124"/>
                    </a:lnTo>
                    <a:lnTo>
                      <a:pt x="266" y="111"/>
                    </a:lnTo>
                    <a:lnTo>
                      <a:pt x="263" y="98"/>
                    </a:lnTo>
                    <a:lnTo>
                      <a:pt x="259" y="86"/>
                    </a:lnTo>
                    <a:lnTo>
                      <a:pt x="253" y="75"/>
                    </a:lnTo>
                    <a:lnTo>
                      <a:pt x="247" y="65"/>
                    </a:lnTo>
                    <a:lnTo>
                      <a:pt x="239" y="54"/>
                    </a:lnTo>
                    <a:lnTo>
                      <a:pt x="230" y="44"/>
                    </a:lnTo>
                    <a:lnTo>
                      <a:pt x="221" y="36"/>
                    </a:lnTo>
                    <a:lnTo>
                      <a:pt x="211" y="29"/>
                    </a:lnTo>
                    <a:lnTo>
                      <a:pt x="201" y="23"/>
                    </a:lnTo>
                    <a:lnTo>
                      <a:pt x="188" y="17"/>
                    </a:lnTo>
                    <a:lnTo>
                      <a:pt x="176" y="12"/>
                    </a:lnTo>
                    <a:lnTo>
                      <a:pt x="164" y="9"/>
                    </a:lnTo>
                    <a:lnTo>
                      <a:pt x="151" y="8"/>
                    </a:lnTo>
                    <a:lnTo>
                      <a:pt x="137" y="6"/>
                    </a:lnTo>
                    <a:lnTo>
                      <a:pt x="137" y="6"/>
                    </a:lnTo>
                    <a:lnTo>
                      <a:pt x="137" y="0"/>
                    </a:lnTo>
                    <a:lnTo>
                      <a:pt x="137" y="0"/>
                    </a:lnTo>
                    <a:close/>
                    <a:moveTo>
                      <a:pt x="137" y="274"/>
                    </a:moveTo>
                    <a:lnTo>
                      <a:pt x="137" y="274"/>
                    </a:lnTo>
                    <a:lnTo>
                      <a:pt x="123" y="274"/>
                    </a:lnTo>
                    <a:lnTo>
                      <a:pt x="110" y="272"/>
                    </a:lnTo>
                    <a:lnTo>
                      <a:pt x="96" y="269"/>
                    </a:lnTo>
                    <a:lnTo>
                      <a:pt x="84" y="264"/>
                    </a:lnTo>
                    <a:lnTo>
                      <a:pt x="72" y="258"/>
                    </a:lnTo>
                    <a:lnTo>
                      <a:pt x="61" y="251"/>
                    </a:lnTo>
                    <a:lnTo>
                      <a:pt x="50" y="243"/>
                    </a:lnTo>
                    <a:lnTo>
                      <a:pt x="41" y="235"/>
                    </a:lnTo>
                    <a:lnTo>
                      <a:pt x="31" y="224"/>
                    </a:lnTo>
                    <a:lnTo>
                      <a:pt x="23" y="215"/>
                    </a:lnTo>
                    <a:lnTo>
                      <a:pt x="16" y="203"/>
                    </a:lnTo>
                    <a:lnTo>
                      <a:pt x="11" y="191"/>
                    </a:lnTo>
                    <a:lnTo>
                      <a:pt x="7" y="178"/>
                    </a:lnTo>
                    <a:lnTo>
                      <a:pt x="3" y="165"/>
                    </a:lnTo>
                    <a:lnTo>
                      <a:pt x="2" y="151"/>
                    </a:lnTo>
                    <a:lnTo>
                      <a:pt x="0" y="138"/>
                    </a:lnTo>
                    <a:lnTo>
                      <a:pt x="0" y="138"/>
                    </a:lnTo>
                    <a:lnTo>
                      <a:pt x="2" y="123"/>
                    </a:lnTo>
                    <a:lnTo>
                      <a:pt x="3" y="109"/>
                    </a:lnTo>
                    <a:lnTo>
                      <a:pt x="7" y="97"/>
                    </a:lnTo>
                    <a:lnTo>
                      <a:pt x="11" y="84"/>
                    </a:lnTo>
                    <a:lnTo>
                      <a:pt x="16" y="71"/>
                    </a:lnTo>
                    <a:lnTo>
                      <a:pt x="23" y="61"/>
                    </a:lnTo>
                    <a:lnTo>
                      <a:pt x="31" y="50"/>
                    </a:lnTo>
                    <a:lnTo>
                      <a:pt x="41" y="40"/>
                    </a:lnTo>
                    <a:lnTo>
                      <a:pt x="50" y="32"/>
                    </a:lnTo>
                    <a:lnTo>
                      <a:pt x="61" y="24"/>
                    </a:lnTo>
                    <a:lnTo>
                      <a:pt x="72" y="17"/>
                    </a:lnTo>
                    <a:lnTo>
                      <a:pt x="84" y="10"/>
                    </a:lnTo>
                    <a:lnTo>
                      <a:pt x="96" y="6"/>
                    </a:lnTo>
                    <a:lnTo>
                      <a:pt x="110" y="2"/>
                    </a:lnTo>
                    <a:lnTo>
                      <a:pt x="123" y="1"/>
                    </a:lnTo>
                    <a:lnTo>
                      <a:pt x="137" y="0"/>
                    </a:lnTo>
                    <a:lnTo>
                      <a:pt x="137" y="6"/>
                    </a:lnTo>
                    <a:lnTo>
                      <a:pt x="137" y="6"/>
                    </a:lnTo>
                    <a:lnTo>
                      <a:pt x="125" y="8"/>
                    </a:lnTo>
                    <a:lnTo>
                      <a:pt x="111" y="9"/>
                    </a:lnTo>
                    <a:lnTo>
                      <a:pt x="99" y="12"/>
                    </a:lnTo>
                    <a:lnTo>
                      <a:pt x="87" y="17"/>
                    </a:lnTo>
                    <a:lnTo>
                      <a:pt x="75" y="23"/>
                    </a:lnTo>
                    <a:lnTo>
                      <a:pt x="64" y="29"/>
                    </a:lnTo>
                    <a:lnTo>
                      <a:pt x="54" y="36"/>
                    </a:lnTo>
                    <a:lnTo>
                      <a:pt x="45" y="44"/>
                    </a:lnTo>
                    <a:lnTo>
                      <a:pt x="37" y="54"/>
                    </a:lnTo>
                    <a:lnTo>
                      <a:pt x="29" y="65"/>
                    </a:lnTo>
                    <a:lnTo>
                      <a:pt x="22" y="75"/>
                    </a:lnTo>
                    <a:lnTo>
                      <a:pt x="16" y="86"/>
                    </a:lnTo>
                    <a:lnTo>
                      <a:pt x="12" y="98"/>
                    </a:lnTo>
                    <a:lnTo>
                      <a:pt x="10" y="111"/>
                    </a:lnTo>
                    <a:lnTo>
                      <a:pt x="7" y="124"/>
                    </a:lnTo>
                    <a:lnTo>
                      <a:pt x="7" y="138"/>
                    </a:lnTo>
                    <a:lnTo>
                      <a:pt x="7" y="138"/>
                    </a:lnTo>
                    <a:lnTo>
                      <a:pt x="7" y="151"/>
                    </a:lnTo>
                    <a:lnTo>
                      <a:pt x="10" y="163"/>
                    </a:lnTo>
                    <a:lnTo>
                      <a:pt x="12" y="177"/>
                    </a:lnTo>
                    <a:lnTo>
                      <a:pt x="16" y="188"/>
                    </a:lnTo>
                    <a:lnTo>
                      <a:pt x="22" y="200"/>
                    </a:lnTo>
                    <a:lnTo>
                      <a:pt x="29" y="211"/>
                    </a:lnTo>
                    <a:lnTo>
                      <a:pt x="37" y="220"/>
                    </a:lnTo>
                    <a:lnTo>
                      <a:pt x="45" y="230"/>
                    </a:lnTo>
                    <a:lnTo>
                      <a:pt x="54" y="238"/>
                    </a:lnTo>
                    <a:lnTo>
                      <a:pt x="64" y="246"/>
                    </a:lnTo>
                    <a:lnTo>
                      <a:pt x="75" y="253"/>
                    </a:lnTo>
                    <a:lnTo>
                      <a:pt x="87" y="258"/>
                    </a:lnTo>
                    <a:lnTo>
                      <a:pt x="99" y="262"/>
                    </a:lnTo>
                    <a:lnTo>
                      <a:pt x="111" y="266"/>
                    </a:lnTo>
                    <a:lnTo>
                      <a:pt x="125" y="268"/>
                    </a:lnTo>
                    <a:lnTo>
                      <a:pt x="137" y="269"/>
                    </a:lnTo>
                    <a:lnTo>
                      <a:pt x="137" y="27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40" name="Freeform 136">
                <a:extLst>
                  <a:ext uri="{FF2B5EF4-FFF2-40B4-BE49-F238E27FC236}">
                    <a16:creationId xmlns:a16="http://schemas.microsoft.com/office/drawing/2014/main" id="{F15CB285-4FA6-43A4-A92D-929F58025139}"/>
                  </a:ext>
                </a:extLst>
              </p:cNvPr>
              <p:cNvSpPr>
                <a:spLocks/>
              </p:cNvSpPr>
              <p:nvPr/>
            </p:nvSpPr>
            <p:spPr bwMode="auto">
              <a:xfrm>
                <a:off x="1941513" y="4322763"/>
                <a:ext cx="434975" cy="423863"/>
              </a:xfrm>
              <a:custGeom>
                <a:avLst/>
                <a:gdLst>
                  <a:gd name="T0" fmla="*/ 199 w 274"/>
                  <a:gd name="T1" fmla="*/ 18 h 267"/>
                  <a:gd name="T2" fmla="*/ 203 w 274"/>
                  <a:gd name="T3" fmla="*/ 37 h 267"/>
                  <a:gd name="T4" fmla="*/ 214 w 274"/>
                  <a:gd name="T5" fmla="*/ 35 h 267"/>
                  <a:gd name="T6" fmla="*/ 221 w 274"/>
                  <a:gd name="T7" fmla="*/ 43 h 267"/>
                  <a:gd name="T8" fmla="*/ 238 w 274"/>
                  <a:gd name="T9" fmla="*/ 56 h 267"/>
                  <a:gd name="T10" fmla="*/ 257 w 274"/>
                  <a:gd name="T11" fmla="*/ 80 h 267"/>
                  <a:gd name="T12" fmla="*/ 251 w 274"/>
                  <a:gd name="T13" fmla="*/ 91 h 267"/>
                  <a:gd name="T14" fmla="*/ 256 w 274"/>
                  <a:gd name="T15" fmla="*/ 93 h 267"/>
                  <a:gd name="T16" fmla="*/ 262 w 274"/>
                  <a:gd name="T17" fmla="*/ 85 h 267"/>
                  <a:gd name="T18" fmla="*/ 264 w 274"/>
                  <a:gd name="T19" fmla="*/ 93 h 267"/>
                  <a:gd name="T20" fmla="*/ 259 w 274"/>
                  <a:gd name="T21" fmla="*/ 110 h 267"/>
                  <a:gd name="T22" fmla="*/ 247 w 274"/>
                  <a:gd name="T23" fmla="*/ 112 h 267"/>
                  <a:gd name="T24" fmla="*/ 232 w 274"/>
                  <a:gd name="T25" fmla="*/ 127 h 267"/>
                  <a:gd name="T26" fmla="*/ 220 w 274"/>
                  <a:gd name="T27" fmla="*/ 141 h 267"/>
                  <a:gd name="T28" fmla="*/ 202 w 274"/>
                  <a:gd name="T29" fmla="*/ 154 h 267"/>
                  <a:gd name="T30" fmla="*/ 209 w 274"/>
                  <a:gd name="T31" fmla="*/ 183 h 267"/>
                  <a:gd name="T32" fmla="*/ 218 w 274"/>
                  <a:gd name="T33" fmla="*/ 214 h 267"/>
                  <a:gd name="T34" fmla="*/ 210 w 274"/>
                  <a:gd name="T35" fmla="*/ 237 h 267"/>
                  <a:gd name="T36" fmla="*/ 226 w 274"/>
                  <a:gd name="T37" fmla="*/ 228 h 267"/>
                  <a:gd name="T38" fmla="*/ 247 w 274"/>
                  <a:gd name="T39" fmla="*/ 192 h 267"/>
                  <a:gd name="T40" fmla="*/ 264 w 274"/>
                  <a:gd name="T41" fmla="*/ 141 h 267"/>
                  <a:gd name="T42" fmla="*/ 274 w 274"/>
                  <a:gd name="T43" fmla="*/ 115 h 267"/>
                  <a:gd name="T44" fmla="*/ 155 w 274"/>
                  <a:gd name="T45" fmla="*/ 267 h 267"/>
                  <a:gd name="T46" fmla="*/ 178 w 274"/>
                  <a:gd name="T47" fmla="*/ 246 h 267"/>
                  <a:gd name="T48" fmla="*/ 153 w 274"/>
                  <a:gd name="T49" fmla="*/ 245 h 267"/>
                  <a:gd name="T50" fmla="*/ 145 w 274"/>
                  <a:gd name="T51" fmla="*/ 252 h 267"/>
                  <a:gd name="T52" fmla="*/ 125 w 274"/>
                  <a:gd name="T53" fmla="*/ 248 h 267"/>
                  <a:gd name="T54" fmla="*/ 99 w 274"/>
                  <a:gd name="T55" fmla="*/ 249 h 267"/>
                  <a:gd name="T56" fmla="*/ 121 w 274"/>
                  <a:gd name="T57" fmla="*/ 267 h 267"/>
                  <a:gd name="T58" fmla="*/ 0 w 274"/>
                  <a:gd name="T59" fmla="*/ 129 h 267"/>
                  <a:gd name="T60" fmla="*/ 62 w 274"/>
                  <a:gd name="T61" fmla="*/ 26 h 267"/>
                  <a:gd name="T62" fmla="*/ 19 w 274"/>
                  <a:gd name="T63" fmla="*/ 87 h 267"/>
                  <a:gd name="T64" fmla="*/ 31 w 274"/>
                  <a:gd name="T65" fmla="*/ 84 h 267"/>
                  <a:gd name="T66" fmla="*/ 50 w 274"/>
                  <a:gd name="T67" fmla="*/ 91 h 267"/>
                  <a:gd name="T68" fmla="*/ 60 w 274"/>
                  <a:gd name="T69" fmla="*/ 88 h 267"/>
                  <a:gd name="T70" fmla="*/ 46 w 274"/>
                  <a:gd name="T71" fmla="*/ 106 h 267"/>
                  <a:gd name="T72" fmla="*/ 35 w 274"/>
                  <a:gd name="T73" fmla="*/ 122 h 267"/>
                  <a:gd name="T74" fmla="*/ 45 w 274"/>
                  <a:gd name="T75" fmla="*/ 157 h 267"/>
                  <a:gd name="T76" fmla="*/ 54 w 274"/>
                  <a:gd name="T77" fmla="*/ 180 h 267"/>
                  <a:gd name="T78" fmla="*/ 87 w 274"/>
                  <a:gd name="T79" fmla="*/ 210 h 267"/>
                  <a:gd name="T80" fmla="*/ 95 w 274"/>
                  <a:gd name="T81" fmla="*/ 188 h 267"/>
                  <a:gd name="T82" fmla="*/ 98 w 274"/>
                  <a:gd name="T83" fmla="*/ 169 h 267"/>
                  <a:gd name="T84" fmla="*/ 104 w 274"/>
                  <a:gd name="T85" fmla="*/ 137 h 267"/>
                  <a:gd name="T86" fmla="*/ 117 w 274"/>
                  <a:gd name="T87" fmla="*/ 122 h 267"/>
                  <a:gd name="T88" fmla="*/ 152 w 274"/>
                  <a:gd name="T89" fmla="*/ 125 h 267"/>
                  <a:gd name="T90" fmla="*/ 165 w 274"/>
                  <a:gd name="T91" fmla="*/ 106 h 267"/>
                  <a:gd name="T92" fmla="*/ 161 w 274"/>
                  <a:gd name="T93" fmla="*/ 81 h 267"/>
                  <a:gd name="T94" fmla="*/ 134 w 274"/>
                  <a:gd name="T95" fmla="*/ 58 h 267"/>
                  <a:gd name="T96" fmla="*/ 111 w 274"/>
                  <a:gd name="T97" fmla="*/ 57 h 267"/>
                  <a:gd name="T98" fmla="*/ 92 w 274"/>
                  <a:gd name="T99" fmla="*/ 68 h 267"/>
                  <a:gd name="T100" fmla="*/ 69 w 274"/>
                  <a:gd name="T101" fmla="*/ 64 h 267"/>
                  <a:gd name="T102" fmla="*/ 73 w 274"/>
                  <a:gd name="T103" fmla="*/ 56 h 267"/>
                  <a:gd name="T104" fmla="*/ 80 w 274"/>
                  <a:gd name="T105" fmla="*/ 45 h 267"/>
                  <a:gd name="T106" fmla="*/ 81 w 274"/>
                  <a:gd name="T107" fmla="*/ 38 h 267"/>
                  <a:gd name="T108" fmla="*/ 96 w 274"/>
                  <a:gd name="T109" fmla="*/ 49 h 267"/>
                  <a:gd name="T110" fmla="*/ 119 w 274"/>
                  <a:gd name="T111" fmla="*/ 47 h 267"/>
                  <a:gd name="T112" fmla="*/ 137 w 274"/>
                  <a:gd name="T113" fmla="*/ 45 h 267"/>
                  <a:gd name="T114" fmla="*/ 141 w 274"/>
                  <a:gd name="T115" fmla="*/ 28 h 267"/>
                  <a:gd name="T116" fmla="*/ 161 w 274"/>
                  <a:gd name="T117" fmla="*/ 22 h 267"/>
                  <a:gd name="T118" fmla="*/ 132 w 274"/>
                  <a:gd name="T119" fmla="*/ 8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74" h="267">
                    <a:moveTo>
                      <a:pt x="161" y="1"/>
                    </a:moveTo>
                    <a:lnTo>
                      <a:pt x="161" y="1"/>
                    </a:lnTo>
                    <a:lnTo>
                      <a:pt x="169" y="3"/>
                    </a:lnTo>
                    <a:lnTo>
                      <a:pt x="178" y="5"/>
                    </a:lnTo>
                    <a:lnTo>
                      <a:pt x="188" y="8"/>
                    </a:lnTo>
                    <a:lnTo>
                      <a:pt x="201" y="14"/>
                    </a:lnTo>
                    <a:lnTo>
                      <a:pt x="214" y="22"/>
                    </a:lnTo>
                    <a:lnTo>
                      <a:pt x="226" y="31"/>
                    </a:lnTo>
                    <a:lnTo>
                      <a:pt x="238" y="43"/>
                    </a:lnTo>
                    <a:lnTo>
                      <a:pt x="238" y="43"/>
                    </a:lnTo>
                    <a:lnTo>
                      <a:pt x="234" y="39"/>
                    </a:lnTo>
                    <a:lnTo>
                      <a:pt x="225" y="31"/>
                    </a:lnTo>
                    <a:lnTo>
                      <a:pt x="213" y="22"/>
                    </a:lnTo>
                    <a:lnTo>
                      <a:pt x="206" y="19"/>
                    </a:lnTo>
                    <a:lnTo>
                      <a:pt x="199" y="18"/>
                    </a:lnTo>
                    <a:lnTo>
                      <a:pt x="197" y="19"/>
                    </a:lnTo>
                    <a:lnTo>
                      <a:pt x="197" y="19"/>
                    </a:lnTo>
                    <a:lnTo>
                      <a:pt x="198" y="22"/>
                    </a:lnTo>
                    <a:lnTo>
                      <a:pt x="198" y="22"/>
                    </a:lnTo>
                    <a:lnTo>
                      <a:pt x="199" y="24"/>
                    </a:lnTo>
                    <a:lnTo>
                      <a:pt x="199" y="24"/>
                    </a:lnTo>
                    <a:lnTo>
                      <a:pt x="199" y="27"/>
                    </a:lnTo>
                    <a:lnTo>
                      <a:pt x="201" y="30"/>
                    </a:lnTo>
                    <a:lnTo>
                      <a:pt x="201" y="30"/>
                    </a:lnTo>
                    <a:lnTo>
                      <a:pt x="202" y="30"/>
                    </a:lnTo>
                    <a:lnTo>
                      <a:pt x="202" y="30"/>
                    </a:lnTo>
                    <a:lnTo>
                      <a:pt x="203" y="33"/>
                    </a:lnTo>
                    <a:lnTo>
                      <a:pt x="203" y="33"/>
                    </a:lnTo>
                    <a:lnTo>
                      <a:pt x="203" y="34"/>
                    </a:lnTo>
                    <a:lnTo>
                      <a:pt x="203" y="37"/>
                    </a:lnTo>
                    <a:lnTo>
                      <a:pt x="203" y="39"/>
                    </a:lnTo>
                    <a:lnTo>
                      <a:pt x="206" y="39"/>
                    </a:lnTo>
                    <a:lnTo>
                      <a:pt x="206" y="39"/>
                    </a:lnTo>
                    <a:lnTo>
                      <a:pt x="209" y="39"/>
                    </a:lnTo>
                    <a:lnTo>
                      <a:pt x="209" y="39"/>
                    </a:lnTo>
                    <a:lnTo>
                      <a:pt x="210" y="38"/>
                    </a:lnTo>
                    <a:lnTo>
                      <a:pt x="210" y="38"/>
                    </a:lnTo>
                    <a:lnTo>
                      <a:pt x="207" y="35"/>
                    </a:lnTo>
                    <a:lnTo>
                      <a:pt x="207" y="35"/>
                    </a:lnTo>
                    <a:lnTo>
                      <a:pt x="207" y="35"/>
                    </a:lnTo>
                    <a:lnTo>
                      <a:pt x="207" y="35"/>
                    </a:lnTo>
                    <a:lnTo>
                      <a:pt x="209" y="34"/>
                    </a:lnTo>
                    <a:lnTo>
                      <a:pt x="210" y="33"/>
                    </a:lnTo>
                    <a:lnTo>
                      <a:pt x="210" y="33"/>
                    </a:lnTo>
                    <a:lnTo>
                      <a:pt x="214" y="35"/>
                    </a:lnTo>
                    <a:lnTo>
                      <a:pt x="215" y="37"/>
                    </a:lnTo>
                    <a:lnTo>
                      <a:pt x="215" y="37"/>
                    </a:lnTo>
                    <a:lnTo>
                      <a:pt x="217" y="39"/>
                    </a:lnTo>
                    <a:lnTo>
                      <a:pt x="217" y="39"/>
                    </a:lnTo>
                    <a:lnTo>
                      <a:pt x="215" y="41"/>
                    </a:lnTo>
                    <a:lnTo>
                      <a:pt x="215" y="41"/>
                    </a:lnTo>
                    <a:lnTo>
                      <a:pt x="214" y="42"/>
                    </a:lnTo>
                    <a:lnTo>
                      <a:pt x="214" y="42"/>
                    </a:lnTo>
                    <a:lnTo>
                      <a:pt x="215" y="45"/>
                    </a:lnTo>
                    <a:lnTo>
                      <a:pt x="215" y="45"/>
                    </a:lnTo>
                    <a:lnTo>
                      <a:pt x="215" y="45"/>
                    </a:lnTo>
                    <a:lnTo>
                      <a:pt x="217" y="45"/>
                    </a:lnTo>
                    <a:lnTo>
                      <a:pt x="217" y="45"/>
                    </a:lnTo>
                    <a:lnTo>
                      <a:pt x="221" y="43"/>
                    </a:lnTo>
                    <a:lnTo>
                      <a:pt x="221" y="43"/>
                    </a:lnTo>
                    <a:lnTo>
                      <a:pt x="224" y="43"/>
                    </a:lnTo>
                    <a:lnTo>
                      <a:pt x="224" y="43"/>
                    </a:lnTo>
                    <a:lnTo>
                      <a:pt x="225" y="45"/>
                    </a:lnTo>
                    <a:lnTo>
                      <a:pt x="225" y="45"/>
                    </a:lnTo>
                    <a:lnTo>
                      <a:pt x="229" y="47"/>
                    </a:lnTo>
                    <a:lnTo>
                      <a:pt x="229" y="47"/>
                    </a:lnTo>
                    <a:lnTo>
                      <a:pt x="230" y="47"/>
                    </a:lnTo>
                    <a:lnTo>
                      <a:pt x="230" y="47"/>
                    </a:lnTo>
                    <a:lnTo>
                      <a:pt x="232" y="51"/>
                    </a:lnTo>
                    <a:lnTo>
                      <a:pt x="232" y="51"/>
                    </a:lnTo>
                    <a:lnTo>
                      <a:pt x="234" y="53"/>
                    </a:lnTo>
                    <a:lnTo>
                      <a:pt x="234" y="53"/>
                    </a:lnTo>
                    <a:lnTo>
                      <a:pt x="237" y="54"/>
                    </a:lnTo>
                    <a:lnTo>
                      <a:pt x="238" y="56"/>
                    </a:lnTo>
                    <a:lnTo>
                      <a:pt x="238" y="56"/>
                    </a:lnTo>
                    <a:lnTo>
                      <a:pt x="240" y="58"/>
                    </a:lnTo>
                    <a:lnTo>
                      <a:pt x="240" y="58"/>
                    </a:lnTo>
                    <a:lnTo>
                      <a:pt x="245" y="62"/>
                    </a:lnTo>
                    <a:lnTo>
                      <a:pt x="245" y="62"/>
                    </a:lnTo>
                    <a:lnTo>
                      <a:pt x="248" y="65"/>
                    </a:lnTo>
                    <a:lnTo>
                      <a:pt x="248" y="65"/>
                    </a:lnTo>
                    <a:lnTo>
                      <a:pt x="248" y="69"/>
                    </a:lnTo>
                    <a:lnTo>
                      <a:pt x="248" y="69"/>
                    </a:lnTo>
                    <a:lnTo>
                      <a:pt x="249" y="73"/>
                    </a:lnTo>
                    <a:lnTo>
                      <a:pt x="249" y="73"/>
                    </a:lnTo>
                    <a:lnTo>
                      <a:pt x="251" y="76"/>
                    </a:lnTo>
                    <a:lnTo>
                      <a:pt x="251" y="76"/>
                    </a:lnTo>
                    <a:lnTo>
                      <a:pt x="253" y="77"/>
                    </a:lnTo>
                    <a:lnTo>
                      <a:pt x="253" y="77"/>
                    </a:lnTo>
                    <a:lnTo>
                      <a:pt x="257" y="80"/>
                    </a:lnTo>
                    <a:lnTo>
                      <a:pt x="257" y="80"/>
                    </a:lnTo>
                    <a:lnTo>
                      <a:pt x="259" y="81"/>
                    </a:lnTo>
                    <a:lnTo>
                      <a:pt x="259" y="83"/>
                    </a:lnTo>
                    <a:lnTo>
                      <a:pt x="259" y="83"/>
                    </a:lnTo>
                    <a:lnTo>
                      <a:pt x="257" y="84"/>
                    </a:lnTo>
                    <a:lnTo>
                      <a:pt x="257" y="84"/>
                    </a:lnTo>
                    <a:lnTo>
                      <a:pt x="255" y="84"/>
                    </a:lnTo>
                    <a:lnTo>
                      <a:pt x="255" y="84"/>
                    </a:lnTo>
                    <a:lnTo>
                      <a:pt x="255" y="87"/>
                    </a:lnTo>
                    <a:lnTo>
                      <a:pt x="255" y="87"/>
                    </a:lnTo>
                    <a:lnTo>
                      <a:pt x="255" y="88"/>
                    </a:lnTo>
                    <a:lnTo>
                      <a:pt x="255" y="89"/>
                    </a:lnTo>
                    <a:lnTo>
                      <a:pt x="255" y="89"/>
                    </a:lnTo>
                    <a:lnTo>
                      <a:pt x="252" y="91"/>
                    </a:lnTo>
                    <a:lnTo>
                      <a:pt x="251" y="91"/>
                    </a:lnTo>
                    <a:lnTo>
                      <a:pt x="248" y="92"/>
                    </a:lnTo>
                    <a:lnTo>
                      <a:pt x="247" y="93"/>
                    </a:lnTo>
                    <a:lnTo>
                      <a:pt x="247" y="93"/>
                    </a:lnTo>
                    <a:lnTo>
                      <a:pt x="247" y="95"/>
                    </a:lnTo>
                    <a:lnTo>
                      <a:pt x="247" y="95"/>
                    </a:lnTo>
                    <a:lnTo>
                      <a:pt x="249" y="96"/>
                    </a:lnTo>
                    <a:lnTo>
                      <a:pt x="249" y="96"/>
                    </a:lnTo>
                    <a:lnTo>
                      <a:pt x="249" y="95"/>
                    </a:lnTo>
                    <a:lnTo>
                      <a:pt x="249" y="95"/>
                    </a:lnTo>
                    <a:lnTo>
                      <a:pt x="249" y="93"/>
                    </a:lnTo>
                    <a:lnTo>
                      <a:pt x="251" y="93"/>
                    </a:lnTo>
                    <a:lnTo>
                      <a:pt x="251" y="93"/>
                    </a:lnTo>
                    <a:lnTo>
                      <a:pt x="253" y="93"/>
                    </a:lnTo>
                    <a:lnTo>
                      <a:pt x="253" y="93"/>
                    </a:lnTo>
                    <a:lnTo>
                      <a:pt x="256" y="93"/>
                    </a:lnTo>
                    <a:lnTo>
                      <a:pt x="256" y="93"/>
                    </a:lnTo>
                    <a:lnTo>
                      <a:pt x="256" y="92"/>
                    </a:lnTo>
                    <a:lnTo>
                      <a:pt x="256" y="92"/>
                    </a:lnTo>
                    <a:lnTo>
                      <a:pt x="256" y="92"/>
                    </a:lnTo>
                    <a:lnTo>
                      <a:pt x="256" y="89"/>
                    </a:lnTo>
                    <a:lnTo>
                      <a:pt x="256" y="89"/>
                    </a:lnTo>
                    <a:lnTo>
                      <a:pt x="257" y="87"/>
                    </a:lnTo>
                    <a:lnTo>
                      <a:pt x="257" y="87"/>
                    </a:lnTo>
                    <a:lnTo>
                      <a:pt x="257" y="88"/>
                    </a:lnTo>
                    <a:lnTo>
                      <a:pt x="259" y="87"/>
                    </a:lnTo>
                    <a:lnTo>
                      <a:pt x="259" y="87"/>
                    </a:lnTo>
                    <a:lnTo>
                      <a:pt x="260" y="85"/>
                    </a:lnTo>
                    <a:lnTo>
                      <a:pt x="260" y="85"/>
                    </a:lnTo>
                    <a:lnTo>
                      <a:pt x="262" y="85"/>
                    </a:lnTo>
                    <a:lnTo>
                      <a:pt x="262" y="85"/>
                    </a:lnTo>
                    <a:lnTo>
                      <a:pt x="262" y="85"/>
                    </a:lnTo>
                    <a:lnTo>
                      <a:pt x="262" y="83"/>
                    </a:lnTo>
                    <a:lnTo>
                      <a:pt x="262" y="83"/>
                    </a:lnTo>
                    <a:lnTo>
                      <a:pt x="260" y="80"/>
                    </a:lnTo>
                    <a:lnTo>
                      <a:pt x="260" y="80"/>
                    </a:lnTo>
                    <a:lnTo>
                      <a:pt x="260" y="75"/>
                    </a:lnTo>
                    <a:lnTo>
                      <a:pt x="260" y="75"/>
                    </a:lnTo>
                    <a:lnTo>
                      <a:pt x="263" y="80"/>
                    </a:lnTo>
                    <a:lnTo>
                      <a:pt x="266" y="89"/>
                    </a:lnTo>
                    <a:lnTo>
                      <a:pt x="266" y="89"/>
                    </a:lnTo>
                    <a:lnTo>
                      <a:pt x="264" y="89"/>
                    </a:lnTo>
                    <a:lnTo>
                      <a:pt x="264" y="91"/>
                    </a:lnTo>
                    <a:lnTo>
                      <a:pt x="264" y="91"/>
                    </a:lnTo>
                    <a:lnTo>
                      <a:pt x="264" y="93"/>
                    </a:lnTo>
                    <a:lnTo>
                      <a:pt x="264" y="93"/>
                    </a:lnTo>
                    <a:lnTo>
                      <a:pt x="264" y="98"/>
                    </a:lnTo>
                    <a:lnTo>
                      <a:pt x="264" y="98"/>
                    </a:lnTo>
                    <a:lnTo>
                      <a:pt x="264" y="103"/>
                    </a:lnTo>
                    <a:lnTo>
                      <a:pt x="264" y="103"/>
                    </a:lnTo>
                    <a:lnTo>
                      <a:pt x="264" y="107"/>
                    </a:lnTo>
                    <a:lnTo>
                      <a:pt x="264" y="107"/>
                    </a:lnTo>
                    <a:lnTo>
                      <a:pt x="264" y="112"/>
                    </a:lnTo>
                    <a:lnTo>
                      <a:pt x="264" y="112"/>
                    </a:lnTo>
                    <a:lnTo>
                      <a:pt x="263" y="114"/>
                    </a:lnTo>
                    <a:lnTo>
                      <a:pt x="263" y="114"/>
                    </a:lnTo>
                    <a:lnTo>
                      <a:pt x="263" y="115"/>
                    </a:lnTo>
                    <a:lnTo>
                      <a:pt x="262" y="114"/>
                    </a:lnTo>
                    <a:lnTo>
                      <a:pt x="262" y="114"/>
                    </a:lnTo>
                    <a:lnTo>
                      <a:pt x="260" y="110"/>
                    </a:lnTo>
                    <a:lnTo>
                      <a:pt x="259" y="110"/>
                    </a:lnTo>
                    <a:lnTo>
                      <a:pt x="259" y="110"/>
                    </a:lnTo>
                    <a:lnTo>
                      <a:pt x="259" y="108"/>
                    </a:lnTo>
                    <a:lnTo>
                      <a:pt x="256" y="108"/>
                    </a:lnTo>
                    <a:lnTo>
                      <a:pt x="256" y="108"/>
                    </a:lnTo>
                    <a:lnTo>
                      <a:pt x="255" y="108"/>
                    </a:lnTo>
                    <a:lnTo>
                      <a:pt x="253" y="108"/>
                    </a:lnTo>
                    <a:lnTo>
                      <a:pt x="253" y="108"/>
                    </a:lnTo>
                    <a:lnTo>
                      <a:pt x="253" y="111"/>
                    </a:lnTo>
                    <a:lnTo>
                      <a:pt x="253" y="112"/>
                    </a:lnTo>
                    <a:lnTo>
                      <a:pt x="253" y="112"/>
                    </a:lnTo>
                    <a:lnTo>
                      <a:pt x="248" y="111"/>
                    </a:lnTo>
                    <a:lnTo>
                      <a:pt x="248" y="111"/>
                    </a:lnTo>
                    <a:lnTo>
                      <a:pt x="247" y="111"/>
                    </a:lnTo>
                    <a:lnTo>
                      <a:pt x="247" y="112"/>
                    </a:lnTo>
                    <a:lnTo>
                      <a:pt x="247" y="112"/>
                    </a:lnTo>
                    <a:lnTo>
                      <a:pt x="245" y="115"/>
                    </a:lnTo>
                    <a:lnTo>
                      <a:pt x="244" y="116"/>
                    </a:lnTo>
                    <a:lnTo>
                      <a:pt x="244" y="116"/>
                    </a:lnTo>
                    <a:lnTo>
                      <a:pt x="244" y="118"/>
                    </a:lnTo>
                    <a:lnTo>
                      <a:pt x="243" y="121"/>
                    </a:lnTo>
                    <a:lnTo>
                      <a:pt x="243" y="121"/>
                    </a:lnTo>
                    <a:lnTo>
                      <a:pt x="241" y="122"/>
                    </a:lnTo>
                    <a:lnTo>
                      <a:pt x="238" y="122"/>
                    </a:lnTo>
                    <a:lnTo>
                      <a:pt x="238" y="122"/>
                    </a:lnTo>
                    <a:lnTo>
                      <a:pt x="234" y="123"/>
                    </a:lnTo>
                    <a:lnTo>
                      <a:pt x="234" y="123"/>
                    </a:lnTo>
                    <a:lnTo>
                      <a:pt x="234" y="125"/>
                    </a:lnTo>
                    <a:lnTo>
                      <a:pt x="233" y="126"/>
                    </a:lnTo>
                    <a:lnTo>
                      <a:pt x="233" y="126"/>
                    </a:lnTo>
                    <a:lnTo>
                      <a:pt x="232" y="127"/>
                    </a:lnTo>
                    <a:lnTo>
                      <a:pt x="230" y="129"/>
                    </a:lnTo>
                    <a:lnTo>
                      <a:pt x="230" y="129"/>
                    </a:lnTo>
                    <a:lnTo>
                      <a:pt x="230" y="133"/>
                    </a:lnTo>
                    <a:lnTo>
                      <a:pt x="230" y="133"/>
                    </a:lnTo>
                    <a:lnTo>
                      <a:pt x="230" y="134"/>
                    </a:lnTo>
                    <a:lnTo>
                      <a:pt x="230" y="135"/>
                    </a:lnTo>
                    <a:lnTo>
                      <a:pt x="230" y="135"/>
                    </a:lnTo>
                    <a:lnTo>
                      <a:pt x="226" y="137"/>
                    </a:lnTo>
                    <a:lnTo>
                      <a:pt x="226" y="137"/>
                    </a:lnTo>
                    <a:lnTo>
                      <a:pt x="226" y="137"/>
                    </a:lnTo>
                    <a:lnTo>
                      <a:pt x="226" y="138"/>
                    </a:lnTo>
                    <a:lnTo>
                      <a:pt x="225" y="139"/>
                    </a:lnTo>
                    <a:lnTo>
                      <a:pt x="225" y="139"/>
                    </a:lnTo>
                    <a:lnTo>
                      <a:pt x="220" y="141"/>
                    </a:lnTo>
                    <a:lnTo>
                      <a:pt x="220" y="141"/>
                    </a:lnTo>
                    <a:lnTo>
                      <a:pt x="220" y="142"/>
                    </a:lnTo>
                    <a:lnTo>
                      <a:pt x="220" y="144"/>
                    </a:lnTo>
                    <a:lnTo>
                      <a:pt x="218" y="144"/>
                    </a:lnTo>
                    <a:lnTo>
                      <a:pt x="218" y="144"/>
                    </a:lnTo>
                    <a:lnTo>
                      <a:pt x="215" y="144"/>
                    </a:lnTo>
                    <a:lnTo>
                      <a:pt x="213" y="144"/>
                    </a:lnTo>
                    <a:lnTo>
                      <a:pt x="213" y="144"/>
                    </a:lnTo>
                    <a:lnTo>
                      <a:pt x="211" y="145"/>
                    </a:lnTo>
                    <a:lnTo>
                      <a:pt x="209" y="148"/>
                    </a:lnTo>
                    <a:lnTo>
                      <a:pt x="209" y="148"/>
                    </a:lnTo>
                    <a:lnTo>
                      <a:pt x="203" y="152"/>
                    </a:lnTo>
                    <a:lnTo>
                      <a:pt x="203" y="152"/>
                    </a:lnTo>
                    <a:lnTo>
                      <a:pt x="202" y="152"/>
                    </a:lnTo>
                    <a:lnTo>
                      <a:pt x="202" y="154"/>
                    </a:lnTo>
                    <a:lnTo>
                      <a:pt x="202" y="154"/>
                    </a:lnTo>
                    <a:lnTo>
                      <a:pt x="202" y="157"/>
                    </a:lnTo>
                    <a:lnTo>
                      <a:pt x="203" y="158"/>
                    </a:lnTo>
                    <a:lnTo>
                      <a:pt x="203" y="158"/>
                    </a:lnTo>
                    <a:lnTo>
                      <a:pt x="207" y="164"/>
                    </a:lnTo>
                    <a:lnTo>
                      <a:pt x="207" y="164"/>
                    </a:lnTo>
                    <a:lnTo>
                      <a:pt x="209" y="167"/>
                    </a:lnTo>
                    <a:lnTo>
                      <a:pt x="207" y="169"/>
                    </a:lnTo>
                    <a:lnTo>
                      <a:pt x="207" y="169"/>
                    </a:lnTo>
                    <a:lnTo>
                      <a:pt x="206" y="173"/>
                    </a:lnTo>
                    <a:lnTo>
                      <a:pt x="206" y="173"/>
                    </a:lnTo>
                    <a:lnTo>
                      <a:pt x="206" y="176"/>
                    </a:lnTo>
                    <a:lnTo>
                      <a:pt x="206" y="179"/>
                    </a:lnTo>
                    <a:lnTo>
                      <a:pt x="206" y="179"/>
                    </a:lnTo>
                    <a:lnTo>
                      <a:pt x="209" y="183"/>
                    </a:lnTo>
                    <a:lnTo>
                      <a:pt x="209" y="183"/>
                    </a:lnTo>
                    <a:lnTo>
                      <a:pt x="207" y="184"/>
                    </a:lnTo>
                    <a:lnTo>
                      <a:pt x="207" y="186"/>
                    </a:lnTo>
                    <a:lnTo>
                      <a:pt x="207" y="187"/>
                    </a:lnTo>
                    <a:lnTo>
                      <a:pt x="207" y="187"/>
                    </a:lnTo>
                    <a:lnTo>
                      <a:pt x="213" y="191"/>
                    </a:lnTo>
                    <a:lnTo>
                      <a:pt x="213" y="191"/>
                    </a:lnTo>
                    <a:lnTo>
                      <a:pt x="217" y="194"/>
                    </a:lnTo>
                    <a:lnTo>
                      <a:pt x="217" y="194"/>
                    </a:lnTo>
                    <a:lnTo>
                      <a:pt x="217" y="199"/>
                    </a:lnTo>
                    <a:lnTo>
                      <a:pt x="217" y="199"/>
                    </a:lnTo>
                    <a:lnTo>
                      <a:pt x="220" y="204"/>
                    </a:lnTo>
                    <a:lnTo>
                      <a:pt x="221" y="209"/>
                    </a:lnTo>
                    <a:lnTo>
                      <a:pt x="220" y="211"/>
                    </a:lnTo>
                    <a:lnTo>
                      <a:pt x="220" y="211"/>
                    </a:lnTo>
                    <a:lnTo>
                      <a:pt x="218" y="214"/>
                    </a:lnTo>
                    <a:lnTo>
                      <a:pt x="218" y="215"/>
                    </a:lnTo>
                    <a:lnTo>
                      <a:pt x="218" y="215"/>
                    </a:lnTo>
                    <a:lnTo>
                      <a:pt x="220" y="218"/>
                    </a:lnTo>
                    <a:lnTo>
                      <a:pt x="220" y="218"/>
                    </a:lnTo>
                    <a:lnTo>
                      <a:pt x="222" y="219"/>
                    </a:lnTo>
                    <a:lnTo>
                      <a:pt x="222" y="219"/>
                    </a:lnTo>
                    <a:lnTo>
                      <a:pt x="222" y="221"/>
                    </a:lnTo>
                    <a:lnTo>
                      <a:pt x="222" y="221"/>
                    </a:lnTo>
                    <a:lnTo>
                      <a:pt x="218" y="226"/>
                    </a:lnTo>
                    <a:lnTo>
                      <a:pt x="218" y="226"/>
                    </a:lnTo>
                    <a:lnTo>
                      <a:pt x="217" y="230"/>
                    </a:lnTo>
                    <a:lnTo>
                      <a:pt x="217" y="230"/>
                    </a:lnTo>
                    <a:lnTo>
                      <a:pt x="213" y="236"/>
                    </a:lnTo>
                    <a:lnTo>
                      <a:pt x="213" y="236"/>
                    </a:lnTo>
                    <a:lnTo>
                      <a:pt x="210" y="237"/>
                    </a:lnTo>
                    <a:lnTo>
                      <a:pt x="210" y="238"/>
                    </a:lnTo>
                    <a:lnTo>
                      <a:pt x="210" y="238"/>
                    </a:lnTo>
                    <a:lnTo>
                      <a:pt x="209" y="241"/>
                    </a:lnTo>
                    <a:lnTo>
                      <a:pt x="209" y="242"/>
                    </a:lnTo>
                    <a:lnTo>
                      <a:pt x="210" y="241"/>
                    </a:lnTo>
                    <a:lnTo>
                      <a:pt x="210" y="241"/>
                    </a:lnTo>
                    <a:lnTo>
                      <a:pt x="215" y="237"/>
                    </a:lnTo>
                    <a:lnTo>
                      <a:pt x="215" y="237"/>
                    </a:lnTo>
                    <a:lnTo>
                      <a:pt x="221" y="234"/>
                    </a:lnTo>
                    <a:lnTo>
                      <a:pt x="224" y="232"/>
                    </a:lnTo>
                    <a:lnTo>
                      <a:pt x="224" y="232"/>
                    </a:lnTo>
                    <a:lnTo>
                      <a:pt x="225" y="232"/>
                    </a:lnTo>
                    <a:lnTo>
                      <a:pt x="225" y="233"/>
                    </a:lnTo>
                    <a:lnTo>
                      <a:pt x="226" y="228"/>
                    </a:lnTo>
                    <a:lnTo>
                      <a:pt x="226" y="228"/>
                    </a:lnTo>
                    <a:lnTo>
                      <a:pt x="230" y="219"/>
                    </a:lnTo>
                    <a:lnTo>
                      <a:pt x="233" y="217"/>
                    </a:lnTo>
                    <a:lnTo>
                      <a:pt x="233" y="217"/>
                    </a:lnTo>
                    <a:lnTo>
                      <a:pt x="236" y="211"/>
                    </a:lnTo>
                    <a:lnTo>
                      <a:pt x="236" y="211"/>
                    </a:lnTo>
                    <a:lnTo>
                      <a:pt x="238" y="206"/>
                    </a:lnTo>
                    <a:lnTo>
                      <a:pt x="238" y="206"/>
                    </a:lnTo>
                    <a:lnTo>
                      <a:pt x="240" y="204"/>
                    </a:lnTo>
                    <a:lnTo>
                      <a:pt x="241" y="204"/>
                    </a:lnTo>
                    <a:lnTo>
                      <a:pt x="243" y="204"/>
                    </a:lnTo>
                    <a:lnTo>
                      <a:pt x="243" y="200"/>
                    </a:lnTo>
                    <a:lnTo>
                      <a:pt x="243" y="200"/>
                    </a:lnTo>
                    <a:lnTo>
                      <a:pt x="244" y="196"/>
                    </a:lnTo>
                    <a:lnTo>
                      <a:pt x="247" y="192"/>
                    </a:lnTo>
                    <a:lnTo>
                      <a:pt x="247" y="192"/>
                    </a:lnTo>
                    <a:lnTo>
                      <a:pt x="247" y="188"/>
                    </a:lnTo>
                    <a:lnTo>
                      <a:pt x="247" y="186"/>
                    </a:lnTo>
                    <a:lnTo>
                      <a:pt x="247" y="184"/>
                    </a:lnTo>
                    <a:lnTo>
                      <a:pt x="248" y="181"/>
                    </a:lnTo>
                    <a:lnTo>
                      <a:pt x="248" y="181"/>
                    </a:lnTo>
                    <a:lnTo>
                      <a:pt x="252" y="179"/>
                    </a:lnTo>
                    <a:lnTo>
                      <a:pt x="253" y="177"/>
                    </a:lnTo>
                    <a:lnTo>
                      <a:pt x="253" y="177"/>
                    </a:lnTo>
                    <a:lnTo>
                      <a:pt x="256" y="172"/>
                    </a:lnTo>
                    <a:lnTo>
                      <a:pt x="256" y="172"/>
                    </a:lnTo>
                    <a:lnTo>
                      <a:pt x="262" y="164"/>
                    </a:lnTo>
                    <a:lnTo>
                      <a:pt x="263" y="160"/>
                    </a:lnTo>
                    <a:lnTo>
                      <a:pt x="264" y="153"/>
                    </a:lnTo>
                    <a:lnTo>
                      <a:pt x="264" y="153"/>
                    </a:lnTo>
                    <a:lnTo>
                      <a:pt x="264" y="141"/>
                    </a:lnTo>
                    <a:lnTo>
                      <a:pt x="264" y="141"/>
                    </a:lnTo>
                    <a:lnTo>
                      <a:pt x="266" y="138"/>
                    </a:lnTo>
                    <a:lnTo>
                      <a:pt x="267" y="135"/>
                    </a:lnTo>
                    <a:lnTo>
                      <a:pt x="267" y="131"/>
                    </a:lnTo>
                    <a:lnTo>
                      <a:pt x="267" y="131"/>
                    </a:lnTo>
                    <a:lnTo>
                      <a:pt x="266" y="127"/>
                    </a:lnTo>
                    <a:lnTo>
                      <a:pt x="266" y="126"/>
                    </a:lnTo>
                    <a:lnTo>
                      <a:pt x="266" y="126"/>
                    </a:lnTo>
                    <a:lnTo>
                      <a:pt x="267" y="123"/>
                    </a:lnTo>
                    <a:lnTo>
                      <a:pt x="268" y="122"/>
                    </a:lnTo>
                    <a:lnTo>
                      <a:pt x="268" y="122"/>
                    </a:lnTo>
                    <a:lnTo>
                      <a:pt x="271" y="118"/>
                    </a:lnTo>
                    <a:lnTo>
                      <a:pt x="271" y="118"/>
                    </a:lnTo>
                    <a:lnTo>
                      <a:pt x="272" y="114"/>
                    </a:lnTo>
                    <a:lnTo>
                      <a:pt x="274" y="115"/>
                    </a:lnTo>
                    <a:lnTo>
                      <a:pt x="274" y="115"/>
                    </a:lnTo>
                    <a:lnTo>
                      <a:pt x="274" y="121"/>
                    </a:lnTo>
                    <a:lnTo>
                      <a:pt x="274" y="135"/>
                    </a:lnTo>
                    <a:lnTo>
                      <a:pt x="270" y="157"/>
                    </a:lnTo>
                    <a:lnTo>
                      <a:pt x="267" y="171"/>
                    </a:lnTo>
                    <a:lnTo>
                      <a:pt x="263" y="183"/>
                    </a:lnTo>
                    <a:lnTo>
                      <a:pt x="257" y="196"/>
                    </a:lnTo>
                    <a:lnTo>
                      <a:pt x="249" y="210"/>
                    </a:lnTo>
                    <a:lnTo>
                      <a:pt x="240" y="223"/>
                    </a:lnTo>
                    <a:lnTo>
                      <a:pt x="229" y="234"/>
                    </a:lnTo>
                    <a:lnTo>
                      <a:pt x="214" y="245"/>
                    </a:lnTo>
                    <a:lnTo>
                      <a:pt x="198" y="255"/>
                    </a:lnTo>
                    <a:lnTo>
                      <a:pt x="178" y="261"/>
                    </a:lnTo>
                    <a:lnTo>
                      <a:pt x="155" y="267"/>
                    </a:lnTo>
                    <a:lnTo>
                      <a:pt x="155" y="267"/>
                    </a:lnTo>
                    <a:lnTo>
                      <a:pt x="169" y="263"/>
                    </a:lnTo>
                    <a:lnTo>
                      <a:pt x="182" y="259"/>
                    </a:lnTo>
                    <a:lnTo>
                      <a:pt x="186" y="256"/>
                    </a:lnTo>
                    <a:lnTo>
                      <a:pt x="187" y="255"/>
                    </a:lnTo>
                    <a:lnTo>
                      <a:pt x="187" y="255"/>
                    </a:lnTo>
                    <a:lnTo>
                      <a:pt x="187" y="252"/>
                    </a:lnTo>
                    <a:lnTo>
                      <a:pt x="187" y="249"/>
                    </a:lnTo>
                    <a:lnTo>
                      <a:pt x="187" y="249"/>
                    </a:lnTo>
                    <a:lnTo>
                      <a:pt x="187" y="249"/>
                    </a:lnTo>
                    <a:lnTo>
                      <a:pt x="184" y="249"/>
                    </a:lnTo>
                    <a:lnTo>
                      <a:pt x="182" y="248"/>
                    </a:lnTo>
                    <a:lnTo>
                      <a:pt x="182" y="248"/>
                    </a:lnTo>
                    <a:lnTo>
                      <a:pt x="178" y="245"/>
                    </a:lnTo>
                    <a:lnTo>
                      <a:pt x="178" y="246"/>
                    </a:lnTo>
                    <a:lnTo>
                      <a:pt x="178" y="246"/>
                    </a:lnTo>
                    <a:lnTo>
                      <a:pt x="173" y="246"/>
                    </a:lnTo>
                    <a:lnTo>
                      <a:pt x="173" y="246"/>
                    </a:lnTo>
                    <a:lnTo>
                      <a:pt x="168" y="246"/>
                    </a:lnTo>
                    <a:lnTo>
                      <a:pt x="165" y="245"/>
                    </a:lnTo>
                    <a:lnTo>
                      <a:pt x="165" y="245"/>
                    </a:lnTo>
                    <a:lnTo>
                      <a:pt x="161" y="242"/>
                    </a:lnTo>
                    <a:lnTo>
                      <a:pt x="160" y="241"/>
                    </a:lnTo>
                    <a:lnTo>
                      <a:pt x="159" y="242"/>
                    </a:lnTo>
                    <a:lnTo>
                      <a:pt x="159" y="242"/>
                    </a:lnTo>
                    <a:lnTo>
                      <a:pt x="159" y="244"/>
                    </a:lnTo>
                    <a:lnTo>
                      <a:pt x="159" y="244"/>
                    </a:lnTo>
                    <a:lnTo>
                      <a:pt x="157" y="245"/>
                    </a:lnTo>
                    <a:lnTo>
                      <a:pt x="157" y="245"/>
                    </a:lnTo>
                    <a:lnTo>
                      <a:pt x="156" y="245"/>
                    </a:lnTo>
                    <a:lnTo>
                      <a:pt x="153" y="245"/>
                    </a:lnTo>
                    <a:lnTo>
                      <a:pt x="149" y="245"/>
                    </a:lnTo>
                    <a:lnTo>
                      <a:pt x="149" y="245"/>
                    </a:lnTo>
                    <a:lnTo>
                      <a:pt x="145" y="245"/>
                    </a:lnTo>
                    <a:lnTo>
                      <a:pt x="140" y="244"/>
                    </a:lnTo>
                    <a:lnTo>
                      <a:pt x="140" y="244"/>
                    </a:lnTo>
                    <a:lnTo>
                      <a:pt x="138" y="242"/>
                    </a:lnTo>
                    <a:lnTo>
                      <a:pt x="137" y="242"/>
                    </a:lnTo>
                    <a:lnTo>
                      <a:pt x="137" y="242"/>
                    </a:lnTo>
                    <a:lnTo>
                      <a:pt x="136" y="244"/>
                    </a:lnTo>
                    <a:lnTo>
                      <a:pt x="134" y="245"/>
                    </a:lnTo>
                    <a:lnTo>
                      <a:pt x="140" y="248"/>
                    </a:lnTo>
                    <a:lnTo>
                      <a:pt x="144" y="251"/>
                    </a:lnTo>
                    <a:lnTo>
                      <a:pt x="144" y="251"/>
                    </a:lnTo>
                    <a:lnTo>
                      <a:pt x="145" y="252"/>
                    </a:lnTo>
                    <a:lnTo>
                      <a:pt x="145" y="252"/>
                    </a:lnTo>
                    <a:lnTo>
                      <a:pt x="145" y="253"/>
                    </a:lnTo>
                    <a:lnTo>
                      <a:pt x="145" y="253"/>
                    </a:lnTo>
                    <a:lnTo>
                      <a:pt x="142" y="253"/>
                    </a:lnTo>
                    <a:lnTo>
                      <a:pt x="140" y="253"/>
                    </a:lnTo>
                    <a:lnTo>
                      <a:pt x="140" y="253"/>
                    </a:lnTo>
                    <a:lnTo>
                      <a:pt x="134" y="256"/>
                    </a:lnTo>
                    <a:lnTo>
                      <a:pt x="133" y="256"/>
                    </a:lnTo>
                    <a:lnTo>
                      <a:pt x="130" y="256"/>
                    </a:lnTo>
                    <a:lnTo>
                      <a:pt x="130" y="256"/>
                    </a:lnTo>
                    <a:lnTo>
                      <a:pt x="127" y="251"/>
                    </a:lnTo>
                    <a:lnTo>
                      <a:pt x="127" y="251"/>
                    </a:lnTo>
                    <a:lnTo>
                      <a:pt x="127" y="249"/>
                    </a:lnTo>
                    <a:lnTo>
                      <a:pt x="126" y="248"/>
                    </a:lnTo>
                    <a:lnTo>
                      <a:pt x="125" y="248"/>
                    </a:lnTo>
                    <a:lnTo>
                      <a:pt x="125" y="248"/>
                    </a:lnTo>
                    <a:lnTo>
                      <a:pt x="121" y="248"/>
                    </a:lnTo>
                    <a:lnTo>
                      <a:pt x="123" y="252"/>
                    </a:lnTo>
                    <a:lnTo>
                      <a:pt x="123" y="252"/>
                    </a:lnTo>
                    <a:lnTo>
                      <a:pt x="118" y="252"/>
                    </a:lnTo>
                    <a:lnTo>
                      <a:pt x="118" y="252"/>
                    </a:lnTo>
                    <a:lnTo>
                      <a:pt x="115" y="253"/>
                    </a:lnTo>
                    <a:lnTo>
                      <a:pt x="115" y="253"/>
                    </a:lnTo>
                    <a:lnTo>
                      <a:pt x="114" y="252"/>
                    </a:lnTo>
                    <a:lnTo>
                      <a:pt x="114" y="252"/>
                    </a:lnTo>
                    <a:lnTo>
                      <a:pt x="111" y="251"/>
                    </a:lnTo>
                    <a:lnTo>
                      <a:pt x="108" y="251"/>
                    </a:lnTo>
                    <a:lnTo>
                      <a:pt x="108" y="251"/>
                    </a:lnTo>
                    <a:lnTo>
                      <a:pt x="102" y="249"/>
                    </a:lnTo>
                    <a:lnTo>
                      <a:pt x="102" y="249"/>
                    </a:lnTo>
                    <a:lnTo>
                      <a:pt x="99" y="249"/>
                    </a:lnTo>
                    <a:lnTo>
                      <a:pt x="99" y="249"/>
                    </a:lnTo>
                    <a:lnTo>
                      <a:pt x="95" y="252"/>
                    </a:lnTo>
                    <a:lnTo>
                      <a:pt x="92" y="252"/>
                    </a:lnTo>
                    <a:lnTo>
                      <a:pt x="92" y="252"/>
                    </a:lnTo>
                    <a:lnTo>
                      <a:pt x="88" y="252"/>
                    </a:lnTo>
                    <a:lnTo>
                      <a:pt x="85" y="252"/>
                    </a:lnTo>
                    <a:lnTo>
                      <a:pt x="85" y="252"/>
                    </a:lnTo>
                    <a:lnTo>
                      <a:pt x="88" y="255"/>
                    </a:lnTo>
                    <a:lnTo>
                      <a:pt x="98" y="259"/>
                    </a:lnTo>
                    <a:lnTo>
                      <a:pt x="104" y="261"/>
                    </a:lnTo>
                    <a:lnTo>
                      <a:pt x="113" y="264"/>
                    </a:lnTo>
                    <a:lnTo>
                      <a:pt x="122" y="265"/>
                    </a:lnTo>
                    <a:lnTo>
                      <a:pt x="133" y="267"/>
                    </a:lnTo>
                    <a:lnTo>
                      <a:pt x="133" y="267"/>
                    </a:lnTo>
                    <a:lnTo>
                      <a:pt x="121" y="267"/>
                    </a:lnTo>
                    <a:lnTo>
                      <a:pt x="108" y="264"/>
                    </a:lnTo>
                    <a:lnTo>
                      <a:pt x="92" y="260"/>
                    </a:lnTo>
                    <a:lnTo>
                      <a:pt x="73" y="252"/>
                    </a:lnTo>
                    <a:lnTo>
                      <a:pt x="64" y="246"/>
                    </a:lnTo>
                    <a:lnTo>
                      <a:pt x="54" y="240"/>
                    </a:lnTo>
                    <a:lnTo>
                      <a:pt x="45" y="232"/>
                    </a:lnTo>
                    <a:lnTo>
                      <a:pt x="35" y="222"/>
                    </a:lnTo>
                    <a:lnTo>
                      <a:pt x="27" y="211"/>
                    </a:lnTo>
                    <a:lnTo>
                      <a:pt x="19" y="199"/>
                    </a:lnTo>
                    <a:lnTo>
                      <a:pt x="19" y="199"/>
                    </a:lnTo>
                    <a:lnTo>
                      <a:pt x="12" y="186"/>
                    </a:lnTo>
                    <a:lnTo>
                      <a:pt x="7" y="172"/>
                    </a:lnTo>
                    <a:lnTo>
                      <a:pt x="3" y="157"/>
                    </a:lnTo>
                    <a:lnTo>
                      <a:pt x="2" y="142"/>
                    </a:lnTo>
                    <a:lnTo>
                      <a:pt x="0" y="129"/>
                    </a:lnTo>
                    <a:lnTo>
                      <a:pt x="2" y="114"/>
                    </a:lnTo>
                    <a:lnTo>
                      <a:pt x="4" y="100"/>
                    </a:lnTo>
                    <a:lnTo>
                      <a:pt x="10" y="87"/>
                    </a:lnTo>
                    <a:lnTo>
                      <a:pt x="15" y="73"/>
                    </a:lnTo>
                    <a:lnTo>
                      <a:pt x="23" y="61"/>
                    </a:lnTo>
                    <a:lnTo>
                      <a:pt x="31" y="49"/>
                    </a:lnTo>
                    <a:lnTo>
                      <a:pt x="42" y="38"/>
                    </a:lnTo>
                    <a:lnTo>
                      <a:pt x="54" y="28"/>
                    </a:lnTo>
                    <a:lnTo>
                      <a:pt x="68" y="19"/>
                    </a:lnTo>
                    <a:lnTo>
                      <a:pt x="84" y="11"/>
                    </a:lnTo>
                    <a:lnTo>
                      <a:pt x="100" y="4"/>
                    </a:lnTo>
                    <a:lnTo>
                      <a:pt x="100" y="4"/>
                    </a:lnTo>
                    <a:lnTo>
                      <a:pt x="90" y="10"/>
                    </a:lnTo>
                    <a:lnTo>
                      <a:pt x="77" y="16"/>
                    </a:lnTo>
                    <a:lnTo>
                      <a:pt x="62" y="26"/>
                    </a:lnTo>
                    <a:lnTo>
                      <a:pt x="48" y="38"/>
                    </a:lnTo>
                    <a:lnTo>
                      <a:pt x="41" y="46"/>
                    </a:lnTo>
                    <a:lnTo>
                      <a:pt x="33" y="54"/>
                    </a:lnTo>
                    <a:lnTo>
                      <a:pt x="27" y="64"/>
                    </a:lnTo>
                    <a:lnTo>
                      <a:pt x="20" y="75"/>
                    </a:lnTo>
                    <a:lnTo>
                      <a:pt x="15" y="85"/>
                    </a:lnTo>
                    <a:lnTo>
                      <a:pt x="11" y="98"/>
                    </a:lnTo>
                    <a:lnTo>
                      <a:pt x="12" y="99"/>
                    </a:lnTo>
                    <a:lnTo>
                      <a:pt x="12" y="99"/>
                    </a:lnTo>
                    <a:lnTo>
                      <a:pt x="14" y="98"/>
                    </a:lnTo>
                    <a:lnTo>
                      <a:pt x="15" y="95"/>
                    </a:lnTo>
                    <a:lnTo>
                      <a:pt x="15" y="95"/>
                    </a:lnTo>
                    <a:lnTo>
                      <a:pt x="18" y="89"/>
                    </a:lnTo>
                    <a:lnTo>
                      <a:pt x="18" y="89"/>
                    </a:lnTo>
                    <a:lnTo>
                      <a:pt x="19" y="87"/>
                    </a:lnTo>
                    <a:lnTo>
                      <a:pt x="19" y="87"/>
                    </a:lnTo>
                    <a:lnTo>
                      <a:pt x="23" y="84"/>
                    </a:lnTo>
                    <a:lnTo>
                      <a:pt x="23" y="84"/>
                    </a:lnTo>
                    <a:lnTo>
                      <a:pt x="26" y="77"/>
                    </a:lnTo>
                    <a:lnTo>
                      <a:pt x="26" y="77"/>
                    </a:lnTo>
                    <a:lnTo>
                      <a:pt x="29" y="76"/>
                    </a:lnTo>
                    <a:lnTo>
                      <a:pt x="31" y="76"/>
                    </a:lnTo>
                    <a:lnTo>
                      <a:pt x="31" y="76"/>
                    </a:lnTo>
                    <a:lnTo>
                      <a:pt x="33" y="75"/>
                    </a:lnTo>
                    <a:lnTo>
                      <a:pt x="33" y="75"/>
                    </a:lnTo>
                    <a:lnTo>
                      <a:pt x="33" y="75"/>
                    </a:lnTo>
                    <a:lnTo>
                      <a:pt x="31" y="77"/>
                    </a:lnTo>
                    <a:lnTo>
                      <a:pt x="31" y="80"/>
                    </a:lnTo>
                    <a:lnTo>
                      <a:pt x="31" y="84"/>
                    </a:lnTo>
                    <a:lnTo>
                      <a:pt x="31" y="84"/>
                    </a:lnTo>
                    <a:lnTo>
                      <a:pt x="29" y="91"/>
                    </a:lnTo>
                    <a:lnTo>
                      <a:pt x="29" y="91"/>
                    </a:lnTo>
                    <a:lnTo>
                      <a:pt x="30" y="95"/>
                    </a:lnTo>
                    <a:lnTo>
                      <a:pt x="30" y="95"/>
                    </a:lnTo>
                    <a:lnTo>
                      <a:pt x="31" y="98"/>
                    </a:lnTo>
                    <a:lnTo>
                      <a:pt x="33" y="99"/>
                    </a:lnTo>
                    <a:lnTo>
                      <a:pt x="33" y="99"/>
                    </a:lnTo>
                    <a:lnTo>
                      <a:pt x="41" y="102"/>
                    </a:lnTo>
                    <a:lnTo>
                      <a:pt x="41" y="102"/>
                    </a:lnTo>
                    <a:lnTo>
                      <a:pt x="45" y="96"/>
                    </a:lnTo>
                    <a:lnTo>
                      <a:pt x="45" y="96"/>
                    </a:lnTo>
                    <a:lnTo>
                      <a:pt x="48" y="95"/>
                    </a:lnTo>
                    <a:lnTo>
                      <a:pt x="50" y="93"/>
                    </a:lnTo>
                    <a:lnTo>
                      <a:pt x="50" y="93"/>
                    </a:lnTo>
                    <a:lnTo>
                      <a:pt x="50" y="91"/>
                    </a:lnTo>
                    <a:lnTo>
                      <a:pt x="50" y="89"/>
                    </a:lnTo>
                    <a:lnTo>
                      <a:pt x="52" y="88"/>
                    </a:lnTo>
                    <a:lnTo>
                      <a:pt x="52" y="88"/>
                    </a:lnTo>
                    <a:lnTo>
                      <a:pt x="53" y="85"/>
                    </a:lnTo>
                    <a:lnTo>
                      <a:pt x="54" y="84"/>
                    </a:lnTo>
                    <a:lnTo>
                      <a:pt x="54" y="84"/>
                    </a:lnTo>
                    <a:lnTo>
                      <a:pt x="56" y="81"/>
                    </a:lnTo>
                    <a:lnTo>
                      <a:pt x="56" y="81"/>
                    </a:lnTo>
                    <a:lnTo>
                      <a:pt x="58" y="81"/>
                    </a:lnTo>
                    <a:lnTo>
                      <a:pt x="60" y="81"/>
                    </a:lnTo>
                    <a:lnTo>
                      <a:pt x="60" y="83"/>
                    </a:lnTo>
                    <a:lnTo>
                      <a:pt x="60" y="83"/>
                    </a:lnTo>
                    <a:lnTo>
                      <a:pt x="60" y="85"/>
                    </a:lnTo>
                    <a:lnTo>
                      <a:pt x="60" y="87"/>
                    </a:lnTo>
                    <a:lnTo>
                      <a:pt x="60" y="88"/>
                    </a:lnTo>
                    <a:lnTo>
                      <a:pt x="58" y="89"/>
                    </a:lnTo>
                    <a:lnTo>
                      <a:pt x="58" y="89"/>
                    </a:lnTo>
                    <a:lnTo>
                      <a:pt x="57" y="89"/>
                    </a:lnTo>
                    <a:lnTo>
                      <a:pt x="56" y="91"/>
                    </a:lnTo>
                    <a:lnTo>
                      <a:pt x="56" y="91"/>
                    </a:lnTo>
                    <a:lnTo>
                      <a:pt x="53" y="96"/>
                    </a:lnTo>
                    <a:lnTo>
                      <a:pt x="53" y="96"/>
                    </a:lnTo>
                    <a:lnTo>
                      <a:pt x="52" y="99"/>
                    </a:lnTo>
                    <a:lnTo>
                      <a:pt x="50" y="102"/>
                    </a:lnTo>
                    <a:lnTo>
                      <a:pt x="50" y="102"/>
                    </a:lnTo>
                    <a:lnTo>
                      <a:pt x="48" y="102"/>
                    </a:lnTo>
                    <a:lnTo>
                      <a:pt x="46" y="103"/>
                    </a:lnTo>
                    <a:lnTo>
                      <a:pt x="46" y="103"/>
                    </a:lnTo>
                    <a:lnTo>
                      <a:pt x="46" y="103"/>
                    </a:lnTo>
                    <a:lnTo>
                      <a:pt x="46" y="106"/>
                    </a:lnTo>
                    <a:lnTo>
                      <a:pt x="46" y="107"/>
                    </a:lnTo>
                    <a:lnTo>
                      <a:pt x="46" y="107"/>
                    </a:lnTo>
                    <a:lnTo>
                      <a:pt x="46" y="107"/>
                    </a:lnTo>
                    <a:lnTo>
                      <a:pt x="43" y="108"/>
                    </a:lnTo>
                    <a:lnTo>
                      <a:pt x="42" y="108"/>
                    </a:lnTo>
                    <a:lnTo>
                      <a:pt x="42" y="108"/>
                    </a:lnTo>
                    <a:lnTo>
                      <a:pt x="39" y="108"/>
                    </a:lnTo>
                    <a:lnTo>
                      <a:pt x="39" y="108"/>
                    </a:lnTo>
                    <a:lnTo>
                      <a:pt x="34" y="107"/>
                    </a:lnTo>
                    <a:lnTo>
                      <a:pt x="34" y="107"/>
                    </a:lnTo>
                    <a:lnTo>
                      <a:pt x="33" y="108"/>
                    </a:lnTo>
                    <a:lnTo>
                      <a:pt x="31" y="111"/>
                    </a:lnTo>
                    <a:lnTo>
                      <a:pt x="31" y="111"/>
                    </a:lnTo>
                    <a:lnTo>
                      <a:pt x="33" y="116"/>
                    </a:lnTo>
                    <a:lnTo>
                      <a:pt x="35" y="122"/>
                    </a:lnTo>
                    <a:lnTo>
                      <a:pt x="35" y="122"/>
                    </a:lnTo>
                    <a:lnTo>
                      <a:pt x="35" y="127"/>
                    </a:lnTo>
                    <a:lnTo>
                      <a:pt x="35" y="130"/>
                    </a:lnTo>
                    <a:lnTo>
                      <a:pt x="37" y="131"/>
                    </a:lnTo>
                    <a:lnTo>
                      <a:pt x="37" y="131"/>
                    </a:lnTo>
                    <a:lnTo>
                      <a:pt x="39" y="134"/>
                    </a:lnTo>
                    <a:lnTo>
                      <a:pt x="41" y="137"/>
                    </a:lnTo>
                    <a:lnTo>
                      <a:pt x="41" y="137"/>
                    </a:lnTo>
                    <a:lnTo>
                      <a:pt x="42" y="139"/>
                    </a:lnTo>
                    <a:lnTo>
                      <a:pt x="42" y="144"/>
                    </a:lnTo>
                    <a:lnTo>
                      <a:pt x="45" y="146"/>
                    </a:lnTo>
                    <a:lnTo>
                      <a:pt x="45" y="146"/>
                    </a:lnTo>
                    <a:lnTo>
                      <a:pt x="45" y="153"/>
                    </a:lnTo>
                    <a:lnTo>
                      <a:pt x="45" y="153"/>
                    </a:lnTo>
                    <a:lnTo>
                      <a:pt x="45" y="157"/>
                    </a:lnTo>
                    <a:lnTo>
                      <a:pt x="45" y="161"/>
                    </a:lnTo>
                    <a:lnTo>
                      <a:pt x="45" y="161"/>
                    </a:lnTo>
                    <a:lnTo>
                      <a:pt x="48" y="165"/>
                    </a:lnTo>
                    <a:lnTo>
                      <a:pt x="49" y="167"/>
                    </a:lnTo>
                    <a:lnTo>
                      <a:pt x="49" y="167"/>
                    </a:lnTo>
                    <a:lnTo>
                      <a:pt x="46" y="169"/>
                    </a:lnTo>
                    <a:lnTo>
                      <a:pt x="46" y="171"/>
                    </a:lnTo>
                    <a:lnTo>
                      <a:pt x="46" y="172"/>
                    </a:lnTo>
                    <a:lnTo>
                      <a:pt x="46" y="172"/>
                    </a:lnTo>
                    <a:lnTo>
                      <a:pt x="50" y="175"/>
                    </a:lnTo>
                    <a:lnTo>
                      <a:pt x="52" y="177"/>
                    </a:lnTo>
                    <a:lnTo>
                      <a:pt x="52" y="177"/>
                    </a:lnTo>
                    <a:lnTo>
                      <a:pt x="53" y="179"/>
                    </a:lnTo>
                    <a:lnTo>
                      <a:pt x="54" y="180"/>
                    </a:lnTo>
                    <a:lnTo>
                      <a:pt x="54" y="180"/>
                    </a:lnTo>
                    <a:lnTo>
                      <a:pt x="57" y="180"/>
                    </a:lnTo>
                    <a:lnTo>
                      <a:pt x="58" y="181"/>
                    </a:lnTo>
                    <a:lnTo>
                      <a:pt x="58" y="181"/>
                    </a:lnTo>
                    <a:lnTo>
                      <a:pt x="58" y="187"/>
                    </a:lnTo>
                    <a:lnTo>
                      <a:pt x="64" y="194"/>
                    </a:lnTo>
                    <a:lnTo>
                      <a:pt x="69" y="199"/>
                    </a:lnTo>
                    <a:lnTo>
                      <a:pt x="69" y="199"/>
                    </a:lnTo>
                    <a:lnTo>
                      <a:pt x="69" y="200"/>
                    </a:lnTo>
                    <a:lnTo>
                      <a:pt x="69" y="202"/>
                    </a:lnTo>
                    <a:lnTo>
                      <a:pt x="71" y="202"/>
                    </a:lnTo>
                    <a:lnTo>
                      <a:pt x="71" y="202"/>
                    </a:lnTo>
                    <a:lnTo>
                      <a:pt x="80" y="206"/>
                    </a:lnTo>
                    <a:lnTo>
                      <a:pt x="80" y="206"/>
                    </a:lnTo>
                    <a:lnTo>
                      <a:pt x="83" y="209"/>
                    </a:lnTo>
                    <a:lnTo>
                      <a:pt x="87" y="210"/>
                    </a:lnTo>
                    <a:lnTo>
                      <a:pt x="87" y="210"/>
                    </a:lnTo>
                    <a:lnTo>
                      <a:pt x="88" y="210"/>
                    </a:lnTo>
                    <a:lnTo>
                      <a:pt x="88" y="211"/>
                    </a:lnTo>
                    <a:lnTo>
                      <a:pt x="88" y="210"/>
                    </a:lnTo>
                    <a:lnTo>
                      <a:pt x="88" y="210"/>
                    </a:lnTo>
                    <a:lnTo>
                      <a:pt x="91" y="206"/>
                    </a:lnTo>
                    <a:lnTo>
                      <a:pt x="92" y="203"/>
                    </a:lnTo>
                    <a:lnTo>
                      <a:pt x="92" y="203"/>
                    </a:lnTo>
                    <a:lnTo>
                      <a:pt x="94" y="199"/>
                    </a:lnTo>
                    <a:lnTo>
                      <a:pt x="94" y="198"/>
                    </a:lnTo>
                    <a:lnTo>
                      <a:pt x="94" y="198"/>
                    </a:lnTo>
                    <a:lnTo>
                      <a:pt x="94" y="194"/>
                    </a:lnTo>
                    <a:lnTo>
                      <a:pt x="94" y="194"/>
                    </a:lnTo>
                    <a:lnTo>
                      <a:pt x="94" y="191"/>
                    </a:lnTo>
                    <a:lnTo>
                      <a:pt x="95" y="188"/>
                    </a:lnTo>
                    <a:lnTo>
                      <a:pt x="95" y="188"/>
                    </a:lnTo>
                    <a:lnTo>
                      <a:pt x="96" y="186"/>
                    </a:lnTo>
                    <a:lnTo>
                      <a:pt x="99" y="183"/>
                    </a:lnTo>
                    <a:lnTo>
                      <a:pt x="99" y="183"/>
                    </a:lnTo>
                    <a:lnTo>
                      <a:pt x="100" y="183"/>
                    </a:lnTo>
                    <a:lnTo>
                      <a:pt x="102" y="181"/>
                    </a:lnTo>
                    <a:lnTo>
                      <a:pt x="102" y="181"/>
                    </a:lnTo>
                    <a:lnTo>
                      <a:pt x="102" y="179"/>
                    </a:lnTo>
                    <a:lnTo>
                      <a:pt x="102" y="179"/>
                    </a:lnTo>
                    <a:lnTo>
                      <a:pt x="100" y="177"/>
                    </a:lnTo>
                    <a:lnTo>
                      <a:pt x="100" y="175"/>
                    </a:lnTo>
                    <a:lnTo>
                      <a:pt x="100" y="175"/>
                    </a:lnTo>
                    <a:lnTo>
                      <a:pt x="99" y="171"/>
                    </a:lnTo>
                    <a:lnTo>
                      <a:pt x="98" y="169"/>
                    </a:lnTo>
                    <a:lnTo>
                      <a:pt x="98" y="169"/>
                    </a:lnTo>
                    <a:lnTo>
                      <a:pt x="95" y="167"/>
                    </a:lnTo>
                    <a:lnTo>
                      <a:pt x="94" y="165"/>
                    </a:lnTo>
                    <a:lnTo>
                      <a:pt x="94" y="164"/>
                    </a:lnTo>
                    <a:lnTo>
                      <a:pt x="94" y="164"/>
                    </a:lnTo>
                    <a:lnTo>
                      <a:pt x="95" y="158"/>
                    </a:lnTo>
                    <a:lnTo>
                      <a:pt x="95" y="158"/>
                    </a:lnTo>
                    <a:lnTo>
                      <a:pt x="98" y="154"/>
                    </a:lnTo>
                    <a:lnTo>
                      <a:pt x="98" y="154"/>
                    </a:lnTo>
                    <a:lnTo>
                      <a:pt x="100" y="150"/>
                    </a:lnTo>
                    <a:lnTo>
                      <a:pt x="100" y="150"/>
                    </a:lnTo>
                    <a:lnTo>
                      <a:pt x="103" y="146"/>
                    </a:lnTo>
                    <a:lnTo>
                      <a:pt x="103" y="146"/>
                    </a:lnTo>
                    <a:lnTo>
                      <a:pt x="104" y="137"/>
                    </a:lnTo>
                    <a:lnTo>
                      <a:pt x="104" y="137"/>
                    </a:lnTo>
                    <a:lnTo>
                      <a:pt x="104" y="137"/>
                    </a:lnTo>
                    <a:lnTo>
                      <a:pt x="104" y="137"/>
                    </a:lnTo>
                    <a:lnTo>
                      <a:pt x="104" y="134"/>
                    </a:lnTo>
                    <a:lnTo>
                      <a:pt x="104" y="134"/>
                    </a:lnTo>
                    <a:lnTo>
                      <a:pt x="103" y="129"/>
                    </a:lnTo>
                    <a:lnTo>
                      <a:pt x="103" y="129"/>
                    </a:lnTo>
                    <a:lnTo>
                      <a:pt x="106" y="126"/>
                    </a:lnTo>
                    <a:lnTo>
                      <a:pt x="110" y="125"/>
                    </a:lnTo>
                    <a:lnTo>
                      <a:pt x="110" y="125"/>
                    </a:lnTo>
                    <a:lnTo>
                      <a:pt x="111" y="126"/>
                    </a:lnTo>
                    <a:lnTo>
                      <a:pt x="113" y="127"/>
                    </a:lnTo>
                    <a:lnTo>
                      <a:pt x="114" y="126"/>
                    </a:lnTo>
                    <a:lnTo>
                      <a:pt x="114" y="126"/>
                    </a:lnTo>
                    <a:lnTo>
                      <a:pt x="115" y="123"/>
                    </a:lnTo>
                    <a:lnTo>
                      <a:pt x="117" y="122"/>
                    </a:lnTo>
                    <a:lnTo>
                      <a:pt x="117" y="122"/>
                    </a:lnTo>
                    <a:lnTo>
                      <a:pt x="119" y="121"/>
                    </a:lnTo>
                    <a:lnTo>
                      <a:pt x="121" y="122"/>
                    </a:lnTo>
                    <a:lnTo>
                      <a:pt x="121" y="122"/>
                    </a:lnTo>
                    <a:lnTo>
                      <a:pt x="125" y="123"/>
                    </a:lnTo>
                    <a:lnTo>
                      <a:pt x="129" y="125"/>
                    </a:lnTo>
                    <a:lnTo>
                      <a:pt x="129" y="125"/>
                    </a:lnTo>
                    <a:lnTo>
                      <a:pt x="133" y="126"/>
                    </a:lnTo>
                    <a:lnTo>
                      <a:pt x="137" y="126"/>
                    </a:lnTo>
                    <a:lnTo>
                      <a:pt x="137" y="126"/>
                    </a:lnTo>
                    <a:lnTo>
                      <a:pt x="142" y="126"/>
                    </a:lnTo>
                    <a:lnTo>
                      <a:pt x="145" y="126"/>
                    </a:lnTo>
                    <a:lnTo>
                      <a:pt x="148" y="125"/>
                    </a:lnTo>
                    <a:lnTo>
                      <a:pt x="148" y="125"/>
                    </a:lnTo>
                    <a:lnTo>
                      <a:pt x="150" y="125"/>
                    </a:lnTo>
                    <a:lnTo>
                      <a:pt x="152" y="125"/>
                    </a:lnTo>
                    <a:lnTo>
                      <a:pt x="152" y="123"/>
                    </a:lnTo>
                    <a:lnTo>
                      <a:pt x="152" y="123"/>
                    </a:lnTo>
                    <a:lnTo>
                      <a:pt x="153" y="121"/>
                    </a:lnTo>
                    <a:lnTo>
                      <a:pt x="155" y="118"/>
                    </a:lnTo>
                    <a:lnTo>
                      <a:pt x="155" y="118"/>
                    </a:lnTo>
                    <a:lnTo>
                      <a:pt x="157" y="118"/>
                    </a:lnTo>
                    <a:lnTo>
                      <a:pt x="159" y="115"/>
                    </a:lnTo>
                    <a:lnTo>
                      <a:pt x="159" y="115"/>
                    </a:lnTo>
                    <a:lnTo>
                      <a:pt x="159" y="112"/>
                    </a:lnTo>
                    <a:lnTo>
                      <a:pt x="160" y="111"/>
                    </a:lnTo>
                    <a:lnTo>
                      <a:pt x="160" y="111"/>
                    </a:lnTo>
                    <a:lnTo>
                      <a:pt x="161" y="108"/>
                    </a:lnTo>
                    <a:lnTo>
                      <a:pt x="161" y="108"/>
                    </a:lnTo>
                    <a:lnTo>
                      <a:pt x="164" y="106"/>
                    </a:lnTo>
                    <a:lnTo>
                      <a:pt x="165" y="106"/>
                    </a:lnTo>
                    <a:lnTo>
                      <a:pt x="165" y="106"/>
                    </a:lnTo>
                    <a:lnTo>
                      <a:pt x="165" y="104"/>
                    </a:lnTo>
                    <a:lnTo>
                      <a:pt x="165" y="104"/>
                    </a:lnTo>
                    <a:lnTo>
                      <a:pt x="164" y="102"/>
                    </a:lnTo>
                    <a:lnTo>
                      <a:pt x="163" y="99"/>
                    </a:lnTo>
                    <a:lnTo>
                      <a:pt x="163" y="99"/>
                    </a:lnTo>
                    <a:lnTo>
                      <a:pt x="163" y="98"/>
                    </a:lnTo>
                    <a:lnTo>
                      <a:pt x="161" y="98"/>
                    </a:lnTo>
                    <a:lnTo>
                      <a:pt x="160" y="96"/>
                    </a:lnTo>
                    <a:lnTo>
                      <a:pt x="161" y="93"/>
                    </a:lnTo>
                    <a:lnTo>
                      <a:pt x="161" y="93"/>
                    </a:lnTo>
                    <a:lnTo>
                      <a:pt x="164" y="87"/>
                    </a:lnTo>
                    <a:lnTo>
                      <a:pt x="164" y="84"/>
                    </a:lnTo>
                    <a:lnTo>
                      <a:pt x="161" y="81"/>
                    </a:lnTo>
                    <a:lnTo>
                      <a:pt x="161" y="81"/>
                    </a:lnTo>
                    <a:lnTo>
                      <a:pt x="160" y="77"/>
                    </a:lnTo>
                    <a:lnTo>
                      <a:pt x="157" y="76"/>
                    </a:lnTo>
                    <a:lnTo>
                      <a:pt x="155" y="73"/>
                    </a:lnTo>
                    <a:lnTo>
                      <a:pt x="155" y="73"/>
                    </a:lnTo>
                    <a:lnTo>
                      <a:pt x="153" y="70"/>
                    </a:lnTo>
                    <a:lnTo>
                      <a:pt x="150" y="68"/>
                    </a:lnTo>
                    <a:lnTo>
                      <a:pt x="150" y="68"/>
                    </a:lnTo>
                    <a:lnTo>
                      <a:pt x="149" y="66"/>
                    </a:lnTo>
                    <a:lnTo>
                      <a:pt x="148" y="66"/>
                    </a:lnTo>
                    <a:lnTo>
                      <a:pt x="148" y="66"/>
                    </a:lnTo>
                    <a:lnTo>
                      <a:pt x="144" y="65"/>
                    </a:lnTo>
                    <a:lnTo>
                      <a:pt x="140" y="62"/>
                    </a:lnTo>
                    <a:lnTo>
                      <a:pt x="140" y="62"/>
                    </a:lnTo>
                    <a:lnTo>
                      <a:pt x="137" y="60"/>
                    </a:lnTo>
                    <a:lnTo>
                      <a:pt x="134" y="58"/>
                    </a:lnTo>
                    <a:lnTo>
                      <a:pt x="134" y="58"/>
                    </a:lnTo>
                    <a:lnTo>
                      <a:pt x="130" y="57"/>
                    </a:lnTo>
                    <a:lnTo>
                      <a:pt x="130" y="57"/>
                    </a:lnTo>
                    <a:lnTo>
                      <a:pt x="125" y="57"/>
                    </a:lnTo>
                    <a:lnTo>
                      <a:pt x="125" y="57"/>
                    </a:lnTo>
                    <a:lnTo>
                      <a:pt x="122" y="57"/>
                    </a:lnTo>
                    <a:lnTo>
                      <a:pt x="122" y="57"/>
                    </a:lnTo>
                    <a:lnTo>
                      <a:pt x="117" y="56"/>
                    </a:lnTo>
                    <a:lnTo>
                      <a:pt x="117" y="56"/>
                    </a:lnTo>
                    <a:lnTo>
                      <a:pt x="114" y="56"/>
                    </a:lnTo>
                    <a:lnTo>
                      <a:pt x="114" y="56"/>
                    </a:lnTo>
                    <a:lnTo>
                      <a:pt x="113" y="56"/>
                    </a:lnTo>
                    <a:lnTo>
                      <a:pt x="111" y="54"/>
                    </a:lnTo>
                    <a:lnTo>
                      <a:pt x="111" y="57"/>
                    </a:lnTo>
                    <a:lnTo>
                      <a:pt x="111" y="57"/>
                    </a:lnTo>
                    <a:lnTo>
                      <a:pt x="111" y="61"/>
                    </a:lnTo>
                    <a:lnTo>
                      <a:pt x="111" y="62"/>
                    </a:lnTo>
                    <a:lnTo>
                      <a:pt x="110" y="64"/>
                    </a:lnTo>
                    <a:lnTo>
                      <a:pt x="110" y="64"/>
                    </a:lnTo>
                    <a:lnTo>
                      <a:pt x="106" y="64"/>
                    </a:lnTo>
                    <a:lnTo>
                      <a:pt x="106" y="64"/>
                    </a:lnTo>
                    <a:lnTo>
                      <a:pt x="103" y="64"/>
                    </a:lnTo>
                    <a:lnTo>
                      <a:pt x="100" y="65"/>
                    </a:lnTo>
                    <a:lnTo>
                      <a:pt x="100" y="65"/>
                    </a:lnTo>
                    <a:lnTo>
                      <a:pt x="99" y="66"/>
                    </a:lnTo>
                    <a:lnTo>
                      <a:pt x="95" y="68"/>
                    </a:lnTo>
                    <a:lnTo>
                      <a:pt x="95" y="68"/>
                    </a:lnTo>
                    <a:lnTo>
                      <a:pt x="95" y="68"/>
                    </a:lnTo>
                    <a:lnTo>
                      <a:pt x="95" y="69"/>
                    </a:lnTo>
                    <a:lnTo>
                      <a:pt x="92" y="68"/>
                    </a:lnTo>
                    <a:lnTo>
                      <a:pt x="92" y="68"/>
                    </a:lnTo>
                    <a:lnTo>
                      <a:pt x="91" y="65"/>
                    </a:lnTo>
                    <a:lnTo>
                      <a:pt x="92" y="64"/>
                    </a:lnTo>
                    <a:lnTo>
                      <a:pt x="91" y="64"/>
                    </a:lnTo>
                    <a:lnTo>
                      <a:pt x="88" y="64"/>
                    </a:lnTo>
                    <a:lnTo>
                      <a:pt x="88" y="64"/>
                    </a:lnTo>
                    <a:lnTo>
                      <a:pt x="81" y="65"/>
                    </a:lnTo>
                    <a:lnTo>
                      <a:pt x="79" y="65"/>
                    </a:lnTo>
                    <a:lnTo>
                      <a:pt x="79" y="65"/>
                    </a:lnTo>
                    <a:lnTo>
                      <a:pt x="77" y="65"/>
                    </a:lnTo>
                    <a:lnTo>
                      <a:pt x="75" y="64"/>
                    </a:lnTo>
                    <a:lnTo>
                      <a:pt x="75" y="64"/>
                    </a:lnTo>
                    <a:lnTo>
                      <a:pt x="71" y="62"/>
                    </a:lnTo>
                    <a:lnTo>
                      <a:pt x="69" y="64"/>
                    </a:lnTo>
                    <a:lnTo>
                      <a:pt x="69" y="64"/>
                    </a:lnTo>
                    <a:lnTo>
                      <a:pt x="68" y="65"/>
                    </a:lnTo>
                    <a:lnTo>
                      <a:pt x="68" y="65"/>
                    </a:lnTo>
                    <a:lnTo>
                      <a:pt x="67" y="64"/>
                    </a:lnTo>
                    <a:lnTo>
                      <a:pt x="67" y="64"/>
                    </a:lnTo>
                    <a:lnTo>
                      <a:pt x="65" y="61"/>
                    </a:lnTo>
                    <a:lnTo>
                      <a:pt x="67" y="60"/>
                    </a:lnTo>
                    <a:lnTo>
                      <a:pt x="67" y="60"/>
                    </a:lnTo>
                    <a:lnTo>
                      <a:pt x="71" y="60"/>
                    </a:lnTo>
                    <a:lnTo>
                      <a:pt x="72" y="60"/>
                    </a:lnTo>
                    <a:lnTo>
                      <a:pt x="73" y="58"/>
                    </a:lnTo>
                    <a:lnTo>
                      <a:pt x="73" y="58"/>
                    </a:lnTo>
                    <a:lnTo>
                      <a:pt x="72" y="57"/>
                    </a:lnTo>
                    <a:lnTo>
                      <a:pt x="72" y="56"/>
                    </a:lnTo>
                    <a:lnTo>
                      <a:pt x="73" y="56"/>
                    </a:lnTo>
                    <a:lnTo>
                      <a:pt x="73" y="56"/>
                    </a:lnTo>
                    <a:lnTo>
                      <a:pt x="79" y="54"/>
                    </a:lnTo>
                    <a:lnTo>
                      <a:pt x="79" y="54"/>
                    </a:lnTo>
                    <a:lnTo>
                      <a:pt x="81" y="54"/>
                    </a:lnTo>
                    <a:lnTo>
                      <a:pt x="83" y="54"/>
                    </a:lnTo>
                    <a:lnTo>
                      <a:pt x="85" y="54"/>
                    </a:lnTo>
                    <a:lnTo>
                      <a:pt x="85" y="54"/>
                    </a:lnTo>
                    <a:lnTo>
                      <a:pt x="85" y="54"/>
                    </a:lnTo>
                    <a:lnTo>
                      <a:pt x="87" y="53"/>
                    </a:lnTo>
                    <a:lnTo>
                      <a:pt x="88" y="53"/>
                    </a:lnTo>
                    <a:lnTo>
                      <a:pt x="87" y="51"/>
                    </a:lnTo>
                    <a:lnTo>
                      <a:pt x="87" y="51"/>
                    </a:lnTo>
                    <a:lnTo>
                      <a:pt x="84" y="47"/>
                    </a:lnTo>
                    <a:lnTo>
                      <a:pt x="83" y="46"/>
                    </a:lnTo>
                    <a:lnTo>
                      <a:pt x="81" y="45"/>
                    </a:lnTo>
                    <a:lnTo>
                      <a:pt x="80" y="45"/>
                    </a:lnTo>
                    <a:lnTo>
                      <a:pt x="80" y="45"/>
                    </a:lnTo>
                    <a:lnTo>
                      <a:pt x="79" y="46"/>
                    </a:lnTo>
                    <a:lnTo>
                      <a:pt x="77" y="47"/>
                    </a:lnTo>
                    <a:lnTo>
                      <a:pt x="77" y="47"/>
                    </a:lnTo>
                    <a:lnTo>
                      <a:pt x="76" y="47"/>
                    </a:lnTo>
                    <a:lnTo>
                      <a:pt x="76" y="47"/>
                    </a:lnTo>
                    <a:lnTo>
                      <a:pt x="72" y="45"/>
                    </a:lnTo>
                    <a:lnTo>
                      <a:pt x="72" y="43"/>
                    </a:lnTo>
                    <a:lnTo>
                      <a:pt x="73" y="42"/>
                    </a:lnTo>
                    <a:lnTo>
                      <a:pt x="73" y="42"/>
                    </a:lnTo>
                    <a:lnTo>
                      <a:pt x="76" y="39"/>
                    </a:lnTo>
                    <a:lnTo>
                      <a:pt x="79" y="38"/>
                    </a:lnTo>
                    <a:lnTo>
                      <a:pt x="79" y="38"/>
                    </a:lnTo>
                    <a:lnTo>
                      <a:pt x="80" y="38"/>
                    </a:lnTo>
                    <a:lnTo>
                      <a:pt x="81" y="38"/>
                    </a:lnTo>
                    <a:lnTo>
                      <a:pt x="84" y="41"/>
                    </a:lnTo>
                    <a:lnTo>
                      <a:pt x="87" y="43"/>
                    </a:lnTo>
                    <a:lnTo>
                      <a:pt x="88" y="43"/>
                    </a:lnTo>
                    <a:lnTo>
                      <a:pt x="88" y="43"/>
                    </a:lnTo>
                    <a:lnTo>
                      <a:pt x="91" y="42"/>
                    </a:lnTo>
                    <a:lnTo>
                      <a:pt x="92" y="42"/>
                    </a:lnTo>
                    <a:lnTo>
                      <a:pt x="92" y="42"/>
                    </a:lnTo>
                    <a:lnTo>
                      <a:pt x="94" y="45"/>
                    </a:lnTo>
                    <a:lnTo>
                      <a:pt x="94" y="49"/>
                    </a:lnTo>
                    <a:lnTo>
                      <a:pt x="94" y="49"/>
                    </a:lnTo>
                    <a:lnTo>
                      <a:pt x="94" y="51"/>
                    </a:lnTo>
                    <a:lnTo>
                      <a:pt x="96" y="50"/>
                    </a:lnTo>
                    <a:lnTo>
                      <a:pt x="96" y="50"/>
                    </a:lnTo>
                    <a:lnTo>
                      <a:pt x="98" y="49"/>
                    </a:lnTo>
                    <a:lnTo>
                      <a:pt x="96" y="49"/>
                    </a:lnTo>
                    <a:lnTo>
                      <a:pt x="96" y="47"/>
                    </a:lnTo>
                    <a:lnTo>
                      <a:pt x="100" y="46"/>
                    </a:lnTo>
                    <a:lnTo>
                      <a:pt x="100" y="46"/>
                    </a:lnTo>
                    <a:lnTo>
                      <a:pt x="107" y="45"/>
                    </a:lnTo>
                    <a:lnTo>
                      <a:pt x="110" y="43"/>
                    </a:lnTo>
                    <a:lnTo>
                      <a:pt x="113" y="43"/>
                    </a:lnTo>
                    <a:lnTo>
                      <a:pt x="114" y="45"/>
                    </a:lnTo>
                    <a:lnTo>
                      <a:pt x="114" y="45"/>
                    </a:lnTo>
                    <a:lnTo>
                      <a:pt x="117" y="46"/>
                    </a:lnTo>
                    <a:lnTo>
                      <a:pt x="118" y="46"/>
                    </a:lnTo>
                    <a:lnTo>
                      <a:pt x="118" y="46"/>
                    </a:lnTo>
                    <a:lnTo>
                      <a:pt x="118" y="47"/>
                    </a:lnTo>
                    <a:lnTo>
                      <a:pt x="118" y="49"/>
                    </a:lnTo>
                    <a:lnTo>
                      <a:pt x="119" y="47"/>
                    </a:lnTo>
                    <a:lnTo>
                      <a:pt x="119" y="47"/>
                    </a:lnTo>
                    <a:lnTo>
                      <a:pt x="122" y="46"/>
                    </a:lnTo>
                    <a:lnTo>
                      <a:pt x="125" y="47"/>
                    </a:lnTo>
                    <a:lnTo>
                      <a:pt x="127" y="49"/>
                    </a:lnTo>
                    <a:lnTo>
                      <a:pt x="127" y="49"/>
                    </a:lnTo>
                    <a:lnTo>
                      <a:pt x="127" y="49"/>
                    </a:lnTo>
                    <a:lnTo>
                      <a:pt x="130" y="49"/>
                    </a:lnTo>
                    <a:lnTo>
                      <a:pt x="130" y="49"/>
                    </a:lnTo>
                    <a:lnTo>
                      <a:pt x="133" y="51"/>
                    </a:lnTo>
                    <a:lnTo>
                      <a:pt x="137" y="51"/>
                    </a:lnTo>
                    <a:lnTo>
                      <a:pt x="137" y="51"/>
                    </a:lnTo>
                    <a:lnTo>
                      <a:pt x="140" y="50"/>
                    </a:lnTo>
                    <a:lnTo>
                      <a:pt x="140" y="50"/>
                    </a:lnTo>
                    <a:lnTo>
                      <a:pt x="138" y="47"/>
                    </a:lnTo>
                    <a:lnTo>
                      <a:pt x="138" y="47"/>
                    </a:lnTo>
                    <a:lnTo>
                      <a:pt x="137" y="45"/>
                    </a:lnTo>
                    <a:lnTo>
                      <a:pt x="133" y="43"/>
                    </a:lnTo>
                    <a:lnTo>
                      <a:pt x="133" y="43"/>
                    </a:lnTo>
                    <a:lnTo>
                      <a:pt x="125" y="41"/>
                    </a:lnTo>
                    <a:lnTo>
                      <a:pt x="123" y="39"/>
                    </a:lnTo>
                    <a:lnTo>
                      <a:pt x="126" y="39"/>
                    </a:lnTo>
                    <a:lnTo>
                      <a:pt x="126" y="39"/>
                    </a:lnTo>
                    <a:lnTo>
                      <a:pt x="129" y="38"/>
                    </a:lnTo>
                    <a:lnTo>
                      <a:pt x="127" y="37"/>
                    </a:lnTo>
                    <a:lnTo>
                      <a:pt x="127" y="35"/>
                    </a:lnTo>
                    <a:lnTo>
                      <a:pt x="132" y="33"/>
                    </a:lnTo>
                    <a:lnTo>
                      <a:pt x="132" y="33"/>
                    </a:lnTo>
                    <a:lnTo>
                      <a:pt x="137" y="31"/>
                    </a:lnTo>
                    <a:lnTo>
                      <a:pt x="140" y="31"/>
                    </a:lnTo>
                    <a:lnTo>
                      <a:pt x="141" y="31"/>
                    </a:lnTo>
                    <a:lnTo>
                      <a:pt x="141" y="28"/>
                    </a:lnTo>
                    <a:lnTo>
                      <a:pt x="141" y="28"/>
                    </a:lnTo>
                    <a:lnTo>
                      <a:pt x="141" y="23"/>
                    </a:lnTo>
                    <a:lnTo>
                      <a:pt x="142" y="23"/>
                    </a:lnTo>
                    <a:lnTo>
                      <a:pt x="144" y="23"/>
                    </a:lnTo>
                    <a:lnTo>
                      <a:pt x="144" y="23"/>
                    </a:lnTo>
                    <a:lnTo>
                      <a:pt x="153" y="24"/>
                    </a:lnTo>
                    <a:lnTo>
                      <a:pt x="153" y="24"/>
                    </a:lnTo>
                    <a:lnTo>
                      <a:pt x="155" y="24"/>
                    </a:lnTo>
                    <a:lnTo>
                      <a:pt x="155" y="26"/>
                    </a:lnTo>
                    <a:lnTo>
                      <a:pt x="157" y="24"/>
                    </a:lnTo>
                    <a:lnTo>
                      <a:pt x="157" y="24"/>
                    </a:lnTo>
                    <a:lnTo>
                      <a:pt x="160" y="23"/>
                    </a:lnTo>
                    <a:lnTo>
                      <a:pt x="161" y="23"/>
                    </a:lnTo>
                    <a:lnTo>
                      <a:pt x="161" y="23"/>
                    </a:lnTo>
                    <a:lnTo>
                      <a:pt x="161" y="22"/>
                    </a:lnTo>
                    <a:lnTo>
                      <a:pt x="161" y="22"/>
                    </a:lnTo>
                    <a:lnTo>
                      <a:pt x="159" y="18"/>
                    </a:lnTo>
                    <a:lnTo>
                      <a:pt x="156" y="15"/>
                    </a:lnTo>
                    <a:lnTo>
                      <a:pt x="156" y="15"/>
                    </a:lnTo>
                    <a:lnTo>
                      <a:pt x="155" y="12"/>
                    </a:lnTo>
                    <a:lnTo>
                      <a:pt x="153" y="10"/>
                    </a:lnTo>
                    <a:lnTo>
                      <a:pt x="152" y="7"/>
                    </a:lnTo>
                    <a:lnTo>
                      <a:pt x="150" y="7"/>
                    </a:lnTo>
                    <a:lnTo>
                      <a:pt x="148" y="8"/>
                    </a:lnTo>
                    <a:lnTo>
                      <a:pt x="148" y="8"/>
                    </a:lnTo>
                    <a:lnTo>
                      <a:pt x="144" y="10"/>
                    </a:lnTo>
                    <a:lnTo>
                      <a:pt x="140" y="11"/>
                    </a:lnTo>
                    <a:lnTo>
                      <a:pt x="140" y="11"/>
                    </a:lnTo>
                    <a:lnTo>
                      <a:pt x="134" y="10"/>
                    </a:lnTo>
                    <a:lnTo>
                      <a:pt x="132" y="8"/>
                    </a:lnTo>
                    <a:lnTo>
                      <a:pt x="132" y="8"/>
                    </a:lnTo>
                    <a:lnTo>
                      <a:pt x="136" y="7"/>
                    </a:lnTo>
                    <a:lnTo>
                      <a:pt x="138" y="5"/>
                    </a:lnTo>
                    <a:lnTo>
                      <a:pt x="138" y="5"/>
                    </a:lnTo>
                    <a:lnTo>
                      <a:pt x="138" y="5"/>
                    </a:lnTo>
                    <a:lnTo>
                      <a:pt x="140" y="4"/>
                    </a:lnTo>
                    <a:lnTo>
                      <a:pt x="140" y="4"/>
                    </a:lnTo>
                    <a:lnTo>
                      <a:pt x="137" y="1"/>
                    </a:lnTo>
                    <a:lnTo>
                      <a:pt x="140" y="0"/>
                    </a:lnTo>
                    <a:lnTo>
                      <a:pt x="140" y="0"/>
                    </a:lnTo>
                    <a:lnTo>
                      <a:pt x="149" y="0"/>
                    </a:lnTo>
                    <a:lnTo>
                      <a:pt x="161" y="1"/>
                    </a:lnTo>
                    <a:lnTo>
                      <a:pt x="161" y="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grpSp>
          <p:nvGrpSpPr>
            <p:cNvPr id="141" name="组合 198">
              <a:extLst>
                <a:ext uri="{FF2B5EF4-FFF2-40B4-BE49-F238E27FC236}">
                  <a16:creationId xmlns:a16="http://schemas.microsoft.com/office/drawing/2014/main" id="{A71D7F54-ACAC-4771-8F25-67607F84670B}"/>
                </a:ext>
              </a:extLst>
            </p:cNvPr>
            <p:cNvGrpSpPr/>
            <p:nvPr/>
          </p:nvGrpSpPr>
          <p:grpSpPr>
            <a:xfrm>
              <a:off x="2889909" y="1917465"/>
              <a:ext cx="323809" cy="576396"/>
              <a:chOff x="3846513" y="1814513"/>
              <a:chExt cx="323850" cy="576262"/>
            </a:xfrm>
            <a:solidFill>
              <a:schemeClr val="accent5"/>
            </a:solidFill>
          </p:grpSpPr>
          <p:sp>
            <p:nvSpPr>
              <p:cNvPr id="142" name="Freeform 137">
                <a:extLst>
                  <a:ext uri="{FF2B5EF4-FFF2-40B4-BE49-F238E27FC236}">
                    <a16:creationId xmlns:a16="http://schemas.microsoft.com/office/drawing/2014/main" id="{07E40600-D51F-4F17-AD3C-62C68A5AE361}"/>
                  </a:ext>
                </a:extLst>
              </p:cNvPr>
              <p:cNvSpPr>
                <a:spLocks noEditPoints="1"/>
              </p:cNvSpPr>
              <p:nvPr/>
            </p:nvSpPr>
            <p:spPr bwMode="auto">
              <a:xfrm>
                <a:off x="3846513" y="1814513"/>
                <a:ext cx="323850" cy="323850"/>
              </a:xfrm>
              <a:custGeom>
                <a:avLst/>
                <a:gdLst>
                  <a:gd name="T0" fmla="*/ 112 w 204"/>
                  <a:gd name="T1" fmla="*/ 0 h 204"/>
                  <a:gd name="T2" fmla="*/ 141 w 204"/>
                  <a:gd name="T3" fmla="*/ 8 h 204"/>
                  <a:gd name="T4" fmla="*/ 165 w 204"/>
                  <a:gd name="T5" fmla="*/ 22 h 204"/>
                  <a:gd name="T6" fmla="*/ 185 w 204"/>
                  <a:gd name="T7" fmla="*/ 42 h 204"/>
                  <a:gd name="T8" fmla="*/ 199 w 204"/>
                  <a:gd name="T9" fmla="*/ 68 h 204"/>
                  <a:gd name="T10" fmla="*/ 204 w 204"/>
                  <a:gd name="T11" fmla="*/ 96 h 204"/>
                  <a:gd name="T12" fmla="*/ 203 w 204"/>
                  <a:gd name="T13" fmla="*/ 118 h 204"/>
                  <a:gd name="T14" fmla="*/ 195 w 204"/>
                  <a:gd name="T15" fmla="*/ 146 h 204"/>
                  <a:gd name="T16" fmla="*/ 179 w 204"/>
                  <a:gd name="T17" fmla="*/ 171 h 204"/>
                  <a:gd name="T18" fmla="*/ 156 w 204"/>
                  <a:gd name="T19" fmla="*/ 190 h 204"/>
                  <a:gd name="T20" fmla="*/ 129 w 204"/>
                  <a:gd name="T21" fmla="*/ 202 h 204"/>
                  <a:gd name="T22" fmla="*/ 108 w 204"/>
                  <a:gd name="T23" fmla="*/ 204 h 204"/>
                  <a:gd name="T24" fmla="*/ 102 w 204"/>
                  <a:gd name="T25" fmla="*/ 185 h 204"/>
                  <a:gd name="T26" fmla="*/ 107 w 204"/>
                  <a:gd name="T27" fmla="*/ 185 h 204"/>
                  <a:gd name="T28" fmla="*/ 131 w 204"/>
                  <a:gd name="T29" fmla="*/ 180 h 204"/>
                  <a:gd name="T30" fmla="*/ 164 w 204"/>
                  <a:gd name="T31" fmla="*/ 158 h 204"/>
                  <a:gd name="T32" fmla="*/ 183 w 204"/>
                  <a:gd name="T33" fmla="*/ 123 h 204"/>
                  <a:gd name="T34" fmla="*/ 185 w 204"/>
                  <a:gd name="T35" fmla="*/ 97 h 204"/>
                  <a:gd name="T36" fmla="*/ 177 w 204"/>
                  <a:gd name="T37" fmla="*/ 66 h 204"/>
                  <a:gd name="T38" fmla="*/ 148 w 204"/>
                  <a:gd name="T39" fmla="*/ 32 h 204"/>
                  <a:gd name="T40" fmla="*/ 102 w 204"/>
                  <a:gd name="T41" fmla="*/ 19 h 204"/>
                  <a:gd name="T42" fmla="*/ 96 w 204"/>
                  <a:gd name="T43" fmla="*/ 0 h 204"/>
                  <a:gd name="T44" fmla="*/ 102 w 204"/>
                  <a:gd name="T45" fmla="*/ 19 h 204"/>
                  <a:gd name="T46" fmla="*/ 89 w 204"/>
                  <a:gd name="T47" fmla="*/ 20 h 204"/>
                  <a:gd name="T48" fmla="*/ 66 w 204"/>
                  <a:gd name="T49" fmla="*/ 27 h 204"/>
                  <a:gd name="T50" fmla="*/ 31 w 204"/>
                  <a:gd name="T51" fmla="*/ 60 h 204"/>
                  <a:gd name="T52" fmla="*/ 20 w 204"/>
                  <a:gd name="T53" fmla="*/ 89 h 204"/>
                  <a:gd name="T54" fmla="*/ 19 w 204"/>
                  <a:gd name="T55" fmla="*/ 107 h 204"/>
                  <a:gd name="T56" fmla="*/ 35 w 204"/>
                  <a:gd name="T57" fmla="*/ 152 h 204"/>
                  <a:gd name="T58" fmla="*/ 70 w 204"/>
                  <a:gd name="T59" fmla="*/ 179 h 204"/>
                  <a:gd name="T60" fmla="*/ 102 w 204"/>
                  <a:gd name="T61" fmla="*/ 204 h 204"/>
                  <a:gd name="T62" fmla="*/ 83 w 204"/>
                  <a:gd name="T63" fmla="*/ 203 h 204"/>
                  <a:gd name="T64" fmla="*/ 55 w 204"/>
                  <a:gd name="T65" fmla="*/ 194 h 204"/>
                  <a:gd name="T66" fmla="*/ 32 w 204"/>
                  <a:gd name="T67" fmla="*/ 176 h 204"/>
                  <a:gd name="T68" fmla="*/ 13 w 204"/>
                  <a:gd name="T69" fmla="*/ 154 h 204"/>
                  <a:gd name="T70" fmla="*/ 3 w 204"/>
                  <a:gd name="T71" fmla="*/ 127 h 204"/>
                  <a:gd name="T72" fmla="*/ 0 w 204"/>
                  <a:gd name="T73" fmla="*/ 108 h 204"/>
                  <a:gd name="T74" fmla="*/ 3 w 204"/>
                  <a:gd name="T75" fmla="*/ 77 h 204"/>
                  <a:gd name="T76" fmla="*/ 15 w 204"/>
                  <a:gd name="T77" fmla="*/ 50 h 204"/>
                  <a:gd name="T78" fmla="*/ 32 w 204"/>
                  <a:gd name="T79" fmla="*/ 27 h 204"/>
                  <a:gd name="T80" fmla="*/ 57 w 204"/>
                  <a:gd name="T81" fmla="*/ 11 h 204"/>
                  <a:gd name="T82" fmla="*/ 87 w 204"/>
                  <a:gd name="T83" fmla="*/ 1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204" h="204">
                    <a:moveTo>
                      <a:pt x="102" y="0"/>
                    </a:moveTo>
                    <a:lnTo>
                      <a:pt x="102" y="0"/>
                    </a:lnTo>
                    <a:lnTo>
                      <a:pt x="112" y="0"/>
                    </a:lnTo>
                    <a:lnTo>
                      <a:pt x="122" y="1"/>
                    </a:lnTo>
                    <a:lnTo>
                      <a:pt x="131" y="4"/>
                    </a:lnTo>
                    <a:lnTo>
                      <a:pt x="141" y="8"/>
                    </a:lnTo>
                    <a:lnTo>
                      <a:pt x="149" y="11"/>
                    </a:lnTo>
                    <a:lnTo>
                      <a:pt x="157" y="16"/>
                    </a:lnTo>
                    <a:lnTo>
                      <a:pt x="165" y="22"/>
                    </a:lnTo>
                    <a:lnTo>
                      <a:pt x="172" y="28"/>
                    </a:lnTo>
                    <a:lnTo>
                      <a:pt x="179" y="35"/>
                    </a:lnTo>
                    <a:lnTo>
                      <a:pt x="185" y="42"/>
                    </a:lnTo>
                    <a:lnTo>
                      <a:pt x="190" y="50"/>
                    </a:lnTo>
                    <a:lnTo>
                      <a:pt x="195" y="58"/>
                    </a:lnTo>
                    <a:lnTo>
                      <a:pt x="199" y="68"/>
                    </a:lnTo>
                    <a:lnTo>
                      <a:pt x="202" y="77"/>
                    </a:lnTo>
                    <a:lnTo>
                      <a:pt x="203" y="87"/>
                    </a:lnTo>
                    <a:lnTo>
                      <a:pt x="204" y="96"/>
                    </a:lnTo>
                    <a:lnTo>
                      <a:pt x="204" y="96"/>
                    </a:lnTo>
                    <a:lnTo>
                      <a:pt x="204" y="107"/>
                    </a:lnTo>
                    <a:lnTo>
                      <a:pt x="203" y="118"/>
                    </a:lnTo>
                    <a:lnTo>
                      <a:pt x="202" y="127"/>
                    </a:lnTo>
                    <a:lnTo>
                      <a:pt x="199" y="137"/>
                    </a:lnTo>
                    <a:lnTo>
                      <a:pt x="195" y="146"/>
                    </a:lnTo>
                    <a:lnTo>
                      <a:pt x="190" y="154"/>
                    </a:lnTo>
                    <a:lnTo>
                      <a:pt x="184" y="162"/>
                    </a:lnTo>
                    <a:lnTo>
                      <a:pt x="179" y="171"/>
                    </a:lnTo>
                    <a:lnTo>
                      <a:pt x="172" y="177"/>
                    </a:lnTo>
                    <a:lnTo>
                      <a:pt x="164" y="184"/>
                    </a:lnTo>
                    <a:lnTo>
                      <a:pt x="156" y="190"/>
                    </a:lnTo>
                    <a:lnTo>
                      <a:pt x="148" y="194"/>
                    </a:lnTo>
                    <a:lnTo>
                      <a:pt x="138" y="198"/>
                    </a:lnTo>
                    <a:lnTo>
                      <a:pt x="129" y="202"/>
                    </a:lnTo>
                    <a:lnTo>
                      <a:pt x="118" y="203"/>
                    </a:lnTo>
                    <a:lnTo>
                      <a:pt x="108" y="204"/>
                    </a:lnTo>
                    <a:lnTo>
                      <a:pt x="108" y="204"/>
                    </a:lnTo>
                    <a:lnTo>
                      <a:pt x="102" y="204"/>
                    </a:lnTo>
                    <a:lnTo>
                      <a:pt x="102" y="185"/>
                    </a:lnTo>
                    <a:lnTo>
                      <a:pt x="102" y="185"/>
                    </a:lnTo>
                    <a:lnTo>
                      <a:pt x="107" y="185"/>
                    </a:lnTo>
                    <a:lnTo>
                      <a:pt x="107" y="185"/>
                    </a:lnTo>
                    <a:lnTo>
                      <a:pt x="107" y="185"/>
                    </a:lnTo>
                    <a:lnTo>
                      <a:pt x="115" y="184"/>
                    </a:lnTo>
                    <a:lnTo>
                      <a:pt x="123" y="183"/>
                    </a:lnTo>
                    <a:lnTo>
                      <a:pt x="131" y="180"/>
                    </a:lnTo>
                    <a:lnTo>
                      <a:pt x="138" y="177"/>
                    </a:lnTo>
                    <a:lnTo>
                      <a:pt x="152" y="169"/>
                    </a:lnTo>
                    <a:lnTo>
                      <a:pt x="164" y="158"/>
                    </a:lnTo>
                    <a:lnTo>
                      <a:pt x="173" y="145"/>
                    </a:lnTo>
                    <a:lnTo>
                      <a:pt x="180" y="130"/>
                    </a:lnTo>
                    <a:lnTo>
                      <a:pt x="183" y="123"/>
                    </a:lnTo>
                    <a:lnTo>
                      <a:pt x="184" y="115"/>
                    </a:lnTo>
                    <a:lnTo>
                      <a:pt x="185" y="107"/>
                    </a:lnTo>
                    <a:lnTo>
                      <a:pt x="185" y="97"/>
                    </a:lnTo>
                    <a:lnTo>
                      <a:pt x="185" y="97"/>
                    </a:lnTo>
                    <a:lnTo>
                      <a:pt x="183" y="81"/>
                    </a:lnTo>
                    <a:lnTo>
                      <a:pt x="177" y="66"/>
                    </a:lnTo>
                    <a:lnTo>
                      <a:pt x="169" y="53"/>
                    </a:lnTo>
                    <a:lnTo>
                      <a:pt x="160" y="42"/>
                    </a:lnTo>
                    <a:lnTo>
                      <a:pt x="148" y="32"/>
                    </a:lnTo>
                    <a:lnTo>
                      <a:pt x="133" y="26"/>
                    </a:lnTo>
                    <a:lnTo>
                      <a:pt x="118" y="20"/>
                    </a:lnTo>
                    <a:lnTo>
                      <a:pt x="102" y="19"/>
                    </a:lnTo>
                    <a:lnTo>
                      <a:pt x="102" y="0"/>
                    </a:lnTo>
                    <a:close/>
                    <a:moveTo>
                      <a:pt x="96" y="0"/>
                    </a:moveTo>
                    <a:lnTo>
                      <a:pt x="96" y="0"/>
                    </a:lnTo>
                    <a:lnTo>
                      <a:pt x="102" y="0"/>
                    </a:lnTo>
                    <a:lnTo>
                      <a:pt x="102" y="19"/>
                    </a:lnTo>
                    <a:lnTo>
                      <a:pt x="102" y="19"/>
                    </a:lnTo>
                    <a:lnTo>
                      <a:pt x="97" y="19"/>
                    </a:lnTo>
                    <a:lnTo>
                      <a:pt x="97" y="19"/>
                    </a:lnTo>
                    <a:lnTo>
                      <a:pt x="89" y="20"/>
                    </a:lnTo>
                    <a:lnTo>
                      <a:pt x="81" y="22"/>
                    </a:lnTo>
                    <a:lnTo>
                      <a:pt x="73" y="24"/>
                    </a:lnTo>
                    <a:lnTo>
                      <a:pt x="66" y="27"/>
                    </a:lnTo>
                    <a:lnTo>
                      <a:pt x="51" y="37"/>
                    </a:lnTo>
                    <a:lnTo>
                      <a:pt x="41" y="46"/>
                    </a:lnTo>
                    <a:lnTo>
                      <a:pt x="31" y="60"/>
                    </a:lnTo>
                    <a:lnTo>
                      <a:pt x="24" y="74"/>
                    </a:lnTo>
                    <a:lnTo>
                      <a:pt x="22" y="81"/>
                    </a:lnTo>
                    <a:lnTo>
                      <a:pt x="20" y="89"/>
                    </a:lnTo>
                    <a:lnTo>
                      <a:pt x="19" y="99"/>
                    </a:lnTo>
                    <a:lnTo>
                      <a:pt x="19" y="107"/>
                    </a:lnTo>
                    <a:lnTo>
                      <a:pt x="19" y="107"/>
                    </a:lnTo>
                    <a:lnTo>
                      <a:pt x="22" y="123"/>
                    </a:lnTo>
                    <a:lnTo>
                      <a:pt x="27" y="138"/>
                    </a:lnTo>
                    <a:lnTo>
                      <a:pt x="35" y="152"/>
                    </a:lnTo>
                    <a:lnTo>
                      <a:pt x="45" y="162"/>
                    </a:lnTo>
                    <a:lnTo>
                      <a:pt x="57" y="172"/>
                    </a:lnTo>
                    <a:lnTo>
                      <a:pt x="70" y="179"/>
                    </a:lnTo>
                    <a:lnTo>
                      <a:pt x="87" y="184"/>
                    </a:lnTo>
                    <a:lnTo>
                      <a:pt x="102" y="185"/>
                    </a:lnTo>
                    <a:lnTo>
                      <a:pt x="102" y="204"/>
                    </a:lnTo>
                    <a:lnTo>
                      <a:pt x="102" y="204"/>
                    </a:lnTo>
                    <a:lnTo>
                      <a:pt x="92" y="204"/>
                    </a:lnTo>
                    <a:lnTo>
                      <a:pt x="83" y="203"/>
                    </a:lnTo>
                    <a:lnTo>
                      <a:pt x="73" y="200"/>
                    </a:lnTo>
                    <a:lnTo>
                      <a:pt x="64" y="198"/>
                    </a:lnTo>
                    <a:lnTo>
                      <a:pt x="55" y="194"/>
                    </a:lnTo>
                    <a:lnTo>
                      <a:pt x="47" y="188"/>
                    </a:lnTo>
                    <a:lnTo>
                      <a:pt x="39" y="183"/>
                    </a:lnTo>
                    <a:lnTo>
                      <a:pt x="32" y="176"/>
                    </a:lnTo>
                    <a:lnTo>
                      <a:pt x="26" y="169"/>
                    </a:lnTo>
                    <a:lnTo>
                      <a:pt x="19" y="162"/>
                    </a:lnTo>
                    <a:lnTo>
                      <a:pt x="13" y="154"/>
                    </a:lnTo>
                    <a:lnTo>
                      <a:pt x="9" y="146"/>
                    </a:lnTo>
                    <a:lnTo>
                      <a:pt x="5" y="137"/>
                    </a:lnTo>
                    <a:lnTo>
                      <a:pt x="3" y="127"/>
                    </a:lnTo>
                    <a:lnTo>
                      <a:pt x="1" y="118"/>
                    </a:lnTo>
                    <a:lnTo>
                      <a:pt x="0" y="108"/>
                    </a:lnTo>
                    <a:lnTo>
                      <a:pt x="0" y="108"/>
                    </a:lnTo>
                    <a:lnTo>
                      <a:pt x="0" y="97"/>
                    </a:lnTo>
                    <a:lnTo>
                      <a:pt x="1" y="87"/>
                    </a:lnTo>
                    <a:lnTo>
                      <a:pt x="3" y="77"/>
                    </a:lnTo>
                    <a:lnTo>
                      <a:pt x="5" y="68"/>
                    </a:lnTo>
                    <a:lnTo>
                      <a:pt x="9" y="58"/>
                    </a:lnTo>
                    <a:lnTo>
                      <a:pt x="15" y="50"/>
                    </a:lnTo>
                    <a:lnTo>
                      <a:pt x="20" y="42"/>
                    </a:lnTo>
                    <a:lnTo>
                      <a:pt x="26" y="34"/>
                    </a:lnTo>
                    <a:lnTo>
                      <a:pt x="32" y="27"/>
                    </a:lnTo>
                    <a:lnTo>
                      <a:pt x="41" y="20"/>
                    </a:lnTo>
                    <a:lnTo>
                      <a:pt x="49" y="15"/>
                    </a:lnTo>
                    <a:lnTo>
                      <a:pt x="57" y="11"/>
                    </a:lnTo>
                    <a:lnTo>
                      <a:pt x="66" y="7"/>
                    </a:lnTo>
                    <a:lnTo>
                      <a:pt x="76" y="3"/>
                    </a:lnTo>
                    <a:lnTo>
                      <a:pt x="87" y="1"/>
                    </a:lnTo>
                    <a:lnTo>
                      <a:pt x="96" y="0"/>
                    </a:lnTo>
                    <a:lnTo>
                      <a:pt x="96"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43" name="Freeform 138">
                <a:extLst>
                  <a:ext uri="{FF2B5EF4-FFF2-40B4-BE49-F238E27FC236}">
                    <a16:creationId xmlns:a16="http://schemas.microsoft.com/office/drawing/2014/main" id="{D0B152FC-E993-4DD0-990D-3FFEDF5B2F01}"/>
                  </a:ext>
                </a:extLst>
              </p:cNvPr>
              <p:cNvSpPr>
                <a:spLocks/>
              </p:cNvSpPr>
              <p:nvPr/>
            </p:nvSpPr>
            <p:spPr bwMode="auto">
              <a:xfrm>
                <a:off x="3994151" y="2119313"/>
                <a:ext cx="52388" cy="161925"/>
              </a:xfrm>
              <a:custGeom>
                <a:avLst/>
                <a:gdLst>
                  <a:gd name="T0" fmla="*/ 6 w 33"/>
                  <a:gd name="T1" fmla="*/ 102 h 102"/>
                  <a:gd name="T2" fmla="*/ 33 w 33"/>
                  <a:gd name="T3" fmla="*/ 100 h 102"/>
                  <a:gd name="T4" fmla="*/ 27 w 33"/>
                  <a:gd name="T5" fmla="*/ 0 h 102"/>
                  <a:gd name="T6" fmla="*/ 0 w 33"/>
                  <a:gd name="T7" fmla="*/ 2 h 102"/>
                  <a:gd name="T8" fmla="*/ 6 w 33"/>
                  <a:gd name="T9" fmla="*/ 102 h 102"/>
                </a:gdLst>
                <a:ahLst/>
                <a:cxnLst>
                  <a:cxn ang="0">
                    <a:pos x="T0" y="T1"/>
                  </a:cxn>
                  <a:cxn ang="0">
                    <a:pos x="T2" y="T3"/>
                  </a:cxn>
                  <a:cxn ang="0">
                    <a:pos x="T4" y="T5"/>
                  </a:cxn>
                  <a:cxn ang="0">
                    <a:pos x="T6" y="T7"/>
                  </a:cxn>
                  <a:cxn ang="0">
                    <a:pos x="T8" y="T9"/>
                  </a:cxn>
                </a:cxnLst>
                <a:rect l="0" t="0" r="r" b="b"/>
                <a:pathLst>
                  <a:path w="33" h="102">
                    <a:moveTo>
                      <a:pt x="6" y="102"/>
                    </a:moveTo>
                    <a:lnTo>
                      <a:pt x="33" y="100"/>
                    </a:lnTo>
                    <a:lnTo>
                      <a:pt x="27" y="0"/>
                    </a:lnTo>
                    <a:lnTo>
                      <a:pt x="0" y="2"/>
                    </a:lnTo>
                    <a:lnTo>
                      <a:pt x="6"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44" name="Freeform 139">
                <a:extLst>
                  <a:ext uri="{FF2B5EF4-FFF2-40B4-BE49-F238E27FC236}">
                    <a16:creationId xmlns:a16="http://schemas.microsoft.com/office/drawing/2014/main" id="{BB16C4FF-799C-4D6B-9A1E-56981ABCBDC8}"/>
                  </a:ext>
                </a:extLst>
              </p:cNvPr>
              <p:cNvSpPr>
                <a:spLocks/>
              </p:cNvSpPr>
              <p:nvPr/>
            </p:nvSpPr>
            <p:spPr bwMode="auto">
              <a:xfrm>
                <a:off x="3986213" y="2171700"/>
                <a:ext cx="77788" cy="219075"/>
              </a:xfrm>
              <a:custGeom>
                <a:avLst/>
                <a:gdLst>
                  <a:gd name="T0" fmla="*/ 5 w 49"/>
                  <a:gd name="T1" fmla="*/ 116 h 138"/>
                  <a:gd name="T2" fmla="*/ 5 w 49"/>
                  <a:gd name="T3" fmla="*/ 116 h 138"/>
                  <a:gd name="T4" fmla="*/ 5 w 49"/>
                  <a:gd name="T5" fmla="*/ 122 h 138"/>
                  <a:gd name="T6" fmla="*/ 7 w 49"/>
                  <a:gd name="T7" fmla="*/ 126 h 138"/>
                  <a:gd name="T8" fmla="*/ 9 w 49"/>
                  <a:gd name="T9" fmla="*/ 128 h 138"/>
                  <a:gd name="T10" fmla="*/ 12 w 49"/>
                  <a:gd name="T11" fmla="*/ 132 h 138"/>
                  <a:gd name="T12" fmla="*/ 16 w 49"/>
                  <a:gd name="T13" fmla="*/ 134 h 138"/>
                  <a:gd name="T14" fmla="*/ 19 w 49"/>
                  <a:gd name="T15" fmla="*/ 136 h 138"/>
                  <a:gd name="T16" fmla="*/ 23 w 49"/>
                  <a:gd name="T17" fmla="*/ 138 h 138"/>
                  <a:gd name="T18" fmla="*/ 28 w 49"/>
                  <a:gd name="T19" fmla="*/ 138 h 138"/>
                  <a:gd name="T20" fmla="*/ 28 w 49"/>
                  <a:gd name="T21" fmla="*/ 138 h 138"/>
                  <a:gd name="T22" fmla="*/ 32 w 49"/>
                  <a:gd name="T23" fmla="*/ 136 h 138"/>
                  <a:gd name="T24" fmla="*/ 37 w 49"/>
                  <a:gd name="T25" fmla="*/ 135 h 138"/>
                  <a:gd name="T26" fmla="*/ 41 w 49"/>
                  <a:gd name="T27" fmla="*/ 132 h 138"/>
                  <a:gd name="T28" fmla="*/ 43 w 49"/>
                  <a:gd name="T29" fmla="*/ 130 h 138"/>
                  <a:gd name="T30" fmla="*/ 46 w 49"/>
                  <a:gd name="T31" fmla="*/ 127 h 138"/>
                  <a:gd name="T32" fmla="*/ 47 w 49"/>
                  <a:gd name="T33" fmla="*/ 123 h 138"/>
                  <a:gd name="T34" fmla="*/ 49 w 49"/>
                  <a:gd name="T35" fmla="*/ 119 h 138"/>
                  <a:gd name="T36" fmla="*/ 49 w 49"/>
                  <a:gd name="T37" fmla="*/ 115 h 138"/>
                  <a:gd name="T38" fmla="*/ 43 w 49"/>
                  <a:gd name="T39" fmla="*/ 20 h 138"/>
                  <a:gd name="T40" fmla="*/ 43 w 49"/>
                  <a:gd name="T41" fmla="*/ 20 h 138"/>
                  <a:gd name="T42" fmla="*/ 43 w 49"/>
                  <a:gd name="T43" fmla="*/ 16 h 138"/>
                  <a:gd name="T44" fmla="*/ 42 w 49"/>
                  <a:gd name="T45" fmla="*/ 12 h 138"/>
                  <a:gd name="T46" fmla="*/ 39 w 49"/>
                  <a:gd name="T47" fmla="*/ 8 h 138"/>
                  <a:gd name="T48" fmla="*/ 37 w 49"/>
                  <a:gd name="T49" fmla="*/ 5 h 138"/>
                  <a:gd name="T50" fmla="*/ 34 w 49"/>
                  <a:gd name="T51" fmla="*/ 2 h 138"/>
                  <a:gd name="T52" fmla="*/ 30 w 49"/>
                  <a:gd name="T53" fmla="*/ 1 h 138"/>
                  <a:gd name="T54" fmla="*/ 26 w 49"/>
                  <a:gd name="T55" fmla="*/ 0 h 138"/>
                  <a:gd name="T56" fmla="*/ 20 w 49"/>
                  <a:gd name="T57" fmla="*/ 0 h 138"/>
                  <a:gd name="T58" fmla="*/ 20 w 49"/>
                  <a:gd name="T59" fmla="*/ 0 h 138"/>
                  <a:gd name="T60" fmla="*/ 16 w 49"/>
                  <a:gd name="T61" fmla="*/ 0 h 138"/>
                  <a:gd name="T62" fmla="*/ 12 w 49"/>
                  <a:gd name="T63" fmla="*/ 1 h 138"/>
                  <a:gd name="T64" fmla="*/ 8 w 49"/>
                  <a:gd name="T65" fmla="*/ 4 h 138"/>
                  <a:gd name="T66" fmla="*/ 5 w 49"/>
                  <a:gd name="T67" fmla="*/ 6 h 138"/>
                  <a:gd name="T68" fmla="*/ 3 w 49"/>
                  <a:gd name="T69" fmla="*/ 11 h 138"/>
                  <a:gd name="T70" fmla="*/ 1 w 49"/>
                  <a:gd name="T71" fmla="*/ 15 h 138"/>
                  <a:gd name="T72" fmla="*/ 0 w 49"/>
                  <a:gd name="T73" fmla="*/ 19 h 138"/>
                  <a:gd name="T74" fmla="*/ 0 w 49"/>
                  <a:gd name="T75" fmla="*/ 23 h 138"/>
                  <a:gd name="T76" fmla="*/ 5 w 49"/>
                  <a:gd name="T77" fmla="*/ 116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9" h="138">
                    <a:moveTo>
                      <a:pt x="5" y="116"/>
                    </a:moveTo>
                    <a:lnTo>
                      <a:pt x="5" y="116"/>
                    </a:lnTo>
                    <a:lnTo>
                      <a:pt x="5" y="122"/>
                    </a:lnTo>
                    <a:lnTo>
                      <a:pt x="7" y="126"/>
                    </a:lnTo>
                    <a:lnTo>
                      <a:pt x="9" y="128"/>
                    </a:lnTo>
                    <a:lnTo>
                      <a:pt x="12" y="132"/>
                    </a:lnTo>
                    <a:lnTo>
                      <a:pt x="16" y="134"/>
                    </a:lnTo>
                    <a:lnTo>
                      <a:pt x="19" y="136"/>
                    </a:lnTo>
                    <a:lnTo>
                      <a:pt x="23" y="138"/>
                    </a:lnTo>
                    <a:lnTo>
                      <a:pt x="28" y="138"/>
                    </a:lnTo>
                    <a:lnTo>
                      <a:pt x="28" y="138"/>
                    </a:lnTo>
                    <a:lnTo>
                      <a:pt x="32" y="136"/>
                    </a:lnTo>
                    <a:lnTo>
                      <a:pt x="37" y="135"/>
                    </a:lnTo>
                    <a:lnTo>
                      <a:pt x="41" y="132"/>
                    </a:lnTo>
                    <a:lnTo>
                      <a:pt x="43" y="130"/>
                    </a:lnTo>
                    <a:lnTo>
                      <a:pt x="46" y="127"/>
                    </a:lnTo>
                    <a:lnTo>
                      <a:pt x="47" y="123"/>
                    </a:lnTo>
                    <a:lnTo>
                      <a:pt x="49" y="119"/>
                    </a:lnTo>
                    <a:lnTo>
                      <a:pt x="49" y="115"/>
                    </a:lnTo>
                    <a:lnTo>
                      <a:pt x="43" y="20"/>
                    </a:lnTo>
                    <a:lnTo>
                      <a:pt x="43" y="20"/>
                    </a:lnTo>
                    <a:lnTo>
                      <a:pt x="43" y="16"/>
                    </a:lnTo>
                    <a:lnTo>
                      <a:pt x="42" y="12"/>
                    </a:lnTo>
                    <a:lnTo>
                      <a:pt x="39" y="8"/>
                    </a:lnTo>
                    <a:lnTo>
                      <a:pt x="37" y="5"/>
                    </a:lnTo>
                    <a:lnTo>
                      <a:pt x="34" y="2"/>
                    </a:lnTo>
                    <a:lnTo>
                      <a:pt x="30" y="1"/>
                    </a:lnTo>
                    <a:lnTo>
                      <a:pt x="26" y="0"/>
                    </a:lnTo>
                    <a:lnTo>
                      <a:pt x="20" y="0"/>
                    </a:lnTo>
                    <a:lnTo>
                      <a:pt x="20" y="0"/>
                    </a:lnTo>
                    <a:lnTo>
                      <a:pt x="16" y="0"/>
                    </a:lnTo>
                    <a:lnTo>
                      <a:pt x="12" y="1"/>
                    </a:lnTo>
                    <a:lnTo>
                      <a:pt x="8" y="4"/>
                    </a:lnTo>
                    <a:lnTo>
                      <a:pt x="5" y="6"/>
                    </a:lnTo>
                    <a:lnTo>
                      <a:pt x="3" y="11"/>
                    </a:lnTo>
                    <a:lnTo>
                      <a:pt x="1" y="15"/>
                    </a:lnTo>
                    <a:lnTo>
                      <a:pt x="0" y="19"/>
                    </a:lnTo>
                    <a:lnTo>
                      <a:pt x="0" y="23"/>
                    </a:lnTo>
                    <a:lnTo>
                      <a:pt x="5" y="1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sp>
          <p:nvSpPr>
            <p:cNvPr id="75792" name="Freeform 140">
              <a:extLst>
                <a:ext uri="{FF2B5EF4-FFF2-40B4-BE49-F238E27FC236}">
                  <a16:creationId xmlns:a16="http://schemas.microsoft.com/office/drawing/2014/main" id="{CF70D753-A0D3-DF4C-90C9-A618BD8B99B3}"/>
                </a:ext>
              </a:extLst>
            </p:cNvPr>
            <p:cNvSpPr>
              <a:spLocks/>
            </p:cNvSpPr>
            <p:nvPr/>
          </p:nvSpPr>
          <p:spPr bwMode="auto">
            <a:xfrm>
              <a:off x="1608964" y="1261676"/>
              <a:ext cx="515872" cy="420785"/>
            </a:xfrm>
            <a:custGeom>
              <a:avLst/>
              <a:gdLst>
                <a:gd name="T0" fmla="*/ 2147483646 w 325"/>
                <a:gd name="T1" fmla="*/ 2147483646 h 265"/>
                <a:gd name="T2" fmla="*/ 2147483646 w 325"/>
                <a:gd name="T3" fmla="*/ 2147483646 h 265"/>
                <a:gd name="T4" fmla="*/ 2147483646 w 325"/>
                <a:gd name="T5" fmla="*/ 2147483646 h 265"/>
                <a:gd name="T6" fmla="*/ 2147483646 w 325"/>
                <a:gd name="T7" fmla="*/ 2147483646 h 265"/>
                <a:gd name="T8" fmla="*/ 2147483646 w 325"/>
                <a:gd name="T9" fmla="*/ 2147483646 h 265"/>
                <a:gd name="T10" fmla="*/ 2147483646 w 325"/>
                <a:gd name="T11" fmla="*/ 2147483646 h 265"/>
                <a:gd name="T12" fmla="*/ 2147483646 w 325"/>
                <a:gd name="T13" fmla="*/ 2147483646 h 265"/>
                <a:gd name="T14" fmla="*/ 2147483646 w 325"/>
                <a:gd name="T15" fmla="*/ 2147483646 h 265"/>
                <a:gd name="T16" fmla="*/ 2147483646 w 325"/>
                <a:gd name="T17" fmla="*/ 2147483646 h 265"/>
                <a:gd name="T18" fmla="*/ 2147483646 w 325"/>
                <a:gd name="T19" fmla="*/ 2147483646 h 265"/>
                <a:gd name="T20" fmla="*/ 2147483646 w 325"/>
                <a:gd name="T21" fmla="*/ 2147483646 h 265"/>
                <a:gd name="T22" fmla="*/ 2147483646 w 325"/>
                <a:gd name="T23" fmla="*/ 2147483646 h 265"/>
                <a:gd name="T24" fmla="*/ 2147483646 w 325"/>
                <a:gd name="T25" fmla="*/ 2147483646 h 265"/>
                <a:gd name="T26" fmla="*/ 2147483646 w 325"/>
                <a:gd name="T27" fmla="*/ 2147483646 h 265"/>
                <a:gd name="T28" fmla="*/ 2147483646 w 325"/>
                <a:gd name="T29" fmla="*/ 2147483646 h 265"/>
                <a:gd name="T30" fmla="*/ 2147483646 w 325"/>
                <a:gd name="T31" fmla="*/ 2147483646 h 265"/>
                <a:gd name="T32" fmla="*/ 2147483646 w 325"/>
                <a:gd name="T33" fmla="*/ 2147483646 h 265"/>
                <a:gd name="T34" fmla="*/ 2147483646 w 325"/>
                <a:gd name="T35" fmla="*/ 2147483646 h 265"/>
                <a:gd name="T36" fmla="*/ 2147483646 w 325"/>
                <a:gd name="T37" fmla="*/ 2147483646 h 265"/>
                <a:gd name="T38" fmla="*/ 2147483646 w 325"/>
                <a:gd name="T39" fmla="*/ 2147483646 h 265"/>
                <a:gd name="T40" fmla="*/ 2147483646 w 325"/>
                <a:gd name="T41" fmla="*/ 2147483646 h 265"/>
                <a:gd name="T42" fmla="*/ 2147483646 w 325"/>
                <a:gd name="T43" fmla="*/ 0 h 265"/>
                <a:gd name="T44" fmla="*/ 2147483646 w 325"/>
                <a:gd name="T45" fmla="*/ 0 h 265"/>
                <a:gd name="T46" fmla="*/ 2147483646 w 325"/>
                <a:gd name="T47" fmla="*/ 2147483646 h 265"/>
                <a:gd name="T48" fmla="*/ 2147483646 w 325"/>
                <a:gd name="T49" fmla="*/ 2147483646 h 265"/>
                <a:gd name="T50" fmla="*/ 2147483646 w 325"/>
                <a:gd name="T51" fmla="*/ 2147483646 h 265"/>
                <a:gd name="T52" fmla="*/ 2147483646 w 325"/>
                <a:gd name="T53" fmla="*/ 2147483646 h 265"/>
                <a:gd name="T54" fmla="*/ 2147483646 w 325"/>
                <a:gd name="T55" fmla="*/ 2147483646 h 265"/>
                <a:gd name="T56" fmla="*/ 0 w 325"/>
                <a:gd name="T57" fmla="*/ 2147483646 h 265"/>
                <a:gd name="T58" fmla="*/ 0 w 325"/>
                <a:gd name="T59" fmla="*/ 2147483646 h 265"/>
                <a:gd name="T60" fmla="*/ 2147483646 w 325"/>
                <a:gd name="T61" fmla="*/ 2147483646 h 265"/>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325" h="265">
                  <a:moveTo>
                    <a:pt x="166" y="265"/>
                  </a:moveTo>
                  <a:lnTo>
                    <a:pt x="166" y="265"/>
                  </a:lnTo>
                  <a:lnTo>
                    <a:pt x="169" y="263"/>
                  </a:lnTo>
                  <a:lnTo>
                    <a:pt x="177" y="257"/>
                  </a:lnTo>
                  <a:lnTo>
                    <a:pt x="189" y="250"/>
                  </a:lnTo>
                  <a:lnTo>
                    <a:pt x="198" y="246"/>
                  </a:lnTo>
                  <a:lnTo>
                    <a:pt x="207" y="244"/>
                  </a:lnTo>
                  <a:lnTo>
                    <a:pt x="218" y="241"/>
                  </a:lnTo>
                  <a:lnTo>
                    <a:pt x="230" y="240"/>
                  </a:lnTo>
                  <a:lnTo>
                    <a:pt x="242" y="240"/>
                  </a:lnTo>
                  <a:lnTo>
                    <a:pt x="257" y="241"/>
                  </a:lnTo>
                  <a:lnTo>
                    <a:pt x="272" y="242"/>
                  </a:lnTo>
                  <a:lnTo>
                    <a:pt x="288" y="248"/>
                  </a:lnTo>
                  <a:lnTo>
                    <a:pt x="306" y="255"/>
                  </a:lnTo>
                  <a:lnTo>
                    <a:pt x="325" y="263"/>
                  </a:lnTo>
                  <a:lnTo>
                    <a:pt x="325" y="26"/>
                  </a:lnTo>
                  <a:lnTo>
                    <a:pt x="307" y="18"/>
                  </a:lnTo>
                  <a:lnTo>
                    <a:pt x="288" y="9"/>
                  </a:lnTo>
                  <a:lnTo>
                    <a:pt x="265" y="4"/>
                  </a:lnTo>
                  <a:lnTo>
                    <a:pt x="253" y="1"/>
                  </a:lnTo>
                  <a:lnTo>
                    <a:pt x="240" y="0"/>
                  </a:lnTo>
                  <a:lnTo>
                    <a:pt x="226" y="0"/>
                  </a:lnTo>
                  <a:lnTo>
                    <a:pt x="212" y="1"/>
                  </a:lnTo>
                  <a:lnTo>
                    <a:pt x="199" y="4"/>
                  </a:lnTo>
                  <a:lnTo>
                    <a:pt x="187" y="8"/>
                  </a:lnTo>
                  <a:lnTo>
                    <a:pt x="175" y="16"/>
                  </a:lnTo>
                  <a:lnTo>
                    <a:pt x="162" y="26"/>
                  </a:lnTo>
                  <a:lnTo>
                    <a:pt x="0" y="26"/>
                  </a:lnTo>
                  <a:lnTo>
                    <a:pt x="0" y="264"/>
                  </a:lnTo>
                  <a:lnTo>
                    <a:pt x="166" y="265"/>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lIns="91438" tIns="45719" rIns="91438" bIns="45719"/>
            <a:lstStyle/>
            <a:p>
              <a:endParaRPr lang="en-US"/>
            </a:p>
          </p:txBody>
        </p:sp>
        <p:sp>
          <p:nvSpPr>
            <p:cNvPr id="146" name="Freeform 141">
              <a:extLst>
                <a:ext uri="{FF2B5EF4-FFF2-40B4-BE49-F238E27FC236}">
                  <a16:creationId xmlns:a16="http://schemas.microsoft.com/office/drawing/2014/main" id="{8F814C8A-5F42-42FC-B232-4947E0565BBB}"/>
                </a:ext>
              </a:extLst>
            </p:cNvPr>
            <p:cNvSpPr>
              <a:spLocks noEditPoints="1"/>
            </p:cNvSpPr>
            <p:nvPr/>
          </p:nvSpPr>
          <p:spPr bwMode="auto">
            <a:xfrm>
              <a:off x="1649080" y="3834559"/>
              <a:ext cx="630000" cy="520758"/>
            </a:xfrm>
            <a:custGeom>
              <a:avLst/>
              <a:gdLst>
                <a:gd name="T0" fmla="*/ 365 w 396"/>
                <a:gd name="T1" fmla="*/ 0 h 327"/>
                <a:gd name="T2" fmla="*/ 383 w 396"/>
                <a:gd name="T3" fmla="*/ 5 h 327"/>
                <a:gd name="T4" fmla="*/ 394 w 396"/>
                <a:gd name="T5" fmla="*/ 19 h 327"/>
                <a:gd name="T6" fmla="*/ 396 w 396"/>
                <a:gd name="T7" fmla="*/ 197 h 327"/>
                <a:gd name="T8" fmla="*/ 394 w 396"/>
                <a:gd name="T9" fmla="*/ 210 h 327"/>
                <a:gd name="T10" fmla="*/ 383 w 396"/>
                <a:gd name="T11" fmla="*/ 224 h 327"/>
                <a:gd name="T12" fmla="*/ 365 w 396"/>
                <a:gd name="T13" fmla="*/ 230 h 327"/>
                <a:gd name="T14" fmla="*/ 295 w 396"/>
                <a:gd name="T15" fmla="*/ 260 h 327"/>
                <a:gd name="T16" fmla="*/ 307 w 396"/>
                <a:gd name="T17" fmla="*/ 262 h 327"/>
                <a:gd name="T18" fmla="*/ 321 w 396"/>
                <a:gd name="T19" fmla="*/ 273 h 327"/>
                <a:gd name="T20" fmla="*/ 326 w 396"/>
                <a:gd name="T21" fmla="*/ 291 h 327"/>
                <a:gd name="T22" fmla="*/ 326 w 396"/>
                <a:gd name="T23" fmla="*/ 302 h 327"/>
                <a:gd name="T24" fmla="*/ 318 w 396"/>
                <a:gd name="T25" fmla="*/ 318 h 327"/>
                <a:gd name="T26" fmla="*/ 302 w 396"/>
                <a:gd name="T27" fmla="*/ 326 h 327"/>
                <a:gd name="T28" fmla="*/ 199 w 396"/>
                <a:gd name="T29" fmla="*/ 208 h 327"/>
                <a:gd name="T30" fmla="*/ 348 w 396"/>
                <a:gd name="T31" fmla="*/ 208 h 327"/>
                <a:gd name="T32" fmla="*/ 361 w 396"/>
                <a:gd name="T33" fmla="*/ 204 h 327"/>
                <a:gd name="T34" fmla="*/ 371 w 396"/>
                <a:gd name="T35" fmla="*/ 192 h 327"/>
                <a:gd name="T36" fmla="*/ 373 w 396"/>
                <a:gd name="T37" fmla="*/ 47 h 327"/>
                <a:gd name="T38" fmla="*/ 371 w 396"/>
                <a:gd name="T39" fmla="*/ 36 h 327"/>
                <a:gd name="T40" fmla="*/ 361 w 396"/>
                <a:gd name="T41" fmla="*/ 25 h 327"/>
                <a:gd name="T42" fmla="*/ 348 w 396"/>
                <a:gd name="T43" fmla="*/ 20 h 327"/>
                <a:gd name="T44" fmla="*/ 127 w 396"/>
                <a:gd name="T45" fmla="*/ 260 h 327"/>
                <a:gd name="T46" fmla="*/ 127 w 396"/>
                <a:gd name="T47" fmla="*/ 230 h 327"/>
                <a:gd name="T48" fmla="*/ 199 w 396"/>
                <a:gd name="T49" fmla="*/ 327 h 327"/>
                <a:gd name="T50" fmla="*/ 154 w 396"/>
                <a:gd name="T51" fmla="*/ 288 h 327"/>
                <a:gd name="T52" fmla="*/ 158 w 396"/>
                <a:gd name="T53" fmla="*/ 287 h 327"/>
                <a:gd name="T54" fmla="*/ 159 w 396"/>
                <a:gd name="T55" fmla="*/ 283 h 327"/>
                <a:gd name="T56" fmla="*/ 155 w 396"/>
                <a:gd name="T57" fmla="*/ 277 h 327"/>
                <a:gd name="T58" fmla="*/ 127 w 396"/>
                <a:gd name="T59" fmla="*/ 260 h 327"/>
                <a:gd name="T60" fmla="*/ 199 w 396"/>
                <a:gd name="T61" fmla="*/ 0 h 327"/>
                <a:gd name="T62" fmla="*/ 127 w 396"/>
                <a:gd name="T63" fmla="*/ 0 h 327"/>
                <a:gd name="T64" fmla="*/ 127 w 396"/>
                <a:gd name="T65" fmla="*/ 276 h 327"/>
                <a:gd name="T66" fmla="*/ 97 w 396"/>
                <a:gd name="T67" fmla="*/ 277 h 327"/>
                <a:gd name="T68" fmla="*/ 94 w 396"/>
                <a:gd name="T69" fmla="*/ 283 h 327"/>
                <a:gd name="T70" fmla="*/ 96 w 396"/>
                <a:gd name="T71" fmla="*/ 287 h 327"/>
                <a:gd name="T72" fmla="*/ 100 w 396"/>
                <a:gd name="T73" fmla="*/ 288 h 327"/>
                <a:gd name="T74" fmla="*/ 101 w 396"/>
                <a:gd name="T75" fmla="*/ 327 h 327"/>
                <a:gd name="T76" fmla="*/ 88 w 396"/>
                <a:gd name="T77" fmla="*/ 325 h 327"/>
                <a:gd name="T78" fmla="*/ 74 w 396"/>
                <a:gd name="T79" fmla="*/ 314 h 327"/>
                <a:gd name="T80" fmla="*/ 69 w 396"/>
                <a:gd name="T81" fmla="*/ 295 h 327"/>
                <a:gd name="T82" fmla="*/ 70 w 396"/>
                <a:gd name="T83" fmla="*/ 285 h 327"/>
                <a:gd name="T84" fmla="*/ 78 w 396"/>
                <a:gd name="T85" fmla="*/ 269 h 327"/>
                <a:gd name="T86" fmla="*/ 94 w 396"/>
                <a:gd name="T87" fmla="*/ 260 h 327"/>
                <a:gd name="T88" fmla="*/ 127 w 396"/>
                <a:gd name="T89" fmla="*/ 230 h 327"/>
                <a:gd name="T90" fmla="*/ 25 w 396"/>
                <a:gd name="T91" fmla="*/ 229 h 327"/>
                <a:gd name="T92" fmla="*/ 9 w 396"/>
                <a:gd name="T93" fmla="*/ 220 h 327"/>
                <a:gd name="T94" fmla="*/ 1 w 396"/>
                <a:gd name="T95" fmla="*/ 204 h 327"/>
                <a:gd name="T96" fmla="*/ 0 w 396"/>
                <a:gd name="T97" fmla="*/ 31 h 327"/>
                <a:gd name="T98" fmla="*/ 5 w 396"/>
                <a:gd name="T99" fmla="*/ 13 h 327"/>
                <a:gd name="T100" fmla="*/ 20 w 396"/>
                <a:gd name="T101" fmla="*/ 2 h 327"/>
                <a:gd name="T102" fmla="*/ 127 w 396"/>
                <a:gd name="T103" fmla="*/ 0 h 327"/>
                <a:gd name="T104" fmla="*/ 50 w 396"/>
                <a:gd name="T105" fmla="*/ 20 h 327"/>
                <a:gd name="T106" fmla="*/ 35 w 396"/>
                <a:gd name="T107" fmla="*/ 25 h 327"/>
                <a:gd name="T108" fmla="*/ 25 w 396"/>
                <a:gd name="T109" fmla="*/ 36 h 327"/>
                <a:gd name="T110" fmla="*/ 24 w 396"/>
                <a:gd name="T111" fmla="*/ 182 h 327"/>
                <a:gd name="T112" fmla="*/ 25 w 396"/>
                <a:gd name="T113" fmla="*/ 192 h 327"/>
                <a:gd name="T114" fmla="*/ 35 w 396"/>
                <a:gd name="T115" fmla="*/ 204 h 327"/>
                <a:gd name="T116" fmla="*/ 50 w 396"/>
                <a:gd name="T117" fmla="*/ 208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396" h="327">
                  <a:moveTo>
                    <a:pt x="199" y="0"/>
                  </a:moveTo>
                  <a:lnTo>
                    <a:pt x="365" y="0"/>
                  </a:lnTo>
                  <a:lnTo>
                    <a:pt x="365" y="0"/>
                  </a:lnTo>
                  <a:lnTo>
                    <a:pt x="372" y="0"/>
                  </a:lnTo>
                  <a:lnTo>
                    <a:pt x="377" y="2"/>
                  </a:lnTo>
                  <a:lnTo>
                    <a:pt x="383" y="5"/>
                  </a:lnTo>
                  <a:lnTo>
                    <a:pt x="387" y="9"/>
                  </a:lnTo>
                  <a:lnTo>
                    <a:pt x="391" y="13"/>
                  </a:lnTo>
                  <a:lnTo>
                    <a:pt x="394" y="19"/>
                  </a:lnTo>
                  <a:lnTo>
                    <a:pt x="396" y="24"/>
                  </a:lnTo>
                  <a:lnTo>
                    <a:pt x="396" y="31"/>
                  </a:lnTo>
                  <a:lnTo>
                    <a:pt x="396" y="197"/>
                  </a:lnTo>
                  <a:lnTo>
                    <a:pt x="396" y="197"/>
                  </a:lnTo>
                  <a:lnTo>
                    <a:pt x="396" y="204"/>
                  </a:lnTo>
                  <a:lnTo>
                    <a:pt x="394" y="210"/>
                  </a:lnTo>
                  <a:lnTo>
                    <a:pt x="391" y="215"/>
                  </a:lnTo>
                  <a:lnTo>
                    <a:pt x="387" y="220"/>
                  </a:lnTo>
                  <a:lnTo>
                    <a:pt x="383" y="224"/>
                  </a:lnTo>
                  <a:lnTo>
                    <a:pt x="377" y="227"/>
                  </a:lnTo>
                  <a:lnTo>
                    <a:pt x="372" y="229"/>
                  </a:lnTo>
                  <a:lnTo>
                    <a:pt x="365" y="230"/>
                  </a:lnTo>
                  <a:lnTo>
                    <a:pt x="238" y="230"/>
                  </a:lnTo>
                  <a:lnTo>
                    <a:pt x="238" y="260"/>
                  </a:lnTo>
                  <a:lnTo>
                    <a:pt x="295" y="260"/>
                  </a:lnTo>
                  <a:lnTo>
                    <a:pt x="295" y="260"/>
                  </a:lnTo>
                  <a:lnTo>
                    <a:pt x="302" y="260"/>
                  </a:lnTo>
                  <a:lnTo>
                    <a:pt x="307" y="262"/>
                  </a:lnTo>
                  <a:lnTo>
                    <a:pt x="312" y="265"/>
                  </a:lnTo>
                  <a:lnTo>
                    <a:pt x="318" y="269"/>
                  </a:lnTo>
                  <a:lnTo>
                    <a:pt x="321" y="273"/>
                  </a:lnTo>
                  <a:lnTo>
                    <a:pt x="325" y="279"/>
                  </a:lnTo>
                  <a:lnTo>
                    <a:pt x="326" y="285"/>
                  </a:lnTo>
                  <a:lnTo>
                    <a:pt x="326" y="291"/>
                  </a:lnTo>
                  <a:lnTo>
                    <a:pt x="326" y="295"/>
                  </a:lnTo>
                  <a:lnTo>
                    <a:pt x="326" y="295"/>
                  </a:lnTo>
                  <a:lnTo>
                    <a:pt x="326" y="302"/>
                  </a:lnTo>
                  <a:lnTo>
                    <a:pt x="325" y="308"/>
                  </a:lnTo>
                  <a:lnTo>
                    <a:pt x="321" y="314"/>
                  </a:lnTo>
                  <a:lnTo>
                    <a:pt x="318" y="318"/>
                  </a:lnTo>
                  <a:lnTo>
                    <a:pt x="312" y="322"/>
                  </a:lnTo>
                  <a:lnTo>
                    <a:pt x="307" y="325"/>
                  </a:lnTo>
                  <a:lnTo>
                    <a:pt x="302" y="326"/>
                  </a:lnTo>
                  <a:lnTo>
                    <a:pt x="295" y="327"/>
                  </a:lnTo>
                  <a:lnTo>
                    <a:pt x="199" y="327"/>
                  </a:lnTo>
                  <a:lnTo>
                    <a:pt x="199" y="208"/>
                  </a:lnTo>
                  <a:lnTo>
                    <a:pt x="348" y="208"/>
                  </a:lnTo>
                  <a:lnTo>
                    <a:pt x="348" y="208"/>
                  </a:lnTo>
                  <a:lnTo>
                    <a:pt x="348" y="208"/>
                  </a:lnTo>
                  <a:lnTo>
                    <a:pt x="352" y="207"/>
                  </a:lnTo>
                  <a:lnTo>
                    <a:pt x="357" y="205"/>
                  </a:lnTo>
                  <a:lnTo>
                    <a:pt x="361" y="204"/>
                  </a:lnTo>
                  <a:lnTo>
                    <a:pt x="365" y="200"/>
                  </a:lnTo>
                  <a:lnTo>
                    <a:pt x="368" y="196"/>
                  </a:lnTo>
                  <a:lnTo>
                    <a:pt x="371" y="192"/>
                  </a:lnTo>
                  <a:lnTo>
                    <a:pt x="372" y="188"/>
                  </a:lnTo>
                  <a:lnTo>
                    <a:pt x="373" y="182"/>
                  </a:lnTo>
                  <a:lnTo>
                    <a:pt x="373" y="47"/>
                  </a:lnTo>
                  <a:lnTo>
                    <a:pt x="373" y="47"/>
                  </a:lnTo>
                  <a:lnTo>
                    <a:pt x="372" y="42"/>
                  </a:lnTo>
                  <a:lnTo>
                    <a:pt x="371" y="36"/>
                  </a:lnTo>
                  <a:lnTo>
                    <a:pt x="368" y="32"/>
                  </a:lnTo>
                  <a:lnTo>
                    <a:pt x="365" y="28"/>
                  </a:lnTo>
                  <a:lnTo>
                    <a:pt x="361" y="25"/>
                  </a:lnTo>
                  <a:lnTo>
                    <a:pt x="357" y="23"/>
                  </a:lnTo>
                  <a:lnTo>
                    <a:pt x="352" y="21"/>
                  </a:lnTo>
                  <a:lnTo>
                    <a:pt x="348" y="20"/>
                  </a:lnTo>
                  <a:lnTo>
                    <a:pt x="199" y="20"/>
                  </a:lnTo>
                  <a:lnTo>
                    <a:pt x="199" y="0"/>
                  </a:lnTo>
                  <a:close/>
                  <a:moveTo>
                    <a:pt x="127" y="260"/>
                  </a:moveTo>
                  <a:lnTo>
                    <a:pt x="159" y="260"/>
                  </a:lnTo>
                  <a:lnTo>
                    <a:pt x="159" y="230"/>
                  </a:lnTo>
                  <a:lnTo>
                    <a:pt x="127" y="230"/>
                  </a:lnTo>
                  <a:lnTo>
                    <a:pt x="127" y="208"/>
                  </a:lnTo>
                  <a:lnTo>
                    <a:pt x="199" y="208"/>
                  </a:lnTo>
                  <a:lnTo>
                    <a:pt x="199" y="327"/>
                  </a:lnTo>
                  <a:lnTo>
                    <a:pt x="127" y="327"/>
                  </a:lnTo>
                  <a:lnTo>
                    <a:pt x="127" y="288"/>
                  </a:lnTo>
                  <a:lnTo>
                    <a:pt x="154" y="288"/>
                  </a:lnTo>
                  <a:lnTo>
                    <a:pt x="154" y="288"/>
                  </a:lnTo>
                  <a:lnTo>
                    <a:pt x="155" y="288"/>
                  </a:lnTo>
                  <a:lnTo>
                    <a:pt x="158" y="287"/>
                  </a:lnTo>
                  <a:lnTo>
                    <a:pt x="159" y="284"/>
                  </a:lnTo>
                  <a:lnTo>
                    <a:pt x="159" y="283"/>
                  </a:lnTo>
                  <a:lnTo>
                    <a:pt x="159" y="283"/>
                  </a:lnTo>
                  <a:lnTo>
                    <a:pt x="159" y="280"/>
                  </a:lnTo>
                  <a:lnTo>
                    <a:pt x="158" y="279"/>
                  </a:lnTo>
                  <a:lnTo>
                    <a:pt x="155" y="277"/>
                  </a:lnTo>
                  <a:lnTo>
                    <a:pt x="154" y="276"/>
                  </a:lnTo>
                  <a:lnTo>
                    <a:pt x="127" y="276"/>
                  </a:lnTo>
                  <a:lnTo>
                    <a:pt x="127" y="260"/>
                  </a:lnTo>
                  <a:lnTo>
                    <a:pt x="127" y="260"/>
                  </a:lnTo>
                  <a:close/>
                  <a:moveTo>
                    <a:pt x="127" y="0"/>
                  </a:moveTo>
                  <a:lnTo>
                    <a:pt x="199" y="0"/>
                  </a:lnTo>
                  <a:lnTo>
                    <a:pt x="199" y="20"/>
                  </a:lnTo>
                  <a:lnTo>
                    <a:pt x="127" y="20"/>
                  </a:lnTo>
                  <a:lnTo>
                    <a:pt x="127" y="0"/>
                  </a:lnTo>
                  <a:close/>
                  <a:moveTo>
                    <a:pt x="101" y="260"/>
                  </a:moveTo>
                  <a:lnTo>
                    <a:pt x="127" y="260"/>
                  </a:lnTo>
                  <a:lnTo>
                    <a:pt x="127" y="276"/>
                  </a:lnTo>
                  <a:lnTo>
                    <a:pt x="100" y="276"/>
                  </a:lnTo>
                  <a:lnTo>
                    <a:pt x="100" y="276"/>
                  </a:lnTo>
                  <a:lnTo>
                    <a:pt x="97" y="277"/>
                  </a:lnTo>
                  <a:lnTo>
                    <a:pt x="96" y="279"/>
                  </a:lnTo>
                  <a:lnTo>
                    <a:pt x="94" y="280"/>
                  </a:lnTo>
                  <a:lnTo>
                    <a:pt x="94" y="283"/>
                  </a:lnTo>
                  <a:lnTo>
                    <a:pt x="94" y="283"/>
                  </a:lnTo>
                  <a:lnTo>
                    <a:pt x="94" y="284"/>
                  </a:lnTo>
                  <a:lnTo>
                    <a:pt x="96" y="287"/>
                  </a:lnTo>
                  <a:lnTo>
                    <a:pt x="97" y="288"/>
                  </a:lnTo>
                  <a:lnTo>
                    <a:pt x="100" y="288"/>
                  </a:lnTo>
                  <a:lnTo>
                    <a:pt x="100" y="288"/>
                  </a:lnTo>
                  <a:lnTo>
                    <a:pt x="127" y="288"/>
                  </a:lnTo>
                  <a:lnTo>
                    <a:pt x="127" y="327"/>
                  </a:lnTo>
                  <a:lnTo>
                    <a:pt x="101" y="327"/>
                  </a:lnTo>
                  <a:lnTo>
                    <a:pt x="101" y="327"/>
                  </a:lnTo>
                  <a:lnTo>
                    <a:pt x="94" y="326"/>
                  </a:lnTo>
                  <a:lnTo>
                    <a:pt x="88" y="325"/>
                  </a:lnTo>
                  <a:lnTo>
                    <a:pt x="82" y="322"/>
                  </a:lnTo>
                  <a:lnTo>
                    <a:pt x="78" y="318"/>
                  </a:lnTo>
                  <a:lnTo>
                    <a:pt x="74" y="314"/>
                  </a:lnTo>
                  <a:lnTo>
                    <a:pt x="71" y="308"/>
                  </a:lnTo>
                  <a:lnTo>
                    <a:pt x="70" y="302"/>
                  </a:lnTo>
                  <a:lnTo>
                    <a:pt x="69" y="295"/>
                  </a:lnTo>
                  <a:lnTo>
                    <a:pt x="69" y="291"/>
                  </a:lnTo>
                  <a:lnTo>
                    <a:pt x="69" y="291"/>
                  </a:lnTo>
                  <a:lnTo>
                    <a:pt x="70" y="285"/>
                  </a:lnTo>
                  <a:lnTo>
                    <a:pt x="71" y="279"/>
                  </a:lnTo>
                  <a:lnTo>
                    <a:pt x="74" y="273"/>
                  </a:lnTo>
                  <a:lnTo>
                    <a:pt x="78" y="269"/>
                  </a:lnTo>
                  <a:lnTo>
                    <a:pt x="82" y="265"/>
                  </a:lnTo>
                  <a:lnTo>
                    <a:pt x="88" y="262"/>
                  </a:lnTo>
                  <a:lnTo>
                    <a:pt x="94" y="260"/>
                  </a:lnTo>
                  <a:lnTo>
                    <a:pt x="101" y="260"/>
                  </a:lnTo>
                  <a:lnTo>
                    <a:pt x="101" y="260"/>
                  </a:lnTo>
                  <a:close/>
                  <a:moveTo>
                    <a:pt x="127" y="230"/>
                  </a:moveTo>
                  <a:lnTo>
                    <a:pt x="32" y="230"/>
                  </a:lnTo>
                  <a:lnTo>
                    <a:pt x="32" y="230"/>
                  </a:lnTo>
                  <a:lnTo>
                    <a:pt x="25" y="229"/>
                  </a:lnTo>
                  <a:lnTo>
                    <a:pt x="20" y="227"/>
                  </a:lnTo>
                  <a:lnTo>
                    <a:pt x="14" y="224"/>
                  </a:lnTo>
                  <a:lnTo>
                    <a:pt x="9" y="220"/>
                  </a:lnTo>
                  <a:lnTo>
                    <a:pt x="5" y="215"/>
                  </a:lnTo>
                  <a:lnTo>
                    <a:pt x="2" y="210"/>
                  </a:lnTo>
                  <a:lnTo>
                    <a:pt x="1" y="204"/>
                  </a:lnTo>
                  <a:lnTo>
                    <a:pt x="0" y="197"/>
                  </a:lnTo>
                  <a:lnTo>
                    <a:pt x="0" y="31"/>
                  </a:lnTo>
                  <a:lnTo>
                    <a:pt x="0" y="31"/>
                  </a:lnTo>
                  <a:lnTo>
                    <a:pt x="1" y="24"/>
                  </a:lnTo>
                  <a:lnTo>
                    <a:pt x="2" y="19"/>
                  </a:lnTo>
                  <a:lnTo>
                    <a:pt x="5" y="13"/>
                  </a:lnTo>
                  <a:lnTo>
                    <a:pt x="9" y="9"/>
                  </a:lnTo>
                  <a:lnTo>
                    <a:pt x="14" y="5"/>
                  </a:lnTo>
                  <a:lnTo>
                    <a:pt x="20" y="2"/>
                  </a:lnTo>
                  <a:lnTo>
                    <a:pt x="25" y="0"/>
                  </a:lnTo>
                  <a:lnTo>
                    <a:pt x="32" y="0"/>
                  </a:lnTo>
                  <a:lnTo>
                    <a:pt x="127" y="0"/>
                  </a:lnTo>
                  <a:lnTo>
                    <a:pt x="127" y="20"/>
                  </a:lnTo>
                  <a:lnTo>
                    <a:pt x="50" y="20"/>
                  </a:lnTo>
                  <a:lnTo>
                    <a:pt x="50" y="20"/>
                  </a:lnTo>
                  <a:lnTo>
                    <a:pt x="44" y="21"/>
                  </a:lnTo>
                  <a:lnTo>
                    <a:pt x="40" y="23"/>
                  </a:lnTo>
                  <a:lnTo>
                    <a:pt x="35" y="25"/>
                  </a:lnTo>
                  <a:lnTo>
                    <a:pt x="31" y="28"/>
                  </a:lnTo>
                  <a:lnTo>
                    <a:pt x="28" y="32"/>
                  </a:lnTo>
                  <a:lnTo>
                    <a:pt x="25" y="36"/>
                  </a:lnTo>
                  <a:lnTo>
                    <a:pt x="24" y="42"/>
                  </a:lnTo>
                  <a:lnTo>
                    <a:pt x="24" y="47"/>
                  </a:lnTo>
                  <a:lnTo>
                    <a:pt x="24" y="182"/>
                  </a:lnTo>
                  <a:lnTo>
                    <a:pt x="24" y="182"/>
                  </a:lnTo>
                  <a:lnTo>
                    <a:pt x="24" y="188"/>
                  </a:lnTo>
                  <a:lnTo>
                    <a:pt x="25" y="192"/>
                  </a:lnTo>
                  <a:lnTo>
                    <a:pt x="28" y="196"/>
                  </a:lnTo>
                  <a:lnTo>
                    <a:pt x="31" y="200"/>
                  </a:lnTo>
                  <a:lnTo>
                    <a:pt x="35" y="204"/>
                  </a:lnTo>
                  <a:lnTo>
                    <a:pt x="40" y="205"/>
                  </a:lnTo>
                  <a:lnTo>
                    <a:pt x="44" y="207"/>
                  </a:lnTo>
                  <a:lnTo>
                    <a:pt x="50" y="208"/>
                  </a:lnTo>
                  <a:lnTo>
                    <a:pt x="127" y="208"/>
                  </a:lnTo>
                  <a:lnTo>
                    <a:pt x="127" y="230"/>
                  </a:lnTo>
                  <a:close/>
                </a:path>
              </a:pathLst>
            </a:custGeom>
            <a:solidFill>
              <a:schemeClr val="accent3"/>
            </a:solidFill>
            <a:ln>
              <a:noFill/>
            </a:ln>
          </p:spPr>
          <p:txBody>
            <a:bodyPr lIns="91438" tIns="45719" rIns="91438" bIns="45719"/>
            <a:lstStyle/>
            <a:p>
              <a:pPr>
                <a:defRPr/>
              </a:pPr>
              <a:endParaRPr lang="zh-CN" altLang="en-US"/>
            </a:p>
          </p:txBody>
        </p:sp>
        <p:sp>
          <p:nvSpPr>
            <p:cNvPr id="75794" name="Freeform 142">
              <a:extLst>
                <a:ext uri="{FF2B5EF4-FFF2-40B4-BE49-F238E27FC236}">
                  <a16:creationId xmlns:a16="http://schemas.microsoft.com/office/drawing/2014/main" id="{2C868273-B848-E04B-8DE9-945CF62C8234}"/>
                </a:ext>
              </a:extLst>
            </p:cNvPr>
            <p:cNvSpPr>
              <a:spLocks noEditPoints="1"/>
            </p:cNvSpPr>
            <p:nvPr/>
          </p:nvSpPr>
          <p:spPr bwMode="auto">
            <a:xfrm>
              <a:off x="358177" y="2793970"/>
              <a:ext cx="807933" cy="941606"/>
            </a:xfrm>
            <a:custGeom>
              <a:avLst/>
              <a:gdLst>
                <a:gd name="T0" fmla="*/ 2147483646 w 509"/>
                <a:gd name="T1" fmla="*/ 2147483646 h 593"/>
                <a:gd name="T2" fmla="*/ 2147483646 w 509"/>
                <a:gd name="T3" fmla="*/ 2147483646 h 593"/>
                <a:gd name="T4" fmla="*/ 2147483646 w 509"/>
                <a:gd name="T5" fmla="*/ 2147483646 h 593"/>
                <a:gd name="T6" fmla="*/ 2147483646 w 509"/>
                <a:gd name="T7" fmla="*/ 2147483646 h 593"/>
                <a:gd name="T8" fmla="*/ 2147483646 w 509"/>
                <a:gd name="T9" fmla="*/ 2147483646 h 593"/>
                <a:gd name="T10" fmla="*/ 2147483646 w 509"/>
                <a:gd name="T11" fmla="*/ 2147483646 h 593"/>
                <a:gd name="T12" fmla="*/ 2147483646 w 509"/>
                <a:gd name="T13" fmla="*/ 2147483646 h 593"/>
                <a:gd name="T14" fmla="*/ 2147483646 w 509"/>
                <a:gd name="T15" fmla="*/ 2147483646 h 593"/>
                <a:gd name="T16" fmla="*/ 2147483646 w 509"/>
                <a:gd name="T17" fmla="*/ 2147483646 h 593"/>
                <a:gd name="T18" fmla="*/ 2147483646 w 509"/>
                <a:gd name="T19" fmla="*/ 2147483646 h 593"/>
                <a:gd name="T20" fmla="*/ 2147483646 w 509"/>
                <a:gd name="T21" fmla="*/ 2147483646 h 593"/>
                <a:gd name="T22" fmla="*/ 2147483646 w 509"/>
                <a:gd name="T23" fmla="*/ 2147483646 h 593"/>
                <a:gd name="T24" fmla="*/ 2147483646 w 509"/>
                <a:gd name="T25" fmla="*/ 2147483646 h 593"/>
                <a:gd name="T26" fmla="*/ 2147483646 w 509"/>
                <a:gd name="T27" fmla="*/ 2147483646 h 593"/>
                <a:gd name="T28" fmla="*/ 2147483646 w 509"/>
                <a:gd name="T29" fmla="*/ 2147483646 h 593"/>
                <a:gd name="T30" fmla="*/ 2147483646 w 509"/>
                <a:gd name="T31" fmla="*/ 2147483646 h 593"/>
                <a:gd name="T32" fmla="*/ 2147483646 w 509"/>
                <a:gd name="T33" fmla="*/ 2147483646 h 593"/>
                <a:gd name="T34" fmla="*/ 2147483646 w 509"/>
                <a:gd name="T35" fmla="*/ 2147483646 h 593"/>
                <a:gd name="T36" fmla="*/ 2147483646 w 509"/>
                <a:gd name="T37" fmla="*/ 2147483646 h 593"/>
                <a:gd name="T38" fmla="*/ 2147483646 w 509"/>
                <a:gd name="T39" fmla="*/ 2147483646 h 593"/>
                <a:gd name="T40" fmla="*/ 2147483646 w 509"/>
                <a:gd name="T41" fmla="*/ 2147483646 h 593"/>
                <a:gd name="T42" fmla="*/ 2147483646 w 509"/>
                <a:gd name="T43" fmla="*/ 2147483646 h 593"/>
                <a:gd name="T44" fmla="*/ 2147483646 w 509"/>
                <a:gd name="T45" fmla="*/ 2147483646 h 593"/>
                <a:gd name="T46" fmla="*/ 2147483646 w 509"/>
                <a:gd name="T47" fmla="*/ 2147483646 h 593"/>
                <a:gd name="T48" fmla="*/ 2147483646 w 509"/>
                <a:gd name="T49" fmla="*/ 2147483646 h 593"/>
                <a:gd name="T50" fmla="*/ 2147483646 w 509"/>
                <a:gd name="T51" fmla="*/ 2147483646 h 593"/>
                <a:gd name="T52" fmla="*/ 2147483646 w 509"/>
                <a:gd name="T53" fmla="*/ 2147483646 h 593"/>
                <a:gd name="T54" fmla="*/ 2147483646 w 509"/>
                <a:gd name="T55" fmla="*/ 2147483646 h 593"/>
                <a:gd name="T56" fmla="*/ 2147483646 w 509"/>
                <a:gd name="T57" fmla="*/ 2147483646 h 593"/>
                <a:gd name="T58" fmla="*/ 2147483646 w 509"/>
                <a:gd name="T59" fmla="*/ 2147483646 h 593"/>
                <a:gd name="T60" fmla="*/ 2147483646 w 509"/>
                <a:gd name="T61" fmla="*/ 2147483646 h 593"/>
                <a:gd name="T62" fmla="*/ 2147483646 w 509"/>
                <a:gd name="T63" fmla="*/ 2147483646 h 593"/>
                <a:gd name="T64" fmla="*/ 2147483646 w 509"/>
                <a:gd name="T65" fmla="*/ 2147483646 h 593"/>
                <a:gd name="T66" fmla="*/ 2147483646 w 509"/>
                <a:gd name="T67" fmla="*/ 2147483646 h 593"/>
                <a:gd name="T68" fmla="*/ 2147483646 w 509"/>
                <a:gd name="T69" fmla="*/ 2147483646 h 593"/>
                <a:gd name="T70" fmla="*/ 2147483646 w 509"/>
                <a:gd name="T71" fmla="*/ 2147483646 h 593"/>
                <a:gd name="T72" fmla="*/ 2147483646 w 509"/>
                <a:gd name="T73" fmla="*/ 2147483646 h 593"/>
                <a:gd name="T74" fmla="*/ 2147483646 w 509"/>
                <a:gd name="T75" fmla="*/ 2147483646 h 593"/>
                <a:gd name="T76" fmla="*/ 2147483646 w 509"/>
                <a:gd name="T77" fmla="*/ 2147483646 h 593"/>
                <a:gd name="T78" fmla="*/ 2147483646 w 509"/>
                <a:gd name="T79" fmla="*/ 2147483646 h 593"/>
                <a:gd name="T80" fmla="*/ 2147483646 w 509"/>
                <a:gd name="T81" fmla="*/ 2147483646 h 593"/>
                <a:gd name="T82" fmla="*/ 2147483646 w 509"/>
                <a:gd name="T83" fmla="*/ 2147483646 h 593"/>
                <a:gd name="T84" fmla="*/ 2147483646 w 509"/>
                <a:gd name="T85" fmla="*/ 2147483646 h 593"/>
                <a:gd name="T86" fmla="*/ 2147483646 w 509"/>
                <a:gd name="T87" fmla="*/ 2147483646 h 593"/>
                <a:gd name="T88" fmla="*/ 0 w 509"/>
                <a:gd name="T89" fmla="*/ 2147483646 h 593"/>
                <a:gd name="T90" fmla="*/ 2147483646 w 509"/>
                <a:gd name="T91" fmla="*/ 2147483646 h 593"/>
                <a:gd name="T92" fmla="*/ 2147483646 w 509"/>
                <a:gd name="T93" fmla="*/ 2147483646 h 593"/>
                <a:gd name="T94" fmla="*/ 2147483646 w 509"/>
                <a:gd name="T95" fmla="*/ 2147483646 h 593"/>
                <a:gd name="T96" fmla="*/ 2147483646 w 509"/>
                <a:gd name="T97" fmla="*/ 2147483646 h 593"/>
                <a:gd name="T98" fmla="*/ 2147483646 w 509"/>
                <a:gd name="T99" fmla="*/ 2147483646 h 593"/>
                <a:gd name="T100" fmla="*/ 2147483646 w 509"/>
                <a:gd name="T101" fmla="*/ 2147483646 h 593"/>
                <a:gd name="T102" fmla="*/ 2147483646 w 509"/>
                <a:gd name="T103" fmla="*/ 2147483646 h 593"/>
                <a:gd name="T104" fmla="*/ 2147483646 w 509"/>
                <a:gd name="T105" fmla="*/ 2147483646 h 593"/>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0" t="0" r="r" b="b"/>
              <a:pathLst>
                <a:path w="509" h="593">
                  <a:moveTo>
                    <a:pt x="141" y="86"/>
                  </a:moveTo>
                  <a:lnTo>
                    <a:pt x="92" y="126"/>
                  </a:lnTo>
                  <a:lnTo>
                    <a:pt x="99" y="134"/>
                  </a:lnTo>
                  <a:lnTo>
                    <a:pt x="147" y="94"/>
                  </a:lnTo>
                  <a:lnTo>
                    <a:pt x="162" y="111"/>
                  </a:lnTo>
                  <a:lnTo>
                    <a:pt x="137" y="133"/>
                  </a:lnTo>
                  <a:lnTo>
                    <a:pt x="142" y="140"/>
                  </a:lnTo>
                  <a:lnTo>
                    <a:pt x="168" y="120"/>
                  </a:lnTo>
                  <a:lnTo>
                    <a:pt x="183" y="137"/>
                  </a:lnTo>
                  <a:lnTo>
                    <a:pt x="157" y="157"/>
                  </a:lnTo>
                  <a:lnTo>
                    <a:pt x="164" y="166"/>
                  </a:lnTo>
                  <a:lnTo>
                    <a:pt x="189" y="144"/>
                  </a:lnTo>
                  <a:lnTo>
                    <a:pt x="203" y="161"/>
                  </a:lnTo>
                  <a:lnTo>
                    <a:pt x="177" y="183"/>
                  </a:lnTo>
                  <a:lnTo>
                    <a:pt x="184" y="191"/>
                  </a:lnTo>
                  <a:lnTo>
                    <a:pt x="210" y="170"/>
                  </a:lnTo>
                  <a:lnTo>
                    <a:pt x="225" y="187"/>
                  </a:lnTo>
                  <a:lnTo>
                    <a:pt x="174" y="228"/>
                  </a:lnTo>
                  <a:lnTo>
                    <a:pt x="181" y="236"/>
                  </a:lnTo>
                  <a:lnTo>
                    <a:pt x="230" y="195"/>
                  </a:lnTo>
                  <a:lnTo>
                    <a:pt x="245" y="213"/>
                  </a:lnTo>
                  <a:lnTo>
                    <a:pt x="219" y="235"/>
                  </a:lnTo>
                  <a:lnTo>
                    <a:pt x="226" y="241"/>
                  </a:lnTo>
                  <a:lnTo>
                    <a:pt x="252" y="221"/>
                  </a:lnTo>
                  <a:lnTo>
                    <a:pt x="267" y="239"/>
                  </a:lnTo>
                  <a:lnTo>
                    <a:pt x="239" y="259"/>
                  </a:lnTo>
                  <a:lnTo>
                    <a:pt x="246" y="267"/>
                  </a:lnTo>
                  <a:lnTo>
                    <a:pt x="272" y="245"/>
                  </a:lnTo>
                  <a:lnTo>
                    <a:pt x="287" y="263"/>
                  </a:lnTo>
                  <a:lnTo>
                    <a:pt x="261" y="285"/>
                  </a:lnTo>
                  <a:lnTo>
                    <a:pt x="267" y="293"/>
                  </a:lnTo>
                  <a:lnTo>
                    <a:pt x="294" y="271"/>
                  </a:lnTo>
                  <a:lnTo>
                    <a:pt x="307" y="289"/>
                  </a:lnTo>
                  <a:lnTo>
                    <a:pt x="258" y="329"/>
                  </a:lnTo>
                  <a:lnTo>
                    <a:pt x="264" y="338"/>
                  </a:lnTo>
                  <a:lnTo>
                    <a:pt x="314" y="297"/>
                  </a:lnTo>
                  <a:lnTo>
                    <a:pt x="329" y="314"/>
                  </a:lnTo>
                  <a:lnTo>
                    <a:pt x="302" y="336"/>
                  </a:lnTo>
                  <a:lnTo>
                    <a:pt x="308" y="343"/>
                  </a:lnTo>
                  <a:lnTo>
                    <a:pt x="334" y="323"/>
                  </a:lnTo>
                  <a:lnTo>
                    <a:pt x="349" y="340"/>
                  </a:lnTo>
                  <a:lnTo>
                    <a:pt x="323" y="362"/>
                  </a:lnTo>
                  <a:lnTo>
                    <a:pt x="329" y="369"/>
                  </a:lnTo>
                  <a:lnTo>
                    <a:pt x="356" y="347"/>
                  </a:lnTo>
                  <a:lnTo>
                    <a:pt x="369" y="366"/>
                  </a:lnTo>
                  <a:lnTo>
                    <a:pt x="344" y="386"/>
                  </a:lnTo>
                  <a:lnTo>
                    <a:pt x="350" y="394"/>
                  </a:lnTo>
                  <a:lnTo>
                    <a:pt x="376" y="373"/>
                  </a:lnTo>
                  <a:lnTo>
                    <a:pt x="391" y="390"/>
                  </a:lnTo>
                  <a:lnTo>
                    <a:pt x="341" y="431"/>
                  </a:lnTo>
                  <a:lnTo>
                    <a:pt x="348" y="439"/>
                  </a:lnTo>
                  <a:lnTo>
                    <a:pt x="397" y="398"/>
                  </a:lnTo>
                  <a:lnTo>
                    <a:pt x="411" y="416"/>
                  </a:lnTo>
                  <a:lnTo>
                    <a:pt x="386" y="438"/>
                  </a:lnTo>
                  <a:lnTo>
                    <a:pt x="391" y="446"/>
                  </a:lnTo>
                  <a:lnTo>
                    <a:pt x="418" y="424"/>
                  </a:lnTo>
                  <a:lnTo>
                    <a:pt x="432" y="442"/>
                  </a:lnTo>
                  <a:lnTo>
                    <a:pt x="406" y="463"/>
                  </a:lnTo>
                  <a:lnTo>
                    <a:pt x="413" y="470"/>
                  </a:lnTo>
                  <a:lnTo>
                    <a:pt x="438" y="450"/>
                  </a:lnTo>
                  <a:lnTo>
                    <a:pt x="453" y="467"/>
                  </a:lnTo>
                  <a:lnTo>
                    <a:pt x="426" y="488"/>
                  </a:lnTo>
                  <a:lnTo>
                    <a:pt x="433" y="496"/>
                  </a:lnTo>
                  <a:lnTo>
                    <a:pt x="459" y="474"/>
                  </a:lnTo>
                  <a:lnTo>
                    <a:pt x="474" y="492"/>
                  </a:lnTo>
                  <a:lnTo>
                    <a:pt x="424" y="532"/>
                  </a:lnTo>
                  <a:lnTo>
                    <a:pt x="430" y="541"/>
                  </a:lnTo>
                  <a:lnTo>
                    <a:pt x="480" y="500"/>
                  </a:lnTo>
                  <a:lnTo>
                    <a:pt x="509" y="535"/>
                  </a:lnTo>
                  <a:lnTo>
                    <a:pt x="437" y="593"/>
                  </a:lnTo>
                  <a:lnTo>
                    <a:pt x="70" y="145"/>
                  </a:lnTo>
                  <a:lnTo>
                    <a:pt x="70" y="82"/>
                  </a:lnTo>
                  <a:lnTo>
                    <a:pt x="77" y="80"/>
                  </a:lnTo>
                  <a:lnTo>
                    <a:pt x="82" y="78"/>
                  </a:lnTo>
                  <a:lnTo>
                    <a:pt x="86" y="72"/>
                  </a:lnTo>
                  <a:lnTo>
                    <a:pt x="88" y="65"/>
                  </a:lnTo>
                  <a:lnTo>
                    <a:pt x="88" y="59"/>
                  </a:lnTo>
                  <a:lnTo>
                    <a:pt x="84" y="52"/>
                  </a:lnTo>
                  <a:lnTo>
                    <a:pt x="81" y="49"/>
                  </a:lnTo>
                  <a:lnTo>
                    <a:pt x="78" y="46"/>
                  </a:lnTo>
                  <a:lnTo>
                    <a:pt x="74" y="45"/>
                  </a:lnTo>
                  <a:lnTo>
                    <a:pt x="70" y="45"/>
                  </a:lnTo>
                  <a:lnTo>
                    <a:pt x="70" y="2"/>
                  </a:lnTo>
                  <a:lnTo>
                    <a:pt x="72" y="0"/>
                  </a:lnTo>
                  <a:lnTo>
                    <a:pt x="141" y="86"/>
                  </a:lnTo>
                  <a:close/>
                  <a:moveTo>
                    <a:pt x="70" y="145"/>
                  </a:moveTo>
                  <a:lnTo>
                    <a:pt x="0" y="59"/>
                  </a:lnTo>
                  <a:lnTo>
                    <a:pt x="70" y="2"/>
                  </a:lnTo>
                  <a:lnTo>
                    <a:pt x="70" y="45"/>
                  </a:lnTo>
                  <a:lnTo>
                    <a:pt x="65" y="46"/>
                  </a:lnTo>
                  <a:lnTo>
                    <a:pt x="59" y="49"/>
                  </a:lnTo>
                  <a:lnTo>
                    <a:pt x="54" y="55"/>
                  </a:lnTo>
                  <a:lnTo>
                    <a:pt x="53" y="61"/>
                  </a:lnTo>
                  <a:lnTo>
                    <a:pt x="53" y="68"/>
                  </a:lnTo>
                  <a:lnTo>
                    <a:pt x="57" y="75"/>
                  </a:lnTo>
                  <a:lnTo>
                    <a:pt x="59" y="78"/>
                  </a:lnTo>
                  <a:lnTo>
                    <a:pt x="63" y="79"/>
                  </a:lnTo>
                  <a:lnTo>
                    <a:pt x="66" y="80"/>
                  </a:lnTo>
                  <a:lnTo>
                    <a:pt x="70" y="82"/>
                  </a:lnTo>
                  <a:lnTo>
                    <a:pt x="70" y="145"/>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lIns="91438" tIns="45719" rIns="91438" bIns="45719"/>
            <a:lstStyle/>
            <a:p>
              <a:endParaRPr lang="en-US"/>
            </a:p>
          </p:txBody>
        </p:sp>
        <p:grpSp>
          <p:nvGrpSpPr>
            <p:cNvPr id="148" name="组合 213">
              <a:extLst>
                <a:ext uri="{FF2B5EF4-FFF2-40B4-BE49-F238E27FC236}">
                  <a16:creationId xmlns:a16="http://schemas.microsoft.com/office/drawing/2014/main" id="{79597668-63AE-4750-829D-3344CF6CC7FE}"/>
                </a:ext>
              </a:extLst>
            </p:cNvPr>
            <p:cNvGrpSpPr/>
            <p:nvPr/>
          </p:nvGrpSpPr>
          <p:grpSpPr>
            <a:xfrm>
              <a:off x="1201029" y="3157590"/>
              <a:ext cx="571426" cy="574808"/>
              <a:chOff x="2157413" y="3054350"/>
              <a:chExt cx="571500" cy="574675"/>
            </a:xfrm>
            <a:solidFill>
              <a:schemeClr val="accent5"/>
            </a:solidFill>
          </p:grpSpPr>
          <p:sp>
            <p:nvSpPr>
              <p:cNvPr id="149" name="Freeform 144">
                <a:extLst>
                  <a:ext uri="{FF2B5EF4-FFF2-40B4-BE49-F238E27FC236}">
                    <a16:creationId xmlns:a16="http://schemas.microsoft.com/office/drawing/2014/main" id="{CE1D7C4C-5B4C-4FD9-AFBF-E586FD554B4A}"/>
                  </a:ext>
                </a:extLst>
              </p:cNvPr>
              <p:cNvSpPr>
                <a:spLocks noEditPoints="1"/>
              </p:cNvSpPr>
              <p:nvPr/>
            </p:nvSpPr>
            <p:spPr bwMode="auto">
              <a:xfrm>
                <a:off x="2157413" y="3054350"/>
                <a:ext cx="571500" cy="574675"/>
              </a:xfrm>
              <a:custGeom>
                <a:avLst/>
                <a:gdLst>
                  <a:gd name="T0" fmla="*/ 180 w 360"/>
                  <a:gd name="T1" fmla="*/ 0 h 362"/>
                  <a:gd name="T2" fmla="*/ 232 w 360"/>
                  <a:gd name="T3" fmla="*/ 8 h 362"/>
                  <a:gd name="T4" fmla="*/ 280 w 360"/>
                  <a:gd name="T5" fmla="*/ 31 h 362"/>
                  <a:gd name="T6" fmla="*/ 319 w 360"/>
                  <a:gd name="T7" fmla="*/ 67 h 362"/>
                  <a:gd name="T8" fmla="*/ 346 w 360"/>
                  <a:gd name="T9" fmla="*/ 111 h 362"/>
                  <a:gd name="T10" fmla="*/ 358 w 360"/>
                  <a:gd name="T11" fmla="*/ 163 h 362"/>
                  <a:gd name="T12" fmla="*/ 358 w 360"/>
                  <a:gd name="T13" fmla="*/ 199 h 362"/>
                  <a:gd name="T14" fmla="*/ 346 w 360"/>
                  <a:gd name="T15" fmla="*/ 251 h 362"/>
                  <a:gd name="T16" fmla="*/ 319 w 360"/>
                  <a:gd name="T17" fmla="*/ 295 h 362"/>
                  <a:gd name="T18" fmla="*/ 280 w 360"/>
                  <a:gd name="T19" fmla="*/ 331 h 362"/>
                  <a:gd name="T20" fmla="*/ 232 w 360"/>
                  <a:gd name="T21" fmla="*/ 354 h 362"/>
                  <a:gd name="T22" fmla="*/ 180 w 360"/>
                  <a:gd name="T23" fmla="*/ 362 h 362"/>
                  <a:gd name="T24" fmla="*/ 180 w 360"/>
                  <a:gd name="T25" fmla="*/ 314 h 362"/>
                  <a:gd name="T26" fmla="*/ 193 w 360"/>
                  <a:gd name="T27" fmla="*/ 318 h 362"/>
                  <a:gd name="T28" fmla="*/ 201 w 360"/>
                  <a:gd name="T29" fmla="*/ 329 h 362"/>
                  <a:gd name="T30" fmla="*/ 237 w 360"/>
                  <a:gd name="T31" fmla="*/ 320 h 362"/>
                  <a:gd name="T32" fmla="*/ 268 w 360"/>
                  <a:gd name="T33" fmla="*/ 302 h 362"/>
                  <a:gd name="T34" fmla="*/ 293 w 360"/>
                  <a:gd name="T35" fmla="*/ 278 h 362"/>
                  <a:gd name="T36" fmla="*/ 312 w 360"/>
                  <a:gd name="T37" fmla="*/ 248 h 362"/>
                  <a:gd name="T38" fmla="*/ 325 w 360"/>
                  <a:gd name="T39" fmla="*/ 215 h 362"/>
                  <a:gd name="T40" fmla="*/ 322 w 360"/>
                  <a:gd name="T41" fmla="*/ 199 h 362"/>
                  <a:gd name="T42" fmla="*/ 312 w 360"/>
                  <a:gd name="T43" fmla="*/ 180 h 362"/>
                  <a:gd name="T44" fmla="*/ 316 w 360"/>
                  <a:gd name="T45" fmla="*/ 167 h 362"/>
                  <a:gd name="T46" fmla="*/ 327 w 360"/>
                  <a:gd name="T47" fmla="*/ 159 h 362"/>
                  <a:gd name="T48" fmla="*/ 318 w 360"/>
                  <a:gd name="T49" fmla="*/ 123 h 362"/>
                  <a:gd name="T50" fmla="*/ 300 w 360"/>
                  <a:gd name="T51" fmla="*/ 94 h 362"/>
                  <a:gd name="T52" fmla="*/ 277 w 360"/>
                  <a:gd name="T53" fmla="*/ 67 h 362"/>
                  <a:gd name="T54" fmla="*/ 247 w 360"/>
                  <a:gd name="T55" fmla="*/ 48 h 362"/>
                  <a:gd name="T56" fmla="*/ 214 w 360"/>
                  <a:gd name="T57" fmla="*/ 35 h 362"/>
                  <a:gd name="T58" fmla="*/ 199 w 360"/>
                  <a:gd name="T59" fmla="*/ 39 h 362"/>
                  <a:gd name="T60" fmla="*/ 180 w 360"/>
                  <a:gd name="T61" fmla="*/ 48 h 362"/>
                  <a:gd name="T62" fmla="*/ 180 w 360"/>
                  <a:gd name="T63" fmla="*/ 0 h 362"/>
                  <a:gd name="T64" fmla="*/ 180 w 360"/>
                  <a:gd name="T65" fmla="*/ 48 h 362"/>
                  <a:gd name="T66" fmla="*/ 161 w 360"/>
                  <a:gd name="T67" fmla="*/ 39 h 362"/>
                  <a:gd name="T68" fmla="*/ 146 w 360"/>
                  <a:gd name="T69" fmla="*/ 35 h 362"/>
                  <a:gd name="T70" fmla="*/ 112 w 360"/>
                  <a:gd name="T71" fmla="*/ 48 h 362"/>
                  <a:gd name="T72" fmla="*/ 82 w 360"/>
                  <a:gd name="T73" fmla="*/ 67 h 362"/>
                  <a:gd name="T74" fmla="*/ 59 w 360"/>
                  <a:gd name="T75" fmla="*/ 94 h 362"/>
                  <a:gd name="T76" fmla="*/ 42 w 360"/>
                  <a:gd name="T77" fmla="*/ 123 h 362"/>
                  <a:gd name="T78" fmla="*/ 32 w 360"/>
                  <a:gd name="T79" fmla="*/ 159 h 362"/>
                  <a:gd name="T80" fmla="*/ 43 w 360"/>
                  <a:gd name="T81" fmla="*/ 167 h 362"/>
                  <a:gd name="T82" fmla="*/ 47 w 360"/>
                  <a:gd name="T83" fmla="*/ 180 h 362"/>
                  <a:gd name="T84" fmla="*/ 37 w 360"/>
                  <a:gd name="T85" fmla="*/ 199 h 362"/>
                  <a:gd name="T86" fmla="*/ 33 w 360"/>
                  <a:gd name="T87" fmla="*/ 215 h 362"/>
                  <a:gd name="T88" fmla="*/ 46 w 360"/>
                  <a:gd name="T89" fmla="*/ 248 h 362"/>
                  <a:gd name="T90" fmla="*/ 66 w 360"/>
                  <a:gd name="T91" fmla="*/ 278 h 362"/>
                  <a:gd name="T92" fmla="*/ 92 w 360"/>
                  <a:gd name="T93" fmla="*/ 302 h 362"/>
                  <a:gd name="T94" fmla="*/ 123 w 360"/>
                  <a:gd name="T95" fmla="*/ 320 h 362"/>
                  <a:gd name="T96" fmla="*/ 158 w 360"/>
                  <a:gd name="T97" fmla="*/ 329 h 362"/>
                  <a:gd name="T98" fmla="*/ 161 w 360"/>
                  <a:gd name="T99" fmla="*/ 322 h 362"/>
                  <a:gd name="T100" fmla="*/ 180 w 360"/>
                  <a:gd name="T101" fmla="*/ 314 h 362"/>
                  <a:gd name="T102" fmla="*/ 180 w 360"/>
                  <a:gd name="T103" fmla="*/ 362 h 362"/>
                  <a:gd name="T104" fmla="*/ 126 w 360"/>
                  <a:gd name="T105" fmla="*/ 354 h 362"/>
                  <a:gd name="T106" fmla="*/ 78 w 360"/>
                  <a:gd name="T107" fmla="*/ 331 h 362"/>
                  <a:gd name="T108" fmla="*/ 40 w 360"/>
                  <a:gd name="T109" fmla="*/ 295 h 362"/>
                  <a:gd name="T110" fmla="*/ 13 w 360"/>
                  <a:gd name="T111" fmla="*/ 251 h 362"/>
                  <a:gd name="T112" fmla="*/ 0 w 360"/>
                  <a:gd name="T113" fmla="*/ 199 h 362"/>
                  <a:gd name="T114" fmla="*/ 0 w 360"/>
                  <a:gd name="T115" fmla="*/ 163 h 362"/>
                  <a:gd name="T116" fmla="*/ 13 w 360"/>
                  <a:gd name="T117" fmla="*/ 111 h 362"/>
                  <a:gd name="T118" fmla="*/ 40 w 360"/>
                  <a:gd name="T119" fmla="*/ 67 h 362"/>
                  <a:gd name="T120" fmla="*/ 78 w 360"/>
                  <a:gd name="T121" fmla="*/ 31 h 362"/>
                  <a:gd name="T122" fmla="*/ 126 w 360"/>
                  <a:gd name="T123" fmla="*/ 8 h 362"/>
                  <a:gd name="T124" fmla="*/ 180 w 360"/>
                  <a:gd name="T125" fmla="*/ 0 h 3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60" h="362">
                    <a:moveTo>
                      <a:pt x="180" y="0"/>
                    </a:moveTo>
                    <a:lnTo>
                      <a:pt x="180" y="0"/>
                    </a:lnTo>
                    <a:lnTo>
                      <a:pt x="180" y="0"/>
                    </a:lnTo>
                    <a:lnTo>
                      <a:pt x="197" y="2"/>
                    </a:lnTo>
                    <a:lnTo>
                      <a:pt x="216" y="4"/>
                    </a:lnTo>
                    <a:lnTo>
                      <a:pt x="232" y="8"/>
                    </a:lnTo>
                    <a:lnTo>
                      <a:pt x="250" y="15"/>
                    </a:lnTo>
                    <a:lnTo>
                      <a:pt x="265" y="22"/>
                    </a:lnTo>
                    <a:lnTo>
                      <a:pt x="280" y="31"/>
                    </a:lnTo>
                    <a:lnTo>
                      <a:pt x="295" y="42"/>
                    </a:lnTo>
                    <a:lnTo>
                      <a:pt x="307" y="53"/>
                    </a:lnTo>
                    <a:lnTo>
                      <a:pt x="319" y="67"/>
                    </a:lnTo>
                    <a:lnTo>
                      <a:pt x="329" y="80"/>
                    </a:lnTo>
                    <a:lnTo>
                      <a:pt x="338" y="95"/>
                    </a:lnTo>
                    <a:lnTo>
                      <a:pt x="346" y="111"/>
                    </a:lnTo>
                    <a:lnTo>
                      <a:pt x="352" y="127"/>
                    </a:lnTo>
                    <a:lnTo>
                      <a:pt x="356" y="145"/>
                    </a:lnTo>
                    <a:lnTo>
                      <a:pt x="358" y="163"/>
                    </a:lnTo>
                    <a:lnTo>
                      <a:pt x="360" y="180"/>
                    </a:lnTo>
                    <a:lnTo>
                      <a:pt x="360" y="180"/>
                    </a:lnTo>
                    <a:lnTo>
                      <a:pt x="358" y="199"/>
                    </a:lnTo>
                    <a:lnTo>
                      <a:pt x="356" y="217"/>
                    </a:lnTo>
                    <a:lnTo>
                      <a:pt x="352" y="234"/>
                    </a:lnTo>
                    <a:lnTo>
                      <a:pt x="346" y="251"/>
                    </a:lnTo>
                    <a:lnTo>
                      <a:pt x="338" y="267"/>
                    </a:lnTo>
                    <a:lnTo>
                      <a:pt x="329" y="282"/>
                    </a:lnTo>
                    <a:lnTo>
                      <a:pt x="319" y="295"/>
                    </a:lnTo>
                    <a:lnTo>
                      <a:pt x="307" y="309"/>
                    </a:lnTo>
                    <a:lnTo>
                      <a:pt x="295" y="320"/>
                    </a:lnTo>
                    <a:lnTo>
                      <a:pt x="280" y="331"/>
                    </a:lnTo>
                    <a:lnTo>
                      <a:pt x="265" y="340"/>
                    </a:lnTo>
                    <a:lnTo>
                      <a:pt x="250" y="347"/>
                    </a:lnTo>
                    <a:lnTo>
                      <a:pt x="232" y="354"/>
                    </a:lnTo>
                    <a:lnTo>
                      <a:pt x="216" y="358"/>
                    </a:lnTo>
                    <a:lnTo>
                      <a:pt x="197" y="360"/>
                    </a:lnTo>
                    <a:lnTo>
                      <a:pt x="180" y="362"/>
                    </a:lnTo>
                    <a:lnTo>
                      <a:pt x="180" y="362"/>
                    </a:lnTo>
                    <a:lnTo>
                      <a:pt x="180" y="314"/>
                    </a:lnTo>
                    <a:lnTo>
                      <a:pt x="180" y="314"/>
                    </a:lnTo>
                    <a:lnTo>
                      <a:pt x="180" y="314"/>
                    </a:lnTo>
                    <a:lnTo>
                      <a:pt x="186" y="314"/>
                    </a:lnTo>
                    <a:lnTo>
                      <a:pt x="193" y="318"/>
                    </a:lnTo>
                    <a:lnTo>
                      <a:pt x="199" y="322"/>
                    </a:lnTo>
                    <a:lnTo>
                      <a:pt x="201" y="329"/>
                    </a:lnTo>
                    <a:lnTo>
                      <a:pt x="201" y="329"/>
                    </a:lnTo>
                    <a:lnTo>
                      <a:pt x="214" y="327"/>
                    </a:lnTo>
                    <a:lnTo>
                      <a:pt x="226" y="324"/>
                    </a:lnTo>
                    <a:lnTo>
                      <a:pt x="237" y="320"/>
                    </a:lnTo>
                    <a:lnTo>
                      <a:pt x="247" y="314"/>
                    </a:lnTo>
                    <a:lnTo>
                      <a:pt x="258" y="309"/>
                    </a:lnTo>
                    <a:lnTo>
                      <a:pt x="268" y="302"/>
                    </a:lnTo>
                    <a:lnTo>
                      <a:pt x="277" y="294"/>
                    </a:lnTo>
                    <a:lnTo>
                      <a:pt x="285" y="286"/>
                    </a:lnTo>
                    <a:lnTo>
                      <a:pt x="293" y="278"/>
                    </a:lnTo>
                    <a:lnTo>
                      <a:pt x="300" y="268"/>
                    </a:lnTo>
                    <a:lnTo>
                      <a:pt x="307" y="259"/>
                    </a:lnTo>
                    <a:lnTo>
                      <a:pt x="312" y="248"/>
                    </a:lnTo>
                    <a:lnTo>
                      <a:pt x="318" y="237"/>
                    </a:lnTo>
                    <a:lnTo>
                      <a:pt x="322" y="226"/>
                    </a:lnTo>
                    <a:lnTo>
                      <a:pt x="325" y="215"/>
                    </a:lnTo>
                    <a:lnTo>
                      <a:pt x="327" y="203"/>
                    </a:lnTo>
                    <a:lnTo>
                      <a:pt x="327" y="203"/>
                    </a:lnTo>
                    <a:lnTo>
                      <a:pt x="322" y="199"/>
                    </a:lnTo>
                    <a:lnTo>
                      <a:pt x="316" y="194"/>
                    </a:lnTo>
                    <a:lnTo>
                      <a:pt x="314" y="188"/>
                    </a:lnTo>
                    <a:lnTo>
                      <a:pt x="312" y="180"/>
                    </a:lnTo>
                    <a:lnTo>
                      <a:pt x="312" y="180"/>
                    </a:lnTo>
                    <a:lnTo>
                      <a:pt x="314" y="174"/>
                    </a:lnTo>
                    <a:lnTo>
                      <a:pt x="316" y="167"/>
                    </a:lnTo>
                    <a:lnTo>
                      <a:pt x="322" y="163"/>
                    </a:lnTo>
                    <a:lnTo>
                      <a:pt x="327" y="159"/>
                    </a:lnTo>
                    <a:lnTo>
                      <a:pt x="327" y="159"/>
                    </a:lnTo>
                    <a:lnTo>
                      <a:pt x="325" y="146"/>
                    </a:lnTo>
                    <a:lnTo>
                      <a:pt x="322" y="136"/>
                    </a:lnTo>
                    <a:lnTo>
                      <a:pt x="318" y="123"/>
                    </a:lnTo>
                    <a:lnTo>
                      <a:pt x="312" y="113"/>
                    </a:lnTo>
                    <a:lnTo>
                      <a:pt x="307" y="103"/>
                    </a:lnTo>
                    <a:lnTo>
                      <a:pt x="300" y="94"/>
                    </a:lnTo>
                    <a:lnTo>
                      <a:pt x="293" y="84"/>
                    </a:lnTo>
                    <a:lnTo>
                      <a:pt x="285" y="75"/>
                    </a:lnTo>
                    <a:lnTo>
                      <a:pt x="277" y="67"/>
                    </a:lnTo>
                    <a:lnTo>
                      <a:pt x="268" y="60"/>
                    </a:lnTo>
                    <a:lnTo>
                      <a:pt x="258" y="53"/>
                    </a:lnTo>
                    <a:lnTo>
                      <a:pt x="247" y="48"/>
                    </a:lnTo>
                    <a:lnTo>
                      <a:pt x="237" y="42"/>
                    </a:lnTo>
                    <a:lnTo>
                      <a:pt x="226" y="38"/>
                    </a:lnTo>
                    <a:lnTo>
                      <a:pt x="214" y="35"/>
                    </a:lnTo>
                    <a:lnTo>
                      <a:pt x="201" y="33"/>
                    </a:lnTo>
                    <a:lnTo>
                      <a:pt x="201" y="33"/>
                    </a:lnTo>
                    <a:lnTo>
                      <a:pt x="199" y="39"/>
                    </a:lnTo>
                    <a:lnTo>
                      <a:pt x="193" y="44"/>
                    </a:lnTo>
                    <a:lnTo>
                      <a:pt x="186" y="46"/>
                    </a:lnTo>
                    <a:lnTo>
                      <a:pt x="180" y="48"/>
                    </a:lnTo>
                    <a:lnTo>
                      <a:pt x="180" y="48"/>
                    </a:lnTo>
                    <a:lnTo>
                      <a:pt x="180" y="0"/>
                    </a:lnTo>
                    <a:close/>
                    <a:moveTo>
                      <a:pt x="180" y="0"/>
                    </a:moveTo>
                    <a:lnTo>
                      <a:pt x="180" y="0"/>
                    </a:lnTo>
                    <a:lnTo>
                      <a:pt x="180" y="48"/>
                    </a:lnTo>
                    <a:lnTo>
                      <a:pt x="180" y="48"/>
                    </a:lnTo>
                    <a:lnTo>
                      <a:pt x="173" y="46"/>
                    </a:lnTo>
                    <a:lnTo>
                      <a:pt x="166" y="44"/>
                    </a:lnTo>
                    <a:lnTo>
                      <a:pt x="161" y="39"/>
                    </a:lnTo>
                    <a:lnTo>
                      <a:pt x="158" y="33"/>
                    </a:lnTo>
                    <a:lnTo>
                      <a:pt x="158" y="33"/>
                    </a:lnTo>
                    <a:lnTo>
                      <a:pt x="146" y="35"/>
                    </a:lnTo>
                    <a:lnTo>
                      <a:pt x="134" y="38"/>
                    </a:lnTo>
                    <a:lnTo>
                      <a:pt x="123" y="42"/>
                    </a:lnTo>
                    <a:lnTo>
                      <a:pt x="112" y="48"/>
                    </a:lnTo>
                    <a:lnTo>
                      <a:pt x="101" y="53"/>
                    </a:lnTo>
                    <a:lnTo>
                      <a:pt x="92" y="60"/>
                    </a:lnTo>
                    <a:lnTo>
                      <a:pt x="82" y="67"/>
                    </a:lnTo>
                    <a:lnTo>
                      <a:pt x="74" y="75"/>
                    </a:lnTo>
                    <a:lnTo>
                      <a:pt x="66" y="84"/>
                    </a:lnTo>
                    <a:lnTo>
                      <a:pt x="59" y="94"/>
                    </a:lnTo>
                    <a:lnTo>
                      <a:pt x="52" y="103"/>
                    </a:lnTo>
                    <a:lnTo>
                      <a:pt x="46" y="113"/>
                    </a:lnTo>
                    <a:lnTo>
                      <a:pt x="42" y="123"/>
                    </a:lnTo>
                    <a:lnTo>
                      <a:pt x="37" y="136"/>
                    </a:lnTo>
                    <a:lnTo>
                      <a:pt x="33" y="146"/>
                    </a:lnTo>
                    <a:lnTo>
                      <a:pt x="32" y="159"/>
                    </a:lnTo>
                    <a:lnTo>
                      <a:pt x="32" y="159"/>
                    </a:lnTo>
                    <a:lnTo>
                      <a:pt x="37" y="163"/>
                    </a:lnTo>
                    <a:lnTo>
                      <a:pt x="43" y="167"/>
                    </a:lnTo>
                    <a:lnTo>
                      <a:pt x="46" y="174"/>
                    </a:lnTo>
                    <a:lnTo>
                      <a:pt x="47" y="180"/>
                    </a:lnTo>
                    <a:lnTo>
                      <a:pt x="47" y="180"/>
                    </a:lnTo>
                    <a:lnTo>
                      <a:pt x="46" y="188"/>
                    </a:lnTo>
                    <a:lnTo>
                      <a:pt x="43" y="194"/>
                    </a:lnTo>
                    <a:lnTo>
                      <a:pt x="37" y="199"/>
                    </a:lnTo>
                    <a:lnTo>
                      <a:pt x="32" y="203"/>
                    </a:lnTo>
                    <a:lnTo>
                      <a:pt x="32" y="203"/>
                    </a:lnTo>
                    <a:lnTo>
                      <a:pt x="33" y="215"/>
                    </a:lnTo>
                    <a:lnTo>
                      <a:pt x="37" y="226"/>
                    </a:lnTo>
                    <a:lnTo>
                      <a:pt x="42" y="237"/>
                    </a:lnTo>
                    <a:lnTo>
                      <a:pt x="46" y="248"/>
                    </a:lnTo>
                    <a:lnTo>
                      <a:pt x="52" y="259"/>
                    </a:lnTo>
                    <a:lnTo>
                      <a:pt x="59" y="268"/>
                    </a:lnTo>
                    <a:lnTo>
                      <a:pt x="66" y="278"/>
                    </a:lnTo>
                    <a:lnTo>
                      <a:pt x="74" y="286"/>
                    </a:lnTo>
                    <a:lnTo>
                      <a:pt x="82" y="294"/>
                    </a:lnTo>
                    <a:lnTo>
                      <a:pt x="92" y="302"/>
                    </a:lnTo>
                    <a:lnTo>
                      <a:pt x="101" y="309"/>
                    </a:lnTo>
                    <a:lnTo>
                      <a:pt x="112" y="314"/>
                    </a:lnTo>
                    <a:lnTo>
                      <a:pt x="123" y="320"/>
                    </a:lnTo>
                    <a:lnTo>
                      <a:pt x="134" y="324"/>
                    </a:lnTo>
                    <a:lnTo>
                      <a:pt x="146" y="327"/>
                    </a:lnTo>
                    <a:lnTo>
                      <a:pt x="158" y="329"/>
                    </a:lnTo>
                    <a:lnTo>
                      <a:pt x="158" y="329"/>
                    </a:lnTo>
                    <a:lnTo>
                      <a:pt x="158" y="329"/>
                    </a:lnTo>
                    <a:lnTo>
                      <a:pt x="161" y="322"/>
                    </a:lnTo>
                    <a:lnTo>
                      <a:pt x="166" y="318"/>
                    </a:lnTo>
                    <a:lnTo>
                      <a:pt x="173" y="314"/>
                    </a:lnTo>
                    <a:lnTo>
                      <a:pt x="180" y="314"/>
                    </a:lnTo>
                    <a:lnTo>
                      <a:pt x="180" y="362"/>
                    </a:lnTo>
                    <a:lnTo>
                      <a:pt x="180" y="362"/>
                    </a:lnTo>
                    <a:lnTo>
                      <a:pt x="180" y="362"/>
                    </a:lnTo>
                    <a:lnTo>
                      <a:pt x="161" y="360"/>
                    </a:lnTo>
                    <a:lnTo>
                      <a:pt x="143" y="358"/>
                    </a:lnTo>
                    <a:lnTo>
                      <a:pt x="126" y="354"/>
                    </a:lnTo>
                    <a:lnTo>
                      <a:pt x="109" y="347"/>
                    </a:lnTo>
                    <a:lnTo>
                      <a:pt x="93" y="340"/>
                    </a:lnTo>
                    <a:lnTo>
                      <a:pt x="78" y="331"/>
                    </a:lnTo>
                    <a:lnTo>
                      <a:pt x="65" y="320"/>
                    </a:lnTo>
                    <a:lnTo>
                      <a:pt x="52" y="309"/>
                    </a:lnTo>
                    <a:lnTo>
                      <a:pt x="40" y="295"/>
                    </a:lnTo>
                    <a:lnTo>
                      <a:pt x="29" y="282"/>
                    </a:lnTo>
                    <a:lnTo>
                      <a:pt x="21" y="267"/>
                    </a:lnTo>
                    <a:lnTo>
                      <a:pt x="13" y="251"/>
                    </a:lnTo>
                    <a:lnTo>
                      <a:pt x="8" y="234"/>
                    </a:lnTo>
                    <a:lnTo>
                      <a:pt x="2" y="217"/>
                    </a:lnTo>
                    <a:lnTo>
                      <a:pt x="0" y="199"/>
                    </a:lnTo>
                    <a:lnTo>
                      <a:pt x="0" y="180"/>
                    </a:lnTo>
                    <a:lnTo>
                      <a:pt x="0" y="180"/>
                    </a:lnTo>
                    <a:lnTo>
                      <a:pt x="0" y="163"/>
                    </a:lnTo>
                    <a:lnTo>
                      <a:pt x="2" y="145"/>
                    </a:lnTo>
                    <a:lnTo>
                      <a:pt x="8" y="127"/>
                    </a:lnTo>
                    <a:lnTo>
                      <a:pt x="13" y="111"/>
                    </a:lnTo>
                    <a:lnTo>
                      <a:pt x="21" y="95"/>
                    </a:lnTo>
                    <a:lnTo>
                      <a:pt x="29" y="80"/>
                    </a:lnTo>
                    <a:lnTo>
                      <a:pt x="40" y="67"/>
                    </a:lnTo>
                    <a:lnTo>
                      <a:pt x="52" y="53"/>
                    </a:lnTo>
                    <a:lnTo>
                      <a:pt x="65" y="42"/>
                    </a:lnTo>
                    <a:lnTo>
                      <a:pt x="78" y="31"/>
                    </a:lnTo>
                    <a:lnTo>
                      <a:pt x="93" y="22"/>
                    </a:lnTo>
                    <a:lnTo>
                      <a:pt x="109" y="15"/>
                    </a:lnTo>
                    <a:lnTo>
                      <a:pt x="126" y="8"/>
                    </a:lnTo>
                    <a:lnTo>
                      <a:pt x="143" y="4"/>
                    </a:lnTo>
                    <a:lnTo>
                      <a:pt x="161" y="2"/>
                    </a:lnTo>
                    <a:lnTo>
                      <a:pt x="180" y="0"/>
                    </a:lnTo>
                    <a:lnTo>
                      <a:pt x="18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50" name="Freeform 145">
                <a:extLst>
                  <a:ext uri="{FF2B5EF4-FFF2-40B4-BE49-F238E27FC236}">
                    <a16:creationId xmlns:a16="http://schemas.microsoft.com/office/drawing/2014/main" id="{F7A9386C-B02A-426C-AC4A-304F77A5FF11}"/>
                  </a:ext>
                </a:extLst>
              </p:cNvPr>
              <p:cNvSpPr>
                <a:spLocks/>
              </p:cNvSpPr>
              <p:nvPr/>
            </p:nvSpPr>
            <p:spPr bwMode="auto">
              <a:xfrm>
                <a:off x="2336801" y="3235325"/>
                <a:ext cx="285750" cy="150813"/>
              </a:xfrm>
              <a:custGeom>
                <a:avLst/>
                <a:gdLst>
                  <a:gd name="T0" fmla="*/ 13 w 180"/>
                  <a:gd name="T1" fmla="*/ 0 h 95"/>
                  <a:gd name="T2" fmla="*/ 54 w 180"/>
                  <a:gd name="T3" fmla="*/ 42 h 95"/>
                  <a:gd name="T4" fmla="*/ 54 w 180"/>
                  <a:gd name="T5" fmla="*/ 42 h 95"/>
                  <a:gd name="T6" fmla="*/ 60 w 180"/>
                  <a:gd name="T7" fmla="*/ 39 h 95"/>
                  <a:gd name="T8" fmla="*/ 67 w 180"/>
                  <a:gd name="T9" fmla="*/ 39 h 95"/>
                  <a:gd name="T10" fmla="*/ 67 w 180"/>
                  <a:gd name="T11" fmla="*/ 39 h 95"/>
                  <a:gd name="T12" fmla="*/ 75 w 180"/>
                  <a:gd name="T13" fmla="*/ 41 h 95"/>
                  <a:gd name="T14" fmla="*/ 83 w 180"/>
                  <a:gd name="T15" fmla="*/ 45 h 95"/>
                  <a:gd name="T16" fmla="*/ 88 w 180"/>
                  <a:gd name="T17" fmla="*/ 50 h 95"/>
                  <a:gd name="T18" fmla="*/ 92 w 180"/>
                  <a:gd name="T19" fmla="*/ 58 h 95"/>
                  <a:gd name="T20" fmla="*/ 180 w 180"/>
                  <a:gd name="T21" fmla="*/ 58 h 95"/>
                  <a:gd name="T22" fmla="*/ 180 w 180"/>
                  <a:gd name="T23" fmla="*/ 76 h 95"/>
                  <a:gd name="T24" fmla="*/ 92 w 180"/>
                  <a:gd name="T25" fmla="*/ 76 h 95"/>
                  <a:gd name="T26" fmla="*/ 92 w 180"/>
                  <a:gd name="T27" fmla="*/ 76 h 95"/>
                  <a:gd name="T28" fmla="*/ 88 w 180"/>
                  <a:gd name="T29" fmla="*/ 84 h 95"/>
                  <a:gd name="T30" fmla="*/ 83 w 180"/>
                  <a:gd name="T31" fmla="*/ 89 h 95"/>
                  <a:gd name="T32" fmla="*/ 75 w 180"/>
                  <a:gd name="T33" fmla="*/ 93 h 95"/>
                  <a:gd name="T34" fmla="*/ 67 w 180"/>
                  <a:gd name="T35" fmla="*/ 95 h 95"/>
                  <a:gd name="T36" fmla="*/ 67 w 180"/>
                  <a:gd name="T37" fmla="*/ 95 h 95"/>
                  <a:gd name="T38" fmla="*/ 61 w 180"/>
                  <a:gd name="T39" fmla="*/ 95 h 95"/>
                  <a:gd name="T40" fmla="*/ 56 w 180"/>
                  <a:gd name="T41" fmla="*/ 92 h 95"/>
                  <a:gd name="T42" fmla="*/ 50 w 180"/>
                  <a:gd name="T43" fmla="*/ 91 h 95"/>
                  <a:gd name="T44" fmla="*/ 46 w 180"/>
                  <a:gd name="T45" fmla="*/ 87 h 95"/>
                  <a:gd name="T46" fmla="*/ 44 w 180"/>
                  <a:gd name="T47" fmla="*/ 83 h 95"/>
                  <a:gd name="T48" fmla="*/ 41 w 180"/>
                  <a:gd name="T49" fmla="*/ 77 h 95"/>
                  <a:gd name="T50" fmla="*/ 40 w 180"/>
                  <a:gd name="T51" fmla="*/ 73 h 95"/>
                  <a:gd name="T52" fmla="*/ 38 w 180"/>
                  <a:gd name="T53" fmla="*/ 66 h 95"/>
                  <a:gd name="T54" fmla="*/ 38 w 180"/>
                  <a:gd name="T55" fmla="*/ 66 h 95"/>
                  <a:gd name="T56" fmla="*/ 40 w 180"/>
                  <a:gd name="T57" fmla="*/ 61 h 95"/>
                  <a:gd name="T58" fmla="*/ 41 w 180"/>
                  <a:gd name="T59" fmla="*/ 54 h 95"/>
                  <a:gd name="T60" fmla="*/ 0 w 180"/>
                  <a:gd name="T61" fmla="*/ 13 h 95"/>
                  <a:gd name="T62" fmla="*/ 13 w 180"/>
                  <a:gd name="T63" fmla="*/ 0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80" h="95">
                    <a:moveTo>
                      <a:pt x="13" y="0"/>
                    </a:moveTo>
                    <a:lnTo>
                      <a:pt x="54" y="42"/>
                    </a:lnTo>
                    <a:lnTo>
                      <a:pt x="54" y="42"/>
                    </a:lnTo>
                    <a:lnTo>
                      <a:pt x="60" y="39"/>
                    </a:lnTo>
                    <a:lnTo>
                      <a:pt x="67" y="39"/>
                    </a:lnTo>
                    <a:lnTo>
                      <a:pt x="67" y="39"/>
                    </a:lnTo>
                    <a:lnTo>
                      <a:pt x="75" y="41"/>
                    </a:lnTo>
                    <a:lnTo>
                      <a:pt x="83" y="45"/>
                    </a:lnTo>
                    <a:lnTo>
                      <a:pt x="88" y="50"/>
                    </a:lnTo>
                    <a:lnTo>
                      <a:pt x="92" y="58"/>
                    </a:lnTo>
                    <a:lnTo>
                      <a:pt x="180" y="58"/>
                    </a:lnTo>
                    <a:lnTo>
                      <a:pt x="180" y="76"/>
                    </a:lnTo>
                    <a:lnTo>
                      <a:pt x="92" y="76"/>
                    </a:lnTo>
                    <a:lnTo>
                      <a:pt x="92" y="76"/>
                    </a:lnTo>
                    <a:lnTo>
                      <a:pt x="88" y="84"/>
                    </a:lnTo>
                    <a:lnTo>
                      <a:pt x="83" y="89"/>
                    </a:lnTo>
                    <a:lnTo>
                      <a:pt x="75" y="93"/>
                    </a:lnTo>
                    <a:lnTo>
                      <a:pt x="67" y="95"/>
                    </a:lnTo>
                    <a:lnTo>
                      <a:pt x="67" y="95"/>
                    </a:lnTo>
                    <a:lnTo>
                      <a:pt x="61" y="95"/>
                    </a:lnTo>
                    <a:lnTo>
                      <a:pt x="56" y="92"/>
                    </a:lnTo>
                    <a:lnTo>
                      <a:pt x="50" y="91"/>
                    </a:lnTo>
                    <a:lnTo>
                      <a:pt x="46" y="87"/>
                    </a:lnTo>
                    <a:lnTo>
                      <a:pt x="44" y="83"/>
                    </a:lnTo>
                    <a:lnTo>
                      <a:pt x="41" y="77"/>
                    </a:lnTo>
                    <a:lnTo>
                      <a:pt x="40" y="73"/>
                    </a:lnTo>
                    <a:lnTo>
                      <a:pt x="38" y="66"/>
                    </a:lnTo>
                    <a:lnTo>
                      <a:pt x="38" y="66"/>
                    </a:lnTo>
                    <a:lnTo>
                      <a:pt x="40" y="61"/>
                    </a:lnTo>
                    <a:lnTo>
                      <a:pt x="41" y="54"/>
                    </a:lnTo>
                    <a:lnTo>
                      <a:pt x="0" y="13"/>
                    </a:lnTo>
                    <a:lnTo>
                      <a:pt x="13"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grpSp>
          <p:nvGrpSpPr>
            <p:cNvPr id="151" name="组合 211">
              <a:extLst>
                <a:ext uri="{FF2B5EF4-FFF2-40B4-BE49-F238E27FC236}">
                  <a16:creationId xmlns:a16="http://schemas.microsoft.com/office/drawing/2014/main" id="{B9B0D304-E3CC-4979-9DC9-3CA0C1BE3D7F}"/>
                </a:ext>
              </a:extLst>
            </p:cNvPr>
            <p:cNvGrpSpPr/>
            <p:nvPr/>
          </p:nvGrpSpPr>
          <p:grpSpPr>
            <a:xfrm>
              <a:off x="1094682" y="3895950"/>
              <a:ext cx="447616" cy="422372"/>
              <a:chOff x="2051051" y="3792538"/>
              <a:chExt cx="447675" cy="422275"/>
            </a:xfrm>
            <a:solidFill>
              <a:schemeClr val="accent1"/>
            </a:solidFill>
          </p:grpSpPr>
          <p:sp>
            <p:nvSpPr>
              <p:cNvPr id="152" name="Freeform 146">
                <a:extLst>
                  <a:ext uri="{FF2B5EF4-FFF2-40B4-BE49-F238E27FC236}">
                    <a16:creationId xmlns:a16="http://schemas.microsoft.com/office/drawing/2014/main" id="{DB6CFEED-ADE8-45D8-B871-6BEF7089307A}"/>
                  </a:ext>
                </a:extLst>
              </p:cNvPr>
              <p:cNvSpPr>
                <a:spLocks/>
              </p:cNvSpPr>
              <p:nvPr/>
            </p:nvSpPr>
            <p:spPr bwMode="auto">
              <a:xfrm>
                <a:off x="2051051" y="3879850"/>
                <a:ext cx="447675" cy="334963"/>
              </a:xfrm>
              <a:custGeom>
                <a:avLst/>
                <a:gdLst>
                  <a:gd name="T0" fmla="*/ 86 w 282"/>
                  <a:gd name="T1" fmla="*/ 0 h 211"/>
                  <a:gd name="T2" fmla="*/ 115 w 282"/>
                  <a:gd name="T3" fmla="*/ 6 h 211"/>
                  <a:gd name="T4" fmla="*/ 141 w 282"/>
                  <a:gd name="T5" fmla="*/ 20 h 211"/>
                  <a:gd name="T6" fmla="*/ 153 w 282"/>
                  <a:gd name="T7" fmla="*/ 11 h 211"/>
                  <a:gd name="T8" fmla="*/ 182 w 282"/>
                  <a:gd name="T9" fmla="*/ 1 h 211"/>
                  <a:gd name="T10" fmla="*/ 198 w 282"/>
                  <a:gd name="T11" fmla="*/ 0 h 211"/>
                  <a:gd name="T12" fmla="*/ 214 w 282"/>
                  <a:gd name="T13" fmla="*/ 1 h 211"/>
                  <a:gd name="T14" fmla="*/ 245 w 282"/>
                  <a:gd name="T15" fmla="*/ 14 h 211"/>
                  <a:gd name="T16" fmla="*/ 268 w 282"/>
                  <a:gd name="T17" fmla="*/ 35 h 211"/>
                  <a:gd name="T18" fmla="*/ 278 w 282"/>
                  <a:gd name="T19" fmla="*/ 57 h 211"/>
                  <a:gd name="T20" fmla="*/ 282 w 282"/>
                  <a:gd name="T21" fmla="*/ 73 h 211"/>
                  <a:gd name="T22" fmla="*/ 282 w 282"/>
                  <a:gd name="T23" fmla="*/ 81 h 211"/>
                  <a:gd name="T24" fmla="*/ 281 w 282"/>
                  <a:gd name="T25" fmla="*/ 102 h 211"/>
                  <a:gd name="T26" fmla="*/ 274 w 282"/>
                  <a:gd name="T27" fmla="*/ 123 h 211"/>
                  <a:gd name="T28" fmla="*/ 263 w 282"/>
                  <a:gd name="T29" fmla="*/ 145 h 211"/>
                  <a:gd name="T30" fmla="*/ 248 w 282"/>
                  <a:gd name="T31" fmla="*/ 165 h 211"/>
                  <a:gd name="T32" fmla="*/ 228 w 282"/>
                  <a:gd name="T33" fmla="*/ 184 h 211"/>
                  <a:gd name="T34" fmla="*/ 203 w 282"/>
                  <a:gd name="T35" fmla="*/ 199 h 211"/>
                  <a:gd name="T36" fmla="*/ 172 w 282"/>
                  <a:gd name="T37" fmla="*/ 209 h 211"/>
                  <a:gd name="T38" fmla="*/ 137 w 282"/>
                  <a:gd name="T39" fmla="*/ 211 h 211"/>
                  <a:gd name="T40" fmla="*/ 118 w 282"/>
                  <a:gd name="T41" fmla="*/ 211 h 211"/>
                  <a:gd name="T42" fmla="*/ 86 w 282"/>
                  <a:gd name="T43" fmla="*/ 203 h 211"/>
                  <a:gd name="T44" fmla="*/ 58 w 282"/>
                  <a:gd name="T45" fmla="*/ 191 h 211"/>
                  <a:gd name="T46" fmla="*/ 38 w 282"/>
                  <a:gd name="T47" fmla="*/ 173 h 211"/>
                  <a:gd name="T48" fmla="*/ 22 w 282"/>
                  <a:gd name="T49" fmla="*/ 153 h 211"/>
                  <a:gd name="T50" fmla="*/ 11 w 282"/>
                  <a:gd name="T51" fmla="*/ 133 h 211"/>
                  <a:gd name="T52" fmla="*/ 4 w 282"/>
                  <a:gd name="T53" fmla="*/ 111 h 211"/>
                  <a:gd name="T54" fmla="*/ 0 w 282"/>
                  <a:gd name="T55" fmla="*/ 81 h 211"/>
                  <a:gd name="T56" fmla="*/ 0 w 282"/>
                  <a:gd name="T57" fmla="*/ 73 h 211"/>
                  <a:gd name="T58" fmla="*/ 4 w 282"/>
                  <a:gd name="T59" fmla="*/ 57 h 211"/>
                  <a:gd name="T60" fmla="*/ 15 w 282"/>
                  <a:gd name="T61" fmla="*/ 35 h 211"/>
                  <a:gd name="T62" fmla="*/ 38 w 282"/>
                  <a:gd name="T63" fmla="*/ 14 h 211"/>
                  <a:gd name="T64" fmla="*/ 68 w 282"/>
                  <a:gd name="T65" fmla="*/ 1 h 211"/>
                  <a:gd name="T66" fmla="*/ 86 w 282"/>
                  <a:gd name="T67" fmla="*/ 0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2" h="211">
                    <a:moveTo>
                      <a:pt x="86" y="0"/>
                    </a:moveTo>
                    <a:lnTo>
                      <a:pt x="86" y="0"/>
                    </a:lnTo>
                    <a:lnTo>
                      <a:pt x="100" y="1"/>
                    </a:lnTo>
                    <a:lnTo>
                      <a:pt x="115" y="6"/>
                    </a:lnTo>
                    <a:lnTo>
                      <a:pt x="129" y="11"/>
                    </a:lnTo>
                    <a:lnTo>
                      <a:pt x="141" y="20"/>
                    </a:lnTo>
                    <a:lnTo>
                      <a:pt x="141" y="20"/>
                    </a:lnTo>
                    <a:lnTo>
                      <a:pt x="153" y="11"/>
                    </a:lnTo>
                    <a:lnTo>
                      <a:pt x="167" y="6"/>
                    </a:lnTo>
                    <a:lnTo>
                      <a:pt x="182" y="1"/>
                    </a:lnTo>
                    <a:lnTo>
                      <a:pt x="198" y="0"/>
                    </a:lnTo>
                    <a:lnTo>
                      <a:pt x="198" y="0"/>
                    </a:lnTo>
                    <a:lnTo>
                      <a:pt x="206" y="0"/>
                    </a:lnTo>
                    <a:lnTo>
                      <a:pt x="214" y="1"/>
                    </a:lnTo>
                    <a:lnTo>
                      <a:pt x="230" y="6"/>
                    </a:lnTo>
                    <a:lnTo>
                      <a:pt x="245" y="14"/>
                    </a:lnTo>
                    <a:lnTo>
                      <a:pt x="258" y="23"/>
                    </a:lnTo>
                    <a:lnTo>
                      <a:pt x="268" y="35"/>
                    </a:lnTo>
                    <a:lnTo>
                      <a:pt x="275" y="49"/>
                    </a:lnTo>
                    <a:lnTo>
                      <a:pt x="278" y="57"/>
                    </a:lnTo>
                    <a:lnTo>
                      <a:pt x="281" y="65"/>
                    </a:lnTo>
                    <a:lnTo>
                      <a:pt x="282" y="73"/>
                    </a:lnTo>
                    <a:lnTo>
                      <a:pt x="282" y="81"/>
                    </a:lnTo>
                    <a:lnTo>
                      <a:pt x="282" y="81"/>
                    </a:lnTo>
                    <a:lnTo>
                      <a:pt x="282" y="91"/>
                    </a:lnTo>
                    <a:lnTo>
                      <a:pt x="281" y="102"/>
                    </a:lnTo>
                    <a:lnTo>
                      <a:pt x="278" y="112"/>
                    </a:lnTo>
                    <a:lnTo>
                      <a:pt x="274" y="123"/>
                    </a:lnTo>
                    <a:lnTo>
                      <a:pt x="270" y="134"/>
                    </a:lnTo>
                    <a:lnTo>
                      <a:pt x="263" y="145"/>
                    </a:lnTo>
                    <a:lnTo>
                      <a:pt x="256" y="156"/>
                    </a:lnTo>
                    <a:lnTo>
                      <a:pt x="248" y="165"/>
                    </a:lnTo>
                    <a:lnTo>
                      <a:pt x="239" y="175"/>
                    </a:lnTo>
                    <a:lnTo>
                      <a:pt x="228" y="184"/>
                    </a:lnTo>
                    <a:lnTo>
                      <a:pt x="216" y="192"/>
                    </a:lnTo>
                    <a:lnTo>
                      <a:pt x="203" y="199"/>
                    </a:lnTo>
                    <a:lnTo>
                      <a:pt x="188" y="205"/>
                    </a:lnTo>
                    <a:lnTo>
                      <a:pt x="172" y="209"/>
                    </a:lnTo>
                    <a:lnTo>
                      <a:pt x="156" y="211"/>
                    </a:lnTo>
                    <a:lnTo>
                      <a:pt x="137" y="211"/>
                    </a:lnTo>
                    <a:lnTo>
                      <a:pt x="137" y="211"/>
                    </a:lnTo>
                    <a:lnTo>
                      <a:pt x="118" y="211"/>
                    </a:lnTo>
                    <a:lnTo>
                      <a:pt x="100" y="209"/>
                    </a:lnTo>
                    <a:lnTo>
                      <a:pt x="86" y="203"/>
                    </a:lnTo>
                    <a:lnTo>
                      <a:pt x="71" y="198"/>
                    </a:lnTo>
                    <a:lnTo>
                      <a:pt x="58" y="191"/>
                    </a:lnTo>
                    <a:lnTo>
                      <a:pt x="48" y="183"/>
                    </a:lnTo>
                    <a:lnTo>
                      <a:pt x="38" y="173"/>
                    </a:lnTo>
                    <a:lnTo>
                      <a:pt x="29" y="164"/>
                    </a:lnTo>
                    <a:lnTo>
                      <a:pt x="22" y="153"/>
                    </a:lnTo>
                    <a:lnTo>
                      <a:pt x="15" y="144"/>
                    </a:lnTo>
                    <a:lnTo>
                      <a:pt x="11" y="133"/>
                    </a:lnTo>
                    <a:lnTo>
                      <a:pt x="7" y="121"/>
                    </a:lnTo>
                    <a:lnTo>
                      <a:pt x="4" y="111"/>
                    </a:lnTo>
                    <a:lnTo>
                      <a:pt x="2" y="100"/>
                    </a:lnTo>
                    <a:lnTo>
                      <a:pt x="0" y="81"/>
                    </a:lnTo>
                    <a:lnTo>
                      <a:pt x="0" y="81"/>
                    </a:lnTo>
                    <a:lnTo>
                      <a:pt x="0" y="73"/>
                    </a:lnTo>
                    <a:lnTo>
                      <a:pt x="2" y="65"/>
                    </a:lnTo>
                    <a:lnTo>
                      <a:pt x="4" y="57"/>
                    </a:lnTo>
                    <a:lnTo>
                      <a:pt x="7" y="49"/>
                    </a:lnTo>
                    <a:lnTo>
                      <a:pt x="15" y="35"/>
                    </a:lnTo>
                    <a:lnTo>
                      <a:pt x="25" y="23"/>
                    </a:lnTo>
                    <a:lnTo>
                      <a:pt x="38" y="14"/>
                    </a:lnTo>
                    <a:lnTo>
                      <a:pt x="52" y="6"/>
                    </a:lnTo>
                    <a:lnTo>
                      <a:pt x="68" y="1"/>
                    </a:lnTo>
                    <a:lnTo>
                      <a:pt x="76" y="0"/>
                    </a:lnTo>
                    <a:lnTo>
                      <a:pt x="86" y="0"/>
                    </a:lnTo>
                    <a:lnTo>
                      <a:pt x="86"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53" name="Freeform 147">
                <a:extLst>
                  <a:ext uri="{FF2B5EF4-FFF2-40B4-BE49-F238E27FC236}">
                    <a16:creationId xmlns:a16="http://schemas.microsoft.com/office/drawing/2014/main" id="{1D6C71B9-84C3-4A18-A399-354D48B70773}"/>
                  </a:ext>
                </a:extLst>
              </p:cNvPr>
              <p:cNvSpPr>
                <a:spLocks/>
              </p:cNvSpPr>
              <p:nvPr/>
            </p:nvSpPr>
            <p:spPr bwMode="auto">
              <a:xfrm>
                <a:off x="2178051" y="3792538"/>
                <a:ext cx="107950" cy="153988"/>
              </a:xfrm>
              <a:custGeom>
                <a:avLst/>
                <a:gdLst>
                  <a:gd name="T0" fmla="*/ 60 w 68"/>
                  <a:gd name="T1" fmla="*/ 97 h 97"/>
                  <a:gd name="T2" fmla="*/ 60 w 68"/>
                  <a:gd name="T3" fmla="*/ 97 h 97"/>
                  <a:gd name="T4" fmla="*/ 65 w 68"/>
                  <a:gd name="T5" fmla="*/ 85 h 97"/>
                  <a:gd name="T6" fmla="*/ 68 w 68"/>
                  <a:gd name="T7" fmla="*/ 71 h 97"/>
                  <a:gd name="T8" fmla="*/ 68 w 68"/>
                  <a:gd name="T9" fmla="*/ 58 h 97"/>
                  <a:gd name="T10" fmla="*/ 66 w 68"/>
                  <a:gd name="T11" fmla="*/ 46 h 97"/>
                  <a:gd name="T12" fmla="*/ 62 w 68"/>
                  <a:gd name="T13" fmla="*/ 33 h 97"/>
                  <a:gd name="T14" fmla="*/ 56 w 68"/>
                  <a:gd name="T15" fmla="*/ 21 h 97"/>
                  <a:gd name="T16" fmla="*/ 49 w 68"/>
                  <a:gd name="T17" fmla="*/ 10 h 97"/>
                  <a:gd name="T18" fmla="*/ 39 w 68"/>
                  <a:gd name="T19" fmla="*/ 0 h 97"/>
                  <a:gd name="T20" fmla="*/ 0 w 68"/>
                  <a:gd name="T21" fmla="*/ 6 h 97"/>
                  <a:gd name="T22" fmla="*/ 0 w 68"/>
                  <a:gd name="T23" fmla="*/ 6 h 97"/>
                  <a:gd name="T24" fmla="*/ 14 w 68"/>
                  <a:gd name="T25" fmla="*/ 15 h 97"/>
                  <a:gd name="T26" fmla="*/ 24 w 68"/>
                  <a:gd name="T27" fmla="*/ 23 h 97"/>
                  <a:gd name="T28" fmla="*/ 35 w 68"/>
                  <a:gd name="T29" fmla="*/ 32 h 97"/>
                  <a:gd name="T30" fmla="*/ 43 w 68"/>
                  <a:gd name="T31" fmla="*/ 42 h 97"/>
                  <a:gd name="T32" fmla="*/ 50 w 68"/>
                  <a:gd name="T33" fmla="*/ 54 h 97"/>
                  <a:gd name="T34" fmla="*/ 56 w 68"/>
                  <a:gd name="T35" fmla="*/ 66 h 97"/>
                  <a:gd name="T36" fmla="*/ 58 w 68"/>
                  <a:gd name="T37" fmla="*/ 81 h 97"/>
                  <a:gd name="T38" fmla="*/ 60 w 68"/>
                  <a:gd name="T39" fmla="*/ 97 h 97"/>
                  <a:gd name="T40" fmla="*/ 60 w 68"/>
                  <a:gd name="T41" fmla="*/ 97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8" h="97">
                    <a:moveTo>
                      <a:pt x="60" y="97"/>
                    </a:moveTo>
                    <a:lnTo>
                      <a:pt x="60" y="97"/>
                    </a:lnTo>
                    <a:lnTo>
                      <a:pt x="65" y="85"/>
                    </a:lnTo>
                    <a:lnTo>
                      <a:pt x="68" y="71"/>
                    </a:lnTo>
                    <a:lnTo>
                      <a:pt x="68" y="58"/>
                    </a:lnTo>
                    <a:lnTo>
                      <a:pt x="66" y="46"/>
                    </a:lnTo>
                    <a:lnTo>
                      <a:pt x="62" y="33"/>
                    </a:lnTo>
                    <a:lnTo>
                      <a:pt x="56" y="21"/>
                    </a:lnTo>
                    <a:lnTo>
                      <a:pt x="49" y="10"/>
                    </a:lnTo>
                    <a:lnTo>
                      <a:pt x="39" y="0"/>
                    </a:lnTo>
                    <a:lnTo>
                      <a:pt x="0" y="6"/>
                    </a:lnTo>
                    <a:lnTo>
                      <a:pt x="0" y="6"/>
                    </a:lnTo>
                    <a:lnTo>
                      <a:pt x="14" y="15"/>
                    </a:lnTo>
                    <a:lnTo>
                      <a:pt x="24" y="23"/>
                    </a:lnTo>
                    <a:lnTo>
                      <a:pt x="35" y="32"/>
                    </a:lnTo>
                    <a:lnTo>
                      <a:pt x="43" y="42"/>
                    </a:lnTo>
                    <a:lnTo>
                      <a:pt x="50" y="54"/>
                    </a:lnTo>
                    <a:lnTo>
                      <a:pt x="56" y="66"/>
                    </a:lnTo>
                    <a:lnTo>
                      <a:pt x="58" y="81"/>
                    </a:lnTo>
                    <a:lnTo>
                      <a:pt x="60" y="97"/>
                    </a:lnTo>
                    <a:lnTo>
                      <a:pt x="60" y="9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grpSp>
          <p:nvGrpSpPr>
            <p:cNvPr id="154" name="组合 200">
              <a:extLst>
                <a:ext uri="{FF2B5EF4-FFF2-40B4-BE49-F238E27FC236}">
                  <a16:creationId xmlns:a16="http://schemas.microsoft.com/office/drawing/2014/main" id="{6864828B-39CD-4F32-A898-83249CA07264}"/>
                </a:ext>
              </a:extLst>
            </p:cNvPr>
            <p:cNvGrpSpPr/>
            <p:nvPr/>
          </p:nvGrpSpPr>
          <p:grpSpPr>
            <a:xfrm>
              <a:off x="2234358" y="1333131"/>
              <a:ext cx="676187" cy="555754"/>
              <a:chOff x="3190876" y="1230313"/>
              <a:chExt cx="676275" cy="555625"/>
            </a:xfrm>
            <a:solidFill>
              <a:schemeClr val="accent3"/>
            </a:solidFill>
          </p:grpSpPr>
          <p:sp>
            <p:nvSpPr>
              <p:cNvPr id="155" name="Freeform 148">
                <a:extLst>
                  <a:ext uri="{FF2B5EF4-FFF2-40B4-BE49-F238E27FC236}">
                    <a16:creationId xmlns:a16="http://schemas.microsoft.com/office/drawing/2014/main" id="{CD2A94EE-B3A4-4864-8F6E-433CC7F43B8C}"/>
                  </a:ext>
                </a:extLst>
              </p:cNvPr>
              <p:cNvSpPr>
                <a:spLocks/>
              </p:cNvSpPr>
              <p:nvPr/>
            </p:nvSpPr>
            <p:spPr bwMode="auto">
              <a:xfrm>
                <a:off x="3209926" y="1257300"/>
                <a:ext cx="657225" cy="528638"/>
              </a:xfrm>
              <a:custGeom>
                <a:avLst/>
                <a:gdLst>
                  <a:gd name="T0" fmla="*/ 0 w 414"/>
                  <a:gd name="T1" fmla="*/ 117 h 333"/>
                  <a:gd name="T2" fmla="*/ 10 w 414"/>
                  <a:gd name="T3" fmla="*/ 102 h 333"/>
                  <a:gd name="T4" fmla="*/ 316 w 414"/>
                  <a:gd name="T5" fmla="*/ 306 h 333"/>
                  <a:gd name="T6" fmla="*/ 316 w 414"/>
                  <a:gd name="T7" fmla="*/ 306 h 333"/>
                  <a:gd name="T8" fmla="*/ 325 w 414"/>
                  <a:gd name="T9" fmla="*/ 310 h 333"/>
                  <a:gd name="T10" fmla="*/ 335 w 414"/>
                  <a:gd name="T11" fmla="*/ 313 h 333"/>
                  <a:gd name="T12" fmla="*/ 343 w 414"/>
                  <a:gd name="T13" fmla="*/ 313 h 333"/>
                  <a:gd name="T14" fmla="*/ 352 w 414"/>
                  <a:gd name="T15" fmla="*/ 312 h 333"/>
                  <a:gd name="T16" fmla="*/ 362 w 414"/>
                  <a:gd name="T17" fmla="*/ 309 h 333"/>
                  <a:gd name="T18" fmla="*/ 371 w 414"/>
                  <a:gd name="T19" fmla="*/ 304 h 333"/>
                  <a:gd name="T20" fmla="*/ 378 w 414"/>
                  <a:gd name="T21" fmla="*/ 297 h 333"/>
                  <a:gd name="T22" fmla="*/ 385 w 414"/>
                  <a:gd name="T23" fmla="*/ 289 h 333"/>
                  <a:gd name="T24" fmla="*/ 385 w 414"/>
                  <a:gd name="T25" fmla="*/ 289 h 333"/>
                  <a:gd name="T26" fmla="*/ 390 w 414"/>
                  <a:gd name="T27" fmla="*/ 279 h 333"/>
                  <a:gd name="T28" fmla="*/ 393 w 414"/>
                  <a:gd name="T29" fmla="*/ 270 h 333"/>
                  <a:gd name="T30" fmla="*/ 394 w 414"/>
                  <a:gd name="T31" fmla="*/ 260 h 333"/>
                  <a:gd name="T32" fmla="*/ 394 w 414"/>
                  <a:gd name="T33" fmla="*/ 251 h 333"/>
                  <a:gd name="T34" fmla="*/ 391 w 414"/>
                  <a:gd name="T35" fmla="*/ 241 h 333"/>
                  <a:gd name="T36" fmla="*/ 387 w 414"/>
                  <a:gd name="T37" fmla="*/ 232 h 333"/>
                  <a:gd name="T38" fmla="*/ 382 w 414"/>
                  <a:gd name="T39" fmla="*/ 225 h 333"/>
                  <a:gd name="T40" fmla="*/ 375 w 414"/>
                  <a:gd name="T41" fmla="*/ 218 h 333"/>
                  <a:gd name="T42" fmla="*/ 69 w 414"/>
                  <a:gd name="T43" fmla="*/ 14 h 333"/>
                  <a:gd name="T44" fmla="*/ 79 w 414"/>
                  <a:gd name="T45" fmla="*/ 0 h 333"/>
                  <a:gd name="T46" fmla="*/ 389 w 414"/>
                  <a:gd name="T47" fmla="*/ 207 h 333"/>
                  <a:gd name="T48" fmla="*/ 389 w 414"/>
                  <a:gd name="T49" fmla="*/ 207 h 333"/>
                  <a:gd name="T50" fmla="*/ 398 w 414"/>
                  <a:gd name="T51" fmla="*/ 216 h 333"/>
                  <a:gd name="T52" fmla="*/ 405 w 414"/>
                  <a:gd name="T53" fmla="*/ 225 h 333"/>
                  <a:gd name="T54" fmla="*/ 410 w 414"/>
                  <a:gd name="T55" fmla="*/ 236 h 333"/>
                  <a:gd name="T56" fmla="*/ 414 w 414"/>
                  <a:gd name="T57" fmla="*/ 248 h 333"/>
                  <a:gd name="T58" fmla="*/ 414 w 414"/>
                  <a:gd name="T59" fmla="*/ 262 h 333"/>
                  <a:gd name="T60" fmla="*/ 413 w 414"/>
                  <a:gd name="T61" fmla="*/ 275 h 333"/>
                  <a:gd name="T62" fmla="*/ 409 w 414"/>
                  <a:gd name="T63" fmla="*/ 287 h 333"/>
                  <a:gd name="T64" fmla="*/ 402 w 414"/>
                  <a:gd name="T65" fmla="*/ 300 h 333"/>
                  <a:gd name="T66" fmla="*/ 402 w 414"/>
                  <a:gd name="T67" fmla="*/ 300 h 333"/>
                  <a:gd name="T68" fmla="*/ 393 w 414"/>
                  <a:gd name="T69" fmla="*/ 312 h 333"/>
                  <a:gd name="T70" fmla="*/ 382 w 414"/>
                  <a:gd name="T71" fmla="*/ 320 h 333"/>
                  <a:gd name="T72" fmla="*/ 371 w 414"/>
                  <a:gd name="T73" fmla="*/ 327 h 333"/>
                  <a:gd name="T74" fmla="*/ 359 w 414"/>
                  <a:gd name="T75" fmla="*/ 331 h 333"/>
                  <a:gd name="T76" fmla="*/ 347 w 414"/>
                  <a:gd name="T77" fmla="*/ 333 h 333"/>
                  <a:gd name="T78" fmla="*/ 335 w 414"/>
                  <a:gd name="T79" fmla="*/ 332 h 333"/>
                  <a:gd name="T80" fmla="*/ 322 w 414"/>
                  <a:gd name="T81" fmla="*/ 329 h 333"/>
                  <a:gd name="T82" fmla="*/ 310 w 414"/>
                  <a:gd name="T83" fmla="*/ 323 h 333"/>
                  <a:gd name="T84" fmla="*/ 0 w 414"/>
                  <a:gd name="T85" fmla="*/ 117 h 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414" h="333">
                    <a:moveTo>
                      <a:pt x="0" y="117"/>
                    </a:moveTo>
                    <a:lnTo>
                      <a:pt x="10" y="102"/>
                    </a:lnTo>
                    <a:lnTo>
                      <a:pt x="316" y="306"/>
                    </a:lnTo>
                    <a:lnTo>
                      <a:pt x="316" y="306"/>
                    </a:lnTo>
                    <a:lnTo>
                      <a:pt x="325" y="310"/>
                    </a:lnTo>
                    <a:lnTo>
                      <a:pt x="335" y="313"/>
                    </a:lnTo>
                    <a:lnTo>
                      <a:pt x="343" y="313"/>
                    </a:lnTo>
                    <a:lnTo>
                      <a:pt x="352" y="312"/>
                    </a:lnTo>
                    <a:lnTo>
                      <a:pt x="362" y="309"/>
                    </a:lnTo>
                    <a:lnTo>
                      <a:pt x="371" y="304"/>
                    </a:lnTo>
                    <a:lnTo>
                      <a:pt x="378" y="297"/>
                    </a:lnTo>
                    <a:lnTo>
                      <a:pt x="385" y="289"/>
                    </a:lnTo>
                    <a:lnTo>
                      <a:pt x="385" y="289"/>
                    </a:lnTo>
                    <a:lnTo>
                      <a:pt x="390" y="279"/>
                    </a:lnTo>
                    <a:lnTo>
                      <a:pt x="393" y="270"/>
                    </a:lnTo>
                    <a:lnTo>
                      <a:pt x="394" y="260"/>
                    </a:lnTo>
                    <a:lnTo>
                      <a:pt x="394" y="251"/>
                    </a:lnTo>
                    <a:lnTo>
                      <a:pt x="391" y="241"/>
                    </a:lnTo>
                    <a:lnTo>
                      <a:pt x="387" y="232"/>
                    </a:lnTo>
                    <a:lnTo>
                      <a:pt x="382" y="225"/>
                    </a:lnTo>
                    <a:lnTo>
                      <a:pt x="375" y="218"/>
                    </a:lnTo>
                    <a:lnTo>
                      <a:pt x="69" y="14"/>
                    </a:lnTo>
                    <a:lnTo>
                      <a:pt x="79" y="0"/>
                    </a:lnTo>
                    <a:lnTo>
                      <a:pt x="389" y="207"/>
                    </a:lnTo>
                    <a:lnTo>
                      <a:pt x="389" y="207"/>
                    </a:lnTo>
                    <a:lnTo>
                      <a:pt x="398" y="216"/>
                    </a:lnTo>
                    <a:lnTo>
                      <a:pt x="405" y="225"/>
                    </a:lnTo>
                    <a:lnTo>
                      <a:pt x="410" y="236"/>
                    </a:lnTo>
                    <a:lnTo>
                      <a:pt x="414" y="248"/>
                    </a:lnTo>
                    <a:lnTo>
                      <a:pt x="414" y="262"/>
                    </a:lnTo>
                    <a:lnTo>
                      <a:pt x="413" y="275"/>
                    </a:lnTo>
                    <a:lnTo>
                      <a:pt x="409" y="287"/>
                    </a:lnTo>
                    <a:lnTo>
                      <a:pt x="402" y="300"/>
                    </a:lnTo>
                    <a:lnTo>
                      <a:pt x="402" y="300"/>
                    </a:lnTo>
                    <a:lnTo>
                      <a:pt x="393" y="312"/>
                    </a:lnTo>
                    <a:lnTo>
                      <a:pt x="382" y="320"/>
                    </a:lnTo>
                    <a:lnTo>
                      <a:pt x="371" y="327"/>
                    </a:lnTo>
                    <a:lnTo>
                      <a:pt x="359" y="331"/>
                    </a:lnTo>
                    <a:lnTo>
                      <a:pt x="347" y="333"/>
                    </a:lnTo>
                    <a:lnTo>
                      <a:pt x="335" y="332"/>
                    </a:lnTo>
                    <a:lnTo>
                      <a:pt x="322" y="329"/>
                    </a:lnTo>
                    <a:lnTo>
                      <a:pt x="310" y="323"/>
                    </a:lnTo>
                    <a:lnTo>
                      <a:pt x="0"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56" name="Freeform 149">
                <a:extLst>
                  <a:ext uri="{FF2B5EF4-FFF2-40B4-BE49-F238E27FC236}">
                    <a16:creationId xmlns:a16="http://schemas.microsoft.com/office/drawing/2014/main" id="{18C67A4D-DF47-4B00-86E9-E02923308F3C}"/>
                  </a:ext>
                </a:extLst>
              </p:cNvPr>
              <p:cNvSpPr>
                <a:spLocks/>
              </p:cNvSpPr>
              <p:nvPr/>
            </p:nvSpPr>
            <p:spPr bwMode="auto">
              <a:xfrm>
                <a:off x="3190876" y="1230313"/>
                <a:ext cx="176213" cy="246063"/>
              </a:xfrm>
              <a:custGeom>
                <a:avLst/>
                <a:gdLst>
                  <a:gd name="T0" fmla="*/ 5 w 111"/>
                  <a:gd name="T1" fmla="*/ 154 h 155"/>
                  <a:gd name="T2" fmla="*/ 5 w 111"/>
                  <a:gd name="T3" fmla="*/ 154 h 155"/>
                  <a:gd name="T4" fmla="*/ 9 w 111"/>
                  <a:gd name="T5" fmla="*/ 155 h 155"/>
                  <a:gd name="T6" fmla="*/ 15 w 111"/>
                  <a:gd name="T7" fmla="*/ 155 h 155"/>
                  <a:gd name="T8" fmla="*/ 19 w 111"/>
                  <a:gd name="T9" fmla="*/ 154 h 155"/>
                  <a:gd name="T10" fmla="*/ 23 w 111"/>
                  <a:gd name="T11" fmla="*/ 150 h 155"/>
                  <a:gd name="T12" fmla="*/ 110 w 111"/>
                  <a:gd name="T13" fmla="*/ 20 h 155"/>
                  <a:gd name="T14" fmla="*/ 110 w 111"/>
                  <a:gd name="T15" fmla="*/ 20 h 155"/>
                  <a:gd name="T16" fmla="*/ 111 w 111"/>
                  <a:gd name="T17" fmla="*/ 15 h 155"/>
                  <a:gd name="T18" fmla="*/ 111 w 111"/>
                  <a:gd name="T19" fmla="*/ 11 h 155"/>
                  <a:gd name="T20" fmla="*/ 110 w 111"/>
                  <a:gd name="T21" fmla="*/ 5 h 155"/>
                  <a:gd name="T22" fmla="*/ 106 w 111"/>
                  <a:gd name="T23" fmla="*/ 2 h 155"/>
                  <a:gd name="T24" fmla="*/ 106 w 111"/>
                  <a:gd name="T25" fmla="*/ 2 h 155"/>
                  <a:gd name="T26" fmla="*/ 101 w 111"/>
                  <a:gd name="T27" fmla="*/ 0 h 155"/>
                  <a:gd name="T28" fmla="*/ 96 w 111"/>
                  <a:gd name="T29" fmla="*/ 0 h 155"/>
                  <a:gd name="T30" fmla="*/ 92 w 111"/>
                  <a:gd name="T31" fmla="*/ 2 h 155"/>
                  <a:gd name="T32" fmla="*/ 89 w 111"/>
                  <a:gd name="T33" fmla="*/ 5 h 155"/>
                  <a:gd name="T34" fmla="*/ 1 w 111"/>
                  <a:gd name="T35" fmla="*/ 136 h 155"/>
                  <a:gd name="T36" fmla="*/ 1 w 111"/>
                  <a:gd name="T37" fmla="*/ 136 h 155"/>
                  <a:gd name="T38" fmla="*/ 0 w 111"/>
                  <a:gd name="T39" fmla="*/ 140 h 155"/>
                  <a:gd name="T40" fmla="*/ 0 w 111"/>
                  <a:gd name="T41" fmla="*/ 146 h 155"/>
                  <a:gd name="T42" fmla="*/ 1 w 111"/>
                  <a:gd name="T43" fmla="*/ 150 h 155"/>
                  <a:gd name="T44" fmla="*/ 5 w 111"/>
                  <a:gd name="T45" fmla="*/ 154 h 155"/>
                  <a:gd name="T46" fmla="*/ 5 w 111"/>
                  <a:gd name="T47" fmla="*/ 154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1" h="155">
                    <a:moveTo>
                      <a:pt x="5" y="154"/>
                    </a:moveTo>
                    <a:lnTo>
                      <a:pt x="5" y="154"/>
                    </a:lnTo>
                    <a:lnTo>
                      <a:pt x="9" y="155"/>
                    </a:lnTo>
                    <a:lnTo>
                      <a:pt x="15" y="155"/>
                    </a:lnTo>
                    <a:lnTo>
                      <a:pt x="19" y="154"/>
                    </a:lnTo>
                    <a:lnTo>
                      <a:pt x="23" y="150"/>
                    </a:lnTo>
                    <a:lnTo>
                      <a:pt x="110" y="20"/>
                    </a:lnTo>
                    <a:lnTo>
                      <a:pt x="110" y="20"/>
                    </a:lnTo>
                    <a:lnTo>
                      <a:pt x="111" y="15"/>
                    </a:lnTo>
                    <a:lnTo>
                      <a:pt x="111" y="11"/>
                    </a:lnTo>
                    <a:lnTo>
                      <a:pt x="110" y="5"/>
                    </a:lnTo>
                    <a:lnTo>
                      <a:pt x="106" y="2"/>
                    </a:lnTo>
                    <a:lnTo>
                      <a:pt x="106" y="2"/>
                    </a:lnTo>
                    <a:lnTo>
                      <a:pt x="101" y="0"/>
                    </a:lnTo>
                    <a:lnTo>
                      <a:pt x="96" y="0"/>
                    </a:lnTo>
                    <a:lnTo>
                      <a:pt x="92" y="2"/>
                    </a:lnTo>
                    <a:lnTo>
                      <a:pt x="89" y="5"/>
                    </a:lnTo>
                    <a:lnTo>
                      <a:pt x="1" y="136"/>
                    </a:lnTo>
                    <a:lnTo>
                      <a:pt x="1" y="136"/>
                    </a:lnTo>
                    <a:lnTo>
                      <a:pt x="0" y="140"/>
                    </a:lnTo>
                    <a:lnTo>
                      <a:pt x="0" y="146"/>
                    </a:lnTo>
                    <a:lnTo>
                      <a:pt x="1" y="150"/>
                    </a:lnTo>
                    <a:lnTo>
                      <a:pt x="5" y="154"/>
                    </a:lnTo>
                    <a:lnTo>
                      <a:pt x="5" y="15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57" name="Freeform 150">
                <a:extLst>
                  <a:ext uri="{FF2B5EF4-FFF2-40B4-BE49-F238E27FC236}">
                    <a16:creationId xmlns:a16="http://schemas.microsoft.com/office/drawing/2014/main" id="{414FD802-C2E9-486C-A9DF-C4D277B4478D}"/>
                  </a:ext>
                </a:extLst>
              </p:cNvPr>
              <p:cNvSpPr>
                <a:spLocks/>
              </p:cNvSpPr>
              <p:nvPr/>
            </p:nvSpPr>
            <p:spPr bwMode="auto">
              <a:xfrm>
                <a:off x="3287713" y="1400175"/>
                <a:ext cx="504825" cy="323850"/>
              </a:xfrm>
              <a:custGeom>
                <a:avLst/>
                <a:gdLst>
                  <a:gd name="T0" fmla="*/ 0 w 318"/>
                  <a:gd name="T1" fmla="*/ 19 h 204"/>
                  <a:gd name="T2" fmla="*/ 11 w 318"/>
                  <a:gd name="T3" fmla="*/ 0 h 204"/>
                  <a:gd name="T4" fmla="*/ 284 w 318"/>
                  <a:gd name="T5" fmla="*/ 182 h 204"/>
                  <a:gd name="T6" fmla="*/ 284 w 318"/>
                  <a:gd name="T7" fmla="*/ 182 h 204"/>
                  <a:gd name="T8" fmla="*/ 292 w 318"/>
                  <a:gd name="T9" fmla="*/ 186 h 204"/>
                  <a:gd name="T10" fmla="*/ 302 w 318"/>
                  <a:gd name="T11" fmla="*/ 188 h 204"/>
                  <a:gd name="T12" fmla="*/ 310 w 318"/>
                  <a:gd name="T13" fmla="*/ 188 h 204"/>
                  <a:gd name="T14" fmla="*/ 318 w 318"/>
                  <a:gd name="T15" fmla="*/ 185 h 204"/>
                  <a:gd name="T16" fmla="*/ 318 w 318"/>
                  <a:gd name="T17" fmla="*/ 185 h 204"/>
                  <a:gd name="T18" fmla="*/ 317 w 318"/>
                  <a:gd name="T19" fmla="*/ 186 h 204"/>
                  <a:gd name="T20" fmla="*/ 317 w 318"/>
                  <a:gd name="T21" fmla="*/ 186 h 204"/>
                  <a:gd name="T22" fmla="*/ 313 w 318"/>
                  <a:gd name="T23" fmla="*/ 192 h 204"/>
                  <a:gd name="T24" fmla="*/ 307 w 318"/>
                  <a:gd name="T25" fmla="*/ 197 h 204"/>
                  <a:gd name="T26" fmla="*/ 302 w 318"/>
                  <a:gd name="T27" fmla="*/ 200 h 204"/>
                  <a:gd name="T28" fmla="*/ 295 w 318"/>
                  <a:gd name="T29" fmla="*/ 203 h 204"/>
                  <a:gd name="T30" fmla="*/ 288 w 318"/>
                  <a:gd name="T31" fmla="*/ 204 h 204"/>
                  <a:gd name="T32" fmla="*/ 282 w 318"/>
                  <a:gd name="T33" fmla="*/ 203 h 204"/>
                  <a:gd name="T34" fmla="*/ 276 w 318"/>
                  <a:gd name="T35" fmla="*/ 201 h 204"/>
                  <a:gd name="T36" fmla="*/ 269 w 318"/>
                  <a:gd name="T37" fmla="*/ 199 h 204"/>
                  <a:gd name="T38" fmla="*/ 0 w 318"/>
                  <a:gd name="T39" fmla="*/ 19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8" h="204">
                    <a:moveTo>
                      <a:pt x="0" y="19"/>
                    </a:moveTo>
                    <a:lnTo>
                      <a:pt x="11" y="0"/>
                    </a:lnTo>
                    <a:lnTo>
                      <a:pt x="284" y="182"/>
                    </a:lnTo>
                    <a:lnTo>
                      <a:pt x="284" y="182"/>
                    </a:lnTo>
                    <a:lnTo>
                      <a:pt x="292" y="186"/>
                    </a:lnTo>
                    <a:lnTo>
                      <a:pt x="302" y="188"/>
                    </a:lnTo>
                    <a:lnTo>
                      <a:pt x="310" y="188"/>
                    </a:lnTo>
                    <a:lnTo>
                      <a:pt x="318" y="185"/>
                    </a:lnTo>
                    <a:lnTo>
                      <a:pt x="318" y="185"/>
                    </a:lnTo>
                    <a:lnTo>
                      <a:pt x="317" y="186"/>
                    </a:lnTo>
                    <a:lnTo>
                      <a:pt x="317" y="186"/>
                    </a:lnTo>
                    <a:lnTo>
                      <a:pt x="313" y="192"/>
                    </a:lnTo>
                    <a:lnTo>
                      <a:pt x="307" y="197"/>
                    </a:lnTo>
                    <a:lnTo>
                      <a:pt x="302" y="200"/>
                    </a:lnTo>
                    <a:lnTo>
                      <a:pt x="295" y="203"/>
                    </a:lnTo>
                    <a:lnTo>
                      <a:pt x="288" y="204"/>
                    </a:lnTo>
                    <a:lnTo>
                      <a:pt x="282" y="203"/>
                    </a:lnTo>
                    <a:lnTo>
                      <a:pt x="276" y="201"/>
                    </a:lnTo>
                    <a:lnTo>
                      <a:pt x="269" y="199"/>
                    </a:lnTo>
                    <a:lnTo>
                      <a:pt x="0" y="1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sp>
          <p:nvSpPr>
            <p:cNvPr id="158" name="Freeform 151">
              <a:extLst>
                <a:ext uri="{FF2B5EF4-FFF2-40B4-BE49-F238E27FC236}">
                  <a16:creationId xmlns:a16="http://schemas.microsoft.com/office/drawing/2014/main" id="{C629A999-0E65-4B01-AA3D-A348A15855EF}"/>
                </a:ext>
              </a:extLst>
            </p:cNvPr>
            <p:cNvSpPr>
              <a:spLocks noEditPoints="1"/>
            </p:cNvSpPr>
            <p:nvPr/>
          </p:nvSpPr>
          <p:spPr bwMode="auto">
            <a:xfrm>
              <a:off x="595912" y="3734687"/>
              <a:ext cx="380377" cy="661055"/>
            </a:xfrm>
            <a:custGeom>
              <a:avLst/>
              <a:gdLst>
                <a:gd name="T0" fmla="*/ 144 w 240"/>
                <a:gd name="T1" fmla="*/ 352 h 416"/>
                <a:gd name="T2" fmla="*/ 154 w 240"/>
                <a:gd name="T3" fmla="*/ 354 h 416"/>
                <a:gd name="T4" fmla="*/ 164 w 240"/>
                <a:gd name="T5" fmla="*/ 359 h 416"/>
                <a:gd name="T6" fmla="*/ 171 w 240"/>
                <a:gd name="T7" fmla="*/ 366 h 416"/>
                <a:gd name="T8" fmla="*/ 175 w 240"/>
                <a:gd name="T9" fmla="*/ 375 h 416"/>
                <a:gd name="T10" fmla="*/ 176 w 240"/>
                <a:gd name="T11" fmla="*/ 382 h 416"/>
                <a:gd name="T12" fmla="*/ 175 w 240"/>
                <a:gd name="T13" fmla="*/ 394 h 416"/>
                <a:gd name="T14" fmla="*/ 168 w 240"/>
                <a:gd name="T15" fmla="*/ 405 h 416"/>
                <a:gd name="T16" fmla="*/ 158 w 240"/>
                <a:gd name="T17" fmla="*/ 413 h 416"/>
                <a:gd name="T18" fmla="*/ 152 w 240"/>
                <a:gd name="T19" fmla="*/ 415 h 416"/>
                <a:gd name="T20" fmla="*/ 144 w 240"/>
                <a:gd name="T21" fmla="*/ 352 h 416"/>
                <a:gd name="T22" fmla="*/ 144 w 240"/>
                <a:gd name="T23" fmla="*/ 325 h 416"/>
                <a:gd name="T24" fmla="*/ 144 w 240"/>
                <a:gd name="T25" fmla="*/ 141 h 416"/>
                <a:gd name="T26" fmla="*/ 163 w 240"/>
                <a:gd name="T27" fmla="*/ 160 h 416"/>
                <a:gd name="T28" fmla="*/ 175 w 240"/>
                <a:gd name="T29" fmla="*/ 189 h 416"/>
                <a:gd name="T30" fmla="*/ 188 w 240"/>
                <a:gd name="T31" fmla="*/ 243 h 416"/>
                <a:gd name="T32" fmla="*/ 192 w 240"/>
                <a:gd name="T33" fmla="*/ 251 h 416"/>
                <a:gd name="T34" fmla="*/ 205 w 240"/>
                <a:gd name="T35" fmla="*/ 260 h 416"/>
                <a:gd name="T36" fmla="*/ 225 w 240"/>
                <a:gd name="T37" fmla="*/ 264 h 416"/>
                <a:gd name="T38" fmla="*/ 240 w 240"/>
                <a:gd name="T39" fmla="*/ 300 h 416"/>
                <a:gd name="T40" fmla="*/ 135 w 240"/>
                <a:gd name="T41" fmla="*/ 352 h 416"/>
                <a:gd name="T42" fmla="*/ 144 w 240"/>
                <a:gd name="T43" fmla="*/ 352 h 416"/>
                <a:gd name="T44" fmla="*/ 144 w 240"/>
                <a:gd name="T45" fmla="*/ 416 h 416"/>
                <a:gd name="T46" fmla="*/ 134 w 240"/>
                <a:gd name="T47" fmla="*/ 415 h 416"/>
                <a:gd name="T48" fmla="*/ 125 w 240"/>
                <a:gd name="T49" fmla="*/ 409 h 416"/>
                <a:gd name="T50" fmla="*/ 118 w 240"/>
                <a:gd name="T51" fmla="*/ 403 h 416"/>
                <a:gd name="T52" fmla="*/ 112 w 240"/>
                <a:gd name="T53" fmla="*/ 392 h 416"/>
                <a:gd name="T54" fmla="*/ 112 w 240"/>
                <a:gd name="T55" fmla="*/ 386 h 416"/>
                <a:gd name="T56" fmla="*/ 114 w 240"/>
                <a:gd name="T57" fmla="*/ 374 h 416"/>
                <a:gd name="T58" fmla="*/ 121 w 240"/>
                <a:gd name="T59" fmla="*/ 363 h 416"/>
                <a:gd name="T60" fmla="*/ 130 w 240"/>
                <a:gd name="T61" fmla="*/ 355 h 416"/>
                <a:gd name="T62" fmla="*/ 135 w 240"/>
                <a:gd name="T63" fmla="*/ 352 h 416"/>
                <a:gd name="T64" fmla="*/ 144 w 240"/>
                <a:gd name="T65" fmla="*/ 141 h 416"/>
                <a:gd name="T66" fmla="*/ 122 w 240"/>
                <a:gd name="T67" fmla="*/ 130 h 416"/>
                <a:gd name="T68" fmla="*/ 98 w 240"/>
                <a:gd name="T69" fmla="*/ 126 h 416"/>
                <a:gd name="T70" fmla="*/ 69 w 240"/>
                <a:gd name="T71" fmla="*/ 19 h 416"/>
                <a:gd name="T72" fmla="*/ 65 w 240"/>
                <a:gd name="T73" fmla="*/ 10 h 416"/>
                <a:gd name="T74" fmla="*/ 58 w 240"/>
                <a:gd name="T75" fmla="*/ 4 h 416"/>
                <a:gd name="T76" fmla="*/ 49 w 240"/>
                <a:gd name="T77" fmla="*/ 0 h 416"/>
                <a:gd name="T78" fmla="*/ 39 w 240"/>
                <a:gd name="T79" fmla="*/ 2 h 416"/>
                <a:gd name="T80" fmla="*/ 34 w 240"/>
                <a:gd name="T81" fmla="*/ 3 h 416"/>
                <a:gd name="T82" fmla="*/ 26 w 240"/>
                <a:gd name="T83" fmla="*/ 10 h 416"/>
                <a:gd name="T84" fmla="*/ 22 w 240"/>
                <a:gd name="T85" fmla="*/ 18 h 416"/>
                <a:gd name="T86" fmla="*/ 20 w 240"/>
                <a:gd name="T87" fmla="*/ 27 h 416"/>
                <a:gd name="T88" fmla="*/ 49 w 240"/>
                <a:gd name="T89" fmla="*/ 139 h 416"/>
                <a:gd name="T90" fmla="*/ 38 w 240"/>
                <a:gd name="T91" fmla="*/ 145 h 416"/>
                <a:gd name="T92" fmla="*/ 20 w 240"/>
                <a:gd name="T93" fmla="*/ 164 h 416"/>
                <a:gd name="T94" fmla="*/ 11 w 240"/>
                <a:gd name="T95" fmla="*/ 187 h 416"/>
                <a:gd name="T96" fmla="*/ 8 w 240"/>
                <a:gd name="T97" fmla="*/ 216 h 416"/>
                <a:gd name="T98" fmla="*/ 11 w 240"/>
                <a:gd name="T99" fmla="*/ 232 h 416"/>
                <a:gd name="T100" fmla="*/ 26 w 240"/>
                <a:gd name="T101" fmla="*/ 285 h 416"/>
                <a:gd name="T102" fmla="*/ 26 w 240"/>
                <a:gd name="T103" fmla="*/ 294 h 416"/>
                <a:gd name="T104" fmla="*/ 20 w 240"/>
                <a:gd name="T105" fmla="*/ 308 h 416"/>
                <a:gd name="T106" fmla="*/ 5 w 240"/>
                <a:gd name="T107" fmla="*/ 321 h 416"/>
                <a:gd name="T108" fmla="*/ 10 w 240"/>
                <a:gd name="T109" fmla="*/ 361 h 416"/>
                <a:gd name="T110" fmla="*/ 144 w 240"/>
                <a:gd name="T111" fmla="*/ 141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40" h="416">
                  <a:moveTo>
                    <a:pt x="144" y="352"/>
                  </a:moveTo>
                  <a:lnTo>
                    <a:pt x="144" y="352"/>
                  </a:lnTo>
                  <a:lnTo>
                    <a:pt x="149" y="352"/>
                  </a:lnTo>
                  <a:lnTo>
                    <a:pt x="154" y="354"/>
                  </a:lnTo>
                  <a:lnTo>
                    <a:pt x="160" y="355"/>
                  </a:lnTo>
                  <a:lnTo>
                    <a:pt x="164" y="359"/>
                  </a:lnTo>
                  <a:lnTo>
                    <a:pt x="168" y="362"/>
                  </a:lnTo>
                  <a:lnTo>
                    <a:pt x="171" y="366"/>
                  </a:lnTo>
                  <a:lnTo>
                    <a:pt x="173" y="371"/>
                  </a:lnTo>
                  <a:lnTo>
                    <a:pt x="175" y="375"/>
                  </a:lnTo>
                  <a:lnTo>
                    <a:pt x="175" y="375"/>
                  </a:lnTo>
                  <a:lnTo>
                    <a:pt x="176" y="382"/>
                  </a:lnTo>
                  <a:lnTo>
                    <a:pt x="176" y="389"/>
                  </a:lnTo>
                  <a:lnTo>
                    <a:pt x="175" y="394"/>
                  </a:lnTo>
                  <a:lnTo>
                    <a:pt x="172" y="400"/>
                  </a:lnTo>
                  <a:lnTo>
                    <a:pt x="168" y="405"/>
                  </a:lnTo>
                  <a:lnTo>
                    <a:pt x="164" y="409"/>
                  </a:lnTo>
                  <a:lnTo>
                    <a:pt x="158" y="413"/>
                  </a:lnTo>
                  <a:lnTo>
                    <a:pt x="152" y="415"/>
                  </a:lnTo>
                  <a:lnTo>
                    <a:pt x="152" y="415"/>
                  </a:lnTo>
                  <a:lnTo>
                    <a:pt x="144" y="416"/>
                  </a:lnTo>
                  <a:lnTo>
                    <a:pt x="144" y="352"/>
                  </a:lnTo>
                  <a:lnTo>
                    <a:pt x="144" y="352"/>
                  </a:lnTo>
                  <a:close/>
                  <a:moveTo>
                    <a:pt x="144" y="325"/>
                  </a:moveTo>
                  <a:lnTo>
                    <a:pt x="144" y="141"/>
                  </a:lnTo>
                  <a:lnTo>
                    <a:pt x="144" y="141"/>
                  </a:lnTo>
                  <a:lnTo>
                    <a:pt x="154" y="149"/>
                  </a:lnTo>
                  <a:lnTo>
                    <a:pt x="163" y="160"/>
                  </a:lnTo>
                  <a:lnTo>
                    <a:pt x="169" y="174"/>
                  </a:lnTo>
                  <a:lnTo>
                    <a:pt x="175" y="189"/>
                  </a:lnTo>
                  <a:lnTo>
                    <a:pt x="175" y="189"/>
                  </a:lnTo>
                  <a:lnTo>
                    <a:pt x="188" y="243"/>
                  </a:lnTo>
                  <a:lnTo>
                    <a:pt x="188" y="243"/>
                  </a:lnTo>
                  <a:lnTo>
                    <a:pt x="192" y="251"/>
                  </a:lnTo>
                  <a:lnTo>
                    <a:pt x="198" y="256"/>
                  </a:lnTo>
                  <a:lnTo>
                    <a:pt x="205" y="260"/>
                  </a:lnTo>
                  <a:lnTo>
                    <a:pt x="211" y="263"/>
                  </a:lnTo>
                  <a:lnTo>
                    <a:pt x="225" y="264"/>
                  </a:lnTo>
                  <a:lnTo>
                    <a:pt x="230" y="264"/>
                  </a:lnTo>
                  <a:lnTo>
                    <a:pt x="240" y="300"/>
                  </a:lnTo>
                  <a:lnTo>
                    <a:pt x="144" y="325"/>
                  </a:lnTo>
                  <a:close/>
                  <a:moveTo>
                    <a:pt x="135" y="352"/>
                  </a:moveTo>
                  <a:lnTo>
                    <a:pt x="135" y="352"/>
                  </a:lnTo>
                  <a:lnTo>
                    <a:pt x="144" y="352"/>
                  </a:lnTo>
                  <a:lnTo>
                    <a:pt x="144" y="416"/>
                  </a:lnTo>
                  <a:lnTo>
                    <a:pt x="144" y="416"/>
                  </a:lnTo>
                  <a:lnTo>
                    <a:pt x="138" y="416"/>
                  </a:lnTo>
                  <a:lnTo>
                    <a:pt x="134" y="415"/>
                  </a:lnTo>
                  <a:lnTo>
                    <a:pt x="129" y="412"/>
                  </a:lnTo>
                  <a:lnTo>
                    <a:pt x="125" y="409"/>
                  </a:lnTo>
                  <a:lnTo>
                    <a:pt x="121" y="407"/>
                  </a:lnTo>
                  <a:lnTo>
                    <a:pt x="118" y="403"/>
                  </a:lnTo>
                  <a:lnTo>
                    <a:pt x="115" y="397"/>
                  </a:lnTo>
                  <a:lnTo>
                    <a:pt x="112" y="392"/>
                  </a:lnTo>
                  <a:lnTo>
                    <a:pt x="112" y="392"/>
                  </a:lnTo>
                  <a:lnTo>
                    <a:pt x="112" y="386"/>
                  </a:lnTo>
                  <a:lnTo>
                    <a:pt x="112" y="380"/>
                  </a:lnTo>
                  <a:lnTo>
                    <a:pt x="114" y="374"/>
                  </a:lnTo>
                  <a:lnTo>
                    <a:pt x="117" y="367"/>
                  </a:lnTo>
                  <a:lnTo>
                    <a:pt x="121" y="363"/>
                  </a:lnTo>
                  <a:lnTo>
                    <a:pt x="125" y="359"/>
                  </a:lnTo>
                  <a:lnTo>
                    <a:pt x="130" y="355"/>
                  </a:lnTo>
                  <a:lnTo>
                    <a:pt x="135" y="352"/>
                  </a:lnTo>
                  <a:lnTo>
                    <a:pt x="135" y="352"/>
                  </a:lnTo>
                  <a:close/>
                  <a:moveTo>
                    <a:pt x="144" y="141"/>
                  </a:moveTo>
                  <a:lnTo>
                    <a:pt x="144" y="141"/>
                  </a:lnTo>
                  <a:lnTo>
                    <a:pt x="133" y="134"/>
                  </a:lnTo>
                  <a:lnTo>
                    <a:pt x="122" y="130"/>
                  </a:lnTo>
                  <a:lnTo>
                    <a:pt x="110" y="128"/>
                  </a:lnTo>
                  <a:lnTo>
                    <a:pt x="98" y="126"/>
                  </a:lnTo>
                  <a:lnTo>
                    <a:pt x="69" y="19"/>
                  </a:lnTo>
                  <a:lnTo>
                    <a:pt x="69" y="19"/>
                  </a:lnTo>
                  <a:lnTo>
                    <a:pt x="68" y="15"/>
                  </a:lnTo>
                  <a:lnTo>
                    <a:pt x="65" y="10"/>
                  </a:lnTo>
                  <a:lnTo>
                    <a:pt x="61" y="7"/>
                  </a:lnTo>
                  <a:lnTo>
                    <a:pt x="58" y="4"/>
                  </a:lnTo>
                  <a:lnTo>
                    <a:pt x="53" y="2"/>
                  </a:lnTo>
                  <a:lnTo>
                    <a:pt x="49" y="0"/>
                  </a:lnTo>
                  <a:lnTo>
                    <a:pt x="43" y="0"/>
                  </a:lnTo>
                  <a:lnTo>
                    <a:pt x="39" y="2"/>
                  </a:lnTo>
                  <a:lnTo>
                    <a:pt x="39" y="2"/>
                  </a:lnTo>
                  <a:lnTo>
                    <a:pt x="34" y="3"/>
                  </a:lnTo>
                  <a:lnTo>
                    <a:pt x="30" y="6"/>
                  </a:lnTo>
                  <a:lnTo>
                    <a:pt x="26" y="10"/>
                  </a:lnTo>
                  <a:lnTo>
                    <a:pt x="23" y="13"/>
                  </a:lnTo>
                  <a:lnTo>
                    <a:pt x="22" y="18"/>
                  </a:lnTo>
                  <a:lnTo>
                    <a:pt x="20" y="22"/>
                  </a:lnTo>
                  <a:lnTo>
                    <a:pt x="20" y="27"/>
                  </a:lnTo>
                  <a:lnTo>
                    <a:pt x="20" y="32"/>
                  </a:lnTo>
                  <a:lnTo>
                    <a:pt x="49" y="139"/>
                  </a:lnTo>
                  <a:lnTo>
                    <a:pt x="49" y="139"/>
                  </a:lnTo>
                  <a:lnTo>
                    <a:pt x="38" y="145"/>
                  </a:lnTo>
                  <a:lnTo>
                    <a:pt x="28" y="155"/>
                  </a:lnTo>
                  <a:lnTo>
                    <a:pt x="20" y="164"/>
                  </a:lnTo>
                  <a:lnTo>
                    <a:pt x="15" y="175"/>
                  </a:lnTo>
                  <a:lnTo>
                    <a:pt x="11" y="187"/>
                  </a:lnTo>
                  <a:lnTo>
                    <a:pt x="8" y="201"/>
                  </a:lnTo>
                  <a:lnTo>
                    <a:pt x="8" y="216"/>
                  </a:lnTo>
                  <a:lnTo>
                    <a:pt x="11" y="232"/>
                  </a:lnTo>
                  <a:lnTo>
                    <a:pt x="11" y="232"/>
                  </a:lnTo>
                  <a:lnTo>
                    <a:pt x="26" y="285"/>
                  </a:lnTo>
                  <a:lnTo>
                    <a:pt x="26" y="285"/>
                  </a:lnTo>
                  <a:lnTo>
                    <a:pt x="26" y="285"/>
                  </a:lnTo>
                  <a:lnTo>
                    <a:pt x="26" y="294"/>
                  </a:lnTo>
                  <a:lnTo>
                    <a:pt x="24" y="301"/>
                  </a:lnTo>
                  <a:lnTo>
                    <a:pt x="20" y="308"/>
                  </a:lnTo>
                  <a:lnTo>
                    <a:pt x="15" y="313"/>
                  </a:lnTo>
                  <a:lnTo>
                    <a:pt x="5" y="321"/>
                  </a:lnTo>
                  <a:lnTo>
                    <a:pt x="0" y="324"/>
                  </a:lnTo>
                  <a:lnTo>
                    <a:pt x="10" y="361"/>
                  </a:lnTo>
                  <a:lnTo>
                    <a:pt x="144" y="325"/>
                  </a:lnTo>
                  <a:lnTo>
                    <a:pt x="144" y="141"/>
                  </a:lnTo>
                  <a:close/>
                </a:path>
              </a:pathLst>
            </a:custGeom>
            <a:solidFill>
              <a:schemeClr val="accent4"/>
            </a:solidFill>
            <a:ln>
              <a:noFill/>
            </a:ln>
          </p:spPr>
          <p:txBody>
            <a:bodyPr lIns="91438" tIns="45719" rIns="91438" bIns="45719"/>
            <a:lstStyle/>
            <a:p>
              <a:pPr>
                <a:defRPr/>
              </a:pPr>
              <a:endParaRPr lang="zh-CN" altLang="en-US"/>
            </a:p>
          </p:txBody>
        </p:sp>
        <p:sp>
          <p:nvSpPr>
            <p:cNvPr id="159" name="Freeform 152">
              <a:extLst>
                <a:ext uri="{FF2B5EF4-FFF2-40B4-BE49-F238E27FC236}">
                  <a16:creationId xmlns:a16="http://schemas.microsoft.com/office/drawing/2014/main" id="{EFB13EDC-96C6-4819-A87D-566867109603}"/>
                </a:ext>
              </a:extLst>
            </p:cNvPr>
            <p:cNvSpPr>
              <a:spLocks noEditPoints="1"/>
            </p:cNvSpPr>
            <p:nvPr/>
          </p:nvSpPr>
          <p:spPr bwMode="auto">
            <a:xfrm>
              <a:off x="2968512" y="2871510"/>
              <a:ext cx="546792" cy="596852"/>
            </a:xfrm>
            <a:custGeom>
              <a:avLst/>
              <a:gdLst>
                <a:gd name="T0" fmla="*/ 268 w 345"/>
                <a:gd name="T1" fmla="*/ 172 h 375"/>
                <a:gd name="T2" fmla="*/ 258 w 345"/>
                <a:gd name="T3" fmla="*/ 130 h 375"/>
                <a:gd name="T4" fmla="*/ 264 w 345"/>
                <a:gd name="T5" fmla="*/ 252 h 375"/>
                <a:gd name="T6" fmla="*/ 296 w 345"/>
                <a:gd name="T7" fmla="*/ 291 h 375"/>
                <a:gd name="T8" fmla="*/ 281 w 345"/>
                <a:gd name="T9" fmla="*/ 295 h 375"/>
                <a:gd name="T10" fmla="*/ 281 w 345"/>
                <a:gd name="T11" fmla="*/ 50 h 375"/>
                <a:gd name="T12" fmla="*/ 296 w 345"/>
                <a:gd name="T13" fmla="*/ 53 h 375"/>
                <a:gd name="T14" fmla="*/ 264 w 345"/>
                <a:gd name="T15" fmla="*/ 94 h 375"/>
                <a:gd name="T16" fmla="*/ 284 w 345"/>
                <a:gd name="T17" fmla="*/ 172 h 375"/>
                <a:gd name="T18" fmla="*/ 336 w 345"/>
                <a:gd name="T19" fmla="*/ 164 h 375"/>
                <a:gd name="T20" fmla="*/ 344 w 345"/>
                <a:gd name="T21" fmla="*/ 176 h 375"/>
                <a:gd name="T22" fmla="*/ 289 w 345"/>
                <a:gd name="T23" fmla="*/ 180 h 375"/>
                <a:gd name="T24" fmla="*/ 173 w 345"/>
                <a:gd name="T25" fmla="*/ 77 h 375"/>
                <a:gd name="T26" fmla="*/ 243 w 345"/>
                <a:gd name="T27" fmla="*/ 108 h 375"/>
                <a:gd name="T28" fmla="*/ 245 w 345"/>
                <a:gd name="T29" fmla="*/ 236 h 375"/>
                <a:gd name="T30" fmla="*/ 222 w 345"/>
                <a:gd name="T31" fmla="*/ 345 h 375"/>
                <a:gd name="T32" fmla="*/ 178 w 345"/>
                <a:gd name="T33" fmla="*/ 375 h 375"/>
                <a:gd name="T34" fmla="*/ 207 w 345"/>
                <a:gd name="T35" fmla="*/ 242 h 375"/>
                <a:gd name="T36" fmla="*/ 238 w 345"/>
                <a:gd name="T37" fmla="*/ 211 h 375"/>
                <a:gd name="T38" fmla="*/ 248 w 345"/>
                <a:gd name="T39" fmla="*/ 157 h 375"/>
                <a:gd name="T40" fmla="*/ 203 w 345"/>
                <a:gd name="T41" fmla="*/ 103 h 375"/>
                <a:gd name="T42" fmla="*/ 173 w 345"/>
                <a:gd name="T43" fmla="*/ 77 h 375"/>
                <a:gd name="T44" fmla="*/ 250 w 345"/>
                <a:gd name="T45" fmla="*/ 91 h 375"/>
                <a:gd name="T46" fmla="*/ 258 w 345"/>
                <a:gd name="T47" fmla="*/ 73 h 375"/>
                <a:gd name="T48" fmla="*/ 250 w 345"/>
                <a:gd name="T49" fmla="*/ 255 h 375"/>
                <a:gd name="T50" fmla="*/ 258 w 345"/>
                <a:gd name="T51" fmla="*/ 249 h 375"/>
                <a:gd name="T52" fmla="*/ 180 w 345"/>
                <a:gd name="T53" fmla="*/ 6 h 375"/>
                <a:gd name="T54" fmla="*/ 176 w 345"/>
                <a:gd name="T55" fmla="*/ 60 h 375"/>
                <a:gd name="T56" fmla="*/ 157 w 345"/>
                <a:gd name="T57" fmla="*/ 374 h 375"/>
                <a:gd name="T58" fmla="*/ 120 w 345"/>
                <a:gd name="T59" fmla="*/ 337 h 375"/>
                <a:gd name="T60" fmla="*/ 93 w 345"/>
                <a:gd name="T61" fmla="*/ 224 h 375"/>
                <a:gd name="T62" fmla="*/ 111 w 345"/>
                <a:gd name="T63" fmla="*/ 100 h 375"/>
                <a:gd name="T64" fmla="*/ 173 w 345"/>
                <a:gd name="T65" fmla="*/ 96 h 375"/>
                <a:gd name="T66" fmla="*/ 119 w 345"/>
                <a:gd name="T67" fmla="*/ 119 h 375"/>
                <a:gd name="T68" fmla="*/ 97 w 345"/>
                <a:gd name="T69" fmla="*/ 183 h 375"/>
                <a:gd name="T70" fmla="*/ 126 w 345"/>
                <a:gd name="T71" fmla="*/ 232 h 375"/>
                <a:gd name="T72" fmla="*/ 139 w 345"/>
                <a:gd name="T73" fmla="*/ 290 h 375"/>
                <a:gd name="T74" fmla="*/ 173 w 345"/>
                <a:gd name="T75" fmla="*/ 60 h 375"/>
                <a:gd name="T76" fmla="*/ 164 w 345"/>
                <a:gd name="T77" fmla="*/ 54 h 375"/>
                <a:gd name="T78" fmla="*/ 169 w 345"/>
                <a:gd name="T79" fmla="*/ 0 h 375"/>
                <a:gd name="T80" fmla="*/ 93 w 345"/>
                <a:gd name="T81" fmla="*/ 264 h 375"/>
                <a:gd name="T82" fmla="*/ 93 w 345"/>
                <a:gd name="T83" fmla="*/ 252 h 375"/>
                <a:gd name="T84" fmla="*/ 86 w 345"/>
                <a:gd name="T85" fmla="*/ 96 h 375"/>
                <a:gd name="T86" fmla="*/ 94 w 345"/>
                <a:gd name="T87" fmla="*/ 84 h 375"/>
                <a:gd name="T88" fmla="*/ 82 w 345"/>
                <a:gd name="T89" fmla="*/ 203 h 375"/>
                <a:gd name="T90" fmla="*/ 80 w 345"/>
                <a:gd name="T91" fmla="*/ 152 h 375"/>
                <a:gd name="T92" fmla="*/ 86 w 345"/>
                <a:gd name="T93" fmla="*/ 96 h 375"/>
                <a:gd name="T94" fmla="*/ 50 w 345"/>
                <a:gd name="T95" fmla="*/ 64 h 375"/>
                <a:gd name="T96" fmla="*/ 53 w 345"/>
                <a:gd name="T97" fmla="*/ 49 h 375"/>
                <a:gd name="T98" fmla="*/ 86 w 345"/>
                <a:gd name="T99" fmla="*/ 249 h 375"/>
                <a:gd name="T100" fmla="*/ 53 w 345"/>
                <a:gd name="T101" fmla="*/ 297 h 375"/>
                <a:gd name="T102" fmla="*/ 50 w 345"/>
                <a:gd name="T103" fmla="*/ 282 h 375"/>
                <a:gd name="T104" fmla="*/ 86 w 345"/>
                <a:gd name="T105" fmla="*/ 249 h 375"/>
                <a:gd name="T106" fmla="*/ 57 w 345"/>
                <a:gd name="T107" fmla="*/ 167 h 375"/>
                <a:gd name="T108" fmla="*/ 54 w 345"/>
                <a:gd name="T109" fmla="*/ 180 h 375"/>
                <a:gd name="T110" fmla="*/ 0 w 345"/>
                <a:gd name="T111" fmla="*/ 176 h 375"/>
                <a:gd name="T112" fmla="*/ 8 w 345"/>
                <a:gd name="T113" fmla="*/ 164 h 3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45" h="375">
                  <a:moveTo>
                    <a:pt x="258" y="130"/>
                  </a:moveTo>
                  <a:lnTo>
                    <a:pt x="258" y="130"/>
                  </a:lnTo>
                  <a:lnTo>
                    <a:pt x="262" y="141"/>
                  </a:lnTo>
                  <a:lnTo>
                    <a:pt x="266" y="150"/>
                  </a:lnTo>
                  <a:lnTo>
                    <a:pt x="268" y="161"/>
                  </a:lnTo>
                  <a:lnTo>
                    <a:pt x="268" y="172"/>
                  </a:lnTo>
                  <a:lnTo>
                    <a:pt x="268" y="172"/>
                  </a:lnTo>
                  <a:lnTo>
                    <a:pt x="268" y="184"/>
                  </a:lnTo>
                  <a:lnTo>
                    <a:pt x="266" y="194"/>
                  </a:lnTo>
                  <a:lnTo>
                    <a:pt x="262" y="205"/>
                  </a:lnTo>
                  <a:lnTo>
                    <a:pt x="258" y="214"/>
                  </a:lnTo>
                  <a:lnTo>
                    <a:pt x="258" y="130"/>
                  </a:lnTo>
                  <a:lnTo>
                    <a:pt x="258" y="130"/>
                  </a:lnTo>
                  <a:close/>
                  <a:moveTo>
                    <a:pt x="258" y="272"/>
                  </a:moveTo>
                  <a:lnTo>
                    <a:pt x="258" y="249"/>
                  </a:lnTo>
                  <a:lnTo>
                    <a:pt x="258" y="249"/>
                  </a:lnTo>
                  <a:lnTo>
                    <a:pt x="261" y="251"/>
                  </a:lnTo>
                  <a:lnTo>
                    <a:pt x="264" y="252"/>
                  </a:lnTo>
                  <a:lnTo>
                    <a:pt x="264" y="252"/>
                  </a:lnTo>
                  <a:lnTo>
                    <a:pt x="295" y="282"/>
                  </a:lnTo>
                  <a:lnTo>
                    <a:pt x="295" y="282"/>
                  </a:lnTo>
                  <a:lnTo>
                    <a:pt x="296" y="286"/>
                  </a:lnTo>
                  <a:lnTo>
                    <a:pt x="296" y="289"/>
                  </a:lnTo>
                  <a:lnTo>
                    <a:pt x="296" y="291"/>
                  </a:lnTo>
                  <a:lnTo>
                    <a:pt x="295" y="295"/>
                  </a:lnTo>
                  <a:lnTo>
                    <a:pt x="295" y="295"/>
                  </a:lnTo>
                  <a:lnTo>
                    <a:pt x="291" y="297"/>
                  </a:lnTo>
                  <a:lnTo>
                    <a:pt x="288" y="298"/>
                  </a:lnTo>
                  <a:lnTo>
                    <a:pt x="284" y="297"/>
                  </a:lnTo>
                  <a:lnTo>
                    <a:pt x="281" y="295"/>
                  </a:lnTo>
                  <a:lnTo>
                    <a:pt x="258" y="272"/>
                  </a:lnTo>
                  <a:lnTo>
                    <a:pt x="258" y="272"/>
                  </a:lnTo>
                  <a:close/>
                  <a:moveTo>
                    <a:pt x="258" y="96"/>
                  </a:moveTo>
                  <a:lnTo>
                    <a:pt x="258" y="73"/>
                  </a:lnTo>
                  <a:lnTo>
                    <a:pt x="281" y="50"/>
                  </a:lnTo>
                  <a:lnTo>
                    <a:pt x="281" y="50"/>
                  </a:lnTo>
                  <a:lnTo>
                    <a:pt x="284" y="49"/>
                  </a:lnTo>
                  <a:lnTo>
                    <a:pt x="288" y="48"/>
                  </a:lnTo>
                  <a:lnTo>
                    <a:pt x="291" y="49"/>
                  </a:lnTo>
                  <a:lnTo>
                    <a:pt x="295" y="50"/>
                  </a:lnTo>
                  <a:lnTo>
                    <a:pt x="295" y="50"/>
                  </a:lnTo>
                  <a:lnTo>
                    <a:pt x="296" y="53"/>
                  </a:lnTo>
                  <a:lnTo>
                    <a:pt x="296" y="57"/>
                  </a:lnTo>
                  <a:lnTo>
                    <a:pt x="296" y="60"/>
                  </a:lnTo>
                  <a:lnTo>
                    <a:pt x="295" y="64"/>
                  </a:lnTo>
                  <a:lnTo>
                    <a:pt x="264" y="94"/>
                  </a:lnTo>
                  <a:lnTo>
                    <a:pt x="264" y="94"/>
                  </a:lnTo>
                  <a:lnTo>
                    <a:pt x="264" y="94"/>
                  </a:lnTo>
                  <a:lnTo>
                    <a:pt x="261" y="95"/>
                  </a:lnTo>
                  <a:lnTo>
                    <a:pt x="258" y="96"/>
                  </a:lnTo>
                  <a:lnTo>
                    <a:pt x="258" y="96"/>
                  </a:lnTo>
                  <a:close/>
                  <a:moveTo>
                    <a:pt x="284" y="172"/>
                  </a:moveTo>
                  <a:lnTo>
                    <a:pt x="284" y="172"/>
                  </a:lnTo>
                  <a:lnTo>
                    <a:pt x="284" y="172"/>
                  </a:lnTo>
                  <a:lnTo>
                    <a:pt x="285" y="169"/>
                  </a:lnTo>
                  <a:lnTo>
                    <a:pt x="287" y="167"/>
                  </a:lnTo>
                  <a:lnTo>
                    <a:pt x="289" y="164"/>
                  </a:lnTo>
                  <a:lnTo>
                    <a:pt x="294" y="164"/>
                  </a:lnTo>
                  <a:lnTo>
                    <a:pt x="336" y="164"/>
                  </a:lnTo>
                  <a:lnTo>
                    <a:pt x="336" y="164"/>
                  </a:lnTo>
                  <a:lnTo>
                    <a:pt x="340" y="164"/>
                  </a:lnTo>
                  <a:lnTo>
                    <a:pt x="342" y="167"/>
                  </a:lnTo>
                  <a:lnTo>
                    <a:pt x="344" y="169"/>
                  </a:lnTo>
                  <a:lnTo>
                    <a:pt x="345" y="172"/>
                  </a:lnTo>
                  <a:lnTo>
                    <a:pt x="345" y="172"/>
                  </a:lnTo>
                  <a:lnTo>
                    <a:pt x="344" y="176"/>
                  </a:lnTo>
                  <a:lnTo>
                    <a:pt x="342" y="179"/>
                  </a:lnTo>
                  <a:lnTo>
                    <a:pt x="340" y="180"/>
                  </a:lnTo>
                  <a:lnTo>
                    <a:pt x="336" y="182"/>
                  </a:lnTo>
                  <a:lnTo>
                    <a:pt x="294" y="182"/>
                  </a:lnTo>
                  <a:lnTo>
                    <a:pt x="294" y="182"/>
                  </a:lnTo>
                  <a:lnTo>
                    <a:pt x="289" y="180"/>
                  </a:lnTo>
                  <a:lnTo>
                    <a:pt x="287" y="179"/>
                  </a:lnTo>
                  <a:lnTo>
                    <a:pt x="285" y="176"/>
                  </a:lnTo>
                  <a:lnTo>
                    <a:pt x="284" y="172"/>
                  </a:lnTo>
                  <a:lnTo>
                    <a:pt x="284" y="172"/>
                  </a:lnTo>
                  <a:close/>
                  <a:moveTo>
                    <a:pt x="173" y="77"/>
                  </a:moveTo>
                  <a:lnTo>
                    <a:pt x="173" y="77"/>
                  </a:lnTo>
                  <a:lnTo>
                    <a:pt x="187" y="79"/>
                  </a:lnTo>
                  <a:lnTo>
                    <a:pt x="200" y="81"/>
                  </a:lnTo>
                  <a:lnTo>
                    <a:pt x="212" y="85"/>
                  </a:lnTo>
                  <a:lnTo>
                    <a:pt x="224" y="92"/>
                  </a:lnTo>
                  <a:lnTo>
                    <a:pt x="235" y="100"/>
                  </a:lnTo>
                  <a:lnTo>
                    <a:pt x="243" y="108"/>
                  </a:lnTo>
                  <a:lnTo>
                    <a:pt x="252" y="119"/>
                  </a:lnTo>
                  <a:lnTo>
                    <a:pt x="258" y="130"/>
                  </a:lnTo>
                  <a:lnTo>
                    <a:pt x="258" y="214"/>
                  </a:lnTo>
                  <a:lnTo>
                    <a:pt x="258" y="214"/>
                  </a:lnTo>
                  <a:lnTo>
                    <a:pt x="252" y="225"/>
                  </a:lnTo>
                  <a:lnTo>
                    <a:pt x="245" y="236"/>
                  </a:lnTo>
                  <a:lnTo>
                    <a:pt x="235" y="245"/>
                  </a:lnTo>
                  <a:lnTo>
                    <a:pt x="224" y="252"/>
                  </a:lnTo>
                  <a:lnTo>
                    <a:pt x="224" y="328"/>
                  </a:lnTo>
                  <a:lnTo>
                    <a:pt x="224" y="328"/>
                  </a:lnTo>
                  <a:lnTo>
                    <a:pt x="224" y="337"/>
                  </a:lnTo>
                  <a:lnTo>
                    <a:pt x="222" y="345"/>
                  </a:lnTo>
                  <a:lnTo>
                    <a:pt x="216" y="354"/>
                  </a:lnTo>
                  <a:lnTo>
                    <a:pt x="211" y="360"/>
                  </a:lnTo>
                  <a:lnTo>
                    <a:pt x="204" y="367"/>
                  </a:lnTo>
                  <a:lnTo>
                    <a:pt x="196" y="371"/>
                  </a:lnTo>
                  <a:lnTo>
                    <a:pt x="188" y="374"/>
                  </a:lnTo>
                  <a:lnTo>
                    <a:pt x="178" y="375"/>
                  </a:lnTo>
                  <a:lnTo>
                    <a:pt x="173" y="375"/>
                  </a:lnTo>
                  <a:lnTo>
                    <a:pt x="173" y="290"/>
                  </a:lnTo>
                  <a:lnTo>
                    <a:pt x="206" y="290"/>
                  </a:lnTo>
                  <a:lnTo>
                    <a:pt x="206" y="247"/>
                  </a:lnTo>
                  <a:lnTo>
                    <a:pt x="206" y="247"/>
                  </a:lnTo>
                  <a:lnTo>
                    <a:pt x="207" y="242"/>
                  </a:lnTo>
                  <a:lnTo>
                    <a:pt x="211" y="238"/>
                  </a:lnTo>
                  <a:lnTo>
                    <a:pt x="211" y="238"/>
                  </a:lnTo>
                  <a:lnTo>
                    <a:pt x="219" y="233"/>
                  </a:lnTo>
                  <a:lnTo>
                    <a:pt x="226" y="226"/>
                  </a:lnTo>
                  <a:lnTo>
                    <a:pt x="233" y="219"/>
                  </a:lnTo>
                  <a:lnTo>
                    <a:pt x="238" y="211"/>
                  </a:lnTo>
                  <a:lnTo>
                    <a:pt x="242" y="202"/>
                  </a:lnTo>
                  <a:lnTo>
                    <a:pt x="246" y="192"/>
                  </a:lnTo>
                  <a:lnTo>
                    <a:pt x="248" y="183"/>
                  </a:lnTo>
                  <a:lnTo>
                    <a:pt x="249" y="172"/>
                  </a:lnTo>
                  <a:lnTo>
                    <a:pt x="249" y="172"/>
                  </a:lnTo>
                  <a:lnTo>
                    <a:pt x="248" y="157"/>
                  </a:lnTo>
                  <a:lnTo>
                    <a:pt x="242" y="144"/>
                  </a:lnTo>
                  <a:lnTo>
                    <a:pt x="235" y="130"/>
                  </a:lnTo>
                  <a:lnTo>
                    <a:pt x="226" y="119"/>
                  </a:lnTo>
                  <a:lnTo>
                    <a:pt x="226" y="119"/>
                  </a:lnTo>
                  <a:lnTo>
                    <a:pt x="215" y="110"/>
                  </a:lnTo>
                  <a:lnTo>
                    <a:pt x="203" y="103"/>
                  </a:lnTo>
                  <a:lnTo>
                    <a:pt x="188" y="99"/>
                  </a:lnTo>
                  <a:lnTo>
                    <a:pt x="173" y="96"/>
                  </a:lnTo>
                  <a:lnTo>
                    <a:pt x="173" y="96"/>
                  </a:lnTo>
                  <a:lnTo>
                    <a:pt x="173" y="77"/>
                  </a:lnTo>
                  <a:lnTo>
                    <a:pt x="173" y="77"/>
                  </a:lnTo>
                  <a:lnTo>
                    <a:pt x="173" y="77"/>
                  </a:lnTo>
                  <a:close/>
                  <a:moveTo>
                    <a:pt x="258" y="73"/>
                  </a:moveTo>
                  <a:lnTo>
                    <a:pt x="252" y="81"/>
                  </a:lnTo>
                  <a:lnTo>
                    <a:pt x="252" y="81"/>
                  </a:lnTo>
                  <a:lnTo>
                    <a:pt x="250" y="84"/>
                  </a:lnTo>
                  <a:lnTo>
                    <a:pt x="249" y="87"/>
                  </a:lnTo>
                  <a:lnTo>
                    <a:pt x="250" y="91"/>
                  </a:lnTo>
                  <a:lnTo>
                    <a:pt x="252" y="94"/>
                  </a:lnTo>
                  <a:lnTo>
                    <a:pt x="252" y="94"/>
                  </a:lnTo>
                  <a:lnTo>
                    <a:pt x="254" y="95"/>
                  </a:lnTo>
                  <a:lnTo>
                    <a:pt x="258" y="96"/>
                  </a:lnTo>
                  <a:lnTo>
                    <a:pt x="258" y="73"/>
                  </a:lnTo>
                  <a:lnTo>
                    <a:pt x="258" y="73"/>
                  </a:lnTo>
                  <a:close/>
                  <a:moveTo>
                    <a:pt x="258" y="249"/>
                  </a:moveTo>
                  <a:lnTo>
                    <a:pt x="258" y="249"/>
                  </a:lnTo>
                  <a:lnTo>
                    <a:pt x="254" y="251"/>
                  </a:lnTo>
                  <a:lnTo>
                    <a:pt x="252" y="252"/>
                  </a:lnTo>
                  <a:lnTo>
                    <a:pt x="252" y="252"/>
                  </a:lnTo>
                  <a:lnTo>
                    <a:pt x="250" y="255"/>
                  </a:lnTo>
                  <a:lnTo>
                    <a:pt x="249" y="259"/>
                  </a:lnTo>
                  <a:lnTo>
                    <a:pt x="250" y="261"/>
                  </a:lnTo>
                  <a:lnTo>
                    <a:pt x="252" y="264"/>
                  </a:lnTo>
                  <a:lnTo>
                    <a:pt x="258" y="272"/>
                  </a:lnTo>
                  <a:lnTo>
                    <a:pt x="258" y="249"/>
                  </a:lnTo>
                  <a:lnTo>
                    <a:pt x="258" y="249"/>
                  </a:lnTo>
                  <a:close/>
                  <a:moveTo>
                    <a:pt x="173" y="60"/>
                  </a:moveTo>
                  <a:lnTo>
                    <a:pt x="173" y="0"/>
                  </a:lnTo>
                  <a:lnTo>
                    <a:pt x="173" y="0"/>
                  </a:lnTo>
                  <a:lnTo>
                    <a:pt x="176" y="1"/>
                  </a:lnTo>
                  <a:lnTo>
                    <a:pt x="178" y="3"/>
                  </a:lnTo>
                  <a:lnTo>
                    <a:pt x="180" y="6"/>
                  </a:lnTo>
                  <a:lnTo>
                    <a:pt x="181" y="8"/>
                  </a:lnTo>
                  <a:lnTo>
                    <a:pt x="181" y="52"/>
                  </a:lnTo>
                  <a:lnTo>
                    <a:pt x="181" y="52"/>
                  </a:lnTo>
                  <a:lnTo>
                    <a:pt x="180" y="54"/>
                  </a:lnTo>
                  <a:lnTo>
                    <a:pt x="178" y="57"/>
                  </a:lnTo>
                  <a:lnTo>
                    <a:pt x="176" y="60"/>
                  </a:lnTo>
                  <a:lnTo>
                    <a:pt x="173" y="60"/>
                  </a:lnTo>
                  <a:lnTo>
                    <a:pt x="173" y="60"/>
                  </a:lnTo>
                  <a:close/>
                  <a:moveTo>
                    <a:pt x="173" y="375"/>
                  </a:moveTo>
                  <a:lnTo>
                    <a:pt x="166" y="375"/>
                  </a:lnTo>
                  <a:lnTo>
                    <a:pt x="166" y="375"/>
                  </a:lnTo>
                  <a:lnTo>
                    <a:pt x="157" y="374"/>
                  </a:lnTo>
                  <a:lnTo>
                    <a:pt x="147" y="371"/>
                  </a:lnTo>
                  <a:lnTo>
                    <a:pt x="139" y="367"/>
                  </a:lnTo>
                  <a:lnTo>
                    <a:pt x="132" y="360"/>
                  </a:lnTo>
                  <a:lnTo>
                    <a:pt x="127" y="354"/>
                  </a:lnTo>
                  <a:lnTo>
                    <a:pt x="123" y="345"/>
                  </a:lnTo>
                  <a:lnTo>
                    <a:pt x="120" y="337"/>
                  </a:lnTo>
                  <a:lnTo>
                    <a:pt x="119" y="328"/>
                  </a:lnTo>
                  <a:lnTo>
                    <a:pt x="119" y="252"/>
                  </a:lnTo>
                  <a:lnTo>
                    <a:pt x="119" y="252"/>
                  </a:lnTo>
                  <a:lnTo>
                    <a:pt x="109" y="244"/>
                  </a:lnTo>
                  <a:lnTo>
                    <a:pt x="100" y="234"/>
                  </a:lnTo>
                  <a:lnTo>
                    <a:pt x="93" y="224"/>
                  </a:lnTo>
                  <a:lnTo>
                    <a:pt x="86" y="213"/>
                  </a:lnTo>
                  <a:lnTo>
                    <a:pt x="86" y="131"/>
                  </a:lnTo>
                  <a:lnTo>
                    <a:pt x="86" y="131"/>
                  </a:lnTo>
                  <a:lnTo>
                    <a:pt x="93" y="121"/>
                  </a:lnTo>
                  <a:lnTo>
                    <a:pt x="101" y="110"/>
                  </a:lnTo>
                  <a:lnTo>
                    <a:pt x="111" y="100"/>
                  </a:lnTo>
                  <a:lnTo>
                    <a:pt x="122" y="92"/>
                  </a:lnTo>
                  <a:lnTo>
                    <a:pt x="132" y="85"/>
                  </a:lnTo>
                  <a:lnTo>
                    <a:pt x="146" y="81"/>
                  </a:lnTo>
                  <a:lnTo>
                    <a:pt x="158" y="79"/>
                  </a:lnTo>
                  <a:lnTo>
                    <a:pt x="173" y="77"/>
                  </a:lnTo>
                  <a:lnTo>
                    <a:pt x="173" y="96"/>
                  </a:lnTo>
                  <a:lnTo>
                    <a:pt x="173" y="96"/>
                  </a:lnTo>
                  <a:lnTo>
                    <a:pt x="158" y="99"/>
                  </a:lnTo>
                  <a:lnTo>
                    <a:pt x="143" y="103"/>
                  </a:lnTo>
                  <a:lnTo>
                    <a:pt x="131" y="110"/>
                  </a:lnTo>
                  <a:lnTo>
                    <a:pt x="119" y="119"/>
                  </a:lnTo>
                  <a:lnTo>
                    <a:pt x="119" y="119"/>
                  </a:lnTo>
                  <a:lnTo>
                    <a:pt x="109" y="130"/>
                  </a:lnTo>
                  <a:lnTo>
                    <a:pt x="103" y="144"/>
                  </a:lnTo>
                  <a:lnTo>
                    <a:pt x="99" y="157"/>
                  </a:lnTo>
                  <a:lnTo>
                    <a:pt x="97" y="172"/>
                  </a:lnTo>
                  <a:lnTo>
                    <a:pt x="97" y="172"/>
                  </a:lnTo>
                  <a:lnTo>
                    <a:pt x="97" y="183"/>
                  </a:lnTo>
                  <a:lnTo>
                    <a:pt x="100" y="192"/>
                  </a:lnTo>
                  <a:lnTo>
                    <a:pt x="103" y="202"/>
                  </a:lnTo>
                  <a:lnTo>
                    <a:pt x="107" y="210"/>
                  </a:lnTo>
                  <a:lnTo>
                    <a:pt x="112" y="218"/>
                  </a:lnTo>
                  <a:lnTo>
                    <a:pt x="119" y="226"/>
                  </a:lnTo>
                  <a:lnTo>
                    <a:pt x="126" y="232"/>
                  </a:lnTo>
                  <a:lnTo>
                    <a:pt x="134" y="237"/>
                  </a:lnTo>
                  <a:lnTo>
                    <a:pt x="134" y="237"/>
                  </a:lnTo>
                  <a:lnTo>
                    <a:pt x="134" y="237"/>
                  </a:lnTo>
                  <a:lnTo>
                    <a:pt x="138" y="241"/>
                  </a:lnTo>
                  <a:lnTo>
                    <a:pt x="139" y="247"/>
                  </a:lnTo>
                  <a:lnTo>
                    <a:pt x="139" y="290"/>
                  </a:lnTo>
                  <a:lnTo>
                    <a:pt x="173" y="290"/>
                  </a:lnTo>
                  <a:lnTo>
                    <a:pt x="173" y="375"/>
                  </a:lnTo>
                  <a:lnTo>
                    <a:pt x="173" y="375"/>
                  </a:lnTo>
                  <a:close/>
                  <a:moveTo>
                    <a:pt x="173" y="0"/>
                  </a:moveTo>
                  <a:lnTo>
                    <a:pt x="173" y="60"/>
                  </a:lnTo>
                  <a:lnTo>
                    <a:pt x="173" y="60"/>
                  </a:lnTo>
                  <a:lnTo>
                    <a:pt x="172" y="60"/>
                  </a:lnTo>
                  <a:lnTo>
                    <a:pt x="172" y="60"/>
                  </a:lnTo>
                  <a:lnTo>
                    <a:pt x="172" y="60"/>
                  </a:lnTo>
                  <a:lnTo>
                    <a:pt x="169" y="60"/>
                  </a:lnTo>
                  <a:lnTo>
                    <a:pt x="166" y="58"/>
                  </a:lnTo>
                  <a:lnTo>
                    <a:pt x="164" y="54"/>
                  </a:lnTo>
                  <a:lnTo>
                    <a:pt x="164" y="52"/>
                  </a:lnTo>
                  <a:lnTo>
                    <a:pt x="164" y="8"/>
                  </a:lnTo>
                  <a:lnTo>
                    <a:pt x="164" y="8"/>
                  </a:lnTo>
                  <a:lnTo>
                    <a:pt x="164" y="6"/>
                  </a:lnTo>
                  <a:lnTo>
                    <a:pt x="166" y="3"/>
                  </a:lnTo>
                  <a:lnTo>
                    <a:pt x="169" y="0"/>
                  </a:lnTo>
                  <a:lnTo>
                    <a:pt x="172" y="0"/>
                  </a:lnTo>
                  <a:lnTo>
                    <a:pt x="172" y="0"/>
                  </a:lnTo>
                  <a:lnTo>
                    <a:pt x="173" y="0"/>
                  </a:lnTo>
                  <a:lnTo>
                    <a:pt x="173" y="0"/>
                  </a:lnTo>
                  <a:close/>
                  <a:moveTo>
                    <a:pt x="86" y="271"/>
                  </a:moveTo>
                  <a:lnTo>
                    <a:pt x="93" y="264"/>
                  </a:lnTo>
                  <a:lnTo>
                    <a:pt x="93" y="264"/>
                  </a:lnTo>
                  <a:lnTo>
                    <a:pt x="94" y="261"/>
                  </a:lnTo>
                  <a:lnTo>
                    <a:pt x="96" y="259"/>
                  </a:lnTo>
                  <a:lnTo>
                    <a:pt x="94" y="255"/>
                  </a:lnTo>
                  <a:lnTo>
                    <a:pt x="93" y="252"/>
                  </a:lnTo>
                  <a:lnTo>
                    <a:pt x="93" y="252"/>
                  </a:lnTo>
                  <a:lnTo>
                    <a:pt x="90" y="251"/>
                  </a:lnTo>
                  <a:lnTo>
                    <a:pt x="86" y="249"/>
                  </a:lnTo>
                  <a:lnTo>
                    <a:pt x="86" y="271"/>
                  </a:lnTo>
                  <a:lnTo>
                    <a:pt x="86" y="271"/>
                  </a:lnTo>
                  <a:close/>
                  <a:moveTo>
                    <a:pt x="86" y="96"/>
                  </a:moveTo>
                  <a:lnTo>
                    <a:pt x="86" y="96"/>
                  </a:lnTo>
                  <a:lnTo>
                    <a:pt x="90" y="95"/>
                  </a:lnTo>
                  <a:lnTo>
                    <a:pt x="93" y="94"/>
                  </a:lnTo>
                  <a:lnTo>
                    <a:pt x="93" y="94"/>
                  </a:lnTo>
                  <a:lnTo>
                    <a:pt x="94" y="91"/>
                  </a:lnTo>
                  <a:lnTo>
                    <a:pt x="96" y="87"/>
                  </a:lnTo>
                  <a:lnTo>
                    <a:pt x="94" y="84"/>
                  </a:lnTo>
                  <a:lnTo>
                    <a:pt x="93" y="81"/>
                  </a:lnTo>
                  <a:lnTo>
                    <a:pt x="86" y="75"/>
                  </a:lnTo>
                  <a:lnTo>
                    <a:pt x="86" y="96"/>
                  </a:lnTo>
                  <a:close/>
                  <a:moveTo>
                    <a:pt x="86" y="213"/>
                  </a:moveTo>
                  <a:lnTo>
                    <a:pt x="86" y="213"/>
                  </a:lnTo>
                  <a:lnTo>
                    <a:pt x="82" y="203"/>
                  </a:lnTo>
                  <a:lnTo>
                    <a:pt x="80" y="194"/>
                  </a:lnTo>
                  <a:lnTo>
                    <a:pt x="78" y="183"/>
                  </a:lnTo>
                  <a:lnTo>
                    <a:pt x="77" y="172"/>
                  </a:lnTo>
                  <a:lnTo>
                    <a:pt x="77" y="172"/>
                  </a:lnTo>
                  <a:lnTo>
                    <a:pt x="78" y="161"/>
                  </a:lnTo>
                  <a:lnTo>
                    <a:pt x="80" y="152"/>
                  </a:lnTo>
                  <a:lnTo>
                    <a:pt x="82" y="141"/>
                  </a:lnTo>
                  <a:lnTo>
                    <a:pt x="86" y="131"/>
                  </a:lnTo>
                  <a:lnTo>
                    <a:pt x="86" y="213"/>
                  </a:lnTo>
                  <a:lnTo>
                    <a:pt x="86" y="213"/>
                  </a:lnTo>
                  <a:close/>
                  <a:moveTo>
                    <a:pt x="86" y="75"/>
                  </a:moveTo>
                  <a:lnTo>
                    <a:pt x="86" y="96"/>
                  </a:lnTo>
                  <a:lnTo>
                    <a:pt x="86" y="96"/>
                  </a:lnTo>
                  <a:lnTo>
                    <a:pt x="84" y="95"/>
                  </a:lnTo>
                  <a:lnTo>
                    <a:pt x="80" y="94"/>
                  </a:lnTo>
                  <a:lnTo>
                    <a:pt x="80" y="94"/>
                  </a:lnTo>
                  <a:lnTo>
                    <a:pt x="50" y="64"/>
                  </a:lnTo>
                  <a:lnTo>
                    <a:pt x="50" y="64"/>
                  </a:lnTo>
                  <a:lnTo>
                    <a:pt x="48" y="60"/>
                  </a:lnTo>
                  <a:lnTo>
                    <a:pt x="47" y="57"/>
                  </a:lnTo>
                  <a:lnTo>
                    <a:pt x="48" y="53"/>
                  </a:lnTo>
                  <a:lnTo>
                    <a:pt x="50" y="50"/>
                  </a:lnTo>
                  <a:lnTo>
                    <a:pt x="50" y="50"/>
                  </a:lnTo>
                  <a:lnTo>
                    <a:pt x="53" y="49"/>
                  </a:lnTo>
                  <a:lnTo>
                    <a:pt x="57" y="48"/>
                  </a:lnTo>
                  <a:lnTo>
                    <a:pt x="59" y="49"/>
                  </a:lnTo>
                  <a:lnTo>
                    <a:pt x="62" y="50"/>
                  </a:lnTo>
                  <a:lnTo>
                    <a:pt x="86" y="75"/>
                  </a:lnTo>
                  <a:lnTo>
                    <a:pt x="86" y="75"/>
                  </a:lnTo>
                  <a:close/>
                  <a:moveTo>
                    <a:pt x="86" y="249"/>
                  </a:moveTo>
                  <a:lnTo>
                    <a:pt x="86" y="271"/>
                  </a:lnTo>
                  <a:lnTo>
                    <a:pt x="62" y="295"/>
                  </a:lnTo>
                  <a:lnTo>
                    <a:pt x="62" y="295"/>
                  </a:lnTo>
                  <a:lnTo>
                    <a:pt x="59" y="297"/>
                  </a:lnTo>
                  <a:lnTo>
                    <a:pt x="57" y="298"/>
                  </a:lnTo>
                  <a:lnTo>
                    <a:pt x="53" y="297"/>
                  </a:lnTo>
                  <a:lnTo>
                    <a:pt x="50" y="295"/>
                  </a:lnTo>
                  <a:lnTo>
                    <a:pt x="50" y="295"/>
                  </a:lnTo>
                  <a:lnTo>
                    <a:pt x="48" y="291"/>
                  </a:lnTo>
                  <a:lnTo>
                    <a:pt x="47" y="289"/>
                  </a:lnTo>
                  <a:lnTo>
                    <a:pt x="48" y="286"/>
                  </a:lnTo>
                  <a:lnTo>
                    <a:pt x="50" y="282"/>
                  </a:lnTo>
                  <a:lnTo>
                    <a:pt x="80" y="252"/>
                  </a:lnTo>
                  <a:lnTo>
                    <a:pt x="80" y="252"/>
                  </a:lnTo>
                  <a:lnTo>
                    <a:pt x="80" y="252"/>
                  </a:lnTo>
                  <a:lnTo>
                    <a:pt x="84" y="251"/>
                  </a:lnTo>
                  <a:lnTo>
                    <a:pt x="86" y="249"/>
                  </a:lnTo>
                  <a:lnTo>
                    <a:pt x="86" y="249"/>
                  </a:lnTo>
                  <a:close/>
                  <a:moveTo>
                    <a:pt x="8" y="164"/>
                  </a:moveTo>
                  <a:lnTo>
                    <a:pt x="8" y="164"/>
                  </a:lnTo>
                  <a:lnTo>
                    <a:pt x="51" y="164"/>
                  </a:lnTo>
                  <a:lnTo>
                    <a:pt x="51" y="164"/>
                  </a:lnTo>
                  <a:lnTo>
                    <a:pt x="54" y="164"/>
                  </a:lnTo>
                  <a:lnTo>
                    <a:pt x="57" y="167"/>
                  </a:lnTo>
                  <a:lnTo>
                    <a:pt x="59" y="169"/>
                  </a:lnTo>
                  <a:lnTo>
                    <a:pt x="59" y="172"/>
                  </a:lnTo>
                  <a:lnTo>
                    <a:pt x="59" y="172"/>
                  </a:lnTo>
                  <a:lnTo>
                    <a:pt x="59" y="176"/>
                  </a:lnTo>
                  <a:lnTo>
                    <a:pt x="57" y="179"/>
                  </a:lnTo>
                  <a:lnTo>
                    <a:pt x="54" y="180"/>
                  </a:lnTo>
                  <a:lnTo>
                    <a:pt x="51" y="182"/>
                  </a:lnTo>
                  <a:lnTo>
                    <a:pt x="8" y="182"/>
                  </a:lnTo>
                  <a:lnTo>
                    <a:pt x="8" y="182"/>
                  </a:lnTo>
                  <a:lnTo>
                    <a:pt x="5" y="180"/>
                  </a:lnTo>
                  <a:lnTo>
                    <a:pt x="2" y="179"/>
                  </a:lnTo>
                  <a:lnTo>
                    <a:pt x="0" y="176"/>
                  </a:lnTo>
                  <a:lnTo>
                    <a:pt x="0" y="172"/>
                  </a:lnTo>
                  <a:lnTo>
                    <a:pt x="0" y="172"/>
                  </a:lnTo>
                  <a:lnTo>
                    <a:pt x="0" y="169"/>
                  </a:lnTo>
                  <a:lnTo>
                    <a:pt x="2" y="167"/>
                  </a:lnTo>
                  <a:lnTo>
                    <a:pt x="5" y="164"/>
                  </a:lnTo>
                  <a:lnTo>
                    <a:pt x="8" y="164"/>
                  </a:lnTo>
                  <a:lnTo>
                    <a:pt x="8" y="164"/>
                  </a:lnTo>
                  <a:close/>
                </a:path>
              </a:pathLst>
            </a:custGeom>
            <a:solidFill>
              <a:schemeClr val="accent4"/>
            </a:solidFill>
            <a:ln>
              <a:noFill/>
            </a:ln>
          </p:spPr>
          <p:txBody>
            <a:bodyPr lIns="91438" tIns="45719" rIns="91438" bIns="45719"/>
            <a:lstStyle/>
            <a:p>
              <a:pPr>
                <a:defRPr/>
              </a:pPr>
              <a:endParaRPr lang="zh-CN" altLang="en-US"/>
            </a:p>
          </p:txBody>
        </p:sp>
        <p:sp>
          <p:nvSpPr>
            <p:cNvPr id="160" name="Freeform 153">
              <a:extLst>
                <a:ext uri="{FF2B5EF4-FFF2-40B4-BE49-F238E27FC236}">
                  <a16:creationId xmlns:a16="http://schemas.microsoft.com/office/drawing/2014/main" id="{795BF58D-56B9-4EB1-AC08-EF302AE9308A}"/>
                </a:ext>
              </a:extLst>
            </p:cNvPr>
            <p:cNvSpPr>
              <a:spLocks noEditPoints="1"/>
            </p:cNvSpPr>
            <p:nvPr/>
          </p:nvSpPr>
          <p:spPr bwMode="auto">
            <a:xfrm>
              <a:off x="971535" y="1325878"/>
              <a:ext cx="515885" cy="506492"/>
            </a:xfrm>
            <a:custGeom>
              <a:avLst/>
              <a:gdLst>
                <a:gd name="T0" fmla="*/ 200 w 325"/>
                <a:gd name="T1" fmla="*/ 35 h 318"/>
                <a:gd name="T2" fmla="*/ 214 w 325"/>
                <a:gd name="T3" fmla="*/ 29 h 318"/>
                <a:gd name="T4" fmla="*/ 215 w 325"/>
                <a:gd name="T5" fmla="*/ 16 h 318"/>
                <a:gd name="T6" fmla="*/ 321 w 325"/>
                <a:gd name="T7" fmla="*/ 177 h 318"/>
                <a:gd name="T8" fmla="*/ 325 w 325"/>
                <a:gd name="T9" fmla="*/ 196 h 318"/>
                <a:gd name="T10" fmla="*/ 314 w 325"/>
                <a:gd name="T11" fmla="*/ 218 h 318"/>
                <a:gd name="T12" fmla="*/ 291 w 325"/>
                <a:gd name="T13" fmla="*/ 158 h 318"/>
                <a:gd name="T14" fmla="*/ 293 w 325"/>
                <a:gd name="T15" fmla="*/ 154 h 318"/>
                <a:gd name="T16" fmla="*/ 194 w 325"/>
                <a:gd name="T17" fmla="*/ 174 h 318"/>
                <a:gd name="T18" fmla="*/ 276 w 325"/>
                <a:gd name="T19" fmla="*/ 126 h 318"/>
                <a:gd name="T20" fmla="*/ 194 w 325"/>
                <a:gd name="T21" fmla="*/ 168 h 318"/>
                <a:gd name="T22" fmla="*/ 261 w 325"/>
                <a:gd name="T23" fmla="*/ 98 h 318"/>
                <a:gd name="T24" fmla="*/ 257 w 325"/>
                <a:gd name="T25" fmla="*/ 96 h 318"/>
                <a:gd name="T26" fmla="*/ 244 w 325"/>
                <a:gd name="T27" fmla="*/ 73 h 318"/>
                <a:gd name="T28" fmla="*/ 244 w 325"/>
                <a:gd name="T29" fmla="*/ 67 h 318"/>
                <a:gd name="T30" fmla="*/ 15 w 325"/>
                <a:gd name="T31" fmla="*/ 116 h 318"/>
                <a:gd name="T32" fmla="*/ 16 w 325"/>
                <a:gd name="T33" fmla="*/ 126 h 318"/>
                <a:gd name="T34" fmla="*/ 34 w 325"/>
                <a:gd name="T35" fmla="*/ 131 h 318"/>
                <a:gd name="T36" fmla="*/ 41 w 325"/>
                <a:gd name="T37" fmla="*/ 117 h 318"/>
                <a:gd name="T38" fmla="*/ 31 w 325"/>
                <a:gd name="T39" fmla="*/ 107 h 318"/>
                <a:gd name="T40" fmla="*/ 51 w 325"/>
                <a:gd name="T41" fmla="*/ 107 h 318"/>
                <a:gd name="T42" fmla="*/ 64 w 325"/>
                <a:gd name="T43" fmla="*/ 113 h 318"/>
                <a:gd name="T44" fmla="*/ 76 w 325"/>
                <a:gd name="T45" fmla="*/ 104 h 318"/>
                <a:gd name="T46" fmla="*/ 70 w 325"/>
                <a:gd name="T47" fmla="*/ 89 h 318"/>
                <a:gd name="T48" fmla="*/ 85 w 325"/>
                <a:gd name="T49" fmla="*/ 81 h 318"/>
                <a:gd name="T50" fmla="*/ 95 w 325"/>
                <a:gd name="T51" fmla="*/ 93 h 318"/>
                <a:gd name="T52" fmla="*/ 108 w 325"/>
                <a:gd name="T53" fmla="*/ 88 h 318"/>
                <a:gd name="T54" fmla="*/ 110 w 325"/>
                <a:gd name="T55" fmla="*/ 74 h 318"/>
                <a:gd name="T56" fmla="*/ 121 w 325"/>
                <a:gd name="T57" fmla="*/ 56 h 318"/>
                <a:gd name="T58" fmla="*/ 125 w 325"/>
                <a:gd name="T59" fmla="*/ 71 h 318"/>
                <a:gd name="T60" fmla="*/ 140 w 325"/>
                <a:gd name="T61" fmla="*/ 73 h 318"/>
                <a:gd name="T62" fmla="*/ 145 w 325"/>
                <a:gd name="T63" fmla="*/ 54 h 318"/>
                <a:gd name="T64" fmla="*/ 156 w 325"/>
                <a:gd name="T65" fmla="*/ 38 h 318"/>
                <a:gd name="T66" fmla="*/ 157 w 325"/>
                <a:gd name="T67" fmla="*/ 47 h 318"/>
                <a:gd name="T68" fmla="*/ 175 w 325"/>
                <a:gd name="T69" fmla="*/ 52 h 318"/>
                <a:gd name="T70" fmla="*/ 181 w 325"/>
                <a:gd name="T71" fmla="*/ 40 h 318"/>
                <a:gd name="T72" fmla="*/ 172 w 325"/>
                <a:gd name="T73" fmla="*/ 28 h 318"/>
                <a:gd name="T74" fmla="*/ 192 w 325"/>
                <a:gd name="T75" fmla="*/ 28 h 318"/>
                <a:gd name="T76" fmla="*/ 47 w 325"/>
                <a:gd name="T77" fmla="*/ 174 h 318"/>
                <a:gd name="T78" fmla="*/ 46 w 325"/>
                <a:gd name="T79" fmla="*/ 178 h 318"/>
                <a:gd name="T80" fmla="*/ 194 w 325"/>
                <a:gd name="T81" fmla="*/ 100 h 318"/>
                <a:gd name="T82" fmla="*/ 62 w 325"/>
                <a:gd name="T83" fmla="*/ 204 h 318"/>
                <a:gd name="T84" fmla="*/ 66 w 325"/>
                <a:gd name="T85" fmla="*/ 208 h 318"/>
                <a:gd name="T86" fmla="*/ 80 w 325"/>
                <a:gd name="T87" fmla="*/ 231 h 318"/>
                <a:gd name="T88" fmla="*/ 79 w 325"/>
                <a:gd name="T89" fmla="*/ 235 h 318"/>
                <a:gd name="T90" fmla="*/ 194 w 325"/>
                <a:gd name="T91" fmla="*/ 174 h 318"/>
                <a:gd name="T92" fmla="*/ 93 w 325"/>
                <a:gd name="T93" fmla="*/ 261 h 318"/>
                <a:gd name="T94" fmla="*/ 98 w 325"/>
                <a:gd name="T95" fmla="*/ 265 h 318"/>
                <a:gd name="T96" fmla="*/ 142 w 325"/>
                <a:gd name="T97" fmla="*/ 314 h 318"/>
                <a:gd name="T98" fmla="*/ 123 w 325"/>
                <a:gd name="T99" fmla="*/ 318 h 318"/>
                <a:gd name="T100" fmla="*/ 102 w 325"/>
                <a:gd name="T101" fmla="*/ 306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25" h="318">
                  <a:moveTo>
                    <a:pt x="194" y="31"/>
                  </a:moveTo>
                  <a:lnTo>
                    <a:pt x="194" y="31"/>
                  </a:lnTo>
                  <a:lnTo>
                    <a:pt x="196" y="33"/>
                  </a:lnTo>
                  <a:lnTo>
                    <a:pt x="200" y="35"/>
                  </a:lnTo>
                  <a:lnTo>
                    <a:pt x="206" y="35"/>
                  </a:lnTo>
                  <a:lnTo>
                    <a:pt x="210" y="33"/>
                  </a:lnTo>
                  <a:lnTo>
                    <a:pt x="210" y="33"/>
                  </a:lnTo>
                  <a:lnTo>
                    <a:pt x="214" y="29"/>
                  </a:lnTo>
                  <a:lnTo>
                    <a:pt x="215" y="25"/>
                  </a:lnTo>
                  <a:lnTo>
                    <a:pt x="217" y="20"/>
                  </a:lnTo>
                  <a:lnTo>
                    <a:pt x="215" y="16"/>
                  </a:lnTo>
                  <a:lnTo>
                    <a:pt x="215" y="16"/>
                  </a:lnTo>
                  <a:lnTo>
                    <a:pt x="211" y="12"/>
                  </a:lnTo>
                  <a:lnTo>
                    <a:pt x="207" y="9"/>
                  </a:lnTo>
                  <a:lnTo>
                    <a:pt x="223" y="0"/>
                  </a:lnTo>
                  <a:lnTo>
                    <a:pt x="321" y="177"/>
                  </a:lnTo>
                  <a:lnTo>
                    <a:pt x="321" y="177"/>
                  </a:lnTo>
                  <a:lnTo>
                    <a:pt x="324" y="182"/>
                  </a:lnTo>
                  <a:lnTo>
                    <a:pt x="325" y="189"/>
                  </a:lnTo>
                  <a:lnTo>
                    <a:pt x="325" y="196"/>
                  </a:lnTo>
                  <a:lnTo>
                    <a:pt x="324" y="201"/>
                  </a:lnTo>
                  <a:lnTo>
                    <a:pt x="322" y="208"/>
                  </a:lnTo>
                  <a:lnTo>
                    <a:pt x="318" y="212"/>
                  </a:lnTo>
                  <a:lnTo>
                    <a:pt x="314" y="218"/>
                  </a:lnTo>
                  <a:lnTo>
                    <a:pt x="309" y="222"/>
                  </a:lnTo>
                  <a:lnTo>
                    <a:pt x="194" y="285"/>
                  </a:lnTo>
                  <a:lnTo>
                    <a:pt x="194" y="212"/>
                  </a:lnTo>
                  <a:lnTo>
                    <a:pt x="291" y="158"/>
                  </a:lnTo>
                  <a:lnTo>
                    <a:pt x="291" y="158"/>
                  </a:lnTo>
                  <a:lnTo>
                    <a:pt x="293" y="155"/>
                  </a:lnTo>
                  <a:lnTo>
                    <a:pt x="293" y="154"/>
                  </a:lnTo>
                  <a:lnTo>
                    <a:pt x="293" y="154"/>
                  </a:lnTo>
                  <a:lnTo>
                    <a:pt x="291" y="153"/>
                  </a:lnTo>
                  <a:lnTo>
                    <a:pt x="288" y="153"/>
                  </a:lnTo>
                  <a:lnTo>
                    <a:pt x="194" y="205"/>
                  </a:lnTo>
                  <a:lnTo>
                    <a:pt x="194" y="174"/>
                  </a:lnTo>
                  <a:lnTo>
                    <a:pt x="275" y="130"/>
                  </a:lnTo>
                  <a:lnTo>
                    <a:pt x="275" y="130"/>
                  </a:lnTo>
                  <a:lnTo>
                    <a:pt x="276" y="127"/>
                  </a:lnTo>
                  <a:lnTo>
                    <a:pt x="276" y="126"/>
                  </a:lnTo>
                  <a:lnTo>
                    <a:pt x="276" y="126"/>
                  </a:lnTo>
                  <a:lnTo>
                    <a:pt x="275" y="124"/>
                  </a:lnTo>
                  <a:lnTo>
                    <a:pt x="272" y="124"/>
                  </a:lnTo>
                  <a:lnTo>
                    <a:pt x="194" y="168"/>
                  </a:lnTo>
                  <a:lnTo>
                    <a:pt x="194" y="138"/>
                  </a:lnTo>
                  <a:lnTo>
                    <a:pt x="260" y="101"/>
                  </a:lnTo>
                  <a:lnTo>
                    <a:pt x="260" y="101"/>
                  </a:lnTo>
                  <a:lnTo>
                    <a:pt x="261" y="98"/>
                  </a:lnTo>
                  <a:lnTo>
                    <a:pt x="261" y="97"/>
                  </a:lnTo>
                  <a:lnTo>
                    <a:pt x="261" y="97"/>
                  </a:lnTo>
                  <a:lnTo>
                    <a:pt x="259" y="96"/>
                  </a:lnTo>
                  <a:lnTo>
                    <a:pt x="257" y="96"/>
                  </a:lnTo>
                  <a:lnTo>
                    <a:pt x="194" y="131"/>
                  </a:lnTo>
                  <a:lnTo>
                    <a:pt x="194" y="100"/>
                  </a:lnTo>
                  <a:lnTo>
                    <a:pt x="244" y="73"/>
                  </a:lnTo>
                  <a:lnTo>
                    <a:pt x="244" y="73"/>
                  </a:lnTo>
                  <a:lnTo>
                    <a:pt x="245" y="70"/>
                  </a:lnTo>
                  <a:lnTo>
                    <a:pt x="245" y="69"/>
                  </a:lnTo>
                  <a:lnTo>
                    <a:pt x="245" y="69"/>
                  </a:lnTo>
                  <a:lnTo>
                    <a:pt x="244" y="67"/>
                  </a:lnTo>
                  <a:lnTo>
                    <a:pt x="241" y="67"/>
                  </a:lnTo>
                  <a:lnTo>
                    <a:pt x="194" y="93"/>
                  </a:lnTo>
                  <a:lnTo>
                    <a:pt x="194" y="31"/>
                  </a:lnTo>
                  <a:close/>
                  <a:moveTo>
                    <a:pt x="15" y="116"/>
                  </a:moveTo>
                  <a:lnTo>
                    <a:pt x="15" y="116"/>
                  </a:lnTo>
                  <a:lnTo>
                    <a:pt x="15" y="120"/>
                  </a:lnTo>
                  <a:lnTo>
                    <a:pt x="16" y="126"/>
                  </a:lnTo>
                  <a:lnTo>
                    <a:pt x="16" y="126"/>
                  </a:lnTo>
                  <a:lnTo>
                    <a:pt x="19" y="130"/>
                  </a:lnTo>
                  <a:lnTo>
                    <a:pt x="24" y="132"/>
                  </a:lnTo>
                  <a:lnTo>
                    <a:pt x="28" y="132"/>
                  </a:lnTo>
                  <a:lnTo>
                    <a:pt x="34" y="131"/>
                  </a:lnTo>
                  <a:lnTo>
                    <a:pt x="34" y="131"/>
                  </a:lnTo>
                  <a:lnTo>
                    <a:pt x="38" y="127"/>
                  </a:lnTo>
                  <a:lnTo>
                    <a:pt x="41" y="123"/>
                  </a:lnTo>
                  <a:lnTo>
                    <a:pt x="41" y="117"/>
                  </a:lnTo>
                  <a:lnTo>
                    <a:pt x="39" y="113"/>
                  </a:lnTo>
                  <a:lnTo>
                    <a:pt x="39" y="113"/>
                  </a:lnTo>
                  <a:lnTo>
                    <a:pt x="35" y="109"/>
                  </a:lnTo>
                  <a:lnTo>
                    <a:pt x="31" y="107"/>
                  </a:lnTo>
                  <a:lnTo>
                    <a:pt x="50" y="96"/>
                  </a:lnTo>
                  <a:lnTo>
                    <a:pt x="50" y="96"/>
                  </a:lnTo>
                  <a:lnTo>
                    <a:pt x="50" y="101"/>
                  </a:lnTo>
                  <a:lnTo>
                    <a:pt x="51" y="107"/>
                  </a:lnTo>
                  <a:lnTo>
                    <a:pt x="51" y="107"/>
                  </a:lnTo>
                  <a:lnTo>
                    <a:pt x="54" y="111"/>
                  </a:lnTo>
                  <a:lnTo>
                    <a:pt x="60" y="112"/>
                  </a:lnTo>
                  <a:lnTo>
                    <a:pt x="64" y="113"/>
                  </a:lnTo>
                  <a:lnTo>
                    <a:pt x="69" y="111"/>
                  </a:lnTo>
                  <a:lnTo>
                    <a:pt x="69" y="111"/>
                  </a:lnTo>
                  <a:lnTo>
                    <a:pt x="73" y="108"/>
                  </a:lnTo>
                  <a:lnTo>
                    <a:pt x="76" y="104"/>
                  </a:lnTo>
                  <a:lnTo>
                    <a:pt x="76" y="98"/>
                  </a:lnTo>
                  <a:lnTo>
                    <a:pt x="75" y="93"/>
                  </a:lnTo>
                  <a:lnTo>
                    <a:pt x="75" y="93"/>
                  </a:lnTo>
                  <a:lnTo>
                    <a:pt x="70" y="89"/>
                  </a:lnTo>
                  <a:lnTo>
                    <a:pt x="66" y="88"/>
                  </a:lnTo>
                  <a:lnTo>
                    <a:pt x="85" y="77"/>
                  </a:lnTo>
                  <a:lnTo>
                    <a:pt x="85" y="77"/>
                  </a:lnTo>
                  <a:lnTo>
                    <a:pt x="85" y="81"/>
                  </a:lnTo>
                  <a:lnTo>
                    <a:pt x="87" y="86"/>
                  </a:lnTo>
                  <a:lnTo>
                    <a:pt x="87" y="86"/>
                  </a:lnTo>
                  <a:lnTo>
                    <a:pt x="89" y="90"/>
                  </a:lnTo>
                  <a:lnTo>
                    <a:pt x="95" y="93"/>
                  </a:lnTo>
                  <a:lnTo>
                    <a:pt x="99" y="93"/>
                  </a:lnTo>
                  <a:lnTo>
                    <a:pt x="104" y="92"/>
                  </a:lnTo>
                  <a:lnTo>
                    <a:pt x="104" y="92"/>
                  </a:lnTo>
                  <a:lnTo>
                    <a:pt x="108" y="88"/>
                  </a:lnTo>
                  <a:lnTo>
                    <a:pt x="111" y="84"/>
                  </a:lnTo>
                  <a:lnTo>
                    <a:pt x="111" y="78"/>
                  </a:lnTo>
                  <a:lnTo>
                    <a:pt x="110" y="74"/>
                  </a:lnTo>
                  <a:lnTo>
                    <a:pt x="110" y="74"/>
                  </a:lnTo>
                  <a:lnTo>
                    <a:pt x="106" y="70"/>
                  </a:lnTo>
                  <a:lnTo>
                    <a:pt x="102" y="67"/>
                  </a:lnTo>
                  <a:lnTo>
                    <a:pt x="121" y="56"/>
                  </a:lnTo>
                  <a:lnTo>
                    <a:pt x="121" y="56"/>
                  </a:lnTo>
                  <a:lnTo>
                    <a:pt x="121" y="62"/>
                  </a:lnTo>
                  <a:lnTo>
                    <a:pt x="122" y="67"/>
                  </a:lnTo>
                  <a:lnTo>
                    <a:pt x="122" y="67"/>
                  </a:lnTo>
                  <a:lnTo>
                    <a:pt x="125" y="71"/>
                  </a:lnTo>
                  <a:lnTo>
                    <a:pt x="130" y="73"/>
                  </a:lnTo>
                  <a:lnTo>
                    <a:pt x="134" y="74"/>
                  </a:lnTo>
                  <a:lnTo>
                    <a:pt x="140" y="73"/>
                  </a:lnTo>
                  <a:lnTo>
                    <a:pt x="140" y="73"/>
                  </a:lnTo>
                  <a:lnTo>
                    <a:pt x="144" y="69"/>
                  </a:lnTo>
                  <a:lnTo>
                    <a:pt x="146" y="65"/>
                  </a:lnTo>
                  <a:lnTo>
                    <a:pt x="146" y="59"/>
                  </a:lnTo>
                  <a:lnTo>
                    <a:pt x="145" y="54"/>
                  </a:lnTo>
                  <a:lnTo>
                    <a:pt x="145" y="54"/>
                  </a:lnTo>
                  <a:lnTo>
                    <a:pt x="141" y="50"/>
                  </a:lnTo>
                  <a:lnTo>
                    <a:pt x="137" y="48"/>
                  </a:lnTo>
                  <a:lnTo>
                    <a:pt x="156" y="38"/>
                  </a:lnTo>
                  <a:lnTo>
                    <a:pt x="156" y="38"/>
                  </a:lnTo>
                  <a:lnTo>
                    <a:pt x="154" y="43"/>
                  </a:lnTo>
                  <a:lnTo>
                    <a:pt x="157" y="47"/>
                  </a:lnTo>
                  <a:lnTo>
                    <a:pt x="157" y="47"/>
                  </a:lnTo>
                  <a:lnTo>
                    <a:pt x="160" y="51"/>
                  </a:lnTo>
                  <a:lnTo>
                    <a:pt x="164" y="54"/>
                  </a:lnTo>
                  <a:lnTo>
                    <a:pt x="169" y="54"/>
                  </a:lnTo>
                  <a:lnTo>
                    <a:pt x="175" y="52"/>
                  </a:lnTo>
                  <a:lnTo>
                    <a:pt x="175" y="52"/>
                  </a:lnTo>
                  <a:lnTo>
                    <a:pt x="179" y="50"/>
                  </a:lnTo>
                  <a:lnTo>
                    <a:pt x="180" y="44"/>
                  </a:lnTo>
                  <a:lnTo>
                    <a:pt x="181" y="40"/>
                  </a:lnTo>
                  <a:lnTo>
                    <a:pt x="180" y="35"/>
                  </a:lnTo>
                  <a:lnTo>
                    <a:pt x="180" y="35"/>
                  </a:lnTo>
                  <a:lnTo>
                    <a:pt x="176" y="31"/>
                  </a:lnTo>
                  <a:lnTo>
                    <a:pt x="172" y="28"/>
                  </a:lnTo>
                  <a:lnTo>
                    <a:pt x="191" y="19"/>
                  </a:lnTo>
                  <a:lnTo>
                    <a:pt x="191" y="19"/>
                  </a:lnTo>
                  <a:lnTo>
                    <a:pt x="190" y="23"/>
                  </a:lnTo>
                  <a:lnTo>
                    <a:pt x="192" y="28"/>
                  </a:lnTo>
                  <a:lnTo>
                    <a:pt x="192" y="28"/>
                  </a:lnTo>
                  <a:lnTo>
                    <a:pt x="194" y="31"/>
                  </a:lnTo>
                  <a:lnTo>
                    <a:pt x="194" y="93"/>
                  </a:lnTo>
                  <a:lnTo>
                    <a:pt x="47" y="174"/>
                  </a:lnTo>
                  <a:lnTo>
                    <a:pt x="47" y="174"/>
                  </a:lnTo>
                  <a:lnTo>
                    <a:pt x="46" y="176"/>
                  </a:lnTo>
                  <a:lnTo>
                    <a:pt x="46" y="178"/>
                  </a:lnTo>
                  <a:lnTo>
                    <a:pt x="46" y="178"/>
                  </a:lnTo>
                  <a:lnTo>
                    <a:pt x="49" y="180"/>
                  </a:lnTo>
                  <a:lnTo>
                    <a:pt x="50" y="180"/>
                  </a:lnTo>
                  <a:lnTo>
                    <a:pt x="50" y="180"/>
                  </a:lnTo>
                  <a:lnTo>
                    <a:pt x="194" y="100"/>
                  </a:lnTo>
                  <a:lnTo>
                    <a:pt x="194" y="131"/>
                  </a:lnTo>
                  <a:lnTo>
                    <a:pt x="64" y="203"/>
                  </a:lnTo>
                  <a:lnTo>
                    <a:pt x="64" y="203"/>
                  </a:lnTo>
                  <a:lnTo>
                    <a:pt x="62" y="204"/>
                  </a:lnTo>
                  <a:lnTo>
                    <a:pt x="62" y="207"/>
                  </a:lnTo>
                  <a:lnTo>
                    <a:pt x="62" y="207"/>
                  </a:lnTo>
                  <a:lnTo>
                    <a:pt x="64" y="208"/>
                  </a:lnTo>
                  <a:lnTo>
                    <a:pt x="66" y="208"/>
                  </a:lnTo>
                  <a:lnTo>
                    <a:pt x="66" y="208"/>
                  </a:lnTo>
                  <a:lnTo>
                    <a:pt x="194" y="138"/>
                  </a:lnTo>
                  <a:lnTo>
                    <a:pt x="194" y="168"/>
                  </a:lnTo>
                  <a:lnTo>
                    <a:pt x="80" y="231"/>
                  </a:lnTo>
                  <a:lnTo>
                    <a:pt x="80" y="231"/>
                  </a:lnTo>
                  <a:lnTo>
                    <a:pt x="77" y="233"/>
                  </a:lnTo>
                  <a:lnTo>
                    <a:pt x="79" y="235"/>
                  </a:lnTo>
                  <a:lnTo>
                    <a:pt x="79" y="235"/>
                  </a:lnTo>
                  <a:lnTo>
                    <a:pt x="80" y="237"/>
                  </a:lnTo>
                  <a:lnTo>
                    <a:pt x="83" y="237"/>
                  </a:lnTo>
                  <a:lnTo>
                    <a:pt x="83" y="237"/>
                  </a:lnTo>
                  <a:lnTo>
                    <a:pt x="194" y="174"/>
                  </a:lnTo>
                  <a:lnTo>
                    <a:pt x="194" y="205"/>
                  </a:lnTo>
                  <a:lnTo>
                    <a:pt x="95" y="260"/>
                  </a:lnTo>
                  <a:lnTo>
                    <a:pt x="95" y="260"/>
                  </a:lnTo>
                  <a:lnTo>
                    <a:pt x="93" y="261"/>
                  </a:lnTo>
                  <a:lnTo>
                    <a:pt x="93" y="264"/>
                  </a:lnTo>
                  <a:lnTo>
                    <a:pt x="93" y="264"/>
                  </a:lnTo>
                  <a:lnTo>
                    <a:pt x="96" y="265"/>
                  </a:lnTo>
                  <a:lnTo>
                    <a:pt x="98" y="265"/>
                  </a:lnTo>
                  <a:lnTo>
                    <a:pt x="98" y="265"/>
                  </a:lnTo>
                  <a:lnTo>
                    <a:pt x="194" y="212"/>
                  </a:lnTo>
                  <a:lnTo>
                    <a:pt x="194" y="285"/>
                  </a:lnTo>
                  <a:lnTo>
                    <a:pt x="142" y="314"/>
                  </a:lnTo>
                  <a:lnTo>
                    <a:pt x="142" y="314"/>
                  </a:lnTo>
                  <a:lnTo>
                    <a:pt x="137" y="316"/>
                  </a:lnTo>
                  <a:lnTo>
                    <a:pt x="130" y="318"/>
                  </a:lnTo>
                  <a:lnTo>
                    <a:pt x="123" y="318"/>
                  </a:lnTo>
                  <a:lnTo>
                    <a:pt x="118" y="316"/>
                  </a:lnTo>
                  <a:lnTo>
                    <a:pt x="111" y="314"/>
                  </a:lnTo>
                  <a:lnTo>
                    <a:pt x="107" y="311"/>
                  </a:lnTo>
                  <a:lnTo>
                    <a:pt x="102" y="306"/>
                  </a:lnTo>
                  <a:lnTo>
                    <a:pt x="98" y="300"/>
                  </a:lnTo>
                  <a:lnTo>
                    <a:pt x="0" y="124"/>
                  </a:lnTo>
                  <a:lnTo>
                    <a:pt x="15" y="116"/>
                  </a:lnTo>
                  <a:close/>
                </a:path>
              </a:pathLst>
            </a:custGeom>
            <a:solidFill>
              <a:schemeClr val="accent4"/>
            </a:solidFill>
            <a:ln>
              <a:noFill/>
            </a:ln>
          </p:spPr>
          <p:txBody>
            <a:bodyPr lIns="91438" tIns="45719" rIns="91438" bIns="45719"/>
            <a:lstStyle/>
            <a:p>
              <a:pPr>
                <a:defRPr/>
              </a:pPr>
              <a:endParaRPr lang="zh-CN" altLang="en-US"/>
            </a:p>
          </p:txBody>
        </p:sp>
        <p:sp>
          <p:nvSpPr>
            <p:cNvPr id="161" name="Freeform 154">
              <a:extLst>
                <a:ext uri="{FF2B5EF4-FFF2-40B4-BE49-F238E27FC236}">
                  <a16:creationId xmlns:a16="http://schemas.microsoft.com/office/drawing/2014/main" id="{F90EE662-0F72-4898-A187-68485B853980}"/>
                </a:ext>
              </a:extLst>
            </p:cNvPr>
            <p:cNvSpPr>
              <a:spLocks noEditPoints="1"/>
            </p:cNvSpPr>
            <p:nvPr/>
          </p:nvSpPr>
          <p:spPr bwMode="auto">
            <a:xfrm>
              <a:off x="2785455" y="3480251"/>
              <a:ext cx="489735" cy="513625"/>
            </a:xfrm>
            <a:custGeom>
              <a:avLst/>
              <a:gdLst>
                <a:gd name="T0" fmla="*/ 306 w 308"/>
                <a:gd name="T1" fmla="*/ 96 h 323"/>
                <a:gd name="T2" fmla="*/ 218 w 308"/>
                <a:gd name="T3" fmla="*/ 308 h 323"/>
                <a:gd name="T4" fmla="*/ 227 w 308"/>
                <a:gd name="T5" fmla="*/ 224 h 323"/>
                <a:gd name="T6" fmla="*/ 233 w 308"/>
                <a:gd name="T7" fmla="*/ 209 h 323"/>
                <a:gd name="T8" fmla="*/ 246 w 308"/>
                <a:gd name="T9" fmla="*/ 184 h 323"/>
                <a:gd name="T10" fmla="*/ 250 w 308"/>
                <a:gd name="T11" fmla="*/ 159 h 323"/>
                <a:gd name="T12" fmla="*/ 280 w 308"/>
                <a:gd name="T13" fmla="*/ 109 h 323"/>
                <a:gd name="T14" fmla="*/ 218 w 308"/>
                <a:gd name="T15" fmla="*/ 75 h 323"/>
                <a:gd name="T16" fmla="*/ 201 w 308"/>
                <a:gd name="T17" fmla="*/ 320 h 323"/>
                <a:gd name="T18" fmla="*/ 197 w 308"/>
                <a:gd name="T19" fmla="*/ 289 h 323"/>
                <a:gd name="T20" fmla="*/ 208 w 308"/>
                <a:gd name="T21" fmla="*/ 262 h 323"/>
                <a:gd name="T22" fmla="*/ 218 w 308"/>
                <a:gd name="T23" fmla="*/ 248 h 323"/>
                <a:gd name="T24" fmla="*/ 203 w 308"/>
                <a:gd name="T25" fmla="*/ 161 h 323"/>
                <a:gd name="T26" fmla="*/ 189 w 308"/>
                <a:gd name="T27" fmla="*/ 184 h 323"/>
                <a:gd name="T28" fmla="*/ 186 w 308"/>
                <a:gd name="T29" fmla="*/ 202 h 323"/>
                <a:gd name="T30" fmla="*/ 185 w 308"/>
                <a:gd name="T31" fmla="*/ 155 h 323"/>
                <a:gd name="T32" fmla="*/ 180 w 308"/>
                <a:gd name="T33" fmla="*/ 26 h 323"/>
                <a:gd name="T34" fmla="*/ 174 w 308"/>
                <a:gd name="T35" fmla="*/ 318 h 323"/>
                <a:gd name="T36" fmla="*/ 147 w 308"/>
                <a:gd name="T37" fmla="*/ 218 h 323"/>
                <a:gd name="T38" fmla="*/ 166 w 308"/>
                <a:gd name="T39" fmla="*/ 199 h 323"/>
                <a:gd name="T40" fmla="*/ 147 w 308"/>
                <a:gd name="T41" fmla="*/ 170 h 323"/>
                <a:gd name="T42" fmla="*/ 180 w 308"/>
                <a:gd name="T43" fmla="*/ 170 h 323"/>
                <a:gd name="T44" fmla="*/ 170 w 308"/>
                <a:gd name="T45" fmla="*/ 225 h 323"/>
                <a:gd name="T46" fmla="*/ 168 w 308"/>
                <a:gd name="T47" fmla="*/ 243 h 323"/>
                <a:gd name="T48" fmla="*/ 151 w 308"/>
                <a:gd name="T49" fmla="*/ 263 h 323"/>
                <a:gd name="T50" fmla="*/ 180 w 308"/>
                <a:gd name="T51" fmla="*/ 321 h 323"/>
                <a:gd name="T52" fmla="*/ 147 w 308"/>
                <a:gd name="T53" fmla="*/ 10 h 323"/>
                <a:gd name="T54" fmla="*/ 119 w 308"/>
                <a:gd name="T55" fmla="*/ 0 h 323"/>
                <a:gd name="T56" fmla="*/ 132 w 308"/>
                <a:gd name="T57" fmla="*/ 260 h 323"/>
                <a:gd name="T58" fmla="*/ 147 w 308"/>
                <a:gd name="T59" fmla="*/ 306 h 323"/>
                <a:gd name="T60" fmla="*/ 139 w 308"/>
                <a:gd name="T61" fmla="*/ 134 h 323"/>
                <a:gd name="T62" fmla="*/ 128 w 308"/>
                <a:gd name="T63" fmla="*/ 159 h 323"/>
                <a:gd name="T64" fmla="*/ 121 w 308"/>
                <a:gd name="T65" fmla="*/ 174 h 323"/>
                <a:gd name="T66" fmla="*/ 123 w 308"/>
                <a:gd name="T67" fmla="*/ 125 h 323"/>
                <a:gd name="T68" fmla="*/ 147 w 308"/>
                <a:gd name="T69" fmla="*/ 235 h 323"/>
                <a:gd name="T70" fmla="*/ 98 w 308"/>
                <a:gd name="T71" fmla="*/ 283 h 323"/>
                <a:gd name="T72" fmla="*/ 103 w 308"/>
                <a:gd name="T73" fmla="*/ 4 h 323"/>
                <a:gd name="T74" fmla="*/ 111 w 308"/>
                <a:gd name="T75" fmla="*/ 34 h 323"/>
                <a:gd name="T76" fmla="*/ 119 w 308"/>
                <a:gd name="T77" fmla="*/ 122 h 323"/>
                <a:gd name="T78" fmla="*/ 119 w 308"/>
                <a:gd name="T79" fmla="*/ 141 h 323"/>
                <a:gd name="T80" fmla="*/ 109 w 308"/>
                <a:gd name="T81" fmla="*/ 197 h 323"/>
                <a:gd name="T82" fmla="*/ 107 w 308"/>
                <a:gd name="T83" fmla="*/ 214 h 323"/>
                <a:gd name="T84" fmla="*/ 105 w 308"/>
                <a:gd name="T85" fmla="*/ 171 h 323"/>
                <a:gd name="T86" fmla="*/ 98 w 308"/>
                <a:gd name="T87" fmla="*/ 147 h 323"/>
                <a:gd name="T88" fmla="*/ 119 w 308"/>
                <a:gd name="T89" fmla="*/ 141 h 323"/>
                <a:gd name="T90" fmla="*/ 86 w 308"/>
                <a:gd name="T91" fmla="*/ 206 h 323"/>
                <a:gd name="T92" fmla="*/ 97 w 308"/>
                <a:gd name="T93" fmla="*/ 188 h 323"/>
                <a:gd name="T94" fmla="*/ 90 w 308"/>
                <a:gd name="T95" fmla="*/ 239 h 323"/>
                <a:gd name="T96" fmla="*/ 86 w 308"/>
                <a:gd name="T97" fmla="*/ 22 h 323"/>
                <a:gd name="T98" fmla="*/ 93 w 308"/>
                <a:gd name="T99" fmla="*/ 68 h 323"/>
                <a:gd name="T100" fmla="*/ 86 w 308"/>
                <a:gd name="T101" fmla="*/ 22 h 323"/>
                <a:gd name="T102" fmla="*/ 86 w 308"/>
                <a:gd name="T103" fmla="*/ 278 h 323"/>
                <a:gd name="T104" fmla="*/ 77 w 308"/>
                <a:gd name="T105" fmla="*/ 230 h 323"/>
                <a:gd name="T106" fmla="*/ 86 w 308"/>
                <a:gd name="T107" fmla="*/ 107 h 323"/>
                <a:gd name="T108" fmla="*/ 67 w 308"/>
                <a:gd name="T109" fmla="*/ 126 h 323"/>
                <a:gd name="T110" fmla="*/ 86 w 308"/>
                <a:gd name="T111" fmla="*/ 141 h 323"/>
                <a:gd name="T112" fmla="*/ 58 w 308"/>
                <a:gd name="T113" fmla="*/ 83 h 323"/>
                <a:gd name="T114" fmla="*/ 86 w 308"/>
                <a:gd name="T115" fmla="*/ 190 h 323"/>
                <a:gd name="T116" fmla="*/ 2 w 308"/>
                <a:gd name="T117" fmla="*/ 226 h 323"/>
                <a:gd name="T118" fmla="*/ 58 w 308"/>
                <a:gd name="T119" fmla="*/ 147 h 323"/>
                <a:gd name="T120" fmla="*/ 50 w 308"/>
                <a:gd name="T121" fmla="*/ 172 h 323"/>
                <a:gd name="T122" fmla="*/ 42 w 308"/>
                <a:gd name="T123" fmla="*/ 186 h 323"/>
                <a:gd name="T124" fmla="*/ 29 w 308"/>
                <a:gd name="T125" fmla="*/ 210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23">
                  <a:moveTo>
                    <a:pt x="218" y="44"/>
                  </a:moveTo>
                  <a:lnTo>
                    <a:pt x="288" y="76"/>
                  </a:lnTo>
                  <a:lnTo>
                    <a:pt x="288" y="76"/>
                  </a:lnTo>
                  <a:lnTo>
                    <a:pt x="293" y="80"/>
                  </a:lnTo>
                  <a:lnTo>
                    <a:pt x="299" y="84"/>
                  </a:lnTo>
                  <a:lnTo>
                    <a:pt x="303" y="90"/>
                  </a:lnTo>
                  <a:lnTo>
                    <a:pt x="306" y="96"/>
                  </a:lnTo>
                  <a:lnTo>
                    <a:pt x="308" y="103"/>
                  </a:lnTo>
                  <a:lnTo>
                    <a:pt x="308" y="110"/>
                  </a:lnTo>
                  <a:lnTo>
                    <a:pt x="307" y="117"/>
                  </a:lnTo>
                  <a:lnTo>
                    <a:pt x="304" y="124"/>
                  </a:lnTo>
                  <a:lnTo>
                    <a:pt x="222" y="301"/>
                  </a:lnTo>
                  <a:lnTo>
                    <a:pt x="222" y="301"/>
                  </a:lnTo>
                  <a:lnTo>
                    <a:pt x="218" y="308"/>
                  </a:lnTo>
                  <a:lnTo>
                    <a:pt x="218" y="248"/>
                  </a:lnTo>
                  <a:lnTo>
                    <a:pt x="218" y="248"/>
                  </a:lnTo>
                  <a:lnTo>
                    <a:pt x="219" y="245"/>
                  </a:lnTo>
                  <a:lnTo>
                    <a:pt x="227" y="228"/>
                  </a:lnTo>
                  <a:lnTo>
                    <a:pt x="227" y="228"/>
                  </a:lnTo>
                  <a:lnTo>
                    <a:pt x="228" y="226"/>
                  </a:lnTo>
                  <a:lnTo>
                    <a:pt x="227" y="224"/>
                  </a:lnTo>
                  <a:lnTo>
                    <a:pt x="227" y="222"/>
                  </a:lnTo>
                  <a:lnTo>
                    <a:pt x="224" y="221"/>
                  </a:lnTo>
                  <a:lnTo>
                    <a:pt x="218" y="217"/>
                  </a:lnTo>
                  <a:lnTo>
                    <a:pt x="218" y="202"/>
                  </a:lnTo>
                  <a:lnTo>
                    <a:pt x="230" y="209"/>
                  </a:lnTo>
                  <a:lnTo>
                    <a:pt x="230" y="209"/>
                  </a:lnTo>
                  <a:lnTo>
                    <a:pt x="233" y="209"/>
                  </a:lnTo>
                  <a:lnTo>
                    <a:pt x="235" y="209"/>
                  </a:lnTo>
                  <a:lnTo>
                    <a:pt x="237" y="207"/>
                  </a:lnTo>
                  <a:lnTo>
                    <a:pt x="238" y="206"/>
                  </a:lnTo>
                  <a:lnTo>
                    <a:pt x="246" y="188"/>
                  </a:lnTo>
                  <a:lnTo>
                    <a:pt x="246" y="188"/>
                  </a:lnTo>
                  <a:lnTo>
                    <a:pt x="247" y="186"/>
                  </a:lnTo>
                  <a:lnTo>
                    <a:pt x="246" y="184"/>
                  </a:lnTo>
                  <a:lnTo>
                    <a:pt x="246" y="182"/>
                  </a:lnTo>
                  <a:lnTo>
                    <a:pt x="243" y="180"/>
                  </a:lnTo>
                  <a:lnTo>
                    <a:pt x="218" y="168"/>
                  </a:lnTo>
                  <a:lnTo>
                    <a:pt x="218" y="145"/>
                  </a:lnTo>
                  <a:lnTo>
                    <a:pt x="243" y="157"/>
                  </a:lnTo>
                  <a:lnTo>
                    <a:pt x="243" y="157"/>
                  </a:lnTo>
                  <a:lnTo>
                    <a:pt x="250" y="159"/>
                  </a:lnTo>
                  <a:lnTo>
                    <a:pt x="257" y="157"/>
                  </a:lnTo>
                  <a:lnTo>
                    <a:pt x="262" y="155"/>
                  </a:lnTo>
                  <a:lnTo>
                    <a:pt x="266" y="149"/>
                  </a:lnTo>
                  <a:lnTo>
                    <a:pt x="279" y="122"/>
                  </a:lnTo>
                  <a:lnTo>
                    <a:pt x="279" y="122"/>
                  </a:lnTo>
                  <a:lnTo>
                    <a:pt x="280" y="115"/>
                  </a:lnTo>
                  <a:lnTo>
                    <a:pt x="280" y="109"/>
                  </a:lnTo>
                  <a:lnTo>
                    <a:pt x="276" y="103"/>
                  </a:lnTo>
                  <a:lnTo>
                    <a:pt x="270" y="99"/>
                  </a:lnTo>
                  <a:lnTo>
                    <a:pt x="218" y="75"/>
                  </a:lnTo>
                  <a:lnTo>
                    <a:pt x="218" y="44"/>
                  </a:lnTo>
                  <a:close/>
                  <a:moveTo>
                    <a:pt x="180" y="26"/>
                  </a:moveTo>
                  <a:lnTo>
                    <a:pt x="218" y="44"/>
                  </a:lnTo>
                  <a:lnTo>
                    <a:pt x="218" y="75"/>
                  </a:lnTo>
                  <a:lnTo>
                    <a:pt x="180" y="57"/>
                  </a:lnTo>
                  <a:lnTo>
                    <a:pt x="180" y="26"/>
                  </a:lnTo>
                  <a:lnTo>
                    <a:pt x="180" y="26"/>
                  </a:lnTo>
                  <a:close/>
                  <a:moveTo>
                    <a:pt x="218" y="308"/>
                  </a:moveTo>
                  <a:lnTo>
                    <a:pt x="218" y="308"/>
                  </a:lnTo>
                  <a:lnTo>
                    <a:pt x="211" y="316"/>
                  </a:lnTo>
                  <a:lnTo>
                    <a:pt x="201" y="320"/>
                  </a:lnTo>
                  <a:lnTo>
                    <a:pt x="191" y="323"/>
                  </a:lnTo>
                  <a:lnTo>
                    <a:pt x="180" y="321"/>
                  </a:lnTo>
                  <a:lnTo>
                    <a:pt x="180" y="283"/>
                  </a:lnTo>
                  <a:lnTo>
                    <a:pt x="193" y="289"/>
                  </a:lnTo>
                  <a:lnTo>
                    <a:pt x="193" y="289"/>
                  </a:lnTo>
                  <a:lnTo>
                    <a:pt x="195" y="289"/>
                  </a:lnTo>
                  <a:lnTo>
                    <a:pt x="197" y="289"/>
                  </a:lnTo>
                  <a:lnTo>
                    <a:pt x="199" y="287"/>
                  </a:lnTo>
                  <a:lnTo>
                    <a:pt x="200" y="286"/>
                  </a:lnTo>
                  <a:lnTo>
                    <a:pt x="208" y="268"/>
                  </a:lnTo>
                  <a:lnTo>
                    <a:pt x="208" y="268"/>
                  </a:lnTo>
                  <a:lnTo>
                    <a:pt x="209" y="266"/>
                  </a:lnTo>
                  <a:lnTo>
                    <a:pt x="209" y="264"/>
                  </a:lnTo>
                  <a:lnTo>
                    <a:pt x="208" y="262"/>
                  </a:lnTo>
                  <a:lnTo>
                    <a:pt x="205" y="260"/>
                  </a:lnTo>
                  <a:lnTo>
                    <a:pt x="180" y="249"/>
                  </a:lnTo>
                  <a:lnTo>
                    <a:pt x="180" y="235"/>
                  </a:lnTo>
                  <a:lnTo>
                    <a:pt x="212" y="248"/>
                  </a:lnTo>
                  <a:lnTo>
                    <a:pt x="212" y="248"/>
                  </a:lnTo>
                  <a:lnTo>
                    <a:pt x="215" y="249"/>
                  </a:lnTo>
                  <a:lnTo>
                    <a:pt x="218" y="248"/>
                  </a:lnTo>
                  <a:lnTo>
                    <a:pt x="218" y="308"/>
                  </a:lnTo>
                  <a:lnTo>
                    <a:pt x="218" y="308"/>
                  </a:lnTo>
                  <a:close/>
                  <a:moveTo>
                    <a:pt x="218" y="145"/>
                  </a:moveTo>
                  <a:lnTo>
                    <a:pt x="218" y="168"/>
                  </a:lnTo>
                  <a:lnTo>
                    <a:pt x="205" y="163"/>
                  </a:lnTo>
                  <a:lnTo>
                    <a:pt x="205" y="163"/>
                  </a:lnTo>
                  <a:lnTo>
                    <a:pt x="203" y="161"/>
                  </a:lnTo>
                  <a:lnTo>
                    <a:pt x="201" y="163"/>
                  </a:lnTo>
                  <a:lnTo>
                    <a:pt x="199" y="164"/>
                  </a:lnTo>
                  <a:lnTo>
                    <a:pt x="197" y="165"/>
                  </a:lnTo>
                  <a:lnTo>
                    <a:pt x="189" y="183"/>
                  </a:lnTo>
                  <a:lnTo>
                    <a:pt x="189" y="183"/>
                  </a:lnTo>
                  <a:lnTo>
                    <a:pt x="189" y="183"/>
                  </a:lnTo>
                  <a:lnTo>
                    <a:pt x="189" y="184"/>
                  </a:lnTo>
                  <a:lnTo>
                    <a:pt x="189" y="187"/>
                  </a:lnTo>
                  <a:lnTo>
                    <a:pt x="191" y="190"/>
                  </a:lnTo>
                  <a:lnTo>
                    <a:pt x="192" y="191"/>
                  </a:lnTo>
                  <a:lnTo>
                    <a:pt x="218" y="202"/>
                  </a:lnTo>
                  <a:lnTo>
                    <a:pt x="218" y="217"/>
                  </a:lnTo>
                  <a:lnTo>
                    <a:pt x="186" y="202"/>
                  </a:lnTo>
                  <a:lnTo>
                    <a:pt x="186" y="202"/>
                  </a:lnTo>
                  <a:lnTo>
                    <a:pt x="184" y="202"/>
                  </a:lnTo>
                  <a:lnTo>
                    <a:pt x="180" y="203"/>
                  </a:lnTo>
                  <a:lnTo>
                    <a:pt x="180" y="170"/>
                  </a:lnTo>
                  <a:lnTo>
                    <a:pt x="185" y="160"/>
                  </a:lnTo>
                  <a:lnTo>
                    <a:pt x="185" y="160"/>
                  </a:lnTo>
                  <a:lnTo>
                    <a:pt x="185" y="157"/>
                  </a:lnTo>
                  <a:lnTo>
                    <a:pt x="185" y="155"/>
                  </a:lnTo>
                  <a:lnTo>
                    <a:pt x="184" y="153"/>
                  </a:lnTo>
                  <a:lnTo>
                    <a:pt x="182" y="152"/>
                  </a:lnTo>
                  <a:lnTo>
                    <a:pt x="180" y="151"/>
                  </a:lnTo>
                  <a:lnTo>
                    <a:pt x="180" y="128"/>
                  </a:lnTo>
                  <a:lnTo>
                    <a:pt x="218" y="145"/>
                  </a:lnTo>
                  <a:close/>
                  <a:moveTo>
                    <a:pt x="147" y="10"/>
                  </a:moveTo>
                  <a:lnTo>
                    <a:pt x="180" y="26"/>
                  </a:lnTo>
                  <a:lnTo>
                    <a:pt x="180" y="57"/>
                  </a:lnTo>
                  <a:lnTo>
                    <a:pt x="147" y="41"/>
                  </a:lnTo>
                  <a:lnTo>
                    <a:pt x="147" y="10"/>
                  </a:lnTo>
                  <a:lnTo>
                    <a:pt x="147" y="10"/>
                  </a:lnTo>
                  <a:close/>
                  <a:moveTo>
                    <a:pt x="180" y="321"/>
                  </a:moveTo>
                  <a:lnTo>
                    <a:pt x="180" y="321"/>
                  </a:lnTo>
                  <a:lnTo>
                    <a:pt x="174" y="318"/>
                  </a:lnTo>
                  <a:lnTo>
                    <a:pt x="147" y="306"/>
                  </a:lnTo>
                  <a:lnTo>
                    <a:pt x="147" y="240"/>
                  </a:lnTo>
                  <a:lnTo>
                    <a:pt x="147" y="240"/>
                  </a:lnTo>
                  <a:lnTo>
                    <a:pt x="147" y="240"/>
                  </a:lnTo>
                  <a:lnTo>
                    <a:pt x="149" y="237"/>
                  </a:lnTo>
                  <a:lnTo>
                    <a:pt x="147" y="235"/>
                  </a:lnTo>
                  <a:lnTo>
                    <a:pt x="147" y="218"/>
                  </a:lnTo>
                  <a:lnTo>
                    <a:pt x="150" y="220"/>
                  </a:lnTo>
                  <a:lnTo>
                    <a:pt x="150" y="220"/>
                  </a:lnTo>
                  <a:lnTo>
                    <a:pt x="153" y="221"/>
                  </a:lnTo>
                  <a:lnTo>
                    <a:pt x="155" y="220"/>
                  </a:lnTo>
                  <a:lnTo>
                    <a:pt x="157" y="218"/>
                  </a:lnTo>
                  <a:lnTo>
                    <a:pt x="158" y="217"/>
                  </a:lnTo>
                  <a:lnTo>
                    <a:pt x="166" y="199"/>
                  </a:lnTo>
                  <a:lnTo>
                    <a:pt x="166" y="199"/>
                  </a:lnTo>
                  <a:lnTo>
                    <a:pt x="166" y="198"/>
                  </a:lnTo>
                  <a:lnTo>
                    <a:pt x="166" y="195"/>
                  </a:lnTo>
                  <a:lnTo>
                    <a:pt x="165" y="193"/>
                  </a:lnTo>
                  <a:lnTo>
                    <a:pt x="163" y="191"/>
                  </a:lnTo>
                  <a:lnTo>
                    <a:pt x="147" y="184"/>
                  </a:lnTo>
                  <a:lnTo>
                    <a:pt x="147" y="170"/>
                  </a:lnTo>
                  <a:lnTo>
                    <a:pt x="169" y="180"/>
                  </a:lnTo>
                  <a:lnTo>
                    <a:pt x="169" y="180"/>
                  </a:lnTo>
                  <a:lnTo>
                    <a:pt x="172" y="180"/>
                  </a:lnTo>
                  <a:lnTo>
                    <a:pt x="173" y="180"/>
                  </a:lnTo>
                  <a:lnTo>
                    <a:pt x="176" y="179"/>
                  </a:lnTo>
                  <a:lnTo>
                    <a:pt x="177" y="176"/>
                  </a:lnTo>
                  <a:lnTo>
                    <a:pt x="180" y="170"/>
                  </a:lnTo>
                  <a:lnTo>
                    <a:pt x="180" y="203"/>
                  </a:lnTo>
                  <a:lnTo>
                    <a:pt x="180" y="203"/>
                  </a:lnTo>
                  <a:lnTo>
                    <a:pt x="178" y="206"/>
                  </a:lnTo>
                  <a:lnTo>
                    <a:pt x="170" y="222"/>
                  </a:lnTo>
                  <a:lnTo>
                    <a:pt x="170" y="222"/>
                  </a:lnTo>
                  <a:lnTo>
                    <a:pt x="170" y="222"/>
                  </a:lnTo>
                  <a:lnTo>
                    <a:pt x="170" y="225"/>
                  </a:lnTo>
                  <a:lnTo>
                    <a:pt x="170" y="228"/>
                  </a:lnTo>
                  <a:lnTo>
                    <a:pt x="172" y="229"/>
                  </a:lnTo>
                  <a:lnTo>
                    <a:pt x="173" y="230"/>
                  </a:lnTo>
                  <a:lnTo>
                    <a:pt x="180" y="235"/>
                  </a:lnTo>
                  <a:lnTo>
                    <a:pt x="180" y="249"/>
                  </a:lnTo>
                  <a:lnTo>
                    <a:pt x="168" y="243"/>
                  </a:lnTo>
                  <a:lnTo>
                    <a:pt x="168" y="243"/>
                  </a:lnTo>
                  <a:lnTo>
                    <a:pt x="166" y="243"/>
                  </a:lnTo>
                  <a:lnTo>
                    <a:pt x="163" y="243"/>
                  </a:lnTo>
                  <a:lnTo>
                    <a:pt x="162" y="244"/>
                  </a:lnTo>
                  <a:lnTo>
                    <a:pt x="161" y="245"/>
                  </a:lnTo>
                  <a:lnTo>
                    <a:pt x="151" y="263"/>
                  </a:lnTo>
                  <a:lnTo>
                    <a:pt x="151" y="263"/>
                  </a:lnTo>
                  <a:lnTo>
                    <a:pt x="151" y="263"/>
                  </a:lnTo>
                  <a:lnTo>
                    <a:pt x="151" y="266"/>
                  </a:lnTo>
                  <a:lnTo>
                    <a:pt x="151" y="267"/>
                  </a:lnTo>
                  <a:lnTo>
                    <a:pt x="153" y="270"/>
                  </a:lnTo>
                  <a:lnTo>
                    <a:pt x="155" y="271"/>
                  </a:lnTo>
                  <a:lnTo>
                    <a:pt x="180" y="283"/>
                  </a:lnTo>
                  <a:lnTo>
                    <a:pt x="180" y="321"/>
                  </a:lnTo>
                  <a:lnTo>
                    <a:pt x="180" y="321"/>
                  </a:lnTo>
                  <a:close/>
                  <a:moveTo>
                    <a:pt x="180" y="128"/>
                  </a:moveTo>
                  <a:lnTo>
                    <a:pt x="180" y="151"/>
                  </a:lnTo>
                  <a:lnTo>
                    <a:pt x="147" y="136"/>
                  </a:lnTo>
                  <a:lnTo>
                    <a:pt x="147" y="113"/>
                  </a:lnTo>
                  <a:lnTo>
                    <a:pt x="180" y="128"/>
                  </a:lnTo>
                  <a:close/>
                  <a:moveTo>
                    <a:pt x="135" y="4"/>
                  </a:moveTo>
                  <a:lnTo>
                    <a:pt x="147" y="10"/>
                  </a:lnTo>
                  <a:lnTo>
                    <a:pt x="147" y="41"/>
                  </a:lnTo>
                  <a:lnTo>
                    <a:pt x="128" y="33"/>
                  </a:lnTo>
                  <a:lnTo>
                    <a:pt x="128" y="33"/>
                  </a:lnTo>
                  <a:lnTo>
                    <a:pt x="124" y="31"/>
                  </a:lnTo>
                  <a:lnTo>
                    <a:pt x="119" y="31"/>
                  </a:lnTo>
                  <a:lnTo>
                    <a:pt x="119" y="0"/>
                  </a:lnTo>
                  <a:lnTo>
                    <a:pt x="119" y="0"/>
                  </a:lnTo>
                  <a:lnTo>
                    <a:pt x="127" y="2"/>
                  </a:lnTo>
                  <a:lnTo>
                    <a:pt x="135" y="4"/>
                  </a:lnTo>
                  <a:lnTo>
                    <a:pt x="135" y="4"/>
                  </a:lnTo>
                  <a:close/>
                  <a:moveTo>
                    <a:pt x="147" y="306"/>
                  </a:moveTo>
                  <a:lnTo>
                    <a:pt x="119" y="293"/>
                  </a:lnTo>
                  <a:lnTo>
                    <a:pt x="119" y="253"/>
                  </a:lnTo>
                  <a:lnTo>
                    <a:pt x="132" y="260"/>
                  </a:lnTo>
                  <a:lnTo>
                    <a:pt x="132" y="260"/>
                  </a:lnTo>
                  <a:lnTo>
                    <a:pt x="134" y="260"/>
                  </a:lnTo>
                  <a:lnTo>
                    <a:pt x="136" y="260"/>
                  </a:lnTo>
                  <a:lnTo>
                    <a:pt x="138" y="259"/>
                  </a:lnTo>
                  <a:lnTo>
                    <a:pt x="139" y="258"/>
                  </a:lnTo>
                  <a:lnTo>
                    <a:pt x="147" y="240"/>
                  </a:lnTo>
                  <a:lnTo>
                    <a:pt x="147" y="306"/>
                  </a:lnTo>
                  <a:lnTo>
                    <a:pt x="147" y="306"/>
                  </a:lnTo>
                  <a:close/>
                  <a:moveTo>
                    <a:pt x="147" y="113"/>
                  </a:moveTo>
                  <a:lnTo>
                    <a:pt x="147" y="136"/>
                  </a:lnTo>
                  <a:lnTo>
                    <a:pt x="144" y="134"/>
                  </a:lnTo>
                  <a:lnTo>
                    <a:pt x="144" y="134"/>
                  </a:lnTo>
                  <a:lnTo>
                    <a:pt x="142" y="133"/>
                  </a:lnTo>
                  <a:lnTo>
                    <a:pt x="139" y="134"/>
                  </a:lnTo>
                  <a:lnTo>
                    <a:pt x="138" y="134"/>
                  </a:lnTo>
                  <a:lnTo>
                    <a:pt x="136" y="137"/>
                  </a:lnTo>
                  <a:lnTo>
                    <a:pt x="128" y="155"/>
                  </a:lnTo>
                  <a:lnTo>
                    <a:pt x="128" y="155"/>
                  </a:lnTo>
                  <a:lnTo>
                    <a:pt x="128" y="155"/>
                  </a:lnTo>
                  <a:lnTo>
                    <a:pt x="128" y="156"/>
                  </a:lnTo>
                  <a:lnTo>
                    <a:pt x="128" y="159"/>
                  </a:lnTo>
                  <a:lnTo>
                    <a:pt x="130" y="160"/>
                  </a:lnTo>
                  <a:lnTo>
                    <a:pt x="131" y="161"/>
                  </a:lnTo>
                  <a:lnTo>
                    <a:pt x="147" y="170"/>
                  </a:lnTo>
                  <a:lnTo>
                    <a:pt x="147" y="184"/>
                  </a:lnTo>
                  <a:lnTo>
                    <a:pt x="126" y="174"/>
                  </a:lnTo>
                  <a:lnTo>
                    <a:pt x="126" y="174"/>
                  </a:lnTo>
                  <a:lnTo>
                    <a:pt x="121" y="174"/>
                  </a:lnTo>
                  <a:lnTo>
                    <a:pt x="119" y="175"/>
                  </a:lnTo>
                  <a:lnTo>
                    <a:pt x="119" y="141"/>
                  </a:lnTo>
                  <a:lnTo>
                    <a:pt x="124" y="130"/>
                  </a:lnTo>
                  <a:lnTo>
                    <a:pt x="124" y="130"/>
                  </a:lnTo>
                  <a:lnTo>
                    <a:pt x="124" y="129"/>
                  </a:lnTo>
                  <a:lnTo>
                    <a:pt x="124" y="126"/>
                  </a:lnTo>
                  <a:lnTo>
                    <a:pt x="123" y="125"/>
                  </a:lnTo>
                  <a:lnTo>
                    <a:pt x="121" y="124"/>
                  </a:lnTo>
                  <a:lnTo>
                    <a:pt x="119" y="122"/>
                  </a:lnTo>
                  <a:lnTo>
                    <a:pt x="119" y="99"/>
                  </a:lnTo>
                  <a:lnTo>
                    <a:pt x="147" y="113"/>
                  </a:lnTo>
                  <a:lnTo>
                    <a:pt x="147" y="113"/>
                  </a:lnTo>
                  <a:close/>
                  <a:moveTo>
                    <a:pt x="147" y="218"/>
                  </a:moveTo>
                  <a:lnTo>
                    <a:pt x="147" y="235"/>
                  </a:lnTo>
                  <a:lnTo>
                    <a:pt x="147" y="235"/>
                  </a:lnTo>
                  <a:lnTo>
                    <a:pt x="144" y="232"/>
                  </a:lnTo>
                  <a:lnTo>
                    <a:pt x="119" y="220"/>
                  </a:lnTo>
                  <a:lnTo>
                    <a:pt x="119" y="205"/>
                  </a:lnTo>
                  <a:lnTo>
                    <a:pt x="147" y="218"/>
                  </a:lnTo>
                  <a:close/>
                  <a:moveTo>
                    <a:pt x="119" y="293"/>
                  </a:moveTo>
                  <a:lnTo>
                    <a:pt x="98" y="283"/>
                  </a:lnTo>
                  <a:lnTo>
                    <a:pt x="98" y="244"/>
                  </a:lnTo>
                  <a:lnTo>
                    <a:pt x="119" y="253"/>
                  </a:lnTo>
                  <a:lnTo>
                    <a:pt x="119" y="293"/>
                  </a:lnTo>
                  <a:lnTo>
                    <a:pt x="119" y="293"/>
                  </a:lnTo>
                  <a:close/>
                  <a:moveTo>
                    <a:pt x="98" y="7"/>
                  </a:moveTo>
                  <a:lnTo>
                    <a:pt x="98" y="7"/>
                  </a:lnTo>
                  <a:lnTo>
                    <a:pt x="103" y="4"/>
                  </a:lnTo>
                  <a:lnTo>
                    <a:pt x="108" y="3"/>
                  </a:lnTo>
                  <a:lnTo>
                    <a:pt x="113" y="2"/>
                  </a:lnTo>
                  <a:lnTo>
                    <a:pt x="119" y="0"/>
                  </a:lnTo>
                  <a:lnTo>
                    <a:pt x="119" y="31"/>
                  </a:lnTo>
                  <a:lnTo>
                    <a:pt x="119" y="31"/>
                  </a:lnTo>
                  <a:lnTo>
                    <a:pt x="115" y="33"/>
                  </a:lnTo>
                  <a:lnTo>
                    <a:pt x="111" y="34"/>
                  </a:lnTo>
                  <a:lnTo>
                    <a:pt x="108" y="37"/>
                  </a:lnTo>
                  <a:lnTo>
                    <a:pt x="105" y="41"/>
                  </a:lnTo>
                  <a:lnTo>
                    <a:pt x="98" y="56"/>
                  </a:lnTo>
                  <a:lnTo>
                    <a:pt x="98" y="7"/>
                  </a:lnTo>
                  <a:lnTo>
                    <a:pt x="98" y="7"/>
                  </a:lnTo>
                  <a:close/>
                  <a:moveTo>
                    <a:pt x="119" y="99"/>
                  </a:moveTo>
                  <a:lnTo>
                    <a:pt x="119" y="122"/>
                  </a:lnTo>
                  <a:lnTo>
                    <a:pt x="98" y="113"/>
                  </a:lnTo>
                  <a:lnTo>
                    <a:pt x="98" y="90"/>
                  </a:lnTo>
                  <a:lnTo>
                    <a:pt x="98" y="90"/>
                  </a:lnTo>
                  <a:lnTo>
                    <a:pt x="101" y="91"/>
                  </a:lnTo>
                  <a:lnTo>
                    <a:pt x="119" y="99"/>
                  </a:lnTo>
                  <a:lnTo>
                    <a:pt x="119" y="99"/>
                  </a:lnTo>
                  <a:close/>
                  <a:moveTo>
                    <a:pt x="119" y="141"/>
                  </a:moveTo>
                  <a:lnTo>
                    <a:pt x="119" y="175"/>
                  </a:lnTo>
                  <a:lnTo>
                    <a:pt x="119" y="175"/>
                  </a:lnTo>
                  <a:lnTo>
                    <a:pt x="117" y="176"/>
                  </a:lnTo>
                  <a:lnTo>
                    <a:pt x="109" y="194"/>
                  </a:lnTo>
                  <a:lnTo>
                    <a:pt x="109" y="194"/>
                  </a:lnTo>
                  <a:lnTo>
                    <a:pt x="109" y="194"/>
                  </a:lnTo>
                  <a:lnTo>
                    <a:pt x="109" y="197"/>
                  </a:lnTo>
                  <a:lnTo>
                    <a:pt x="109" y="199"/>
                  </a:lnTo>
                  <a:lnTo>
                    <a:pt x="111" y="201"/>
                  </a:lnTo>
                  <a:lnTo>
                    <a:pt x="112" y="202"/>
                  </a:lnTo>
                  <a:lnTo>
                    <a:pt x="119" y="205"/>
                  </a:lnTo>
                  <a:lnTo>
                    <a:pt x="119" y="220"/>
                  </a:lnTo>
                  <a:lnTo>
                    <a:pt x="107" y="214"/>
                  </a:lnTo>
                  <a:lnTo>
                    <a:pt x="107" y="214"/>
                  </a:lnTo>
                  <a:lnTo>
                    <a:pt x="104" y="214"/>
                  </a:lnTo>
                  <a:lnTo>
                    <a:pt x="103" y="214"/>
                  </a:lnTo>
                  <a:lnTo>
                    <a:pt x="100" y="216"/>
                  </a:lnTo>
                  <a:lnTo>
                    <a:pt x="98" y="217"/>
                  </a:lnTo>
                  <a:lnTo>
                    <a:pt x="98" y="218"/>
                  </a:lnTo>
                  <a:lnTo>
                    <a:pt x="98" y="186"/>
                  </a:lnTo>
                  <a:lnTo>
                    <a:pt x="105" y="171"/>
                  </a:lnTo>
                  <a:lnTo>
                    <a:pt x="105" y="171"/>
                  </a:lnTo>
                  <a:lnTo>
                    <a:pt x="105" y="168"/>
                  </a:lnTo>
                  <a:lnTo>
                    <a:pt x="105" y="167"/>
                  </a:lnTo>
                  <a:lnTo>
                    <a:pt x="104" y="164"/>
                  </a:lnTo>
                  <a:lnTo>
                    <a:pt x="103" y="163"/>
                  </a:lnTo>
                  <a:lnTo>
                    <a:pt x="98" y="161"/>
                  </a:lnTo>
                  <a:lnTo>
                    <a:pt x="98" y="147"/>
                  </a:lnTo>
                  <a:lnTo>
                    <a:pt x="108" y="152"/>
                  </a:lnTo>
                  <a:lnTo>
                    <a:pt x="108" y="152"/>
                  </a:lnTo>
                  <a:lnTo>
                    <a:pt x="111" y="152"/>
                  </a:lnTo>
                  <a:lnTo>
                    <a:pt x="112" y="152"/>
                  </a:lnTo>
                  <a:lnTo>
                    <a:pt x="115" y="151"/>
                  </a:lnTo>
                  <a:lnTo>
                    <a:pt x="116" y="148"/>
                  </a:lnTo>
                  <a:lnTo>
                    <a:pt x="119" y="141"/>
                  </a:lnTo>
                  <a:close/>
                  <a:moveTo>
                    <a:pt x="98" y="283"/>
                  </a:moveTo>
                  <a:lnTo>
                    <a:pt x="86" y="278"/>
                  </a:lnTo>
                  <a:lnTo>
                    <a:pt x="86" y="212"/>
                  </a:lnTo>
                  <a:lnTo>
                    <a:pt x="86" y="212"/>
                  </a:lnTo>
                  <a:lnTo>
                    <a:pt x="86" y="212"/>
                  </a:lnTo>
                  <a:lnTo>
                    <a:pt x="86" y="209"/>
                  </a:lnTo>
                  <a:lnTo>
                    <a:pt x="86" y="206"/>
                  </a:lnTo>
                  <a:lnTo>
                    <a:pt x="86" y="190"/>
                  </a:lnTo>
                  <a:lnTo>
                    <a:pt x="89" y="191"/>
                  </a:lnTo>
                  <a:lnTo>
                    <a:pt x="89" y="191"/>
                  </a:lnTo>
                  <a:lnTo>
                    <a:pt x="92" y="191"/>
                  </a:lnTo>
                  <a:lnTo>
                    <a:pt x="93" y="191"/>
                  </a:lnTo>
                  <a:lnTo>
                    <a:pt x="96" y="190"/>
                  </a:lnTo>
                  <a:lnTo>
                    <a:pt x="97" y="188"/>
                  </a:lnTo>
                  <a:lnTo>
                    <a:pt x="98" y="186"/>
                  </a:lnTo>
                  <a:lnTo>
                    <a:pt x="98" y="218"/>
                  </a:lnTo>
                  <a:lnTo>
                    <a:pt x="90" y="235"/>
                  </a:lnTo>
                  <a:lnTo>
                    <a:pt x="90" y="235"/>
                  </a:lnTo>
                  <a:lnTo>
                    <a:pt x="90" y="235"/>
                  </a:lnTo>
                  <a:lnTo>
                    <a:pt x="90" y="237"/>
                  </a:lnTo>
                  <a:lnTo>
                    <a:pt x="90" y="239"/>
                  </a:lnTo>
                  <a:lnTo>
                    <a:pt x="92" y="241"/>
                  </a:lnTo>
                  <a:lnTo>
                    <a:pt x="93" y="243"/>
                  </a:lnTo>
                  <a:lnTo>
                    <a:pt x="98" y="244"/>
                  </a:lnTo>
                  <a:lnTo>
                    <a:pt x="98" y="283"/>
                  </a:lnTo>
                  <a:lnTo>
                    <a:pt x="98" y="283"/>
                  </a:lnTo>
                  <a:close/>
                  <a:moveTo>
                    <a:pt x="86" y="22"/>
                  </a:moveTo>
                  <a:lnTo>
                    <a:pt x="86" y="22"/>
                  </a:lnTo>
                  <a:lnTo>
                    <a:pt x="86" y="22"/>
                  </a:lnTo>
                  <a:lnTo>
                    <a:pt x="92" y="14"/>
                  </a:lnTo>
                  <a:lnTo>
                    <a:pt x="98" y="7"/>
                  </a:lnTo>
                  <a:lnTo>
                    <a:pt x="98" y="56"/>
                  </a:lnTo>
                  <a:lnTo>
                    <a:pt x="93" y="68"/>
                  </a:lnTo>
                  <a:lnTo>
                    <a:pt x="93" y="68"/>
                  </a:lnTo>
                  <a:lnTo>
                    <a:pt x="93" y="68"/>
                  </a:lnTo>
                  <a:lnTo>
                    <a:pt x="92" y="73"/>
                  </a:lnTo>
                  <a:lnTo>
                    <a:pt x="92" y="79"/>
                  </a:lnTo>
                  <a:lnTo>
                    <a:pt x="94" y="84"/>
                  </a:lnTo>
                  <a:lnTo>
                    <a:pt x="98" y="90"/>
                  </a:lnTo>
                  <a:lnTo>
                    <a:pt x="98" y="113"/>
                  </a:lnTo>
                  <a:lnTo>
                    <a:pt x="86" y="107"/>
                  </a:lnTo>
                  <a:lnTo>
                    <a:pt x="86" y="22"/>
                  </a:lnTo>
                  <a:lnTo>
                    <a:pt x="86" y="22"/>
                  </a:lnTo>
                  <a:close/>
                  <a:moveTo>
                    <a:pt x="98" y="147"/>
                  </a:moveTo>
                  <a:lnTo>
                    <a:pt x="98" y="161"/>
                  </a:lnTo>
                  <a:lnTo>
                    <a:pt x="86" y="156"/>
                  </a:lnTo>
                  <a:lnTo>
                    <a:pt x="86" y="141"/>
                  </a:lnTo>
                  <a:lnTo>
                    <a:pt x="98" y="147"/>
                  </a:lnTo>
                  <a:close/>
                  <a:moveTo>
                    <a:pt x="86" y="278"/>
                  </a:moveTo>
                  <a:lnTo>
                    <a:pt x="58" y="264"/>
                  </a:lnTo>
                  <a:lnTo>
                    <a:pt x="58" y="225"/>
                  </a:lnTo>
                  <a:lnTo>
                    <a:pt x="70" y="232"/>
                  </a:lnTo>
                  <a:lnTo>
                    <a:pt x="70" y="232"/>
                  </a:lnTo>
                  <a:lnTo>
                    <a:pt x="73" y="232"/>
                  </a:lnTo>
                  <a:lnTo>
                    <a:pt x="75" y="232"/>
                  </a:lnTo>
                  <a:lnTo>
                    <a:pt x="77" y="230"/>
                  </a:lnTo>
                  <a:lnTo>
                    <a:pt x="78" y="229"/>
                  </a:lnTo>
                  <a:lnTo>
                    <a:pt x="86" y="212"/>
                  </a:lnTo>
                  <a:lnTo>
                    <a:pt x="86" y="278"/>
                  </a:lnTo>
                  <a:lnTo>
                    <a:pt x="86" y="278"/>
                  </a:lnTo>
                  <a:close/>
                  <a:moveTo>
                    <a:pt x="58" y="83"/>
                  </a:moveTo>
                  <a:lnTo>
                    <a:pt x="86" y="22"/>
                  </a:lnTo>
                  <a:lnTo>
                    <a:pt x="86" y="107"/>
                  </a:lnTo>
                  <a:lnTo>
                    <a:pt x="82" y="106"/>
                  </a:lnTo>
                  <a:lnTo>
                    <a:pt x="82" y="106"/>
                  </a:lnTo>
                  <a:lnTo>
                    <a:pt x="81" y="105"/>
                  </a:lnTo>
                  <a:lnTo>
                    <a:pt x="78" y="105"/>
                  </a:lnTo>
                  <a:lnTo>
                    <a:pt x="77" y="106"/>
                  </a:lnTo>
                  <a:lnTo>
                    <a:pt x="75" y="109"/>
                  </a:lnTo>
                  <a:lnTo>
                    <a:pt x="67" y="126"/>
                  </a:lnTo>
                  <a:lnTo>
                    <a:pt x="67" y="126"/>
                  </a:lnTo>
                  <a:lnTo>
                    <a:pt x="67" y="126"/>
                  </a:lnTo>
                  <a:lnTo>
                    <a:pt x="66" y="128"/>
                  </a:lnTo>
                  <a:lnTo>
                    <a:pt x="67" y="130"/>
                  </a:lnTo>
                  <a:lnTo>
                    <a:pt x="67" y="132"/>
                  </a:lnTo>
                  <a:lnTo>
                    <a:pt x="70" y="133"/>
                  </a:lnTo>
                  <a:lnTo>
                    <a:pt x="86" y="141"/>
                  </a:lnTo>
                  <a:lnTo>
                    <a:pt x="86" y="156"/>
                  </a:lnTo>
                  <a:lnTo>
                    <a:pt x="65" y="145"/>
                  </a:lnTo>
                  <a:lnTo>
                    <a:pt x="65" y="145"/>
                  </a:lnTo>
                  <a:lnTo>
                    <a:pt x="61" y="145"/>
                  </a:lnTo>
                  <a:lnTo>
                    <a:pt x="58" y="147"/>
                  </a:lnTo>
                  <a:lnTo>
                    <a:pt x="58" y="83"/>
                  </a:lnTo>
                  <a:lnTo>
                    <a:pt x="58" y="83"/>
                  </a:lnTo>
                  <a:close/>
                  <a:moveTo>
                    <a:pt x="86" y="190"/>
                  </a:moveTo>
                  <a:lnTo>
                    <a:pt x="86" y="206"/>
                  </a:lnTo>
                  <a:lnTo>
                    <a:pt x="86" y="206"/>
                  </a:lnTo>
                  <a:lnTo>
                    <a:pt x="84" y="203"/>
                  </a:lnTo>
                  <a:lnTo>
                    <a:pt x="58" y="191"/>
                  </a:lnTo>
                  <a:lnTo>
                    <a:pt x="58" y="176"/>
                  </a:lnTo>
                  <a:lnTo>
                    <a:pt x="86" y="190"/>
                  </a:lnTo>
                  <a:close/>
                  <a:moveTo>
                    <a:pt x="58" y="264"/>
                  </a:moveTo>
                  <a:lnTo>
                    <a:pt x="21" y="247"/>
                  </a:lnTo>
                  <a:lnTo>
                    <a:pt x="21" y="247"/>
                  </a:lnTo>
                  <a:lnTo>
                    <a:pt x="14" y="243"/>
                  </a:lnTo>
                  <a:lnTo>
                    <a:pt x="9" y="239"/>
                  </a:lnTo>
                  <a:lnTo>
                    <a:pt x="5" y="233"/>
                  </a:lnTo>
                  <a:lnTo>
                    <a:pt x="2" y="226"/>
                  </a:lnTo>
                  <a:lnTo>
                    <a:pt x="1" y="220"/>
                  </a:lnTo>
                  <a:lnTo>
                    <a:pt x="0" y="213"/>
                  </a:lnTo>
                  <a:lnTo>
                    <a:pt x="1" y="206"/>
                  </a:lnTo>
                  <a:lnTo>
                    <a:pt x="4" y="199"/>
                  </a:lnTo>
                  <a:lnTo>
                    <a:pt x="58" y="83"/>
                  </a:lnTo>
                  <a:lnTo>
                    <a:pt x="58" y="147"/>
                  </a:lnTo>
                  <a:lnTo>
                    <a:pt x="58" y="147"/>
                  </a:lnTo>
                  <a:lnTo>
                    <a:pt x="56" y="148"/>
                  </a:lnTo>
                  <a:lnTo>
                    <a:pt x="48" y="165"/>
                  </a:lnTo>
                  <a:lnTo>
                    <a:pt x="48" y="165"/>
                  </a:lnTo>
                  <a:lnTo>
                    <a:pt x="48" y="165"/>
                  </a:lnTo>
                  <a:lnTo>
                    <a:pt x="48" y="168"/>
                  </a:lnTo>
                  <a:lnTo>
                    <a:pt x="48" y="170"/>
                  </a:lnTo>
                  <a:lnTo>
                    <a:pt x="50" y="172"/>
                  </a:lnTo>
                  <a:lnTo>
                    <a:pt x="51" y="174"/>
                  </a:lnTo>
                  <a:lnTo>
                    <a:pt x="58" y="176"/>
                  </a:lnTo>
                  <a:lnTo>
                    <a:pt x="58" y="191"/>
                  </a:lnTo>
                  <a:lnTo>
                    <a:pt x="46" y="186"/>
                  </a:lnTo>
                  <a:lnTo>
                    <a:pt x="46" y="186"/>
                  </a:lnTo>
                  <a:lnTo>
                    <a:pt x="43" y="184"/>
                  </a:lnTo>
                  <a:lnTo>
                    <a:pt x="42" y="186"/>
                  </a:lnTo>
                  <a:lnTo>
                    <a:pt x="39" y="187"/>
                  </a:lnTo>
                  <a:lnTo>
                    <a:pt x="38" y="188"/>
                  </a:lnTo>
                  <a:lnTo>
                    <a:pt x="29" y="206"/>
                  </a:lnTo>
                  <a:lnTo>
                    <a:pt x="29" y="206"/>
                  </a:lnTo>
                  <a:lnTo>
                    <a:pt x="29" y="206"/>
                  </a:lnTo>
                  <a:lnTo>
                    <a:pt x="29" y="207"/>
                  </a:lnTo>
                  <a:lnTo>
                    <a:pt x="29" y="210"/>
                  </a:lnTo>
                  <a:lnTo>
                    <a:pt x="31" y="212"/>
                  </a:lnTo>
                  <a:lnTo>
                    <a:pt x="32" y="213"/>
                  </a:lnTo>
                  <a:lnTo>
                    <a:pt x="58" y="225"/>
                  </a:lnTo>
                  <a:lnTo>
                    <a:pt x="58" y="264"/>
                  </a:lnTo>
                  <a:close/>
                </a:path>
              </a:pathLst>
            </a:custGeom>
            <a:solidFill>
              <a:schemeClr val="accent5"/>
            </a:solidFill>
            <a:ln>
              <a:noFill/>
            </a:ln>
          </p:spPr>
          <p:txBody>
            <a:bodyPr lIns="91438" tIns="45719" rIns="91438" bIns="45719"/>
            <a:lstStyle/>
            <a:p>
              <a:pPr>
                <a:defRPr/>
              </a:pPr>
              <a:endParaRPr lang="zh-CN" altLang="en-US"/>
            </a:p>
          </p:txBody>
        </p:sp>
        <p:grpSp>
          <p:nvGrpSpPr>
            <p:cNvPr id="162" name="组合 212">
              <a:extLst>
                <a:ext uri="{FF2B5EF4-FFF2-40B4-BE49-F238E27FC236}">
                  <a16:creationId xmlns:a16="http://schemas.microsoft.com/office/drawing/2014/main" id="{39F486B2-2354-4680-8B0A-46AA7BA44FDF}"/>
                </a:ext>
              </a:extLst>
            </p:cNvPr>
            <p:cNvGrpSpPr/>
            <p:nvPr/>
          </p:nvGrpSpPr>
          <p:grpSpPr>
            <a:xfrm>
              <a:off x="748652" y="2358894"/>
              <a:ext cx="619045" cy="651025"/>
              <a:chOff x="1704976" y="2255838"/>
              <a:chExt cx="619125" cy="650875"/>
            </a:xfrm>
            <a:solidFill>
              <a:schemeClr val="accent1"/>
            </a:solidFill>
          </p:grpSpPr>
          <p:sp>
            <p:nvSpPr>
              <p:cNvPr id="163" name="Rectangle 155">
                <a:extLst>
                  <a:ext uri="{FF2B5EF4-FFF2-40B4-BE49-F238E27FC236}">
                    <a16:creationId xmlns:a16="http://schemas.microsoft.com/office/drawing/2014/main" id="{124FE773-D602-4778-AFD4-CE0E574C57F5}"/>
                  </a:ext>
                </a:extLst>
              </p:cNvPr>
              <p:cNvSpPr>
                <a:spLocks noChangeArrowheads="1"/>
              </p:cNvSpPr>
              <p:nvPr/>
            </p:nvSpPr>
            <p:spPr bwMode="auto">
              <a:xfrm>
                <a:off x="1704976" y="2873375"/>
                <a:ext cx="619125" cy="3333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64" name="Rectangle 156">
                <a:extLst>
                  <a:ext uri="{FF2B5EF4-FFF2-40B4-BE49-F238E27FC236}">
                    <a16:creationId xmlns:a16="http://schemas.microsoft.com/office/drawing/2014/main" id="{1B94ADEA-6399-4487-A82F-C0136AAFE966}"/>
                  </a:ext>
                </a:extLst>
              </p:cNvPr>
              <p:cNvSpPr>
                <a:spLocks noChangeArrowheads="1"/>
              </p:cNvSpPr>
              <p:nvPr/>
            </p:nvSpPr>
            <p:spPr bwMode="auto">
              <a:xfrm>
                <a:off x="1730376" y="2811463"/>
                <a:ext cx="568325" cy="3333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65" name="Rectangle 157">
                <a:extLst>
                  <a:ext uri="{FF2B5EF4-FFF2-40B4-BE49-F238E27FC236}">
                    <a16:creationId xmlns:a16="http://schemas.microsoft.com/office/drawing/2014/main" id="{C3E1C1C1-43F7-4EC6-81B2-0458EFCDB6EC}"/>
                  </a:ext>
                </a:extLst>
              </p:cNvPr>
              <p:cNvSpPr>
                <a:spLocks noChangeArrowheads="1"/>
              </p:cNvSpPr>
              <p:nvPr/>
            </p:nvSpPr>
            <p:spPr bwMode="auto">
              <a:xfrm>
                <a:off x="1954213" y="2747963"/>
                <a:ext cx="120650" cy="3175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66" name="Rectangle 158">
                <a:extLst>
                  <a:ext uri="{FF2B5EF4-FFF2-40B4-BE49-F238E27FC236}">
                    <a16:creationId xmlns:a16="http://schemas.microsoft.com/office/drawing/2014/main" id="{EE7CB222-3CCA-437A-A717-BDF5ADC974C9}"/>
                  </a:ext>
                </a:extLst>
              </p:cNvPr>
              <p:cNvSpPr>
                <a:spLocks noChangeArrowheads="1"/>
              </p:cNvSpPr>
              <p:nvPr/>
            </p:nvSpPr>
            <p:spPr bwMode="auto">
              <a:xfrm>
                <a:off x="1976438" y="2517775"/>
                <a:ext cx="77788" cy="2508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67" name="Rectangle 159">
                <a:extLst>
                  <a:ext uri="{FF2B5EF4-FFF2-40B4-BE49-F238E27FC236}">
                    <a16:creationId xmlns:a16="http://schemas.microsoft.com/office/drawing/2014/main" id="{20954B8C-4C52-433D-8DC6-577BB6998A17}"/>
                  </a:ext>
                </a:extLst>
              </p:cNvPr>
              <p:cNvSpPr>
                <a:spLocks noChangeArrowheads="1"/>
              </p:cNvSpPr>
              <p:nvPr/>
            </p:nvSpPr>
            <p:spPr bwMode="auto">
              <a:xfrm>
                <a:off x="1954213" y="2505075"/>
                <a:ext cx="120650" cy="3175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68" name="Rectangle 160">
                <a:extLst>
                  <a:ext uri="{FF2B5EF4-FFF2-40B4-BE49-F238E27FC236}">
                    <a16:creationId xmlns:a16="http://schemas.microsoft.com/office/drawing/2014/main" id="{95888893-079A-4FE9-876A-71F69339557A}"/>
                  </a:ext>
                </a:extLst>
              </p:cNvPr>
              <p:cNvSpPr>
                <a:spLocks noChangeArrowheads="1"/>
              </p:cNvSpPr>
              <p:nvPr/>
            </p:nvSpPr>
            <p:spPr bwMode="auto">
              <a:xfrm>
                <a:off x="1774826" y="2747963"/>
                <a:ext cx="119063" cy="3175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69" name="Rectangle 161">
                <a:extLst>
                  <a:ext uri="{FF2B5EF4-FFF2-40B4-BE49-F238E27FC236}">
                    <a16:creationId xmlns:a16="http://schemas.microsoft.com/office/drawing/2014/main" id="{9B54B3F9-A8CA-4802-9625-66A174B446D9}"/>
                  </a:ext>
                </a:extLst>
              </p:cNvPr>
              <p:cNvSpPr>
                <a:spLocks noChangeArrowheads="1"/>
              </p:cNvSpPr>
              <p:nvPr/>
            </p:nvSpPr>
            <p:spPr bwMode="auto">
              <a:xfrm>
                <a:off x="1795463" y="2517775"/>
                <a:ext cx="77788" cy="2508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70" name="Rectangle 162">
                <a:extLst>
                  <a:ext uri="{FF2B5EF4-FFF2-40B4-BE49-F238E27FC236}">
                    <a16:creationId xmlns:a16="http://schemas.microsoft.com/office/drawing/2014/main" id="{FF157A36-1602-4DF6-8061-6A93F88BE8CE}"/>
                  </a:ext>
                </a:extLst>
              </p:cNvPr>
              <p:cNvSpPr>
                <a:spLocks noChangeArrowheads="1"/>
              </p:cNvSpPr>
              <p:nvPr/>
            </p:nvSpPr>
            <p:spPr bwMode="auto">
              <a:xfrm>
                <a:off x="1774826" y="2505075"/>
                <a:ext cx="119063" cy="3175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71" name="Rectangle 163">
                <a:extLst>
                  <a:ext uri="{FF2B5EF4-FFF2-40B4-BE49-F238E27FC236}">
                    <a16:creationId xmlns:a16="http://schemas.microsoft.com/office/drawing/2014/main" id="{7A294E76-DD64-498A-B9C1-4A8C9ED85861}"/>
                  </a:ext>
                </a:extLst>
              </p:cNvPr>
              <p:cNvSpPr>
                <a:spLocks noChangeArrowheads="1"/>
              </p:cNvSpPr>
              <p:nvPr/>
            </p:nvSpPr>
            <p:spPr bwMode="auto">
              <a:xfrm>
                <a:off x="2135188" y="2747963"/>
                <a:ext cx="120650" cy="3175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72" name="Rectangle 164">
                <a:extLst>
                  <a:ext uri="{FF2B5EF4-FFF2-40B4-BE49-F238E27FC236}">
                    <a16:creationId xmlns:a16="http://schemas.microsoft.com/office/drawing/2014/main" id="{D94CD88B-7CF1-4FD6-AAD0-4BF810C9C750}"/>
                  </a:ext>
                </a:extLst>
              </p:cNvPr>
              <p:cNvSpPr>
                <a:spLocks noChangeArrowheads="1"/>
              </p:cNvSpPr>
              <p:nvPr/>
            </p:nvSpPr>
            <p:spPr bwMode="auto">
              <a:xfrm>
                <a:off x="2157413" y="2517775"/>
                <a:ext cx="76200" cy="2508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73" name="Rectangle 165">
                <a:extLst>
                  <a:ext uri="{FF2B5EF4-FFF2-40B4-BE49-F238E27FC236}">
                    <a16:creationId xmlns:a16="http://schemas.microsoft.com/office/drawing/2014/main" id="{6F6C6D67-6AC3-4614-B0C5-B3210F83DE69}"/>
                  </a:ext>
                </a:extLst>
              </p:cNvPr>
              <p:cNvSpPr>
                <a:spLocks noChangeArrowheads="1"/>
              </p:cNvSpPr>
              <p:nvPr/>
            </p:nvSpPr>
            <p:spPr bwMode="auto">
              <a:xfrm>
                <a:off x="2135188" y="2505075"/>
                <a:ext cx="120650" cy="3175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74" name="Rectangle 166">
                <a:extLst>
                  <a:ext uri="{FF2B5EF4-FFF2-40B4-BE49-F238E27FC236}">
                    <a16:creationId xmlns:a16="http://schemas.microsoft.com/office/drawing/2014/main" id="{A7D5BBFA-CA9B-469B-AAF2-C8826ACE0D3B}"/>
                  </a:ext>
                </a:extLst>
              </p:cNvPr>
              <p:cNvSpPr>
                <a:spLocks noChangeArrowheads="1"/>
              </p:cNvSpPr>
              <p:nvPr/>
            </p:nvSpPr>
            <p:spPr bwMode="auto">
              <a:xfrm>
                <a:off x="1730376" y="2435225"/>
                <a:ext cx="568325" cy="3333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p>
            </p:txBody>
          </p:sp>
          <p:sp>
            <p:nvSpPr>
              <p:cNvPr id="175" name="Freeform 167">
                <a:extLst>
                  <a:ext uri="{FF2B5EF4-FFF2-40B4-BE49-F238E27FC236}">
                    <a16:creationId xmlns:a16="http://schemas.microsoft.com/office/drawing/2014/main" id="{C1EC47DA-54C7-43BD-8F4F-6BB99EEF5C5A}"/>
                  </a:ext>
                </a:extLst>
              </p:cNvPr>
              <p:cNvSpPr>
                <a:spLocks/>
              </p:cNvSpPr>
              <p:nvPr/>
            </p:nvSpPr>
            <p:spPr bwMode="auto">
              <a:xfrm>
                <a:off x="1730376" y="2255838"/>
                <a:ext cx="568325" cy="179388"/>
              </a:xfrm>
              <a:custGeom>
                <a:avLst/>
                <a:gdLst>
                  <a:gd name="T0" fmla="*/ 179 w 358"/>
                  <a:gd name="T1" fmla="*/ 0 h 113"/>
                  <a:gd name="T2" fmla="*/ 0 w 358"/>
                  <a:gd name="T3" fmla="*/ 113 h 113"/>
                  <a:gd name="T4" fmla="*/ 358 w 358"/>
                  <a:gd name="T5" fmla="*/ 113 h 113"/>
                  <a:gd name="T6" fmla="*/ 179 w 358"/>
                  <a:gd name="T7" fmla="*/ 0 h 113"/>
                </a:gdLst>
                <a:ahLst/>
                <a:cxnLst>
                  <a:cxn ang="0">
                    <a:pos x="T0" y="T1"/>
                  </a:cxn>
                  <a:cxn ang="0">
                    <a:pos x="T2" y="T3"/>
                  </a:cxn>
                  <a:cxn ang="0">
                    <a:pos x="T4" y="T5"/>
                  </a:cxn>
                  <a:cxn ang="0">
                    <a:pos x="T6" y="T7"/>
                  </a:cxn>
                </a:cxnLst>
                <a:rect l="0" t="0" r="r" b="b"/>
                <a:pathLst>
                  <a:path w="358" h="113">
                    <a:moveTo>
                      <a:pt x="179" y="0"/>
                    </a:moveTo>
                    <a:lnTo>
                      <a:pt x="0" y="113"/>
                    </a:lnTo>
                    <a:lnTo>
                      <a:pt x="358" y="113"/>
                    </a:lnTo>
                    <a:lnTo>
                      <a:pt x="179"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sp>
          <p:nvSpPr>
            <p:cNvPr id="176" name="Freeform 168">
              <a:extLst>
                <a:ext uri="{FF2B5EF4-FFF2-40B4-BE49-F238E27FC236}">
                  <a16:creationId xmlns:a16="http://schemas.microsoft.com/office/drawing/2014/main" id="{B3742F11-FE3E-4407-8562-262C2C88615B}"/>
                </a:ext>
              </a:extLst>
            </p:cNvPr>
            <p:cNvSpPr>
              <a:spLocks noEditPoints="1"/>
            </p:cNvSpPr>
            <p:nvPr/>
          </p:nvSpPr>
          <p:spPr bwMode="auto">
            <a:xfrm>
              <a:off x="2115041" y="2521960"/>
              <a:ext cx="789282" cy="516003"/>
            </a:xfrm>
            <a:custGeom>
              <a:avLst/>
              <a:gdLst>
                <a:gd name="T0" fmla="*/ 497 w 497"/>
                <a:gd name="T1" fmla="*/ 0 h 325"/>
                <a:gd name="T2" fmla="*/ 386 w 497"/>
                <a:gd name="T3" fmla="*/ 37 h 325"/>
                <a:gd name="T4" fmla="*/ 386 w 497"/>
                <a:gd name="T5" fmla="*/ 210 h 325"/>
                <a:gd name="T6" fmla="*/ 386 w 497"/>
                <a:gd name="T7" fmla="*/ 210 h 325"/>
                <a:gd name="T8" fmla="*/ 397 w 497"/>
                <a:gd name="T9" fmla="*/ 209 h 325"/>
                <a:gd name="T10" fmla="*/ 405 w 497"/>
                <a:gd name="T11" fmla="*/ 206 h 325"/>
                <a:gd name="T12" fmla="*/ 409 w 497"/>
                <a:gd name="T13" fmla="*/ 204 h 325"/>
                <a:gd name="T14" fmla="*/ 411 w 497"/>
                <a:gd name="T15" fmla="*/ 201 h 325"/>
                <a:gd name="T16" fmla="*/ 413 w 497"/>
                <a:gd name="T17" fmla="*/ 197 h 325"/>
                <a:gd name="T18" fmla="*/ 413 w 497"/>
                <a:gd name="T19" fmla="*/ 194 h 325"/>
                <a:gd name="T20" fmla="*/ 413 w 497"/>
                <a:gd name="T21" fmla="*/ 118 h 325"/>
                <a:gd name="T22" fmla="*/ 399 w 497"/>
                <a:gd name="T23" fmla="*/ 118 h 325"/>
                <a:gd name="T24" fmla="*/ 399 w 497"/>
                <a:gd name="T25" fmla="*/ 86 h 325"/>
                <a:gd name="T26" fmla="*/ 413 w 497"/>
                <a:gd name="T27" fmla="*/ 86 h 325"/>
                <a:gd name="T28" fmla="*/ 447 w 497"/>
                <a:gd name="T29" fmla="*/ 86 h 325"/>
                <a:gd name="T30" fmla="*/ 462 w 497"/>
                <a:gd name="T31" fmla="*/ 86 h 325"/>
                <a:gd name="T32" fmla="*/ 462 w 497"/>
                <a:gd name="T33" fmla="*/ 118 h 325"/>
                <a:gd name="T34" fmla="*/ 447 w 497"/>
                <a:gd name="T35" fmla="*/ 118 h 325"/>
                <a:gd name="T36" fmla="*/ 447 w 497"/>
                <a:gd name="T37" fmla="*/ 194 h 325"/>
                <a:gd name="T38" fmla="*/ 447 w 497"/>
                <a:gd name="T39" fmla="*/ 194 h 325"/>
                <a:gd name="T40" fmla="*/ 446 w 497"/>
                <a:gd name="T41" fmla="*/ 204 h 325"/>
                <a:gd name="T42" fmla="*/ 442 w 497"/>
                <a:gd name="T43" fmla="*/ 212 h 325"/>
                <a:gd name="T44" fmla="*/ 436 w 497"/>
                <a:gd name="T45" fmla="*/ 220 h 325"/>
                <a:gd name="T46" fmla="*/ 430 w 497"/>
                <a:gd name="T47" fmla="*/ 227 h 325"/>
                <a:gd name="T48" fmla="*/ 420 w 497"/>
                <a:gd name="T49" fmla="*/ 232 h 325"/>
                <a:gd name="T50" fmla="*/ 411 w 497"/>
                <a:gd name="T51" fmla="*/ 236 h 325"/>
                <a:gd name="T52" fmla="*/ 399 w 497"/>
                <a:gd name="T53" fmla="*/ 239 h 325"/>
                <a:gd name="T54" fmla="*/ 386 w 497"/>
                <a:gd name="T55" fmla="*/ 239 h 325"/>
                <a:gd name="T56" fmla="*/ 386 w 497"/>
                <a:gd name="T57" fmla="*/ 289 h 325"/>
                <a:gd name="T58" fmla="*/ 497 w 497"/>
                <a:gd name="T59" fmla="*/ 325 h 325"/>
                <a:gd name="T60" fmla="*/ 497 w 497"/>
                <a:gd name="T61" fmla="*/ 0 h 325"/>
                <a:gd name="T62" fmla="*/ 386 w 497"/>
                <a:gd name="T63" fmla="*/ 37 h 325"/>
                <a:gd name="T64" fmla="*/ 0 w 497"/>
                <a:gd name="T65" fmla="*/ 163 h 325"/>
                <a:gd name="T66" fmla="*/ 386 w 497"/>
                <a:gd name="T67" fmla="*/ 289 h 325"/>
                <a:gd name="T68" fmla="*/ 386 w 497"/>
                <a:gd name="T69" fmla="*/ 239 h 325"/>
                <a:gd name="T70" fmla="*/ 386 w 497"/>
                <a:gd name="T71" fmla="*/ 239 h 325"/>
                <a:gd name="T72" fmla="*/ 374 w 497"/>
                <a:gd name="T73" fmla="*/ 239 h 325"/>
                <a:gd name="T74" fmla="*/ 363 w 497"/>
                <a:gd name="T75" fmla="*/ 236 h 325"/>
                <a:gd name="T76" fmla="*/ 353 w 497"/>
                <a:gd name="T77" fmla="*/ 232 h 325"/>
                <a:gd name="T78" fmla="*/ 343 w 497"/>
                <a:gd name="T79" fmla="*/ 227 h 325"/>
                <a:gd name="T80" fmla="*/ 336 w 497"/>
                <a:gd name="T81" fmla="*/ 220 h 325"/>
                <a:gd name="T82" fmla="*/ 331 w 497"/>
                <a:gd name="T83" fmla="*/ 212 h 325"/>
                <a:gd name="T84" fmla="*/ 327 w 497"/>
                <a:gd name="T85" fmla="*/ 204 h 325"/>
                <a:gd name="T86" fmla="*/ 325 w 497"/>
                <a:gd name="T87" fmla="*/ 194 h 325"/>
                <a:gd name="T88" fmla="*/ 325 w 497"/>
                <a:gd name="T89" fmla="*/ 118 h 325"/>
                <a:gd name="T90" fmla="*/ 311 w 497"/>
                <a:gd name="T91" fmla="*/ 118 h 325"/>
                <a:gd name="T92" fmla="*/ 311 w 497"/>
                <a:gd name="T93" fmla="*/ 86 h 325"/>
                <a:gd name="T94" fmla="*/ 325 w 497"/>
                <a:gd name="T95" fmla="*/ 86 h 325"/>
                <a:gd name="T96" fmla="*/ 359 w 497"/>
                <a:gd name="T97" fmla="*/ 86 h 325"/>
                <a:gd name="T98" fmla="*/ 376 w 497"/>
                <a:gd name="T99" fmla="*/ 86 h 325"/>
                <a:gd name="T100" fmla="*/ 376 w 497"/>
                <a:gd name="T101" fmla="*/ 118 h 325"/>
                <a:gd name="T102" fmla="*/ 359 w 497"/>
                <a:gd name="T103" fmla="*/ 118 h 325"/>
                <a:gd name="T104" fmla="*/ 359 w 497"/>
                <a:gd name="T105" fmla="*/ 194 h 325"/>
                <a:gd name="T106" fmla="*/ 359 w 497"/>
                <a:gd name="T107" fmla="*/ 194 h 325"/>
                <a:gd name="T108" fmla="*/ 361 w 497"/>
                <a:gd name="T109" fmla="*/ 197 h 325"/>
                <a:gd name="T110" fmla="*/ 362 w 497"/>
                <a:gd name="T111" fmla="*/ 201 h 325"/>
                <a:gd name="T112" fmla="*/ 365 w 497"/>
                <a:gd name="T113" fmla="*/ 204 h 325"/>
                <a:gd name="T114" fmla="*/ 367 w 497"/>
                <a:gd name="T115" fmla="*/ 206 h 325"/>
                <a:gd name="T116" fmla="*/ 376 w 497"/>
                <a:gd name="T117" fmla="*/ 209 h 325"/>
                <a:gd name="T118" fmla="*/ 386 w 497"/>
                <a:gd name="T119" fmla="*/ 210 h 325"/>
                <a:gd name="T120" fmla="*/ 386 w 497"/>
                <a:gd name="T121" fmla="*/ 37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97" h="325">
                  <a:moveTo>
                    <a:pt x="497" y="0"/>
                  </a:moveTo>
                  <a:lnTo>
                    <a:pt x="386" y="37"/>
                  </a:lnTo>
                  <a:lnTo>
                    <a:pt x="386" y="210"/>
                  </a:lnTo>
                  <a:lnTo>
                    <a:pt x="386" y="210"/>
                  </a:lnTo>
                  <a:lnTo>
                    <a:pt x="397" y="209"/>
                  </a:lnTo>
                  <a:lnTo>
                    <a:pt x="405" y="206"/>
                  </a:lnTo>
                  <a:lnTo>
                    <a:pt x="409" y="204"/>
                  </a:lnTo>
                  <a:lnTo>
                    <a:pt x="411" y="201"/>
                  </a:lnTo>
                  <a:lnTo>
                    <a:pt x="413" y="197"/>
                  </a:lnTo>
                  <a:lnTo>
                    <a:pt x="413" y="194"/>
                  </a:lnTo>
                  <a:lnTo>
                    <a:pt x="413" y="118"/>
                  </a:lnTo>
                  <a:lnTo>
                    <a:pt x="399" y="118"/>
                  </a:lnTo>
                  <a:lnTo>
                    <a:pt x="399" y="86"/>
                  </a:lnTo>
                  <a:lnTo>
                    <a:pt x="413" y="86"/>
                  </a:lnTo>
                  <a:lnTo>
                    <a:pt x="447" y="86"/>
                  </a:lnTo>
                  <a:lnTo>
                    <a:pt x="462" y="86"/>
                  </a:lnTo>
                  <a:lnTo>
                    <a:pt x="462" y="118"/>
                  </a:lnTo>
                  <a:lnTo>
                    <a:pt x="447" y="118"/>
                  </a:lnTo>
                  <a:lnTo>
                    <a:pt x="447" y="194"/>
                  </a:lnTo>
                  <a:lnTo>
                    <a:pt x="447" y="194"/>
                  </a:lnTo>
                  <a:lnTo>
                    <a:pt x="446" y="204"/>
                  </a:lnTo>
                  <a:lnTo>
                    <a:pt x="442" y="212"/>
                  </a:lnTo>
                  <a:lnTo>
                    <a:pt x="436" y="220"/>
                  </a:lnTo>
                  <a:lnTo>
                    <a:pt x="430" y="227"/>
                  </a:lnTo>
                  <a:lnTo>
                    <a:pt x="420" y="232"/>
                  </a:lnTo>
                  <a:lnTo>
                    <a:pt x="411" y="236"/>
                  </a:lnTo>
                  <a:lnTo>
                    <a:pt x="399" y="239"/>
                  </a:lnTo>
                  <a:lnTo>
                    <a:pt x="386" y="239"/>
                  </a:lnTo>
                  <a:lnTo>
                    <a:pt x="386" y="289"/>
                  </a:lnTo>
                  <a:lnTo>
                    <a:pt x="497" y="325"/>
                  </a:lnTo>
                  <a:lnTo>
                    <a:pt x="497" y="0"/>
                  </a:lnTo>
                  <a:close/>
                  <a:moveTo>
                    <a:pt x="386" y="37"/>
                  </a:moveTo>
                  <a:lnTo>
                    <a:pt x="0" y="163"/>
                  </a:lnTo>
                  <a:lnTo>
                    <a:pt x="386" y="289"/>
                  </a:lnTo>
                  <a:lnTo>
                    <a:pt x="386" y="239"/>
                  </a:lnTo>
                  <a:lnTo>
                    <a:pt x="386" y="239"/>
                  </a:lnTo>
                  <a:lnTo>
                    <a:pt x="374" y="239"/>
                  </a:lnTo>
                  <a:lnTo>
                    <a:pt x="363" y="236"/>
                  </a:lnTo>
                  <a:lnTo>
                    <a:pt x="353" y="232"/>
                  </a:lnTo>
                  <a:lnTo>
                    <a:pt x="343" y="227"/>
                  </a:lnTo>
                  <a:lnTo>
                    <a:pt x="336" y="220"/>
                  </a:lnTo>
                  <a:lnTo>
                    <a:pt x="331" y="212"/>
                  </a:lnTo>
                  <a:lnTo>
                    <a:pt x="327" y="204"/>
                  </a:lnTo>
                  <a:lnTo>
                    <a:pt x="325" y="194"/>
                  </a:lnTo>
                  <a:lnTo>
                    <a:pt x="325" y="118"/>
                  </a:lnTo>
                  <a:lnTo>
                    <a:pt x="311" y="118"/>
                  </a:lnTo>
                  <a:lnTo>
                    <a:pt x="311" y="86"/>
                  </a:lnTo>
                  <a:lnTo>
                    <a:pt x="325" y="86"/>
                  </a:lnTo>
                  <a:lnTo>
                    <a:pt x="359" y="86"/>
                  </a:lnTo>
                  <a:lnTo>
                    <a:pt x="376" y="86"/>
                  </a:lnTo>
                  <a:lnTo>
                    <a:pt x="376" y="118"/>
                  </a:lnTo>
                  <a:lnTo>
                    <a:pt x="359" y="118"/>
                  </a:lnTo>
                  <a:lnTo>
                    <a:pt x="359" y="194"/>
                  </a:lnTo>
                  <a:lnTo>
                    <a:pt x="359" y="194"/>
                  </a:lnTo>
                  <a:lnTo>
                    <a:pt x="361" y="197"/>
                  </a:lnTo>
                  <a:lnTo>
                    <a:pt x="362" y="201"/>
                  </a:lnTo>
                  <a:lnTo>
                    <a:pt x="365" y="204"/>
                  </a:lnTo>
                  <a:lnTo>
                    <a:pt x="367" y="206"/>
                  </a:lnTo>
                  <a:lnTo>
                    <a:pt x="376" y="209"/>
                  </a:lnTo>
                  <a:lnTo>
                    <a:pt x="386" y="210"/>
                  </a:lnTo>
                  <a:lnTo>
                    <a:pt x="386" y="37"/>
                  </a:lnTo>
                  <a:close/>
                </a:path>
              </a:pathLst>
            </a:custGeom>
            <a:solidFill>
              <a:schemeClr val="accent4"/>
            </a:solidFill>
            <a:ln>
              <a:noFill/>
            </a:ln>
          </p:spPr>
          <p:txBody>
            <a:bodyPr lIns="91438" tIns="45719" rIns="91438" bIns="45719"/>
            <a:lstStyle/>
            <a:p>
              <a:pPr>
                <a:defRPr/>
              </a:pPr>
              <a:endParaRPr lang="zh-CN" altLang="en-US"/>
            </a:p>
          </p:txBody>
        </p:sp>
        <p:sp>
          <p:nvSpPr>
            <p:cNvPr id="75804" name="Freeform 169">
              <a:extLst>
                <a:ext uri="{FF2B5EF4-FFF2-40B4-BE49-F238E27FC236}">
                  <a16:creationId xmlns:a16="http://schemas.microsoft.com/office/drawing/2014/main" id="{0E7E03CF-6E4C-F947-9FB3-56F4D1D98E44}"/>
                </a:ext>
              </a:extLst>
            </p:cNvPr>
            <p:cNvSpPr>
              <a:spLocks noEditPoints="1"/>
            </p:cNvSpPr>
            <p:nvPr/>
          </p:nvSpPr>
          <p:spPr bwMode="auto">
            <a:xfrm>
              <a:off x="978807" y="3089312"/>
              <a:ext cx="185714" cy="320749"/>
            </a:xfrm>
            <a:custGeom>
              <a:avLst/>
              <a:gdLst>
                <a:gd name="T0" fmla="*/ 2147483646 w 117"/>
                <a:gd name="T1" fmla="*/ 2147483646 h 202"/>
                <a:gd name="T2" fmla="*/ 2147483646 w 117"/>
                <a:gd name="T3" fmla="*/ 2147483646 h 202"/>
                <a:gd name="T4" fmla="*/ 2147483646 w 117"/>
                <a:gd name="T5" fmla="*/ 2147483646 h 202"/>
                <a:gd name="T6" fmla="*/ 2147483646 w 117"/>
                <a:gd name="T7" fmla="*/ 2147483646 h 202"/>
                <a:gd name="T8" fmla="*/ 2147483646 w 117"/>
                <a:gd name="T9" fmla="*/ 2147483646 h 202"/>
                <a:gd name="T10" fmla="*/ 2147483646 w 117"/>
                <a:gd name="T11" fmla="*/ 2147483646 h 202"/>
                <a:gd name="T12" fmla="*/ 2147483646 w 117"/>
                <a:gd name="T13" fmla="*/ 2147483646 h 202"/>
                <a:gd name="T14" fmla="*/ 2147483646 w 117"/>
                <a:gd name="T15" fmla="*/ 2147483646 h 202"/>
                <a:gd name="T16" fmla="*/ 2147483646 w 117"/>
                <a:gd name="T17" fmla="*/ 2147483646 h 202"/>
                <a:gd name="T18" fmla="*/ 2147483646 w 117"/>
                <a:gd name="T19" fmla="*/ 2147483646 h 202"/>
                <a:gd name="T20" fmla="*/ 2147483646 w 117"/>
                <a:gd name="T21" fmla="*/ 2147483646 h 202"/>
                <a:gd name="T22" fmla="*/ 2147483646 w 117"/>
                <a:gd name="T23" fmla="*/ 2147483646 h 202"/>
                <a:gd name="T24" fmla="*/ 2147483646 w 117"/>
                <a:gd name="T25" fmla="*/ 2147483646 h 202"/>
                <a:gd name="T26" fmla="*/ 2147483646 w 117"/>
                <a:gd name="T27" fmla="*/ 2147483646 h 202"/>
                <a:gd name="T28" fmla="*/ 2147483646 w 117"/>
                <a:gd name="T29" fmla="*/ 2147483646 h 202"/>
                <a:gd name="T30" fmla="*/ 2147483646 w 117"/>
                <a:gd name="T31" fmla="*/ 2147483646 h 202"/>
                <a:gd name="T32" fmla="*/ 2147483646 w 117"/>
                <a:gd name="T33" fmla="*/ 2147483646 h 202"/>
                <a:gd name="T34" fmla="*/ 2147483646 w 117"/>
                <a:gd name="T35" fmla="*/ 2147483646 h 202"/>
                <a:gd name="T36" fmla="*/ 2147483646 w 117"/>
                <a:gd name="T37" fmla="*/ 2147483646 h 202"/>
                <a:gd name="T38" fmla="*/ 2147483646 w 117"/>
                <a:gd name="T39" fmla="*/ 2147483646 h 202"/>
                <a:gd name="T40" fmla="*/ 2147483646 w 117"/>
                <a:gd name="T41" fmla="*/ 2147483646 h 202"/>
                <a:gd name="T42" fmla="*/ 2147483646 w 117"/>
                <a:gd name="T43" fmla="*/ 2147483646 h 202"/>
                <a:gd name="T44" fmla="*/ 2147483646 w 117"/>
                <a:gd name="T45" fmla="*/ 2147483646 h 202"/>
                <a:gd name="T46" fmla="*/ 2147483646 w 117"/>
                <a:gd name="T47" fmla="*/ 2147483646 h 202"/>
                <a:gd name="T48" fmla="*/ 2147483646 w 117"/>
                <a:gd name="T49" fmla="*/ 2147483646 h 202"/>
                <a:gd name="T50" fmla="*/ 2147483646 w 117"/>
                <a:gd name="T51" fmla="*/ 2147483646 h 202"/>
                <a:gd name="T52" fmla="*/ 2147483646 w 117"/>
                <a:gd name="T53" fmla="*/ 2147483646 h 202"/>
                <a:gd name="T54" fmla="*/ 2147483646 w 117"/>
                <a:gd name="T55" fmla="*/ 2147483646 h 202"/>
                <a:gd name="T56" fmla="*/ 2147483646 w 117"/>
                <a:gd name="T57" fmla="*/ 2147483646 h 202"/>
                <a:gd name="T58" fmla="*/ 2147483646 w 117"/>
                <a:gd name="T59" fmla="*/ 0 h 202"/>
                <a:gd name="T60" fmla="*/ 2147483646 w 117"/>
                <a:gd name="T61" fmla="*/ 2147483646 h 202"/>
                <a:gd name="T62" fmla="*/ 2147483646 w 117"/>
                <a:gd name="T63" fmla="*/ 2147483646 h 202"/>
                <a:gd name="T64" fmla="*/ 2147483646 w 117"/>
                <a:gd name="T65" fmla="*/ 2147483646 h 202"/>
                <a:gd name="T66" fmla="*/ 2147483646 w 117"/>
                <a:gd name="T67" fmla="*/ 2147483646 h 202"/>
                <a:gd name="T68" fmla="*/ 2147483646 w 117"/>
                <a:gd name="T69" fmla="*/ 2147483646 h 202"/>
                <a:gd name="T70" fmla="*/ 2147483646 w 117"/>
                <a:gd name="T71" fmla="*/ 2147483646 h 202"/>
                <a:gd name="T72" fmla="*/ 2147483646 w 117"/>
                <a:gd name="T73" fmla="*/ 2147483646 h 202"/>
                <a:gd name="T74" fmla="*/ 2147483646 w 117"/>
                <a:gd name="T75" fmla="*/ 2147483646 h 202"/>
                <a:gd name="T76" fmla="*/ 2147483646 w 117"/>
                <a:gd name="T77" fmla="*/ 2147483646 h 202"/>
                <a:gd name="T78" fmla="*/ 2147483646 w 117"/>
                <a:gd name="T79" fmla="*/ 2147483646 h 202"/>
                <a:gd name="T80" fmla="*/ 2147483646 w 117"/>
                <a:gd name="T81" fmla="*/ 2147483646 h 202"/>
                <a:gd name="T82" fmla="*/ 2147483646 w 117"/>
                <a:gd name="T83" fmla="*/ 2147483646 h 202"/>
                <a:gd name="T84" fmla="*/ 2147483646 w 117"/>
                <a:gd name="T85" fmla="*/ 2147483646 h 202"/>
                <a:gd name="T86" fmla="*/ 2147483646 w 117"/>
                <a:gd name="T87" fmla="*/ 2147483646 h 20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117" h="202">
                  <a:moveTo>
                    <a:pt x="71" y="170"/>
                  </a:moveTo>
                  <a:lnTo>
                    <a:pt x="71" y="170"/>
                  </a:lnTo>
                  <a:lnTo>
                    <a:pt x="76" y="170"/>
                  </a:lnTo>
                  <a:lnTo>
                    <a:pt x="80" y="173"/>
                  </a:lnTo>
                  <a:lnTo>
                    <a:pt x="84" y="177"/>
                  </a:lnTo>
                  <a:lnTo>
                    <a:pt x="85" y="181"/>
                  </a:lnTo>
                  <a:lnTo>
                    <a:pt x="85" y="188"/>
                  </a:lnTo>
                  <a:lnTo>
                    <a:pt x="84" y="193"/>
                  </a:lnTo>
                  <a:lnTo>
                    <a:pt x="80" y="199"/>
                  </a:lnTo>
                  <a:lnTo>
                    <a:pt x="75" y="202"/>
                  </a:lnTo>
                  <a:lnTo>
                    <a:pt x="71" y="202"/>
                  </a:lnTo>
                  <a:lnTo>
                    <a:pt x="71" y="170"/>
                  </a:lnTo>
                  <a:close/>
                  <a:moveTo>
                    <a:pt x="71" y="157"/>
                  </a:moveTo>
                  <a:lnTo>
                    <a:pt x="71" y="68"/>
                  </a:lnTo>
                  <a:lnTo>
                    <a:pt x="76" y="72"/>
                  </a:lnTo>
                  <a:lnTo>
                    <a:pt x="80" y="77"/>
                  </a:lnTo>
                  <a:lnTo>
                    <a:pt x="83" y="84"/>
                  </a:lnTo>
                  <a:lnTo>
                    <a:pt x="85" y="91"/>
                  </a:lnTo>
                  <a:lnTo>
                    <a:pt x="92" y="116"/>
                  </a:lnTo>
                  <a:lnTo>
                    <a:pt x="94" y="120"/>
                  </a:lnTo>
                  <a:lnTo>
                    <a:pt x="96" y="123"/>
                  </a:lnTo>
                  <a:lnTo>
                    <a:pt x="100" y="126"/>
                  </a:lnTo>
                  <a:lnTo>
                    <a:pt x="103" y="127"/>
                  </a:lnTo>
                  <a:lnTo>
                    <a:pt x="110" y="127"/>
                  </a:lnTo>
                  <a:lnTo>
                    <a:pt x="112" y="127"/>
                  </a:lnTo>
                  <a:lnTo>
                    <a:pt x="117" y="145"/>
                  </a:lnTo>
                  <a:lnTo>
                    <a:pt x="71" y="157"/>
                  </a:lnTo>
                  <a:close/>
                  <a:moveTo>
                    <a:pt x="66" y="170"/>
                  </a:moveTo>
                  <a:lnTo>
                    <a:pt x="66" y="170"/>
                  </a:lnTo>
                  <a:lnTo>
                    <a:pt x="71" y="170"/>
                  </a:lnTo>
                  <a:lnTo>
                    <a:pt x="71" y="202"/>
                  </a:lnTo>
                  <a:lnTo>
                    <a:pt x="65" y="200"/>
                  </a:lnTo>
                  <a:lnTo>
                    <a:pt x="61" y="199"/>
                  </a:lnTo>
                  <a:lnTo>
                    <a:pt x="57" y="195"/>
                  </a:lnTo>
                  <a:lnTo>
                    <a:pt x="56" y="189"/>
                  </a:lnTo>
                  <a:lnTo>
                    <a:pt x="56" y="184"/>
                  </a:lnTo>
                  <a:lnTo>
                    <a:pt x="57" y="179"/>
                  </a:lnTo>
                  <a:lnTo>
                    <a:pt x="61" y="173"/>
                  </a:lnTo>
                  <a:lnTo>
                    <a:pt x="66" y="170"/>
                  </a:lnTo>
                  <a:close/>
                  <a:moveTo>
                    <a:pt x="71" y="68"/>
                  </a:moveTo>
                  <a:lnTo>
                    <a:pt x="71" y="68"/>
                  </a:lnTo>
                  <a:lnTo>
                    <a:pt x="65" y="65"/>
                  </a:lnTo>
                  <a:lnTo>
                    <a:pt x="60" y="62"/>
                  </a:lnTo>
                  <a:lnTo>
                    <a:pt x="54" y="61"/>
                  </a:lnTo>
                  <a:lnTo>
                    <a:pt x="47" y="61"/>
                  </a:lnTo>
                  <a:lnTo>
                    <a:pt x="34" y="8"/>
                  </a:lnTo>
                  <a:lnTo>
                    <a:pt x="31" y="4"/>
                  </a:lnTo>
                  <a:lnTo>
                    <a:pt x="29" y="1"/>
                  </a:lnTo>
                  <a:lnTo>
                    <a:pt x="24" y="0"/>
                  </a:lnTo>
                  <a:lnTo>
                    <a:pt x="19" y="0"/>
                  </a:lnTo>
                  <a:lnTo>
                    <a:pt x="15" y="1"/>
                  </a:lnTo>
                  <a:lnTo>
                    <a:pt x="12" y="5"/>
                  </a:lnTo>
                  <a:lnTo>
                    <a:pt x="10" y="9"/>
                  </a:lnTo>
                  <a:lnTo>
                    <a:pt x="11" y="15"/>
                  </a:lnTo>
                  <a:lnTo>
                    <a:pt x="24" y="66"/>
                  </a:lnTo>
                  <a:lnTo>
                    <a:pt x="19" y="70"/>
                  </a:lnTo>
                  <a:lnTo>
                    <a:pt x="15" y="74"/>
                  </a:lnTo>
                  <a:lnTo>
                    <a:pt x="11" y="78"/>
                  </a:lnTo>
                  <a:lnTo>
                    <a:pt x="7" y="84"/>
                  </a:lnTo>
                  <a:lnTo>
                    <a:pt x="6" y="91"/>
                  </a:lnTo>
                  <a:lnTo>
                    <a:pt x="4" y="96"/>
                  </a:lnTo>
                  <a:lnTo>
                    <a:pt x="4" y="104"/>
                  </a:lnTo>
                  <a:lnTo>
                    <a:pt x="6" y="111"/>
                  </a:lnTo>
                  <a:lnTo>
                    <a:pt x="12" y="138"/>
                  </a:lnTo>
                  <a:lnTo>
                    <a:pt x="12" y="142"/>
                  </a:lnTo>
                  <a:lnTo>
                    <a:pt x="12" y="146"/>
                  </a:lnTo>
                  <a:lnTo>
                    <a:pt x="10" y="149"/>
                  </a:lnTo>
                  <a:lnTo>
                    <a:pt x="8" y="152"/>
                  </a:lnTo>
                  <a:lnTo>
                    <a:pt x="3" y="156"/>
                  </a:lnTo>
                  <a:lnTo>
                    <a:pt x="0" y="157"/>
                  </a:lnTo>
                  <a:lnTo>
                    <a:pt x="6" y="175"/>
                  </a:lnTo>
                  <a:lnTo>
                    <a:pt x="71" y="157"/>
                  </a:lnTo>
                  <a:lnTo>
                    <a:pt x="71" y="68"/>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91438" tIns="45719" rIns="91438" bIns="45719"/>
            <a:lstStyle/>
            <a:p>
              <a:endParaRPr lang="en-US"/>
            </a:p>
          </p:txBody>
        </p:sp>
        <p:sp>
          <p:nvSpPr>
            <p:cNvPr id="75805" name="Freeform 170">
              <a:extLst>
                <a:ext uri="{FF2B5EF4-FFF2-40B4-BE49-F238E27FC236}">
                  <a16:creationId xmlns:a16="http://schemas.microsoft.com/office/drawing/2014/main" id="{0AB100DC-9578-024E-BD44-B8920BC31F19}"/>
                </a:ext>
              </a:extLst>
            </p:cNvPr>
            <p:cNvSpPr>
              <a:spLocks noEditPoints="1"/>
            </p:cNvSpPr>
            <p:nvPr/>
          </p:nvSpPr>
          <p:spPr bwMode="auto">
            <a:xfrm>
              <a:off x="2412134" y="1979392"/>
              <a:ext cx="369840" cy="455719"/>
            </a:xfrm>
            <a:custGeom>
              <a:avLst/>
              <a:gdLst>
                <a:gd name="T0" fmla="*/ 2147483646 w 233"/>
                <a:gd name="T1" fmla="*/ 0 h 287"/>
                <a:gd name="T2" fmla="*/ 2147483646 w 233"/>
                <a:gd name="T3" fmla="*/ 2147483646 h 287"/>
                <a:gd name="T4" fmla="*/ 2147483646 w 233"/>
                <a:gd name="T5" fmla="*/ 2147483646 h 287"/>
                <a:gd name="T6" fmla="*/ 2147483646 w 233"/>
                <a:gd name="T7" fmla="*/ 2147483646 h 287"/>
                <a:gd name="T8" fmla="*/ 2147483646 w 233"/>
                <a:gd name="T9" fmla="*/ 2147483646 h 287"/>
                <a:gd name="T10" fmla="*/ 2147483646 w 233"/>
                <a:gd name="T11" fmla="*/ 2147483646 h 287"/>
                <a:gd name="T12" fmla="*/ 2147483646 w 233"/>
                <a:gd name="T13" fmla="*/ 2147483646 h 287"/>
                <a:gd name="T14" fmla="*/ 2147483646 w 233"/>
                <a:gd name="T15" fmla="*/ 2147483646 h 287"/>
                <a:gd name="T16" fmla="*/ 2147483646 w 233"/>
                <a:gd name="T17" fmla="*/ 2147483646 h 287"/>
                <a:gd name="T18" fmla="*/ 2147483646 w 233"/>
                <a:gd name="T19" fmla="*/ 2147483646 h 287"/>
                <a:gd name="T20" fmla="*/ 2147483646 w 233"/>
                <a:gd name="T21" fmla="*/ 2147483646 h 287"/>
                <a:gd name="T22" fmla="*/ 2147483646 w 233"/>
                <a:gd name="T23" fmla="*/ 2147483646 h 287"/>
                <a:gd name="T24" fmla="*/ 2147483646 w 233"/>
                <a:gd name="T25" fmla="*/ 2147483646 h 287"/>
                <a:gd name="T26" fmla="*/ 2147483646 w 233"/>
                <a:gd name="T27" fmla="*/ 2147483646 h 287"/>
                <a:gd name="T28" fmla="*/ 2147483646 w 233"/>
                <a:gd name="T29" fmla="*/ 2147483646 h 287"/>
                <a:gd name="T30" fmla="*/ 2147483646 w 233"/>
                <a:gd name="T31" fmla="*/ 2147483646 h 287"/>
                <a:gd name="T32" fmla="*/ 2147483646 w 233"/>
                <a:gd name="T33" fmla="*/ 2147483646 h 287"/>
                <a:gd name="T34" fmla="*/ 2147483646 w 233"/>
                <a:gd name="T35" fmla="*/ 2147483646 h 287"/>
                <a:gd name="T36" fmla="*/ 2147483646 w 233"/>
                <a:gd name="T37" fmla="*/ 2147483646 h 287"/>
                <a:gd name="T38" fmla="*/ 2147483646 w 233"/>
                <a:gd name="T39" fmla="*/ 2147483646 h 287"/>
                <a:gd name="T40" fmla="*/ 2147483646 w 233"/>
                <a:gd name="T41" fmla="*/ 2147483646 h 287"/>
                <a:gd name="T42" fmla="*/ 2147483646 w 233"/>
                <a:gd name="T43" fmla="*/ 2147483646 h 287"/>
                <a:gd name="T44" fmla="*/ 2147483646 w 233"/>
                <a:gd name="T45" fmla="*/ 0 h 287"/>
                <a:gd name="T46" fmla="*/ 2147483646 w 233"/>
                <a:gd name="T47" fmla="*/ 2147483646 h 287"/>
                <a:gd name="T48" fmla="*/ 2147483646 w 233"/>
                <a:gd name="T49" fmla="*/ 2147483646 h 287"/>
                <a:gd name="T50" fmla="*/ 2147483646 w 233"/>
                <a:gd name="T51" fmla="*/ 2147483646 h 287"/>
                <a:gd name="T52" fmla="*/ 2147483646 w 233"/>
                <a:gd name="T53" fmla="*/ 2147483646 h 287"/>
                <a:gd name="T54" fmla="*/ 2147483646 w 233"/>
                <a:gd name="T55" fmla="*/ 2147483646 h 287"/>
                <a:gd name="T56" fmla="*/ 2147483646 w 233"/>
                <a:gd name="T57" fmla="*/ 2147483646 h 287"/>
                <a:gd name="T58" fmla="*/ 2147483646 w 233"/>
                <a:gd name="T59" fmla="*/ 2147483646 h 287"/>
                <a:gd name="T60" fmla="*/ 2147483646 w 233"/>
                <a:gd name="T61" fmla="*/ 2147483646 h 287"/>
                <a:gd name="T62" fmla="*/ 2147483646 w 233"/>
                <a:gd name="T63" fmla="*/ 2147483646 h 287"/>
                <a:gd name="T64" fmla="*/ 2147483646 w 233"/>
                <a:gd name="T65" fmla="*/ 2147483646 h 287"/>
                <a:gd name="T66" fmla="*/ 2147483646 w 233"/>
                <a:gd name="T67" fmla="*/ 2147483646 h 287"/>
                <a:gd name="T68" fmla="*/ 2147483646 w 233"/>
                <a:gd name="T69" fmla="*/ 2147483646 h 287"/>
                <a:gd name="T70" fmla="*/ 2147483646 w 233"/>
                <a:gd name="T71" fmla="*/ 2147483646 h 287"/>
                <a:gd name="T72" fmla="*/ 2147483646 w 233"/>
                <a:gd name="T73" fmla="*/ 2147483646 h 287"/>
                <a:gd name="T74" fmla="*/ 2147483646 w 233"/>
                <a:gd name="T75" fmla="*/ 0 h 287"/>
                <a:gd name="T76" fmla="*/ 2147483646 w 233"/>
                <a:gd name="T77" fmla="*/ 2147483646 h 287"/>
                <a:gd name="T78" fmla="*/ 2147483646 w 233"/>
                <a:gd name="T79" fmla="*/ 2147483646 h 287"/>
                <a:gd name="T80" fmla="*/ 2147483646 w 233"/>
                <a:gd name="T81" fmla="*/ 2147483646 h 287"/>
                <a:gd name="T82" fmla="*/ 2147483646 w 233"/>
                <a:gd name="T83" fmla="*/ 2147483646 h 287"/>
                <a:gd name="T84" fmla="*/ 2147483646 w 233"/>
                <a:gd name="T85" fmla="*/ 2147483646 h 287"/>
                <a:gd name="T86" fmla="*/ 2147483646 w 233"/>
                <a:gd name="T87" fmla="*/ 2147483646 h 287"/>
                <a:gd name="T88" fmla="*/ 2147483646 w 233"/>
                <a:gd name="T89" fmla="*/ 2147483646 h 287"/>
                <a:gd name="T90" fmla="*/ 2147483646 w 233"/>
                <a:gd name="T91" fmla="*/ 2147483646 h 287"/>
                <a:gd name="T92" fmla="*/ 2147483646 w 233"/>
                <a:gd name="T93" fmla="*/ 2147483646 h 287"/>
                <a:gd name="T94" fmla="*/ 2147483646 w 233"/>
                <a:gd name="T95" fmla="*/ 2147483646 h 287"/>
                <a:gd name="T96" fmla="*/ 2147483646 w 233"/>
                <a:gd name="T97" fmla="*/ 2147483646 h 287"/>
                <a:gd name="T98" fmla="*/ 2147483646 w 233"/>
                <a:gd name="T99" fmla="*/ 2147483646 h 287"/>
                <a:gd name="T100" fmla="*/ 2147483646 w 233"/>
                <a:gd name="T101" fmla="*/ 2147483646 h 287"/>
                <a:gd name="T102" fmla="*/ 2147483646 w 233"/>
                <a:gd name="T103" fmla="*/ 2147483646 h 287"/>
                <a:gd name="T104" fmla="*/ 2147483646 w 233"/>
                <a:gd name="T105" fmla="*/ 2147483646 h 287"/>
                <a:gd name="T106" fmla="*/ 2147483646 w 233"/>
                <a:gd name="T107" fmla="*/ 2147483646 h 287"/>
                <a:gd name="T108" fmla="*/ 2147483646 w 233"/>
                <a:gd name="T109" fmla="*/ 2147483646 h 287"/>
                <a:gd name="T110" fmla="*/ 0 w 233"/>
                <a:gd name="T111" fmla="*/ 2147483646 h 287"/>
                <a:gd name="T112" fmla="*/ 2147483646 w 233"/>
                <a:gd name="T113" fmla="*/ 2147483646 h 287"/>
                <a:gd name="T114" fmla="*/ 2147483646 w 233"/>
                <a:gd name="T115" fmla="*/ 0 h 287"/>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0" t="0" r="r" b="b"/>
              <a:pathLst>
                <a:path w="233" h="287">
                  <a:moveTo>
                    <a:pt x="164" y="0"/>
                  </a:moveTo>
                  <a:lnTo>
                    <a:pt x="233" y="0"/>
                  </a:lnTo>
                  <a:lnTo>
                    <a:pt x="233" y="14"/>
                  </a:lnTo>
                  <a:lnTo>
                    <a:pt x="164" y="14"/>
                  </a:lnTo>
                  <a:lnTo>
                    <a:pt x="164" y="0"/>
                  </a:lnTo>
                  <a:close/>
                  <a:moveTo>
                    <a:pt x="164" y="50"/>
                  </a:moveTo>
                  <a:lnTo>
                    <a:pt x="233" y="50"/>
                  </a:lnTo>
                  <a:lnTo>
                    <a:pt x="233" y="248"/>
                  </a:lnTo>
                  <a:lnTo>
                    <a:pt x="232" y="256"/>
                  </a:lnTo>
                  <a:lnTo>
                    <a:pt x="229" y="263"/>
                  </a:lnTo>
                  <a:lnTo>
                    <a:pt x="226" y="270"/>
                  </a:lnTo>
                  <a:lnTo>
                    <a:pt x="221" y="275"/>
                  </a:lnTo>
                  <a:lnTo>
                    <a:pt x="216" y="280"/>
                  </a:lnTo>
                  <a:lnTo>
                    <a:pt x="209" y="285"/>
                  </a:lnTo>
                  <a:lnTo>
                    <a:pt x="202" y="286"/>
                  </a:lnTo>
                  <a:lnTo>
                    <a:pt x="194" y="287"/>
                  </a:lnTo>
                  <a:lnTo>
                    <a:pt x="164" y="287"/>
                  </a:lnTo>
                  <a:lnTo>
                    <a:pt x="164" y="226"/>
                  </a:lnTo>
                  <a:lnTo>
                    <a:pt x="168" y="225"/>
                  </a:lnTo>
                  <a:lnTo>
                    <a:pt x="174" y="222"/>
                  </a:lnTo>
                  <a:lnTo>
                    <a:pt x="179" y="218"/>
                  </a:lnTo>
                  <a:lnTo>
                    <a:pt x="183" y="213"/>
                  </a:lnTo>
                  <a:lnTo>
                    <a:pt x="187" y="207"/>
                  </a:lnTo>
                  <a:lnTo>
                    <a:pt x="191" y="199"/>
                  </a:lnTo>
                  <a:lnTo>
                    <a:pt x="194" y="191"/>
                  </a:lnTo>
                  <a:lnTo>
                    <a:pt x="195" y="183"/>
                  </a:lnTo>
                  <a:lnTo>
                    <a:pt x="195" y="175"/>
                  </a:lnTo>
                  <a:lnTo>
                    <a:pt x="195" y="163"/>
                  </a:lnTo>
                  <a:lnTo>
                    <a:pt x="194" y="157"/>
                  </a:lnTo>
                  <a:lnTo>
                    <a:pt x="191" y="155"/>
                  </a:lnTo>
                  <a:lnTo>
                    <a:pt x="189" y="151"/>
                  </a:lnTo>
                  <a:lnTo>
                    <a:pt x="186" y="149"/>
                  </a:lnTo>
                  <a:lnTo>
                    <a:pt x="182" y="148"/>
                  </a:lnTo>
                  <a:lnTo>
                    <a:pt x="178" y="148"/>
                  </a:lnTo>
                  <a:lnTo>
                    <a:pt x="171" y="149"/>
                  </a:lnTo>
                  <a:lnTo>
                    <a:pt x="164" y="152"/>
                  </a:lnTo>
                  <a:lnTo>
                    <a:pt x="172" y="117"/>
                  </a:lnTo>
                  <a:lnTo>
                    <a:pt x="164" y="118"/>
                  </a:lnTo>
                  <a:lnTo>
                    <a:pt x="164" y="50"/>
                  </a:lnTo>
                  <a:close/>
                  <a:moveTo>
                    <a:pt x="164" y="211"/>
                  </a:moveTo>
                  <a:lnTo>
                    <a:pt x="164" y="211"/>
                  </a:lnTo>
                  <a:lnTo>
                    <a:pt x="167" y="210"/>
                  </a:lnTo>
                  <a:lnTo>
                    <a:pt x="170" y="207"/>
                  </a:lnTo>
                  <a:lnTo>
                    <a:pt x="175" y="199"/>
                  </a:lnTo>
                  <a:lnTo>
                    <a:pt x="179" y="187"/>
                  </a:lnTo>
                  <a:lnTo>
                    <a:pt x="180" y="175"/>
                  </a:lnTo>
                  <a:lnTo>
                    <a:pt x="179" y="165"/>
                  </a:lnTo>
                  <a:lnTo>
                    <a:pt x="178" y="163"/>
                  </a:lnTo>
                  <a:lnTo>
                    <a:pt x="175" y="160"/>
                  </a:lnTo>
                  <a:lnTo>
                    <a:pt x="172" y="159"/>
                  </a:lnTo>
                  <a:lnTo>
                    <a:pt x="167" y="159"/>
                  </a:lnTo>
                  <a:lnTo>
                    <a:pt x="164" y="160"/>
                  </a:lnTo>
                  <a:lnTo>
                    <a:pt x="164" y="211"/>
                  </a:lnTo>
                  <a:close/>
                  <a:moveTo>
                    <a:pt x="133" y="0"/>
                  </a:moveTo>
                  <a:lnTo>
                    <a:pt x="164" y="0"/>
                  </a:lnTo>
                  <a:lnTo>
                    <a:pt x="164" y="14"/>
                  </a:lnTo>
                  <a:lnTo>
                    <a:pt x="133" y="14"/>
                  </a:lnTo>
                  <a:lnTo>
                    <a:pt x="133" y="0"/>
                  </a:lnTo>
                  <a:close/>
                  <a:moveTo>
                    <a:pt x="133" y="50"/>
                  </a:moveTo>
                  <a:lnTo>
                    <a:pt x="164" y="50"/>
                  </a:lnTo>
                  <a:lnTo>
                    <a:pt x="164" y="118"/>
                  </a:lnTo>
                  <a:lnTo>
                    <a:pt x="149" y="119"/>
                  </a:lnTo>
                  <a:lnTo>
                    <a:pt x="133" y="192"/>
                  </a:lnTo>
                  <a:lnTo>
                    <a:pt x="133" y="122"/>
                  </a:lnTo>
                  <a:lnTo>
                    <a:pt x="136" y="111"/>
                  </a:lnTo>
                  <a:lnTo>
                    <a:pt x="133" y="110"/>
                  </a:lnTo>
                  <a:lnTo>
                    <a:pt x="133" y="50"/>
                  </a:lnTo>
                  <a:close/>
                  <a:moveTo>
                    <a:pt x="164" y="287"/>
                  </a:moveTo>
                  <a:lnTo>
                    <a:pt x="133" y="287"/>
                  </a:lnTo>
                  <a:lnTo>
                    <a:pt x="133" y="218"/>
                  </a:lnTo>
                  <a:lnTo>
                    <a:pt x="137" y="222"/>
                  </a:lnTo>
                  <a:lnTo>
                    <a:pt x="140" y="224"/>
                  </a:lnTo>
                  <a:lnTo>
                    <a:pt x="143" y="226"/>
                  </a:lnTo>
                  <a:lnTo>
                    <a:pt x="152" y="228"/>
                  </a:lnTo>
                  <a:lnTo>
                    <a:pt x="164" y="226"/>
                  </a:lnTo>
                  <a:lnTo>
                    <a:pt x="164" y="287"/>
                  </a:lnTo>
                  <a:close/>
                  <a:moveTo>
                    <a:pt x="164" y="160"/>
                  </a:moveTo>
                  <a:lnTo>
                    <a:pt x="164" y="160"/>
                  </a:lnTo>
                  <a:lnTo>
                    <a:pt x="163" y="161"/>
                  </a:lnTo>
                  <a:lnTo>
                    <a:pt x="153" y="201"/>
                  </a:lnTo>
                  <a:lnTo>
                    <a:pt x="153" y="205"/>
                  </a:lnTo>
                  <a:lnTo>
                    <a:pt x="153" y="207"/>
                  </a:lnTo>
                  <a:lnTo>
                    <a:pt x="156" y="210"/>
                  </a:lnTo>
                  <a:lnTo>
                    <a:pt x="159" y="211"/>
                  </a:lnTo>
                  <a:lnTo>
                    <a:pt x="161" y="211"/>
                  </a:lnTo>
                  <a:lnTo>
                    <a:pt x="164" y="211"/>
                  </a:lnTo>
                  <a:lnTo>
                    <a:pt x="164" y="160"/>
                  </a:lnTo>
                  <a:close/>
                  <a:moveTo>
                    <a:pt x="96" y="0"/>
                  </a:moveTo>
                  <a:lnTo>
                    <a:pt x="133" y="0"/>
                  </a:lnTo>
                  <a:lnTo>
                    <a:pt x="133" y="14"/>
                  </a:lnTo>
                  <a:lnTo>
                    <a:pt x="96" y="14"/>
                  </a:lnTo>
                  <a:lnTo>
                    <a:pt x="96" y="0"/>
                  </a:lnTo>
                  <a:close/>
                  <a:moveTo>
                    <a:pt x="96" y="50"/>
                  </a:moveTo>
                  <a:lnTo>
                    <a:pt x="133" y="50"/>
                  </a:lnTo>
                  <a:lnTo>
                    <a:pt x="133" y="110"/>
                  </a:lnTo>
                  <a:lnTo>
                    <a:pt x="124" y="109"/>
                  </a:lnTo>
                  <a:lnTo>
                    <a:pt x="117" y="110"/>
                  </a:lnTo>
                  <a:lnTo>
                    <a:pt x="110" y="111"/>
                  </a:lnTo>
                  <a:lnTo>
                    <a:pt x="103" y="115"/>
                  </a:lnTo>
                  <a:lnTo>
                    <a:pt x="96" y="121"/>
                  </a:lnTo>
                  <a:lnTo>
                    <a:pt x="96" y="50"/>
                  </a:lnTo>
                  <a:close/>
                  <a:moveTo>
                    <a:pt x="133" y="287"/>
                  </a:moveTo>
                  <a:lnTo>
                    <a:pt x="96" y="287"/>
                  </a:lnTo>
                  <a:lnTo>
                    <a:pt x="96" y="226"/>
                  </a:lnTo>
                  <a:lnTo>
                    <a:pt x="111" y="226"/>
                  </a:lnTo>
                  <a:lnTo>
                    <a:pt x="133" y="122"/>
                  </a:lnTo>
                  <a:lnTo>
                    <a:pt x="133" y="192"/>
                  </a:lnTo>
                  <a:lnTo>
                    <a:pt x="132" y="198"/>
                  </a:lnTo>
                  <a:lnTo>
                    <a:pt x="132" y="207"/>
                  </a:lnTo>
                  <a:lnTo>
                    <a:pt x="132" y="213"/>
                  </a:lnTo>
                  <a:lnTo>
                    <a:pt x="133" y="218"/>
                  </a:lnTo>
                  <a:lnTo>
                    <a:pt x="133" y="287"/>
                  </a:lnTo>
                  <a:close/>
                  <a:moveTo>
                    <a:pt x="96" y="186"/>
                  </a:moveTo>
                  <a:lnTo>
                    <a:pt x="101" y="169"/>
                  </a:lnTo>
                  <a:lnTo>
                    <a:pt x="96" y="168"/>
                  </a:lnTo>
                  <a:lnTo>
                    <a:pt x="96" y="186"/>
                  </a:lnTo>
                  <a:close/>
                  <a:moveTo>
                    <a:pt x="96" y="160"/>
                  </a:moveTo>
                  <a:lnTo>
                    <a:pt x="96" y="160"/>
                  </a:lnTo>
                  <a:lnTo>
                    <a:pt x="102" y="163"/>
                  </a:lnTo>
                  <a:lnTo>
                    <a:pt x="111" y="119"/>
                  </a:lnTo>
                  <a:lnTo>
                    <a:pt x="105" y="125"/>
                  </a:lnTo>
                  <a:lnTo>
                    <a:pt x="96" y="133"/>
                  </a:lnTo>
                  <a:lnTo>
                    <a:pt x="96" y="160"/>
                  </a:lnTo>
                  <a:close/>
                  <a:moveTo>
                    <a:pt x="82" y="0"/>
                  </a:moveTo>
                  <a:lnTo>
                    <a:pt x="96" y="0"/>
                  </a:lnTo>
                  <a:lnTo>
                    <a:pt x="96" y="14"/>
                  </a:lnTo>
                  <a:lnTo>
                    <a:pt x="82" y="14"/>
                  </a:lnTo>
                  <a:lnTo>
                    <a:pt x="82" y="0"/>
                  </a:lnTo>
                  <a:close/>
                  <a:moveTo>
                    <a:pt x="82" y="50"/>
                  </a:moveTo>
                  <a:lnTo>
                    <a:pt x="96" y="50"/>
                  </a:lnTo>
                  <a:lnTo>
                    <a:pt x="96" y="121"/>
                  </a:lnTo>
                  <a:lnTo>
                    <a:pt x="96" y="122"/>
                  </a:lnTo>
                  <a:lnTo>
                    <a:pt x="82" y="137"/>
                  </a:lnTo>
                  <a:lnTo>
                    <a:pt x="82" y="50"/>
                  </a:lnTo>
                  <a:close/>
                  <a:moveTo>
                    <a:pt x="96" y="287"/>
                  </a:moveTo>
                  <a:lnTo>
                    <a:pt x="82" y="287"/>
                  </a:lnTo>
                  <a:lnTo>
                    <a:pt x="82" y="164"/>
                  </a:lnTo>
                  <a:lnTo>
                    <a:pt x="90" y="165"/>
                  </a:lnTo>
                  <a:lnTo>
                    <a:pt x="96" y="168"/>
                  </a:lnTo>
                  <a:lnTo>
                    <a:pt x="96" y="186"/>
                  </a:lnTo>
                  <a:lnTo>
                    <a:pt x="88" y="226"/>
                  </a:lnTo>
                  <a:lnTo>
                    <a:pt x="96" y="226"/>
                  </a:lnTo>
                  <a:lnTo>
                    <a:pt x="96" y="287"/>
                  </a:lnTo>
                  <a:close/>
                  <a:moveTo>
                    <a:pt x="96" y="133"/>
                  </a:moveTo>
                  <a:lnTo>
                    <a:pt x="96" y="133"/>
                  </a:lnTo>
                  <a:lnTo>
                    <a:pt x="90" y="144"/>
                  </a:lnTo>
                  <a:lnTo>
                    <a:pt x="83" y="157"/>
                  </a:lnTo>
                  <a:lnTo>
                    <a:pt x="96" y="160"/>
                  </a:lnTo>
                  <a:lnTo>
                    <a:pt x="96" y="133"/>
                  </a:lnTo>
                  <a:close/>
                  <a:moveTo>
                    <a:pt x="40" y="0"/>
                  </a:moveTo>
                  <a:lnTo>
                    <a:pt x="82" y="0"/>
                  </a:lnTo>
                  <a:lnTo>
                    <a:pt x="82" y="14"/>
                  </a:lnTo>
                  <a:lnTo>
                    <a:pt x="36" y="14"/>
                  </a:lnTo>
                  <a:lnTo>
                    <a:pt x="27" y="15"/>
                  </a:lnTo>
                  <a:lnTo>
                    <a:pt x="22" y="19"/>
                  </a:lnTo>
                  <a:lnTo>
                    <a:pt x="18" y="25"/>
                  </a:lnTo>
                  <a:lnTo>
                    <a:pt x="17" y="31"/>
                  </a:lnTo>
                  <a:lnTo>
                    <a:pt x="18" y="39"/>
                  </a:lnTo>
                  <a:lnTo>
                    <a:pt x="22" y="45"/>
                  </a:lnTo>
                  <a:lnTo>
                    <a:pt x="27" y="49"/>
                  </a:lnTo>
                  <a:lnTo>
                    <a:pt x="36" y="50"/>
                  </a:lnTo>
                  <a:lnTo>
                    <a:pt x="82" y="50"/>
                  </a:lnTo>
                  <a:lnTo>
                    <a:pt x="82" y="137"/>
                  </a:lnTo>
                  <a:lnTo>
                    <a:pt x="69" y="155"/>
                  </a:lnTo>
                  <a:lnTo>
                    <a:pt x="61" y="155"/>
                  </a:lnTo>
                  <a:lnTo>
                    <a:pt x="48" y="156"/>
                  </a:lnTo>
                  <a:lnTo>
                    <a:pt x="42" y="157"/>
                  </a:lnTo>
                  <a:lnTo>
                    <a:pt x="38" y="160"/>
                  </a:lnTo>
                  <a:lnTo>
                    <a:pt x="34" y="163"/>
                  </a:lnTo>
                  <a:lnTo>
                    <a:pt x="31" y="167"/>
                  </a:lnTo>
                  <a:lnTo>
                    <a:pt x="29" y="169"/>
                  </a:lnTo>
                  <a:lnTo>
                    <a:pt x="29" y="174"/>
                  </a:lnTo>
                  <a:lnTo>
                    <a:pt x="29" y="178"/>
                  </a:lnTo>
                  <a:lnTo>
                    <a:pt x="31" y="180"/>
                  </a:lnTo>
                  <a:lnTo>
                    <a:pt x="34" y="182"/>
                  </a:lnTo>
                  <a:lnTo>
                    <a:pt x="40" y="183"/>
                  </a:lnTo>
                  <a:lnTo>
                    <a:pt x="42" y="183"/>
                  </a:lnTo>
                  <a:lnTo>
                    <a:pt x="45" y="182"/>
                  </a:lnTo>
                  <a:lnTo>
                    <a:pt x="46" y="179"/>
                  </a:lnTo>
                  <a:lnTo>
                    <a:pt x="48" y="178"/>
                  </a:lnTo>
                  <a:lnTo>
                    <a:pt x="46" y="174"/>
                  </a:lnTo>
                  <a:lnTo>
                    <a:pt x="45" y="172"/>
                  </a:lnTo>
                  <a:lnTo>
                    <a:pt x="48" y="168"/>
                  </a:lnTo>
                  <a:lnTo>
                    <a:pt x="52" y="165"/>
                  </a:lnTo>
                  <a:lnTo>
                    <a:pt x="57" y="164"/>
                  </a:lnTo>
                  <a:lnTo>
                    <a:pt x="64" y="164"/>
                  </a:lnTo>
                  <a:lnTo>
                    <a:pt x="54" y="182"/>
                  </a:lnTo>
                  <a:lnTo>
                    <a:pt x="48" y="195"/>
                  </a:lnTo>
                  <a:lnTo>
                    <a:pt x="44" y="207"/>
                  </a:lnTo>
                  <a:lnTo>
                    <a:pt x="41" y="218"/>
                  </a:lnTo>
                  <a:lnTo>
                    <a:pt x="41" y="228"/>
                  </a:lnTo>
                  <a:lnTo>
                    <a:pt x="41" y="233"/>
                  </a:lnTo>
                  <a:lnTo>
                    <a:pt x="42" y="237"/>
                  </a:lnTo>
                  <a:lnTo>
                    <a:pt x="45" y="240"/>
                  </a:lnTo>
                  <a:lnTo>
                    <a:pt x="49" y="243"/>
                  </a:lnTo>
                  <a:lnTo>
                    <a:pt x="53" y="244"/>
                  </a:lnTo>
                  <a:lnTo>
                    <a:pt x="61" y="244"/>
                  </a:lnTo>
                  <a:lnTo>
                    <a:pt x="60" y="240"/>
                  </a:lnTo>
                  <a:lnTo>
                    <a:pt x="60" y="236"/>
                  </a:lnTo>
                  <a:lnTo>
                    <a:pt x="61" y="221"/>
                  </a:lnTo>
                  <a:lnTo>
                    <a:pt x="64" y="207"/>
                  </a:lnTo>
                  <a:lnTo>
                    <a:pt x="68" y="194"/>
                  </a:lnTo>
                  <a:lnTo>
                    <a:pt x="73" y="179"/>
                  </a:lnTo>
                  <a:lnTo>
                    <a:pt x="80" y="164"/>
                  </a:lnTo>
                  <a:lnTo>
                    <a:pt x="82" y="164"/>
                  </a:lnTo>
                  <a:lnTo>
                    <a:pt x="82" y="287"/>
                  </a:lnTo>
                  <a:lnTo>
                    <a:pt x="40" y="287"/>
                  </a:lnTo>
                  <a:lnTo>
                    <a:pt x="31" y="286"/>
                  </a:lnTo>
                  <a:lnTo>
                    <a:pt x="25" y="285"/>
                  </a:lnTo>
                  <a:lnTo>
                    <a:pt x="18" y="280"/>
                  </a:lnTo>
                  <a:lnTo>
                    <a:pt x="13" y="275"/>
                  </a:lnTo>
                  <a:lnTo>
                    <a:pt x="7" y="270"/>
                  </a:lnTo>
                  <a:lnTo>
                    <a:pt x="4" y="263"/>
                  </a:lnTo>
                  <a:lnTo>
                    <a:pt x="2" y="256"/>
                  </a:lnTo>
                  <a:lnTo>
                    <a:pt x="0" y="248"/>
                  </a:lnTo>
                  <a:lnTo>
                    <a:pt x="0" y="39"/>
                  </a:lnTo>
                  <a:lnTo>
                    <a:pt x="2" y="31"/>
                  </a:lnTo>
                  <a:lnTo>
                    <a:pt x="4" y="25"/>
                  </a:lnTo>
                  <a:lnTo>
                    <a:pt x="7" y="18"/>
                  </a:lnTo>
                  <a:lnTo>
                    <a:pt x="13" y="12"/>
                  </a:lnTo>
                  <a:lnTo>
                    <a:pt x="18" y="7"/>
                  </a:lnTo>
                  <a:lnTo>
                    <a:pt x="25" y="4"/>
                  </a:lnTo>
                  <a:lnTo>
                    <a:pt x="31" y="2"/>
                  </a:lnTo>
                  <a:lnTo>
                    <a:pt x="4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lIns="91438" tIns="45719" rIns="91438" bIns="45719"/>
            <a:lstStyle/>
            <a:p>
              <a:endParaRPr lang="en-US"/>
            </a:p>
          </p:txBody>
        </p:sp>
        <p:sp>
          <p:nvSpPr>
            <p:cNvPr id="75806" name="Freeform 171">
              <a:extLst>
                <a:ext uri="{FF2B5EF4-FFF2-40B4-BE49-F238E27FC236}">
                  <a16:creationId xmlns:a16="http://schemas.microsoft.com/office/drawing/2014/main" id="{B7DDE047-8A3A-9E41-9CA1-24464E87E30D}"/>
                </a:ext>
              </a:extLst>
            </p:cNvPr>
            <p:cNvSpPr>
              <a:spLocks noEditPoints="1"/>
            </p:cNvSpPr>
            <p:nvPr/>
          </p:nvSpPr>
          <p:spPr bwMode="auto">
            <a:xfrm>
              <a:off x="1501029" y="2457341"/>
              <a:ext cx="561902" cy="565282"/>
            </a:xfrm>
            <a:custGeom>
              <a:avLst/>
              <a:gdLst>
                <a:gd name="T0" fmla="*/ 2147483646 w 354"/>
                <a:gd name="T1" fmla="*/ 2147483646 h 356"/>
                <a:gd name="T2" fmla="*/ 2147483646 w 354"/>
                <a:gd name="T3" fmla="*/ 2147483646 h 356"/>
                <a:gd name="T4" fmla="*/ 2147483646 w 354"/>
                <a:gd name="T5" fmla="*/ 2147483646 h 356"/>
                <a:gd name="T6" fmla="*/ 2147483646 w 354"/>
                <a:gd name="T7" fmla="*/ 2147483646 h 356"/>
                <a:gd name="T8" fmla="*/ 2147483646 w 354"/>
                <a:gd name="T9" fmla="*/ 2147483646 h 356"/>
                <a:gd name="T10" fmla="*/ 2147483646 w 354"/>
                <a:gd name="T11" fmla="*/ 2147483646 h 356"/>
                <a:gd name="T12" fmla="*/ 2147483646 w 354"/>
                <a:gd name="T13" fmla="*/ 2147483646 h 356"/>
                <a:gd name="T14" fmla="*/ 2147483646 w 354"/>
                <a:gd name="T15" fmla="*/ 2147483646 h 356"/>
                <a:gd name="T16" fmla="*/ 2147483646 w 354"/>
                <a:gd name="T17" fmla="*/ 2147483646 h 356"/>
                <a:gd name="T18" fmla="*/ 2147483646 w 354"/>
                <a:gd name="T19" fmla="*/ 2147483646 h 356"/>
                <a:gd name="T20" fmla="*/ 2147483646 w 354"/>
                <a:gd name="T21" fmla="*/ 2147483646 h 356"/>
                <a:gd name="T22" fmla="*/ 2147483646 w 354"/>
                <a:gd name="T23" fmla="*/ 2147483646 h 356"/>
                <a:gd name="T24" fmla="*/ 2147483646 w 354"/>
                <a:gd name="T25" fmla="*/ 2147483646 h 356"/>
                <a:gd name="T26" fmla="*/ 2147483646 w 354"/>
                <a:gd name="T27" fmla="*/ 2147483646 h 356"/>
                <a:gd name="T28" fmla="*/ 2147483646 w 354"/>
                <a:gd name="T29" fmla="*/ 2147483646 h 356"/>
                <a:gd name="T30" fmla="*/ 2147483646 w 354"/>
                <a:gd name="T31" fmla="*/ 2147483646 h 356"/>
                <a:gd name="T32" fmla="*/ 2147483646 w 354"/>
                <a:gd name="T33" fmla="*/ 2147483646 h 356"/>
                <a:gd name="T34" fmla="*/ 2147483646 w 354"/>
                <a:gd name="T35" fmla="*/ 2147483646 h 356"/>
                <a:gd name="T36" fmla="*/ 2147483646 w 354"/>
                <a:gd name="T37" fmla="*/ 2147483646 h 356"/>
                <a:gd name="T38" fmla="*/ 2147483646 w 354"/>
                <a:gd name="T39" fmla="*/ 2147483646 h 356"/>
                <a:gd name="T40" fmla="*/ 2147483646 w 354"/>
                <a:gd name="T41" fmla="*/ 2147483646 h 356"/>
                <a:gd name="T42" fmla="*/ 2147483646 w 354"/>
                <a:gd name="T43" fmla="*/ 2147483646 h 356"/>
                <a:gd name="T44" fmla="*/ 2147483646 w 354"/>
                <a:gd name="T45" fmla="*/ 2147483646 h 356"/>
                <a:gd name="T46" fmla="*/ 2147483646 w 354"/>
                <a:gd name="T47" fmla="*/ 2147483646 h 356"/>
                <a:gd name="T48" fmla="*/ 2147483646 w 354"/>
                <a:gd name="T49" fmla="*/ 2147483646 h 356"/>
                <a:gd name="T50" fmla="*/ 2147483646 w 354"/>
                <a:gd name="T51" fmla="*/ 2147483646 h 356"/>
                <a:gd name="T52" fmla="*/ 2147483646 w 354"/>
                <a:gd name="T53" fmla="*/ 2147483646 h 356"/>
                <a:gd name="T54" fmla="*/ 2147483646 w 354"/>
                <a:gd name="T55" fmla="*/ 2147483646 h 356"/>
                <a:gd name="T56" fmla="*/ 2147483646 w 354"/>
                <a:gd name="T57" fmla="*/ 2147483646 h 356"/>
                <a:gd name="T58" fmla="*/ 2147483646 w 354"/>
                <a:gd name="T59" fmla="*/ 2147483646 h 356"/>
                <a:gd name="T60" fmla="*/ 2147483646 w 354"/>
                <a:gd name="T61" fmla="*/ 2147483646 h 356"/>
                <a:gd name="T62" fmla="*/ 2147483646 w 354"/>
                <a:gd name="T63" fmla="*/ 2147483646 h 356"/>
                <a:gd name="T64" fmla="*/ 2147483646 w 354"/>
                <a:gd name="T65" fmla="*/ 2147483646 h 356"/>
                <a:gd name="T66" fmla="*/ 2147483646 w 354"/>
                <a:gd name="T67" fmla="*/ 2147483646 h 356"/>
                <a:gd name="T68" fmla="*/ 2147483646 w 354"/>
                <a:gd name="T69" fmla="*/ 2147483646 h 356"/>
                <a:gd name="T70" fmla="*/ 2147483646 w 354"/>
                <a:gd name="T71" fmla="*/ 2147483646 h 356"/>
                <a:gd name="T72" fmla="*/ 2147483646 w 354"/>
                <a:gd name="T73" fmla="*/ 2147483646 h 356"/>
                <a:gd name="T74" fmla="*/ 2147483646 w 354"/>
                <a:gd name="T75" fmla="*/ 2147483646 h 356"/>
                <a:gd name="T76" fmla="*/ 2147483646 w 354"/>
                <a:gd name="T77" fmla="*/ 2147483646 h 356"/>
                <a:gd name="T78" fmla="*/ 2147483646 w 354"/>
                <a:gd name="T79" fmla="*/ 2147483646 h 356"/>
                <a:gd name="T80" fmla="*/ 2147483646 w 354"/>
                <a:gd name="T81" fmla="*/ 2147483646 h 356"/>
                <a:gd name="T82" fmla="*/ 2147483646 w 354"/>
                <a:gd name="T83" fmla="*/ 2147483646 h 356"/>
                <a:gd name="T84" fmla="*/ 2147483646 w 354"/>
                <a:gd name="T85" fmla="*/ 2147483646 h 356"/>
                <a:gd name="T86" fmla="*/ 2147483646 w 354"/>
                <a:gd name="T87" fmla="*/ 2147483646 h 356"/>
                <a:gd name="T88" fmla="*/ 2147483646 w 354"/>
                <a:gd name="T89" fmla="*/ 2147483646 h 356"/>
                <a:gd name="T90" fmla="*/ 2147483646 w 354"/>
                <a:gd name="T91" fmla="*/ 2147483646 h 356"/>
                <a:gd name="T92" fmla="*/ 2147483646 w 354"/>
                <a:gd name="T93" fmla="*/ 2147483646 h 356"/>
                <a:gd name="T94" fmla="*/ 2147483646 w 354"/>
                <a:gd name="T95" fmla="*/ 2147483646 h 356"/>
                <a:gd name="T96" fmla="*/ 2147483646 w 354"/>
                <a:gd name="T97" fmla="*/ 2147483646 h 356"/>
                <a:gd name="T98" fmla="*/ 2147483646 w 354"/>
                <a:gd name="T99" fmla="*/ 2147483646 h 356"/>
                <a:gd name="T100" fmla="*/ 2147483646 w 354"/>
                <a:gd name="T101" fmla="*/ 2147483646 h 356"/>
                <a:gd name="T102" fmla="*/ 2147483646 w 354"/>
                <a:gd name="T103" fmla="*/ 2147483646 h 356"/>
                <a:gd name="T104" fmla="*/ 2147483646 w 354"/>
                <a:gd name="T105" fmla="*/ 2147483646 h 356"/>
                <a:gd name="T106" fmla="*/ 2147483646 w 354"/>
                <a:gd name="T107" fmla="*/ 2147483646 h 356"/>
                <a:gd name="T108" fmla="*/ 2147483646 w 354"/>
                <a:gd name="T109" fmla="*/ 2147483646 h 356"/>
                <a:gd name="T110" fmla="*/ 2147483646 w 354"/>
                <a:gd name="T111" fmla="*/ 2147483646 h 356"/>
                <a:gd name="T112" fmla="*/ 2147483646 w 354"/>
                <a:gd name="T113" fmla="*/ 2147483646 h 356"/>
                <a:gd name="T114" fmla="*/ 2147483646 w 354"/>
                <a:gd name="T115" fmla="*/ 2147483646 h 356"/>
                <a:gd name="T116" fmla="*/ 2147483646 w 354"/>
                <a:gd name="T117" fmla="*/ 2147483646 h 356"/>
                <a:gd name="T118" fmla="*/ 2147483646 w 354"/>
                <a:gd name="T119" fmla="*/ 2147483646 h 356"/>
                <a:gd name="T120" fmla="*/ 0 w 354"/>
                <a:gd name="T121" fmla="*/ 2147483646 h 356"/>
                <a:gd name="T122" fmla="*/ 2147483646 w 354"/>
                <a:gd name="T123" fmla="*/ 2147483646 h 356"/>
                <a:gd name="T124" fmla="*/ 2147483646 w 354"/>
                <a:gd name="T125" fmla="*/ 2147483646 h 35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354" h="356">
                  <a:moveTo>
                    <a:pt x="337" y="299"/>
                  </a:moveTo>
                  <a:lnTo>
                    <a:pt x="337" y="210"/>
                  </a:lnTo>
                  <a:lnTo>
                    <a:pt x="340" y="215"/>
                  </a:lnTo>
                  <a:lnTo>
                    <a:pt x="341" y="222"/>
                  </a:lnTo>
                  <a:lnTo>
                    <a:pt x="341" y="299"/>
                  </a:lnTo>
                  <a:lnTo>
                    <a:pt x="337" y="299"/>
                  </a:lnTo>
                  <a:close/>
                  <a:moveTo>
                    <a:pt x="337" y="154"/>
                  </a:moveTo>
                  <a:lnTo>
                    <a:pt x="337" y="96"/>
                  </a:lnTo>
                  <a:lnTo>
                    <a:pt x="339" y="95"/>
                  </a:lnTo>
                  <a:lnTo>
                    <a:pt x="348" y="91"/>
                  </a:lnTo>
                  <a:lnTo>
                    <a:pt x="350" y="91"/>
                  </a:lnTo>
                  <a:lnTo>
                    <a:pt x="352" y="91"/>
                  </a:lnTo>
                  <a:lnTo>
                    <a:pt x="354" y="93"/>
                  </a:lnTo>
                  <a:lnTo>
                    <a:pt x="354" y="95"/>
                  </a:lnTo>
                  <a:lnTo>
                    <a:pt x="354" y="142"/>
                  </a:lnTo>
                  <a:lnTo>
                    <a:pt x="352" y="147"/>
                  </a:lnTo>
                  <a:lnTo>
                    <a:pt x="350" y="149"/>
                  </a:lnTo>
                  <a:lnTo>
                    <a:pt x="348" y="150"/>
                  </a:lnTo>
                  <a:lnTo>
                    <a:pt x="339" y="154"/>
                  </a:lnTo>
                  <a:lnTo>
                    <a:pt x="337" y="154"/>
                  </a:lnTo>
                  <a:close/>
                  <a:moveTo>
                    <a:pt x="337" y="96"/>
                  </a:moveTo>
                  <a:lnTo>
                    <a:pt x="337" y="154"/>
                  </a:lnTo>
                  <a:lnTo>
                    <a:pt x="335" y="153"/>
                  </a:lnTo>
                  <a:lnTo>
                    <a:pt x="333" y="150"/>
                  </a:lnTo>
                  <a:lnTo>
                    <a:pt x="333" y="103"/>
                  </a:lnTo>
                  <a:lnTo>
                    <a:pt x="335" y="99"/>
                  </a:lnTo>
                  <a:lnTo>
                    <a:pt x="337" y="96"/>
                  </a:lnTo>
                  <a:close/>
                  <a:moveTo>
                    <a:pt x="337" y="210"/>
                  </a:moveTo>
                  <a:lnTo>
                    <a:pt x="337" y="210"/>
                  </a:lnTo>
                  <a:lnTo>
                    <a:pt x="333" y="206"/>
                  </a:lnTo>
                  <a:lnTo>
                    <a:pt x="329" y="202"/>
                  </a:lnTo>
                  <a:lnTo>
                    <a:pt x="324" y="199"/>
                  </a:lnTo>
                  <a:lnTo>
                    <a:pt x="317" y="199"/>
                  </a:lnTo>
                  <a:lnTo>
                    <a:pt x="317" y="68"/>
                  </a:lnTo>
                  <a:lnTo>
                    <a:pt x="283" y="68"/>
                  </a:lnTo>
                  <a:lnTo>
                    <a:pt x="283" y="221"/>
                  </a:lnTo>
                  <a:lnTo>
                    <a:pt x="289" y="221"/>
                  </a:lnTo>
                  <a:lnTo>
                    <a:pt x="293" y="222"/>
                  </a:lnTo>
                  <a:lnTo>
                    <a:pt x="297" y="225"/>
                  </a:lnTo>
                  <a:lnTo>
                    <a:pt x="299" y="227"/>
                  </a:lnTo>
                  <a:lnTo>
                    <a:pt x="302" y="230"/>
                  </a:lnTo>
                  <a:lnTo>
                    <a:pt x="305" y="234"/>
                  </a:lnTo>
                  <a:lnTo>
                    <a:pt x="306" y="239"/>
                  </a:lnTo>
                  <a:lnTo>
                    <a:pt x="306" y="244"/>
                  </a:lnTo>
                  <a:lnTo>
                    <a:pt x="306" y="248"/>
                  </a:lnTo>
                  <a:lnTo>
                    <a:pt x="305" y="253"/>
                  </a:lnTo>
                  <a:lnTo>
                    <a:pt x="302" y="257"/>
                  </a:lnTo>
                  <a:lnTo>
                    <a:pt x="299" y="260"/>
                  </a:lnTo>
                  <a:lnTo>
                    <a:pt x="297" y="262"/>
                  </a:lnTo>
                  <a:lnTo>
                    <a:pt x="293" y="265"/>
                  </a:lnTo>
                  <a:lnTo>
                    <a:pt x="289" y="267"/>
                  </a:lnTo>
                  <a:lnTo>
                    <a:pt x="283" y="267"/>
                  </a:lnTo>
                  <a:lnTo>
                    <a:pt x="283" y="299"/>
                  </a:lnTo>
                  <a:lnTo>
                    <a:pt x="337" y="299"/>
                  </a:lnTo>
                  <a:lnTo>
                    <a:pt x="337" y="210"/>
                  </a:lnTo>
                  <a:close/>
                  <a:moveTo>
                    <a:pt x="283" y="356"/>
                  </a:moveTo>
                  <a:lnTo>
                    <a:pt x="283" y="314"/>
                  </a:lnTo>
                  <a:lnTo>
                    <a:pt x="306" y="314"/>
                  </a:lnTo>
                  <a:lnTo>
                    <a:pt x="306" y="338"/>
                  </a:lnTo>
                  <a:lnTo>
                    <a:pt x="305" y="345"/>
                  </a:lnTo>
                  <a:lnTo>
                    <a:pt x="301" y="350"/>
                  </a:lnTo>
                  <a:lnTo>
                    <a:pt x="295" y="355"/>
                  </a:lnTo>
                  <a:lnTo>
                    <a:pt x="289" y="356"/>
                  </a:lnTo>
                  <a:lnTo>
                    <a:pt x="283" y="356"/>
                  </a:lnTo>
                  <a:close/>
                  <a:moveTo>
                    <a:pt x="283" y="59"/>
                  </a:moveTo>
                  <a:lnTo>
                    <a:pt x="283" y="20"/>
                  </a:lnTo>
                  <a:lnTo>
                    <a:pt x="298" y="30"/>
                  </a:lnTo>
                  <a:lnTo>
                    <a:pt x="309" y="38"/>
                  </a:lnTo>
                  <a:lnTo>
                    <a:pt x="313" y="43"/>
                  </a:lnTo>
                  <a:lnTo>
                    <a:pt x="316" y="49"/>
                  </a:lnTo>
                  <a:lnTo>
                    <a:pt x="317" y="54"/>
                  </a:lnTo>
                  <a:lnTo>
                    <a:pt x="317" y="59"/>
                  </a:lnTo>
                  <a:lnTo>
                    <a:pt x="283" y="59"/>
                  </a:lnTo>
                  <a:close/>
                  <a:moveTo>
                    <a:pt x="283" y="20"/>
                  </a:moveTo>
                  <a:lnTo>
                    <a:pt x="283" y="59"/>
                  </a:lnTo>
                  <a:lnTo>
                    <a:pt x="263" y="59"/>
                  </a:lnTo>
                  <a:lnTo>
                    <a:pt x="263" y="50"/>
                  </a:lnTo>
                  <a:lnTo>
                    <a:pt x="268" y="50"/>
                  </a:lnTo>
                  <a:lnTo>
                    <a:pt x="271" y="47"/>
                  </a:lnTo>
                  <a:lnTo>
                    <a:pt x="274" y="43"/>
                  </a:lnTo>
                  <a:lnTo>
                    <a:pt x="275" y="39"/>
                  </a:lnTo>
                  <a:lnTo>
                    <a:pt x="274" y="35"/>
                  </a:lnTo>
                  <a:lnTo>
                    <a:pt x="271" y="31"/>
                  </a:lnTo>
                  <a:lnTo>
                    <a:pt x="268" y="28"/>
                  </a:lnTo>
                  <a:lnTo>
                    <a:pt x="263" y="28"/>
                  </a:lnTo>
                  <a:lnTo>
                    <a:pt x="263" y="12"/>
                  </a:lnTo>
                  <a:lnTo>
                    <a:pt x="283" y="20"/>
                  </a:lnTo>
                  <a:close/>
                  <a:moveTo>
                    <a:pt x="283" y="68"/>
                  </a:moveTo>
                  <a:lnTo>
                    <a:pt x="283" y="221"/>
                  </a:lnTo>
                  <a:lnTo>
                    <a:pt x="278" y="221"/>
                  </a:lnTo>
                  <a:lnTo>
                    <a:pt x="272" y="223"/>
                  </a:lnTo>
                  <a:lnTo>
                    <a:pt x="267" y="227"/>
                  </a:lnTo>
                  <a:lnTo>
                    <a:pt x="263" y="231"/>
                  </a:lnTo>
                  <a:lnTo>
                    <a:pt x="263" y="162"/>
                  </a:lnTo>
                  <a:lnTo>
                    <a:pt x="272" y="162"/>
                  </a:lnTo>
                  <a:lnTo>
                    <a:pt x="272" y="96"/>
                  </a:lnTo>
                  <a:lnTo>
                    <a:pt x="263" y="96"/>
                  </a:lnTo>
                  <a:lnTo>
                    <a:pt x="263" y="68"/>
                  </a:lnTo>
                  <a:lnTo>
                    <a:pt x="283" y="68"/>
                  </a:lnTo>
                  <a:close/>
                  <a:moveTo>
                    <a:pt x="283" y="267"/>
                  </a:moveTo>
                  <a:lnTo>
                    <a:pt x="283" y="299"/>
                  </a:lnTo>
                  <a:lnTo>
                    <a:pt x="263" y="299"/>
                  </a:lnTo>
                  <a:lnTo>
                    <a:pt x="263" y="256"/>
                  </a:lnTo>
                  <a:lnTo>
                    <a:pt x="267" y="260"/>
                  </a:lnTo>
                  <a:lnTo>
                    <a:pt x="272" y="264"/>
                  </a:lnTo>
                  <a:lnTo>
                    <a:pt x="278" y="267"/>
                  </a:lnTo>
                  <a:lnTo>
                    <a:pt x="283" y="267"/>
                  </a:lnTo>
                  <a:close/>
                  <a:moveTo>
                    <a:pt x="283" y="314"/>
                  </a:moveTo>
                  <a:lnTo>
                    <a:pt x="283" y="356"/>
                  </a:lnTo>
                  <a:lnTo>
                    <a:pt x="278" y="356"/>
                  </a:lnTo>
                  <a:lnTo>
                    <a:pt x="274" y="356"/>
                  </a:lnTo>
                  <a:lnTo>
                    <a:pt x="270" y="353"/>
                  </a:lnTo>
                  <a:lnTo>
                    <a:pt x="267" y="352"/>
                  </a:lnTo>
                  <a:lnTo>
                    <a:pt x="263" y="348"/>
                  </a:lnTo>
                  <a:lnTo>
                    <a:pt x="263" y="314"/>
                  </a:lnTo>
                  <a:lnTo>
                    <a:pt x="283" y="314"/>
                  </a:lnTo>
                  <a:close/>
                  <a:moveTo>
                    <a:pt x="263" y="12"/>
                  </a:moveTo>
                  <a:lnTo>
                    <a:pt x="263" y="28"/>
                  </a:lnTo>
                  <a:lnTo>
                    <a:pt x="259" y="28"/>
                  </a:lnTo>
                  <a:lnTo>
                    <a:pt x="256" y="31"/>
                  </a:lnTo>
                  <a:lnTo>
                    <a:pt x="253" y="35"/>
                  </a:lnTo>
                  <a:lnTo>
                    <a:pt x="252" y="39"/>
                  </a:lnTo>
                  <a:lnTo>
                    <a:pt x="253" y="43"/>
                  </a:lnTo>
                  <a:lnTo>
                    <a:pt x="256" y="47"/>
                  </a:lnTo>
                  <a:lnTo>
                    <a:pt x="259" y="50"/>
                  </a:lnTo>
                  <a:lnTo>
                    <a:pt x="263" y="50"/>
                  </a:lnTo>
                  <a:lnTo>
                    <a:pt x="263" y="59"/>
                  </a:lnTo>
                  <a:lnTo>
                    <a:pt x="228" y="59"/>
                  </a:lnTo>
                  <a:lnTo>
                    <a:pt x="228" y="50"/>
                  </a:lnTo>
                  <a:lnTo>
                    <a:pt x="230" y="50"/>
                  </a:lnTo>
                  <a:lnTo>
                    <a:pt x="236" y="50"/>
                  </a:lnTo>
                  <a:lnTo>
                    <a:pt x="238" y="47"/>
                  </a:lnTo>
                  <a:lnTo>
                    <a:pt x="241" y="43"/>
                  </a:lnTo>
                  <a:lnTo>
                    <a:pt x="243" y="39"/>
                  </a:lnTo>
                  <a:lnTo>
                    <a:pt x="241" y="35"/>
                  </a:lnTo>
                  <a:lnTo>
                    <a:pt x="238" y="31"/>
                  </a:lnTo>
                  <a:lnTo>
                    <a:pt x="236" y="28"/>
                  </a:lnTo>
                  <a:lnTo>
                    <a:pt x="230" y="28"/>
                  </a:lnTo>
                  <a:lnTo>
                    <a:pt x="228" y="28"/>
                  </a:lnTo>
                  <a:lnTo>
                    <a:pt x="228" y="4"/>
                  </a:lnTo>
                  <a:lnTo>
                    <a:pt x="247" y="8"/>
                  </a:lnTo>
                  <a:lnTo>
                    <a:pt x="263" y="12"/>
                  </a:lnTo>
                  <a:close/>
                  <a:moveTo>
                    <a:pt x="263" y="68"/>
                  </a:moveTo>
                  <a:lnTo>
                    <a:pt x="263" y="96"/>
                  </a:lnTo>
                  <a:lnTo>
                    <a:pt x="228" y="96"/>
                  </a:lnTo>
                  <a:lnTo>
                    <a:pt x="228" y="68"/>
                  </a:lnTo>
                  <a:lnTo>
                    <a:pt x="263" y="68"/>
                  </a:lnTo>
                  <a:close/>
                  <a:moveTo>
                    <a:pt x="263" y="162"/>
                  </a:moveTo>
                  <a:lnTo>
                    <a:pt x="263" y="231"/>
                  </a:lnTo>
                  <a:lnTo>
                    <a:pt x="262" y="237"/>
                  </a:lnTo>
                  <a:lnTo>
                    <a:pt x="260" y="244"/>
                  </a:lnTo>
                  <a:lnTo>
                    <a:pt x="262" y="250"/>
                  </a:lnTo>
                  <a:lnTo>
                    <a:pt x="263" y="256"/>
                  </a:lnTo>
                  <a:lnTo>
                    <a:pt x="263" y="299"/>
                  </a:lnTo>
                  <a:lnTo>
                    <a:pt x="228" y="299"/>
                  </a:lnTo>
                  <a:lnTo>
                    <a:pt x="228" y="269"/>
                  </a:lnTo>
                  <a:lnTo>
                    <a:pt x="229" y="269"/>
                  </a:lnTo>
                  <a:lnTo>
                    <a:pt x="229" y="253"/>
                  </a:lnTo>
                  <a:lnTo>
                    <a:pt x="228" y="253"/>
                  </a:lnTo>
                  <a:lnTo>
                    <a:pt x="228" y="242"/>
                  </a:lnTo>
                  <a:lnTo>
                    <a:pt x="229" y="242"/>
                  </a:lnTo>
                  <a:lnTo>
                    <a:pt x="229" y="227"/>
                  </a:lnTo>
                  <a:lnTo>
                    <a:pt x="228" y="227"/>
                  </a:lnTo>
                  <a:lnTo>
                    <a:pt x="228" y="216"/>
                  </a:lnTo>
                  <a:lnTo>
                    <a:pt x="229" y="216"/>
                  </a:lnTo>
                  <a:lnTo>
                    <a:pt x="229" y="200"/>
                  </a:lnTo>
                  <a:lnTo>
                    <a:pt x="228" y="200"/>
                  </a:lnTo>
                  <a:lnTo>
                    <a:pt x="228" y="162"/>
                  </a:lnTo>
                  <a:lnTo>
                    <a:pt x="263" y="162"/>
                  </a:lnTo>
                  <a:close/>
                  <a:moveTo>
                    <a:pt x="263" y="314"/>
                  </a:moveTo>
                  <a:lnTo>
                    <a:pt x="263" y="348"/>
                  </a:lnTo>
                  <a:lnTo>
                    <a:pt x="262" y="344"/>
                  </a:lnTo>
                  <a:lnTo>
                    <a:pt x="260" y="338"/>
                  </a:lnTo>
                  <a:lnTo>
                    <a:pt x="260" y="314"/>
                  </a:lnTo>
                  <a:lnTo>
                    <a:pt x="263" y="314"/>
                  </a:lnTo>
                  <a:close/>
                  <a:moveTo>
                    <a:pt x="228" y="4"/>
                  </a:moveTo>
                  <a:lnTo>
                    <a:pt x="228" y="28"/>
                  </a:lnTo>
                  <a:lnTo>
                    <a:pt x="225" y="30"/>
                  </a:lnTo>
                  <a:lnTo>
                    <a:pt x="222" y="32"/>
                  </a:lnTo>
                  <a:lnTo>
                    <a:pt x="221" y="35"/>
                  </a:lnTo>
                  <a:lnTo>
                    <a:pt x="220" y="39"/>
                  </a:lnTo>
                  <a:lnTo>
                    <a:pt x="221" y="43"/>
                  </a:lnTo>
                  <a:lnTo>
                    <a:pt x="222" y="46"/>
                  </a:lnTo>
                  <a:lnTo>
                    <a:pt x="225" y="49"/>
                  </a:lnTo>
                  <a:lnTo>
                    <a:pt x="228" y="50"/>
                  </a:lnTo>
                  <a:lnTo>
                    <a:pt x="228" y="59"/>
                  </a:lnTo>
                  <a:lnTo>
                    <a:pt x="179" y="59"/>
                  </a:lnTo>
                  <a:lnTo>
                    <a:pt x="179" y="0"/>
                  </a:lnTo>
                  <a:lnTo>
                    <a:pt x="203" y="1"/>
                  </a:lnTo>
                  <a:lnTo>
                    <a:pt x="228" y="4"/>
                  </a:lnTo>
                  <a:close/>
                  <a:moveTo>
                    <a:pt x="228" y="68"/>
                  </a:moveTo>
                  <a:lnTo>
                    <a:pt x="228" y="96"/>
                  </a:lnTo>
                  <a:lnTo>
                    <a:pt x="183" y="96"/>
                  </a:lnTo>
                  <a:lnTo>
                    <a:pt x="183" y="162"/>
                  </a:lnTo>
                  <a:lnTo>
                    <a:pt x="228" y="162"/>
                  </a:lnTo>
                  <a:lnTo>
                    <a:pt x="228" y="200"/>
                  </a:lnTo>
                  <a:lnTo>
                    <a:pt x="179" y="200"/>
                  </a:lnTo>
                  <a:lnTo>
                    <a:pt x="179" y="68"/>
                  </a:lnTo>
                  <a:lnTo>
                    <a:pt x="228" y="68"/>
                  </a:lnTo>
                  <a:close/>
                  <a:moveTo>
                    <a:pt x="228" y="216"/>
                  </a:moveTo>
                  <a:lnTo>
                    <a:pt x="228" y="227"/>
                  </a:lnTo>
                  <a:lnTo>
                    <a:pt x="179" y="227"/>
                  </a:lnTo>
                  <a:lnTo>
                    <a:pt x="179" y="216"/>
                  </a:lnTo>
                  <a:lnTo>
                    <a:pt x="228" y="216"/>
                  </a:lnTo>
                  <a:close/>
                  <a:moveTo>
                    <a:pt x="228" y="242"/>
                  </a:moveTo>
                  <a:lnTo>
                    <a:pt x="228" y="253"/>
                  </a:lnTo>
                  <a:lnTo>
                    <a:pt x="179" y="253"/>
                  </a:lnTo>
                  <a:lnTo>
                    <a:pt x="179" y="242"/>
                  </a:lnTo>
                  <a:lnTo>
                    <a:pt x="228" y="242"/>
                  </a:lnTo>
                  <a:close/>
                  <a:moveTo>
                    <a:pt x="228" y="269"/>
                  </a:moveTo>
                  <a:lnTo>
                    <a:pt x="228" y="299"/>
                  </a:lnTo>
                  <a:lnTo>
                    <a:pt x="179" y="299"/>
                  </a:lnTo>
                  <a:lnTo>
                    <a:pt x="179" y="269"/>
                  </a:lnTo>
                  <a:lnTo>
                    <a:pt x="228" y="269"/>
                  </a:lnTo>
                  <a:close/>
                  <a:moveTo>
                    <a:pt x="126" y="50"/>
                  </a:moveTo>
                  <a:lnTo>
                    <a:pt x="126" y="50"/>
                  </a:lnTo>
                  <a:lnTo>
                    <a:pt x="129" y="49"/>
                  </a:lnTo>
                  <a:lnTo>
                    <a:pt x="132" y="46"/>
                  </a:lnTo>
                  <a:lnTo>
                    <a:pt x="133" y="43"/>
                  </a:lnTo>
                  <a:lnTo>
                    <a:pt x="134" y="39"/>
                  </a:lnTo>
                  <a:lnTo>
                    <a:pt x="133" y="35"/>
                  </a:lnTo>
                  <a:lnTo>
                    <a:pt x="132" y="32"/>
                  </a:lnTo>
                  <a:lnTo>
                    <a:pt x="129" y="30"/>
                  </a:lnTo>
                  <a:lnTo>
                    <a:pt x="126" y="28"/>
                  </a:lnTo>
                  <a:lnTo>
                    <a:pt x="126" y="4"/>
                  </a:lnTo>
                  <a:lnTo>
                    <a:pt x="150" y="1"/>
                  </a:lnTo>
                  <a:lnTo>
                    <a:pt x="176" y="0"/>
                  </a:lnTo>
                  <a:lnTo>
                    <a:pt x="179" y="0"/>
                  </a:lnTo>
                  <a:lnTo>
                    <a:pt x="179" y="59"/>
                  </a:lnTo>
                  <a:lnTo>
                    <a:pt x="126" y="59"/>
                  </a:lnTo>
                  <a:lnTo>
                    <a:pt x="126" y="50"/>
                  </a:lnTo>
                  <a:close/>
                  <a:moveTo>
                    <a:pt x="179" y="68"/>
                  </a:moveTo>
                  <a:lnTo>
                    <a:pt x="179" y="200"/>
                  </a:lnTo>
                  <a:lnTo>
                    <a:pt x="127" y="200"/>
                  </a:lnTo>
                  <a:lnTo>
                    <a:pt x="127" y="216"/>
                  </a:lnTo>
                  <a:lnTo>
                    <a:pt x="179" y="216"/>
                  </a:lnTo>
                  <a:lnTo>
                    <a:pt x="179" y="227"/>
                  </a:lnTo>
                  <a:lnTo>
                    <a:pt x="127" y="227"/>
                  </a:lnTo>
                  <a:lnTo>
                    <a:pt x="127" y="242"/>
                  </a:lnTo>
                  <a:lnTo>
                    <a:pt x="179" y="242"/>
                  </a:lnTo>
                  <a:lnTo>
                    <a:pt x="179" y="253"/>
                  </a:lnTo>
                  <a:lnTo>
                    <a:pt x="127" y="253"/>
                  </a:lnTo>
                  <a:lnTo>
                    <a:pt x="127" y="269"/>
                  </a:lnTo>
                  <a:lnTo>
                    <a:pt x="179" y="269"/>
                  </a:lnTo>
                  <a:lnTo>
                    <a:pt x="179" y="299"/>
                  </a:lnTo>
                  <a:lnTo>
                    <a:pt x="126" y="299"/>
                  </a:lnTo>
                  <a:lnTo>
                    <a:pt x="126" y="162"/>
                  </a:lnTo>
                  <a:lnTo>
                    <a:pt x="171" y="162"/>
                  </a:lnTo>
                  <a:lnTo>
                    <a:pt x="171" y="96"/>
                  </a:lnTo>
                  <a:lnTo>
                    <a:pt x="126" y="96"/>
                  </a:lnTo>
                  <a:lnTo>
                    <a:pt x="126" y="68"/>
                  </a:lnTo>
                  <a:lnTo>
                    <a:pt x="179" y="68"/>
                  </a:lnTo>
                  <a:close/>
                  <a:moveTo>
                    <a:pt x="123" y="28"/>
                  </a:moveTo>
                  <a:lnTo>
                    <a:pt x="123" y="28"/>
                  </a:lnTo>
                  <a:lnTo>
                    <a:pt x="118" y="28"/>
                  </a:lnTo>
                  <a:lnTo>
                    <a:pt x="115" y="31"/>
                  </a:lnTo>
                  <a:lnTo>
                    <a:pt x="113" y="35"/>
                  </a:lnTo>
                  <a:lnTo>
                    <a:pt x="111" y="39"/>
                  </a:lnTo>
                  <a:lnTo>
                    <a:pt x="113" y="43"/>
                  </a:lnTo>
                  <a:lnTo>
                    <a:pt x="115" y="47"/>
                  </a:lnTo>
                  <a:lnTo>
                    <a:pt x="118" y="50"/>
                  </a:lnTo>
                  <a:lnTo>
                    <a:pt x="123" y="50"/>
                  </a:lnTo>
                  <a:lnTo>
                    <a:pt x="126" y="50"/>
                  </a:lnTo>
                  <a:lnTo>
                    <a:pt x="126" y="59"/>
                  </a:lnTo>
                  <a:lnTo>
                    <a:pt x="90" y="59"/>
                  </a:lnTo>
                  <a:lnTo>
                    <a:pt x="90" y="50"/>
                  </a:lnTo>
                  <a:lnTo>
                    <a:pt x="95" y="50"/>
                  </a:lnTo>
                  <a:lnTo>
                    <a:pt x="98" y="47"/>
                  </a:lnTo>
                  <a:lnTo>
                    <a:pt x="100" y="43"/>
                  </a:lnTo>
                  <a:lnTo>
                    <a:pt x="102" y="39"/>
                  </a:lnTo>
                  <a:lnTo>
                    <a:pt x="100" y="35"/>
                  </a:lnTo>
                  <a:lnTo>
                    <a:pt x="98" y="31"/>
                  </a:lnTo>
                  <a:lnTo>
                    <a:pt x="95" y="28"/>
                  </a:lnTo>
                  <a:lnTo>
                    <a:pt x="90" y="28"/>
                  </a:lnTo>
                  <a:lnTo>
                    <a:pt x="90" y="12"/>
                  </a:lnTo>
                  <a:lnTo>
                    <a:pt x="107" y="8"/>
                  </a:lnTo>
                  <a:lnTo>
                    <a:pt x="126" y="4"/>
                  </a:lnTo>
                  <a:lnTo>
                    <a:pt x="126" y="28"/>
                  </a:lnTo>
                  <a:lnTo>
                    <a:pt x="123" y="28"/>
                  </a:lnTo>
                  <a:close/>
                  <a:moveTo>
                    <a:pt x="126" y="68"/>
                  </a:moveTo>
                  <a:lnTo>
                    <a:pt x="126" y="96"/>
                  </a:lnTo>
                  <a:lnTo>
                    <a:pt x="90" y="96"/>
                  </a:lnTo>
                  <a:lnTo>
                    <a:pt x="90" y="68"/>
                  </a:lnTo>
                  <a:lnTo>
                    <a:pt x="126" y="68"/>
                  </a:lnTo>
                  <a:close/>
                  <a:moveTo>
                    <a:pt x="126" y="162"/>
                  </a:moveTo>
                  <a:lnTo>
                    <a:pt x="126" y="299"/>
                  </a:lnTo>
                  <a:lnTo>
                    <a:pt x="90" y="299"/>
                  </a:lnTo>
                  <a:lnTo>
                    <a:pt x="90" y="256"/>
                  </a:lnTo>
                  <a:lnTo>
                    <a:pt x="92" y="250"/>
                  </a:lnTo>
                  <a:lnTo>
                    <a:pt x="94" y="244"/>
                  </a:lnTo>
                  <a:lnTo>
                    <a:pt x="92" y="237"/>
                  </a:lnTo>
                  <a:lnTo>
                    <a:pt x="90" y="231"/>
                  </a:lnTo>
                  <a:lnTo>
                    <a:pt x="90" y="162"/>
                  </a:lnTo>
                  <a:lnTo>
                    <a:pt x="126" y="162"/>
                  </a:lnTo>
                  <a:close/>
                  <a:moveTo>
                    <a:pt x="90" y="348"/>
                  </a:moveTo>
                  <a:lnTo>
                    <a:pt x="90" y="314"/>
                  </a:lnTo>
                  <a:lnTo>
                    <a:pt x="94" y="314"/>
                  </a:lnTo>
                  <a:lnTo>
                    <a:pt x="94" y="338"/>
                  </a:lnTo>
                  <a:lnTo>
                    <a:pt x="92" y="344"/>
                  </a:lnTo>
                  <a:lnTo>
                    <a:pt x="90" y="348"/>
                  </a:lnTo>
                  <a:close/>
                  <a:moveTo>
                    <a:pt x="90" y="12"/>
                  </a:moveTo>
                  <a:lnTo>
                    <a:pt x="90" y="28"/>
                  </a:lnTo>
                  <a:lnTo>
                    <a:pt x="85" y="28"/>
                  </a:lnTo>
                  <a:lnTo>
                    <a:pt x="83" y="31"/>
                  </a:lnTo>
                  <a:lnTo>
                    <a:pt x="80" y="35"/>
                  </a:lnTo>
                  <a:lnTo>
                    <a:pt x="79" y="39"/>
                  </a:lnTo>
                  <a:lnTo>
                    <a:pt x="80" y="43"/>
                  </a:lnTo>
                  <a:lnTo>
                    <a:pt x="83" y="47"/>
                  </a:lnTo>
                  <a:lnTo>
                    <a:pt x="85" y="50"/>
                  </a:lnTo>
                  <a:lnTo>
                    <a:pt x="90" y="50"/>
                  </a:lnTo>
                  <a:lnTo>
                    <a:pt x="90" y="59"/>
                  </a:lnTo>
                  <a:lnTo>
                    <a:pt x="71" y="59"/>
                  </a:lnTo>
                  <a:lnTo>
                    <a:pt x="71" y="20"/>
                  </a:lnTo>
                  <a:lnTo>
                    <a:pt x="90" y="12"/>
                  </a:lnTo>
                  <a:close/>
                  <a:moveTo>
                    <a:pt x="90" y="68"/>
                  </a:moveTo>
                  <a:lnTo>
                    <a:pt x="90" y="96"/>
                  </a:lnTo>
                  <a:lnTo>
                    <a:pt x="81" y="96"/>
                  </a:lnTo>
                  <a:lnTo>
                    <a:pt x="81" y="162"/>
                  </a:lnTo>
                  <a:lnTo>
                    <a:pt x="90" y="162"/>
                  </a:lnTo>
                  <a:lnTo>
                    <a:pt x="90" y="231"/>
                  </a:lnTo>
                  <a:lnTo>
                    <a:pt x="87" y="227"/>
                  </a:lnTo>
                  <a:lnTo>
                    <a:pt x="81" y="223"/>
                  </a:lnTo>
                  <a:lnTo>
                    <a:pt x="76" y="221"/>
                  </a:lnTo>
                  <a:lnTo>
                    <a:pt x="71" y="221"/>
                  </a:lnTo>
                  <a:lnTo>
                    <a:pt x="71" y="68"/>
                  </a:lnTo>
                  <a:lnTo>
                    <a:pt x="90" y="68"/>
                  </a:lnTo>
                  <a:close/>
                  <a:moveTo>
                    <a:pt x="90" y="256"/>
                  </a:moveTo>
                  <a:lnTo>
                    <a:pt x="90" y="299"/>
                  </a:lnTo>
                  <a:lnTo>
                    <a:pt x="71" y="299"/>
                  </a:lnTo>
                  <a:lnTo>
                    <a:pt x="71" y="267"/>
                  </a:lnTo>
                  <a:lnTo>
                    <a:pt x="76" y="267"/>
                  </a:lnTo>
                  <a:lnTo>
                    <a:pt x="81" y="264"/>
                  </a:lnTo>
                  <a:lnTo>
                    <a:pt x="87" y="260"/>
                  </a:lnTo>
                  <a:lnTo>
                    <a:pt x="90" y="256"/>
                  </a:lnTo>
                  <a:close/>
                  <a:moveTo>
                    <a:pt x="90" y="314"/>
                  </a:moveTo>
                  <a:lnTo>
                    <a:pt x="90" y="348"/>
                  </a:lnTo>
                  <a:lnTo>
                    <a:pt x="87" y="352"/>
                  </a:lnTo>
                  <a:lnTo>
                    <a:pt x="84" y="353"/>
                  </a:lnTo>
                  <a:lnTo>
                    <a:pt x="80" y="356"/>
                  </a:lnTo>
                  <a:lnTo>
                    <a:pt x="75" y="356"/>
                  </a:lnTo>
                  <a:lnTo>
                    <a:pt x="71" y="356"/>
                  </a:lnTo>
                  <a:lnTo>
                    <a:pt x="71" y="314"/>
                  </a:lnTo>
                  <a:lnTo>
                    <a:pt x="90" y="314"/>
                  </a:lnTo>
                  <a:close/>
                  <a:moveTo>
                    <a:pt x="71" y="20"/>
                  </a:moveTo>
                  <a:lnTo>
                    <a:pt x="71" y="59"/>
                  </a:lnTo>
                  <a:lnTo>
                    <a:pt x="37" y="59"/>
                  </a:lnTo>
                  <a:lnTo>
                    <a:pt x="37" y="54"/>
                  </a:lnTo>
                  <a:lnTo>
                    <a:pt x="38" y="49"/>
                  </a:lnTo>
                  <a:lnTo>
                    <a:pt x="41" y="43"/>
                  </a:lnTo>
                  <a:lnTo>
                    <a:pt x="45" y="38"/>
                  </a:lnTo>
                  <a:lnTo>
                    <a:pt x="56" y="30"/>
                  </a:lnTo>
                  <a:lnTo>
                    <a:pt x="71" y="20"/>
                  </a:lnTo>
                  <a:close/>
                  <a:moveTo>
                    <a:pt x="71" y="68"/>
                  </a:moveTo>
                  <a:lnTo>
                    <a:pt x="71" y="221"/>
                  </a:lnTo>
                  <a:lnTo>
                    <a:pt x="65" y="221"/>
                  </a:lnTo>
                  <a:lnTo>
                    <a:pt x="61" y="222"/>
                  </a:lnTo>
                  <a:lnTo>
                    <a:pt x="57" y="225"/>
                  </a:lnTo>
                  <a:lnTo>
                    <a:pt x="54" y="227"/>
                  </a:lnTo>
                  <a:lnTo>
                    <a:pt x="50" y="230"/>
                  </a:lnTo>
                  <a:lnTo>
                    <a:pt x="49" y="234"/>
                  </a:lnTo>
                  <a:lnTo>
                    <a:pt x="48" y="239"/>
                  </a:lnTo>
                  <a:lnTo>
                    <a:pt x="48" y="244"/>
                  </a:lnTo>
                  <a:lnTo>
                    <a:pt x="48" y="248"/>
                  </a:lnTo>
                  <a:lnTo>
                    <a:pt x="49" y="253"/>
                  </a:lnTo>
                  <a:lnTo>
                    <a:pt x="50" y="257"/>
                  </a:lnTo>
                  <a:lnTo>
                    <a:pt x="54" y="260"/>
                  </a:lnTo>
                  <a:lnTo>
                    <a:pt x="57" y="262"/>
                  </a:lnTo>
                  <a:lnTo>
                    <a:pt x="61" y="265"/>
                  </a:lnTo>
                  <a:lnTo>
                    <a:pt x="65" y="267"/>
                  </a:lnTo>
                  <a:lnTo>
                    <a:pt x="71" y="267"/>
                  </a:lnTo>
                  <a:lnTo>
                    <a:pt x="71" y="299"/>
                  </a:lnTo>
                  <a:lnTo>
                    <a:pt x="16" y="299"/>
                  </a:lnTo>
                  <a:lnTo>
                    <a:pt x="16" y="210"/>
                  </a:lnTo>
                  <a:lnTo>
                    <a:pt x="20" y="206"/>
                  </a:lnTo>
                  <a:lnTo>
                    <a:pt x="25" y="202"/>
                  </a:lnTo>
                  <a:lnTo>
                    <a:pt x="30" y="199"/>
                  </a:lnTo>
                  <a:lnTo>
                    <a:pt x="37" y="199"/>
                  </a:lnTo>
                  <a:lnTo>
                    <a:pt x="37" y="68"/>
                  </a:lnTo>
                  <a:lnTo>
                    <a:pt x="71" y="68"/>
                  </a:lnTo>
                  <a:close/>
                  <a:moveTo>
                    <a:pt x="71" y="314"/>
                  </a:moveTo>
                  <a:lnTo>
                    <a:pt x="71" y="356"/>
                  </a:lnTo>
                  <a:lnTo>
                    <a:pt x="65" y="356"/>
                  </a:lnTo>
                  <a:lnTo>
                    <a:pt x="58" y="355"/>
                  </a:lnTo>
                  <a:lnTo>
                    <a:pt x="53" y="350"/>
                  </a:lnTo>
                  <a:lnTo>
                    <a:pt x="49" y="345"/>
                  </a:lnTo>
                  <a:lnTo>
                    <a:pt x="48" y="338"/>
                  </a:lnTo>
                  <a:lnTo>
                    <a:pt x="48" y="314"/>
                  </a:lnTo>
                  <a:lnTo>
                    <a:pt x="71" y="314"/>
                  </a:lnTo>
                  <a:close/>
                  <a:moveTo>
                    <a:pt x="16" y="154"/>
                  </a:moveTo>
                  <a:lnTo>
                    <a:pt x="16" y="154"/>
                  </a:lnTo>
                  <a:lnTo>
                    <a:pt x="19" y="153"/>
                  </a:lnTo>
                  <a:lnTo>
                    <a:pt x="20" y="150"/>
                  </a:lnTo>
                  <a:lnTo>
                    <a:pt x="20" y="103"/>
                  </a:lnTo>
                  <a:lnTo>
                    <a:pt x="19" y="99"/>
                  </a:lnTo>
                  <a:lnTo>
                    <a:pt x="16" y="96"/>
                  </a:lnTo>
                  <a:lnTo>
                    <a:pt x="16" y="154"/>
                  </a:lnTo>
                  <a:close/>
                  <a:moveTo>
                    <a:pt x="16" y="96"/>
                  </a:moveTo>
                  <a:lnTo>
                    <a:pt x="16" y="154"/>
                  </a:lnTo>
                  <a:lnTo>
                    <a:pt x="15" y="154"/>
                  </a:lnTo>
                  <a:lnTo>
                    <a:pt x="6" y="150"/>
                  </a:lnTo>
                  <a:lnTo>
                    <a:pt x="4" y="149"/>
                  </a:lnTo>
                  <a:lnTo>
                    <a:pt x="2" y="147"/>
                  </a:lnTo>
                  <a:lnTo>
                    <a:pt x="0" y="142"/>
                  </a:lnTo>
                  <a:lnTo>
                    <a:pt x="0" y="95"/>
                  </a:lnTo>
                  <a:lnTo>
                    <a:pt x="0" y="93"/>
                  </a:lnTo>
                  <a:lnTo>
                    <a:pt x="2" y="91"/>
                  </a:lnTo>
                  <a:lnTo>
                    <a:pt x="4" y="91"/>
                  </a:lnTo>
                  <a:lnTo>
                    <a:pt x="6" y="91"/>
                  </a:lnTo>
                  <a:lnTo>
                    <a:pt x="15" y="95"/>
                  </a:lnTo>
                  <a:lnTo>
                    <a:pt x="16" y="96"/>
                  </a:lnTo>
                  <a:close/>
                  <a:moveTo>
                    <a:pt x="16" y="210"/>
                  </a:moveTo>
                  <a:lnTo>
                    <a:pt x="16" y="299"/>
                  </a:lnTo>
                  <a:lnTo>
                    <a:pt x="12" y="299"/>
                  </a:lnTo>
                  <a:lnTo>
                    <a:pt x="12" y="222"/>
                  </a:lnTo>
                  <a:lnTo>
                    <a:pt x="14" y="215"/>
                  </a:lnTo>
                  <a:lnTo>
                    <a:pt x="16" y="21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lIns="91438" tIns="45719" rIns="91438" bIns="45719"/>
            <a:lstStyle/>
            <a:p>
              <a:endParaRPr lang="en-US"/>
            </a:p>
          </p:txBody>
        </p:sp>
        <p:sp>
          <p:nvSpPr>
            <p:cNvPr id="75807" name="Freeform 172">
              <a:extLst>
                <a:ext uri="{FF2B5EF4-FFF2-40B4-BE49-F238E27FC236}">
                  <a16:creationId xmlns:a16="http://schemas.microsoft.com/office/drawing/2014/main" id="{CAC6150B-D45B-FF49-8936-D9E755EE40DD}"/>
                </a:ext>
              </a:extLst>
            </p:cNvPr>
            <p:cNvSpPr>
              <a:spLocks noEditPoints="1"/>
            </p:cNvSpPr>
            <p:nvPr/>
          </p:nvSpPr>
          <p:spPr bwMode="auto">
            <a:xfrm>
              <a:off x="1916900" y="3182995"/>
              <a:ext cx="633331" cy="482712"/>
            </a:xfrm>
            <a:custGeom>
              <a:avLst/>
              <a:gdLst>
                <a:gd name="T0" fmla="*/ 2147483646 w 399"/>
                <a:gd name="T1" fmla="*/ 2147483646 h 304"/>
                <a:gd name="T2" fmla="*/ 2147483646 w 399"/>
                <a:gd name="T3" fmla="*/ 2147483646 h 304"/>
                <a:gd name="T4" fmla="*/ 2147483646 w 399"/>
                <a:gd name="T5" fmla="*/ 2147483646 h 304"/>
                <a:gd name="T6" fmla="*/ 2147483646 w 399"/>
                <a:gd name="T7" fmla="*/ 2147483646 h 304"/>
                <a:gd name="T8" fmla="*/ 2147483646 w 399"/>
                <a:gd name="T9" fmla="*/ 2147483646 h 304"/>
                <a:gd name="T10" fmla="*/ 2147483646 w 399"/>
                <a:gd name="T11" fmla="*/ 2147483646 h 304"/>
                <a:gd name="T12" fmla="*/ 2147483646 w 399"/>
                <a:gd name="T13" fmla="*/ 2147483646 h 304"/>
                <a:gd name="T14" fmla="*/ 2147483646 w 399"/>
                <a:gd name="T15" fmla="*/ 2147483646 h 304"/>
                <a:gd name="T16" fmla="*/ 2147483646 w 399"/>
                <a:gd name="T17" fmla="*/ 2147483646 h 304"/>
                <a:gd name="T18" fmla="*/ 2147483646 w 399"/>
                <a:gd name="T19" fmla="*/ 2147483646 h 304"/>
                <a:gd name="T20" fmla="*/ 2147483646 w 399"/>
                <a:gd name="T21" fmla="*/ 2147483646 h 304"/>
                <a:gd name="T22" fmla="*/ 2147483646 w 399"/>
                <a:gd name="T23" fmla="*/ 2147483646 h 304"/>
                <a:gd name="T24" fmla="*/ 2147483646 w 399"/>
                <a:gd name="T25" fmla="*/ 2147483646 h 304"/>
                <a:gd name="T26" fmla="*/ 2147483646 w 399"/>
                <a:gd name="T27" fmla="*/ 2147483646 h 304"/>
                <a:gd name="T28" fmla="*/ 2147483646 w 399"/>
                <a:gd name="T29" fmla="*/ 2147483646 h 304"/>
                <a:gd name="T30" fmla="*/ 2147483646 w 399"/>
                <a:gd name="T31" fmla="*/ 2147483646 h 304"/>
                <a:gd name="T32" fmla="*/ 2147483646 w 399"/>
                <a:gd name="T33" fmla="*/ 2147483646 h 304"/>
                <a:gd name="T34" fmla="*/ 2147483646 w 399"/>
                <a:gd name="T35" fmla="*/ 2147483646 h 304"/>
                <a:gd name="T36" fmla="*/ 2147483646 w 399"/>
                <a:gd name="T37" fmla="*/ 0 h 304"/>
                <a:gd name="T38" fmla="*/ 2147483646 w 399"/>
                <a:gd name="T39" fmla="*/ 2147483646 h 304"/>
                <a:gd name="T40" fmla="*/ 2147483646 w 399"/>
                <a:gd name="T41" fmla="*/ 2147483646 h 304"/>
                <a:gd name="T42" fmla="*/ 2147483646 w 399"/>
                <a:gd name="T43" fmla="*/ 2147483646 h 304"/>
                <a:gd name="T44" fmla="*/ 2147483646 w 399"/>
                <a:gd name="T45" fmla="*/ 2147483646 h 304"/>
                <a:gd name="T46" fmla="*/ 2147483646 w 399"/>
                <a:gd name="T47" fmla="*/ 2147483646 h 304"/>
                <a:gd name="T48" fmla="*/ 2147483646 w 399"/>
                <a:gd name="T49" fmla="*/ 2147483646 h 304"/>
                <a:gd name="T50" fmla="*/ 2147483646 w 399"/>
                <a:gd name="T51" fmla="*/ 2147483646 h 304"/>
                <a:gd name="T52" fmla="*/ 2147483646 w 399"/>
                <a:gd name="T53" fmla="*/ 2147483646 h 304"/>
                <a:gd name="T54" fmla="*/ 2147483646 w 399"/>
                <a:gd name="T55" fmla="*/ 2147483646 h 304"/>
                <a:gd name="T56" fmla="*/ 2147483646 w 399"/>
                <a:gd name="T57" fmla="*/ 2147483646 h 304"/>
                <a:gd name="T58" fmla="*/ 2147483646 w 399"/>
                <a:gd name="T59" fmla="*/ 2147483646 h 304"/>
                <a:gd name="T60" fmla="*/ 2147483646 w 399"/>
                <a:gd name="T61" fmla="*/ 2147483646 h 304"/>
                <a:gd name="T62" fmla="*/ 2147483646 w 399"/>
                <a:gd name="T63" fmla="*/ 2147483646 h 304"/>
                <a:gd name="T64" fmla="*/ 2147483646 w 399"/>
                <a:gd name="T65" fmla="*/ 2147483646 h 304"/>
                <a:gd name="T66" fmla="*/ 2147483646 w 399"/>
                <a:gd name="T67" fmla="*/ 2147483646 h 304"/>
                <a:gd name="T68" fmla="*/ 2147483646 w 399"/>
                <a:gd name="T69" fmla="*/ 2147483646 h 304"/>
                <a:gd name="T70" fmla="*/ 2147483646 w 399"/>
                <a:gd name="T71" fmla="*/ 2147483646 h 304"/>
                <a:gd name="T72" fmla="*/ 2147483646 w 399"/>
                <a:gd name="T73" fmla="*/ 2147483646 h 304"/>
                <a:gd name="T74" fmla="*/ 2147483646 w 399"/>
                <a:gd name="T75" fmla="*/ 2147483646 h 304"/>
                <a:gd name="T76" fmla="*/ 2147483646 w 399"/>
                <a:gd name="T77" fmla="*/ 2147483646 h 304"/>
                <a:gd name="T78" fmla="*/ 2147483646 w 399"/>
                <a:gd name="T79" fmla="*/ 2147483646 h 304"/>
                <a:gd name="T80" fmla="*/ 2147483646 w 399"/>
                <a:gd name="T81" fmla="*/ 2147483646 h 304"/>
                <a:gd name="T82" fmla="*/ 2147483646 w 399"/>
                <a:gd name="T83" fmla="*/ 2147483646 h 304"/>
                <a:gd name="T84" fmla="*/ 2147483646 w 399"/>
                <a:gd name="T85" fmla="*/ 2147483646 h 304"/>
                <a:gd name="T86" fmla="*/ 0 w 399"/>
                <a:gd name="T87" fmla="*/ 2147483646 h 304"/>
                <a:gd name="T88" fmla="*/ 2147483646 w 399"/>
                <a:gd name="T89" fmla="*/ 2147483646 h 304"/>
                <a:gd name="T90" fmla="*/ 2147483646 w 399"/>
                <a:gd name="T91" fmla="*/ 2147483646 h 304"/>
                <a:gd name="T92" fmla="*/ 2147483646 w 399"/>
                <a:gd name="T93" fmla="*/ 2147483646 h 304"/>
                <a:gd name="T94" fmla="*/ 2147483646 w 399"/>
                <a:gd name="T95" fmla="*/ 2147483646 h 304"/>
                <a:gd name="T96" fmla="*/ 2147483646 w 399"/>
                <a:gd name="T97" fmla="*/ 2147483646 h 304"/>
                <a:gd name="T98" fmla="*/ 2147483646 w 399"/>
                <a:gd name="T99" fmla="*/ 2147483646 h 304"/>
                <a:gd name="T100" fmla="*/ 2147483646 w 399"/>
                <a:gd name="T101" fmla="*/ 2147483646 h 304"/>
                <a:gd name="T102" fmla="*/ 2147483646 w 399"/>
                <a:gd name="T103" fmla="*/ 2147483646 h 304"/>
                <a:gd name="T104" fmla="*/ 2147483646 w 399"/>
                <a:gd name="T105" fmla="*/ 2147483646 h 304"/>
                <a:gd name="T106" fmla="*/ 2147483646 w 399"/>
                <a:gd name="T107" fmla="*/ 2147483646 h 304"/>
                <a:gd name="T108" fmla="*/ 2147483646 w 399"/>
                <a:gd name="T109" fmla="*/ 2147483646 h 304"/>
                <a:gd name="T110" fmla="*/ 2147483646 w 399"/>
                <a:gd name="T111" fmla="*/ 2147483646 h 304"/>
                <a:gd name="T112" fmla="*/ 2147483646 w 399"/>
                <a:gd name="T113" fmla="*/ 2147483646 h 304"/>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399" h="304">
                  <a:moveTo>
                    <a:pt x="368" y="304"/>
                  </a:moveTo>
                  <a:lnTo>
                    <a:pt x="368" y="304"/>
                  </a:lnTo>
                  <a:lnTo>
                    <a:pt x="373" y="304"/>
                  </a:lnTo>
                  <a:lnTo>
                    <a:pt x="380" y="302"/>
                  </a:lnTo>
                  <a:lnTo>
                    <a:pt x="385" y="298"/>
                  </a:lnTo>
                  <a:lnTo>
                    <a:pt x="390" y="294"/>
                  </a:lnTo>
                  <a:lnTo>
                    <a:pt x="394" y="290"/>
                  </a:lnTo>
                  <a:lnTo>
                    <a:pt x="396" y="285"/>
                  </a:lnTo>
                  <a:lnTo>
                    <a:pt x="399" y="279"/>
                  </a:lnTo>
                  <a:lnTo>
                    <a:pt x="399" y="273"/>
                  </a:lnTo>
                  <a:lnTo>
                    <a:pt x="399" y="33"/>
                  </a:lnTo>
                  <a:lnTo>
                    <a:pt x="399" y="26"/>
                  </a:lnTo>
                  <a:lnTo>
                    <a:pt x="396" y="21"/>
                  </a:lnTo>
                  <a:lnTo>
                    <a:pt x="394" y="15"/>
                  </a:lnTo>
                  <a:lnTo>
                    <a:pt x="390" y="10"/>
                  </a:lnTo>
                  <a:lnTo>
                    <a:pt x="385" y="6"/>
                  </a:lnTo>
                  <a:lnTo>
                    <a:pt x="380" y="3"/>
                  </a:lnTo>
                  <a:lnTo>
                    <a:pt x="373" y="2"/>
                  </a:lnTo>
                  <a:lnTo>
                    <a:pt x="368" y="0"/>
                  </a:lnTo>
                  <a:lnTo>
                    <a:pt x="304" y="0"/>
                  </a:lnTo>
                  <a:lnTo>
                    <a:pt x="304" y="22"/>
                  </a:lnTo>
                  <a:lnTo>
                    <a:pt x="349" y="22"/>
                  </a:lnTo>
                  <a:lnTo>
                    <a:pt x="354" y="22"/>
                  </a:lnTo>
                  <a:lnTo>
                    <a:pt x="360" y="25"/>
                  </a:lnTo>
                  <a:lnTo>
                    <a:pt x="364" y="26"/>
                  </a:lnTo>
                  <a:lnTo>
                    <a:pt x="368" y="30"/>
                  </a:lnTo>
                  <a:lnTo>
                    <a:pt x="371" y="34"/>
                  </a:lnTo>
                  <a:lnTo>
                    <a:pt x="373" y="38"/>
                  </a:lnTo>
                  <a:lnTo>
                    <a:pt x="375" y="42"/>
                  </a:lnTo>
                  <a:lnTo>
                    <a:pt x="376" y="48"/>
                  </a:lnTo>
                  <a:lnTo>
                    <a:pt x="376" y="256"/>
                  </a:lnTo>
                  <a:lnTo>
                    <a:pt x="375" y="262"/>
                  </a:lnTo>
                  <a:lnTo>
                    <a:pt x="373" y="267"/>
                  </a:lnTo>
                  <a:lnTo>
                    <a:pt x="371" y="271"/>
                  </a:lnTo>
                  <a:lnTo>
                    <a:pt x="368" y="275"/>
                  </a:lnTo>
                  <a:lnTo>
                    <a:pt x="364" y="278"/>
                  </a:lnTo>
                  <a:lnTo>
                    <a:pt x="360" y="281"/>
                  </a:lnTo>
                  <a:lnTo>
                    <a:pt x="354" y="282"/>
                  </a:lnTo>
                  <a:lnTo>
                    <a:pt x="349" y="282"/>
                  </a:lnTo>
                  <a:lnTo>
                    <a:pt x="304" y="282"/>
                  </a:lnTo>
                  <a:lnTo>
                    <a:pt x="304" y="304"/>
                  </a:lnTo>
                  <a:lnTo>
                    <a:pt x="368" y="304"/>
                  </a:lnTo>
                  <a:close/>
                  <a:moveTo>
                    <a:pt x="304" y="264"/>
                  </a:moveTo>
                  <a:lnTo>
                    <a:pt x="304" y="256"/>
                  </a:lnTo>
                  <a:lnTo>
                    <a:pt x="337" y="256"/>
                  </a:lnTo>
                  <a:lnTo>
                    <a:pt x="337" y="243"/>
                  </a:lnTo>
                  <a:lnTo>
                    <a:pt x="304" y="243"/>
                  </a:lnTo>
                  <a:lnTo>
                    <a:pt x="304" y="41"/>
                  </a:lnTo>
                  <a:lnTo>
                    <a:pt x="337" y="41"/>
                  </a:lnTo>
                  <a:lnTo>
                    <a:pt x="341" y="41"/>
                  </a:lnTo>
                  <a:lnTo>
                    <a:pt x="345" y="42"/>
                  </a:lnTo>
                  <a:lnTo>
                    <a:pt x="352" y="46"/>
                  </a:lnTo>
                  <a:lnTo>
                    <a:pt x="357" y="53"/>
                  </a:lnTo>
                  <a:lnTo>
                    <a:pt x="357" y="57"/>
                  </a:lnTo>
                  <a:lnTo>
                    <a:pt x="358" y="61"/>
                  </a:lnTo>
                  <a:lnTo>
                    <a:pt x="358" y="243"/>
                  </a:lnTo>
                  <a:lnTo>
                    <a:pt x="357" y="247"/>
                  </a:lnTo>
                  <a:lnTo>
                    <a:pt x="357" y="251"/>
                  </a:lnTo>
                  <a:lnTo>
                    <a:pt x="352" y="258"/>
                  </a:lnTo>
                  <a:lnTo>
                    <a:pt x="345" y="262"/>
                  </a:lnTo>
                  <a:lnTo>
                    <a:pt x="341" y="263"/>
                  </a:lnTo>
                  <a:lnTo>
                    <a:pt x="337" y="264"/>
                  </a:lnTo>
                  <a:lnTo>
                    <a:pt x="304" y="264"/>
                  </a:lnTo>
                  <a:close/>
                  <a:moveTo>
                    <a:pt x="304" y="0"/>
                  </a:moveTo>
                  <a:lnTo>
                    <a:pt x="254" y="0"/>
                  </a:lnTo>
                  <a:lnTo>
                    <a:pt x="254" y="22"/>
                  </a:lnTo>
                  <a:lnTo>
                    <a:pt x="304" y="22"/>
                  </a:lnTo>
                  <a:lnTo>
                    <a:pt x="304" y="0"/>
                  </a:lnTo>
                  <a:close/>
                  <a:moveTo>
                    <a:pt x="254" y="304"/>
                  </a:moveTo>
                  <a:lnTo>
                    <a:pt x="304" y="304"/>
                  </a:lnTo>
                  <a:lnTo>
                    <a:pt x="304" y="282"/>
                  </a:lnTo>
                  <a:lnTo>
                    <a:pt x="254" y="282"/>
                  </a:lnTo>
                  <a:lnTo>
                    <a:pt x="254" y="304"/>
                  </a:lnTo>
                  <a:close/>
                  <a:moveTo>
                    <a:pt x="304" y="41"/>
                  </a:moveTo>
                  <a:lnTo>
                    <a:pt x="304" y="243"/>
                  </a:lnTo>
                  <a:lnTo>
                    <a:pt x="270" y="243"/>
                  </a:lnTo>
                  <a:lnTo>
                    <a:pt x="270" y="256"/>
                  </a:lnTo>
                  <a:lnTo>
                    <a:pt x="304" y="256"/>
                  </a:lnTo>
                  <a:lnTo>
                    <a:pt x="304" y="264"/>
                  </a:lnTo>
                  <a:lnTo>
                    <a:pt x="254" y="264"/>
                  </a:lnTo>
                  <a:lnTo>
                    <a:pt x="254" y="183"/>
                  </a:lnTo>
                  <a:lnTo>
                    <a:pt x="257" y="183"/>
                  </a:lnTo>
                  <a:lnTo>
                    <a:pt x="265" y="179"/>
                  </a:lnTo>
                  <a:lnTo>
                    <a:pt x="272" y="174"/>
                  </a:lnTo>
                  <a:lnTo>
                    <a:pt x="277" y="167"/>
                  </a:lnTo>
                  <a:lnTo>
                    <a:pt x="281" y="159"/>
                  </a:lnTo>
                  <a:lnTo>
                    <a:pt x="281" y="151"/>
                  </a:lnTo>
                  <a:lnTo>
                    <a:pt x="281" y="143"/>
                  </a:lnTo>
                  <a:lnTo>
                    <a:pt x="278" y="137"/>
                  </a:lnTo>
                  <a:lnTo>
                    <a:pt x="274" y="133"/>
                  </a:lnTo>
                  <a:lnTo>
                    <a:pt x="269" y="130"/>
                  </a:lnTo>
                  <a:lnTo>
                    <a:pt x="262" y="129"/>
                  </a:lnTo>
                  <a:lnTo>
                    <a:pt x="268" y="122"/>
                  </a:lnTo>
                  <a:lnTo>
                    <a:pt x="272" y="116"/>
                  </a:lnTo>
                  <a:lnTo>
                    <a:pt x="273" y="109"/>
                  </a:lnTo>
                  <a:lnTo>
                    <a:pt x="273" y="102"/>
                  </a:lnTo>
                  <a:lnTo>
                    <a:pt x="270" y="97"/>
                  </a:lnTo>
                  <a:lnTo>
                    <a:pt x="264" y="93"/>
                  </a:lnTo>
                  <a:lnTo>
                    <a:pt x="260" y="90"/>
                  </a:lnTo>
                  <a:lnTo>
                    <a:pt x="254" y="90"/>
                  </a:lnTo>
                  <a:lnTo>
                    <a:pt x="254" y="41"/>
                  </a:lnTo>
                  <a:lnTo>
                    <a:pt x="304" y="41"/>
                  </a:lnTo>
                  <a:close/>
                  <a:moveTo>
                    <a:pt x="254" y="175"/>
                  </a:moveTo>
                  <a:lnTo>
                    <a:pt x="254" y="175"/>
                  </a:lnTo>
                  <a:lnTo>
                    <a:pt x="257" y="174"/>
                  </a:lnTo>
                  <a:lnTo>
                    <a:pt x="260" y="171"/>
                  </a:lnTo>
                  <a:lnTo>
                    <a:pt x="264" y="166"/>
                  </a:lnTo>
                  <a:lnTo>
                    <a:pt x="265" y="159"/>
                  </a:lnTo>
                  <a:lnTo>
                    <a:pt x="264" y="151"/>
                  </a:lnTo>
                  <a:lnTo>
                    <a:pt x="260" y="143"/>
                  </a:lnTo>
                  <a:lnTo>
                    <a:pt x="257" y="140"/>
                  </a:lnTo>
                  <a:lnTo>
                    <a:pt x="254" y="137"/>
                  </a:lnTo>
                  <a:lnTo>
                    <a:pt x="254" y="175"/>
                  </a:lnTo>
                  <a:close/>
                  <a:moveTo>
                    <a:pt x="254" y="124"/>
                  </a:moveTo>
                  <a:lnTo>
                    <a:pt x="254" y="124"/>
                  </a:lnTo>
                  <a:lnTo>
                    <a:pt x="257" y="117"/>
                  </a:lnTo>
                  <a:lnTo>
                    <a:pt x="258" y="109"/>
                  </a:lnTo>
                  <a:lnTo>
                    <a:pt x="257" y="103"/>
                  </a:lnTo>
                  <a:lnTo>
                    <a:pt x="255" y="99"/>
                  </a:lnTo>
                  <a:lnTo>
                    <a:pt x="254" y="98"/>
                  </a:lnTo>
                  <a:lnTo>
                    <a:pt x="254" y="97"/>
                  </a:lnTo>
                  <a:lnTo>
                    <a:pt x="254" y="124"/>
                  </a:lnTo>
                  <a:close/>
                  <a:moveTo>
                    <a:pt x="254" y="0"/>
                  </a:moveTo>
                  <a:lnTo>
                    <a:pt x="200" y="0"/>
                  </a:lnTo>
                  <a:lnTo>
                    <a:pt x="200" y="22"/>
                  </a:lnTo>
                  <a:lnTo>
                    <a:pt x="254" y="22"/>
                  </a:lnTo>
                  <a:lnTo>
                    <a:pt x="254" y="0"/>
                  </a:lnTo>
                  <a:close/>
                  <a:moveTo>
                    <a:pt x="200" y="304"/>
                  </a:moveTo>
                  <a:lnTo>
                    <a:pt x="254" y="304"/>
                  </a:lnTo>
                  <a:lnTo>
                    <a:pt x="254" y="282"/>
                  </a:lnTo>
                  <a:lnTo>
                    <a:pt x="200" y="282"/>
                  </a:lnTo>
                  <a:lnTo>
                    <a:pt x="200" y="304"/>
                  </a:lnTo>
                  <a:close/>
                  <a:moveTo>
                    <a:pt x="254" y="41"/>
                  </a:moveTo>
                  <a:lnTo>
                    <a:pt x="254" y="90"/>
                  </a:lnTo>
                  <a:lnTo>
                    <a:pt x="246" y="91"/>
                  </a:lnTo>
                  <a:lnTo>
                    <a:pt x="241" y="93"/>
                  </a:lnTo>
                  <a:lnTo>
                    <a:pt x="236" y="95"/>
                  </a:lnTo>
                  <a:lnTo>
                    <a:pt x="232" y="99"/>
                  </a:lnTo>
                  <a:lnTo>
                    <a:pt x="230" y="103"/>
                  </a:lnTo>
                  <a:lnTo>
                    <a:pt x="227" y="107"/>
                  </a:lnTo>
                  <a:lnTo>
                    <a:pt x="226" y="111"/>
                  </a:lnTo>
                  <a:lnTo>
                    <a:pt x="226" y="117"/>
                  </a:lnTo>
                  <a:lnTo>
                    <a:pt x="226" y="121"/>
                  </a:lnTo>
                  <a:lnTo>
                    <a:pt x="228" y="125"/>
                  </a:lnTo>
                  <a:lnTo>
                    <a:pt x="231" y="129"/>
                  </a:lnTo>
                  <a:lnTo>
                    <a:pt x="235" y="132"/>
                  </a:lnTo>
                  <a:lnTo>
                    <a:pt x="241" y="134"/>
                  </a:lnTo>
                  <a:lnTo>
                    <a:pt x="232" y="141"/>
                  </a:lnTo>
                  <a:lnTo>
                    <a:pt x="230" y="144"/>
                  </a:lnTo>
                  <a:lnTo>
                    <a:pt x="227" y="148"/>
                  </a:lnTo>
                  <a:lnTo>
                    <a:pt x="226" y="158"/>
                  </a:lnTo>
                  <a:lnTo>
                    <a:pt x="226" y="166"/>
                  </a:lnTo>
                  <a:lnTo>
                    <a:pt x="227" y="171"/>
                  </a:lnTo>
                  <a:lnTo>
                    <a:pt x="230" y="174"/>
                  </a:lnTo>
                  <a:lnTo>
                    <a:pt x="232" y="178"/>
                  </a:lnTo>
                  <a:lnTo>
                    <a:pt x="236" y="181"/>
                  </a:lnTo>
                  <a:lnTo>
                    <a:pt x="241" y="182"/>
                  </a:lnTo>
                  <a:lnTo>
                    <a:pt x="245" y="183"/>
                  </a:lnTo>
                  <a:lnTo>
                    <a:pt x="254" y="183"/>
                  </a:lnTo>
                  <a:lnTo>
                    <a:pt x="254" y="264"/>
                  </a:lnTo>
                  <a:lnTo>
                    <a:pt x="200" y="264"/>
                  </a:lnTo>
                  <a:lnTo>
                    <a:pt x="200" y="186"/>
                  </a:lnTo>
                  <a:lnTo>
                    <a:pt x="201" y="186"/>
                  </a:lnTo>
                  <a:lnTo>
                    <a:pt x="200" y="171"/>
                  </a:lnTo>
                  <a:lnTo>
                    <a:pt x="216" y="167"/>
                  </a:lnTo>
                  <a:lnTo>
                    <a:pt x="215" y="153"/>
                  </a:lnTo>
                  <a:lnTo>
                    <a:pt x="200" y="158"/>
                  </a:lnTo>
                  <a:lnTo>
                    <a:pt x="200" y="145"/>
                  </a:lnTo>
                  <a:lnTo>
                    <a:pt x="200" y="41"/>
                  </a:lnTo>
                  <a:lnTo>
                    <a:pt x="254" y="41"/>
                  </a:lnTo>
                  <a:close/>
                  <a:moveTo>
                    <a:pt x="254" y="97"/>
                  </a:moveTo>
                  <a:lnTo>
                    <a:pt x="254" y="97"/>
                  </a:lnTo>
                  <a:lnTo>
                    <a:pt x="251" y="97"/>
                  </a:lnTo>
                  <a:lnTo>
                    <a:pt x="249" y="97"/>
                  </a:lnTo>
                  <a:lnTo>
                    <a:pt x="245" y="99"/>
                  </a:lnTo>
                  <a:lnTo>
                    <a:pt x="242" y="103"/>
                  </a:lnTo>
                  <a:lnTo>
                    <a:pt x="241" y="109"/>
                  </a:lnTo>
                  <a:lnTo>
                    <a:pt x="241" y="114"/>
                  </a:lnTo>
                  <a:lnTo>
                    <a:pt x="242" y="118"/>
                  </a:lnTo>
                  <a:lnTo>
                    <a:pt x="245" y="122"/>
                  </a:lnTo>
                  <a:lnTo>
                    <a:pt x="247" y="125"/>
                  </a:lnTo>
                  <a:lnTo>
                    <a:pt x="251" y="128"/>
                  </a:lnTo>
                  <a:lnTo>
                    <a:pt x="254" y="124"/>
                  </a:lnTo>
                  <a:lnTo>
                    <a:pt x="254" y="97"/>
                  </a:lnTo>
                  <a:close/>
                  <a:moveTo>
                    <a:pt x="254" y="137"/>
                  </a:moveTo>
                  <a:lnTo>
                    <a:pt x="254" y="137"/>
                  </a:lnTo>
                  <a:lnTo>
                    <a:pt x="251" y="136"/>
                  </a:lnTo>
                  <a:lnTo>
                    <a:pt x="247" y="141"/>
                  </a:lnTo>
                  <a:lnTo>
                    <a:pt x="245" y="147"/>
                  </a:lnTo>
                  <a:lnTo>
                    <a:pt x="243" y="152"/>
                  </a:lnTo>
                  <a:lnTo>
                    <a:pt x="243" y="159"/>
                  </a:lnTo>
                  <a:lnTo>
                    <a:pt x="243" y="164"/>
                  </a:lnTo>
                  <a:lnTo>
                    <a:pt x="246" y="170"/>
                  </a:lnTo>
                  <a:lnTo>
                    <a:pt x="249" y="172"/>
                  </a:lnTo>
                  <a:lnTo>
                    <a:pt x="251" y="174"/>
                  </a:lnTo>
                  <a:lnTo>
                    <a:pt x="254" y="175"/>
                  </a:lnTo>
                  <a:lnTo>
                    <a:pt x="254" y="137"/>
                  </a:lnTo>
                  <a:close/>
                  <a:moveTo>
                    <a:pt x="200" y="0"/>
                  </a:moveTo>
                  <a:lnTo>
                    <a:pt x="135" y="0"/>
                  </a:lnTo>
                  <a:lnTo>
                    <a:pt x="135" y="22"/>
                  </a:lnTo>
                  <a:lnTo>
                    <a:pt x="200" y="22"/>
                  </a:lnTo>
                  <a:lnTo>
                    <a:pt x="200" y="0"/>
                  </a:lnTo>
                  <a:close/>
                  <a:moveTo>
                    <a:pt x="135" y="304"/>
                  </a:moveTo>
                  <a:lnTo>
                    <a:pt x="200" y="304"/>
                  </a:lnTo>
                  <a:lnTo>
                    <a:pt x="200" y="282"/>
                  </a:lnTo>
                  <a:lnTo>
                    <a:pt x="135" y="282"/>
                  </a:lnTo>
                  <a:lnTo>
                    <a:pt x="135" y="304"/>
                  </a:lnTo>
                  <a:close/>
                  <a:moveTo>
                    <a:pt x="200" y="41"/>
                  </a:moveTo>
                  <a:lnTo>
                    <a:pt x="200" y="145"/>
                  </a:lnTo>
                  <a:lnTo>
                    <a:pt x="200" y="143"/>
                  </a:lnTo>
                  <a:lnTo>
                    <a:pt x="186" y="145"/>
                  </a:lnTo>
                  <a:lnTo>
                    <a:pt x="186" y="160"/>
                  </a:lnTo>
                  <a:lnTo>
                    <a:pt x="171" y="164"/>
                  </a:lnTo>
                  <a:lnTo>
                    <a:pt x="173" y="178"/>
                  </a:lnTo>
                  <a:lnTo>
                    <a:pt x="188" y="174"/>
                  </a:lnTo>
                  <a:lnTo>
                    <a:pt x="188" y="190"/>
                  </a:lnTo>
                  <a:lnTo>
                    <a:pt x="200" y="186"/>
                  </a:lnTo>
                  <a:lnTo>
                    <a:pt x="200" y="264"/>
                  </a:lnTo>
                  <a:lnTo>
                    <a:pt x="135" y="264"/>
                  </a:lnTo>
                  <a:lnTo>
                    <a:pt x="135" y="214"/>
                  </a:lnTo>
                  <a:lnTo>
                    <a:pt x="139" y="213"/>
                  </a:lnTo>
                  <a:lnTo>
                    <a:pt x="144" y="210"/>
                  </a:lnTo>
                  <a:lnTo>
                    <a:pt x="150" y="208"/>
                  </a:lnTo>
                  <a:lnTo>
                    <a:pt x="155" y="202"/>
                  </a:lnTo>
                  <a:lnTo>
                    <a:pt x="158" y="197"/>
                  </a:lnTo>
                  <a:lnTo>
                    <a:pt x="161" y="190"/>
                  </a:lnTo>
                  <a:lnTo>
                    <a:pt x="162" y="183"/>
                  </a:lnTo>
                  <a:lnTo>
                    <a:pt x="162" y="176"/>
                  </a:lnTo>
                  <a:lnTo>
                    <a:pt x="162" y="170"/>
                  </a:lnTo>
                  <a:lnTo>
                    <a:pt x="158" y="163"/>
                  </a:lnTo>
                  <a:lnTo>
                    <a:pt x="154" y="158"/>
                  </a:lnTo>
                  <a:lnTo>
                    <a:pt x="148" y="153"/>
                  </a:lnTo>
                  <a:lnTo>
                    <a:pt x="144" y="153"/>
                  </a:lnTo>
                  <a:lnTo>
                    <a:pt x="139" y="155"/>
                  </a:lnTo>
                  <a:lnTo>
                    <a:pt x="135" y="156"/>
                  </a:lnTo>
                  <a:lnTo>
                    <a:pt x="135" y="128"/>
                  </a:lnTo>
                  <a:lnTo>
                    <a:pt x="136" y="126"/>
                  </a:lnTo>
                  <a:lnTo>
                    <a:pt x="139" y="126"/>
                  </a:lnTo>
                  <a:lnTo>
                    <a:pt x="140" y="128"/>
                  </a:lnTo>
                  <a:lnTo>
                    <a:pt x="143" y="129"/>
                  </a:lnTo>
                  <a:lnTo>
                    <a:pt x="143" y="132"/>
                  </a:lnTo>
                  <a:lnTo>
                    <a:pt x="143" y="134"/>
                  </a:lnTo>
                  <a:lnTo>
                    <a:pt x="143" y="136"/>
                  </a:lnTo>
                  <a:lnTo>
                    <a:pt x="147" y="134"/>
                  </a:lnTo>
                  <a:lnTo>
                    <a:pt x="150" y="132"/>
                  </a:lnTo>
                  <a:lnTo>
                    <a:pt x="151" y="129"/>
                  </a:lnTo>
                  <a:lnTo>
                    <a:pt x="151" y="125"/>
                  </a:lnTo>
                  <a:lnTo>
                    <a:pt x="150" y="122"/>
                  </a:lnTo>
                  <a:lnTo>
                    <a:pt x="146" y="120"/>
                  </a:lnTo>
                  <a:lnTo>
                    <a:pt x="140" y="120"/>
                  </a:lnTo>
                  <a:lnTo>
                    <a:pt x="135" y="120"/>
                  </a:lnTo>
                  <a:lnTo>
                    <a:pt x="135" y="41"/>
                  </a:lnTo>
                  <a:lnTo>
                    <a:pt x="200" y="41"/>
                  </a:lnTo>
                  <a:close/>
                  <a:moveTo>
                    <a:pt x="135" y="204"/>
                  </a:moveTo>
                  <a:lnTo>
                    <a:pt x="135" y="204"/>
                  </a:lnTo>
                  <a:lnTo>
                    <a:pt x="138" y="204"/>
                  </a:lnTo>
                  <a:lnTo>
                    <a:pt x="140" y="202"/>
                  </a:lnTo>
                  <a:lnTo>
                    <a:pt x="143" y="199"/>
                  </a:lnTo>
                  <a:lnTo>
                    <a:pt x="146" y="197"/>
                  </a:lnTo>
                  <a:lnTo>
                    <a:pt x="147" y="193"/>
                  </a:lnTo>
                  <a:lnTo>
                    <a:pt x="150" y="185"/>
                  </a:lnTo>
                  <a:lnTo>
                    <a:pt x="148" y="175"/>
                  </a:lnTo>
                  <a:lnTo>
                    <a:pt x="147" y="170"/>
                  </a:lnTo>
                  <a:lnTo>
                    <a:pt x="144" y="167"/>
                  </a:lnTo>
                  <a:lnTo>
                    <a:pt x="142" y="164"/>
                  </a:lnTo>
                  <a:lnTo>
                    <a:pt x="139" y="164"/>
                  </a:lnTo>
                  <a:lnTo>
                    <a:pt x="136" y="166"/>
                  </a:lnTo>
                  <a:lnTo>
                    <a:pt x="135" y="168"/>
                  </a:lnTo>
                  <a:lnTo>
                    <a:pt x="135" y="204"/>
                  </a:lnTo>
                  <a:close/>
                  <a:moveTo>
                    <a:pt x="135" y="0"/>
                  </a:moveTo>
                  <a:lnTo>
                    <a:pt x="32" y="0"/>
                  </a:lnTo>
                  <a:lnTo>
                    <a:pt x="25" y="2"/>
                  </a:lnTo>
                  <a:lnTo>
                    <a:pt x="20" y="3"/>
                  </a:lnTo>
                  <a:lnTo>
                    <a:pt x="14" y="6"/>
                  </a:lnTo>
                  <a:lnTo>
                    <a:pt x="9" y="10"/>
                  </a:lnTo>
                  <a:lnTo>
                    <a:pt x="5" y="15"/>
                  </a:lnTo>
                  <a:lnTo>
                    <a:pt x="2" y="21"/>
                  </a:lnTo>
                  <a:lnTo>
                    <a:pt x="1" y="26"/>
                  </a:lnTo>
                  <a:lnTo>
                    <a:pt x="0" y="33"/>
                  </a:lnTo>
                  <a:lnTo>
                    <a:pt x="0" y="273"/>
                  </a:lnTo>
                  <a:lnTo>
                    <a:pt x="1" y="279"/>
                  </a:lnTo>
                  <a:lnTo>
                    <a:pt x="2" y="285"/>
                  </a:lnTo>
                  <a:lnTo>
                    <a:pt x="5" y="290"/>
                  </a:lnTo>
                  <a:lnTo>
                    <a:pt x="9" y="294"/>
                  </a:lnTo>
                  <a:lnTo>
                    <a:pt x="14" y="298"/>
                  </a:lnTo>
                  <a:lnTo>
                    <a:pt x="20" y="302"/>
                  </a:lnTo>
                  <a:lnTo>
                    <a:pt x="25" y="304"/>
                  </a:lnTo>
                  <a:lnTo>
                    <a:pt x="32" y="304"/>
                  </a:lnTo>
                  <a:lnTo>
                    <a:pt x="135" y="304"/>
                  </a:lnTo>
                  <a:lnTo>
                    <a:pt x="135" y="282"/>
                  </a:lnTo>
                  <a:lnTo>
                    <a:pt x="50" y="282"/>
                  </a:lnTo>
                  <a:lnTo>
                    <a:pt x="44" y="282"/>
                  </a:lnTo>
                  <a:lnTo>
                    <a:pt x="40" y="281"/>
                  </a:lnTo>
                  <a:lnTo>
                    <a:pt x="35" y="278"/>
                  </a:lnTo>
                  <a:lnTo>
                    <a:pt x="32" y="275"/>
                  </a:lnTo>
                  <a:lnTo>
                    <a:pt x="28" y="271"/>
                  </a:lnTo>
                  <a:lnTo>
                    <a:pt x="25" y="267"/>
                  </a:lnTo>
                  <a:lnTo>
                    <a:pt x="24" y="262"/>
                  </a:lnTo>
                  <a:lnTo>
                    <a:pt x="24" y="256"/>
                  </a:lnTo>
                  <a:lnTo>
                    <a:pt x="24" y="48"/>
                  </a:lnTo>
                  <a:lnTo>
                    <a:pt x="24" y="42"/>
                  </a:lnTo>
                  <a:lnTo>
                    <a:pt x="25" y="38"/>
                  </a:lnTo>
                  <a:lnTo>
                    <a:pt x="28" y="34"/>
                  </a:lnTo>
                  <a:lnTo>
                    <a:pt x="32" y="30"/>
                  </a:lnTo>
                  <a:lnTo>
                    <a:pt x="35" y="26"/>
                  </a:lnTo>
                  <a:lnTo>
                    <a:pt x="40" y="25"/>
                  </a:lnTo>
                  <a:lnTo>
                    <a:pt x="44" y="22"/>
                  </a:lnTo>
                  <a:lnTo>
                    <a:pt x="50" y="22"/>
                  </a:lnTo>
                  <a:lnTo>
                    <a:pt x="135" y="22"/>
                  </a:lnTo>
                  <a:lnTo>
                    <a:pt x="135" y="0"/>
                  </a:lnTo>
                  <a:close/>
                  <a:moveTo>
                    <a:pt x="135" y="41"/>
                  </a:moveTo>
                  <a:lnTo>
                    <a:pt x="135" y="120"/>
                  </a:lnTo>
                  <a:lnTo>
                    <a:pt x="130" y="122"/>
                  </a:lnTo>
                  <a:lnTo>
                    <a:pt x="124" y="125"/>
                  </a:lnTo>
                  <a:lnTo>
                    <a:pt x="120" y="129"/>
                  </a:lnTo>
                  <a:lnTo>
                    <a:pt x="116" y="133"/>
                  </a:lnTo>
                  <a:lnTo>
                    <a:pt x="112" y="139"/>
                  </a:lnTo>
                  <a:lnTo>
                    <a:pt x="111" y="144"/>
                  </a:lnTo>
                  <a:lnTo>
                    <a:pt x="106" y="159"/>
                  </a:lnTo>
                  <a:lnTo>
                    <a:pt x="106" y="175"/>
                  </a:lnTo>
                  <a:lnTo>
                    <a:pt x="108" y="185"/>
                  </a:lnTo>
                  <a:lnTo>
                    <a:pt x="109" y="194"/>
                  </a:lnTo>
                  <a:lnTo>
                    <a:pt x="111" y="195"/>
                  </a:lnTo>
                  <a:lnTo>
                    <a:pt x="113" y="205"/>
                  </a:lnTo>
                  <a:lnTo>
                    <a:pt x="117" y="209"/>
                  </a:lnTo>
                  <a:lnTo>
                    <a:pt x="121" y="213"/>
                  </a:lnTo>
                  <a:lnTo>
                    <a:pt x="128" y="214"/>
                  </a:lnTo>
                  <a:lnTo>
                    <a:pt x="135" y="214"/>
                  </a:lnTo>
                  <a:lnTo>
                    <a:pt x="135" y="264"/>
                  </a:lnTo>
                  <a:lnTo>
                    <a:pt x="62" y="264"/>
                  </a:lnTo>
                  <a:lnTo>
                    <a:pt x="58" y="263"/>
                  </a:lnTo>
                  <a:lnTo>
                    <a:pt x="54" y="262"/>
                  </a:lnTo>
                  <a:lnTo>
                    <a:pt x="47" y="258"/>
                  </a:lnTo>
                  <a:lnTo>
                    <a:pt x="43" y="251"/>
                  </a:lnTo>
                  <a:lnTo>
                    <a:pt x="41" y="247"/>
                  </a:lnTo>
                  <a:lnTo>
                    <a:pt x="41" y="243"/>
                  </a:lnTo>
                  <a:lnTo>
                    <a:pt x="41" y="61"/>
                  </a:lnTo>
                  <a:lnTo>
                    <a:pt x="41" y="57"/>
                  </a:lnTo>
                  <a:lnTo>
                    <a:pt x="43" y="53"/>
                  </a:lnTo>
                  <a:lnTo>
                    <a:pt x="47" y="46"/>
                  </a:lnTo>
                  <a:lnTo>
                    <a:pt x="54" y="42"/>
                  </a:lnTo>
                  <a:lnTo>
                    <a:pt x="58" y="41"/>
                  </a:lnTo>
                  <a:lnTo>
                    <a:pt x="62" y="41"/>
                  </a:lnTo>
                  <a:lnTo>
                    <a:pt x="135" y="41"/>
                  </a:lnTo>
                  <a:close/>
                  <a:moveTo>
                    <a:pt x="135" y="128"/>
                  </a:moveTo>
                  <a:lnTo>
                    <a:pt x="135" y="156"/>
                  </a:lnTo>
                  <a:lnTo>
                    <a:pt x="130" y="160"/>
                  </a:lnTo>
                  <a:lnTo>
                    <a:pt x="127" y="166"/>
                  </a:lnTo>
                  <a:lnTo>
                    <a:pt x="127" y="171"/>
                  </a:lnTo>
                  <a:lnTo>
                    <a:pt x="128" y="174"/>
                  </a:lnTo>
                  <a:lnTo>
                    <a:pt x="131" y="176"/>
                  </a:lnTo>
                  <a:lnTo>
                    <a:pt x="132" y="171"/>
                  </a:lnTo>
                  <a:lnTo>
                    <a:pt x="135" y="168"/>
                  </a:lnTo>
                  <a:lnTo>
                    <a:pt x="135" y="204"/>
                  </a:lnTo>
                  <a:lnTo>
                    <a:pt x="131" y="202"/>
                  </a:lnTo>
                  <a:lnTo>
                    <a:pt x="128" y="199"/>
                  </a:lnTo>
                  <a:lnTo>
                    <a:pt x="127" y="194"/>
                  </a:lnTo>
                  <a:lnTo>
                    <a:pt x="124" y="181"/>
                  </a:lnTo>
                  <a:lnTo>
                    <a:pt x="123" y="163"/>
                  </a:lnTo>
                  <a:lnTo>
                    <a:pt x="123" y="148"/>
                  </a:lnTo>
                  <a:lnTo>
                    <a:pt x="127" y="137"/>
                  </a:lnTo>
                  <a:lnTo>
                    <a:pt x="131" y="130"/>
                  </a:lnTo>
                  <a:lnTo>
                    <a:pt x="135" y="128"/>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lIns="91438" tIns="45719" rIns="91438" bIns="45719"/>
            <a:lstStyle/>
            <a:p>
              <a:endParaRPr lang="en-US"/>
            </a:p>
          </p:txBody>
        </p:sp>
        <p:grpSp>
          <p:nvGrpSpPr>
            <p:cNvPr id="181" name="组合 210">
              <a:extLst>
                <a:ext uri="{FF2B5EF4-FFF2-40B4-BE49-F238E27FC236}">
                  <a16:creationId xmlns:a16="http://schemas.microsoft.com/office/drawing/2014/main" id="{D3D7A2BA-1031-4860-A608-CCB2A9C36AF3}"/>
                </a:ext>
              </a:extLst>
            </p:cNvPr>
            <p:cNvGrpSpPr/>
            <p:nvPr/>
          </p:nvGrpSpPr>
          <p:grpSpPr>
            <a:xfrm>
              <a:off x="2135945" y="2439874"/>
              <a:ext cx="209523" cy="200072"/>
              <a:chOff x="3092451" y="2336800"/>
              <a:chExt cx="209550" cy="200025"/>
            </a:xfrm>
            <a:solidFill>
              <a:schemeClr val="accent6"/>
            </a:solidFill>
          </p:grpSpPr>
          <p:sp>
            <p:nvSpPr>
              <p:cNvPr id="182" name="Freeform 173">
                <a:extLst>
                  <a:ext uri="{FF2B5EF4-FFF2-40B4-BE49-F238E27FC236}">
                    <a16:creationId xmlns:a16="http://schemas.microsoft.com/office/drawing/2014/main" id="{19119820-FDE1-4DD4-9F26-FD0FF59951C3}"/>
                  </a:ext>
                </a:extLst>
              </p:cNvPr>
              <p:cNvSpPr>
                <a:spLocks/>
              </p:cNvSpPr>
              <p:nvPr/>
            </p:nvSpPr>
            <p:spPr bwMode="auto">
              <a:xfrm>
                <a:off x="3092451" y="2378075"/>
                <a:ext cx="209550" cy="158750"/>
              </a:xfrm>
              <a:custGeom>
                <a:avLst/>
                <a:gdLst>
                  <a:gd name="T0" fmla="*/ 39 w 132"/>
                  <a:gd name="T1" fmla="*/ 0 h 100"/>
                  <a:gd name="T2" fmla="*/ 39 w 132"/>
                  <a:gd name="T3" fmla="*/ 0 h 100"/>
                  <a:gd name="T4" fmla="*/ 47 w 132"/>
                  <a:gd name="T5" fmla="*/ 0 h 100"/>
                  <a:gd name="T6" fmla="*/ 54 w 132"/>
                  <a:gd name="T7" fmla="*/ 2 h 100"/>
                  <a:gd name="T8" fmla="*/ 61 w 132"/>
                  <a:gd name="T9" fmla="*/ 5 h 100"/>
                  <a:gd name="T10" fmla="*/ 66 w 132"/>
                  <a:gd name="T11" fmla="*/ 9 h 100"/>
                  <a:gd name="T12" fmla="*/ 66 w 132"/>
                  <a:gd name="T13" fmla="*/ 9 h 100"/>
                  <a:gd name="T14" fmla="*/ 71 w 132"/>
                  <a:gd name="T15" fmla="*/ 5 h 100"/>
                  <a:gd name="T16" fmla="*/ 78 w 132"/>
                  <a:gd name="T17" fmla="*/ 2 h 100"/>
                  <a:gd name="T18" fmla="*/ 85 w 132"/>
                  <a:gd name="T19" fmla="*/ 0 h 100"/>
                  <a:gd name="T20" fmla="*/ 93 w 132"/>
                  <a:gd name="T21" fmla="*/ 0 h 100"/>
                  <a:gd name="T22" fmla="*/ 93 w 132"/>
                  <a:gd name="T23" fmla="*/ 0 h 100"/>
                  <a:gd name="T24" fmla="*/ 101 w 132"/>
                  <a:gd name="T25" fmla="*/ 0 h 100"/>
                  <a:gd name="T26" fmla="*/ 108 w 132"/>
                  <a:gd name="T27" fmla="*/ 2 h 100"/>
                  <a:gd name="T28" fmla="*/ 115 w 132"/>
                  <a:gd name="T29" fmla="*/ 6 h 100"/>
                  <a:gd name="T30" fmla="*/ 120 w 132"/>
                  <a:gd name="T31" fmla="*/ 11 h 100"/>
                  <a:gd name="T32" fmla="*/ 126 w 132"/>
                  <a:gd name="T33" fmla="*/ 16 h 100"/>
                  <a:gd name="T34" fmla="*/ 130 w 132"/>
                  <a:gd name="T35" fmla="*/ 23 h 100"/>
                  <a:gd name="T36" fmla="*/ 131 w 132"/>
                  <a:gd name="T37" fmla="*/ 31 h 100"/>
                  <a:gd name="T38" fmla="*/ 132 w 132"/>
                  <a:gd name="T39" fmla="*/ 38 h 100"/>
                  <a:gd name="T40" fmla="*/ 132 w 132"/>
                  <a:gd name="T41" fmla="*/ 38 h 100"/>
                  <a:gd name="T42" fmla="*/ 131 w 132"/>
                  <a:gd name="T43" fmla="*/ 47 h 100"/>
                  <a:gd name="T44" fmla="*/ 128 w 132"/>
                  <a:gd name="T45" fmla="*/ 58 h 100"/>
                  <a:gd name="T46" fmla="*/ 123 w 132"/>
                  <a:gd name="T47" fmla="*/ 69 h 100"/>
                  <a:gd name="T48" fmla="*/ 116 w 132"/>
                  <a:gd name="T49" fmla="*/ 78 h 100"/>
                  <a:gd name="T50" fmla="*/ 107 w 132"/>
                  <a:gd name="T51" fmla="*/ 86 h 100"/>
                  <a:gd name="T52" fmla="*/ 94 w 132"/>
                  <a:gd name="T53" fmla="*/ 93 h 100"/>
                  <a:gd name="T54" fmla="*/ 88 w 132"/>
                  <a:gd name="T55" fmla="*/ 96 h 100"/>
                  <a:gd name="T56" fmla="*/ 81 w 132"/>
                  <a:gd name="T57" fmla="*/ 99 h 100"/>
                  <a:gd name="T58" fmla="*/ 73 w 132"/>
                  <a:gd name="T59" fmla="*/ 99 h 100"/>
                  <a:gd name="T60" fmla="*/ 63 w 132"/>
                  <a:gd name="T61" fmla="*/ 100 h 100"/>
                  <a:gd name="T62" fmla="*/ 63 w 132"/>
                  <a:gd name="T63" fmla="*/ 100 h 100"/>
                  <a:gd name="T64" fmla="*/ 55 w 132"/>
                  <a:gd name="T65" fmla="*/ 99 h 100"/>
                  <a:gd name="T66" fmla="*/ 47 w 132"/>
                  <a:gd name="T67" fmla="*/ 97 h 100"/>
                  <a:gd name="T68" fmla="*/ 39 w 132"/>
                  <a:gd name="T69" fmla="*/ 96 h 100"/>
                  <a:gd name="T70" fmla="*/ 32 w 132"/>
                  <a:gd name="T71" fmla="*/ 93 h 100"/>
                  <a:gd name="T72" fmla="*/ 27 w 132"/>
                  <a:gd name="T73" fmla="*/ 90 h 100"/>
                  <a:gd name="T74" fmla="*/ 21 w 132"/>
                  <a:gd name="T75" fmla="*/ 86 h 100"/>
                  <a:gd name="T76" fmla="*/ 13 w 132"/>
                  <a:gd name="T77" fmla="*/ 77 h 100"/>
                  <a:gd name="T78" fmla="*/ 6 w 132"/>
                  <a:gd name="T79" fmla="*/ 67 h 100"/>
                  <a:gd name="T80" fmla="*/ 2 w 132"/>
                  <a:gd name="T81" fmla="*/ 57 h 100"/>
                  <a:gd name="T82" fmla="*/ 0 w 132"/>
                  <a:gd name="T83" fmla="*/ 47 h 100"/>
                  <a:gd name="T84" fmla="*/ 0 w 132"/>
                  <a:gd name="T85" fmla="*/ 38 h 100"/>
                  <a:gd name="T86" fmla="*/ 0 w 132"/>
                  <a:gd name="T87" fmla="*/ 38 h 100"/>
                  <a:gd name="T88" fmla="*/ 0 w 132"/>
                  <a:gd name="T89" fmla="*/ 31 h 100"/>
                  <a:gd name="T90" fmla="*/ 2 w 132"/>
                  <a:gd name="T91" fmla="*/ 23 h 100"/>
                  <a:gd name="T92" fmla="*/ 6 w 132"/>
                  <a:gd name="T93" fmla="*/ 16 h 100"/>
                  <a:gd name="T94" fmla="*/ 12 w 132"/>
                  <a:gd name="T95" fmla="*/ 11 h 100"/>
                  <a:gd name="T96" fmla="*/ 17 w 132"/>
                  <a:gd name="T97" fmla="*/ 6 h 100"/>
                  <a:gd name="T98" fmla="*/ 24 w 132"/>
                  <a:gd name="T99" fmla="*/ 2 h 100"/>
                  <a:gd name="T100" fmla="*/ 31 w 132"/>
                  <a:gd name="T101" fmla="*/ 0 h 100"/>
                  <a:gd name="T102" fmla="*/ 39 w 132"/>
                  <a:gd name="T103" fmla="*/ 0 h 100"/>
                  <a:gd name="T104" fmla="*/ 39 w 132"/>
                  <a:gd name="T105" fmla="*/ 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2" h="100">
                    <a:moveTo>
                      <a:pt x="39" y="0"/>
                    </a:moveTo>
                    <a:lnTo>
                      <a:pt x="39" y="0"/>
                    </a:lnTo>
                    <a:lnTo>
                      <a:pt x="47" y="0"/>
                    </a:lnTo>
                    <a:lnTo>
                      <a:pt x="54" y="2"/>
                    </a:lnTo>
                    <a:lnTo>
                      <a:pt x="61" y="5"/>
                    </a:lnTo>
                    <a:lnTo>
                      <a:pt x="66" y="9"/>
                    </a:lnTo>
                    <a:lnTo>
                      <a:pt x="66" y="9"/>
                    </a:lnTo>
                    <a:lnTo>
                      <a:pt x="71" y="5"/>
                    </a:lnTo>
                    <a:lnTo>
                      <a:pt x="78" y="2"/>
                    </a:lnTo>
                    <a:lnTo>
                      <a:pt x="85" y="0"/>
                    </a:lnTo>
                    <a:lnTo>
                      <a:pt x="93" y="0"/>
                    </a:lnTo>
                    <a:lnTo>
                      <a:pt x="93" y="0"/>
                    </a:lnTo>
                    <a:lnTo>
                      <a:pt x="101" y="0"/>
                    </a:lnTo>
                    <a:lnTo>
                      <a:pt x="108" y="2"/>
                    </a:lnTo>
                    <a:lnTo>
                      <a:pt x="115" y="6"/>
                    </a:lnTo>
                    <a:lnTo>
                      <a:pt x="120" y="11"/>
                    </a:lnTo>
                    <a:lnTo>
                      <a:pt x="126" y="16"/>
                    </a:lnTo>
                    <a:lnTo>
                      <a:pt x="130" y="23"/>
                    </a:lnTo>
                    <a:lnTo>
                      <a:pt x="131" y="31"/>
                    </a:lnTo>
                    <a:lnTo>
                      <a:pt x="132" y="38"/>
                    </a:lnTo>
                    <a:lnTo>
                      <a:pt x="132" y="38"/>
                    </a:lnTo>
                    <a:lnTo>
                      <a:pt x="131" y="47"/>
                    </a:lnTo>
                    <a:lnTo>
                      <a:pt x="128" y="58"/>
                    </a:lnTo>
                    <a:lnTo>
                      <a:pt x="123" y="69"/>
                    </a:lnTo>
                    <a:lnTo>
                      <a:pt x="116" y="78"/>
                    </a:lnTo>
                    <a:lnTo>
                      <a:pt x="107" y="86"/>
                    </a:lnTo>
                    <a:lnTo>
                      <a:pt x="94" y="93"/>
                    </a:lnTo>
                    <a:lnTo>
                      <a:pt x="88" y="96"/>
                    </a:lnTo>
                    <a:lnTo>
                      <a:pt x="81" y="99"/>
                    </a:lnTo>
                    <a:lnTo>
                      <a:pt x="73" y="99"/>
                    </a:lnTo>
                    <a:lnTo>
                      <a:pt x="63" y="100"/>
                    </a:lnTo>
                    <a:lnTo>
                      <a:pt x="63" y="100"/>
                    </a:lnTo>
                    <a:lnTo>
                      <a:pt x="55" y="99"/>
                    </a:lnTo>
                    <a:lnTo>
                      <a:pt x="47" y="97"/>
                    </a:lnTo>
                    <a:lnTo>
                      <a:pt x="39" y="96"/>
                    </a:lnTo>
                    <a:lnTo>
                      <a:pt x="32" y="93"/>
                    </a:lnTo>
                    <a:lnTo>
                      <a:pt x="27" y="90"/>
                    </a:lnTo>
                    <a:lnTo>
                      <a:pt x="21" y="86"/>
                    </a:lnTo>
                    <a:lnTo>
                      <a:pt x="13" y="77"/>
                    </a:lnTo>
                    <a:lnTo>
                      <a:pt x="6" y="67"/>
                    </a:lnTo>
                    <a:lnTo>
                      <a:pt x="2" y="57"/>
                    </a:lnTo>
                    <a:lnTo>
                      <a:pt x="0" y="47"/>
                    </a:lnTo>
                    <a:lnTo>
                      <a:pt x="0" y="38"/>
                    </a:lnTo>
                    <a:lnTo>
                      <a:pt x="0" y="38"/>
                    </a:lnTo>
                    <a:lnTo>
                      <a:pt x="0" y="31"/>
                    </a:lnTo>
                    <a:lnTo>
                      <a:pt x="2" y="23"/>
                    </a:lnTo>
                    <a:lnTo>
                      <a:pt x="6" y="16"/>
                    </a:lnTo>
                    <a:lnTo>
                      <a:pt x="12" y="11"/>
                    </a:lnTo>
                    <a:lnTo>
                      <a:pt x="17" y="6"/>
                    </a:lnTo>
                    <a:lnTo>
                      <a:pt x="24" y="2"/>
                    </a:lnTo>
                    <a:lnTo>
                      <a:pt x="31" y="0"/>
                    </a:lnTo>
                    <a:lnTo>
                      <a:pt x="39" y="0"/>
                    </a:lnTo>
                    <a:lnTo>
                      <a:pt x="39"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83" name="Freeform 174">
                <a:extLst>
                  <a:ext uri="{FF2B5EF4-FFF2-40B4-BE49-F238E27FC236}">
                    <a16:creationId xmlns:a16="http://schemas.microsoft.com/office/drawing/2014/main" id="{98F013A7-0D61-4349-9A8D-CFB555FA94AB}"/>
                  </a:ext>
                </a:extLst>
              </p:cNvPr>
              <p:cNvSpPr>
                <a:spLocks/>
              </p:cNvSpPr>
              <p:nvPr/>
            </p:nvSpPr>
            <p:spPr bwMode="auto">
              <a:xfrm>
                <a:off x="3149601" y="2336800"/>
                <a:ext cx="52388" cy="73025"/>
              </a:xfrm>
              <a:custGeom>
                <a:avLst/>
                <a:gdLst>
                  <a:gd name="T0" fmla="*/ 29 w 33"/>
                  <a:gd name="T1" fmla="*/ 46 h 46"/>
                  <a:gd name="T2" fmla="*/ 29 w 33"/>
                  <a:gd name="T3" fmla="*/ 46 h 46"/>
                  <a:gd name="T4" fmla="*/ 31 w 33"/>
                  <a:gd name="T5" fmla="*/ 39 h 46"/>
                  <a:gd name="T6" fmla="*/ 33 w 33"/>
                  <a:gd name="T7" fmla="*/ 34 h 46"/>
                  <a:gd name="T8" fmla="*/ 33 w 33"/>
                  <a:gd name="T9" fmla="*/ 27 h 46"/>
                  <a:gd name="T10" fmla="*/ 33 w 33"/>
                  <a:gd name="T11" fmla="*/ 22 h 46"/>
                  <a:gd name="T12" fmla="*/ 30 w 33"/>
                  <a:gd name="T13" fmla="*/ 15 h 46"/>
                  <a:gd name="T14" fmla="*/ 27 w 33"/>
                  <a:gd name="T15" fmla="*/ 9 h 46"/>
                  <a:gd name="T16" fmla="*/ 25 w 33"/>
                  <a:gd name="T17" fmla="*/ 4 h 46"/>
                  <a:gd name="T18" fmla="*/ 19 w 33"/>
                  <a:gd name="T19" fmla="*/ 0 h 46"/>
                  <a:gd name="T20" fmla="*/ 0 w 33"/>
                  <a:gd name="T21" fmla="*/ 3 h 46"/>
                  <a:gd name="T22" fmla="*/ 0 w 33"/>
                  <a:gd name="T23" fmla="*/ 3 h 46"/>
                  <a:gd name="T24" fmla="*/ 12 w 33"/>
                  <a:gd name="T25" fmla="*/ 11 h 46"/>
                  <a:gd name="T26" fmla="*/ 18 w 33"/>
                  <a:gd name="T27" fmla="*/ 15 h 46"/>
                  <a:gd name="T28" fmla="*/ 22 w 33"/>
                  <a:gd name="T29" fmla="*/ 19 h 46"/>
                  <a:gd name="T30" fmla="*/ 25 w 33"/>
                  <a:gd name="T31" fmla="*/ 24 h 46"/>
                  <a:gd name="T32" fmla="*/ 27 w 33"/>
                  <a:gd name="T33" fmla="*/ 31 h 46"/>
                  <a:gd name="T34" fmla="*/ 29 w 33"/>
                  <a:gd name="T35" fmla="*/ 38 h 46"/>
                  <a:gd name="T36" fmla="*/ 29 w 33"/>
                  <a:gd name="T37" fmla="*/ 46 h 46"/>
                  <a:gd name="T38" fmla="*/ 29 w 33"/>
                  <a:gd name="T39" fmla="*/ 46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3" h="46">
                    <a:moveTo>
                      <a:pt x="29" y="46"/>
                    </a:moveTo>
                    <a:lnTo>
                      <a:pt x="29" y="46"/>
                    </a:lnTo>
                    <a:lnTo>
                      <a:pt x="31" y="39"/>
                    </a:lnTo>
                    <a:lnTo>
                      <a:pt x="33" y="34"/>
                    </a:lnTo>
                    <a:lnTo>
                      <a:pt x="33" y="27"/>
                    </a:lnTo>
                    <a:lnTo>
                      <a:pt x="33" y="22"/>
                    </a:lnTo>
                    <a:lnTo>
                      <a:pt x="30" y="15"/>
                    </a:lnTo>
                    <a:lnTo>
                      <a:pt x="27" y="9"/>
                    </a:lnTo>
                    <a:lnTo>
                      <a:pt x="25" y="4"/>
                    </a:lnTo>
                    <a:lnTo>
                      <a:pt x="19" y="0"/>
                    </a:lnTo>
                    <a:lnTo>
                      <a:pt x="0" y="3"/>
                    </a:lnTo>
                    <a:lnTo>
                      <a:pt x="0" y="3"/>
                    </a:lnTo>
                    <a:lnTo>
                      <a:pt x="12" y="11"/>
                    </a:lnTo>
                    <a:lnTo>
                      <a:pt x="18" y="15"/>
                    </a:lnTo>
                    <a:lnTo>
                      <a:pt x="22" y="19"/>
                    </a:lnTo>
                    <a:lnTo>
                      <a:pt x="25" y="24"/>
                    </a:lnTo>
                    <a:lnTo>
                      <a:pt x="27" y="31"/>
                    </a:lnTo>
                    <a:lnTo>
                      <a:pt x="29" y="38"/>
                    </a:lnTo>
                    <a:lnTo>
                      <a:pt x="29" y="46"/>
                    </a:lnTo>
                    <a:lnTo>
                      <a:pt x="29" y="4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sp>
          <p:nvSpPr>
            <p:cNvPr id="184" name="Freeform 175">
              <a:extLst>
                <a:ext uri="{FF2B5EF4-FFF2-40B4-BE49-F238E27FC236}">
                  <a16:creationId xmlns:a16="http://schemas.microsoft.com/office/drawing/2014/main" id="{76CD48AB-4FF2-4A4A-A02F-E8EBA3F8FBD8}"/>
                </a:ext>
              </a:extLst>
            </p:cNvPr>
            <p:cNvSpPr>
              <a:spLocks noEditPoints="1"/>
            </p:cNvSpPr>
            <p:nvPr/>
          </p:nvSpPr>
          <p:spPr bwMode="auto">
            <a:xfrm>
              <a:off x="2357532" y="3763222"/>
              <a:ext cx="218717" cy="301992"/>
            </a:xfrm>
            <a:custGeom>
              <a:avLst/>
              <a:gdLst>
                <a:gd name="T0" fmla="*/ 125 w 137"/>
                <a:gd name="T1" fmla="*/ 55 h 191"/>
                <a:gd name="T2" fmla="*/ 126 w 137"/>
                <a:gd name="T3" fmla="*/ 51 h 191"/>
                <a:gd name="T4" fmla="*/ 133 w 137"/>
                <a:gd name="T5" fmla="*/ 34 h 191"/>
                <a:gd name="T6" fmla="*/ 136 w 137"/>
                <a:gd name="T7" fmla="*/ 29 h 191"/>
                <a:gd name="T8" fmla="*/ 137 w 137"/>
                <a:gd name="T9" fmla="*/ 21 h 191"/>
                <a:gd name="T10" fmla="*/ 136 w 137"/>
                <a:gd name="T11" fmla="*/ 13 h 191"/>
                <a:gd name="T12" fmla="*/ 132 w 137"/>
                <a:gd name="T13" fmla="*/ 6 h 191"/>
                <a:gd name="T14" fmla="*/ 128 w 137"/>
                <a:gd name="T15" fmla="*/ 4 h 191"/>
                <a:gd name="T16" fmla="*/ 116 w 137"/>
                <a:gd name="T17" fmla="*/ 0 h 191"/>
                <a:gd name="T18" fmla="*/ 103 w 137"/>
                <a:gd name="T19" fmla="*/ 4 h 191"/>
                <a:gd name="T20" fmla="*/ 113 w 137"/>
                <a:gd name="T21" fmla="*/ 39 h 191"/>
                <a:gd name="T22" fmla="*/ 103 w 137"/>
                <a:gd name="T23" fmla="*/ 59 h 191"/>
                <a:gd name="T24" fmla="*/ 110 w 137"/>
                <a:gd name="T25" fmla="*/ 48 h 191"/>
                <a:gd name="T26" fmla="*/ 110 w 137"/>
                <a:gd name="T27" fmla="*/ 42 h 191"/>
                <a:gd name="T28" fmla="*/ 120 w 137"/>
                <a:gd name="T29" fmla="*/ 48 h 191"/>
                <a:gd name="T30" fmla="*/ 121 w 137"/>
                <a:gd name="T31" fmla="*/ 52 h 191"/>
                <a:gd name="T32" fmla="*/ 121 w 137"/>
                <a:gd name="T33" fmla="*/ 57 h 191"/>
                <a:gd name="T34" fmla="*/ 103 w 137"/>
                <a:gd name="T35" fmla="*/ 89 h 191"/>
                <a:gd name="T36" fmla="*/ 97 w 137"/>
                <a:gd name="T37" fmla="*/ 93 h 191"/>
                <a:gd name="T38" fmla="*/ 99 w 137"/>
                <a:gd name="T39" fmla="*/ 92 h 191"/>
                <a:gd name="T40" fmla="*/ 103 w 137"/>
                <a:gd name="T41" fmla="*/ 89 h 191"/>
                <a:gd name="T42" fmla="*/ 101 w 137"/>
                <a:gd name="T43" fmla="*/ 85 h 191"/>
                <a:gd name="T44" fmla="*/ 99 w 137"/>
                <a:gd name="T45" fmla="*/ 86 h 191"/>
                <a:gd name="T46" fmla="*/ 95 w 137"/>
                <a:gd name="T47" fmla="*/ 88 h 191"/>
                <a:gd name="T48" fmla="*/ 84 w 137"/>
                <a:gd name="T49" fmla="*/ 81 h 191"/>
                <a:gd name="T50" fmla="*/ 84 w 137"/>
                <a:gd name="T51" fmla="*/ 81 h 191"/>
                <a:gd name="T52" fmla="*/ 90 w 137"/>
                <a:gd name="T53" fmla="*/ 78 h 191"/>
                <a:gd name="T54" fmla="*/ 103 w 137"/>
                <a:gd name="T55" fmla="*/ 34 h 191"/>
                <a:gd name="T56" fmla="*/ 88 w 137"/>
                <a:gd name="T57" fmla="*/ 23 h 191"/>
                <a:gd name="T58" fmla="*/ 80 w 137"/>
                <a:gd name="T59" fmla="*/ 25 h 191"/>
                <a:gd name="T60" fmla="*/ 57 w 137"/>
                <a:gd name="T61" fmla="*/ 59 h 191"/>
                <a:gd name="T62" fmla="*/ 57 w 137"/>
                <a:gd name="T63" fmla="*/ 66 h 191"/>
                <a:gd name="T64" fmla="*/ 22 w 137"/>
                <a:gd name="T65" fmla="*/ 153 h 191"/>
                <a:gd name="T66" fmla="*/ 26 w 137"/>
                <a:gd name="T67" fmla="*/ 154 h 191"/>
                <a:gd name="T68" fmla="*/ 29 w 137"/>
                <a:gd name="T69" fmla="*/ 155 h 191"/>
                <a:gd name="T70" fmla="*/ 29 w 137"/>
                <a:gd name="T71" fmla="*/ 162 h 191"/>
                <a:gd name="T72" fmla="*/ 33 w 137"/>
                <a:gd name="T73" fmla="*/ 161 h 191"/>
                <a:gd name="T74" fmla="*/ 38 w 137"/>
                <a:gd name="T75" fmla="*/ 162 h 191"/>
                <a:gd name="T76" fmla="*/ 40 w 137"/>
                <a:gd name="T77" fmla="*/ 163 h 191"/>
                <a:gd name="T78" fmla="*/ 41 w 137"/>
                <a:gd name="T79" fmla="*/ 169 h 191"/>
                <a:gd name="T80" fmla="*/ 38 w 137"/>
                <a:gd name="T81" fmla="*/ 173 h 191"/>
                <a:gd name="T82" fmla="*/ 22 w 137"/>
                <a:gd name="T83" fmla="*/ 182 h 191"/>
                <a:gd name="T84" fmla="*/ 41 w 137"/>
                <a:gd name="T85" fmla="*/ 176 h 191"/>
                <a:gd name="T86" fmla="*/ 103 w 137"/>
                <a:gd name="T87" fmla="*/ 29 h 191"/>
                <a:gd name="T88" fmla="*/ 97 w 137"/>
                <a:gd name="T89" fmla="*/ 9 h 191"/>
                <a:gd name="T90" fmla="*/ 103 w 137"/>
                <a:gd name="T91" fmla="*/ 4 h 191"/>
                <a:gd name="T92" fmla="*/ 22 w 137"/>
                <a:gd name="T93" fmla="*/ 117 h 191"/>
                <a:gd name="T94" fmla="*/ 2 w 137"/>
                <a:gd name="T95" fmla="*/ 191 h 191"/>
                <a:gd name="T96" fmla="*/ 22 w 137"/>
                <a:gd name="T97" fmla="*/ 180 h 191"/>
                <a:gd name="T98" fmla="*/ 5 w 137"/>
                <a:gd name="T99" fmla="*/ 174 h 191"/>
                <a:gd name="T100" fmla="*/ 5 w 137"/>
                <a:gd name="T101" fmla="*/ 150 h 191"/>
                <a:gd name="T102" fmla="*/ 6 w 137"/>
                <a:gd name="T103" fmla="*/ 149 h 191"/>
                <a:gd name="T104" fmla="*/ 10 w 137"/>
                <a:gd name="T105" fmla="*/ 146 h 191"/>
                <a:gd name="T106" fmla="*/ 15 w 137"/>
                <a:gd name="T107" fmla="*/ 146 h 191"/>
                <a:gd name="T108" fmla="*/ 17 w 137"/>
                <a:gd name="T109" fmla="*/ 149 h 191"/>
                <a:gd name="T110" fmla="*/ 18 w 137"/>
                <a:gd name="T111" fmla="*/ 155 h 191"/>
                <a:gd name="T112" fmla="*/ 19 w 137"/>
                <a:gd name="T113" fmla="*/ 154 h 191"/>
                <a:gd name="T114" fmla="*/ 22 w 137"/>
                <a:gd name="T115" fmla="*/ 117 h 1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7" h="191">
                  <a:moveTo>
                    <a:pt x="103" y="89"/>
                  </a:moveTo>
                  <a:lnTo>
                    <a:pt x="125" y="55"/>
                  </a:lnTo>
                  <a:lnTo>
                    <a:pt x="125" y="55"/>
                  </a:lnTo>
                  <a:lnTo>
                    <a:pt x="126" y="51"/>
                  </a:lnTo>
                  <a:lnTo>
                    <a:pt x="125" y="47"/>
                  </a:lnTo>
                  <a:lnTo>
                    <a:pt x="133" y="34"/>
                  </a:lnTo>
                  <a:lnTo>
                    <a:pt x="133" y="34"/>
                  </a:lnTo>
                  <a:lnTo>
                    <a:pt x="136" y="29"/>
                  </a:lnTo>
                  <a:lnTo>
                    <a:pt x="137" y="25"/>
                  </a:lnTo>
                  <a:lnTo>
                    <a:pt x="137" y="21"/>
                  </a:lnTo>
                  <a:lnTo>
                    <a:pt x="137" y="17"/>
                  </a:lnTo>
                  <a:lnTo>
                    <a:pt x="136" y="13"/>
                  </a:lnTo>
                  <a:lnTo>
                    <a:pt x="135" y="9"/>
                  </a:lnTo>
                  <a:lnTo>
                    <a:pt x="132" y="6"/>
                  </a:lnTo>
                  <a:lnTo>
                    <a:pt x="128" y="4"/>
                  </a:lnTo>
                  <a:lnTo>
                    <a:pt x="128" y="4"/>
                  </a:lnTo>
                  <a:lnTo>
                    <a:pt x="121" y="0"/>
                  </a:lnTo>
                  <a:lnTo>
                    <a:pt x="116" y="0"/>
                  </a:lnTo>
                  <a:lnTo>
                    <a:pt x="109" y="1"/>
                  </a:lnTo>
                  <a:lnTo>
                    <a:pt x="103" y="4"/>
                  </a:lnTo>
                  <a:lnTo>
                    <a:pt x="103" y="29"/>
                  </a:lnTo>
                  <a:lnTo>
                    <a:pt x="113" y="39"/>
                  </a:lnTo>
                  <a:lnTo>
                    <a:pt x="103" y="34"/>
                  </a:lnTo>
                  <a:lnTo>
                    <a:pt x="103" y="59"/>
                  </a:lnTo>
                  <a:lnTo>
                    <a:pt x="110" y="48"/>
                  </a:lnTo>
                  <a:lnTo>
                    <a:pt x="110" y="48"/>
                  </a:lnTo>
                  <a:lnTo>
                    <a:pt x="110" y="46"/>
                  </a:lnTo>
                  <a:lnTo>
                    <a:pt x="110" y="42"/>
                  </a:lnTo>
                  <a:lnTo>
                    <a:pt x="120" y="48"/>
                  </a:lnTo>
                  <a:lnTo>
                    <a:pt x="120" y="48"/>
                  </a:lnTo>
                  <a:lnTo>
                    <a:pt x="121" y="50"/>
                  </a:lnTo>
                  <a:lnTo>
                    <a:pt x="121" y="52"/>
                  </a:lnTo>
                  <a:lnTo>
                    <a:pt x="121" y="54"/>
                  </a:lnTo>
                  <a:lnTo>
                    <a:pt x="121" y="57"/>
                  </a:lnTo>
                  <a:lnTo>
                    <a:pt x="103" y="82"/>
                  </a:lnTo>
                  <a:lnTo>
                    <a:pt x="103" y="89"/>
                  </a:lnTo>
                  <a:close/>
                  <a:moveTo>
                    <a:pt x="41" y="176"/>
                  </a:moveTo>
                  <a:lnTo>
                    <a:pt x="97" y="93"/>
                  </a:lnTo>
                  <a:lnTo>
                    <a:pt x="97" y="93"/>
                  </a:lnTo>
                  <a:lnTo>
                    <a:pt x="99" y="92"/>
                  </a:lnTo>
                  <a:lnTo>
                    <a:pt x="102" y="89"/>
                  </a:lnTo>
                  <a:lnTo>
                    <a:pt x="103" y="89"/>
                  </a:lnTo>
                  <a:lnTo>
                    <a:pt x="103" y="82"/>
                  </a:lnTo>
                  <a:lnTo>
                    <a:pt x="101" y="85"/>
                  </a:lnTo>
                  <a:lnTo>
                    <a:pt x="101" y="85"/>
                  </a:lnTo>
                  <a:lnTo>
                    <a:pt x="99" y="86"/>
                  </a:lnTo>
                  <a:lnTo>
                    <a:pt x="98" y="88"/>
                  </a:lnTo>
                  <a:lnTo>
                    <a:pt x="95" y="88"/>
                  </a:lnTo>
                  <a:lnTo>
                    <a:pt x="94" y="86"/>
                  </a:lnTo>
                  <a:lnTo>
                    <a:pt x="84" y="81"/>
                  </a:lnTo>
                  <a:lnTo>
                    <a:pt x="84" y="81"/>
                  </a:lnTo>
                  <a:lnTo>
                    <a:pt x="84" y="81"/>
                  </a:lnTo>
                  <a:lnTo>
                    <a:pt x="87" y="80"/>
                  </a:lnTo>
                  <a:lnTo>
                    <a:pt x="90" y="78"/>
                  </a:lnTo>
                  <a:lnTo>
                    <a:pt x="103" y="59"/>
                  </a:lnTo>
                  <a:lnTo>
                    <a:pt x="103" y="34"/>
                  </a:lnTo>
                  <a:lnTo>
                    <a:pt x="88" y="23"/>
                  </a:lnTo>
                  <a:lnTo>
                    <a:pt x="88" y="23"/>
                  </a:lnTo>
                  <a:lnTo>
                    <a:pt x="83" y="23"/>
                  </a:lnTo>
                  <a:lnTo>
                    <a:pt x="80" y="25"/>
                  </a:lnTo>
                  <a:lnTo>
                    <a:pt x="57" y="59"/>
                  </a:lnTo>
                  <a:lnTo>
                    <a:pt x="57" y="59"/>
                  </a:lnTo>
                  <a:lnTo>
                    <a:pt x="56" y="63"/>
                  </a:lnTo>
                  <a:lnTo>
                    <a:pt x="57" y="66"/>
                  </a:lnTo>
                  <a:lnTo>
                    <a:pt x="22" y="117"/>
                  </a:lnTo>
                  <a:lnTo>
                    <a:pt x="22" y="153"/>
                  </a:lnTo>
                  <a:lnTo>
                    <a:pt x="22" y="153"/>
                  </a:lnTo>
                  <a:lnTo>
                    <a:pt x="26" y="154"/>
                  </a:lnTo>
                  <a:lnTo>
                    <a:pt x="26" y="154"/>
                  </a:lnTo>
                  <a:lnTo>
                    <a:pt x="29" y="155"/>
                  </a:lnTo>
                  <a:lnTo>
                    <a:pt x="29" y="158"/>
                  </a:lnTo>
                  <a:lnTo>
                    <a:pt x="29" y="162"/>
                  </a:lnTo>
                  <a:lnTo>
                    <a:pt x="29" y="162"/>
                  </a:lnTo>
                  <a:lnTo>
                    <a:pt x="33" y="161"/>
                  </a:lnTo>
                  <a:lnTo>
                    <a:pt x="36" y="161"/>
                  </a:lnTo>
                  <a:lnTo>
                    <a:pt x="38" y="162"/>
                  </a:lnTo>
                  <a:lnTo>
                    <a:pt x="38" y="162"/>
                  </a:lnTo>
                  <a:lnTo>
                    <a:pt x="40" y="163"/>
                  </a:lnTo>
                  <a:lnTo>
                    <a:pt x="41" y="166"/>
                  </a:lnTo>
                  <a:lnTo>
                    <a:pt x="41" y="169"/>
                  </a:lnTo>
                  <a:lnTo>
                    <a:pt x="40" y="172"/>
                  </a:lnTo>
                  <a:lnTo>
                    <a:pt x="38" y="173"/>
                  </a:lnTo>
                  <a:lnTo>
                    <a:pt x="22" y="180"/>
                  </a:lnTo>
                  <a:lnTo>
                    <a:pt x="22" y="182"/>
                  </a:lnTo>
                  <a:lnTo>
                    <a:pt x="41" y="176"/>
                  </a:lnTo>
                  <a:lnTo>
                    <a:pt x="41" y="176"/>
                  </a:lnTo>
                  <a:close/>
                  <a:moveTo>
                    <a:pt x="103" y="4"/>
                  </a:moveTo>
                  <a:lnTo>
                    <a:pt x="103" y="29"/>
                  </a:lnTo>
                  <a:lnTo>
                    <a:pt x="91" y="17"/>
                  </a:lnTo>
                  <a:lnTo>
                    <a:pt x="97" y="9"/>
                  </a:lnTo>
                  <a:lnTo>
                    <a:pt x="97" y="9"/>
                  </a:lnTo>
                  <a:lnTo>
                    <a:pt x="103" y="4"/>
                  </a:lnTo>
                  <a:lnTo>
                    <a:pt x="103" y="4"/>
                  </a:lnTo>
                  <a:close/>
                  <a:moveTo>
                    <a:pt x="22" y="117"/>
                  </a:moveTo>
                  <a:lnTo>
                    <a:pt x="0" y="150"/>
                  </a:lnTo>
                  <a:lnTo>
                    <a:pt x="2" y="191"/>
                  </a:lnTo>
                  <a:lnTo>
                    <a:pt x="22" y="182"/>
                  </a:lnTo>
                  <a:lnTo>
                    <a:pt x="22" y="180"/>
                  </a:lnTo>
                  <a:lnTo>
                    <a:pt x="17" y="182"/>
                  </a:lnTo>
                  <a:lnTo>
                    <a:pt x="5" y="174"/>
                  </a:lnTo>
                  <a:lnTo>
                    <a:pt x="5" y="150"/>
                  </a:lnTo>
                  <a:lnTo>
                    <a:pt x="5" y="150"/>
                  </a:lnTo>
                  <a:lnTo>
                    <a:pt x="6" y="149"/>
                  </a:lnTo>
                  <a:lnTo>
                    <a:pt x="6" y="149"/>
                  </a:lnTo>
                  <a:lnTo>
                    <a:pt x="7" y="146"/>
                  </a:lnTo>
                  <a:lnTo>
                    <a:pt x="10" y="146"/>
                  </a:lnTo>
                  <a:lnTo>
                    <a:pt x="13" y="146"/>
                  </a:lnTo>
                  <a:lnTo>
                    <a:pt x="15" y="146"/>
                  </a:lnTo>
                  <a:lnTo>
                    <a:pt x="15" y="146"/>
                  </a:lnTo>
                  <a:lnTo>
                    <a:pt x="17" y="149"/>
                  </a:lnTo>
                  <a:lnTo>
                    <a:pt x="18" y="150"/>
                  </a:lnTo>
                  <a:lnTo>
                    <a:pt x="18" y="155"/>
                  </a:lnTo>
                  <a:lnTo>
                    <a:pt x="18" y="155"/>
                  </a:lnTo>
                  <a:lnTo>
                    <a:pt x="19" y="154"/>
                  </a:lnTo>
                  <a:lnTo>
                    <a:pt x="22" y="153"/>
                  </a:lnTo>
                  <a:lnTo>
                    <a:pt x="22" y="117"/>
                  </a:lnTo>
                  <a:close/>
                </a:path>
              </a:pathLst>
            </a:custGeom>
            <a:solidFill>
              <a:schemeClr val="accent6"/>
            </a:solidFill>
            <a:ln>
              <a:noFill/>
            </a:ln>
          </p:spPr>
          <p:txBody>
            <a:bodyPr lIns="91438" tIns="45719" rIns="91438" bIns="45719"/>
            <a:lstStyle/>
            <a:p>
              <a:pPr>
                <a:defRPr/>
              </a:pPr>
              <a:endParaRPr lang="zh-CN" altLang="en-US"/>
            </a:p>
          </p:txBody>
        </p:sp>
        <p:sp>
          <p:nvSpPr>
            <p:cNvPr id="185" name="Freeform 176">
              <a:extLst>
                <a:ext uri="{FF2B5EF4-FFF2-40B4-BE49-F238E27FC236}">
                  <a16:creationId xmlns:a16="http://schemas.microsoft.com/office/drawing/2014/main" id="{CA581775-BF34-4320-9746-32129CD37E19}"/>
                </a:ext>
              </a:extLst>
            </p:cNvPr>
            <p:cNvSpPr>
              <a:spLocks noEditPoints="1"/>
            </p:cNvSpPr>
            <p:nvPr/>
          </p:nvSpPr>
          <p:spPr bwMode="auto">
            <a:xfrm>
              <a:off x="593534" y="2177165"/>
              <a:ext cx="280528" cy="304371"/>
            </a:xfrm>
            <a:custGeom>
              <a:avLst/>
              <a:gdLst>
                <a:gd name="T0" fmla="*/ 138 w 176"/>
                <a:gd name="T1" fmla="*/ 88 h 191"/>
                <a:gd name="T2" fmla="*/ 132 w 176"/>
                <a:gd name="T3" fmla="*/ 138 h 191"/>
                <a:gd name="T4" fmla="*/ 150 w 176"/>
                <a:gd name="T5" fmla="*/ 143 h 191"/>
                <a:gd name="T6" fmla="*/ 147 w 176"/>
                <a:gd name="T7" fmla="*/ 151 h 191"/>
                <a:gd name="T8" fmla="*/ 132 w 176"/>
                <a:gd name="T9" fmla="*/ 36 h 191"/>
                <a:gd name="T10" fmla="*/ 150 w 176"/>
                <a:gd name="T11" fmla="*/ 26 h 191"/>
                <a:gd name="T12" fmla="*/ 135 w 176"/>
                <a:gd name="T13" fmla="*/ 47 h 191"/>
                <a:gd name="T14" fmla="*/ 146 w 176"/>
                <a:gd name="T15" fmla="*/ 88 h 191"/>
                <a:gd name="T16" fmla="*/ 174 w 176"/>
                <a:gd name="T17" fmla="*/ 85 h 191"/>
                <a:gd name="T18" fmla="*/ 150 w 176"/>
                <a:gd name="T19" fmla="*/ 92 h 191"/>
                <a:gd name="T20" fmla="*/ 88 w 176"/>
                <a:gd name="T21" fmla="*/ 39 h 191"/>
                <a:gd name="T22" fmla="*/ 115 w 176"/>
                <a:gd name="T23" fmla="*/ 46 h 191"/>
                <a:gd name="T24" fmla="*/ 132 w 176"/>
                <a:gd name="T25" fmla="*/ 109 h 191"/>
                <a:gd name="T26" fmla="*/ 115 w 176"/>
                <a:gd name="T27" fmla="*/ 128 h 191"/>
                <a:gd name="T28" fmla="*/ 111 w 176"/>
                <a:gd name="T29" fmla="*/ 180 h 191"/>
                <a:gd name="T30" fmla="*/ 90 w 176"/>
                <a:gd name="T31" fmla="*/ 191 h 191"/>
                <a:gd name="T32" fmla="*/ 105 w 176"/>
                <a:gd name="T33" fmla="*/ 126 h 191"/>
                <a:gd name="T34" fmla="*/ 122 w 176"/>
                <a:gd name="T35" fmla="*/ 107 h 191"/>
                <a:gd name="T36" fmla="*/ 124 w 176"/>
                <a:gd name="T37" fmla="*/ 73 h 191"/>
                <a:gd name="T38" fmla="*/ 104 w 176"/>
                <a:gd name="T39" fmla="*/ 51 h 191"/>
                <a:gd name="T40" fmla="*/ 88 w 176"/>
                <a:gd name="T41" fmla="*/ 39 h 191"/>
                <a:gd name="T42" fmla="*/ 127 w 176"/>
                <a:gd name="T43" fmla="*/ 43 h 191"/>
                <a:gd name="T44" fmla="*/ 132 w 176"/>
                <a:gd name="T45" fmla="*/ 36 h 191"/>
                <a:gd name="T46" fmla="*/ 128 w 176"/>
                <a:gd name="T47" fmla="*/ 128 h 191"/>
                <a:gd name="T48" fmla="*/ 132 w 176"/>
                <a:gd name="T49" fmla="*/ 127 h 191"/>
                <a:gd name="T50" fmla="*/ 92 w 176"/>
                <a:gd name="T51" fmla="*/ 1 h 191"/>
                <a:gd name="T52" fmla="*/ 88 w 176"/>
                <a:gd name="T53" fmla="*/ 30 h 191"/>
                <a:gd name="T54" fmla="*/ 80 w 176"/>
                <a:gd name="T55" fmla="*/ 191 h 191"/>
                <a:gd name="T56" fmla="*/ 62 w 176"/>
                <a:gd name="T57" fmla="*/ 176 h 191"/>
                <a:gd name="T58" fmla="*/ 55 w 176"/>
                <a:gd name="T59" fmla="*/ 124 h 191"/>
                <a:gd name="T60" fmla="*/ 44 w 176"/>
                <a:gd name="T61" fmla="*/ 67 h 191"/>
                <a:gd name="T62" fmla="*/ 67 w 176"/>
                <a:gd name="T63" fmla="*/ 43 h 191"/>
                <a:gd name="T64" fmla="*/ 88 w 176"/>
                <a:gd name="T65" fmla="*/ 49 h 191"/>
                <a:gd name="T66" fmla="*/ 61 w 176"/>
                <a:gd name="T67" fmla="*/ 61 h 191"/>
                <a:gd name="T68" fmla="*/ 50 w 176"/>
                <a:gd name="T69" fmla="*/ 88 h 191"/>
                <a:gd name="T70" fmla="*/ 69 w 176"/>
                <a:gd name="T71" fmla="*/ 120 h 191"/>
                <a:gd name="T72" fmla="*/ 88 w 176"/>
                <a:gd name="T73" fmla="*/ 147 h 191"/>
                <a:gd name="T74" fmla="*/ 88 w 176"/>
                <a:gd name="T75" fmla="*/ 30 h 191"/>
                <a:gd name="T76" fmla="*/ 84 w 176"/>
                <a:gd name="T77" fmla="*/ 26 h 191"/>
                <a:gd name="T78" fmla="*/ 88 w 176"/>
                <a:gd name="T79" fmla="*/ 0 h 191"/>
                <a:gd name="T80" fmla="*/ 47 w 176"/>
                <a:gd name="T81" fmla="*/ 135 h 191"/>
                <a:gd name="T82" fmla="*/ 44 w 176"/>
                <a:gd name="T83" fmla="*/ 138 h 191"/>
                <a:gd name="T84" fmla="*/ 47 w 176"/>
                <a:gd name="T85" fmla="*/ 47 h 191"/>
                <a:gd name="T86" fmla="*/ 44 w 176"/>
                <a:gd name="T87" fmla="*/ 108 h 191"/>
                <a:gd name="T88" fmla="*/ 40 w 176"/>
                <a:gd name="T89" fmla="*/ 77 h 191"/>
                <a:gd name="T90" fmla="*/ 44 w 176"/>
                <a:gd name="T91" fmla="*/ 49 h 191"/>
                <a:gd name="T92" fmla="*/ 25 w 176"/>
                <a:gd name="T93" fmla="*/ 31 h 191"/>
                <a:gd name="T94" fmla="*/ 32 w 176"/>
                <a:gd name="T95" fmla="*/ 26 h 191"/>
                <a:gd name="T96" fmla="*/ 32 w 176"/>
                <a:gd name="T97" fmla="*/ 150 h 191"/>
                <a:gd name="T98" fmla="*/ 24 w 176"/>
                <a:gd name="T99" fmla="*/ 147 h 191"/>
                <a:gd name="T100" fmla="*/ 44 w 176"/>
                <a:gd name="T101" fmla="*/ 127 h 191"/>
                <a:gd name="T102" fmla="*/ 25 w 176"/>
                <a:gd name="T103" fmla="*/ 84 h 191"/>
                <a:gd name="T104" fmla="*/ 25 w 176"/>
                <a:gd name="T105" fmla="*/ 92 h 191"/>
                <a:gd name="T106" fmla="*/ 0 w 176"/>
                <a:gd name="T107" fmla="*/ 88 h 1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76" h="191">
                  <a:moveTo>
                    <a:pt x="132" y="66"/>
                  </a:moveTo>
                  <a:lnTo>
                    <a:pt x="132" y="66"/>
                  </a:lnTo>
                  <a:lnTo>
                    <a:pt x="136" y="77"/>
                  </a:lnTo>
                  <a:lnTo>
                    <a:pt x="138" y="88"/>
                  </a:lnTo>
                  <a:lnTo>
                    <a:pt x="138" y="88"/>
                  </a:lnTo>
                  <a:lnTo>
                    <a:pt x="136" y="99"/>
                  </a:lnTo>
                  <a:lnTo>
                    <a:pt x="132" y="109"/>
                  </a:lnTo>
                  <a:lnTo>
                    <a:pt x="132" y="66"/>
                  </a:lnTo>
                  <a:lnTo>
                    <a:pt x="132" y="66"/>
                  </a:lnTo>
                  <a:close/>
                  <a:moveTo>
                    <a:pt x="132" y="138"/>
                  </a:moveTo>
                  <a:lnTo>
                    <a:pt x="132" y="127"/>
                  </a:lnTo>
                  <a:lnTo>
                    <a:pt x="132" y="127"/>
                  </a:lnTo>
                  <a:lnTo>
                    <a:pt x="135" y="128"/>
                  </a:lnTo>
                  <a:lnTo>
                    <a:pt x="135" y="128"/>
                  </a:lnTo>
                  <a:lnTo>
                    <a:pt x="150" y="143"/>
                  </a:lnTo>
                  <a:lnTo>
                    <a:pt x="150" y="143"/>
                  </a:lnTo>
                  <a:lnTo>
                    <a:pt x="151" y="147"/>
                  </a:lnTo>
                  <a:lnTo>
                    <a:pt x="150" y="150"/>
                  </a:lnTo>
                  <a:lnTo>
                    <a:pt x="150" y="150"/>
                  </a:lnTo>
                  <a:lnTo>
                    <a:pt x="147" y="151"/>
                  </a:lnTo>
                  <a:lnTo>
                    <a:pt x="145" y="150"/>
                  </a:lnTo>
                  <a:lnTo>
                    <a:pt x="132" y="138"/>
                  </a:lnTo>
                  <a:lnTo>
                    <a:pt x="132" y="138"/>
                  </a:lnTo>
                  <a:close/>
                  <a:moveTo>
                    <a:pt x="132" y="49"/>
                  </a:moveTo>
                  <a:lnTo>
                    <a:pt x="132" y="36"/>
                  </a:lnTo>
                  <a:lnTo>
                    <a:pt x="145" y="26"/>
                  </a:lnTo>
                  <a:lnTo>
                    <a:pt x="145" y="26"/>
                  </a:lnTo>
                  <a:lnTo>
                    <a:pt x="147" y="24"/>
                  </a:lnTo>
                  <a:lnTo>
                    <a:pt x="150" y="26"/>
                  </a:lnTo>
                  <a:lnTo>
                    <a:pt x="150" y="26"/>
                  </a:lnTo>
                  <a:lnTo>
                    <a:pt x="151" y="28"/>
                  </a:lnTo>
                  <a:lnTo>
                    <a:pt x="150" y="31"/>
                  </a:lnTo>
                  <a:lnTo>
                    <a:pt x="135" y="47"/>
                  </a:lnTo>
                  <a:lnTo>
                    <a:pt x="135" y="47"/>
                  </a:lnTo>
                  <a:lnTo>
                    <a:pt x="135" y="47"/>
                  </a:lnTo>
                  <a:lnTo>
                    <a:pt x="132" y="49"/>
                  </a:lnTo>
                  <a:lnTo>
                    <a:pt x="132" y="49"/>
                  </a:lnTo>
                  <a:close/>
                  <a:moveTo>
                    <a:pt x="146" y="88"/>
                  </a:moveTo>
                  <a:lnTo>
                    <a:pt x="146" y="88"/>
                  </a:lnTo>
                  <a:lnTo>
                    <a:pt x="146" y="88"/>
                  </a:lnTo>
                  <a:lnTo>
                    <a:pt x="147" y="85"/>
                  </a:lnTo>
                  <a:lnTo>
                    <a:pt x="150" y="84"/>
                  </a:lnTo>
                  <a:lnTo>
                    <a:pt x="172" y="84"/>
                  </a:lnTo>
                  <a:lnTo>
                    <a:pt x="172" y="84"/>
                  </a:lnTo>
                  <a:lnTo>
                    <a:pt x="174" y="85"/>
                  </a:lnTo>
                  <a:lnTo>
                    <a:pt x="176" y="88"/>
                  </a:lnTo>
                  <a:lnTo>
                    <a:pt x="176" y="88"/>
                  </a:lnTo>
                  <a:lnTo>
                    <a:pt x="174" y="91"/>
                  </a:lnTo>
                  <a:lnTo>
                    <a:pt x="172" y="92"/>
                  </a:lnTo>
                  <a:lnTo>
                    <a:pt x="150" y="92"/>
                  </a:lnTo>
                  <a:lnTo>
                    <a:pt x="150" y="92"/>
                  </a:lnTo>
                  <a:lnTo>
                    <a:pt x="147" y="91"/>
                  </a:lnTo>
                  <a:lnTo>
                    <a:pt x="146" y="88"/>
                  </a:lnTo>
                  <a:lnTo>
                    <a:pt x="146" y="88"/>
                  </a:lnTo>
                  <a:close/>
                  <a:moveTo>
                    <a:pt x="88" y="39"/>
                  </a:moveTo>
                  <a:lnTo>
                    <a:pt x="88" y="39"/>
                  </a:lnTo>
                  <a:lnTo>
                    <a:pt x="96" y="39"/>
                  </a:lnTo>
                  <a:lnTo>
                    <a:pt x="103" y="40"/>
                  </a:lnTo>
                  <a:lnTo>
                    <a:pt x="108" y="43"/>
                  </a:lnTo>
                  <a:lnTo>
                    <a:pt x="115" y="46"/>
                  </a:lnTo>
                  <a:lnTo>
                    <a:pt x="120" y="50"/>
                  </a:lnTo>
                  <a:lnTo>
                    <a:pt x="124" y="55"/>
                  </a:lnTo>
                  <a:lnTo>
                    <a:pt x="128" y="61"/>
                  </a:lnTo>
                  <a:lnTo>
                    <a:pt x="132" y="66"/>
                  </a:lnTo>
                  <a:lnTo>
                    <a:pt x="132" y="109"/>
                  </a:lnTo>
                  <a:lnTo>
                    <a:pt x="132" y="109"/>
                  </a:lnTo>
                  <a:lnTo>
                    <a:pt x="128" y="115"/>
                  </a:lnTo>
                  <a:lnTo>
                    <a:pt x="124" y="120"/>
                  </a:lnTo>
                  <a:lnTo>
                    <a:pt x="120" y="124"/>
                  </a:lnTo>
                  <a:lnTo>
                    <a:pt x="115" y="128"/>
                  </a:lnTo>
                  <a:lnTo>
                    <a:pt x="115" y="166"/>
                  </a:lnTo>
                  <a:lnTo>
                    <a:pt x="115" y="166"/>
                  </a:lnTo>
                  <a:lnTo>
                    <a:pt x="115" y="172"/>
                  </a:lnTo>
                  <a:lnTo>
                    <a:pt x="113" y="176"/>
                  </a:lnTo>
                  <a:lnTo>
                    <a:pt x="111" y="180"/>
                  </a:lnTo>
                  <a:lnTo>
                    <a:pt x="108" y="184"/>
                  </a:lnTo>
                  <a:lnTo>
                    <a:pt x="104" y="187"/>
                  </a:lnTo>
                  <a:lnTo>
                    <a:pt x="100" y="189"/>
                  </a:lnTo>
                  <a:lnTo>
                    <a:pt x="96" y="191"/>
                  </a:lnTo>
                  <a:lnTo>
                    <a:pt x="90" y="191"/>
                  </a:lnTo>
                  <a:lnTo>
                    <a:pt x="88" y="191"/>
                  </a:lnTo>
                  <a:lnTo>
                    <a:pt x="88" y="147"/>
                  </a:lnTo>
                  <a:lnTo>
                    <a:pt x="105" y="147"/>
                  </a:lnTo>
                  <a:lnTo>
                    <a:pt x="105" y="126"/>
                  </a:lnTo>
                  <a:lnTo>
                    <a:pt x="105" y="126"/>
                  </a:lnTo>
                  <a:lnTo>
                    <a:pt x="105" y="123"/>
                  </a:lnTo>
                  <a:lnTo>
                    <a:pt x="108" y="122"/>
                  </a:lnTo>
                  <a:lnTo>
                    <a:pt x="108" y="122"/>
                  </a:lnTo>
                  <a:lnTo>
                    <a:pt x="115" y="115"/>
                  </a:lnTo>
                  <a:lnTo>
                    <a:pt x="122" y="107"/>
                  </a:lnTo>
                  <a:lnTo>
                    <a:pt x="126" y="99"/>
                  </a:lnTo>
                  <a:lnTo>
                    <a:pt x="127" y="88"/>
                  </a:lnTo>
                  <a:lnTo>
                    <a:pt x="127" y="88"/>
                  </a:lnTo>
                  <a:lnTo>
                    <a:pt x="126" y="80"/>
                  </a:lnTo>
                  <a:lnTo>
                    <a:pt x="124" y="73"/>
                  </a:lnTo>
                  <a:lnTo>
                    <a:pt x="120" y="66"/>
                  </a:lnTo>
                  <a:lnTo>
                    <a:pt x="116" y="61"/>
                  </a:lnTo>
                  <a:lnTo>
                    <a:pt x="116" y="61"/>
                  </a:lnTo>
                  <a:lnTo>
                    <a:pt x="109" y="55"/>
                  </a:lnTo>
                  <a:lnTo>
                    <a:pt x="104" y="51"/>
                  </a:lnTo>
                  <a:lnTo>
                    <a:pt x="96" y="50"/>
                  </a:lnTo>
                  <a:lnTo>
                    <a:pt x="88" y="49"/>
                  </a:lnTo>
                  <a:lnTo>
                    <a:pt x="88" y="49"/>
                  </a:lnTo>
                  <a:lnTo>
                    <a:pt x="88" y="39"/>
                  </a:lnTo>
                  <a:lnTo>
                    <a:pt x="88" y="39"/>
                  </a:lnTo>
                  <a:lnTo>
                    <a:pt x="88" y="39"/>
                  </a:lnTo>
                  <a:close/>
                  <a:moveTo>
                    <a:pt x="132" y="36"/>
                  </a:moveTo>
                  <a:lnTo>
                    <a:pt x="128" y="40"/>
                  </a:lnTo>
                  <a:lnTo>
                    <a:pt x="128" y="40"/>
                  </a:lnTo>
                  <a:lnTo>
                    <a:pt x="127" y="43"/>
                  </a:lnTo>
                  <a:lnTo>
                    <a:pt x="128" y="47"/>
                  </a:lnTo>
                  <a:lnTo>
                    <a:pt x="128" y="47"/>
                  </a:lnTo>
                  <a:lnTo>
                    <a:pt x="130" y="49"/>
                  </a:lnTo>
                  <a:lnTo>
                    <a:pt x="132" y="49"/>
                  </a:lnTo>
                  <a:lnTo>
                    <a:pt x="132" y="36"/>
                  </a:lnTo>
                  <a:lnTo>
                    <a:pt x="132" y="36"/>
                  </a:lnTo>
                  <a:close/>
                  <a:moveTo>
                    <a:pt x="132" y="127"/>
                  </a:moveTo>
                  <a:lnTo>
                    <a:pt x="132" y="127"/>
                  </a:lnTo>
                  <a:lnTo>
                    <a:pt x="130" y="127"/>
                  </a:lnTo>
                  <a:lnTo>
                    <a:pt x="128" y="128"/>
                  </a:lnTo>
                  <a:lnTo>
                    <a:pt x="128" y="128"/>
                  </a:lnTo>
                  <a:lnTo>
                    <a:pt x="127" y="131"/>
                  </a:lnTo>
                  <a:lnTo>
                    <a:pt x="128" y="135"/>
                  </a:lnTo>
                  <a:lnTo>
                    <a:pt x="132" y="138"/>
                  </a:lnTo>
                  <a:lnTo>
                    <a:pt x="132" y="127"/>
                  </a:lnTo>
                  <a:lnTo>
                    <a:pt x="132" y="127"/>
                  </a:lnTo>
                  <a:close/>
                  <a:moveTo>
                    <a:pt x="88" y="30"/>
                  </a:moveTo>
                  <a:lnTo>
                    <a:pt x="88" y="0"/>
                  </a:lnTo>
                  <a:lnTo>
                    <a:pt x="88" y="0"/>
                  </a:lnTo>
                  <a:lnTo>
                    <a:pt x="92" y="1"/>
                  </a:lnTo>
                  <a:lnTo>
                    <a:pt x="92" y="4"/>
                  </a:lnTo>
                  <a:lnTo>
                    <a:pt x="92" y="26"/>
                  </a:lnTo>
                  <a:lnTo>
                    <a:pt x="92" y="26"/>
                  </a:lnTo>
                  <a:lnTo>
                    <a:pt x="92" y="28"/>
                  </a:lnTo>
                  <a:lnTo>
                    <a:pt x="88" y="30"/>
                  </a:lnTo>
                  <a:lnTo>
                    <a:pt x="88" y="30"/>
                  </a:lnTo>
                  <a:close/>
                  <a:moveTo>
                    <a:pt x="88" y="191"/>
                  </a:moveTo>
                  <a:lnTo>
                    <a:pt x="85" y="191"/>
                  </a:lnTo>
                  <a:lnTo>
                    <a:pt x="85" y="191"/>
                  </a:lnTo>
                  <a:lnTo>
                    <a:pt x="80" y="191"/>
                  </a:lnTo>
                  <a:lnTo>
                    <a:pt x="76" y="189"/>
                  </a:lnTo>
                  <a:lnTo>
                    <a:pt x="71" y="187"/>
                  </a:lnTo>
                  <a:lnTo>
                    <a:pt x="67" y="184"/>
                  </a:lnTo>
                  <a:lnTo>
                    <a:pt x="65" y="180"/>
                  </a:lnTo>
                  <a:lnTo>
                    <a:pt x="62" y="176"/>
                  </a:lnTo>
                  <a:lnTo>
                    <a:pt x="61" y="172"/>
                  </a:lnTo>
                  <a:lnTo>
                    <a:pt x="61" y="166"/>
                  </a:lnTo>
                  <a:lnTo>
                    <a:pt x="61" y="128"/>
                  </a:lnTo>
                  <a:lnTo>
                    <a:pt x="61" y="128"/>
                  </a:lnTo>
                  <a:lnTo>
                    <a:pt x="55" y="124"/>
                  </a:lnTo>
                  <a:lnTo>
                    <a:pt x="51" y="119"/>
                  </a:lnTo>
                  <a:lnTo>
                    <a:pt x="47" y="114"/>
                  </a:lnTo>
                  <a:lnTo>
                    <a:pt x="44" y="108"/>
                  </a:lnTo>
                  <a:lnTo>
                    <a:pt x="44" y="67"/>
                  </a:lnTo>
                  <a:lnTo>
                    <a:pt x="44" y="67"/>
                  </a:lnTo>
                  <a:lnTo>
                    <a:pt x="47" y="61"/>
                  </a:lnTo>
                  <a:lnTo>
                    <a:pt x="51" y="55"/>
                  </a:lnTo>
                  <a:lnTo>
                    <a:pt x="57" y="51"/>
                  </a:lnTo>
                  <a:lnTo>
                    <a:pt x="62" y="47"/>
                  </a:lnTo>
                  <a:lnTo>
                    <a:pt x="67" y="43"/>
                  </a:lnTo>
                  <a:lnTo>
                    <a:pt x="74" y="40"/>
                  </a:lnTo>
                  <a:lnTo>
                    <a:pt x="81" y="39"/>
                  </a:lnTo>
                  <a:lnTo>
                    <a:pt x="88" y="39"/>
                  </a:lnTo>
                  <a:lnTo>
                    <a:pt x="88" y="49"/>
                  </a:lnTo>
                  <a:lnTo>
                    <a:pt x="88" y="49"/>
                  </a:lnTo>
                  <a:lnTo>
                    <a:pt x="81" y="50"/>
                  </a:lnTo>
                  <a:lnTo>
                    <a:pt x="73" y="51"/>
                  </a:lnTo>
                  <a:lnTo>
                    <a:pt x="66" y="55"/>
                  </a:lnTo>
                  <a:lnTo>
                    <a:pt x="61" y="61"/>
                  </a:lnTo>
                  <a:lnTo>
                    <a:pt x="61" y="61"/>
                  </a:lnTo>
                  <a:lnTo>
                    <a:pt x="57" y="66"/>
                  </a:lnTo>
                  <a:lnTo>
                    <a:pt x="53" y="73"/>
                  </a:lnTo>
                  <a:lnTo>
                    <a:pt x="50" y="80"/>
                  </a:lnTo>
                  <a:lnTo>
                    <a:pt x="50" y="88"/>
                  </a:lnTo>
                  <a:lnTo>
                    <a:pt x="50" y="88"/>
                  </a:lnTo>
                  <a:lnTo>
                    <a:pt x="51" y="97"/>
                  </a:lnTo>
                  <a:lnTo>
                    <a:pt x="55" y="107"/>
                  </a:lnTo>
                  <a:lnTo>
                    <a:pt x="61" y="115"/>
                  </a:lnTo>
                  <a:lnTo>
                    <a:pt x="69" y="120"/>
                  </a:lnTo>
                  <a:lnTo>
                    <a:pt x="69" y="120"/>
                  </a:lnTo>
                  <a:lnTo>
                    <a:pt x="69" y="120"/>
                  </a:lnTo>
                  <a:lnTo>
                    <a:pt x="70" y="123"/>
                  </a:lnTo>
                  <a:lnTo>
                    <a:pt x="70" y="126"/>
                  </a:lnTo>
                  <a:lnTo>
                    <a:pt x="70" y="147"/>
                  </a:lnTo>
                  <a:lnTo>
                    <a:pt x="88" y="147"/>
                  </a:lnTo>
                  <a:lnTo>
                    <a:pt x="88" y="191"/>
                  </a:lnTo>
                  <a:lnTo>
                    <a:pt x="88" y="191"/>
                  </a:lnTo>
                  <a:close/>
                  <a:moveTo>
                    <a:pt x="88" y="0"/>
                  </a:moveTo>
                  <a:lnTo>
                    <a:pt x="88" y="30"/>
                  </a:lnTo>
                  <a:lnTo>
                    <a:pt x="88" y="30"/>
                  </a:lnTo>
                  <a:lnTo>
                    <a:pt x="88" y="30"/>
                  </a:lnTo>
                  <a:lnTo>
                    <a:pt x="88" y="30"/>
                  </a:lnTo>
                  <a:lnTo>
                    <a:pt x="88" y="30"/>
                  </a:lnTo>
                  <a:lnTo>
                    <a:pt x="85" y="28"/>
                  </a:lnTo>
                  <a:lnTo>
                    <a:pt x="84" y="26"/>
                  </a:lnTo>
                  <a:lnTo>
                    <a:pt x="84" y="4"/>
                  </a:lnTo>
                  <a:lnTo>
                    <a:pt x="84" y="4"/>
                  </a:lnTo>
                  <a:lnTo>
                    <a:pt x="85" y="1"/>
                  </a:lnTo>
                  <a:lnTo>
                    <a:pt x="88" y="0"/>
                  </a:lnTo>
                  <a:lnTo>
                    <a:pt x="88" y="0"/>
                  </a:lnTo>
                  <a:lnTo>
                    <a:pt x="88" y="0"/>
                  </a:lnTo>
                  <a:lnTo>
                    <a:pt x="88" y="0"/>
                  </a:lnTo>
                  <a:close/>
                  <a:moveTo>
                    <a:pt x="44" y="138"/>
                  </a:moveTo>
                  <a:lnTo>
                    <a:pt x="47" y="135"/>
                  </a:lnTo>
                  <a:lnTo>
                    <a:pt x="47" y="135"/>
                  </a:lnTo>
                  <a:lnTo>
                    <a:pt x="48" y="131"/>
                  </a:lnTo>
                  <a:lnTo>
                    <a:pt x="47" y="128"/>
                  </a:lnTo>
                  <a:lnTo>
                    <a:pt x="47" y="128"/>
                  </a:lnTo>
                  <a:lnTo>
                    <a:pt x="44" y="127"/>
                  </a:lnTo>
                  <a:lnTo>
                    <a:pt x="44" y="138"/>
                  </a:lnTo>
                  <a:lnTo>
                    <a:pt x="44" y="138"/>
                  </a:lnTo>
                  <a:close/>
                  <a:moveTo>
                    <a:pt x="44" y="49"/>
                  </a:moveTo>
                  <a:lnTo>
                    <a:pt x="44" y="49"/>
                  </a:lnTo>
                  <a:lnTo>
                    <a:pt x="47" y="47"/>
                  </a:lnTo>
                  <a:lnTo>
                    <a:pt x="47" y="47"/>
                  </a:lnTo>
                  <a:lnTo>
                    <a:pt x="48" y="43"/>
                  </a:lnTo>
                  <a:lnTo>
                    <a:pt x="47" y="40"/>
                  </a:lnTo>
                  <a:lnTo>
                    <a:pt x="44" y="38"/>
                  </a:lnTo>
                  <a:lnTo>
                    <a:pt x="44" y="49"/>
                  </a:lnTo>
                  <a:close/>
                  <a:moveTo>
                    <a:pt x="44" y="108"/>
                  </a:moveTo>
                  <a:lnTo>
                    <a:pt x="44" y="108"/>
                  </a:lnTo>
                  <a:lnTo>
                    <a:pt x="40" y="99"/>
                  </a:lnTo>
                  <a:lnTo>
                    <a:pt x="39" y="88"/>
                  </a:lnTo>
                  <a:lnTo>
                    <a:pt x="39" y="88"/>
                  </a:lnTo>
                  <a:lnTo>
                    <a:pt x="40" y="77"/>
                  </a:lnTo>
                  <a:lnTo>
                    <a:pt x="44" y="67"/>
                  </a:lnTo>
                  <a:lnTo>
                    <a:pt x="44" y="108"/>
                  </a:lnTo>
                  <a:lnTo>
                    <a:pt x="44" y="108"/>
                  </a:lnTo>
                  <a:close/>
                  <a:moveTo>
                    <a:pt x="44" y="38"/>
                  </a:moveTo>
                  <a:lnTo>
                    <a:pt x="44" y="49"/>
                  </a:lnTo>
                  <a:lnTo>
                    <a:pt x="44" y="49"/>
                  </a:lnTo>
                  <a:lnTo>
                    <a:pt x="40" y="47"/>
                  </a:lnTo>
                  <a:lnTo>
                    <a:pt x="40" y="47"/>
                  </a:lnTo>
                  <a:lnTo>
                    <a:pt x="25" y="31"/>
                  </a:lnTo>
                  <a:lnTo>
                    <a:pt x="25" y="31"/>
                  </a:lnTo>
                  <a:lnTo>
                    <a:pt x="24" y="28"/>
                  </a:lnTo>
                  <a:lnTo>
                    <a:pt x="25" y="26"/>
                  </a:lnTo>
                  <a:lnTo>
                    <a:pt x="25" y="26"/>
                  </a:lnTo>
                  <a:lnTo>
                    <a:pt x="28" y="24"/>
                  </a:lnTo>
                  <a:lnTo>
                    <a:pt x="32" y="26"/>
                  </a:lnTo>
                  <a:lnTo>
                    <a:pt x="44" y="38"/>
                  </a:lnTo>
                  <a:lnTo>
                    <a:pt x="44" y="38"/>
                  </a:lnTo>
                  <a:close/>
                  <a:moveTo>
                    <a:pt x="44" y="127"/>
                  </a:moveTo>
                  <a:lnTo>
                    <a:pt x="44" y="138"/>
                  </a:lnTo>
                  <a:lnTo>
                    <a:pt x="32" y="150"/>
                  </a:lnTo>
                  <a:lnTo>
                    <a:pt x="32" y="150"/>
                  </a:lnTo>
                  <a:lnTo>
                    <a:pt x="28" y="151"/>
                  </a:lnTo>
                  <a:lnTo>
                    <a:pt x="25" y="150"/>
                  </a:lnTo>
                  <a:lnTo>
                    <a:pt x="25" y="150"/>
                  </a:lnTo>
                  <a:lnTo>
                    <a:pt x="24" y="147"/>
                  </a:lnTo>
                  <a:lnTo>
                    <a:pt x="25" y="143"/>
                  </a:lnTo>
                  <a:lnTo>
                    <a:pt x="40" y="128"/>
                  </a:lnTo>
                  <a:lnTo>
                    <a:pt x="40" y="128"/>
                  </a:lnTo>
                  <a:lnTo>
                    <a:pt x="40" y="128"/>
                  </a:lnTo>
                  <a:lnTo>
                    <a:pt x="44" y="127"/>
                  </a:lnTo>
                  <a:lnTo>
                    <a:pt x="44" y="127"/>
                  </a:lnTo>
                  <a:close/>
                  <a:moveTo>
                    <a:pt x="4" y="84"/>
                  </a:moveTo>
                  <a:lnTo>
                    <a:pt x="4" y="84"/>
                  </a:lnTo>
                  <a:lnTo>
                    <a:pt x="25" y="84"/>
                  </a:lnTo>
                  <a:lnTo>
                    <a:pt x="25" y="84"/>
                  </a:lnTo>
                  <a:lnTo>
                    <a:pt x="29" y="85"/>
                  </a:lnTo>
                  <a:lnTo>
                    <a:pt x="31" y="88"/>
                  </a:lnTo>
                  <a:lnTo>
                    <a:pt x="31" y="88"/>
                  </a:lnTo>
                  <a:lnTo>
                    <a:pt x="29" y="91"/>
                  </a:lnTo>
                  <a:lnTo>
                    <a:pt x="25" y="92"/>
                  </a:lnTo>
                  <a:lnTo>
                    <a:pt x="4" y="92"/>
                  </a:lnTo>
                  <a:lnTo>
                    <a:pt x="4" y="92"/>
                  </a:lnTo>
                  <a:lnTo>
                    <a:pt x="1" y="91"/>
                  </a:lnTo>
                  <a:lnTo>
                    <a:pt x="0" y="88"/>
                  </a:lnTo>
                  <a:lnTo>
                    <a:pt x="0" y="88"/>
                  </a:lnTo>
                  <a:lnTo>
                    <a:pt x="1" y="85"/>
                  </a:lnTo>
                  <a:lnTo>
                    <a:pt x="4" y="84"/>
                  </a:lnTo>
                  <a:lnTo>
                    <a:pt x="4" y="84"/>
                  </a:lnTo>
                  <a:close/>
                </a:path>
              </a:pathLst>
            </a:custGeom>
            <a:solidFill>
              <a:schemeClr val="accent3"/>
            </a:solidFill>
            <a:ln>
              <a:noFill/>
            </a:ln>
          </p:spPr>
          <p:txBody>
            <a:bodyPr lIns="91438" tIns="45719" rIns="91438" bIns="45719"/>
            <a:lstStyle/>
            <a:p>
              <a:pPr>
                <a:defRPr/>
              </a:pPr>
              <a:endParaRPr lang="zh-CN" altLang="en-US"/>
            </a:p>
          </p:txBody>
        </p:sp>
        <p:sp>
          <p:nvSpPr>
            <p:cNvPr id="75811" name="Freeform 177">
              <a:extLst>
                <a:ext uri="{FF2B5EF4-FFF2-40B4-BE49-F238E27FC236}">
                  <a16:creationId xmlns:a16="http://schemas.microsoft.com/office/drawing/2014/main" id="{4E87757A-4C94-1B4B-9371-FC04E392ECA0}"/>
                </a:ext>
              </a:extLst>
            </p:cNvPr>
            <p:cNvSpPr>
              <a:spLocks noEditPoints="1"/>
            </p:cNvSpPr>
            <p:nvPr/>
          </p:nvSpPr>
          <p:spPr bwMode="auto">
            <a:xfrm>
              <a:off x="1847059" y="1765031"/>
              <a:ext cx="419045" cy="606566"/>
            </a:xfrm>
            <a:custGeom>
              <a:avLst/>
              <a:gdLst>
                <a:gd name="T0" fmla="*/ 2147483646 w 264"/>
                <a:gd name="T1" fmla="*/ 2147483646 h 382"/>
                <a:gd name="T2" fmla="*/ 2147483646 w 264"/>
                <a:gd name="T3" fmla="*/ 2147483646 h 382"/>
                <a:gd name="T4" fmla="*/ 2147483646 w 264"/>
                <a:gd name="T5" fmla="*/ 2147483646 h 382"/>
                <a:gd name="T6" fmla="*/ 2147483646 w 264"/>
                <a:gd name="T7" fmla="*/ 2147483646 h 382"/>
                <a:gd name="T8" fmla="*/ 2147483646 w 264"/>
                <a:gd name="T9" fmla="*/ 2147483646 h 382"/>
                <a:gd name="T10" fmla="*/ 2147483646 w 264"/>
                <a:gd name="T11" fmla="*/ 2147483646 h 382"/>
                <a:gd name="T12" fmla="*/ 2147483646 w 264"/>
                <a:gd name="T13" fmla="*/ 2147483646 h 382"/>
                <a:gd name="T14" fmla="*/ 2147483646 w 264"/>
                <a:gd name="T15" fmla="*/ 2147483646 h 382"/>
                <a:gd name="T16" fmla="*/ 2147483646 w 264"/>
                <a:gd name="T17" fmla="*/ 2147483646 h 382"/>
                <a:gd name="T18" fmla="*/ 2147483646 w 264"/>
                <a:gd name="T19" fmla="*/ 2147483646 h 382"/>
                <a:gd name="T20" fmla="*/ 2147483646 w 264"/>
                <a:gd name="T21" fmla="*/ 2147483646 h 382"/>
                <a:gd name="T22" fmla="*/ 2147483646 w 264"/>
                <a:gd name="T23" fmla="*/ 2147483646 h 382"/>
                <a:gd name="T24" fmla="*/ 2147483646 w 264"/>
                <a:gd name="T25" fmla="*/ 2147483646 h 382"/>
                <a:gd name="T26" fmla="*/ 2147483646 w 264"/>
                <a:gd name="T27" fmla="*/ 2147483646 h 382"/>
                <a:gd name="T28" fmla="*/ 2147483646 w 264"/>
                <a:gd name="T29" fmla="*/ 2147483646 h 382"/>
                <a:gd name="T30" fmla="*/ 2147483646 w 264"/>
                <a:gd name="T31" fmla="*/ 2147483646 h 382"/>
                <a:gd name="T32" fmla="*/ 2147483646 w 264"/>
                <a:gd name="T33" fmla="*/ 2147483646 h 382"/>
                <a:gd name="T34" fmla="*/ 2147483646 w 264"/>
                <a:gd name="T35" fmla="*/ 2147483646 h 382"/>
                <a:gd name="T36" fmla="*/ 2147483646 w 264"/>
                <a:gd name="T37" fmla="*/ 2147483646 h 382"/>
                <a:gd name="T38" fmla="*/ 2147483646 w 264"/>
                <a:gd name="T39" fmla="*/ 2147483646 h 382"/>
                <a:gd name="T40" fmla="*/ 2147483646 w 264"/>
                <a:gd name="T41" fmla="*/ 2147483646 h 382"/>
                <a:gd name="T42" fmla="*/ 2147483646 w 264"/>
                <a:gd name="T43" fmla="*/ 2147483646 h 382"/>
                <a:gd name="T44" fmla="*/ 2147483646 w 264"/>
                <a:gd name="T45" fmla="*/ 2147483646 h 382"/>
                <a:gd name="T46" fmla="*/ 2147483646 w 264"/>
                <a:gd name="T47" fmla="*/ 2147483646 h 382"/>
                <a:gd name="T48" fmla="*/ 2147483646 w 264"/>
                <a:gd name="T49" fmla="*/ 2147483646 h 382"/>
                <a:gd name="T50" fmla="*/ 2147483646 w 264"/>
                <a:gd name="T51" fmla="*/ 2147483646 h 382"/>
                <a:gd name="T52" fmla="*/ 2147483646 w 264"/>
                <a:gd name="T53" fmla="*/ 2147483646 h 382"/>
                <a:gd name="T54" fmla="*/ 2147483646 w 264"/>
                <a:gd name="T55" fmla="*/ 2147483646 h 382"/>
                <a:gd name="T56" fmla="*/ 2147483646 w 264"/>
                <a:gd name="T57" fmla="*/ 2147483646 h 382"/>
                <a:gd name="T58" fmla="*/ 2147483646 w 264"/>
                <a:gd name="T59" fmla="*/ 2147483646 h 382"/>
                <a:gd name="T60" fmla="*/ 2147483646 w 264"/>
                <a:gd name="T61" fmla="*/ 2147483646 h 382"/>
                <a:gd name="T62" fmla="*/ 2147483646 w 264"/>
                <a:gd name="T63" fmla="*/ 2147483646 h 382"/>
                <a:gd name="T64" fmla="*/ 2147483646 w 264"/>
                <a:gd name="T65" fmla="*/ 2147483646 h 382"/>
                <a:gd name="T66" fmla="*/ 2147483646 w 264"/>
                <a:gd name="T67" fmla="*/ 2147483646 h 382"/>
                <a:gd name="T68" fmla="*/ 2147483646 w 264"/>
                <a:gd name="T69" fmla="*/ 2147483646 h 382"/>
                <a:gd name="T70" fmla="*/ 2147483646 w 264"/>
                <a:gd name="T71" fmla="*/ 2147483646 h 382"/>
                <a:gd name="T72" fmla="*/ 2147483646 w 264"/>
                <a:gd name="T73" fmla="*/ 2147483646 h 382"/>
                <a:gd name="T74" fmla="*/ 2147483646 w 264"/>
                <a:gd name="T75" fmla="*/ 2147483646 h 382"/>
                <a:gd name="T76" fmla="*/ 2147483646 w 264"/>
                <a:gd name="T77" fmla="*/ 2147483646 h 382"/>
                <a:gd name="T78" fmla="*/ 2147483646 w 264"/>
                <a:gd name="T79" fmla="*/ 0 h 382"/>
                <a:gd name="T80" fmla="*/ 2147483646 w 264"/>
                <a:gd name="T81" fmla="*/ 2147483646 h 382"/>
                <a:gd name="T82" fmla="*/ 2147483646 w 264"/>
                <a:gd name="T83" fmla="*/ 2147483646 h 382"/>
                <a:gd name="T84" fmla="*/ 2147483646 w 264"/>
                <a:gd name="T85" fmla="*/ 2147483646 h 382"/>
                <a:gd name="T86" fmla="*/ 2147483646 w 264"/>
                <a:gd name="T87" fmla="*/ 2147483646 h 382"/>
                <a:gd name="T88" fmla="*/ 2147483646 w 264"/>
                <a:gd name="T89" fmla="*/ 2147483646 h 382"/>
                <a:gd name="T90" fmla="*/ 2147483646 w 264"/>
                <a:gd name="T91" fmla="*/ 2147483646 h 382"/>
                <a:gd name="T92" fmla="*/ 2147483646 w 264"/>
                <a:gd name="T93" fmla="*/ 2147483646 h 382"/>
                <a:gd name="T94" fmla="*/ 0 w 264"/>
                <a:gd name="T95" fmla="*/ 2147483646 h 382"/>
                <a:gd name="T96" fmla="*/ 2147483646 w 264"/>
                <a:gd name="T97" fmla="*/ 2147483646 h 382"/>
                <a:gd name="T98" fmla="*/ 2147483646 w 264"/>
                <a:gd name="T99" fmla="*/ 2147483646 h 382"/>
                <a:gd name="T100" fmla="*/ 2147483646 w 264"/>
                <a:gd name="T101" fmla="*/ 2147483646 h 382"/>
                <a:gd name="T102" fmla="*/ 2147483646 w 264"/>
                <a:gd name="T103" fmla="*/ 2147483646 h 382"/>
                <a:gd name="T104" fmla="*/ 2147483646 w 264"/>
                <a:gd name="T105" fmla="*/ 2147483646 h 382"/>
                <a:gd name="T106" fmla="*/ 2147483646 w 264"/>
                <a:gd name="T107" fmla="*/ 2147483646 h 382"/>
                <a:gd name="T108" fmla="*/ 2147483646 w 264"/>
                <a:gd name="T109" fmla="*/ 2147483646 h 382"/>
                <a:gd name="T110" fmla="*/ 2147483646 w 264"/>
                <a:gd name="T111" fmla="*/ 2147483646 h 382"/>
                <a:gd name="T112" fmla="*/ 2147483646 w 264"/>
                <a:gd name="T113" fmla="*/ 2147483646 h 382"/>
                <a:gd name="T114" fmla="*/ 2147483646 w 264"/>
                <a:gd name="T115" fmla="*/ 2147483646 h 382"/>
                <a:gd name="T116" fmla="*/ 2147483646 w 264"/>
                <a:gd name="T117" fmla="*/ 2147483646 h 382"/>
                <a:gd name="T118" fmla="*/ 2147483646 w 264"/>
                <a:gd name="T119" fmla="*/ 2147483646 h 382"/>
                <a:gd name="T120" fmla="*/ 2147483646 w 264"/>
                <a:gd name="T121" fmla="*/ 2147483646 h 382"/>
                <a:gd name="T122" fmla="*/ 2147483646 w 264"/>
                <a:gd name="T123" fmla="*/ 2147483646 h 38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64" h="382">
                  <a:moveTo>
                    <a:pt x="174" y="20"/>
                  </a:moveTo>
                  <a:lnTo>
                    <a:pt x="132" y="7"/>
                  </a:lnTo>
                  <a:lnTo>
                    <a:pt x="132" y="151"/>
                  </a:lnTo>
                  <a:lnTo>
                    <a:pt x="140" y="126"/>
                  </a:lnTo>
                  <a:lnTo>
                    <a:pt x="156" y="128"/>
                  </a:lnTo>
                  <a:lnTo>
                    <a:pt x="172" y="134"/>
                  </a:lnTo>
                  <a:lnTo>
                    <a:pt x="186" y="142"/>
                  </a:lnTo>
                  <a:lnTo>
                    <a:pt x="197" y="153"/>
                  </a:lnTo>
                  <a:lnTo>
                    <a:pt x="206" y="166"/>
                  </a:lnTo>
                  <a:lnTo>
                    <a:pt x="214" y="180"/>
                  </a:lnTo>
                  <a:lnTo>
                    <a:pt x="218" y="196"/>
                  </a:lnTo>
                  <a:lnTo>
                    <a:pt x="220" y="204"/>
                  </a:lnTo>
                  <a:lnTo>
                    <a:pt x="220" y="212"/>
                  </a:lnTo>
                  <a:lnTo>
                    <a:pt x="220" y="222"/>
                  </a:lnTo>
                  <a:lnTo>
                    <a:pt x="218" y="230"/>
                  </a:lnTo>
                  <a:lnTo>
                    <a:pt x="215" y="239"/>
                  </a:lnTo>
                  <a:lnTo>
                    <a:pt x="213" y="246"/>
                  </a:lnTo>
                  <a:lnTo>
                    <a:pt x="210" y="254"/>
                  </a:lnTo>
                  <a:lnTo>
                    <a:pt x="205" y="262"/>
                  </a:lnTo>
                  <a:lnTo>
                    <a:pt x="194" y="275"/>
                  </a:lnTo>
                  <a:lnTo>
                    <a:pt x="182" y="286"/>
                  </a:lnTo>
                  <a:lnTo>
                    <a:pt x="174" y="290"/>
                  </a:lnTo>
                  <a:lnTo>
                    <a:pt x="167" y="294"/>
                  </a:lnTo>
                  <a:lnTo>
                    <a:pt x="159" y="296"/>
                  </a:lnTo>
                  <a:lnTo>
                    <a:pt x="150" y="299"/>
                  </a:lnTo>
                  <a:lnTo>
                    <a:pt x="141" y="300"/>
                  </a:lnTo>
                  <a:lnTo>
                    <a:pt x="132" y="300"/>
                  </a:lnTo>
                  <a:lnTo>
                    <a:pt x="132" y="327"/>
                  </a:lnTo>
                  <a:lnTo>
                    <a:pt x="138" y="329"/>
                  </a:lnTo>
                  <a:lnTo>
                    <a:pt x="144" y="333"/>
                  </a:lnTo>
                  <a:lnTo>
                    <a:pt x="148" y="338"/>
                  </a:lnTo>
                  <a:lnTo>
                    <a:pt x="149" y="345"/>
                  </a:lnTo>
                  <a:lnTo>
                    <a:pt x="148" y="353"/>
                  </a:lnTo>
                  <a:lnTo>
                    <a:pt x="144" y="359"/>
                  </a:lnTo>
                  <a:lnTo>
                    <a:pt x="138" y="363"/>
                  </a:lnTo>
                  <a:lnTo>
                    <a:pt x="132" y="364"/>
                  </a:lnTo>
                  <a:lnTo>
                    <a:pt x="132" y="382"/>
                  </a:lnTo>
                  <a:lnTo>
                    <a:pt x="228" y="382"/>
                  </a:lnTo>
                  <a:lnTo>
                    <a:pt x="228" y="361"/>
                  </a:lnTo>
                  <a:lnTo>
                    <a:pt x="228" y="357"/>
                  </a:lnTo>
                  <a:lnTo>
                    <a:pt x="225" y="353"/>
                  </a:lnTo>
                  <a:lnTo>
                    <a:pt x="221" y="349"/>
                  </a:lnTo>
                  <a:lnTo>
                    <a:pt x="215" y="345"/>
                  </a:lnTo>
                  <a:lnTo>
                    <a:pt x="201" y="340"/>
                  </a:lnTo>
                  <a:lnTo>
                    <a:pt x="182" y="336"/>
                  </a:lnTo>
                  <a:lnTo>
                    <a:pt x="199" y="326"/>
                  </a:lnTo>
                  <a:lnTo>
                    <a:pt x="214" y="315"/>
                  </a:lnTo>
                  <a:lnTo>
                    <a:pt x="229" y="302"/>
                  </a:lnTo>
                  <a:lnTo>
                    <a:pt x="241" y="287"/>
                  </a:lnTo>
                  <a:lnTo>
                    <a:pt x="251" y="271"/>
                  </a:lnTo>
                  <a:lnTo>
                    <a:pt x="257" y="253"/>
                  </a:lnTo>
                  <a:lnTo>
                    <a:pt x="263" y="233"/>
                  </a:lnTo>
                  <a:lnTo>
                    <a:pt x="264" y="212"/>
                  </a:lnTo>
                  <a:lnTo>
                    <a:pt x="263" y="200"/>
                  </a:lnTo>
                  <a:lnTo>
                    <a:pt x="262" y="189"/>
                  </a:lnTo>
                  <a:lnTo>
                    <a:pt x="259" y="177"/>
                  </a:lnTo>
                  <a:lnTo>
                    <a:pt x="256" y="166"/>
                  </a:lnTo>
                  <a:lnTo>
                    <a:pt x="251" y="156"/>
                  </a:lnTo>
                  <a:lnTo>
                    <a:pt x="245" y="146"/>
                  </a:lnTo>
                  <a:lnTo>
                    <a:pt x="240" y="137"/>
                  </a:lnTo>
                  <a:lnTo>
                    <a:pt x="232" y="127"/>
                  </a:lnTo>
                  <a:lnTo>
                    <a:pt x="225" y="119"/>
                  </a:lnTo>
                  <a:lnTo>
                    <a:pt x="215" y="111"/>
                  </a:lnTo>
                  <a:lnTo>
                    <a:pt x="207" y="104"/>
                  </a:lnTo>
                  <a:lnTo>
                    <a:pt x="198" y="99"/>
                  </a:lnTo>
                  <a:lnTo>
                    <a:pt x="187" y="93"/>
                  </a:lnTo>
                  <a:lnTo>
                    <a:pt x="176" y="88"/>
                  </a:lnTo>
                  <a:lnTo>
                    <a:pt x="165" y="85"/>
                  </a:lnTo>
                  <a:lnTo>
                    <a:pt x="153" y="82"/>
                  </a:lnTo>
                  <a:lnTo>
                    <a:pt x="174" y="20"/>
                  </a:lnTo>
                  <a:close/>
                  <a:moveTo>
                    <a:pt x="132" y="7"/>
                  </a:moveTo>
                  <a:lnTo>
                    <a:pt x="111" y="0"/>
                  </a:lnTo>
                  <a:lnTo>
                    <a:pt x="56" y="174"/>
                  </a:lnTo>
                  <a:lnTo>
                    <a:pt x="118" y="195"/>
                  </a:lnTo>
                  <a:lnTo>
                    <a:pt x="132" y="151"/>
                  </a:lnTo>
                  <a:lnTo>
                    <a:pt x="132" y="7"/>
                  </a:lnTo>
                  <a:close/>
                  <a:moveTo>
                    <a:pt x="132" y="300"/>
                  </a:moveTo>
                  <a:lnTo>
                    <a:pt x="132" y="300"/>
                  </a:lnTo>
                  <a:lnTo>
                    <a:pt x="118" y="299"/>
                  </a:lnTo>
                  <a:lnTo>
                    <a:pt x="104" y="296"/>
                  </a:lnTo>
                  <a:lnTo>
                    <a:pt x="92" y="291"/>
                  </a:lnTo>
                  <a:lnTo>
                    <a:pt x="80" y="284"/>
                  </a:lnTo>
                  <a:lnTo>
                    <a:pt x="119" y="284"/>
                  </a:lnTo>
                  <a:lnTo>
                    <a:pt x="119" y="260"/>
                  </a:lnTo>
                  <a:lnTo>
                    <a:pt x="58" y="260"/>
                  </a:lnTo>
                  <a:lnTo>
                    <a:pt x="10" y="260"/>
                  </a:lnTo>
                  <a:lnTo>
                    <a:pt x="0" y="260"/>
                  </a:lnTo>
                  <a:lnTo>
                    <a:pt x="0" y="284"/>
                  </a:lnTo>
                  <a:lnTo>
                    <a:pt x="22" y="284"/>
                  </a:lnTo>
                  <a:lnTo>
                    <a:pt x="34" y="300"/>
                  </a:lnTo>
                  <a:lnTo>
                    <a:pt x="48" y="314"/>
                  </a:lnTo>
                  <a:lnTo>
                    <a:pt x="65" y="326"/>
                  </a:lnTo>
                  <a:lnTo>
                    <a:pt x="83" y="336"/>
                  </a:lnTo>
                  <a:lnTo>
                    <a:pt x="64" y="340"/>
                  </a:lnTo>
                  <a:lnTo>
                    <a:pt x="49" y="345"/>
                  </a:lnTo>
                  <a:lnTo>
                    <a:pt x="44" y="349"/>
                  </a:lnTo>
                  <a:lnTo>
                    <a:pt x="39" y="353"/>
                  </a:lnTo>
                  <a:lnTo>
                    <a:pt x="37" y="357"/>
                  </a:lnTo>
                  <a:lnTo>
                    <a:pt x="35" y="361"/>
                  </a:lnTo>
                  <a:lnTo>
                    <a:pt x="35" y="382"/>
                  </a:lnTo>
                  <a:lnTo>
                    <a:pt x="132" y="382"/>
                  </a:lnTo>
                  <a:lnTo>
                    <a:pt x="132" y="364"/>
                  </a:lnTo>
                  <a:lnTo>
                    <a:pt x="125" y="363"/>
                  </a:lnTo>
                  <a:lnTo>
                    <a:pt x="119" y="359"/>
                  </a:lnTo>
                  <a:lnTo>
                    <a:pt x="115" y="353"/>
                  </a:lnTo>
                  <a:lnTo>
                    <a:pt x="114" y="345"/>
                  </a:lnTo>
                  <a:lnTo>
                    <a:pt x="115" y="338"/>
                  </a:lnTo>
                  <a:lnTo>
                    <a:pt x="119" y="333"/>
                  </a:lnTo>
                  <a:lnTo>
                    <a:pt x="125" y="329"/>
                  </a:lnTo>
                  <a:lnTo>
                    <a:pt x="132" y="327"/>
                  </a:lnTo>
                  <a:lnTo>
                    <a:pt x="132" y="300"/>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91438" tIns="45719" rIns="91438" bIns="45719"/>
            <a:lstStyle/>
            <a:p>
              <a:endParaRPr lang="en-US"/>
            </a:p>
          </p:txBody>
        </p:sp>
        <p:grpSp>
          <p:nvGrpSpPr>
            <p:cNvPr id="187" name="组合 197">
              <a:extLst>
                <a:ext uri="{FF2B5EF4-FFF2-40B4-BE49-F238E27FC236}">
                  <a16:creationId xmlns:a16="http://schemas.microsoft.com/office/drawing/2014/main" id="{30EDF144-1353-4A87-91C1-4D646AD86650}"/>
                </a:ext>
              </a:extLst>
            </p:cNvPr>
            <p:cNvGrpSpPr/>
            <p:nvPr/>
          </p:nvGrpSpPr>
          <p:grpSpPr>
            <a:xfrm>
              <a:off x="2186738" y="1680874"/>
              <a:ext cx="363491" cy="220714"/>
              <a:chOff x="3143251" y="1577975"/>
              <a:chExt cx="363538" cy="220663"/>
            </a:xfrm>
            <a:solidFill>
              <a:schemeClr val="accent6"/>
            </a:solidFill>
          </p:grpSpPr>
          <p:sp>
            <p:nvSpPr>
              <p:cNvPr id="188" name="Freeform 178">
                <a:extLst>
                  <a:ext uri="{FF2B5EF4-FFF2-40B4-BE49-F238E27FC236}">
                    <a16:creationId xmlns:a16="http://schemas.microsoft.com/office/drawing/2014/main" id="{EEB1D787-D41E-47F1-843B-95AA919BA744}"/>
                  </a:ext>
                </a:extLst>
              </p:cNvPr>
              <p:cNvSpPr>
                <a:spLocks noEditPoints="1"/>
              </p:cNvSpPr>
              <p:nvPr/>
            </p:nvSpPr>
            <p:spPr bwMode="auto">
              <a:xfrm>
                <a:off x="3143251" y="1577975"/>
                <a:ext cx="215900" cy="212725"/>
              </a:xfrm>
              <a:custGeom>
                <a:avLst/>
                <a:gdLst>
                  <a:gd name="T0" fmla="*/ 68 w 136"/>
                  <a:gd name="T1" fmla="*/ 0 h 134"/>
                  <a:gd name="T2" fmla="*/ 94 w 136"/>
                  <a:gd name="T3" fmla="*/ 4 h 134"/>
                  <a:gd name="T4" fmla="*/ 106 w 136"/>
                  <a:gd name="T5" fmla="*/ 11 h 134"/>
                  <a:gd name="T6" fmla="*/ 125 w 136"/>
                  <a:gd name="T7" fmla="*/ 28 h 134"/>
                  <a:gd name="T8" fmla="*/ 134 w 136"/>
                  <a:gd name="T9" fmla="*/ 53 h 134"/>
                  <a:gd name="T10" fmla="*/ 134 w 136"/>
                  <a:gd name="T11" fmla="*/ 79 h 134"/>
                  <a:gd name="T12" fmla="*/ 131 w 136"/>
                  <a:gd name="T13" fmla="*/ 92 h 134"/>
                  <a:gd name="T14" fmla="*/ 121 w 136"/>
                  <a:gd name="T15" fmla="*/ 110 h 134"/>
                  <a:gd name="T16" fmla="*/ 106 w 136"/>
                  <a:gd name="T17" fmla="*/ 123 h 134"/>
                  <a:gd name="T18" fmla="*/ 88 w 136"/>
                  <a:gd name="T19" fmla="*/ 131 h 134"/>
                  <a:gd name="T20" fmla="*/ 68 w 136"/>
                  <a:gd name="T21" fmla="*/ 134 h 134"/>
                  <a:gd name="T22" fmla="*/ 68 w 136"/>
                  <a:gd name="T23" fmla="*/ 122 h 134"/>
                  <a:gd name="T24" fmla="*/ 84 w 136"/>
                  <a:gd name="T25" fmla="*/ 119 h 134"/>
                  <a:gd name="T26" fmla="*/ 99 w 136"/>
                  <a:gd name="T27" fmla="*/ 112 h 134"/>
                  <a:gd name="T28" fmla="*/ 111 w 136"/>
                  <a:gd name="T29" fmla="*/ 102 h 134"/>
                  <a:gd name="T30" fmla="*/ 119 w 136"/>
                  <a:gd name="T31" fmla="*/ 87 h 134"/>
                  <a:gd name="T32" fmla="*/ 119 w 136"/>
                  <a:gd name="T33" fmla="*/ 87 h 134"/>
                  <a:gd name="T34" fmla="*/ 123 w 136"/>
                  <a:gd name="T35" fmla="*/ 66 h 134"/>
                  <a:gd name="T36" fmla="*/ 119 w 136"/>
                  <a:gd name="T37" fmla="*/ 45 h 134"/>
                  <a:gd name="T38" fmla="*/ 107 w 136"/>
                  <a:gd name="T39" fmla="*/ 28 h 134"/>
                  <a:gd name="T40" fmla="*/ 88 w 136"/>
                  <a:gd name="T41" fmla="*/ 16 h 134"/>
                  <a:gd name="T42" fmla="*/ 79 w 136"/>
                  <a:gd name="T43" fmla="*/ 14 h 134"/>
                  <a:gd name="T44" fmla="*/ 68 w 136"/>
                  <a:gd name="T45" fmla="*/ 0 h 134"/>
                  <a:gd name="T46" fmla="*/ 6 w 136"/>
                  <a:gd name="T47" fmla="*/ 42 h 134"/>
                  <a:gd name="T48" fmla="*/ 16 w 136"/>
                  <a:gd name="T49" fmla="*/ 24 h 134"/>
                  <a:gd name="T50" fmla="*/ 31 w 136"/>
                  <a:gd name="T51" fmla="*/ 11 h 134"/>
                  <a:gd name="T52" fmla="*/ 49 w 136"/>
                  <a:gd name="T53" fmla="*/ 3 h 134"/>
                  <a:gd name="T54" fmla="*/ 68 w 136"/>
                  <a:gd name="T55" fmla="*/ 0 h 134"/>
                  <a:gd name="T56" fmla="*/ 68 w 136"/>
                  <a:gd name="T57" fmla="*/ 12 h 134"/>
                  <a:gd name="T58" fmla="*/ 52 w 136"/>
                  <a:gd name="T59" fmla="*/ 15 h 134"/>
                  <a:gd name="T60" fmla="*/ 38 w 136"/>
                  <a:gd name="T61" fmla="*/ 22 h 134"/>
                  <a:gd name="T62" fmla="*/ 26 w 136"/>
                  <a:gd name="T63" fmla="*/ 33 h 134"/>
                  <a:gd name="T64" fmla="*/ 18 w 136"/>
                  <a:gd name="T65" fmla="*/ 46 h 134"/>
                  <a:gd name="T66" fmla="*/ 14 w 136"/>
                  <a:gd name="T67" fmla="*/ 57 h 134"/>
                  <a:gd name="T68" fmla="*/ 15 w 136"/>
                  <a:gd name="T69" fmla="*/ 79 h 134"/>
                  <a:gd name="T70" fmla="*/ 23 w 136"/>
                  <a:gd name="T71" fmla="*/ 98 h 134"/>
                  <a:gd name="T72" fmla="*/ 38 w 136"/>
                  <a:gd name="T73" fmla="*/ 112 h 134"/>
                  <a:gd name="T74" fmla="*/ 48 w 136"/>
                  <a:gd name="T75" fmla="*/ 118 h 134"/>
                  <a:gd name="T76" fmla="*/ 68 w 136"/>
                  <a:gd name="T77" fmla="*/ 122 h 134"/>
                  <a:gd name="T78" fmla="*/ 68 w 136"/>
                  <a:gd name="T79" fmla="*/ 134 h 134"/>
                  <a:gd name="T80" fmla="*/ 43 w 136"/>
                  <a:gd name="T81" fmla="*/ 130 h 134"/>
                  <a:gd name="T82" fmla="*/ 31 w 136"/>
                  <a:gd name="T83" fmla="*/ 123 h 134"/>
                  <a:gd name="T84" fmla="*/ 12 w 136"/>
                  <a:gd name="T85" fmla="*/ 104 h 134"/>
                  <a:gd name="T86" fmla="*/ 3 w 136"/>
                  <a:gd name="T87" fmla="*/ 81 h 134"/>
                  <a:gd name="T88" fmla="*/ 1 w 136"/>
                  <a:gd name="T89" fmla="*/ 56 h 134"/>
                  <a:gd name="T90" fmla="*/ 6 w 136"/>
                  <a:gd name="T91" fmla="*/ 4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36" h="134">
                    <a:moveTo>
                      <a:pt x="68" y="0"/>
                    </a:moveTo>
                    <a:lnTo>
                      <a:pt x="68" y="0"/>
                    </a:lnTo>
                    <a:lnTo>
                      <a:pt x="81" y="0"/>
                    </a:lnTo>
                    <a:lnTo>
                      <a:pt x="94" y="4"/>
                    </a:lnTo>
                    <a:lnTo>
                      <a:pt x="94" y="4"/>
                    </a:lnTo>
                    <a:lnTo>
                      <a:pt x="106" y="11"/>
                    </a:lnTo>
                    <a:lnTo>
                      <a:pt x="115" y="19"/>
                    </a:lnTo>
                    <a:lnTo>
                      <a:pt x="125" y="28"/>
                    </a:lnTo>
                    <a:lnTo>
                      <a:pt x="130" y="41"/>
                    </a:lnTo>
                    <a:lnTo>
                      <a:pt x="134" y="53"/>
                    </a:lnTo>
                    <a:lnTo>
                      <a:pt x="136" y="65"/>
                    </a:lnTo>
                    <a:lnTo>
                      <a:pt x="134" y="79"/>
                    </a:lnTo>
                    <a:lnTo>
                      <a:pt x="131" y="92"/>
                    </a:lnTo>
                    <a:lnTo>
                      <a:pt x="131" y="92"/>
                    </a:lnTo>
                    <a:lnTo>
                      <a:pt x="126" y="102"/>
                    </a:lnTo>
                    <a:lnTo>
                      <a:pt x="121" y="110"/>
                    </a:lnTo>
                    <a:lnTo>
                      <a:pt x="114" y="116"/>
                    </a:lnTo>
                    <a:lnTo>
                      <a:pt x="106" y="123"/>
                    </a:lnTo>
                    <a:lnTo>
                      <a:pt x="98" y="129"/>
                    </a:lnTo>
                    <a:lnTo>
                      <a:pt x="88" y="131"/>
                    </a:lnTo>
                    <a:lnTo>
                      <a:pt x="79" y="134"/>
                    </a:lnTo>
                    <a:lnTo>
                      <a:pt x="68" y="134"/>
                    </a:lnTo>
                    <a:lnTo>
                      <a:pt x="68" y="122"/>
                    </a:lnTo>
                    <a:lnTo>
                      <a:pt x="68" y="122"/>
                    </a:lnTo>
                    <a:lnTo>
                      <a:pt x="76" y="122"/>
                    </a:lnTo>
                    <a:lnTo>
                      <a:pt x="84" y="119"/>
                    </a:lnTo>
                    <a:lnTo>
                      <a:pt x="92" y="116"/>
                    </a:lnTo>
                    <a:lnTo>
                      <a:pt x="99" y="112"/>
                    </a:lnTo>
                    <a:lnTo>
                      <a:pt x="104" y="108"/>
                    </a:lnTo>
                    <a:lnTo>
                      <a:pt x="111" y="102"/>
                    </a:lnTo>
                    <a:lnTo>
                      <a:pt x="115" y="95"/>
                    </a:lnTo>
                    <a:lnTo>
                      <a:pt x="119" y="87"/>
                    </a:lnTo>
                    <a:lnTo>
                      <a:pt x="119" y="87"/>
                    </a:lnTo>
                    <a:lnTo>
                      <a:pt x="119" y="87"/>
                    </a:lnTo>
                    <a:lnTo>
                      <a:pt x="122" y="77"/>
                    </a:lnTo>
                    <a:lnTo>
                      <a:pt x="123" y="66"/>
                    </a:lnTo>
                    <a:lnTo>
                      <a:pt x="122" y="56"/>
                    </a:lnTo>
                    <a:lnTo>
                      <a:pt x="119" y="45"/>
                    </a:lnTo>
                    <a:lnTo>
                      <a:pt x="114" y="37"/>
                    </a:lnTo>
                    <a:lnTo>
                      <a:pt x="107" y="28"/>
                    </a:lnTo>
                    <a:lnTo>
                      <a:pt x="99" y="22"/>
                    </a:lnTo>
                    <a:lnTo>
                      <a:pt x="88" y="16"/>
                    </a:lnTo>
                    <a:lnTo>
                      <a:pt x="88" y="16"/>
                    </a:lnTo>
                    <a:lnTo>
                      <a:pt x="79" y="14"/>
                    </a:lnTo>
                    <a:lnTo>
                      <a:pt x="68" y="12"/>
                    </a:lnTo>
                    <a:lnTo>
                      <a:pt x="68" y="0"/>
                    </a:lnTo>
                    <a:close/>
                    <a:moveTo>
                      <a:pt x="6" y="42"/>
                    </a:moveTo>
                    <a:lnTo>
                      <a:pt x="6" y="42"/>
                    </a:lnTo>
                    <a:lnTo>
                      <a:pt x="10" y="33"/>
                    </a:lnTo>
                    <a:lnTo>
                      <a:pt x="16" y="24"/>
                    </a:lnTo>
                    <a:lnTo>
                      <a:pt x="23" y="16"/>
                    </a:lnTo>
                    <a:lnTo>
                      <a:pt x="31" y="11"/>
                    </a:lnTo>
                    <a:lnTo>
                      <a:pt x="39" y="5"/>
                    </a:lnTo>
                    <a:lnTo>
                      <a:pt x="49" y="3"/>
                    </a:lnTo>
                    <a:lnTo>
                      <a:pt x="58" y="0"/>
                    </a:lnTo>
                    <a:lnTo>
                      <a:pt x="68" y="0"/>
                    </a:lnTo>
                    <a:lnTo>
                      <a:pt x="68" y="12"/>
                    </a:lnTo>
                    <a:lnTo>
                      <a:pt x="68" y="12"/>
                    </a:lnTo>
                    <a:lnTo>
                      <a:pt x="60" y="12"/>
                    </a:lnTo>
                    <a:lnTo>
                      <a:pt x="52" y="15"/>
                    </a:lnTo>
                    <a:lnTo>
                      <a:pt x="45" y="18"/>
                    </a:lnTo>
                    <a:lnTo>
                      <a:pt x="38" y="22"/>
                    </a:lnTo>
                    <a:lnTo>
                      <a:pt x="31" y="26"/>
                    </a:lnTo>
                    <a:lnTo>
                      <a:pt x="26" y="33"/>
                    </a:lnTo>
                    <a:lnTo>
                      <a:pt x="20" y="39"/>
                    </a:lnTo>
                    <a:lnTo>
                      <a:pt x="18" y="46"/>
                    </a:lnTo>
                    <a:lnTo>
                      <a:pt x="18" y="46"/>
                    </a:lnTo>
                    <a:lnTo>
                      <a:pt x="14" y="57"/>
                    </a:lnTo>
                    <a:lnTo>
                      <a:pt x="14" y="68"/>
                    </a:lnTo>
                    <a:lnTo>
                      <a:pt x="15" y="79"/>
                    </a:lnTo>
                    <a:lnTo>
                      <a:pt x="18" y="88"/>
                    </a:lnTo>
                    <a:lnTo>
                      <a:pt x="23" y="98"/>
                    </a:lnTo>
                    <a:lnTo>
                      <a:pt x="30" y="106"/>
                    </a:lnTo>
                    <a:lnTo>
                      <a:pt x="38" y="112"/>
                    </a:lnTo>
                    <a:lnTo>
                      <a:pt x="48" y="118"/>
                    </a:lnTo>
                    <a:lnTo>
                      <a:pt x="48" y="118"/>
                    </a:lnTo>
                    <a:lnTo>
                      <a:pt x="58" y="121"/>
                    </a:lnTo>
                    <a:lnTo>
                      <a:pt x="68" y="122"/>
                    </a:lnTo>
                    <a:lnTo>
                      <a:pt x="68" y="134"/>
                    </a:lnTo>
                    <a:lnTo>
                      <a:pt x="68" y="134"/>
                    </a:lnTo>
                    <a:lnTo>
                      <a:pt x="56" y="133"/>
                    </a:lnTo>
                    <a:lnTo>
                      <a:pt x="43" y="130"/>
                    </a:lnTo>
                    <a:lnTo>
                      <a:pt x="43" y="130"/>
                    </a:lnTo>
                    <a:lnTo>
                      <a:pt x="31" y="123"/>
                    </a:lnTo>
                    <a:lnTo>
                      <a:pt x="20" y="115"/>
                    </a:lnTo>
                    <a:lnTo>
                      <a:pt x="12" y="104"/>
                    </a:lnTo>
                    <a:lnTo>
                      <a:pt x="6" y="93"/>
                    </a:lnTo>
                    <a:lnTo>
                      <a:pt x="3" y="81"/>
                    </a:lnTo>
                    <a:lnTo>
                      <a:pt x="0" y="68"/>
                    </a:lnTo>
                    <a:lnTo>
                      <a:pt x="1" y="56"/>
                    </a:lnTo>
                    <a:lnTo>
                      <a:pt x="6" y="42"/>
                    </a:lnTo>
                    <a:lnTo>
                      <a:pt x="6" y="4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89" name="Freeform 179">
                <a:extLst>
                  <a:ext uri="{FF2B5EF4-FFF2-40B4-BE49-F238E27FC236}">
                    <a16:creationId xmlns:a16="http://schemas.microsoft.com/office/drawing/2014/main" id="{1B5DFBC4-F054-42D7-965B-DD00268C64A1}"/>
                  </a:ext>
                </a:extLst>
              </p:cNvPr>
              <p:cNvSpPr>
                <a:spLocks/>
              </p:cNvSpPr>
              <p:nvPr/>
            </p:nvSpPr>
            <p:spPr bwMode="auto">
              <a:xfrm>
                <a:off x="3335338" y="1706563"/>
                <a:ext cx="106363" cy="65088"/>
              </a:xfrm>
              <a:custGeom>
                <a:avLst/>
                <a:gdLst>
                  <a:gd name="T0" fmla="*/ 61 w 67"/>
                  <a:gd name="T1" fmla="*/ 41 h 41"/>
                  <a:gd name="T2" fmla="*/ 67 w 67"/>
                  <a:gd name="T3" fmla="*/ 25 h 41"/>
                  <a:gd name="T4" fmla="*/ 6 w 67"/>
                  <a:gd name="T5" fmla="*/ 0 h 41"/>
                  <a:gd name="T6" fmla="*/ 0 w 67"/>
                  <a:gd name="T7" fmla="*/ 17 h 41"/>
                  <a:gd name="T8" fmla="*/ 61 w 67"/>
                  <a:gd name="T9" fmla="*/ 41 h 41"/>
                </a:gdLst>
                <a:ahLst/>
                <a:cxnLst>
                  <a:cxn ang="0">
                    <a:pos x="T0" y="T1"/>
                  </a:cxn>
                  <a:cxn ang="0">
                    <a:pos x="T2" y="T3"/>
                  </a:cxn>
                  <a:cxn ang="0">
                    <a:pos x="T4" y="T5"/>
                  </a:cxn>
                  <a:cxn ang="0">
                    <a:pos x="T6" y="T7"/>
                  </a:cxn>
                  <a:cxn ang="0">
                    <a:pos x="T8" y="T9"/>
                  </a:cxn>
                </a:cxnLst>
                <a:rect l="0" t="0" r="r" b="b"/>
                <a:pathLst>
                  <a:path w="67" h="41">
                    <a:moveTo>
                      <a:pt x="61" y="41"/>
                    </a:moveTo>
                    <a:lnTo>
                      <a:pt x="67" y="25"/>
                    </a:lnTo>
                    <a:lnTo>
                      <a:pt x="6" y="0"/>
                    </a:lnTo>
                    <a:lnTo>
                      <a:pt x="0" y="17"/>
                    </a:lnTo>
                    <a:lnTo>
                      <a:pt x="61" y="4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90" name="Freeform 180">
                <a:extLst>
                  <a:ext uri="{FF2B5EF4-FFF2-40B4-BE49-F238E27FC236}">
                    <a16:creationId xmlns:a16="http://schemas.microsoft.com/office/drawing/2014/main" id="{B9FF3EFA-58BA-4B24-8434-B406B841F894}"/>
                  </a:ext>
                </a:extLst>
              </p:cNvPr>
              <p:cNvSpPr>
                <a:spLocks/>
              </p:cNvSpPr>
              <p:nvPr/>
            </p:nvSpPr>
            <p:spPr bwMode="auto">
              <a:xfrm>
                <a:off x="3368676" y="1717675"/>
                <a:ext cx="138113" cy="80963"/>
              </a:xfrm>
              <a:custGeom>
                <a:avLst/>
                <a:gdLst>
                  <a:gd name="T0" fmla="*/ 67 w 87"/>
                  <a:gd name="T1" fmla="*/ 51 h 51"/>
                  <a:gd name="T2" fmla="*/ 67 w 87"/>
                  <a:gd name="T3" fmla="*/ 51 h 51"/>
                  <a:gd name="T4" fmla="*/ 73 w 87"/>
                  <a:gd name="T5" fmla="*/ 51 h 51"/>
                  <a:gd name="T6" fmla="*/ 79 w 87"/>
                  <a:gd name="T7" fmla="*/ 51 h 51"/>
                  <a:gd name="T8" fmla="*/ 83 w 87"/>
                  <a:gd name="T9" fmla="*/ 47 h 51"/>
                  <a:gd name="T10" fmla="*/ 86 w 87"/>
                  <a:gd name="T11" fmla="*/ 43 h 51"/>
                  <a:gd name="T12" fmla="*/ 86 w 87"/>
                  <a:gd name="T13" fmla="*/ 43 h 51"/>
                  <a:gd name="T14" fmla="*/ 87 w 87"/>
                  <a:gd name="T15" fmla="*/ 37 h 51"/>
                  <a:gd name="T16" fmla="*/ 86 w 87"/>
                  <a:gd name="T17" fmla="*/ 31 h 51"/>
                  <a:gd name="T18" fmla="*/ 83 w 87"/>
                  <a:gd name="T19" fmla="*/ 27 h 51"/>
                  <a:gd name="T20" fmla="*/ 78 w 87"/>
                  <a:gd name="T21" fmla="*/ 24 h 51"/>
                  <a:gd name="T22" fmla="*/ 21 w 87"/>
                  <a:gd name="T23" fmla="*/ 1 h 51"/>
                  <a:gd name="T24" fmla="*/ 21 w 87"/>
                  <a:gd name="T25" fmla="*/ 1 h 51"/>
                  <a:gd name="T26" fmla="*/ 15 w 87"/>
                  <a:gd name="T27" fmla="*/ 0 h 51"/>
                  <a:gd name="T28" fmla="*/ 10 w 87"/>
                  <a:gd name="T29" fmla="*/ 1 h 51"/>
                  <a:gd name="T30" fmla="*/ 4 w 87"/>
                  <a:gd name="T31" fmla="*/ 4 h 51"/>
                  <a:gd name="T32" fmla="*/ 2 w 87"/>
                  <a:gd name="T33" fmla="*/ 10 h 51"/>
                  <a:gd name="T34" fmla="*/ 2 w 87"/>
                  <a:gd name="T35" fmla="*/ 10 h 51"/>
                  <a:gd name="T36" fmla="*/ 0 w 87"/>
                  <a:gd name="T37" fmla="*/ 15 h 51"/>
                  <a:gd name="T38" fmla="*/ 2 w 87"/>
                  <a:gd name="T39" fmla="*/ 20 h 51"/>
                  <a:gd name="T40" fmla="*/ 4 w 87"/>
                  <a:gd name="T41" fmla="*/ 24 h 51"/>
                  <a:gd name="T42" fmla="*/ 10 w 87"/>
                  <a:gd name="T43" fmla="*/ 28 h 51"/>
                  <a:gd name="T44" fmla="*/ 67 w 87"/>
                  <a:gd name="T45"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87" h="51">
                    <a:moveTo>
                      <a:pt x="67" y="51"/>
                    </a:moveTo>
                    <a:lnTo>
                      <a:pt x="67" y="51"/>
                    </a:lnTo>
                    <a:lnTo>
                      <a:pt x="73" y="51"/>
                    </a:lnTo>
                    <a:lnTo>
                      <a:pt x="79" y="51"/>
                    </a:lnTo>
                    <a:lnTo>
                      <a:pt x="83" y="47"/>
                    </a:lnTo>
                    <a:lnTo>
                      <a:pt x="86" y="43"/>
                    </a:lnTo>
                    <a:lnTo>
                      <a:pt x="86" y="43"/>
                    </a:lnTo>
                    <a:lnTo>
                      <a:pt x="87" y="37"/>
                    </a:lnTo>
                    <a:lnTo>
                      <a:pt x="86" y="31"/>
                    </a:lnTo>
                    <a:lnTo>
                      <a:pt x="83" y="27"/>
                    </a:lnTo>
                    <a:lnTo>
                      <a:pt x="78" y="24"/>
                    </a:lnTo>
                    <a:lnTo>
                      <a:pt x="21" y="1"/>
                    </a:lnTo>
                    <a:lnTo>
                      <a:pt x="21" y="1"/>
                    </a:lnTo>
                    <a:lnTo>
                      <a:pt x="15" y="0"/>
                    </a:lnTo>
                    <a:lnTo>
                      <a:pt x="10" y="1"/>
                    </a:lnTo>
                    <a:lnTo>
                      <a:pt x="4" y="4"/>
                    </a:lnTo>
                    <a:lnTo>
                      <a:pt x="2" y="10"/>
                    </a:lnTo>
                    <a:lnTo>
                      <a:pt x="2" y="10"/>
                    </a:lnTo>
                    <a:lnTo>
                      <a:pt x="0" y="15"/>
                    </a:lnTo>
                    <a:lnTo>
                      <a:pt x="2" y="20"/>
                    </a:lnTo>
                    <a:lnTo>
                      <a:pt x="4" y="24"/>
                    </a:lnTo>
                    <a:lnTo>
                      <a:pt x="10" y="28"/>
                    </a:lnTo>
                    <a:lnTo>
                      <a:pt x="67" y="5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sp>
          <p:nvSpPr>
            <p:cNvPr id="75813" name="Freeform 181">
              <a:extLst>
                <a:ext uri="{FF2B5EF4-FFF2-40B4-BE49-F238E27FC236}">
                  <a16:creationId xmlns:a16="http://schemas.microsoft.com/office/drawing/2014/main" id="{B36683D5-CE8E-9542-9A38-5C6A50C45E6C}"/>
                </a:ext>
              </a:extLst>
            </p:cNvPr>
            <p:cNvSpPr>
              <a:spLocks noEditPoints="1"/>
            </p:cNvSpPr>
            <p:nvPr/>
          </p:nvSpPr>
          <p:spPr bwMode="auto">
            <a:xfrm>
              <a:off x="2199437" y="2963871"/>
              <a:ext cx="436506" cy="155611"/>
            </a:xfrm>
            <a:custGeom>
              <a:avLst/>
              <a:gdLst>
                <a:gd name="T0" fmla="*/ 2147483646 w 275"/>
                <a:gd name="T1" fmla="*/ 2147483646 h 98"/>
                <a:gd name="T2" fmla="*/ 2147483646 w 275"/>
                <a:gd name="T3" fmla="*/ 2147483646 h 98"/>
                <a:gd name="T4" fmla="*/ 2147483646 w 275"/>
                <a:gd name="T5" fmla="*/ 2147483646 h 98"/>
                <a:gd name="T6" fmla="*/ 2147483646 w 275"/>
                <a:gd name="T7" fmla="*/ 2147483646 h 98"/>
                <a:gd name="T8" fmla="*/ 2147483646 w 275"/>
                <a:gd name="T9" fmla="*/ 2147483646 h 98"/>
                <a:gd name="T10" fmla="*/ 2147483646 w 275"/>
                <a:gd name="T11" fmla="*/ 2147483646 h 98"/>
                <a:gd name="T12" fmla="*/ 2147483646 w 275"/>
                <a:gd name="T13" fmla="*/ 2147483646 h 98"/>
                <a:gd name="T14" fmla="*/ 2147483646 w 275"/>
                <a:gd name="T15" fmla="*/ 2147483646 h 98"/>
                <a:gd name="T16" fmla="*/ 2147483646 w 275"/>
                <a:gd name="T17" fmla="*/ 2147483646 h 98"/>
                <a:gd name="T18" fmla="*/ 2147483646 w 275"/>
                <a:gd name="T19" fmla="*/ 2147483646 h 98"/>
                <a:gd name="T20" fmla="*/ 2147483646 w 275"/>
                <a:gd name="T21" fmla="*/ 2147483646 h 98"/>
                <a:gd name="T22" fmla="*/ 2147483646 w 275"/>
                <a:gd name="T23" fmla="*/ 2147483646 h 98"/>
                <a:gd name="T24" fmla="*/ 2147483646 w 275"/>
                <a:gd name="T25" fmla="*/ 2147483646 h 98"/>
                <a:gd name="T26" fmla="*/ 2147483646 w 275"/>
                <a:gd name="T27" fmla="*/ 2147483646 h 98"/>
                <a:gd name="T28" fmla="*/ 2147483646 w 275"/>
                <a:gd name="T29" fmla="*/ 2147483646 h 98"/>
                <a:gd name="T30" fmla="*/ 2147483646 w 275"/>
                <a:gd name="T31" fmla="*/ 2147483646 h 98"/>
                <a:gd name="T32" fmla="*/ 2147483646 w 275"/>
                <a:gd name="T33" fmla="*/ 2147483646 h 98"/>
                <a:gd name="T34" fmla="*/ 2147483646 w 275"/>
                <a:gd name="T35" fmla="*/ 2147483646 h 98"/>
                <a:gd name="T36" fmla="*/ 2147483646 w 275"/>
                <a:gd name="T37" fmla="*/ 2147483646 h 98"/>
                <a:gd name="T38" fmla="*/ 2147483646 w 275"/>
                <a:gd name="T39" fmla="*/ 2147483646 h 98"/>
                <a:gd name="T40" fmla="*/ 2147483646 w 275"/>
                <a:gd name="T41" fmla="*/ 2147483646 h 98"/>
                <a:gd name="T42" fmla="*/ 2147483646 w 275"/>
                <a:gd name="T43" fmla="*/ 2147483646 h 98"/>
                <a:gd name="T44" fmla="*/ 2147483646 w 275"/>
                <a:gd name="T45" fmla="*/ 2147483646 h 98"/>
                <a:gd name="T46" fmla="*/ 2147483646 w 275"/>
                <a:gd name="T47" fmla="*/ 2147483646 h 98"/>
                <a:gd name="T48" fmla="*/ 2147483646 w 275"/>
                <a:gd name="T49" fmla="*/ 2147483646 h 98"/>
                <a:gd name="T50" fmla="*/ 2147483646 w 275"/>
                <a:gd name="T51" fmla="*/ 2147483646 h 98"/>
                <a:gd name="T52" fmla="*/ 2147483646 w 275"/>
                <a:gd name="T53" fmla="*/ 2147483646 h 98"/>
                <a:gd name="T54" fmla="*/ 2147483646 w 275"/>
                <a:gd name="T55" fmla="*/ 2147483646 h 98"/>
                <a:gd name="T56" fmla="*/ 2147483646 w 275"/>
                <a:gd name="T57" fmla="*/ 2147483646 h 98"/>
                <a:gd name="T58" fmla="*/ 2147483646 w 275"/>
                <a:gd name="T59" fmla="*/ 2147483646 h 98"/>
                <a:gd name="T60" fmla="*/ 2147483646 w 275"/>
                <a:gd name="T61" fmla="*/ 2147483646 h 98"/>
                <a:gd name="T62" fmla="*/ 2147483646 w 275"/>
                <a:gd name="T63" fmla="*/ 2147483646 h 98"/>
                <a:gd name="T64" fmla="*/ 2147483646 w 275"/>
                <a:gd name="T65" fmla="*/ 2147483646 h 98"/>
                <a:gd name="T66" fmla="*/ 2147483646 w 275"/>
                <a:gd name="T67" fmla="*/ 2147483646 h 98"/>
                <a:gd name="T68" fmla="*/ 2147483646 w 275"/>
                <a:gd name="T69" fmla="*/ 2147483646 h 98"/>
                <a:gd name="T70" fmla="*/ 2147483646 w 275"/>
                <a:gd name="T71" fmla="*/ 2147483646 h 98"/>
                <a:gd name="T72" fmla="*/ 2147483646 w 275"/>
                <a:gd name="T73" fmla="*/ 0 h 98"/>
                <a:gd name="T74" fmla="*/ 2147483646 w 275"/>
                <a:gd name="T75" fmla="*/ 0 h 98"/>
                <a:gd name="T76" fmla="*/ 2147483646 w 275"/>
                <a:gd name="T77" fmla="*/ 2147483646 h 98"/>
                <a:gd name="T78" fmla="*/ 2147483646 w 275"/>
                <a:gd name="T79" fmla="*/ 2147483646 h 98"/>
                <a:gd name="T80" fmla="*/ 2147483646 w 275"/>
                <a:gd name="T81" fmla="*/ 0 h 98"/>
                <a:gd name="T82" fmla="*/ 2147483646 w 275"/>
                <a:gd name="T83" fmla="*/ 2147483646 h 98"/>
                <a:gd name="T84" fmla="*/ 2147483646 w 275"/>
                <a:gd name="T85" fmla="*/ 2147483646 h 98"/>
                <a:gd name="T86" fmla="*/ 2147483646 w 275"/>
                <a:gd name="T87" fmla="*/ 2147483646 h 98"/>
                <a:gd name="T88" fmla="*/ 2147483646 w 275"/>
                <a:gd name="T89" fmla="*/ 2147483646 h 98"/>
                <a:gd name="T90" fmla="*/ 2147483646 w 275"/>
                <a:gd name="T91" fmla="*/ 2147483646 h 98"/>
                <a:gd name="T92" fmla="*/ 2147483646 w 275"/>
                <a:gd name="T93" fmla="*/ 2147483646 h 98"/>
                <a:gd name="T94" fmla="*/ 2147483646 w 275"/>
                <a:gd name="T95" fmla="*/ 2147483646 h 98"/>
                <a:gd name="T96" fmla="*/ 2147483646 w 275"/>
                <a:gd name="T97" fmla="*/ 2147483646 h 98"/>
                <a:gd name="T98" fmla="*/ 2147483646 w 275"/>
                <a:gd name="T99" fmla="*/ 2147483646 h 98"/>
                <a:gd name="T100" fmla="*/ 2147483646 w 275"/>
                <a:gd name="T101" fmla="*/ 2147483646 h 98"/>
                <a:gd name="T102" fmla="*/ 2147483646 w 275"/>
                <a:gd name="T103" fmla="*/ 2147483646 h 98"/>
                <a:gd name="T104" fmla="*/ 2147483646 w 275"/>
                <a:gd name="T105" fmla="*/ 2147483646 h 98"/>
                <a:gd name="T106" fmla="*/ 2147483646 w 275"/>
                <a:gd name="T107" fmla="*/ 2147483646 h 98"/>
                <a:gd name="T108" fmla="*/ 2147483646 w 275"/>
                <a:gd name="T109" fmla="*/ 2147483646 h 98"/>
                <a:gd name="T110" fmla="*/ 2147483646 w 275"/>
                <a:gd name="T111" fmla="*/ 2147483646 h 98"/>
                <a:gd name="T112" fmla="*/ 2147483646 w 275"/>
                <a:gd name="T113" fmla="*/ 2147483646 h 98"/>
                <a:gd name="T114" fmla="*/ 2147483646 w 275"/>
                <a:gd name="T115" fmla="*/ 2147483646 h 98"/>
                <a:gd name="T116" fmla="*/ 2147483646 w 275"/>
                <a:gd name="T117" fmla="*/ 2147483646 h 98"/>
                <a:gd name="T118" fmla="*/ 2147483646 w 275"/>
                <a:gd name="T119" fmla="*/ 2147483646 h 9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275" h="98">
                  <a:moveTo>
                    <a:pt x="240" y="40"/>
                  </a:moveTo>
                  <a:lnTo>
                    <a:pt x="239" y="40"/>
                  </a:lnTo>
                  <a:lnTo>
                    <a:pt x="239" y="44"/>
                  </a:lnTo>
                  <a:lnTo>
                    <a:pt x="258" y="65"/>
                  </a:lnTo>
                  <a:lnTo>
                    <a:pt x="255" y="82"/>
                  </a:lnTo>
                  <a:lnTo>
                    <a:pt x="239" y="88"/>
                  </a:lnTo>
                  <a:lnTo>
                    <a:pt x="239" y="94"/>
                  </a:lnTo>
                  <a:lnTo>
                    <a:pt x="275" y="78"/>
                  </a:lnTo>
                  <a:lnTo>
                    <a:pt x="240" y="40"/>
                  </a:lnTo>
                  <a:close/>
                  <a:moveTo>
                    <a:pt x="239" y="40"/>
                  </a:moveTo>
                  <a:lnTo>
                    <a:pt x="118" y="15"/>
                  </a:lnTo>
                  <a:lnTo>
                    <a:pt x="115" y="13"/>
                  </a:lnTo>
                  <a:lnTo>
                    <a:pt x="111" y="11"/>
                  </a:lnTo>
                  <a:lnTo>
                    <a:pt x="84" y="4"/>
                  </a:lnTo>
                  <a:lnTo>
                    <a:pt x="84" y="8"/>
                  </a:lnTo>
                  <a:lnTo>
                    <a:pt x="107" y="14"/>
                  </a:lnTo>
                  <a:lnTo>
                    <a:pt x="110" y="15"/>
                  </a:lnTo>
                  <a:lnTo>
                    <a:pt x="113" y="17"/>
                  </a:lnTo>
                  <a:lnTo>
                    <a:pt x="113" y="19"/>
                  </a:lnTo>
                  <a:lnTo>
                    <a:pt x="113" y="22"/>
                  </a:lnTo>
                  <a:lnTo>
                    <a:pt x="110" y="36"/>
                  </a:lnTo>
                  <a:lnTo>
                    <a:pt x="109" y="33"/>
                  </a:lnTo>
                  <a:lnTo>
                    <a:pt x="105" y="30"/>
                  </a:lnTo>
                  <a:lnTo>
                    <a:pt x="84" y="26"/>
                  </a:lnTo>
                  <a:lnTo>
                    <a:pt x="84" y="73"/>
                  </a:lnTo>
                  <a:lnTo>
                    <a:pt x="99" y="76"/>
                  </a:lnTo>
                  <a:lnTo>
                    <a:pt x="103" y="76"/>
                  </a:lnTo>
                  <a:lnTo>
                    <a:pt x="106" y="73"/>
                  </a:lnTo>
                  <a:lnTo>
                    <a:pt x="228" y="98"/>
                  </a:lnTo>
                  <a:lnTo>
                    <a:pt x="239" y="94"/>
                  </a:lnTo>
                  <a:lnTo>
                    <a:pt x="239" y="88"/>
                  </a:lnTo>
                  <a:lnTo>
                    <a:pt x="228" y="94"/>
                  </a:lnTo>
                  <a:lnTo>
                    <a:pt x="225" y="92"/>
                  </a:lnTo>
                  <a:lnTo>
                    <a:pt x="222" y="91"/>
                  </a:lnTo>
                  <a:lnTo>
                    <a:pt x="220" y="90"/>
                  </a:lnTo>
                  <a:lnTo>
                    <a:pt x="218" y="86"/>
                  </a:lnTo>
                  <a:lnTo>
                    <a:pt x="218" y="83"/>
                  </a:lnTo>
                  <a:lnTo>
                    <a:pt x="220" y="80"/>
                  </a:lnTo>
                  <a:lnTo>
                    <a:pt x="221" y="78"/>
                  </a:lnTo>
                  <a:lnTo>
                    <a:pt x="224" y="76"/>
                  </a:lnTo>
                  <a:lnTo>
                    <a:pt x="226" y="76"/>
                  </a:lnTo>
                  <a:lnTo>
                    <a:pt x="224" y="75"/>
                  </a:lnTo>
                  <a:lnTo>
                    <a:pt x="222" y="72"/>
                  </a:lnTo>
                  <a:lnTo>
                    <a:pt x="221" y="69"/>
                  </a:lnTo>
                  <a:lnTo>
                    <a:pt x="221" y="67"/>
                  </a:lnTo>
                  <a:lnTo>
                    <a:pt x="222" y="64"/>
                  </a:lnTo>
                  <a:lnTo>
                    <a:pt x="225" y="61"/>
                  </a:lnTo>
                  <a:lnTo>
                    <a:pt x="226" y="60"/>
                  </a:lnTo>
                  <a:lnTo>
                    <a:pt x="230" y="60"/>
                  </a:lnTo>
                  <a:lnTo>
                    <a:pt x="228" y="57"/>
                  </a:lnTo>
                  <a:lnTo>
                    <a:pt x="225" y="56"/>
                  </a:lnTo>
                  <a:lnTo>
                    <a:pt x="225" y="53"/>
                  </a:lnTo>
                  <a:lnTo>
                    <a:pt x="225" y="49"/>
                  </a:lnTo>
                  <a:lnTo>
                    <a:pt x="226" y="46"/>
                  </a:lnTo>
                  <a:lnTo>
                    <a:pt x="229" y="44"/>
                  </a:lnTo>
                  <a:lnTo>
                    <a:pt x="232" y="42"/>
                  </a:lnTo>
                  <a:lnTo>
                    <a:pt x="235" y="42"/>
                  </a:lnTo>
                  <a:lnTo>
                    <a:pt x="237" y="44"/>
                  </a:lnTo>
                  <a:lnTo>
                    <a:pt x="239" y="44"/>
                  </a:lnTo>
                  <a:lnTo>
                    <a:pt x="239" y="40"/>
                  </a:lnTo>
                  <a:close/>
                  <a:moveTo>
                    <a:pt x="84" y="4"/>
                  </a:moveTo>
                  <a:lnTo>
                    <a:pt x="63" y="0"/>
                  </a:lnTo>
                  <a:lnTo>
                    <a:pt x="60" y="0"/>
                  </a:lnTo>
                  <a:lnTo>
                    <a:pt x="57" y="2"/>
                  </a:lnTo>
                  <a:lnTo>
                    <a:pt x="54" y="3"/>
                  </a:lnTo>
                  <a:lnTo>
                    <a:pt x="53" y="6"/>
                  </a:lnTo>
                  <a:lnTo>
                    <a:pt x="33" y="2"/>
                  </a:lnTo>
                  <a:lnTo>
                    <a:pt x="27" y="0"/>
                  </a:lnTo>
                  <a:lnTo>
                    <a:pt x="22" y="2"/>
                  </a:lnTo>
                  <a:lnTo>
                    <a:pt x="18" y="3"/>
                  </a:lnTo>
                  <a:lnTo>
                    <a:pt x="12" y="6"/>
                  </a:lnTo>
                  <a:lnTo>
                    <a:pt x="8" y="8"/>
                  </a:lnTo>
                  <a:lnTo>
                    <a:pt x="6" y="13"/>
                  </a:lnTo>
                  <a:lnTo>
                    <a:pt x="3" y="18"/>
                  </a:lnTo>
                  <a:lnTo>
                    <a:pt x="2" y="22"/>
                  </a:lnTo>
                  <a:lnTo>
                    <a:pt x="0" y="29"/>
                  </a:lnTo>
                  <a:lnTo>
                    <a:pt x="2" y="33"/>
                  </a:lnTo>
                  <a:lnTo>
                    <a:pt x="3" y="38"/>
                  </a:lnTo>
                  <a:lnTo>
                    <a:pt x="6" y="44"/>
                  </a:lnTo>
                  <a:lnTo>
                    <a:pt x="8" y="48"/>
                  </a:lnTo>
                  <a:lnTo>
                    <a:pt x="12" y="50"/>
                  </a:lnTo>
                  <a:lnTo>
                    <a:pt x="18" y="53"/>
                  </a:lnTo>
                  <a:lnTo>
                    <a:pt x="23" y="54"/>
                  </a:lnTo>
                  <a:lnTo>
                    <a:pt x="35" y="57"/>
                  </a:lnTo>
                  <a:lnTo>
                    <a:pt x="50" y="23"/>
                  </a:lnTo>
                  <a:lnTo>
                    <a:pt x="42" y="59"/>
                  </a:lnTo>
                  <a:lnTo>
                    <a:pt x="44" y="61"/>
                  </a:lnTo>
                  <a:lnTo>
                    <a:pt x="45" y="64"/>
                  </a:lnTo>
                  <a:lnTo>
                    <a:pt x="46" y="65"/>
                  </a:lnTo>
                  <a:lnTo>
                    <a:pt x="49" y="67"/>
                  </a:lnTo>
                  <a:lnTo>
                    <a:pt x="84" y="73"/>
                  </a:lnTo>
                  <a:lnTo>
                    <a:pt x="84" y="26"/>
                  </a:lnTo>
                  <a:lnTo>
                    <a:pt x="61" y="22"/>
                  </a:lnTo>
                  <a:lnTo>
                    <a:pt x="57" y="22"/>
                  </a:lnTo>
                  <a:lnTo>
                    <a:pt x="54" y="25"/>
                  </a:lnTo>
                  <a:lnTo>
                    <a:pt x="57" y="11"/>
                  </a:lnTo>
                  <a:lnTo>
                    <a:pt x="58" y="8"/>
                  </a:lnTo>
                  <a:lnTo>
                    <a:pt x="60" y="7"/>
                  </a:lnTo>
                  <a:lnTo>
                    <a:pt x="63" y="6"/>
                  </a:lnTo>
                  <a:lnTo>
                    <a:pt x="65" y="6"/>
                  </a:lnTo>
                  <a:lnTo>
                    <a:pt x="84" y="8"/>
                  </a:lnTo>
                  <a:lnTo>
                    <a:pt x="84" y="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91438" tIns="45719" rIns="91438" bIns="45719"/>
            <a:lstStyle/>
            <a:p>
              <a:endParaRPr lang="en-US"/>
            </a:p>
          </p:txBody>
        </p:sp>
        <p:grpSp>
          <p:nvGrpSpPr>
            <p:cNvPr id="192" name="组合 205">
              <a:extLst>
                <a:ext uri="{FF2B5EF4-FFF2-40B4-BE49-F238E27FC236}">
                  <a16:creationId xmlns:a16="http://schemas.microsoft.com/office/drawing/2014/main" id="{18356966-D7B2-4E2D-BBDC-669A32816D8C}"/>
                </a:ext>
              </a:extLst>
            </p:cNvPr>
            <p:cNvGrpSpPr/>
            <p:nvPr/>
          </p:nvGrpSpPr>
          <p:grpSpPr>
            <a:xfrm>
              <a:off x="559763" y="3356074"/>
              <a:ext cx="247618" cy="312810"/>
              <a:chOff x="1516063" y="3252788"/>
              <a:chExt cx="247651" cy="312737"/>
            </a:xfrm>
            <a:solidFill>
              <a:schemeClr val="accent4"/>
            </a:solidFill>
          </p:grpSpPr>
          <p:sp>
            <p:nvSpPr>
              <p:cNvPr id="193" name="Freeform 182">
                <a:extLst>
                  <a:ext uri="{FF2B5EF4-FFF2-40B4-BE49-F238E27FC236}">
                    <a16:creationId xmlns:a16="http://schemas.microsoft.com/office/drawing/2014/main" id="{343C149E-950E-42C7-8E9F-30AB397A9907}"/>
                  </a:ext>
                </a:extLst>
              </p:cNvPr>
              <p:cNvSpPr>
                <a:spLocks/>
              </p:cNvSpPr>
              <p:nvPr/>
            </p:nvSpPr>
            <p:spPr bwMode="auto">
              <a:xfrm>
                <a:off x="1527176" y="3263900"/>
                <a:ext cx="236538" cy="301625"/>
              </a:xfrm>
              <a:custGeom>
                <a:avLst/>
                <a:gdLst>
                  <a:gd name="T0" fmla="*/ 0 w 149"/>
                  <a:gd name="T1" fmla="*/ 33 h 190"/>
                  <a:gd name="T2" fmla="*/ 7 w 149"/>
                  <a:gd name="T3" fmla="*/ 28 h 190"/>
                  <a:gd name="T4" fmla="*/ 96 w 149"/>
                  <a:gd name="T5" fmla="*/ 171 h 190"/>
                  <a:gd name="T6" fmla="*/ 96 w 149"/>
                  <a:gd name="T7" fmla="*/ 171 h 190"/>
                  <a:gd name="T8" fmla="*/ 99 w 149"/>
                  <a:gd name="T9" fmla="*/ 176 h 190"/>
                  <a:gd name="T10" fmla="*/ 101 w 149"/>
                  <a:gd name="T11" fmla="*/ 178 h 190"/>
                  <a:gd name="T12" fmla="*/ 105 w 149"/>
                  <a:gd name="T13" fmla="*/ 180 h 190"/>
                  <a:gd name="T14" fmla="*/ 109 w 149"/>
                  <a:gd name="T15" fmla="*/ 181 h 190"/>
                  <a:gd name="T16" fmla="*/ 114 w 149"/>
                  <a:gd name="T17" fmla="*/ 181 h 190"/>
                  <a:gd name="T18" fmla="*/ 119 w 149"/>
                  <a:gd name="T19" fmla="*/ 181 h 190"/>
                  <a:gd name="T20" fmla="*/ 123 w 149"/>
                  <a:gd name="T21" fmla="*/ 180 h 190"/>
                  <a:gd name="T22" fmla="*/ 127 w 149"/>
                  <a:gd name="T23" fmla="*/ 177 h 190"/>
                  <a:gd name="T24" fmla="*/ 127 w 149"/>
                  <a:gd name="T25" fmla="*/ 177 h 190"/>
                  <a:gd name="T26" fmla="*/ 131 w 149"/>
                  <a:gd name="T27" fmla="*/ 174 h 190"/>
                  <a:gd name="T28" fmla="*/ 135 w 149"/>
                  <a:gd name="T29" fmla="*/ 171 h 190"/>
                  <a:gd name="T30" fmla="*/ 137 w 149"/>
                  <a:gd name="T31" fmla="*/ 167 h 190"/>
                  <a:gd name="T32" fmla="*/ 138 w 149"/>
                  <a:gd name="T33" fmla="*/ 163 h 190"/>
                  <a:gd name="T34" fmla="*/ 139 w 149"/>
                  <a:gd name="T35" fmla="*/ 159 h 190"/>
                  <a:gd name="T36" fmla="*/ 139 w 149"/>
                  <a:gd name="T37" fmla="*/ 155 h 190"/>
                  <a:gd name="T38" fmla="*/ 138 w 149"/>
                  <a:gd name="T39" fmla="*/ 150 h 190"/>
                  <a:gd name="T40" fmla="*/ 137 w 149"/>
                  <a:gd name="T41" fmla="*/ 146 h 190"/>
                  <a:gd name="T42" fmla="*/ 49 w 149"/>
                  <a:gd name="T43" fmla="*/ 4 h 190"/>
                  <a:gd name="T44" fmla="*/ 54 w 149"/>
                  <a:gd name="T45" fmla="*/ 0 h 190"/>
                  <a:gd name="T46" fmla="*/ 145 w 149"/>
                  <a:gd name="T47" fmla="*/ 144 h 190"/>
                  <a:gd name="T48" fmla="*/ 145 w 149"/>
                  <a:gd name="T49" fmla="*/ 144 h 190"/>
                  <a:gd name="T50" fmla="*/ 147 w 149"/>
                  <a:gd name="T51" fmla="*/ 150 h 190"/>
                  <a:gd name="T52" fmla="*/ 149 w 149"/>
                  <a:gd name="T53" fmla="*/ 155 h 190"/>
                  <a:gd name="T54" fmla="*/ 149 w 149"/>
                  <a:gd name="T55" fmla="*/ 161 h 190"/>
                  <a:gd name="T56" fmla="*/ 147 w 149"/>
                  <a:gd name="T57" fmla="*/ 166 h 190"/>
                  <a:gd name="T58" fmla="*/ 145 w 149"/>
                  <a:gd name="T59" fmla="*/ 171 h 190"/>
                  <a:gd name="T60" fmla="*/ 142 w 149"/>
                  <a:gd name="T61" fmla="*/ 177 h 190"/>
                  <a:gd name="T62" fmla="*/ 138 w 149"/>
                  <a:gd name="T63" fmla="*/ 181 h 190"/>
                  <a:gd name="T64" fmla="*/ 133 w 149"/>
                  <a:gd name="T65" fmla="*/ 185 h 190"/>
                  <a:gd name="T66" fmla="*/ 133 w 149"/>
                  <a:gd name="T67" fmla="*/ 185 h 190"/>
                  <a:gd name="T68" fmla="*/ 127 w 149"/>
                  <a:gd name="T69" fmla="*/ 188 h 190"/>
                  <a:gd name="T70" fmla="*/ 120 w 149"/>
                  <a:gd name="T71" fmla="*/ 190 h 190"/>
                  <a:gd name="T72" fmla="*/ 115 w 149"/>
                  <a:gd name="T73" fmla="*/ 190 h 190"/>
                  <a:gd name="T74" fmla="*/ 108 w 149"/>
                  <a:gd name="T75" fmla="*/ 190 h 190"/>
                  <a:gd name="T76" fmla="*/ 103 w 149"/>
                  <a:gd name="T77" fmla="*/ 189 h 190"/>
                  <a:gd name="T78" fmla="*/ 97 w 149"/>
                  <a:gd name="T79" fmla="*/ 186 h 190"/>
                  <a:gd name="T80" fmla="*/ 93 w 149"/>
                  <a:gd name="T81" fmla="*/ 182 h 190"/>
                  <a:gd name="T82" fmla="*/ 91 w 149"/>
                  <a:gd name="T83" fmla="*/ 178 h 190"/>
                  <a:gd name="T84" fmla="*/ 0 w 149"/>
                  <a:gd name="T85" fmla="*/ 33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49" h="190">
                    <a:moveTo>
                      <a:pt x="0" y="33"/>
                    </a:moveTo>
                    <a:lnTo>
                      <a:pt x="7" y="28"/>
                    </a:lnTo>
                    <a:lnTo>
                      <a:pt x="96" y="171"/>
                    </a:lnTo>
                    <a:lnTo>
                      <a:pt x="96" y="171"/>
                    </a:lnTo>
                    <a:lnTo>
                      <a:pt x="99" y="176"/>
                    </a:lnTo>
                    <a:lnTo>
                      <a:pt x="101" y="178"/>
                    </a:lnTo>
                    <a:lnTo>
                      <a:pt x="105" y="180"/>
                    </a:lnTo>
                    <a:lnTo>
                      <a:pt x="109" y="181"/>
                    </a:lnTo>
                    <a:lnTo>
                      <a:pt x="114" y="181"/>
                    </a:lnTo>
                    <a:lnTo>
                      <a:pt x="119" y="181"/>
                    </a:lnTo>
                    <a:lnTo>
                      <a:pt x="123" y="180"/>
                    </a:lnTo>
                    <a:lnTo>
                      <a:pt x="127" y="177"/>
                    </a:lnTo>
                    <a:lnTo>
                      <a:pt x="127" y="177"/>
                    </a:lnTo>
                    <a:lnTo>
                      <a:pt x="131" y="174"/>
                    </a:lnTo>
                    <a:lnTo>
                      <a:pt x="135" y="171"/>
                    </a:lnTo>
                    <a:lnTo>
                      <a:pt x="137" y="167"/>
                    </a:lnTo>
                    <a:lnTo>
                      <a:pt x="138" y="163"/>
                    </a:lnTo>
                    <a:lnTo>
                      <a:pt x="139" y="159"/>
                    </a:lnTo>
                    <a:lnTo>
                      <a:pt x="139" y="155"/>
                    </a:lnTo>
                    <a:lnTo>
                      <a:pt x="138" y="150"/>
                    </a:lnTo>
                    <a:lnTo>
                      <a:pt x="137" y="146"/>
                    </a:lnTo>
                    <a:lnTo>
                      <a:pt x="49" y="4"/>
                    </a:lnTo>
                    <a:lnTo>
                      <a:pt x="54" y="0"/>
                    </a:lnTo>
                    <a:lnTo>
                      <a:pt x="145" y="144"/>
                    </a:lnTo>
                    <a:lnTo>
                      <a:pt x="145" y="144"/>
                    </a:lnTo>
                    <a:lnTo>
                      <a:pt x="147" y="150"/>
                    </a:lnTo>
                    <a:lnTo>
                      <a:pt x="149" y="155"/>
                    </a:lnTo>
                    <a:lnTo>
                      <a:pt x="149" y="161"/>
                    </a:lnTo>
                    <a:lnTo>
                      <a:pt x="147" y="166"/>
                    </a:lnTo>
                    <a:lnTo>
                      <a:pt x="145" y="171"/>
                    </a:lnTo>
                    <a:lnTo>
                      <a:pt x="142" y="177"/>
                    </a:lnTo>
                    <a:lnTo>
                      <a:pt x="138" y="181"/>
                    </a:lnTo>
                    <a:lnTo>
                      <a:pt x="133" y="185"/>
                    </a:lnTo>
                    <a:lnTo>
                      <a:pt x="133" y="185"/>
                    </a:lnTo>
                    <a:lnTo>
                      <a:pt x="127" y="188"/>
                    </a:lnTo>
                    <a:lnTo>
                      <a:pt x="120" y="190"/>
                    </a:lnTo>
                    <a:lnTo>
                      <a:pt x="115" y="190"/>
                    </a:lnTo>
                    <a:lnTo>
                      <a:pt x="108" y="190"/>
                    </a:lnTo>
                    <a:lnTo>
                      <a:pt x="103" y="189"/>
                    </a:lnTo>
                    <a:lnTo>
                      <a:pt x="97" y="186"/>
                    </a:lnTo>
                    <a:lnTo>
                      <a:pt x="93" y="182"/>
                    </a:lnTo>
                    <a:lnTo>
                      <a:pt x="91" y="178"/>
                    </a:lnTo>
                    <a:lnTo>
                      <a:pt x="0"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94" name="Freeform 183">
                <a:extLst>
                  <a:ext uri="{FF2B5EF4-FFF2-40B4-BE49-F238E27FC236}">
                    <a16:creationId xmlns:a16="http://schemas.microsoft.com/office/drawing/2014/main" id="{4E5B24FB-3E6D-429D-A0D1-016A89ABD669}"/>
                  </a:ext>
                </a:extLst>
              </p:cNvPr>
              <p:cNvSpPr>
                <a:spLocks/>
              </p:cNvSpPr>
              <p:nvPr/>
            </p:nvSpPr>
            <p:spPr bwMode="auto">
              <a:xfrm>
                <a:off x="1516063" y="3252788"/>
                <a:ext cx="114300" cy="79375"/>
              </a:xfrm>
              <a:custGeom>
                <a:avLst/>
                <a:gdLst>
                  <a:gd name="T0" fmla="*/ 0 w 72"/>
                  <a:gd name="T1" fmla="*/ 47 h 50"/>
                  <a:gd name="T2" fmla="*/ 0 w 72"/>
                  <a:gd name="T3" fmla="*/ 47 h 50"/>
                  <a:gd name="T4" fmla="*/ 1 w 72"/>
                  <a:gd name="T5" fmla="*/ 49 h 50"/>
                  <a:gd name="T6" fmla="*/ 4 w 72"/>
                  <a:gd name="T7" fmla="*/ 50 h 50"/>
                  <a:gd name="T8" fmla="*/ 5 w 72"/>
                  <a:gd name="T9" fmla="*/ 50 h 50"/>
                  <a:gd name="T10" fmla="*/ 8 w 72"/>
                  <a:gd name="T11" fmla="*/ 49 h 50"/>
                  <a:gd name="T12" fmla="*/ 69 w 72"/>
                  <a:gd name="T13" fmla="*/ 11 h 50"/>
                  <a:gd name="T14" fmla="*/ 69 w 72"/>
                  <a:gd name="T15" fmla="*/ 11 h 50"/>
                  <a:gd name="T16" fmla="*/ 70 w 72"/>
                  <a:gd name="T17" fmla="*/ 9 h 50"/>
                  <a:gd name="T18" fmla="*/ 72 w 72"/>
                  <a:gd name="T19" fmla="*/ 8 h 50"/>
                  <a:gd name="T20" fmla="*/ 72 w 72"/>
                  <a:gd name="T21" fmla="*/ 5 h 50"/>
                  <a:gd name="T22" fmla="*/ 70 w 72"/>
                  <a:gd name="T23" fmla="*/ 2 h 50"/>
                  <a:gd name="T24" fmla="*/ 70 w 72"/>
                  <a:gd name="T25" fmla="*/ 2 h 50"/>
                  <a:gd name="T26" fmla="*/ 69 w 72"/>
                  <a:gd name="T27" fmla="*/ 1 h 50"/>
                  <a:gd name="T28" fmla="*/ 68 w 72"/>
                  <a:gd name="T29" fmla="*/ 0 h 50"/>
                  <a:gd name="T30" fmla="*/ 65 w 72"/>
                  <a:gd name="T31" fmla="*/ 0 h 50"/>
                  <a:gd name="T32" fmla="*/ 64 w 72"/>
                  <a:gd name="T33" fmla="*/ 1 h 50"/>
                  <a:gd name="T34" fmla="*/ 1 w 72"/>
                  <a:gd name="T35" fmla="*/ 39 h 50"/>
                  <a:gd name="T36" fmla="*/ 1 w 72"/>
                  <a:gd name="T37" fmla="*/ 39 h 50"/>
                  <a:gd name="T38" fmla="*/ 0 w 72"/>
                  <a:gd name="T39" fmla="*/ 40 h 50"/>
                  <a:gd name="T40" fmla="*/ 0 w 72"/>
                  <a:gd name="T41" fmla="*/ 43 h 50"/>
                  <a:gd name="T42" fmla="*/ 0 w 72"/>
                  <a:gd name="T43" fmla="*/ 44 h 50"/>
                  <a:gd name="T44" fmla="*/ 0 w 72"/>
                  <a:gd name="T45" fmla="*/ 47 h 50"/>
                  <a:gd name="T46" fmla="*/ 0 w 72"/>
                  <a:gd name="T47" fmla="*/ 47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2" h="50">
                    <a:moveTo>
                      <a:pt x="0" y="47"/>
                    </a:moveTo>
                    <a:lnTo>
                      <a:pt x="0" y="47"/>
                    </a:lnTo>
                    <a:lnTo>
                      <a:pt x="1" y="49"/>
                    </a:lnTo>
                    <a:lnTo>
                      <a:pt x="4" y="50"/>
                    </a:lnTo>
                    <a:lnTo>
                      <a:pt x="5" y="50"/>
                    </a:lnTo>
                    <a:lnTo>
                      <a:pt x="8" y="49"/>
                    </a:lnTo>
                    <a:lnTo>
                      <a:pt x="69" y="11"/>
                    </a:lnTo>
                    <a:lnTo>
                      <a:pt x="69" y="11"/>
                    </a:lnTo>
                    <a:lnTo>
                      <a:pt x="70" y="9"/>
                    </a:lnTo>
                    <a:lnTo>
                      <a:pt x="72" y="8"/>
                    </a:lnTo>
                    <a:lnTo>
                      <a:pt x="72" y="5"/>
                    </a:lnTo>
                    <a:lnTo>
                      <a:pt x="70" y="2"/>
                    </a:lnTo>
                    <a:lnTo>
                      <a:pt x="70" y="2"/>
                    </a:lnTo>
                    <a:lnTo>
                      <a:pt x="69" y="1"/>
                    </a:lnTo>
                    <a:lnTo>
                      <a:pt x="68" y="0"/>
                    </a:lnTo>
                    <a:lnTo>
                      <a:pt x="65" y="0"/>
                    </a:lnTo>
                    <a:lnTo>
                      <a:pt x="64" y="1"/>
                    </a:lnTo>
                    <a:lnTo>
                      <a:pt x="1" y="39"/>
                    </a:lnTo>
                    <a:lnTo>
                      <a:pt x="1" y="39"/>
                    </a:lnTo>
                    <a:lnTo>
                      <a:pt x="0" y="40"/>
                    </a:lnTo>
                    <a:lnTo>
                      <a:pt x="0" y="43"/>
                    </a:lnTo>
                    <a:lnTo>
                      <a:pt x="0" y="44"/>
                    </a:lnTo>
                    <a:lnTo>
                      <a:pt x="0" y="47"/>
                    </a:lnTo>
                    <a:lnTo>
                      <a:pt x="0" y="4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95" name="Freeform 184">
                <a:extLst>
                  <a:ext uri="{FF2B5EF4-FFF2-40B4-BE49-F238E27FC236}">
                    <a16:creationId xmlns:a16="http://schemas.microsoft.com/office/drawing/2014/main" id="{6243565C-51F3-43E2-AF13-E6BA239D3F38}"/>
                  </a:ext>
                </a:extLst>
              </p:cNvPr>
              <p:cNvSpPr>
                <a:spLocks/>
              </p:cNvSpPr>
              <p:nvPr/>
            </p:nvSpPr>
            <p:spPr bwMode="auto">
              <a:xfrm>
                <a:off x="1560513" y="3316288"/>
                <a:ext cx="161925" cy="219075"/>
              </a:xfrm>
              <a:custGeom>
                <a:avLst/>
                <a:gdLst>
                  <a:gd name="T0" fmla="*/ 0 w 102"/>
                  <a:gd name="T1" fmla="*/ 6 h 138"/>
                  <a:gd name="T2" fmla="*/ 9 w 102"/>
                  <a:gd name="T3" fmla="*/ 0 h 138"/>
                  <a:gd name="T4" fmla="*/ 88 w 102"/>
                  <a:gd name="T5" fmla="*/ 128 h 138"/>
                  <a:gd name="T6" fmla="*/ 88 w 102"/>
                  <a:gd name="T7" fmla="*/ 128 h 138"/>
                  <a:gd name="T8" fmla="*/ 91 w 102"/>
                  <a:gd name="T9" fmla="*/ 132 h 138"/>
                  <a:gd name="T10" fmla="*/ 94 w 102"/>
                  <a:gd name="T11" fmla="*/ 133 h 138"/>
                  <a:gd name="T12" fmla="*/ 98 w 102"/>
                  <a:gd name="T13" fmla="*/ 134 h 138"/>
                  <a:gd name="T14" fmla="*/ 102 w 102"/>
                  <a:gd name="T15" fmla="*/ 136 h 138"/>
                  <a:gd name="T16" fmla="*/ 102 w 102"/>
                  <a:gd name="T17" fmla="*/ 136 h 138"/>
                  <a:gd name="T18" fmla="*/ 101 w 102"/>
                  <a:gd name="T19" fmla="*/ 136 h 138"/>
                  <a:gd name="T20" fmla="*/ 101 w 102"/>
                  <a:gd name="T21" fmla="*/ 136 h 138"/>
                  <a:gd name="T22" fmla="*/ 95 w 102"/>
                  <a:gd name="T23" fmla="*/ 138 h 138"/>
                  <a:gd name="T24" fmla="*/ 88 w 102"/>
                  <a:gd name="T25" fmla="*/ 138 h 138"/>
                  <a:gd name="T26" fmla="*/ 83 w 102"/>
                  <a:gd name="T27" fmla="*/ 136 h 138"/>
                  <a:gd name="T28" fmla="*/ 79 w 102"/>
                  <a:gd name="T29" fmla="*/ 132 h 138"/>
                  <a:gd name="T30" fmla="*/ 0 w 102"/>
                  <a:gd name="T31" fmla="*/ 6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2" h="138">
                    <a:moveTo>
                      <a:pt x="0" y="6"/>
                    </a:moveTo>
                    <a:lnTo>
                      <a:pt x="9" y="0"/>
                    </a:lnTo>
                    <a:lnTo>
                      <a:pt x="88" y="128"/>
                    </a:lnTo>
                    <a:lnTo>
                      <a:pt x="88" y="128"/>
                    </a:lnTo>
                    <a:lnTo>
                      <a:pt x="91" y="132"/>
                    </a:lnTo>
                    <a:lnTo>
                      <a:pt x="94" y="133"/>
                    </a:lnTo>
                    <a:lnTo>
                      <a:pt x="98" y="134"/>
                    </a:lnTo>
                    <a:lnTo>
                      <a:pt x="102" y="136"/>
                    </a:lnTo>
                    <a:lnTo>
                      <a:pt x="102" y="136"/>
                    </a:lnTo>
                    <a:lnTo>
                      <a:pt x="101" y="136"/>
                    </a:lnTo>
                    <a:lnTo>
                      <a:pt x="101" y="136"/>
                    </a:lnTo>
                    <a:lnTo>
                      <a:pt x="95" y="138"/>
                    </a:lnTo>
                    <a:lnTo>
                      <a:pt x="88" y="138"/>
                    </a:lnTo>
                    <a:lnTo>
                      <a:pt x="83" y="136"/>
                    </a:lnTo>
                    <a:lnTo>
                      <a:pt x="79" y="132"/>
                    </a:lnTo>
                    <a:lnTo>
                      <a:pt x="0" y="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sp>
          <p:nvSpPr>
            <p:cNvPr id="196" name="Freeform 185">
              <a:extLst>
                <a:ext uri="{FF2B5EF4-FFF2-40B4-BE49-F238E27FC236}">
                  <a16:creationId xmlns:a16="http://schemas.microsoft.com/office/drawing/2014/main" id="{F387E30F-10AD-4C93-8D4E-52D10BBB1B1F}"/>
                </a:ext>
              </a:extLst>
            </p:cNvPr>
            <p:cNvSpPr>
              <a:spLocks noEditPoints="1"/>
            </p:cNvSpPr>
            <p:nvPr/>
          </p:nvSpPr>
          <p:spPr bwMode="auto">
            <a:xfrm>
              <a:off x="938252" y="2148630"/>
              <a:ext cx="199698" cy="152185"/>
            </a:xfrm>
            <a:custGeom>
              <a:avLst/>
              <a:gdLst>
                <a:gd name="T0" fmla="*/ 124 w 126"/>
                <a:gd name="T1" fmla="*/ 38 h 97"/>
                <a:gd name="T2" fmla="*/ 105 w 126"/>
                <a:gd name="T3" fmla="*/ 15 h 97"/>
                <a:gd name="T4" fmla="*/ 99 w 126"/>
                <a:gd name="T5" fmla="*/ 34 h 97"/>
                <a:gd name="T6" fmla="*/ 111 w 126"/>
                <a:gd name="T7" fmla="*/ 39 h 97"/>
                <a:gd name="T8" fmla="*/ 113 w 126"/>
                <a:gd name="T9" fmla="*/ 55 h 97"/>
                <a:gd name="T10" fmla="*/ 99 w 126"/>
                <a:gd name="T11" fmla="*/ 63 h 97"/>
                <a:gd name="T12" fmla="*/ 113 w 126"/>
                <a:gd name="T13" fmla="*/ 72 h 97"/>
                <a:gd name="T14" fmla="*/ 125 w 126"/>
                <a:gd name="T15" fmla="*/ 58 h 97"/>
                <a:gd name="T16" fmla="*/ 99 w 126"/>
                <a:gd name="T17" fmla="*/ 12 h 97"/>
                <a:gd name="T18" fmla="*/ 40 w 126"/>
                <a:gd name="T19" fmla="*/ 1 h 97"/>
                <a:gd name="T20" fmla="*/ 42 w 126"/>
                <a:gd name="T21" fmla="*/ 5 h 97"/>
                <a:gd name="T22" fmla="*/ 46 w 126"/>
                <a:gd name="T23" fmla="*/ 13 h 97"/>
                <a:gd name="T24" fmla="*/ 40 w 126"/>
                <a:gd name="T25" fmla="*/ 20 h 97"/>
                <a:gd name="T26" fmla="*/ 40 w 126"/>
                <a:gd name="T27" fmla="*/ 84 h 97"/>
                <a:gd name="T28" fmla="*/ 59 w 126"/>
                <a:gd name="T29" fmla="*/ 82 h 97"/>
                <a:gd name="T30" fmla="*/ 79 w 126"/>
                <a:gd name="T31" fmla="*/ 76 h 97"/>
                <a:gd name="T32" fmla="*/ 99 w 126"/>
                <a:gd name="T33" fmla="*/ 63 h 97"/>
                <a:gd name="T34" fmla="*/ 92 w 126"/>
                <a:gd name="T35" fmla="*/ 62 h 97"/>
                <a:gd name="T36" fmla="*/ 86 w 126"/>
                <a:gd name="T37" fmla="*/ 42 h 97"/>
                <a:gd name="T38" fmla="*/ 95 w 126"/>
                <a:gd name="T39" fmla="*/ 35 h 97"/>
                <a:gd name="T40" fmla="*/ 40 w 126"/>
                <a:gd name="T41" fmla="*/ 1 h 97"/>
                <a:gd name="T42" fmla="*/ 33 w 126"/>
                <a:gd name="T43" fmla="*/ 9 h 97"/>
                <a:gd name="T44" fmla="*/ 40 w 126"/>
                <a:gd name="T45" fmla="*/ 1 h 97"/>
                <a:gd name="T46" fmla="*/ 40 w 126"/>
                <a:gd name="T47" fmla="*/ 96 h 97"/>
                <a:gd name="T48" fmla="*/ 38 w 126"/>
                <a:gd name="T49" fmla="*/ 85 h 97"/>
                <a:gd name="T50" fmla="*/ 33 w 126"/>
                <a:gd name="T51" fmla="*/ 97 h 97"/>
                <a:gd name="T52" fmla="*/ 37 w 126"/>
                <a:gd name="T53" fmla="*/ 72 h 97"/>
                <a:gd name="T54" fmla="*/ 33 w 126"/>
                <a:gd name="T55" fmla="*/ 32 h 97"/>
                <a:gd name="T56" fmla="*/ 33 w 126"/>
                <a:gd name="T57" fmla="*/ 15 h 97"/>
                <a:gd name="T58" fmla="*/ 36 w 126"/>
                <a:gd name="T59" fmla="*/ 19 h 97"/>
                <a:gd name="T60" fmla="*/ 33 w 126"/>
                <a:gd name="T61" fmla="*/ 3 h 97"/>
                <a:gd name="T62" fmla="*/ 27 w 126"/>
                <a:gd name="T63" fmla="*/ 20 h 97"/>
                <a:gd name="T64" fmla="*/ 33 w 126"/>
                <a:gd name="T65" fmla="*/ 15 h 97"/>
                <a:gd name="T66" fmla="*/ 33 w 126"/>
                <a:gd name="T67" fmla="*/ 3 h 97"/>
                <a:gd name="T68" fmla="*/ 27 w 126"/>
                <a:gd name="T69" fmla="*/ 97 h 97"/>
                <a:gd name="T70" fmla="*/ 27 w 126"/>
                <a:gd name="T71" fmla="*/ 92 h 97"/>
                <a:gd name="T72" fmla="*/ 33 w 126"/>
                <a:gd name="T73" fmla="*/ 32 h 97"/>
                <a:gd name="T74" fmla="*/ 23 w 126"/>
                <a:gd name="T75" fmla="*/ 69 h 97"/>
                <a:gd name="T76" fmla="*/ 27 w 126"/>
                <a:gd name="T77" fmla="*/ 59 h 97"/>
                <a:gd name="T78" fmla="*/ 26 w 126"/>
                <a:gd name="T79" fmla="*/ 47 h 97"/>
                <a:gd name="T80" fmla="*/ 23 w 126"/>
                <a:gd name="T81" fmla="*/ 39 h 97"/>
                <a:gd name="T82" fmla="*/ 33 w 126"/>
                <a:gd name="T83" fmla="*/ 32 h 97"/>
                <a:gd name="T84" fmla="*/ 17 w 126"/>
                <a:gd name="T85" fmla="*/ 11 h 97"/>
                <a:gd name="T86" fmla="*/ 2 w 126"/>
                <a:gd name="T87" fmla="*/ 40 h 97"/>
                <a:gd name="T88" fmla="*/ 8 w 126"/>
                <a:gd name="T89" fmla="*/ 88 h 97"/>
                <a:gd name="T90" fmla="*/ 23 w 126"/>
                <a:gd name="T91" fmla="*/ 97 h 97"/>
                <a:gd name="T92" fmla="*/ 22 w 126"/>
                <a:gd name="T93" fmla="*/ 91 h 97"/>
                <a:gd name="T94" fmla="*/ 17 w 126"/>
                <a:gd name="T95" fmla="*/ 74 h 97"/>
                <a:gd name="T96" fmla="*/ 23 w 126"/>
                <a:gd name="T97" fmla="*/ 65 h 97"/>
                <a:gd name="T98" fmla="*/ 13 w 126"/>
                <a:gd name="T99" fmla="*/ 65 h 97"/>
                <a:gd name="T100" fmla="*/ 7 w 126"/>
                <a:gd name="T101" fmla="*/ 54 h 97"/>
                <a:gd name="T102" fmla="*/ 14 w 126"/>
                <a:gd name="T103" fmla="*/ 43 h 97"/>
                <a:gd name="T104" fmla="*/ 23 w 126"/>
                <a:gd name="T105" fmla="*/ 39 h 97"/>
                <a:gd name="T106" fmla="*/ 14 w 126"/>
                <a:gd name="T107" fmla="*/ 32 h 97"/>
                <a:gd name="T108" fmla="*/ 14 w 126"/>
                <a:gd name="T109" fmla="*/ 24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26" h="97">
                  <a:moveTo>
                    <a:pt x="126" y="53"/>
                  </a:moveTo>
                  <a:lnTo>
                    <a:pt x="126" y="53"/>
                  </a:lnTo>
                  <a:lnTo>
                    <a:pt x="126" y="45"/>
                  </a:lnTo>
                  <a:lnTo>
                    <a:pt x="124" y="38"/>
                  </a:lnTo>
                  <a:lnTo>
                    <a:pt x="121" y="31"/>
                  </a:lnTo>
                  <a:lnTo>
                    <a:pt x="117" y="24"/>
                  </a:lnTo>
                  <a:lnTo>
                    <a:pt x="109" y="17"/>
                  </a:lnTo>
                  <a:lnTo>
                    <a:pt x="105" y="15"/>
                  </a:lnTo>
                  <a:lnTo>
                    <a:pt x="105" y="15"/>
                  </a:lnTo>
                  <a:lnTo>
                    <a:pt x="99" y="12"/>
                  </a:lnTo>
                  <a:lnTo>
                    <a:pt x="99" y="34"/>
                  </a:lnTo>
                  <a:lnTo>
                    <a:pt x="99" y="34"/>
                  </a:lnTo>
                  <a:lnTo>
                    <a:pt x="103" y="35"/>
                  </a:lnTo>
                  <a:lnTo>
                    <a:pt x="106" y="36"/>
                  </a:lnTo>
                  <a:lnTo>
                    <a:pt x="106" y="36"/>
                  </a:lnTo>
                  <a:lnTo>
                    <a:pt x="111" y="39"/>
                  </a:lnTo>
                  <a:lnTo>
                    <a:pt x="114" y="45"/>
                  </a:lnTo>
                  <a:lnTo>
                    <a:pt x="114" y="50"/>
                  </a:lnTo>
                  <a:lnTo>
                    <a:pt x="113" y="55"/>
                  </a:lnTo>
                  <a:lnTo>
                    <a:pt x="113" y="55"/>
                  </a:lnTo>
                  <a:lnTo>
                    <a:pt x="110" y="59"/>
                  </a:lnTo>
                  <a:lnTo>
                    <a:pt x="107" y="62"/>
                  </a:lnTo>
                  <a:lnTo>
                    <a:pt x="103" y="63"/>
                  </a:lnTo>
                  <a:lnTo>
                    <a:pt x="99" y="63"/>
                  </a:lnTo>
                  <a:lnTo>
                    <a:pt x="99" y="76"/>
                  </a:lnTo>
                  <a:lnTo>
                    <a:pt x="99" y="76"/>
                  </a:lnTo>
                  <a:lnTo>
                    <a:pt x="109" y="74"/>
                  </a:lnTo>
                  <a:lnTo>
                    <a:pt x="113" y="72"/>
                  </a:lnTo>
                  <a:lnTo>
                    <a:pt x="117" y="70"/>
                  </a:lnTo>
                  <a:lnTo>
                    <a:pt x="121" y="68"/>
                  </a:lnTo>
                  <a:lnTo>
                    <a:pt x="122" y="63"/>
                  </a:lnTo>
                  <a:lnTo>
                    <a:pt x="125" y="58"/>
                  </a:lnTo>
                  <a:lnTo>
                    <a:pt x="126" y="53"/>
                  </a:lnTo>
                  <a:lnTo>
                    <a:pt x="126" y="53"/>
                  </a:lnTo>
                  <a:close/>
                  <a:moveTo>
                    <a:pt x="99" y="12"/>
                  </a:moveTo>
                  <a:lnTo>
                    <a:pt x="99" y="12"/>
                  </a:lnTo>
                  <a:lnTo>
                    <a:pt x="82" y="5"/>
                  </a:lnTo>
                  <a:lnTo>
                    <a:pt x="65" y="1"/>
                  </a:lnTo>
                  <a:lnTo>
                    <a:pt x="52" y="0"/>
                  </a:lnTo>
                  <a:lnTo>
                    <a:pt x="40" y="1"/>
                  </a:lnTo>
                  <a:lnTo>
                    <a:pt x="40" y="5"/>
                  </a:lnTo>
                  <a:lnTo>
                    <a:pt x="40" y="5"/>
                  </a:lnTo>
                  <a:lnTo>
                    <a:pt x="42" y="5"/>
                  </a:lnTo>
                  <a:lnTo>
                    <a:pt x="42" y="5"/>
                  </a:lnTo>
                  <a:lnTo>
                    <a:pt x="42" y="5"/>
                  </a:lnTo>
                  <a:lnTo>
                    <a:pt x="45" y="8"/>
                  </a:lnTo>
                  <a:lnTo>
                    <a:pt x="46" y="11"/>
                  </a:lnTo>
                  <a:lnTo>
                    <a:pt x="46" y="13"/>
                  </a:lnTo>
                  <a:lnTo>
                    <a:pt x="46" y="16"/>
                  </a:lnTo>
                  <a:lnTo>
                    <a:pt x="46" y="16"/>
                  </a:lnTo>
                  <a:lnTo>
                    <a:pt x="44" y="19"/>
                  </a:lnTo>
                  <a:lnTo>
                    <a:pt x="40" y="20"/>
                  </a:lnTo>
                  <a:lnTo>
                    <a:pt x="40" y="76"/>
                  </a:lnTo>
                  <a:lnTo>
                    <a:pt x="40" y="76"/>
                  </a:lnTo>
                  <a:lnTo>
                    <a:pt x="40" y="80"/>
                  </a:lnTo>
                  <a:lnTo>
                    <a:pt x="40" y="84"/>
                  </a:lnTo>
                  <a:lnTo>
                    <a:pt x="40" y="96"/>
                  </a:lnTo>
                  <a:lnTo>
                    <a:pt x="40" y="96"/>
                  </a:lnTo>
                  <a:lnTo>
                    <a:pt x="49" y="91"/>
                  </a:lnTo>
                  <a:lnTo>
                    <a:pt x="59" y="82"/>
                  </a:lnTo>
                  <a:lnTo>
                    <a:pt x="69" y="77"/>
                  </a:lnTo>
                  <a:lnTo>
                    <a:pt x="73" y="76"/>
                  </a:lnTo>
                  <a:lnTo>
                    <a:pt x="79" y="76"/>
                  </a:lnTo>
                  <a:lnTo>
                    <a:pt x="79" y="76"/>
                  </a:lnTo>
                  <a:lnTo>
                    <a:pt x="90" y="76"/>
                  </a:lnTo>
                  <a:lnTo>
                    <a:pt x="99" y="76"/>
                  </a:lnTo>
                  <a:lnTo>
                    <a:pt x="99" y="63"/>
                  </a:lnTo>
                  <a:lnTo>
                    <a:pt x="99" y="63"/>
                  </a:lnTo>
                  <a:lnTo>
                    <a:pt x="97" y="63"/>
                  </a:lnTo>
                  <a:lnTo>
                    <a:pt x="92" y="62"/>
                  </a:lnTo>
                  <a:lnTo>
                    <a:pt x="92" y="62"/>
                  </a:lnTo>
                  <a:lnTo>
                    <a:pt x="92" y="62"/>
                  </a:lnTo>
                  <a:lnTo>
                    <a:pt x="88" y="59"/>
                  </a:lnTo>
                  <a:lnTo>
                    <a:pt x="86" y="54"/>
                  </a:lnTo>
                  <a:lnTo>
                    <a:pt x="84" y="49"/>
                  </a:lnTo>
                  <a:lnTo>
                    <a:pt x="86" y="42"/>
                  </a:lnTo>
                  <a:lnTo>
                    <a:pt x="86" y="42"/>
                  </a:lnTo>
                  <a:lnTo>
                    <a:pt x="88" y="39"/>
                  </a:lnTo>
                  <a:lnTo>
                    <a:pt x="91" y="36"/>
                  </a:lnTo>
                  <a:lnTo>
                    <a:pt x="95" y="35"/>
                  </a:lnTo>
                  <a:lnTo>
                    <a:pt x="99" y="34"/>
                  </a:lnTo>
                  <a:lnTo>
                    <a:pt x="99" y="12"/>
                  </a:lnTo>
                  <a:close/>
                  <a:moveTo>
                    <a:pt x="40" y="1"/>
                  </a:moveTo>
                  <a:lnTo>
                    <a:pt x="40" y="1"/>
                  </a:lnTo>
                  <a:lnTo>
                    <a:pt x="33" y="3"/>
                  </a:lnTo>
                  <a:lnTo>
                    <a:pt x="33" y="11"/>
                  </a:lnTo>
                  <a:lnTo>
                    <a:pt x="33" y="11"/>
                  </a:lnTo>
                  <a:lnTo>
                    <a:pt x="33" y="9"/>
                  </a:lnTo>
                  <a:lnTo>
                    <a:pt x="33" y="9"/>
                  </a:lnTo>
                  <a:lnTo>
                    <a:pt x="36" y="7"/>
                  </a:lnTo>
                  <a:lnTo>
                    <a:pt x="40" y="5"/>
                  </a:lnTo>
                  <a:lnTo>
                    <a:pt x="40" y="1"/>
                  </a:lnTo>
                  <a:lnTo>
                    <a:pt x="40" y="1"/>
                  </a:lnTo>
                  <a:close/>
                  <a:moveTo>
                    <a:pt x="33" y="97"/>
                  </a:moveTo>
                  <a:lnTo>
                    <a:pt x="33" y="97"/>
                  </a:lnTo>
                  <a:lnTo>
                    <a:pt x="40" y="96"/>
                  </a:lnTo>
                  <a:lnTo>
                    <a:pt x="40" y="84"/>
                  </a:lnTo>
                  <a:lnTo>
                    <a:pt x="40" y="84"/>
                  </a:lnTo>
                  <a:lnTo>
                    <a:pt x="38" y="85"/>
                  </a:lnTo>
                  <a:lnTo>
                    <a:pt x="38" y="85"/>
                  </a:lnTo>
                  <a:lnTo>
                    <a:pt x="36" y="89"/>
                  </a:lnTo>
                  <a:lnTo>
                    <a:pt x="33" y="92"/>
                  </a:lnTo>
                  <a:lnTo>
                    <a:pt x="33" y="97"/>
                  </a:lnTo>
                  <a:lnTo>
                    <a:pt x="33" y="97"/>
                  </a:lnTo>
                  <a:close/>
                  <a:moveTo>
                    <a:pt x="40" y="20"/>
                  </a:moveTo>
                  <a:lnTo>
                    <a:pt x="40" y="76"/>
                  </a:lnTo>
                  <a:lnTo>
                    <a:pt x="40" y="76"/>
                  </a:lnTo>
                  <a:lnTo>
                    <a:pt x="37" y="72"/>
                  </a:lnTo>
                  <a:lnTo>
                    <a:pt x="33" y="69"/>
                  </a:lnTo>
                  <a:lnTo>
                    <a:pt x="33" y="69"/>
                  </a:lnTo>
                  <a:lnTo>
                    <a:pt x="33" y="69"/>
                  </a:lnTo>
                  <a:lnTo>
                    <a:pt x="33" y="32"/>
                  </a:lnTo>
                  <a:lnTo>
                    <a:pt x="33" y="32"/>
                  </a:lnTo>
                  <a:lnTo>
                    <a:pt x="33" y="30"/>
                  </a:lnTo>
                  <a:lnTo>
                    <a:pt x="33" y="26"/>
                  </a:lnTo>
                  <a:lnTo>
                    <a:pt x="33" y="15"/>
                  </a:lnTo>
                  <a:lnTo>
                    <a:pt x="33" y="15"/>
                  </a:lnTo>
                  <a:lnTo>
                    <a:pt x="34" y="17"/>
                  </a:lnTo>
                  <a:lnTo>
                    <a:pt x="36" y="19"/>
                  </a:lnTo>
                  <a:lnTo>
                    <a:pt x="36" y="19"/>
                  </a:lnTo>
                  <a:lnTo>
                    <a:pt x="40" y="20"/>
                  </a:lnTo>
                  <a:lnTo>
                    <a:pt x="40" y="20"/>
                  </a:lnTo>
                  <a:close/>
                  <a:moveTo>
                    <a:pt x="33" y="3"/>
                  </a:moveTo>
                  <a:lnTo>
                    <a:pt x="33" y="3"/>
                  </a:lnTo>
                  <a:lnTo>
                    <a:pt x="23" y="7"/>
                  </a:lnTo>
                  <a:lnTo>
                    <a:pt x="23" y="19"/>
                  </a:lnTo>
                  <a:lnTo>
                    <a:pt x="23" y="19"/>
                  </a:lnTo>
                  <a:lnTo>
                    <a:pt x="27" y="20"/>
                  </a:lnTo>
                  <a:lnTo>
                    <a:pt x="27" y="20"/>
                  </a:lnTo>
                  <a:lnTo>
                    <a:pt x="30" y="23"/>
                  </a:lnTo>
                  <a:lnTo>
                    <a:pt x="33" y="26"/>
                  </a:lnTo>
                  <a:lnTo>
                    <a:pt x="33" y="15"/>
                  </a:lnTo>
                  <a:lnTo>
                    <a:pt x="33" y="15"/>
                  </a:lnTo>
                  <a:lnTo>
                    <a:pt x="32" y="13"/>
                  </a:lnTo>
                  <a:lnTo>
                    <a:pt x="33" y="11"/>
                  </a:lnTo>
                  <a:lnTo>
                    <a:pt x="33" y="3"/>
                  </a:lnTo>
                  <a:lnTo>
                    <a:pt x="33" y="3"/>
                  </a:lnTo>
                  <a:close/>
                  <a:moveTo>
                    <a:pt x="23" y="97"/>
                  </a:moveTo>
                  <a:lnTo>
                    <a:pt x="23" y="97"/>
                  </a:lnTo>
                  <a:lnTo>
                    <a:pt x="27" y="97"/>
                  </a:lnTo>
                  <a:lnTo>
                    <a:pt x="33" y="97"/>
                  </a:lnTo>
                  <a:lnTo>
                    <a:pt x="33" y="92"/>
                  </a:lnTo>
                  <a:lnTo>
                    <a:pt x="33" y="92"/>
                  </a:lnTo>
                  <a:lnTo>
                    <a:pt x="27" y="92"/>
                  </a:lnTo>
                  <a:lnTo>
                    <a:pt x="23" y="91"/>
                  </a:lnTo>
                  <a:lnTo>
                    <a:pt x="23" y="97"/>
                  </a:lnTo>
                  <a:lnTo>
                    <a:pt x="23" y="97"/>
                  </a:lnTo>
                  <a:close/>
                  <a:moveTo>
                    <a:pt x="33" y="32"/>
                  </a:moveTo>
                  <a:lnTo>
                    <a:pt x="33" y="69"/>
                  </a:lnTo>
                  <a:lnTo>
                    <a:pt x="33" y="69"/>
                  </a:lnTo>
                  <a:lnTo>
                    <a:pt x="27" y="68"/>
                  </a:lnTo>
                  <a:lnTo>
                    <a:pt x="23" y="69"/>
                  </a:lnTo>
                  <a:lnTo>
                    <a:pt x="23" y="65"/>
                  </a:lnTo>
                  <a:lnTo>
                    <a:pt x="23" y="65"/>
                  </a:lnTo>
                  <a:lnTo>
                    <a:pt x="26" y="62"/>
                  </a:lnTo>
                  <a:lnTo>
                    <a:pt x="27" y="59"/>
                  </a:lnTo>
                  <a:lnTo>
                    <a:pt x="27" y="59"/>
                  </a:lnTo>
                  <a:lnTo>
                    <a:pt x="29" y="55"/>
                  </a:lnTo>
                  <a:lnTo>
                    <a:pt x="29" y="50"/>
                  </a:lnTo>
                  <a:lnTo>
                    <a:pt x="26" y="47"/>
                  </a:lnTo>
                  <a:lnTo>
                    <a:pt x="23" y="45"/>
                  </a:lnTo>
                  <a:lnTo>
                    <a:pt x="23" y="43"/>
                  </a:lnTo>
                  <a:lnTo>
                    <a:pt x="23" y="39"/>
                  </a:lnTo>
                  <a:lnTo>
                    <a:pt x="23" y="39"/>
                  </a:lnTo>
                  <a:lnTo>
                    <a:pt x="27" y="38"/>
                  </a:lnTo>
                  <a:lnTo>
                    <a:pt x="32" y="34"/>
                  </a:lnTo>
                  <a:lnTo>
                    <a:pt x="32" y="34"/>
                  </a:lnTo>
                  <a:lnTo>
                    <a:pt x="33" y="32"/>
                  </a:lnTo>
                  <a:lnTo>
                    <a:pt x="33" y="32"/>
                  </a:lnTo>
                  <a:close/>
                  <a:moveTo>
                    <a:pt x="23" y="7"/>
                  </a:moveTo>
                  <a:lnTo>
                    <a:pt x="23" y="7"/>
                  </a:lnTo>
                  <a:lnTo>
                    <a:pt x="17" y="11"/>
                  </a:lnTo>
                  <a:lnTo>
                    <a:pt x="13" y="16"/>
                  </a:lnTo>
                  <a:lnTo>
                    <a:pt x="8" y="21"/>
                  </a:lnTo>
                  <a:lnTo>
                    <a:pt x="6" y="27"/>
                  </a:lnTo>
                  <a:lnTo>
                    <a:pt x="2" y="40"/>
                  </a:lnTo>
                  <a:lnTo>
                    <a:pt x="0" y="54"/>
                  </a:lnTo>
                  <a:lnTo>
                    <a:pt x="2" y="66"/>
                  </a:lnTo>
                  <a:lnTo>
                    <a:pt x="4" y="78"/>
                  </a:lnTo>
                  <a:lnTo>
                    <a:pt x="8" y="88"/>
                  </a:lnTo>
                  <a:lnTo>
                    <a:pt x="13" y="91"/>
                  </a:lnTo>
                  <a:lnTo>
                    <a:pt x="15" y="93"/>
                  </a:lnTo>
                  <a:lnTo>
                    <a:pt x="15" y="93"/>
                  </a:lnTo>
                  <a:lnTo>
                    <a:pt x="23" y="97"/>
                  </a:lnTo>
                  <a:lnTo>
                    <a:pt x="23" y="91"/>
                  </a:lnTo>
                  <a:lnTo>
                    <a:pt x="22" y="91"/>
                  </a:lnTo>
                  <a:lnTo>
                    <a:pt x="22" y="91"/>
                  </a:lnTo>
                  <a:lnTo>
                    <a:pt x="22" y="91"/>
                  </a:lnTo>
                  <a:lnTo>
                    <a:pt x="18" y="88"/>
                  </a:lnTo>
                  <a:lnTo>
                    <a:pt x="17" y="84"/>
                  </a:lnTo>
                  <a:lnTo>
                    <a:pt x="15" y="80"/>
                  </a:lnTo>
                  <a:lnTo>
                    <a:pt x="17" y="74"/>
                  </a:lnTo>
                  <a:lnTo>
                    <a:pt x="17" y="74"/>
                  </a:lnTo>
                  <a:lnTo>
                    <a:pt x="19" y="72"/>
                  </a:lnTo>
                  <a:lnTo>
                    <a:pt x="23" y="69"/>
                  </a:lnTo>
                  <a:lnTo>
                    <a:pt x="23" y="65"/>
                  </a:lnTo>
                  <a:lnTo>
                    <a:pt x="23" y="65"/>
                  </a:lnTo>
                  <a:lnTo>
                    <a:pt x="18" y="66"/>
                  </a:lnTo>
                  <a:lnTo>
                    <a:pt x="13" y="65"/>
                  </a:lnTo>
                  <a:lnTo>
                    <a:pt x="13" y="65"/>
                  </a:lnTo>
                  <a:lnTo>
                    <a:pt x="13" y="65"/>
                  </a:lnTo>
                  <a:lnTo>
                    <a:pt x="10" y="62"/>
                  </a:lnTo>
                  <a:lnTo>
                    <a:pt x="7" y="58"/>
                  </a:lnTo>
                  <a:lnTo>
                    <a:pt x="7" y="54"/>
                  </a:lnTo>
                  <a:lnTo>
                    <a:pt x="8" y="49"/>
                  </a:lnTo>
                  <a:lnTo>
                    <a:pt x="8" y="49"/>
                  </a:lnTo>
                  <a:lnTo>
                    <a:pt x="11" y="46"/>
                  </a:lnTo>
                  <a:lnTo>
                    <a:pt x="14" y="43"/>
                  </a:lnTo>
                  <a:lnTo>
                    <a:pt x="18" y="43"/>
                  </a:lnTo>
                  <a:lnTo>
                    <a:pt x="23" y="43"/>
                  </a:lnTo>
                  <a:lnTo>
                    <a:pt x="23" y="39"/>
                  </a:lnTo>
                  <a:lnTo>
                    <a:pt x="23" y="39"/>
                  </a:lnTo>
                  <a:lnTo>
                    <a:pt x="18" y="38"/>
                  </a:lnTo>
                  <a:lnTo>
                    <a:pt x="18" y="38"/>
                  </a:lnTo>
                  <a:lnTo>
                    <a:pt x="15" y="35"/>
                  </a:lnTo>
                  <a:lnTo>
                    <a:pt x="14" y="32"/>
                  </a:lnTo>
                  <a:lnTo>
                    <a:pt x="13" y="28"/>
                  </a:lnTo>
                  <a:lnTo>
                    <a:pt x="14" y="24"/>
                  </a:lnTo>
                  <a:lnTo>
                    <a:pt x="14" y="24"/>
                  </a:lnTo>
                  <a:lnTo>
                    <a:pt x="14" y="24"/>
                  </a:lnTo>
                  <a:lnTo>
                    <a:pt x="18" y="20"/>
                  </a:lnTo>
                  <a:lnTo>
                    <a:pt x="23" y="19"/>
                  </a:lnTo>
                  <a:lnTo>
                    <a:pt x="23" y="7"/>
                  </a:lnTo>
                  <a:close/>
                </a:path>
              </a:pathLst>
            </a:custGeom>
            <a:solidFill>
              <a:schemeClr val="accent6"/>
            </a:solidFill>
            <a:ln>
              <a:noFill/>
            </a:ln>
          </p:spPr>
          <p:txBody>
            <a:bodyPr lIns="91438" tIns="45719" rIns="91438" bIns="45719"/>
            <a:lstStyle/>
            <a:p>
              <a:pPr>
                <a:defRPr/>
              </a:pPr>
              <a:endParaRPr lang="zh-CN" altLang="en-US"/>
            </a:p>
          </p:txBody>
        </p:sp>
        <p:grpSp>
          <p:nvGrpSpPr>
            <p:cNvPr id="197" name="组合 199">
              <a:extLst>
                <a:ext uri="{FF2B5EF4-FFF2-40B4-BE49-F238E27FC236}">
                  <a16:creationId xmlns:a16="http://schemas.microsoft.com/office/drawing/2014/main" id="{DAF820C2-0E5C-4D0F-9C61-E4CFF163F0E2}"/>
                </a:ext>
              </a:extLst>
            </p:cNvPr>
            <p:cNvGrpSpPr/>
            <p:nvPr/>
          </p:nvGrpSpPr>
          <p:grpSpPr>
            <a:xfrm>
              <a:off x="2708958" y="3203639"/>
              <a:ext cx="265079" cy="335040"/>
              <a:chOff x="3665538" y="3100388"/>
              <a:chExt cx="265113" cy="334963"/>
            </a:xfrm>
            <a:solidFill>
              <a:schemeClr val="accent6"/>
            </a:solidFill>
          </p:grpSpPr>
          <p:sp>
            <p:nvSpPr>
              <p:cNvPr id="198" name="Freeform 186">
                <a:extLst>
                  <a:ext uri="{FF2B5EF4-FFF2-40B4-BE49-F238E27FC236}">
                    <a16:creationId xmlns:a16="http://schemas.microsoft.com/office/drawing/2014/main" id="{848EEDF7-3386-441D-B0A6-3BE57A7AF758}"/>
                  </a:ext>
                </a:extLst>
              </p:cNvPr>
              <p:cNvSpPr>
                <a:spLocks/>
              </p:cNvSpPr>
              <p:nvPr/>
            </p:nvSpPr>
            <p:spPr bwMode="auto">
              <a:xfrm>
                <a:off x="3665538" y="3109913"/>
                <a:ext cx="252413" cy="325438"/>
              </a:xfrm>
              <a:custGeom>
                <a:avLst/>
                <a:gdLst>
                  <a:gd name="T0" fmla="*/ 159 w 159"/>
                  <a:gd name="T1" fmla="*/ 36 h 205"/>
                  <a:gd name="T2" fmla="*/ 151 w 159"/>
                  <a:gd name="T3" fmla="*/ 32 h 205"/>
                  <a:gd name="T4" fmla="*/ 56 w 159"/>
                  <a:gd name="T5" fmla="*/ 185 h 205"/>
                  <a:gd name="T6" fmla="*/ 56 w 159"/>
                  <a:gd name="T7" fmla="*/ 185 h 205"/>
                  <a:gd name="T8" fmla="*/ 53 w 159"/>
                  <a:gd name="T9" fmla="*/ 189 h 205"/>
                  <a:gd name="T10" fmla="*/ 50 w 159"/>
                  <a:gd name="T11" fmla="*/ 191 h 205"/>
                  <a:gd name="T12" fmla="*/ 46 w 159"/>
                  <a:gd name="T13" fmla="*/ 193 h 205"/>
                  <a:gd name="T14" fmla="*/ 41 w 159"/>
                  <a:gd name="T15" fmla="*/ 194 h 205"/>
                  <a:gd name="T16" fmla="*/ 37 w 159"/>
                  <a:gd name="T17" fmla="*/ 195 h 205"/>
                  <a:gd name="T18" fmla="*/ 31 w 159"/>
                  <a:gd name="T19" fmla="*/ 194 h 205"/>
                  <a:gd name="T20" fmla="*/ 27 w 159"/>
                  <a:gd name="T21" fmla="*/ 193 h 205"/>
                  <a:gd name="T22" fmla="*/ 22 w 159"/>
                  <a:gd name="T23" fmla="*/ 191 h 205"/>
                  <a:gd name="T24" fmla="*/ 22 w 159"/>
                  <a:gd name="T25" fmla="*/ 191 h 205"/>
                  <a:gd name="T26" fmla="*/ 18 w 159"/>
                  <a:gd name="T27" fmla="*/ 187 h 205"/>
                  <a:gd name="T28" fmla="*/ 15 w 159"/>
                  <a:gd name="T29" fmla="*/ 185 h 205"/>
                  <a:gd name="T30" fmla="*/ 12 w 159"/>
                  <a:gd name="T31" fmla="*/ 180 h 205"/>
                  <a:gd name="T32" fmla="*/ 10 w 159"/>
                  <a:gd name="T33" fmla="*/ 175 h 205"/>
                  <a:gd name="T34" fmla="*/ 10 w 159"/>
                  <a:gd name="T35" fmla="*/ 171 h 205"/>
                  <a:gd name="T36" fmla="*/ 10 w 159"/>
                  <a:gd name="T37" fmla="*/ 166 h 205"/>
                  <a:gd name="T38" fmla="*/ 11 w 159"/>
                  <a:gd name="T39" fmla="*/ 162 h 205"/>
                  <a:gd name="T40" fmla="*/ 12 w 159"/>
                  <a:gd name="T41" fmla="*/ 157 h 205"/>
                  <a:gd name="T42" fmla="*/ 107 w 159"/>
                  <a:gd name="T43" fmla="*/ 4 h 205"/>
                  <a:gd name="T44" fmla="*/ 100 w 159"/>
                  <a:gd name="T45" fmla="*/ 0 h 205"/>
                  <a:gd name="T46" fmla="*/ 4 w 159"/>
                  <a:gd name="T47" fmla="*/ 155 h 205"/>
                  <a:gd name="T48" fmla="*/ 4 w 159"/>
                  <a:gd name="T49" fmla="*/ 155 h 205"/>
                  <a:gd name="T50" fmla="*/ 2 w 159"/>
                  <a:gd name="T51" fmla="*/ 160 h 205"/>
                  <a:gd name="T52" fmla="*/ 0 w 159"/>
                  <a:gd name="T53" fmla="*/ 167 h 205"/>
                  <a:gd name="T54" fmla="*/ 0 w 159"/>
                  <a:gd name="T55" fmla="*/ 172 h 205"/>
                  <a:gd name="T56" fmla="*/ 2 w 159"/>
                  <a:gd name="T57" fmla="*/ 179 h 205"/>
                  <a:gd name="T58" fmla="*/ 3 w 159"/>
                  <a:gd name="T59" fmla="*/ 185 h 205"/>
                  <a:gd name="T60" fmla="*/ 7 w 159"/>
                  <a:gd name="T61" fmla="*/ 190 h 205"/>
                  <a:gd name="T62" fmla="*/ 11 w 159"/>
                  <a:gd name="T63" fmla="*/ 195 h 205"/>
                  <a:gd name="T64" fmla="*/ 16 w 159"/>
                  <a:gd name="T65" fmla="*/ 199 h 205"/>
                  <a:gd name="T66" fmla="*/ 16 w 159"/>
                  <a:gd name="T67" fmla="*/ 199 h 205"/>
                  <a:gd name="T68" fmla="*/ 23 w 159"/>
                  <a:gd name="T69" fmla="*/ 202 h 205"/>
                  <a:gd name="T70" fmla="*/ 30 w 159"/>
                  <a:gd name="T71" fmla="*/ 203 h 205"/>
                  <a:gd name="T72" fmla="*/ 35 w 159"/>
                  <a:gd name="T73" fmla="*/ 205 h 205"/>
                  <a:gd name="T74" fmla="*/ 42 w 159"/>
                  <a:gd name="T75" fmla="*/ 205 h 205"/>
                  <a:gd name="T76" fmla="*/ 48 w 159"/>
                  <a:gd name="T77" fmla="*/ 202 h 205"/>
                  <a:gd name="T78" fmla="*/ 53 w 159"/>
                  <a:gd name="T79" fmla="*/ 199 h 205"/>
                  <a:gd name="T80" fmla="*/ 58 w 159"/>
                  <a:gd name="T81" fmla="*/ 195 h 205"/>
                  <a:gd name="T82" fmla="*/ 62 w 159"/>
                  <a:gd name="T83" fmla="*/ 191 h 205"/>
                  <a:gd name="T84" fmla="*/ 159 w 159"/>
                  <a:gd name="T85" fmla="*/ 36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 h="205">
                    <a:moveTo>
                      <a:pt x="159" y="36"/>
                    </a:moveTo>
                    <a:lnTo>
                      <a:pt x="151" y="32"/>
                    </a:lnTo>
                    <a:lnTo>
                      <a:pt x="56" y="185"/>
                    </a:lnTo>
                    <a:lnTo>
                      <a:pt x="56" y="185"/>
                    </a:lnTo>
                    <a:lnTo>
                      <a:pt x="53" y="189"/>
                    </a:lnTo>
                    <a:lnTo>
                      <a:pt x="50" y="191"/>
                    </a:lnTo>
                    <a:lnTo>
                      <a:pt x="46" y="193"/>
                    </a:lnTo>
                    <a:lnTo>
                      <a:pt x="41" y="194"/>
                    </a:lnTo>
                    <a:lnTo>
                      <a:pt x="37" y="195"/>
                    </a:lnTo>
                    <a:lnTo>
                      <a:pt x="31" y="194"/>
                    </a:lnTo>
                    <a:lnTo>
                      <a:pt x="27" y="193"/>
                    </a:lnTo>
                    <a:lnTo>
                      <a:pt x="22" y="191"/>
                    </a:lnTo>
                    <a:lnTo>
                      <a:pt x="22" y="191"/>
                    </a:lnTo>
                    <a:lnTo>
                      <a:pt x="18" y="187"/>
                    </a:lnTo>
                    <a:lnTo>
                      <a:pt x="15" y="185"/>
                    </a:lnTo>
                    <a:lnTo>
                      <a:pt x="12" y="180"/>
                    </a:lnTo>
                    <a:lnTo>
                      <a:pt x="10" y="175"/>
                    </a:lnTo>
                    <a:lnTo>
                      <a:pt x="10" y="171"/>
                    </a:lnTo>
                    <a:lnTo>
                      <a:pt x="10" y="166"/>
                    </a:lnTo>
                    <a:lnTo>
                      <a:pt x="11" y="162"/>
                    </a:lnTo>
                    <a:lnTo>
                      <a:pt x="12" y="157"/>
                    </a:lnTo>
                    <a:lnTo>
                      <a:pt x="107" y="4"/>
                    </a:lnTo>
                    <a:lnTo>
                      <a:pt x="100" y="0"/>
                    </a:lnTo>
                    <a:lnTo>
                      <a:pt x="4" y="155"/>
                    </a:lnTo>
                    <a:lnTo>
                      <a:pt x="4" y="155"/>
                    </a:lnTo>
                    <a:lnTo>
                      <a:pt x="2" y="160"/>
                    </a:lnTo>
                    <a:lnTo>
                      <a:pt x="0" y="167"/>
                    </a:lnTo>
                    <a:lnTo>
                      <a:pt x="0" y="172"/>
                    </a:lnTo>
                    <a:lnTo>
                      <a:pt x="2" y="179"/>
                    </a:lnTo>
                    <a:lnTo>
                      <a:pt x="3" y="185"/>
                    </a:lnTo>
                    <a:lnTo>
                      <a:pt x="7" y="190"/>
                    </a:lnTo>
                    <a:lnTo>
                      <a:pt x="11" y="195"/>
                    </a:lnTo>
                    <a:lnTo>
                      <a:pt x="16" y="199"/>
                    </a:lnTo>
                    <a:lnTo>
                      <a:pt x="16" y="199"/>
                    </a:lnTo>
                    <a:lnTo>
                      <a:pt x="23" y="202"/>
                    </a:lnTo>
                    <a:lnTo>
                      <a:pt x="30" y="203"/>
                    </a:lnTo>
                    <a:lnTo>
                      <a:pt x="35" y="205"/>
                    </a:lnTo>
                    <a:lnTo>
                      <a:pt x="42" y="205"/>
                    </a:lnTo>
                    <a:lnTo>
                      <a:pt x="48" y="202"/>
                    </a:lnTo>
                    <a:lnTo>
                      <a:pt x="53" y="199"/>
                    </a:lnTo>
                    <a:lnTo>
                      <a:pt x="58" y="195"/>
                    </a:lnTo>
                    <a:lnTo>
                      <a:pt x="62" y="191"/>
                    </a:lnTo>
                    <a:lnTo>
                      <a:pt x="159" y="3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99" name="Freeform 187">
                <a:extLst>
                  <a:ext uri="{FF2B5EF4-FFF2-40B4-BE49-F238E27FC236}">
                    <a16:creationId xmlns:a16="http://schemas.microsoft.com/office/drawing/2014/main" id="{D75E08A2-1531-4246-BBB3-AB7D3FC8EFB2}"/>
                  </a:ext>
                </a:extLst>
              </p:cNvPr>
              <p:cNvSpPr>
                <a:spLocks/>
              </p:cNvSpPr>
              <p:nvPr/>
            </p:nvSpPr>
            <p:spPr bwMode="auto">
              <a:xfrm>
                <a:off x="3808413" y="3100388"/>
                <a:ext cx="122238" cy="82550"/>
              </a:xfrm>
              <a:custGeom>
                <a:avLst/>
                <a:gdLst>
                  <a:gd name="T0" fmla="*/ 75 w 77"/>
                  <a:gd name="T1" fmla="*/ 50 h 52"/>
                  <a:gd name="T2" fmla="*/ 75 w 77"/>
                  <a:gd name="T3" fmla="*/ 50 h 52"/>
                  <a:gd name="T4" fmla="*/ 74 w 77"/>
                  <a:gd name="T5" fmla="*/ 51 h 52"/>
                  <a:gd name="T6" fmla="*/ 71 w 77"/>
                  <a:gd name="T7" fmla="*/ 52 h 52"/>
                  <a:gd name="T8" fmla="*/ 69 w 77"/>
                  <a:gd name="T9" fmla="*/ 52 h 52"/>
                  <a:gd name="T10" fmla="*/ 67 w 77"/>
                  <a:gd name="T11" fmla="*/ 51 h 52"/>
                  <a:gd name="T12" fmla="*/ 2 w 77"/>
                  <a:gd name="T13" fmla="*/ 12 h 52"/>
                  <a:gd name="T14" fmla="*/ 2 w 77"/>
                  <a:gd name="T15" fmla="*/ 12 h 52"/>
                  <a:gd name="T16" fmla="*/ 0 w 77"/>
                  <a:gd name="T17" fmla="*/ 9 h 52"/>
                  <a:gd name="T18" fmla="*/ 0 w 77"/>
                  <a:gd name="T19" fmla="*/ 8 h 52"/>
                  <a:gd name="T20" fmla="*/ 0 w 77"/>
                  <a:gd name="T21" fmla="*/ 5 h 52"/>
                  <a:gd name="T22" fmla="*/ 0 w 77"/>
                  <a:gd name="T23" fmla="*/ 2 h 52"/>
                  <a:gd name="T24" fmla="*/ 0 w 77"/>
                  <a:gd name="T25" fmla="*/ 2 h 52"/>
                  <a:gd name="T26" fmla="*/ 1 w 77"/>
                  <a:gd name="T27" fmla="*/ 1 h 52"/>
                  <a:gd name="T28" fmla="*/ 4 w 77"/>
                  <a:gd name="T29" fmla="*/ 0 h 52"/>
                  <a:gd name="T30" fmla="*/ 6 w 77"/>
                  <a:gd name="T31" fmla="*/ 0 h 52"/>
                  <a:gd name="T32" fmla="*/ 8 w 77"/>
                  <a:gd name="T33" fmla="*/ 1 h 52"/>
                  <a:gd name="T34" fmla="*/ 74 w 77"/>
                  <a:gd name="T35" fmla="*/ 42 h 52"/>
                  <a:gd name="T36" fmla="*/ 74 w 77"/>
                  <a:gd name="T37" fmla="*/ 42 h 52"/>
                  <a:gd name="T38" fmla="*/ 75 w 77"/>
                  <a:gd name="T39" fmla="*/ 43 h 52"/>
                  <a:gd name="T40" fmla="*/ 77 w 77"/>
                  <a:gd name="T41" fmla="*/ 46 h 52"/>
                  <a:gd name="T42" fmla="*/ 77 w 77"/>
                  <a:gd name="T43" fmla="*/ 47 h 52"/>
                  <a:gd name="T44" fmla="*/ 75 w 77"/>
                  <a:gd name="T45" fmla="*/ 50 h 52"/>
                  <a:gd name="T46" fmla="*/ 75 w 77"/>
                  <a:gd name="T47" fmla="*/ 50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7" h="52">
                    <a:moveTo>
                      <a:pt x="75" y="50"/>
                    </a:moveTo>
                    <a:lnTo>
                      <a:pt x="75" y="50"/>
                    </a:lnTo>
                    <a:lnTo>
                      <a:pt x="74" y="51"/>
                    </a:lnTo>
                    <a:lnTo>
                      <a:pt x="71" y="52"/>
                    </a:lnTo>
                    <a:lnTo>
                      <a:pt x="69" y="52"/>
                    </a:lnTo>
                    <a:lnTo>
                      <a:pt x="67" y="51"/>
                    </a:lnTo>
                    <a:lnTo>
                      <a:pt x="2" y="12"/>
                    </a:lnTo>
                    <a:lnTo>
                      <a:pt x="2" y="12"/>
                    </a:lnTo>
                    <a:lnTo>
                      <a:pt x="0" y="9"/>
                    </a:lnTo>
                    <a:lnTo>
                      <a:pt x="0" y="8"/>
                    </a:lnTo>
                    <a:lnTo>
                      <a:pt x="0" y="5"/>
                    </a:lnTo>
                    <a:lnTo>
                      <a:pt x="0" y="2"/>
                    </a:lnTo>
                    <a:lnTo>
                      <a:pt x="0" y="2"/>
                    </a:lnTo>
                    <a:lnTo>
                      <a:pt x="1" y="1"/>
                    </a:lnTo>
                    <a:lnTo>
                      <a:pt x="4" y="0"/>
                    </a:lnTo>
                    <a:lnTo>
                      <a:pt x="6" y="0"/>
                    </a:lnTo>
                    <a:lnTo>
                      <a:pt x="8" y="1"/>
                    </a:lnTo>
                    <a:lnTo>
                      <a:pt x="74" y="42"/>
                    </a:lnTo>
                    <a:lnTo>
                      <a:pt x="74" y="42"/>
                    </a:lnTo>
                    <a:lnTo>
                      <a:pt x="75" y="43"/>
                    </a:lnTo>
                    <a:lnTo>
                      <a:pt x="77" y="46"/>
                    </a:lnTo>
                    <a:lnTo>
                      <a:pt x="77" y="47"/>
                    </a:lnTo>
                    <a:lnTo>
                      <a:pt x="75" y="50"/>
                    </a:lnTo>
                    <a:lnTo>
                      <a:pt x="75" y="5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200" name="Freeform 188">
                <a:extLst>
                  <a:ext uri="{FF2B5EF4-FFF2-40B4-BE49-F238E27FC236}">
                    <a16:creationId xmlns:a16="http://schemas.microsoft.com/office/drawing/2014/main" id="{9BAA1207-B571-4013-9A15-2FB5B9117A9E}"/>
                  </a:ext>
                </a:extLst>
              </p:cNvPr>
              <p:cNvSpPr>
                <a:spLocks/>
              </p:cNvSpPr>
              <p:nvPr/>
            </p:nvSpPr>
            <p:spPr bwMode="auto">
              <a:xfrm>
                <a:off x="3708401" y="3168650"/>
                <a:ext cx="173038" cy="234950"/>
              </a:xfrm>
              <a:custGeom>
                <a:avLst/>
                <a:gdLst>
                  <a:gd name="T0" fmla="*/ 109 w 109"/>
                  <a:gd name="T1" fmla="*/ 5 h 148"/>
                  <a:gd name="T2" fmla="*/ 99 w 109"/>
                  <a:gd name="T3" fmla="*/ 0 h 148"/>
                  <a:gd name="T4" fmla="*/ 15 w 109"/>
                  <a:gd name="T5" fmla="*/ 137 h 148"/>
                  <a:gd name="T6" fmla="*/ 15 w 109"/>
                  <a:gd name="T7" fmla="*/ 137 h 148"/>
                  <a:gd name="T8" fmla="*/ 12 w 109"/>
                  <a:gd name="T9" fmla="*/ 139 h 148"/>
                  <a:gd name="T10" fmla="*/ 8 w 109"/>
                  <a:gd name="T11" fmla="*/ 142 h 148"/>
                  <a:gd name="T12" fmla="*/ 4 w 109"/>
                  <a:gd name="T13" fmla="*/ 143 h 148"/>
                  <a:gd name="T14" fmla="*/ 0 w 109"/>
                  <a:gd name="T15" fmla="*/ 143 h 148"/>
                  <a:gd name="T16" fmla="*/ 0 w 109"/>
                  <a:gd name="T17" fmla="*/ 143 h 148"/>
                  <a:gd name="T18" fmla="*/ 0 w 109"/>
                  <a:gd name="T19" fmla="*/ 145 h 148"/>
                  <a:gd name="T20" fmla="*/ 0 w 109"/>
                  <a:gd name="T21" fmla="*/ 145 h 148"/>
                  <a:gd name="T22" fmla="*/ 7 w 109"/>
                  <a:gd name="T23" fmla="*/ 148 h 148"/>
                  <a:gd name="T24" fmla="*/ 14 w 109"/>
                  <a:gd name="T25" fmla="*/ 148 h 148"/>
                  <a:gd name="T26" fmla="*/ 21 w 109"/>
                  <a:gd name="T27" fmla="*/ 145 h 148"/>
                  <a:gd name="T28" fmla="*/ 25 w 109"/>
                  <a:gd name="T29" fmla="*/ 141 h 148"/>
                  <a:gd name="T30" fmla="*/ 109 w 109"/>
                  <a:gd name="T31" fmla="*/ 5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9" h="148">
                    <a:moveTo>
                      <a:pt x="109" y="5"/>
                    </a:moveTo>
                    <a:lnTo>
                      <a:pt x="99" y="0"/>
                    </a:lnTo>
                    <a:lnTo>
                      <a:pt x="15" y="137"/>
                    </a:lnTo>
                    <a:lnTo>
                      <a:pt x="15" y="137"/>
                    </a:lnTo>
                    <a:lnTo>
                      <a:pt x="12" y="139"/>
                    </a:lnTo>
                    <a:lnTo>
                      <a:pt x="8" y="142"/>
                    </a:lnTo>
                    <a:lnTo>
                      <a:pt x="4" y="143"/>
                    </a:lnTo>
                    <a:lnTo>
                      <a:pt x="0" y="143"/>
                    </a:lnTo>
                    <a:lnTo>
                      <a:pt x="0" y="143"/>
                    </a:lnTo>
                    <a:lnTo>
                      <a:pt x="0" y="145"/>
                    </a:lnTo>
                    <a:lnTo>
                      <a:pt x="0" y="145"/>
                    </a:lnTo>
                    <a:lnTo>
                      <a:pt x="7" y="148"/>
                    </a:lnTo>
                    <a:lnTo>
                      <a:pt x="14" y="148"/>
                    </a:lnTo>
                    <a:lnTo>
                      <a:pt x="21" y="145"/>
                    </a:lnTo>
                    <a:lnTo>
                      <a:pt x="25" y="141"/>
                    </a:lnTo>
                    <a:lnTo>
                      <a:pt x="109" y="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sp>
          <p:nvSpPr>
            <p:cNvPr id="201" name="Freeform 189">
              <a:extLst>
                <a:ext uri="{FF2B5EF4-FFF2-40B4-BE49-F238E27FC236}">
                  <a16:creationId xmlns:a16="http://schemas.microsoft.com/office/drawing/2014/main" id="{7C72180A-A6B7-4B2D-B009-64C2E7A57DE9}"/>
                </a:ext>
              </a:extLst>
            </p:cNvPr>
            <p:cNvSpPr>
              <a:spLocks noEditPoints="1"/>
            </p:cNvSpPr>
            <p:nvPr/>
          </p:nvSpPr>
          <p:spPr bwMode="auto">
            <a:xfrm>
              <a:off x="1411344" y="4819007"/>
              <a:ext cx="216340" cy="235411"/>
            </a:xfrm>
            <a:custGeom>
              <a:avLst/>
              <a:gdLst>
                <a:gd name="T0" fmla="*/ 107 w 137"/>
                <a:gd name="T1" fmla="*/ 68 h 147"/>
                <a:gd name="T2" fmla="*/ 103 w 137"/>
                <a:gd name="T3" fmla="*/ 51 h 147"/>
                <a:gd name="T4" fmla="*/ 103 w 137"/>
                <a:gd name="T5" fmla="*/ 99 h 147"/>
                <a:gd name="T6" fmla="*/ 117 w 137"/>
                <a:gd name="T7" fmla="*/ 111 h 147"/>
                <a:gd name="T8" fmla="*/ 115 w 137"/>
                <a:gd name="T9" fmla="*/ 118 h 147"/>
                <a:gd name="T10" fmla="*/ 103 w 137"/>
                <a:gd name="T11" fmla="*/ 38 h 147"/>
                <a:gd name="T12" fmla="*/ 115 w 137"/>
                <a:gd name="T13" fmla="*/ 19 h 147"/>
                <a:gd name="T14" fmla="*/ 117 w 137"/>
                <a:gd name="T15" fmla="*/ 24 h 147"/>
                <a:gd name="T16" fmla="*/ 103 w 137"/>
                <a:gd name="T17" fmla="*/ 38 h 147"/>
                <a:gd name="T18" fmla="*/ 114 w 137"/>
                <a:gd name="T19" fmla="*/ 68 h 147"/>
                <a:gd name="T20" fmla="*/ 134 w 137"/>
                <a:gd name="T21" fmla="*/ 65 h 147"/>
                <a:gd name="T22" fmla="*/ 136 w 137"/>
                <a:gd name="T23" fmla="*/ 70 h 147"/>
                <a:gd name="T24" fmla="*/ 114 w 137"/>
                <a:gd name="T25" fmla="*/ 70 h 147"/>
                <a:gd name="T26" fmla="*/ 69 w 137"/>
                <a:gd name="T27" fmla="*/ 30 h 147"/>
                <a:gd name="T28" fmla="*/ 103 w 137"/>
                <a:gd name="T29" fmla="*/ 51 h 147"/>
                <a:gd name="T30" fmla="*/ 90 w 137"/>
                <a:gd name="T31" fmla="*/ 100 h 147"/>
                <a:gd name="T32" fmla="*/ 84 w 137"/>
                <a:gd name="T33" fmla="*/ 142 h 147"/>
                <a:gd name="T34" fmla="*/ 69 w 137"/>
                <a:gd name="T35" fmla="*/ 114 h 147"/>
                <a:gd name="T36" fmla="*/ 83 w 137"/>
                <a:gd name="T37" fmla="*/ 96 h 147"/>
                <a:gd name="T38" fmla="*/ 95 w 137"/>
                <a:gd name="T39" fmla="*/ 84 h 147"/>
                <a:gd name="T40" fmla="*/ 99 w 137"/>
                <a:gd name="T41" fmla="*/ 62 h 147"/>
                <a:gd name="T42" fmla="*/ 91 w 137"/>
                <a:gd name="T43" fmla="*/ 47 h 147"/>
                <a:gd name="T44" fmla="*/ 69 w 137"/>
                <a:gd name="T45" fmla="*/ 38 h 147"/>
                <a:gd name="T46" fmla="*/ 100 w 137"/>
                <a:gd name="T47" fmla="*/ 31 h 147"/>
                <a:gd name="T48" fmla="*/ 100 w 137"/>
                <a:gd name="T49" fmla="*/ 36 h 147"/>
                <a:gd name="T50" fmla="*/ 103 w 137"/>
                <a:gd name="T51" fmla="*/ 99 h 147"/>
                <a:gd name="T52" fmla="*/ 99 w 137"/>
                <a:gd name="T53" fmla="*/ 101 h 147"/>
                <a:gd name="T54" fmla="*/ 103 w 137"/>
                <a:gd name="T55" fmla="*/ 99 h 147"/>
                <a:gd name="T56" fmla="*/ 72 w 137"/>
                <a:gd name="T57" fmla="*/ 1 h 147"/>
                <a:gd name="T58" fmla="*/ 72 w 137"/>
                <a:gd name="T59" fmla="*/ 23 h 147"/>
                <a:gd name="T60" fmla="*/ 67 w 137"/>
                <a:gd name="T61" fmla="*/ 147 h 147"/>
                <a:gd name="T62" fmla="*/ 49 w 137"/>
                <a:gd name="T63" fmla="*/ 137 h 147"/>
                <a:gd name="T64" fmla="*/ 41 w 137"/>
                <a:gd name="T65" fmla="*/ 92 h 147"/>
                <a:gd name="T66" fmla="*/ 41 w 137"/>
                <a:gd name="T67" fmla="*/ 43 h 147"/>
                <a:gd name="T68" fmla="*/ 69 w 137"/>
                <a:gd name="T69" fmla="*/ 30 h 147"/>
                <a:gd name="T70" fmla="*/ 57 w 137"/>
                <a:gd name="T71" fmla="*/ 40 h 147"/>
                <a:gd name="T72" fmla="*/ 45 w 137"/>
                <a:gd name="T73" fmla="*/ 51 h 147"/>
                <a:gd name="T74" fmla="*/ 40 w 137"/>
                <a:gd name="T75" fmla="*/ 68 h 147"/>
                <a:gd name="T76" fmla="*/ 54 w 137"/>
                <a:gd name="T77" fmla="*/ 93 h 147"/>
                <a:gd name="T78" fmla="*/ 56 w 137"/>
                <a:gd name="T79" fmla="*/ 97 h 147"/>
                <a:gd name="T80" fmla="*/ 69 w 137"/>
                <a:gd name="T81" fmla="*/ 147 h 147"/>
                <a:gd name="T82" fmla="*/ 69 w 137"/>
                <a:gd name="T83" fmla="*/ 24 h 147"/>
                <a:gd name="T84" fmla="*/ 65 w 137"/>
                <a:gd name="T85" fmla="*/ 4 h 147"/>
                <a:gd name="T86" fmla="*/ 69 w 137"/>
                <a:gd name="T87" fmla="*/ 0 h 147"/>
                <a:gd name="T88" fmla="*/ 38 w 137"/>
                <a:gd name="T89" fmla="*/ 104 h 147"/>
                <a:gd name="T90" fmla="*/ 35 w 137"/>
                <a:gd name="T91" fmla="*/ 99 h 147"/>
                <a:gd name="T92" fmla="*/ 35 w 137"/>
                <a:gd name="T93" fmla="*/ 38 h 147"/>
                <a:gd name="T94" fmla="*/ 38 w 137"/>
                <a:gd name="T95" fmla="*/ 31 h 147"/>
                <a:gd name="T96" fmla="*/ 35 w 137"/>
                <a:gd name="T97" fmla="*/ 84 h 147"/>
                <a:gd name="T98" fmla="*/ 33 w 137"/>
                <a:gd name="T99" fmla="*/ 59 h 147"/>
                <a:gd name="T100" fmla="*/ 35 w 137"/>
                <a:gd name="T101" fmla="*/ 30 h 147"/>
                <a:gd name="T102" fmla="*/ 33 w 137"/>
                <a:gd name="T103" fmla="*/ 36 h 147"/>
                <a:gd name="T104" fmla="*/ 21 w 137"/>
                <a:gd name="T105" fmla="*/ 20 h 147"/>
                <a:gd name="T106" fmla="*/ 35 w 137"/>
                <a:gd name="T107" fmla="*/ 30 h 147"/>
                <a:gd name="T108" fmla="*/ 26 w 137"/>
                <a:gd name="T109" fmla="*/ 116 h 147"/>
                <a:gd name="T110" fmla="*/ 21 w 137"/>
                <a:gd name="T111" fmla="*/ 116 h 147"/>
                <a:gd name="T112" fmla="*/ 33 w 137"/>
                <a:gd name="T113" fmla="*/ 99 h 147"/>
                <a:gd name="T114" fmla="*/ 4 w 137"/>
                <a:gd name="T115" fmla="*/ 65 h 147"/>
                <a:gd name="T116" fmla="*/ 23 w 137"/>
                <a:gd name="T117" fmla="*/ 65 h 147"/>
                <a:gd name="T118" fmla="*/ 21 w 137"/>
                <a:gd name="T119" fmla="*/ 72 h 147"/>
                <a:gd name="T120" fmla="*/ 0 w 137"/>
                <a:gd name="T121" fmla="*/ 68 h 147"/>
                <a:gd name="T122" fmla="*/ 4 w 137"/>
                <a:gd name="T123" fmla="*/ 65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37" h="147">
                  <a:moveTo>
                    <a:pt x="103" y="51"/>
                  </a:moveTo>
                  <a:lnTo>
                    <a:pt x="103" y="51"/>
                  </a:lnTo>
                  <a:lnTo>
                    <a:pt x="106" y="59"/>
                  </a:lnTo>
                  <a:lnTo>
                    <a:pt x="107" y="68"/>
                  </a:lnTo>
                  <a:lnTo>
                    <a:pt x="107" y="68"/>
                  </a:lnTo>
                  <a:lnTo>
                    <a:pt x="106" y="77"/>
                  </a:lnTo>
                  <a:lnTo>
                    <a:pt x="103" y="84"/>
                  </a:lnTo>
                  <a:lnTo>
                    <a:pt x="103" y="51"/>
                  </a:lnTo>
                  <a:lnTo>
                    <a:pt x="103" y="51"/>
                  </a:lnTo>
                  <a:close/>
                  <a:moveTo>
                    <a:pt x="103" y="107"/>
                  </a:moveTo>
                  <a:lnTo>
                    <a:pt x="103" y="99"/>
                  </a:lnTo>
                  <a:lnTo>
                    <a:pt x="103" y="99"/>
                  </a:lnTo>
                  <a:lnTo>
                    <a:pt x="106" y="99"/>
                  </a:lnTo>
                  <a:lnTo>
                    <a:pt x="106" y="99"/>
                  </a:lnTo>
                  <a:lnTo>
                    <a:pt x="117" y="111"/>
                  </a:lnTo>
                  <a:lnTo>
                    <a:pt x="117" y="111"/>
                  </a:lnTo>
                  <a:lnTo>
                    <a:pt x="118" y="114"/>
                  </a:lnTo>
                  <a:lnTo>
                    <a:pt x="117" y="116"/>
                  </a:lnTo>
                  <a:lnTo>
                    <a:pt x="117" y="116"/>
                  </a:lnTo>
                  <a:lnTo>
                    <a:pt x="115" y="118"/>
                  </a:lnTo>
                  <a:lnTo>
                    <a:pt x="113" y="116"/>
                  </a:lnTo>
                  <a:lnTo>
                    <a:pt x="103" y="107"/>
                  </a:lnTo>
                  <a:lnTo>
                    <a:pt x="103" y="107"/>
                  </a:lnTo>
                  <a:close/>
                  <a:moveTo>
                    <a:pt x="103" y="38"/>
                  </a:moveTo>
                  <a:lnTo>
                    <a:pt x="103" y="28"/>
                  </a:lnTo>
                  <a:lnTo>
                    <a:pt x="113" y="20"/>
                  </a:lnTo>
                  <a:lnTo>
                    <a:pt x="113" y="20"/>
                  </a:lnTo>
                  <a:lnTo>
                    <a:pt x="115" y="19"/>
                  </a:lnTo>
                  <a:lnTo>
                    <a:pt x="117" y="20"/>
                  </a:lnTo>
                  <a:lnTo>
                    <a:pt x="117" y="20"/>
                  </a:lnTo>
                  <a:lnTo>
                    <a:pt x="118" y="23"/>
                  </a:lnTo>
                  <a:lnTo>
                    <a:pt x="117" y="24"/>
                  </a:lnTo>
                  <a:lnTo>
                    <a:pt x="106" y="36"/>
                  </a:lnTo>
                  <a:lnTo>
                    <a:pt x="106" y="36"/>
                  </a:lnTo>
                  <a:lnTo>
                    <a:pt x="106" y="36"/>
                  </a:lnTo>
                  <a:lnTo>
                    <a:pt x="103" y="38"/>
                  </a:lnTo>
                  <a:lnTo>
                    <a:pt x="103" y="38"/>
                  </a:lnTo>
                  <a:close/>
                  <a:moveTo>
                    <a:pt x="114" y="68"/>
                  </a:moveTo>
                  <a:lnTo>
                    <a:pt x="114" y="68"/>
                  </a:lnTo>
                  <a:lnTo>
                    <a:pt x="114" y="68"/>
                  </a:lnTo>
                  <a:lnTo>
                    <a:pt x="114" y="65"/>
                  </a:lnTo>
                  <a:lnTo>
                    <a:pt x="117" y="65"/>
                  </a:lnTo>
                  <a:lnTo>
                    <a:pt x="134" y="65"/>
                  </a:lnTo>
                  <a:lnTo>
                    <a:pt x="134" y="65"/>
                  </a:lnTo>
                  <a:lnTo>
                    <a:pt x="136" y="65"/>
                  </a:lnTo>
                  <a:lnTo>
                    <a:pt x="137" y="68"/>
                  </a:lnTo>
                  <a:lnTo>
                    <a:pt x="137" y="68"/>
                  </a:lnTo>
                  <a:lnTo>
                    <a:pt x="136" y="70"/>
                  </a:lnTo>
                  <a:lnTo>
                    <a:pt x="134" y="72"/>
                  </a:lnTo>
                  <a:lnTo>
                    <a:pt x="117" y="72"/>
                  </a:lnTo>
                  <a:lnTo>
                    <a:pt x="117" y="72"/>
                  </a:lnTo>
                  <a:lnTo>
                    <a:pt x="114" y="70"/>
                  </a:lnTo>
                  <a:lnTo>
                    <a:pt x="114" y="68"/>
                  </a:lnTo>
                  <a:lnTo>
                    <a:pt x="114" y="68"/>
                  </a:lnTo>
                  <a:close/>
                  <a:moveTo>
                    <a:pt x="69" y="30"/>
                  </a:moveTo>
                  <a:lnTo>
                    <a:pt x="69" y="30"/>
                  </a:lnTo>
                  <a:lnTo>
                    <a:pt x="80" y="32"/>
                  </a:lnTo>
                  <a:lnTo>
                    <a:pt x="90" y="36"/>
                  </a:lnTo>
                  <a:lnTo>
                    <a:pt x="98" y="43"/>
                  </a:lnTo>
                  <a:lnTo>
                    <a:pt x="103" y="51"/>
                  </a:lnTo>
                  <a:lnTo>
                    <a:pt x="103" y="84"/>
                  </a:lnTo>
                  <a:lnTo>
                    <a:pt x="103" y="84"/>
                  </a:lnTo>
                  <a:lnTo>
                    <a:pt x="98" y="93"/>
                  </a:lnTo>
                  <a:lnTo>
                    <a:pt x="90" y="100"/>
                  </a:lnTo>
                  <a:lnTo>
                    <a:pt x="90" y="130"/>
                  </a:lnTo>
                  <a:lnTo>
                    <a:pt x="90" y="130"/>
                  </a:lnTo>
                  <a:lnTo>
                    <a:pt x="88" y="137"/>
                  </a:lnTo>
                  <a:lnTo>
                    <a:pt x="84" y="142"/>
                  </a:lnTo>
                  <a:lnTo>
                    <a:pt x="79" y="146"/>
                  </a:lnTo>
                  <a:lnTo>
                    <a:pt x="71" y="147"/>
                  </a:lnTo>
                  <a:lnTo>
                    <a:pt x="69" y="147"/>
                  </a:lnTo>
                  <a:lnTo>
                    <a:pt x="69" y="114"/>
                  </a:lnTo>
                  <a:lnTo>
                    <a:pt x="82" y="114"/>
                  </a:lnTo>
                  <a:lnTo>
                    <a:pt x="82" y="97"/>
                  </a:lnTo>
                  <a:lnTo>
                    <a:pt x="82" y="97"/>
                  </a:lnTo>
                  <a:lnTo>
                    <a:pt x="83" y="96"/>
                  </a:lnTo>
                  <a:lnTo>
                    <a:pt x="84" y="95"/>
                  </a:lnTo>
                  <a:lnTo>
                    <a:pt x="84" y="95"/>
                  </a:lnTo>
                  <a:lnTo>
                    <a:pt x="91" y="89"/>
                  </a:lnTo>
                  <a:lnTo>
                    <a:pt x="95" y="84"/>
                  </a:lnTo>
                  <a:lnTo>
                    <a:pt x="98" y="76"/>
                  </a:lnTo>
                  <a:lnTo>
                    <a:pt x="99" y="68"/>
                  </a:lnTo>
                  <a:lnTo>
                    <a:pt x="99" y="68"/>
                  </a:lnTo>
                  <a:lnTo>
                    <a:pt x="99" y="62"/>
                  </a:lnTo>
                  <a:lnTo>
                    <a:pt x="96" y="57"/>
                  </a:lnTo>
                  <a:lnTo>
                    <a:pt x="94" y="51"/>
                  </a:lnTo>
                  <a:lnTo>
                    <a:pt x="91" y="47"/>
                  </a:lnTo>
                  <a:lnTo>
                    <a:pt x="91" y="47"/>
                  </a:lnTo>
                  <a:lnTo>
                    <a:pt x="86" y="43"/>
                  </a:lnTo>
                  <a:lnTo>
                    <a:pt x="82" y="40"/>
                  </a:lnTo>
                  <a:lnTo>
                    <a:pt x="75" y="39"/>
                  </a:lnTo>
                  <a:lnTo>
                    <a:pt x="69" y="38"/>
                  </a:lnTo>
                  <a:lnTo>
                    <a:pt x="69" y="30"/>
                  </a:lnTo>
                  <a:lnTo>
                    <a:pt x="69" y="30"/>
                  </a:lnTo>
                  <a:close/>
                  <a:moveTo>
                    <a:pt x="103" y="28"/>
                  </a:moveTo>
                  <a:lnTo>
                    <a:pt x="100" y="31"/>
                  </a:lnTo>
                  <a:lnTo>
                    <a:pt x="100" y="31"/>
                  </a:lnTo>
                  <a:lnTo>
                    <a:pt x="99" y="34"/>
                  </a:lnTo>
                  <a:lnTo>
                    <a:pt x="100" y="36"/>
                  </a:lnTo>
                  <a:lnTo>
                    <a:pt x="100" y="36"/>
                  </a:lnTo>
                  <a:lnTo>
                    <a:pt x="103" y="38"/>
                  </a:lnTo>
                  <a:lnTo>
                    <a:pt x="103" y="28"/>
                  </a:lnTo>
                  <a:lnTo>
                    <a:pt x="103" y="28"/>
                  </a:lnTo>
                  <a:close/>
                  <a:moveTo>
                    <a:pt x="103" y="99"/>
                  </a:moveTo>
                  <a:lnTo>
                    <a:pt x="103" y="99"/>
                  </a:lnTo>
                  <a:lnTo>
                    <a:pt x="100" y="99"/>
                  </a:lnTo>
                  <a:lnTo>
                    <a:pt x="100" y="99"/>
                  </a:lnTo>
                  <a:lnTo>
                    <a:pt x="99" y="101"/>
                  </a:lnTo>
                  <a:lnTo>
                    <a:pt x="100" y="104"/>
                  </a:lnTo>
                  <a:lnTo>
                    <a:pt x="103" y="107"/>
                  </a:lnTo>
                  <a:lnTo>
                    <a:pt x="103" y="99"/>
                  </a:lnTo>
                  <a:lnTo>
                    <a:pt x="103" y="99"/>
                  </a:lnTo>
                  <a:close/>
                  <a:moveTo>
                    <a:pt x="69" y="24"/>
                  </a:moveTo>
                  <a:lnTo>
                    <a:pt x="69" y="0"/>
                  </a:lnTo>
                  <a:lnTo>
                    <a:pt x="69" y="0"/>
                  </a:lnTo>
                  <a:lnTo>
                    <a:pt x="72" y="1"/>
                  </a:lnTo>
                  <a:lnTo>
                    <a:pt x="72" y="4"/>
                  </a:lnTo>
                  <a:lnTo>
                    <a:pt x="72" y="20"/>
                  </a:lnTo>
                  <a:lnTo>
                    <a:pt x="72" y="20"/>
                  </a:lnTo>
                  <a:lnTo>
                    <a:pt x="72" y="23"/>
                  </a:lnTo>
                  <a:lnTo>
                    <a:pt x="69" y="24"/>
                  </a:lnTo>
                  <a:lnTo>
                    <a:pt x="69" y="24"/>
                  </a:lnTo>
                  <a:close/>
                  <a:moveTo>
                    <a:pt x="69" y="147"/>
                  </a:moveTo>
                  <a:lnTo>
                    <a:pt x="67" y="147"/>
                  </a:lnTo>
                  <a:lnTo>
                    <a:pt x="67" y="147"/>
                  </a:lnTo>
                  <a:lnTo>
                    <a:pt x="60" y="146"/>
                  </a:lnTo>
                  <a:lnTo>
                    <a:pt x="53" y="142"/>
                  </a:lnTo>
                  <a:lnTo>
                    <a:pt x="49" y="137"/>
                  </a:lnTo>
                  <a:lnTo>
                    <a:pt x="48" y="130"/>
                  </a:lnTo>
                  <a:lnTo>
                    <a:pt x="48" y="99"/>
                  </a:lnTo>
                  <a:lnTo>
                    <a:pt x="48" y="99"/>
                  </a:lnTo>
                  <a:lnTo>
                    <a:pt x="41" y="92"/>
                  </a:lnTo>
                  <a:lnTo>
                    <a:pt x="35" y="84"/>
                  </a:lnTo>
                  <a:lnTo>
                    <a:pt x="35" y="51"/>
                  </a:lnTo>
                  <a:lnTo>
                    <a:pt x="35" y="51"/>
                  </a:lnTo>
                  <a:lnTo>
                    <a:pt x="41" y="43"/>
                  </a:lnTo>
                  <a:lnTo>
                    <a:pt x="49" y="36"/>
                  </a:lnTo>
                  <a:lnTo>
                    <a:pt x="59" y="32"/>
                  </a:lnTo>
                  <a:lnTo>
                    <a:pt x="64" y="31"/>
                  </a:lnTo>
                  <a:lnTo>
                    <a:pt x="69" y="30"/>
                  </a:lnTo>
                  <a:lnTo>
                    <a:pt x="69" y="38"/>
                  </a:lnTo>
                  <a:lnTo>
                    <a:pt x="69" y="38"/>
                  </a:lnTo>
                  <a:lnTo>
                    <a:pt x="64" y="39"/>
                  </a:lnTo>
                  <a:lnTo>
                    <a:pt x="57" y="40"/>
                  </a:lnTo>
                  <a:lnTo>
                    <a:pt x="53" y="43"/>
                  </a:lnTo>
                  <a:lnTo>
                    <a:pt x="48" y="47"/>
                  </a:lnTo>
                  <a:lnTo>
                    <a:pt x="48" y="47"/>
                  </a:lnTo>
                  <a:lnTo>
                    <a:pt x="45" y="51"/>
                  </a:lnTo>
                  <a:lnTo>
                    <a:pt x="42" y="57"/>
                  </a:lnTo>
                  <a:lnTo>
                    <a:pt x="40" y="62"/>
                  </a:lnTo>
                  <a:lnTo>
                    <a:pt x="40" y="68"/>
                  </a:lnTo>
                  <a:lnTo>
                    <a:pt x="40" y="68"/>
                  </a:lnTo>
                  <a:lnTo>
                    <a:pt x="41" y="76"/>
                  </a:lnTo>
                  <a:lnTo>
                    <a:pt x="44" y="82"/>
                  </a:lnTo>
                  <a:lnTo>
                    <a:pt x="48" y="89"/>
                  </a:lnTo>
                  <a:lnTo>
                    <a:pt x="54" y="93"/>
                  </a:lnTo>
                  <a:lnTo>
                    <a:pt x="54" y="93"/>
                  </a:lnTo>
                  <a:lnTo>
                    <a:pt x="54" y="93"/>
                  </a:lnTo>
                  <a:lnTo>
                    <a:pt x="56" y="95"/>
                  </a:lnTo>
                  <a:lnTo>
                    <a:pt x="56" y="97"/>
                  </a:lnTo>
                  <a:lnTo>
                    <a:pt x="56" y="114"/>
                  </a:lnTo>
                  <a:lnTo>
                    <a:pt x="69" y="114"/>
                  </a:lnTo>
                  <a:lnTo>
                    <a:pt x="69" y="147"/>
                  </a:lnTo>
                  <a:lnTo>
                    <a:pt x="69" y="147"/>
                  </a:lnTo>
                  <a:close/>
                  <a:moveTo>
                    <a:pt x="69" y="0"/>
                  </a:moveTo>
                  <a:lnTo>
                    <a:pt x="69" y="24"/>
                  </a:lnTo>
                  <a:lnTo>
                    <a:pt x="69" y="24"/>
                  </a:lnTo>
                  <a:lnTo>
                    <a:pt x="69" y="24"/>
                  </a:lnTo>
                  <a:lnTo>
                    <a:pt x="69" y="24"/>
                  </a:lnTo>
                  <a:lnTo>
                    <a:pt x="67" y="23"/>
                  </a:lnTo>
                  <a:lnTo>
                    <a:pt x="65" y="20"/>
                  </a:lnTo>
                  <a:lnTo>
                    <a:pt x="65" y="4"/>
                  </a:lnTo>
                  <a:lnTo>
                    <a:pt x="65" y="4"/>
                  </a:lnTo>
                  <a:lnTo>
                    <a:pt x="67" y="1"/>
                  </a:lnTo>
                  <a:lnTo>
                    <a:pt x="69" y="0"/>
                  </a:lnTo>
                  <a:lnTo>
                    <a:pt x="69" y="0"/>
                  </a:lnTo>
                  <a:lnTo>
                    <a:pt x="69" y="0"/>
                  </a:lnTo>
                  <a:close/>
                  <a:moveTo>
                    <a:pt x="35" y="107"/>
                  </a:moveTo>
                  <a:lnTo>
                    <a:pt x="38" y="104"/>
                  </a:lnTo>
                  <a:lnTo>
                    <a:pt x="38" y="104"/>
                  </a:lnTo>
                  <a:lnTo>
                    <a:pt x="38" y="101"/>
                  </a:lnTo>
                  <a:lnTo>
                    <a:pt x="38" y="99"/>
                  </a:lnTo>
                  <a:lnTo>
                    <a:pt x="38" y="99"/>
                  </a:lnTo>
                  <a:lnTo>
                    <a:pt x="35" y="99"/>
                  </a:lnTo>
                  <a:lnTo>
                    <a:pt x="35" y="107"/>
                  </a:lnTo>
                  <a:lnTo>
                    <a:pt x="35" y="107"/>
                  </a:lnTo>
                  <a:close/>
                  <a:moveTo>
                    <a:pt x="35" y="38"/>
                  </a:moveTo>
                  <a:lnTo>
                    <a:pt x="35" y="38"/>
                  </a:lnTo>
                  <a:lnTo>
                    <a:pt x="38" y="36"/>
                  </a:lnTo>
                  <a:lnTo>
                    <a:pt x="38" y="36"/>
                  </a:lnTo>
                  <a:lnTo>
                    <a:pt x="38" y="34"/>
                  </a:lnTo>
                  <a:lnTo>
                    <a:pt x="38" y="31"/>
                  </a:lnTo>
                  <a:lnTo>
                    <a:pt x="35" y="30"/>
                  </a:lnTo>
                  <a:lnTo>
                    <a:pt x="35" y="38"/>
                  </a:lnTo>
                  <a:close/>
                  <a:moveTo>
                    <a:pt x="35" y="84"/>
                  </a:moveTo>
                  <a:lnTo>
                    <a:pt x="35" y="84"/>
                  </a:lnTo>
                  <a:lnTo>
                    <a:pt x="33" y="76"/>
                  </a:lnTo>
                  <a:lnTo>
                    <a:pt x="31" y="68"/>
                  </a:lnTo>
                  <a:lnTo>
                    <a:pt x="31" y="68"/>
                  </a:lnTo>
                  <a:lnTo>
                    <a:pt x="33" y="59"/>
                  </a:lnTo>
                  <a:lnTo>
                    <a:pt x="35" y="51"/>
                  </a:lnTo>
                  <a:lnTo>
                    <a:pt x="35" y="84"/>
                  </a:lnTo>
                  <a:lnTo>
                    <a:pt x="35" y="84"/>
                  </a:lnTo>
                  <a:close/>
                  <a:moveTo>
                    <a:pt x="35" y="30"/>
                  </a:moveTo>
                  <a:lnTo>
                    <a:pt x="35" y="38"/>
                  </a:lnTo>
                  <a:lnTo>
                    <a:pt x="35" y="38"/>
                  </a:lnTo>
                  <a:lnTo>
                    <a:pt x="33" y="36"/>
                  </a:lnTo>
                  <a:lnTo>
                    <a:pt x="33" y="36"/>
                  </a:lnTo>
                  <a:lnTo>
                    <a:pt x="21" y="24"/>
                  </a:lnTo>
                  <a:lnTo>
                    <a:pt x="21" y="24"/>
                  </a:lnTo>
                  <a:lnTo>
                    <a:pt x="19" y="23"/>
                  </a:lnTo>
                  <a:lnTo>
                    <a:pt x="21" y="20"/>
                  </a:lnTo>
                  <a:lnTo>
                    <a:pt x="21" y="20"/>
                  </a:lnTo>
                  <a:lnTo>
                    <a:pt x="23" y="19"/>
                  </a:lnTo>
                  <a:lnTo>
                    <a:pt x="26" y="20"/>
                  </a:lnTo>
                  <a:lnTo>
                    <a:pt x="35" y="30"/>
                  </a:lnTo>
                  <a:lnTo>
                    <a:pt x="35" y="30"/>
                  </a:lnTo>
                  <a:close/>
                  <a:moveTo>
                    <a:pt x="35" y="99"/>
                  </a:moveTo>
                  <a:lnTo>
                    <a:pt x="35" y="107"/>
                  </a:lnTo>
                  <a:lnTo>
                    <a:pt x="26" y="116"/>
                  </a:lnTo>
                  <a:lnTo>
                    <a:pt x="26" y="116"/>
                  </a:lnTo>
                  <a:lnTo>
                    <a:pt x="23" y="118"/>
                  </a:lnTo>
                  <a:lnTo>
                    <a:pt x="21" y="116"/>
                  </a:lnTo>
                  <a:lnTo>
                    <a:pt x="21" y="116"/>
                  </a:lnTo>
                  <a:lnTo>
                    <a:pt x="19" y="114"/>
                  </a:lnTo>
                  <a:lnTo>
                    <a:pt x="21" y="111"/>
                  </a:lnTo>
                  <a:lnTo>
                    <a:pt x="33" y="99"/>
                  </a:lnTo>
                  <a:lnTo>
                    <a:pt x="33" y="99"/>
                  </a:lnTo>
                  <a:lnTo>
                    <a:pt x="33" y="99"/>
                  </a:lnTo>
                  <a:lnTo>
                    <a:pt x="35" y="99"/>
                  </a:lnTo>
                  <a:lnTo>
                    <a:pt x="35" y="99"/>
                  </a:lnTo>
                  <a:close/>
                  <a:moveTo>
                    <a:pt x="4" y="65"/>
                  </a:moveTo>
                  <a:lnTo>
                    <a:pt x="4" y="65"/>
                  </a:lnTo>
                  <a:lnTo>
                    <a:pt x="21" y="65"/>
                  </a:lnTo>
                  <a:lnTo>
                    <a:pt x="21" y="65"/>
                  </a:lnTo>
                  <a:lnTo>
                    <a:pt x="23" y="65"/>
                  </a:lnTo>
                  <a:lnTo>
                    <a:pt x="25" y="68"/>
                  </a:lnTo>
                  <a:lnTo>
                    <a:pt x="25" y="68"/>
                  </a:lnTo>
                  <a:lnTo>
                    <a:pt x="23" y="70"/>
                  </a:lnTo>
                  <a:lnTo>
                    <a:pt x="21" y="72"/>
                  </a:lnTo>
                  <a:lnTo>
                    <a:pt x="4" y="72"/>
                  </a:lnTo>
                  <a:lnTo>
                    <a:pt x="4" y="72"/>
                  </a:lnTo>
                  <a:lnTo>
                    <a:pt x="2" y="70"/>
                  </a:lnTo>
                  <a:lnTo>
                    <a:pt x="0" y="68"/>
                  </a:lnTo>
                  <a:lnTo>
                    <a:pt x="0" y="68"/>
                  </a:lnTo>
                  <a:lnTo>
                    <a:pt x="2" y="65"/>
                  </a:lnTo>
                  <a:lnTo>
                    <a:pt x="4" y="65"/>
                  </a:lnTo>
                  <a:lnTo>
                    <a:pt x="4" y="65"/>
                  </a:lnTo>
                  <a:close/>
                </a:path>
              </a:pathLst>
            </a:custGeom>
            <a:solidFill>
              <a:schemeClr val="accent6"/>
            </a:solidFill>
            <a:ln>
              <a:noFill/>
            </a:ln>
          </p:spPr>
          <p:txBody>
            <a:bodyPr lIns="91438" tIns="45719" rIns="91438" bIns="45719"/>
            <a:lstStyle/>
            <a:p>
              <a:pPr>
                <a:defRPr/>
              </a:pPr>
              <a:endParaRPr lang="zh-CN" altLang="en-US"/>
            </a:p>
          </p:txBody>
        </p:sp>
        <p:grpSp>
          <p:nvGrpSpPr>
            <p:cNvPr id="202" name="组合 214">
              <a:extLst>
                <a:ext uri="{FF2B5EF4-FFF2-40B4-BE49-F238E27FC236}">
                  <a16:creationId xmlns:a16="http://schemas.microsoft.com/office/drawing/2014/main" id="{320FD5A0-B759-4E40-9D7D-596BAC55B58F}"/>
                </a:ext>
              </a:extLst>
            </p:cNvPr>
            <p:cNvGrpSpPr/>
            <p:nvPr/>
          </p:nvGrpSpPr>
          <p:grpSpPr>
            <a:xfrm>
              <a:off x="1723250" y="3027385"/>
              <a:ext cx="160316" cy="255647"/>
              <a:chOff x="2679701" y="2924175"/>
              <a:chExt cx="160337" cy="255588"/>
            </a:xfrm>
            <a:solidFill>
              <a:schemeClr val="accent6"/>
            </a:solidFill>
          </p:grpSpPr>
          <p:sp>
            <p:nvSpPr>
              <p:cNvPr id="203" name="Freeform 190">
                <a:extLst>
                  <a:ext uri="{FF2B5EF4-FFF2-40B4-BE49-F238E27FC236}">
                    <a16:creationId xmlns:a16="http://schemas.microsoft.com/office/drawing/2014/main" id="{66E3BAB5-19EE-4FC2-BA2C-A35058FA7081}"/>
                  </a:ext>
                </a:extLst>
              </p:cNvPr>
              <p:cNvSpPr>
                <a:spLocks/>
              </p:cNvSpPr>
              <p:nvPr/>
            </p:nvSpPr>
            <p:spPr bwMode="auto">
              <a:xfrm>
                <a:off x="2770188" y="3103563"/>
                <a:ext cx="57150" cy="57150"/>
              </a:xfrm>
              <a:custGeom>
                <a:avLst/>
                <a:gdLst>
                  <a:gd name="T0" fmla="*/ 0 w 36"/>
                  <a:gd name="T1" fmla="*/ 22 h 36"/>
                  <a:gd name="T2" fmla="*/ 0 w 36"/>
                  <a:gd name="T3" fmla="*/ 22 h 36"/>
                  <a:gd name="T4" fmla="*/ 2 w 36"/>
                  <a:gd name="T5" fmla="*/ 27 h 36"/>
                  <a:gd name="T6" fmla="*/ 8 w 36"/>
                  <a:gd name="T7" fmla="*/ 33 h 36"/>
                  <a:gd name="T8" fmla="*/ 13 w 36"/>
                  <a:gd name="T9" fmla="*/ 36 h 36"/>
                  <a:gd name="T10" fmla="*/ 21 w 36"/>
                  <a:gd name="T11" fmla="*/ 36 h 36"/>
                  <a:gd name="T12" fmla="*/ 21 w 36"/>
                  <a:gd name="T13" fmla="*/ 36 h 36"/>
                  <a:gd name="T14" fmla="*/ 28 w 36"/>
                  <a:gd name="T15" fmla="*/ 33 h 36"/>
                  <a:gd name="T16" fmla="*/ 32 w 36"/>
                  <a:gd name="T17" fmla="*/ 29 h 36"/>
                  <a:gd name="T18" fmla="*/ 35 w 36"/>
                  <a:gd name="T19" fmla="*/ 22 h 36"/>
                  <a:gd name="T20" fmla="*/ 36 w 36"/>
                  <a:gd name="T21" fmla="*/ 15 h 36"/>
                  <a:gd name="T22" fmla="*/ 36 w 36"/>
                  <a:gd name="T23" fmla="*/ 15 h 36"/>
                  <a:gd name="T24" fmla="*/ 33 w 36"/>
                  <a:gd name="T25" fmla="*/ 8 h 36"/>
                  <a:gd name="T26" fmla="*/ 28 w 36"/>
                  <a:gd name="T27" fmla="*/ 3 h 36"/>
                  <a:gd name="T28" fmla="*/ 21 w 36"/>
                  <a:gd name="T29" fmla="*/ 0 h 36"/>
                  <a:gd name="T30" fmla="*/ 14 w 36"/>
                  <a:gd name="T31" fmla="*/ 0 h 36"/>
                  <a:gd name="T32" fmla="*/ 14 w 36"/>
                  <a:gd name="T33" fmla="*/ 0 h 36"/>
                  <a:gd name="T34" fmla="*/ 8 w 36"/>
                  <a:gd name="T35" fmla="*/ 3 h 36"/>
                  <a:gd name="T36" fmla="*/ 4 w 36"/>
                  <a:gd name="T37" fmla="*/ 8 h 36"/>
                  <a:gd name="T38" fmla="*/ 1 w 36"/>
                  <a:gd name="T39" fmla="*/ 14 h 36"/>
                  <a:gd name="T40" fmla="*/ 0 w 36"/>
                  <a:gd name="T41" fmla="*/ 22 h 36"/>
                  <a:gd name="T42" fmla="*/ 0 w 36"/>
                  <a:gd name="T43" fmla="*/ 22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36" h="36">
                    <a:moveTo>
                      <a:pt x="0" y="22"/>
                    </a:moveTo>
                    <a:lnTo>
                      <a:pt x="0" y="22"/>
                    </a:lnTo>
                    <a:lnTo>
                      <a:pt x="2" y="27"/>
                    </a:lnTo>
                    <a:lnTo>
                      <a:pt x="8" y="33"/>
                    </a:lnTo>
                    <a:lnTo>
                      <a:pt x="13" y="36"/>
                    </a:lnTo>
                    <a:lnTo>
                      <a:pt x="21" y="36"/>
                    </a:lnTo>
                    <a:lnTo>
                      <a:pt x="21" y="36"/>
                    </a:lnTo>
                    <a:lnTo>
                      <a:pt x="28" y="33"/>
                    </a:lnTo>
                    <a:lnTo>
                      <a:pt x="32" y="29"/>
                    </a:lnTo>
                    <a:lnTo>
                      <a:pt x="35" y="22"/>
                    </a:lnTo>
                    <a:lnTo>
                      <a:pt x="36" y="15"/>
                    </a:lnTo>
                    <a:lnTo>
                      <a:pt x="36" y="15"/>
                    </a:lnTo>
                    <a:lnTo>
                      <a:pt x="33" y="8"/>
                    </a:lnTo>
                    <a:lnTo>
                      <a:pt x="28" y="3"/>
                    </a:lnTo>
                    <a:lnTo>
                      <a:pt x="21" y="0"/>
                    </a:lnTo>
                    <a:lnTo>
                      <a:pt x="14" y="0"/>
                    </a:lnTo>
                    <a:lnTo>
                      <a:pt x="14" y="0"/>
                    </a:lnTo>
                    <a:lnTo>
                      <a:pt x="8" y="3"/>
                    </a:lnTo>
                    <a:lnTo>
                      <a:pt x="4" y="8"/>
                    </a:lnTo>
                    <a:lnTo>
                      <a:pt x="1" y="14"/>
                    </a:lnTo>
                    <a:lnTo>
                      <a:pt x="0" y="22"/>
                    </a:lnTo>
                    <a:lnTo>
                      <a:pt x="0" y="2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204" name="Freeform 191">
                <a:extLst>
                  <a:ext uri="{FF2B5EF4-FFF2-40B4-BE49-F238E27FC236}">
                    <a16:creationId xmlns:a16="http://schemas.microsoft.com/office/drawing/2014/main" id="{E4453B47-25F7-413D-A26F-EAF6113F1DE4}"/>
                  </a:ext>
                </a:extLst>
              </p:cNvPr>
              <p:cNvSpPr>
                <a:spLocks/>
              </p:cNvSpPr>
              <p:nvPr/>
            </p:nvSpPr>
            <p:spPr bwMode="auto">
              <a:xfrm>
                <a:off x="2786063" y="2924175"/>
                <a:ext cx="53975" cy="192088"/>
              </a:xfrm>
              <a:custGeom>
                <a:avLst/>
                <a:gdLst>
                  <a:gd name="T0" fmla="*/ 0 w 34"/>
                  <a:gd name="T1" fmla="*/ 121 h 121"/>
                  <a:gd name="T2" fmla="*/ 0 w 34"/>
                  <a:gd name="T3" fmla="*/ 121 h 121"/>
                  <a:gd name="T4" fmla="*/ 21 w 34"/>
                  <a:gd name="T5" fmla="*/ 17 h 121"/>
                  <a:gd name="T6" fmla="*/ 21 w 34"/>
                  <a:gd name="T7" fmla="*/ 17 h 121"/>
                  <a:gd name="T8" fmla="*/ 27 w 34"/>
                  <a:gd name="T9" fmla="*/ 9 h 121"/>
                  <a:gd name="T10" fmla="*/ 31 w 34"/>
                  <a:gd name="T11" fmla="*/ 2 h 121"/>
                  <a:gd name="T12" fmla="*/ 34 w 34"/>
                  <a:gd name="T13" fmla="*/ 0 h 121"/>
                  <a:gd name="T14" fmla="*/ 34 w 34"/>
                  <a:gd name="T15" fmla="*/ 0 h 121"/>
                  <a:gd name="T16" fmla="*/ 31 w 34"/>
                  <a:gd name="T17" fmla="*/ 19 h 121"/>
                  <a:gd name="T18" fmla="*/ 25 w 34"/>
                  <a:gd name="T19" fmla="*/ 61 h 121"/>
                  <a:gd name="T20" fmla="*/ 14 w 34"/>
                  <a:gd name="T21" fmla="*/ 121 h 121"/>
                  <a:gd name="T22" fmla="*/ 0 w 34"/>
                  <a:gd name="T23" fmla="*/ 121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4" h="121">
                    <a:moveTo>
                      <a:pt x="0" y="121"/>
                    </a:moveTo>
                    <a:lnTo>
                      <a:pt x="0" y="121"/>
                    </a:lnTo>
                    <a:lnTo>
                      <a:pt x="21" y="17"/>
                    </a:lnTo>
                    <a:lnTo>
                      <a:pt x="21" y="17"/>
                    </a:lnTo>
                    <a:lnTo>
                      <a:pt x="27" y="9"/>
                    </a:lnTo>
                    <a:lnTo>
                      <a:pt x="31" y="2"/>
                    </a:lnTo>
                    <a:lnTo>
                      <a:pt x="34" y="0"/>
                    </a:lnTo>
                    <a:lnTo>
                      <a:pt x="34" y="0"/>
                    </a:lnTo>
                    <a:lnTo>
                      <a:pt x="31" y="19"/>
                    </a:lnTo>
                    <a:lnTo>
                      <a:pt x="25" y="61"/>
                    </a:lnTo>
                    <a:lnTo>
                      <a:pt x="14" y="121"/>
                    </a:lnTo>
                    <a:lnTo>
                      <a:pt x="0" y="12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205" name="Freeform 192">
                <a:extLst>
                  <a:ext uri="{FF2B5EF4-FFF2-40B4-BE49-F238E27FC236}">
                    <a16:creationId xmlns:a16="http://schemas.microsoft.com/office/drawing/2014/main" id="{2A25E4AC-5122-4A9A-83BA-695DDEB96CAB}"/>
                  </a:ext>
                </a:extLst>
              </p:cNvPr>
              <p:cNvSpPr>
                <a:spLocks/>
              </p:cNvSpPr>
              <p:nvPr/>
            </p:nvSpPr>
            <p:spPr bwMode="auto">
              <a:xfrm>
                <a:off x="2679701" y="2954338"/>
                <a:ext cx="123825" cy="166688"/>
              </a:xfrm>
              <a:custGeom>
                <a:avLst/>
                <a:gdLst>
                  <a:gd name="T0" fmla="*/ 77 w 78"/>
                  <a:gd name="T1" fmla="*/ 98 h 105"/>
                  <a:gd name="T2" fmla="*/ 19 w 78"/>
                  <a:gd name="T3" fmla="*/ 13 h 105"/>
                  <a:gd name="T4" fmla="*/ 0 w 78"/>
                  <a:gd name="T5" fmla="*/ 0 h 105"/>
                  <a:gd name="T6" fmla="*/ 8 w 78"/>
                  <a:gd name="T7" fmla="*/ 20 h 105"/>
                  <a:gd name="T8" fmla="*/ 66 w 78"/>
                  <a:gd name="T9" fmla="*/ 105 h 105"/>
                  <a:gd name="T10" fmla="*/ 78 w 78"/>
                  <a:gd name="T11" fmla="*/ 98 h 105"/>
                  <a:gd name="T12" fmla="*/ 77 w 78"/>
                  <a:gd name="T13" fmla="*/ 98 h 105"/>
                </a:gdLst>
                <a:ahLst/>
                <a:cxnLst>
                  <a:cxn ang="0">
                    <a:pos x="T0" y="T1"/>
                  </a:cxn>
                  <a:cxn ang="0">
                    <a:pos x="T2" y="T3"/>
                  </a:cxn>
                  <a:cxn ang="0">
                    <a:pos x="T4" y="T5"/>
                  </a:cxn>
                  <a:cxn ang="0">
                    <a:pos x="T6" y="T7"/>
                  </a:cxn>
                  <a:cxn ang="0">
                    <a:pos x="T8" y="T9"/>
                  </a:cxn>
                  <a:cxn ang="0">
                    <a:pos x="T10" y="T11"/>
                  </a:cxn>
                  <a:cxn ang="0">
                    <a:pos x="T12" y="T13"/>
                  </a:cxn>
                </a:cxnLst>
                <a:rect l="0" t="0" r="r" b="b"/>
                <a:pathLst>
                  <a:path w="78" h="105">
                    <a:moveTo>
                      <a:pt x="77" y="98"/>
                    </a:moveTo>
                    <a:lnTo>
                      <a:pt x="19" y="13"/>
                    </a:lnTo>
                    <a:lnTo>
                      <a:pt x="0" y="0"/>
                    </a:lnTo>
                    <a:lnTo>
                      <a:pt x="8" y="20"/>
                    </a:lnTo>
                    <a:lnTo>
                      <a:pt x="66" y="105"/>
                    </a:lnTo>
                    <a:lnTo>
                      <a:pt x="78" y="98"/>
                    </a:lnTo>
                    <a:lnTo>
                      <a:pt x="77"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206" name="Freeform 193">
                <a:extLst>
                  <a:ext uri="{FF2B5EF4-FFF2-40B4-BE49-F238E27FC236}">
                    <a16:creationId xmlns:a16="http://schemas.microsoft.com/office/drawing/2014/main" id="{AA72C875-1E6C-4DD9-B00E-2AF8DBF616E1}"/>
                  </a:ext>
                </a:extLst>
              </p:cNvPr>
              <p:cNvSpPr>
                <a:spLocks/>
              </p:cNvSpPr>
              <p:nvPr/>
            </p:nvSpPr>
            <p:spPr bwMode="auto">
              <a:xfrm>
                <a:off x="2798763" y="3149600"/>
                <a:ext cx="14288" cy="30163"/>
              </a:xfrm>
              <a:custGeom>
                <a:avLst/>
                <a:gdLst>
                  <a:gd name="T0" fmla="*/ 7 w 9"/>
                  <a:gd name="T1" fmla="*/ 2 h 19"/>
                  <a:gd name="T2" fmla="*/ 7 w 9"/>
                  <a:gd name="T3" fmla="*/ 2 h 19"/>
                  <a:gd name="T4" fmla="*/ 6 w 9"/>
                  <a:gd name="T5" fmla="*/ 0 h 19"/>
                  <a:gd name="T6" fmla="*/ 3 w 9"/>
                  <a:gd name="T7" fmla="*/ 0 h 19"/>
                  <a:gd name="T8" fmla="*/ 3 w 9"/>
                  <a:gd name="T9" fmla="*/ 0 h 19"/>
                  <a:gd name="T10" fmla="*/ 0 w 9"/>
                  <a:gd name="T11" fmla="*/ 1 h 19"/>
                  <a:gd name="T12" fmla="*/ 0 w 9"/>
                  <a:gd name="T13" fmla="*/ 4 h 19"/>
                  <a:gd name="T14" fmla="*/ 3 w 9"/>
                  <a:gd name="T15" fmla="*/ 16 h 19"/>
                  <a:gd name="T16" fmla="*/ 3 w 9"/>
                  <a:gd name="T17" fmla="*/ 16 h 19"/>
                  <a:gd name="T18" fmla="*/ 3 w 9"/>
                  <a:gd name="T19" fmla="*/ 19 h 19"/>
                  <a:gd name="T20" fmla="*/ 6 w 9"/>
                  <a:gd name="T21" fmla="*/ 19 h 19"/>
                  <a:gd name="T22" fmla="*/ 6 w 9"/>
                  <a:gd name="T23" fmla="*/ 19 h 19"/>
                  <a:gd name="T24" fmla="*/ 9 w 9"/>
                  <a:gd name="T25" fmla="*/ 17 h 19"/>
                  <a:gd name="T26" fmla="*/ 9 w 9"/>
                  <a:gd name="T27" fmla="*/ 15 h 19"/>
                  <a:gd name="T28" fmla="*/ 7 w 9"/>
                  <a:gd name="T29" fmla="*/ 2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9" h="19">
                    <a:moveTo>
                      <a:pt x="7" y="2"/>
                    </a:moveTo>
                    <a:lnTo>
                      <a:pt x="7" y="2"/>
                    </a:lnTo>
                    <a:lnTo>
                      <a:pt x="6" y="0"/>
                    </a:lnTo>
                    <a:lnTo>
                      <a:pt x="3" y="0"/>
                    </a:lnTo>
                    <a:lnTo>
                      <a:pt x="3" y="0"/>
                    </a:lnTo>
                    <a:lnTo>
                      <a:pt x="0" y="1"/>
                    </a:lnTo>
                    <a:lnTo>
                      <a:pt x="0" y="4"/>
                    </a:lnTo>
                    <a:lnTo>
                      <a:pt x="3" y="16"/>
                    </a:lnTo>
                    <a:lnTo>
                      <a:pt x="3" y="16"/>
                    </a:lnTo>
                    <a:lnTo>
                      <a:pt x="3" y="19"/>
                    </a:lnTo>
                    <a:lnTo>
                      <a:pt x="6" y="19"/>
                    </a:lnTo>
                    <a:lnTo>
                      <a:pt x="6" y="19"/>
                    </a:lnTo>
                    <a:lnTo>
                      <a:pt x="9" y="17"/>
                    </a:lnTo>
                    <a:lnTo>
                      <a:pt x="9" y="15"/>
                    </a:lnTo>
                    <a:lnTo>
                      <a:pt x="7" y="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sp>
          <p:nvSpPr>
            <p:cNvPr id="207" name="Freeform 194">
              <a:extLst>
                <a:ext uri="{FF2B5EF4-FFF2-40B4-BE49-F238E27FC236}">
                  <a16:creationId xmlns:a16="http://schemas.microsoft.com/office/drawing/2014/main" id="{82AD5E9A-3D61-443B-A603-62DF090F5126}"/>
                </a:ext>
              </a:extLst>
            </p:cNvPr>
            <p:cNvSpPr>
              <a:spLocks noEditPoints="1"/>
            </p:cNvSpPr>
            <p:nvPr/>
          </p:nvSpPr>
          <p:spPr bwMode="auto">
            <a:xfrm>
              <a:off x="1706136" y="1718232"/>
              <a:ext cx="216340" cy="235411"/>
            </a:xfrm>
            <a:custGeom>
              <a:avLst/>
              <a:gdLst>
                <a:gd name="T0" fmla="*/ 105 w 137"/>
                <a:gd name="T1" fmla="*/ 69 h 149"/>
                <a:gd name="T2" fmla="*/ 103 w 137"/>
                <a:gd name="T3" fmla="*/ 51 h 149"/>
                <a:gd name="T4" fmla="*/ 103 w 137"/>
                <a:gd name="T5" fmla="*/ 99 h 149"/>
                <a:gd name="T6" fmla="*/ 116 w 137"/>
                <a:gd name="T7" fmla="*/ 112 h 149"/>
                <a:gd name="T8" fmla="*/ 114 w 137"/>
                <a:gd name="T9" fmla="*/ 118 h 149"/>
                <a:gd name="T10" fmla="*/ 103 w 137"/>
                <a:gd name="T11" fmla="*/ 38 h 149"/>
                <a:gd name="T12" fmla="*/ 114 w 137"/>
                <a:gd name="T13" fmla="*/ 19 h 149"/>
                <a:gd name="T14" fmla="*/ 116 w 137"/>
                <a:gd name="T15" fmla="*/ 26 h 149"/>
                <a:gd name="T16" fmla="*/ 103 w 137"/>
                <a:gd name="T17" fmla="*/ 38 h 149"/>
                <a:gd name="T18" fmla="*/ 112 w 137"/>
                <a:gd name="T19" fmla="*/ 69 h 149"/>
                <a:gd name="T20" fmla="*/ 133 w 137"/>
                <a:gd name="T21" fmla="*/ 65 h 149"/>
                <a:gd name="T22" fmla="*/ 135 w 137"/>
                <a:gd name="T23" fmla="*/ 72 h 149"/>
                <a:gd name="T24" fmla="*/ 114 w 137"/>
                <a:gd name="T25" fmla="*/ 72 h 149"/>
                <a:gd name="T26" fmla="*/ 69 w 137"/>
                <a:gd name="T27" fmla="*/ 31 h 149"/>
                <a:gd name="T28" fmla="*/ 103 w 137"/>
                <a:gd name="T29" fmla="*/ 51 h 149"/>
                <a:gd name="T30" fmla="*/ 89 w 137"/>
                <a:gd name="T31" fmla="*/ 100 h 149"/>
                <a:gd name="T32" fmla="*/ 84 w 137"/>
                <a:gd name="T33" fmla="*/ 144 h 149"/>
                <a:gd name="T34" fmla="*/ 69 w 137"/>
                <a:gd name="T35" fmla="*/ 115 h 149"/>
                <a:gd name="T36" fmla="*/ 81 w 137"/>
                <a:gd name="T37" fmla="*/ 96 h 149"/>
                <a:gd name="T38" fmla="*/ 95 w 137"/>
                <a:gd name="T39" fmla="*/ 84 h 149"/>
                <a:gd name="T40" fmla="*/ 97 w 137"/>
                <a:gd name="T41" fmla="*/ 62 h 149"/>
                <a:gd name="T42" fmla="*/ 89 w 137"/>
                <a:gd name="T43" fmla="*/ 47 h 149"/>
                <a:gd name="T44" fmla="*/ 69 w 137"/>
                <a:gd name="T45" fmla="*/ 39 h 149"/>
                <a:gd name="T46" fmla="*/ 100 w 137"/>
                <a:gd name="T47" fmla="*/ 33 h 149"/>
                <a:gd name="T48" fmla="*/ 100 w 137"/>
                <a:gd name="T49" fmla="*/ 38 h 149"/>
                <a:gd name="T50" fmla="*/ 103 w 137"/>
                <a:gd name="T51" fmla="*/ 99 h 149"/>
                <a:gd name="T52" fmla="*/ 99 w 137"/>
                <a:gd name="T53" fmla="*/ 103 h 149"/>
                <a:gd name="T54" fmla="*/ 103 w 137"/>
                <a:gd name="T55" fmla="*/ 99 h 149"/>
                <a:gd name="T56" fmla="*/ 70 w 137"/>
                <a:gd name="T57" fmla="*/ 1 h 149"/>
                <a:gd name="T58" fmla="*/ 70 w 137"/>
                <a:gd name="T59" fmla="*/ 23 h 149"/>
                <a:gd name="T60" fmla="*/ 66 w 137"/>
                <a:gd name="T61" fmla="*/ 149 h 149"/>
                <a:gd name="T62" fmla="*/ 49 w 137"/>
                <a:gd name="T63" fmla="*/ 137 h 149"/>
                <a:gd name="T64" fmla="*/ 39 w 137"/>
                <a:gd name="T65" fmla="*/ 93 h 149"/>
                <a:gd name="T66" fmla="*/ 40 w 137"/>
                <a:gd name="T67" fmla="*/ 43 h 149"/>
                <a:gd name="T68" fmla="*/ 69 w 137"/>
                <a:gd name="T69" fmla="*/ 31 h 149"/>
                <a:gd name="T70" fmla="*/ 57 w 137"/>
                <a:gd name="T71" fmla="*/ 41 h 149"/>
                <a:gd name="T72" fmla="*/ 43 w 137"/>
                <a:gd name="T73" fmla="*/ 51 h 149"/>
                <a:gd name="T74" fmla="*/ 38 w 137"/>
                <a:gd name="T75" fmla="*/ 69 h 149"/>
                <a:gd name="T76" fmla="*/ 53 w 137"/>
                <a:gd name="T77" fmla="*/ 95 h 149"/>
                <a:gd name="T78" fmla="*/ 55 w 137"/>
                <a:gd name="T79" fmla="*/ 98 h 149"/>
                <a:gd name="T80" fmla="*/ 69 w 137"/>
                <a:gd name="T81" fmla="*/ 149 h 149"/>
                <a:gd name="T82" fmla="*/ 68 w 137"/>
                <a:gd name="T83" fmla="*/ 24 h 149"/>
                <a:gd name="T84" fmla="*/ 65 w 137"/>
                <a:gd name="T85" fmla="*/ 4 h 149"/>
                <a:gd name="T86" fmla="*/ 69 w 137"/>
                <a:gd name="T87" fmla="*/ 0 h 149"/>
                <a:gd name="T88" fmla="*/ 36 w 137"/>
                <a:gd name="T89" fmla="*/ 106 h 149"/>
                <a:gd name="T90" fmla="*/ 34 w 137"/>
                <a:gd name="T91" fmla="*/ 99 h 149"/>
                <a:gd name="T92" fmla="*/ 34 w 137"/>
                <a:gd name="T93" fmla="*/ 38 h 149"/>
                <a:gd name="T94" fmla="*/ 36 w 137"/>
                <a:gd name="T95" fmla="*/ 33 h 149"/>
                <a:gd name="T96" fmla="*/ 34 w 137"/>
                <a:gd name="T97" fmla="*/ 85 h 149"/>
                <a:gd name="T98" fmla="*/ 31 w 137"/>
                <a:gd name="T99" fmla="*/ 61 h 149"/>
                <a:gd name="T100" fmla="*/ 34 w 137"/>
                <a:gd name="T101" fmla="*/ 30 h 149"/>
                <a:gd name="T102" fmla="*/ 31 w 137"/>
                <a:gd name="T103" fmla="*/ 38 h 149"/>
                <a:gd name="T104" fmla="*/ 20 w 137"/>
                <a:gd name="T105" fmla="*/ 20 h 149"/>
                <a:gd name="T106" fmla="*/ 34 w 137"/>
                <a:gd name="T107" fmla="*/ 30 h 149"/>
                <a:gd name="T108" fmla="*/ 24 w 137"/>
                <a:gd name="T109" fmla="*/ 116 h 149"/>
                <a:gd name="T110" fmla="*/ 20 w 137"/>
                <a:gd name="T111" fmla="*/ 116 h 149"/>
                <a:gd name="T112" fmla="*/ 31 w 137"/>
                <a:gd name="T113" fmla="*/ 100 h 149"/>
                <a:gd name="T114" fmla="*/ 4 w 137"/>
                <a:gd name="T115" fmla="*/ 65 h 149"/>
                <a:gd name="T116" fmla="*/ 23 w 137"/>
                <a:gd name="T117" fmla="*/ 66 h 149"/>
                <a:gd name="T118" fmla="*/ 20 w 137"/>
                <a:gd name="T119" fmla="*/ 72 h 149"/>
                <a:gd name="T120" fmla="*/ 0 w 137"/>
                <a:gd name="T121" fmla="*/ 69 h 149"/>
                <a:gd name="T122" fmla="*/ 4 w 137"/>
                <a:gd name="T123" fmla="*/ 6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37" h="149">
                  <a:moveTo>
                    <a:pt x="103" y="51"/>
                  </a:moveTo>
                  <a:lnTo>
                    <a:pt x="103" y="51"/>
                  </a:lnTo>
                  <a:lnTo>
                    <a:pt x="105" y="60"/>
                  </a:lnTo>
                  <a:lnTo>
                    <a:pt x="105" y="69"/>
                  </a:lnTo>
                  <a:lnTo>
                    <a:pt x="105" y="69"/>
                  </a:lnTo>
                  <a:lnTo>
                    <a:pt x="105" y="77"/>
                  </a:lnTo>
                  <a:lnTo>
                    <a:pt x="103" y="85"/>
                  </a:lnTo>
                  <a:lnTo>
                    <a:pt x="103" y="51"/>
                  </a:lnTo>
                  <a:lnTo>
                    <a:pt x="103" y="51"/>
                  </a:lnTo>
                  <a:close/>
                  <a:moveTo>
                    <a:pt x="103" y="108"/>
                  </a:moveTo>
                  <a:lnTo>
                    <a:pt x="103" y="99"/>
                  </a:lnTo>
                  <a:lnTo>
                    <a:pt x="103" y="99"/>
                  </a:lnTo>
                  <a:lnTo>
                    <a:pt x="104" y="100"/>
                  </a:lnTo>
                  <a:lnTo>
                    <a:pt x="104" y="100"/>
                  </a:lnTo>
                  <a:lnTo>
                    <a:pt x="116" y="112"/>
                  </a:lnTo>
                  <a:lnTo>
                    <a:pt x="116" y="112"/>
                  </a:lnTo>
                  <a:lnTo>
                    <a:pt x="118" y="115"/>
                  </a:lnTo>
                  <a:lnTo>
                    <a:pt x="116" y="116"/>
                  </a:lnTo>
                  <a:lnTo>
                    <a:pt x="116" y="116"/>
                  </a:lnTo>
                  <a:lnTo>
                    <a:pt x="114" y="118"/>
                  </a:lnTo>
                  <a:lnTo>
                    <a:pt x="111" y="116"/>
                  </a:lnTo>
                  <a:lnTo>
                    <a:pt x="103" y="108"/>
                  </a:lnTo>
                  <a:lnTo>
                    <a:pt x="103" y="108"/>
                  </a:lnTo>
                  <a:close/>
                  <a:moveTo>
                    <a:pt x="103" y="38"/>
                  </a:moveTo>
                  <a:lnTo>
                    <a:pt x="103" y="30"/>
                  </a:lnTo>
                  <a:lnTo>
                    <a:pt x="111" y="20"/>
                  </a:lnTo>
                  <a:lnTo>
                    <a:pt x="111" y="20"/>
                  </a:lnTo>
                  <a:lnTo>
                    <a:pt x="114" y="19"/>
                  </a:lnTo>
                  <a:lnTo>
                    <a:pt x="116" y="20"/>
                  </a:lnTo>
                  <a:lnTo>
                    <a:pt x="116" y="20"/>
                  </a:lnTo>
                  <a:lnTo>
                    <a:pt x="118" y="23"/>
                  </a:lnTo>
                  <a:lnTo>
                    <a:pt x="116" y="26"/>
                  </a:lnTo>
                  <a:lnTo>
                    <a:pt x="104" y="38"/>
                  </a:lnTo>
                  <a:lnTo>
                    <a:pt x="104" y="38"/>
                  </a:lnTo>
                  <a:lnTo>
                    <a:pt x="104" y="38"/>
                  </a:lnTo>
                  <a:lnTo>
                    <a:pt x="103" y="38"/>
                  </a:lnTo>
                  <a:lnTo>
                    <a:pt x="103" y="38"/>
                  </a:lnTo>
                  <a:close/>
                  <a:moveTo>
                    <a:pt x="112" y="69"/>
                  </a:moveTo>
                  <a:lnTo>
                    <a:pt x="112" y="69"/>
                  </a:lnTo>
                  <a:lnTo>
                    <a:pt x="112" y="69"/>
                  </a:lnTo>
                  <a:lnTo>
                    <a:pt x="114" y="66"/>
                  </a:lnTo>
                  <a:lnTo>
                    <a:pt x="116" y="65"/>
                  </a:lnTo>
                  <a:lnTo>
                    <a:pt x="133" y="65"/>
                  </a:lnTo>
                  <a:lnTo>
                    <a:pt x="133" y="65"/>
                  </a:lnTo>
                  <a:lnTo>
                    <a:pt x="135" y="66"/>
                  </a:lnTo>
                  <a:lnTo>
                    <a:pt x="137" y="69"/>
                  </a:lnTo>
                  <a:lnTo>
                    <a:pt x="137" y="69"/>
                  </a:lnTo>
                  <a:lnTo>
                    <a:pt x="135" y="72"/>
                  </a:lnTo>
                  <a:lnTo>
                    <a:pt x="133" y="72"/>
                  </a:lnTo>
                  <a:lnTo>
                    <a:pt x="116" y="72"/>
                  </a:lnTo>
                  <a:lnTo>
                    <a:pt x="116" y="72"/>
                  </a:lnTo>
                  <a:lnTo>
                    <a:pt x="114" y="72"/>
                  </a:lnTo>
                  <a:lnTo>
                    <a:pt x="112" y="69"/>
                  </a:lnTo>
                  <a:lnTo>
                    <a:pt x="112" y="69"/>
                  </a:lnTo>
                  <a:close/>
                  <a:moveTo>
                    <a:pt x="69" y="31"/>
                  </a:moveTo>
                  <a:lnTo>
                    <a:pt x="69" y="31"/>
                  </a:lnTo>
                  <a:lnTo>
                    <a:pt x="78" y="33"/>
                  </a:lnTo>
                  <a:lnTo>
                    <a:pt x="88" y="37"/>
                  </a:lnTo>
                  <a:lnTo>
                    <a:pt x="96" y="43"/>
                  </a:lnTo>
                  <a:lnTo>
                    <a:pt x="103" y="51"/>
                  </a:lnTo>
                  <a:lnTo>
                    <a:pt x="103" y="85"/>
                  </a:lnTo>
                  <a:lnTo>
                    <a:pt x="103" y="85"/>
                  </a:lnTo>
                  <a:lnTo>
                    <a:pt x="96" y="93"/>
                  </a:lnTo>
                  <a:lnTo>
                    <a:pt x="89" y="100"/>
                  </a:lnTo>
                  <a:lnTo>
                    <a:pt x="89" y="130"/>
                  </a:lnTo>
                  <a:lnTo>
                    <a:pt x="89" y="130"/>
                  </a:lnTo>
                  <a:lnTo>
                    <a:pt x="88" y="137"/>
                  </a:lnTo>
                  <a:lnTo>
                    <a:pt x="84" y="144"/>
                  </a:lnTo>
                  <a:lnTo>
                    <a:pt x="77" y="148"/>
                  </a:lnTo>
                  <a:lnTo>
                    <a:pt x="70" y="149"/>
                  </a:lnTo>
                  <a:lnTo>
                    <a:pt x="69" y="149"/>
                  </a:lnTo>
                  <a:lnTo>
                    <a:pt x="69" y="115"/>
                  </a:lnTo>
                  <a:lnTo>
                    <a:pt x="81" y="115"/>
                  </a:lnTo>
                  <a:lnTo>
                    <a:pt x="81" y="98"/>
                  </a:lnTo>
                  <a:lnTo>
                    <a:pt x="81" y="98"/>
                  </a:lnTo>
                  <a:lnTo>
                    <a:pt x="81" y="96"/>
                  </a:lnTo>
                  <a:lnTo>
                    <a:pt x="82" y="95"/>
                  </a:lnTo>
                  <a:lnTo>
                    <a:pt x="82" y="95"/>
                  </a:lnTo>
                  <a:lnTo>
                    <a:pt x="89" y="89"/>
                  </a:lnTo>
                  <a:lnTo>
                    <a:pt x="95" y="84"/>
                  </a:lnTo>
                  <a:lnTo>
                    <a:pt x="97" y="77"/>
                  </a:lnTo>
                  <a:lnTo>
                    <a:pt x="99" y="69"/>
                  </a:lnTo>
                  <a:lnTo>
                    <a:pt x="99" y="69"/>
                  </a:lnTo>
                  <a:lnTo>
                    <a:pt x="97" y="62"/>
                  </a:lnTo>
                  <a:lnTo>
                    <a:pt x="96" y="57"/>
                  </a:lnTo>
                  <a:lnTo>
                    <a:pt x="93" y="51"/>
                  </a:lnTo>
                  <a:lnTo>
                    <a:pt x="89" y="47"/>
                  </a:lnTo>
                  <a:lnTo>
                    <a:pt x="89" y="47"/>
                  </a:lnTo>
                  <a:lnTo>
                    <a:pt x="85" y="43"/>
                  </a:lnTo>
                  <a:lnTo>
                    <a:pt x="80" y="41"/>
                  </a:lnTo>
                  <a:lnTo>
                    <a:pt x="74" y="39"/>
                  </a:lnTo>
                  <a:lnTo>
                    <a:pt x="69" y="39"/>
                  </a:lnTo>
                  <a:lnTo>
                    <a:pt x="69" y="31"/>
                  </a:lnTo>
                  <a:lnTo>
                    <a:pt x="69" y="31"/>
                  </a:lnTo>
                  <a:close/>
                  <a:moveTo>
                    <a:pt x="103" y="30"/>
                  </a:moveTo>
                  <a:lnTo>
                    <a:pt x="100" y="33"/>
                  </a:lnTo>
                  <a:lnTo>
                    <a:pt x="100" y="33"/>
                  </a:lnTo>
                  <a:lnTo>
                    <a:pt x="99" y="35"/>
                  </a:lnTo>
                  <a:lnTo>
                    <a:pt x="100" y="38"/>
                  </a:lnTo>
                  <a:lnTo>
                    <a:pt x="100" y="38"/>
                  </a:lnTo>
                  <a:lnTo>
                    <a:pt x="103" y="38"/>
                  </a:lnTo>
                  <a:lnTo>
                    <a:pt x="103" y="30"/>
                  </a:lnTo>
                  <a:lnTo>
                    <a:pt x="103" y="30"/>
                  </a:lnTo>
                  <a:close/>
                  <a:moveTo>
                    <a:pt x="103" y="99"/>
                  </a:moveTo>
                  <a:lnTo>
                    <a:pt x="103" y="99"/>
                  </a:lnTo>
                  <a:lnTo>
                    <a:pt x="100" y="100"/>
                  </a:lnTo>
                  <a:lnTo>
                    <a:pt x="100" y="100"/>
                  </a:lnTo>
                  <a:lnTo>
                    <a:pt x="99" y="103"/>
                  </a:lnTo>
                  <a:lnTo>
                    <a:pt x="100" y="106"/>
                  </a:lnTo>
                  <a:lnTo>
                    <a:pt x="103" y="108"/>
                  </a:lnTo>
                  <a:lnTo>
                    <a:pt x="103" y="99"/>
                  </a:lnTo>
                  <a:lnTo>
                    <a:pt x="103" y="99"/>
                  </a:lnTo>
                  <a:close/>
                  <a:moveTo>
                    <a:pt x="69" y="24"/>
                  </a:moveTo>
                  <a:lnTo>
                    <a:pt x="69" y="0"/>
                  </a:lnTo>
                  <a:lnTo>
                    <a:pt x="69" y="0"/>
                  </a:lnTo>
                  <a:lnTo>
                    <a:pt x="70" y="1"/>
                  </a:lnTo>
                  <a:lnTo>
                    <a:pt x="72" y="4"/>
                  </a:lnTo>
                  <a:lnTo>
                    <a:pt x="72" y="20"/>
                  </a:lnTo>
                  <a:lnTo>
                    <a:pt x="72" y="20"/>
                  </a:lnTo>
                  <a:lnTo>
                    <a:pt x="70" y="23"/>
                  </a:lnTo>
                  <a:lnTo>
                    <a:pt x="69" y="24"/>
                  </a:lnTo>
                  <a:lnTo>
                    <a:pt x="69" y="24"/>
                  </a:lnTo>
                  <a:close/>
                  <a:moveTo>
                    <a:pt x="69" y="149"/>
                  </a:moveTo>
                  <a:lnTo>
                    <a:pt x="66" y="149"/>
                  </a:lnTo>
                  <a:lnTo>
                    <a:pt x="66" y="149"/>
                  </a:lnTo>
                  <a:lnTo>
                    <a:pt x="58" y="148"/>
                  </a:lnTo>
                  <a:lnTo>
                    <a:pt x="53" y="144"/>
                  </a:lnTo>
                  <a:lnTo>
                    <a:pt x="49" y="137"/>
                  </a:lnTo>
                  <a:lnTo>
                    <a:pt x="47" y="130"/>
                  </a:lnTo>
                  <a:lnTo>
                    <a:pt x="47" y="100"/>
                  </a:lnTo>
                  <a:lnTo>
                    <a:pt x="47" y="100"/>
                  </a:lnTo>
                  <a:lnTo>
                    <a:pt x="39" y="93"/>
                  </a:lnTo>
                  <a:lnTo>
                    <a:pt x="34" y="85"/>
                  </a:lnTo>
                  <a:lnTo>
                    <a:pt x="34" y="53"/>
                  </a:lnTo>
                  <a:lnTo>
                    <a:pt x="34" y="53"/>
                  </a:lnTo>
                  <a:lnTo>
                    <a:pt x="40" y="43"/>
                  </a:lnTo>
                  <a:lnTo>
                    <a:pt x="47" y="37"/>
                  </a:lnTo>
                  <a:lnTo>
                    <a:pt x="58" y="33"/>
                  </a:lnTo>
                  <a:lnTo>
                    <a:pt x="62" y="31"/>
                  </a:lnTo>
                  <a:lnTo>
                    <a:pt x="69" y="31"/>
                  </a:lnTo>
                  <a:lnTo>
                    <a:pt x="69" y="39"/>
                  </a:lnTo>
                  <a:lnTo>
                    <a:pt x="69" y="39"/>
                  </a:lnTo>
                  <a:lnTo>
                    <a:pt x="62" y="39"/>
                  </a:lnTo>
                  <a:lnTo>
                    <a:pt x="57" y="41"/>
                  </a:lnTo>
                  <a:lnTo>
                    <a:pt x="51" y="43"/>
                  </a:lnTo>
                  <a:lnTo>
                    <a:pt x="47" y="47"/>
                  </a:lnTo>
                  <a:lnTo>
                    <a:pt x="47" y="47"/>
                  </a:lnTo>
                  <a:lnTo>
                    <a:pt x="43" y="51"/>
                  </a:lnTo>
                  <a:lnTo>
                    <a:pt x="40" y="57"/>
                  </a:lnTo>
                  <a:lnTo>
                    <a:pt x="39" y="62"/>
                  </a:lnTo>
                  <a:lnTo>
                    <a:pt x="38" y="69"/>
                  </a:lnTo>
                  <a:lnTo>
                    <a:pt x="38" y="69"/>
                  </a:lnTo>
                  <a:lnTo>
                    <a:pt x="39" y="77"/>
                  </a:lnTo>
                  <a:lnTo>
                    <a:pt x="42" y="84"/>
                  </a:lnTo>
                  <a:lnTo>
                    <a:pt x="47" y="89"/>
                  </a:lnTo>
                  <a:lnTo>
                    <a:pt x="53" y="95"/>
                  </a:lnTo>
                  <a:lnTo>
                    <a:pt x="53" y="95"/>
                  </a:lnTo>
                  <a:lnTo>
                    <a:pt x="53" y="95"/>
                  </a:lnTo>
                  <a:lnTo>
                    <a:pt x="54" y="96"/>
                  </a:lnTo>
                  <a:lnTo>
                    <a:pt x="55" y="98"/>
                  </a:lnTo>
                  <a:lnTo>
                    <a:pt x="55" y="115"/>
                  </a:lnTo>
                  <a:lnTo>
                    <a:pt x="69" y="115"/>
                  </a:lnTo>
                  <a:lnTo>
                    <a:pt x="69" y="149"/>
                  </a:lnTo>
                  <a:lnTo>
                    <a:pt x="69" y="149"/>
                  </a:lnTo>
                  <a:close/>
                  <a:moveTo>
                    <a:pt x="69" y="0"/>
                  </a:moveTo>
                  <a:lnTo>
                    <a:pt x="69" y="24"/>
                  </a:lnTo>
                  <a:lnTo>
                    <a:pt x="68" y="24"/>
                  </a:lnTo>
                  <a:lnTo>
                    <a:pt x="68" y="24"/>
                  </a:lnTo>
                  <a:lnTo>
                    <a:pt x="68" y="24"/>
                  </a:lnTo>
                  <a:lnTo>
                    <a:pt x="66" y="23"/>
                  </a:lnTo>
                  <a:lnTo>
                    <a:pt x="65" y="20"/>
                  </a:lnTo>
                  <a:lnTo>
                    <a:pt x="65" y="4"/>
                  </a:lnTo>
                  <a:lnTo>
                    <a:pt x="65" y="4"/>
                  </a:lnTo>
                  <a:lnTo>
                    <a:pt x="66" y="1"/>
                  </a:lnTo>
                  <a:lnTo>
                    <a:pt x="68" y="0"/>
                  </a:lnTo>
                  <a:lnTo>
                    <a:pt x="69" y="0"/>
                  </a:lnTo>
                  <a:lnTo>
                    <a:pt x="69" y="0"/>
                  </a:lnTo>
                  <a:close/>
                  <a:moveTo>
                    <a:pt x="34" y="107"/>
                  </a:moveTo>
                  <a:lnTo>
                    <a:pt x="36" y="106"/>
                  </a:lnTo>
                  <a:lnTo>
                    <a:pt x="36" y="106"/>
                  </a:lnTo>
                  <a:lnTo>
                    <a:pt x="38" y="103"/>
                  </a:lnTo>
                  <a:lnTo>
                    <a:pt x="36" y="100"/>
                  </a:lnTo>
                  <a:lnTo>
                    <a:pt x="36" y="100"/>
                  </a:lnTo>
                  <a:lnTo>
                    <a:pt x="34" y="99"/>
                  </a:lnTo>
                  <a:lnTo>
                    <a:pt x="34" y="107"/>
                  </a:lnTo>
                  <a:lnTo>
                    <a:pt x="34" y="107"/>
                  </a:lnTo>
                  <a:close/>
                  <a:moveTo>
                    <a:pt x="34" y="38"/>
                  </a:moveTo>
                  <a:lnTo>
                    <a:pt x="34" y="38"/>
                  </a:lnTo>
                  <a:lnTo>
                    <a:pt x="36" y="38"/>
                  </a:lnTo>
                  <a:lnTo>
                    <a:pt x="36" y="38"/>
                  </a:lnTo>
                  <a:lnTo>
                    <a:pt x="38" y="35"/>
                  </a:lnTo>
                  <a:lnTo>
                    <a:pt x="36" y="33"/>
                  </a:lnTo>
                  <a:lnTo>
                    <a:pt x="34" y="30"/>
                  </a:lnTo>
                  <a:lnTo>
                    <a:pt x="34" y="38"/>
                  </a:lnTo>
                  <a:close/>
                  <a:moveTo>
                    <a:pt x="34" y="85"/>
                  </a:moveTo>
                  <a:lnTo>
                    <a:pt x="34" y="85"/>
                  </a:lnTo>
                  <a:lnTo>
                    <a:pt x="31" y="77"/>
                  </a:lnTo>
                  <a:lnTo>
                    <a:pt x="31" y="69"/>
                  </a:lnTo>
                  <a:lnTo>
                    <a:pt x="31" y="69"/>
                  </a:lnTo>
                  <a:lnTo>
                    <a:pt x="31" y="61"/>
                  </a:lnTo>
                  <a:lnTo>
                    <a:pt x="34" y="53"/>
                  </a:lnTo>
                  <a:lnTo>
                    <a:pt x="34" y="85"/>
                  </a:lnTo>
                  <a:lnTo>
                    <a:pt x="34" y="85"/>
                  </a:lnTo>
                  <a:close/>
                  <a:moveTo>
                    <a:pt x="34" y="30"/>
                  </a:moveTo>
                  <a:lnTo>
                    <a:pt x="34" y="38"/>
                  </a:lnTo>
                  <a:lnTo>
                    <a:pt x="34" y="38"/>
                  </a:lnTo>
                  <a:lnTo>
                    <a:pt x="31" y="38"/>
                  </a:lnTo>
                  <a:lnTo>
                    <a:pt x="31" y="38"/>
                  </a:lnTo>
                  <a:lnTo>
                    <a:pt x="20" y="26"/>
                  </a:lnTo>
                  <a:lnTo>
                    <a:pt x="20" y="26"/>
                  </a:lnTo>
                  <a:lnTo>
                    <a:pt x="19" y="23"/>
                  </a:lnTo>
                  <a:lnTo>
                    <a:pt x="20" y="20"/>
                  </a:lnTo>
                  <a:lnTo>
                    <a:pt x="20" y="20"/>
                  </a:lnTo>
                  <a:lnTo>
                    <a:pt x="23" y="19"/>
                  </a:lnTo>
                  <a:lnTo>
                    <a:pt x="24" y="20"/>
                  </a:lnTo>
                  <a:lnTo>
                    <a:pt x="34" y="30"/>
                  </a:lnTo>
                  <a:lnTo>
                    <a:pt x="34" y="30"/>
                  </a:lnTo>
                  <a:close/>
                  <a:moveTo>
                    <a:pt x="34" y="99"/>
                  </a:moveTo>
                  <a:lnTo>
                    <a:pt x="34" y="107"/>
                  </a:lnTo>
                  <a:lnTo>
                    <a:pt x="24" y="116"/>
                  </a:lnTo>
                  <a:lnTo>
                    <a:pt x="24" y="116"/>
                  </a:lnTo>
                  <a:lnTo>
                    <a:pt x="23" y="118"/>
                  </a:lnTo>
                  <a:lnTo>
                    <a:pt x="20" y="116"/>
                  </a:lnTo>
                  <a:lnTo>
                    <a:pt x="20" y="116"/>
                  </a:lnTo>
                  <a:lnTo>
                    <a:pt x="19" y="115"/>
                  </a:lnTo>
                  <a:lnTo>
                    <a:pt x="20" y="112"/>
                  </a:lnTo>
                  <a:lnTo>
                    <a:pt x="31" y="100"/>
                  </a:lnTo>
                  <a:lnTo>
                    <a:pt x="31" y="100"/>
                  </a:lnTo>
                  <a:lnTo>
                    <a:pt x="31" y="100"/>
                  </a:lnTo>
                  <a:lnTo>
                    <a:pt x="34" y="99"/>
                  </a:lnTo>
                  <a:lnTo>
                    <a:pt x="34" y="99"/>
                  </a:lnTo>
                  <a:close/>
                  <a:moveTo>
                    <a:pt x="4" y="65"/>
                  </a:moveTo>
                  <a:lnTo>
                    <a:pt x="4" y="65"/>
                  </a:lnTo>
                  <a:lnTo>
                    <a:pt x="20" y="65"/>
                  </a:lnTo>
                  <a:lnTo>
                    <a:pt x="20" y="65"/>
                  </a:lnTo>
                  <a:lnTo>
                    <a:pt x="23" y="66"/>
                  </a:lnTo>
                  <a:lnTo>
                    <a:pt x="24" y="69"/>
                  </a:lnTo>
                  <a:lnTo>
                    <a:pt x="24" y="69"/>
                  </a:lnTo>
                  <a:lnTo>
                    <a:pt x="23" y="72"/>
                  </a:lnTo>
                  <a:lnTo>
                    <a:pt x="20" y="72"/>
                  </a:lnTo>
                  <a:lnTo>
                    <a:pt x="4" y="72"/>
                  </a:lnTo>
                  <a:lnTo>
                    <a:pt x="4" y="72"/>
                  </a:lnTo>
                  <a:lnTo>
                    <a:pt x="1" y="72"/>
                  </a:lnTo>
                  <a:lnTo>
                    <a:pt x="0" y="69"/>
                  </a:lnTo>
                  <a:lnTo>
                    <a:pt x="0" y="69"/>
                  </a:lnTo>
                  <a:lnTo>
                    <a:pt x="1" y="66"/>
                  </a:lnTo>
                  <a:lnTo>
                    <a:pt x="4" y="65"/>
                  </a:lnTo>
                  <a:lnTo>
                    <a:pt x="4" y="65"/>
                  </a:lnTo>
                  <a:close/>
                </a:path>
              </a:pathLst>
            </a:custGeom>
            <a:solidFill>
              <a:schemeClr val="accent6"/>
            </a:solidFill>
            <a:ln>
              <a:noFill/>
            </a:ln>
          </p:spPr>
          <p:txBody>
            <a:bodyPr lIns="91438" tIns="45719" rIns="91438" bIns="45719"/>
            <a:lstStyle/>
            <a:p>
              <a:pPr>
                <a:defRPr/>
              </a:pPr>
              <a:endParaRPr lang="zh-CN" altLang="en-US"/>
            </a:p>
          </p:txBody>
        </p:sp>
      </p:grpSp>
      <p:sp>
        <p:nvSpPr>
          <p:cNvPr id="211" name="Rectangle 22">
            <a:extLst>
              <a:ext uri="{FF2B5EF4-FFF2-40B4-BE49-F238E27FC236}">
                <a16:creationId xmlns:a16="http://schemas.microsoft.com/office/drawing/2014/main" id="{F495D570-2A8B-4614-8F31-DCD36840F671}"/>
              </a:ext>
            </a:extLst>
          </p:cNvPr>
          <p:cNvSpPr>
            <a:spLocks noChangeArrowheads="1"/>
          </p:cNvSpPr>
          <p:nvPr/>
        </p:nvSpPr>
        <p:spPr bwMode="auto">
          <a:xfrm>
            <a:off x="865188" y="184150"/>
            <a:ext cx="8099425"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查找、插入、删除算法的平均时间复杂度为：</a:t>
            </a:r>
            <a:r>
              <a:rPr lang="en-US" altLang="zh-CN">
                <a:solidFill>
                  <a:schemeClr val="bg1"/>
                </a:solidFill>
                <a:ea typeface="微软雅黑" panose="020B0503020204020204" pitchFamily="34" charset="-122"/>
                <a:sym typeface="+mn-lt"/>
              </a:rPr>
              <a:t>O(n)</a:t>
            </a:r>
          </a:p>
        </p:txBody>
      </p:sp>
    </p:spTree>
  </p:cSld>
  <p:clrMapOvr>
    <a:masterClrMapping/>
  </p:clrMapOvr>
  <p:transition>
    <p:split/>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00040">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0004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0040"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1" name="Rectangle 5">
            <a:extLst>
              <a:ext uri="{FF2B5EF4-FFF2-40B4-BE49-F238E27FC236}">
                <a16:creationId xmlns:a16="http://schemas.microsoft.com/office/drawing/2014/main" id="{7C5BE43A-368C-49C1-9666-EB96196E4668}"/>
              </a:ext>
            </a:extLst>
          </p:cNvPr>
          <p:cNvSpPr>
            <a:spLocks noChangeArrowheads="1"/>
          </p:cNvSpPr>
          <p:nvPr/>
        </p:nvSpPr>
        <p:spPr bwMode="auto">
          <a:xfrm>
            <a:off x="827088" y="227013"/>
            <a:ext cx="658812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顺序表（顺序存储结构）的特点</a:t>
            </a:r>
          </a:p>
        </p:txBody>
      </p:sp>
      <p:sp>
        <p:nvSpPr>
          <p:cNvPr id="479238" name="Rectangle 6">
            <a:extLst>
              <a:ext uri="{FF2B5EF4-FFF2-40B4-BE49-F238E27FC236}">
                <a16:creationId xmlns:a16="http://schemas.microsoft.com/office/drawing/2014/main" id="{13D54BD8-06CA-450E-8B0B-A69E4F9DBA9F}"/>
              </a:ext>
            </a:extLst>
          </p:cNvPr>
          <p:cNvSpPr>
            <a:spLocks noChangeArrowheads="1"/>
          </p:cNvSpPr>
          <p:nvPr/>
        </p:nvSpPr>
        <p:spPr bwMode="auto">
          <a:xfrm>
            <a:off x="-34925" y="5716588"/>
            <a:ext cx="8569325" cy="525462"/>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　这种存取元素的方法被称为</a:t>
            </a:r>
            <a:r>
              <a:rPr lang="zh-CN" altLang="en-US">
                <a:solidFill>
                  <a:srgbClr val="FF0000"/>
                </a:solidFill>
                <a:sym typeface="+mn-lt"/>
              </a:rPr>
              <a:t>随机存取法</a:t>
            </a:r>
          </a:p>
        </p:txBody>
      </p:sp>
      <p:sp>
        <p:nvSpPr>
          <p:cNvPr id="6" name="矩形 5">
            <a:extLst>
              <a:ext uri="{FF2B5EF4-FFF2-40B4-BE49-F238E27FC236}">
                <a16:creationId xmlns:a16="http://schemas.microsoft.com/office/drawing/2014/main" id="{D3C0E903-44AF-4B52-91A2-AA98D3A083AF}"/>
              </a:ext>
            </a:extLst>
          </p:cNvPr>
          <p:cNvSpPr/>
          <p:nvPr/>
        </p:nvSpPr>
        <p:spPr>
          <a:xfrm>
            <a:off x="2205038" y="1557338"/>
            <a:ext cx="6938962" cy="1677987"/>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p>
            <a:pPr algn="ctr">
              <a:defRPr/>
            </a:pPr>
            <a:endParaRPr lang="zh-CN" altLang="en-US"/>
          </a:p>
        </p:txBody>
      </p:sp>
      <p:sp>
        <p:nvSpPr>
          <p:cNvPr id="7" name="等腰三角形 5">
            <a:extLst>
              <a:ext uri="{FF2B5EF4-FFF2-40B4-BE49-F238E27FC236}">
                <a16:creationId xmlns:a16="http://schemas.microsoft.com/office/drawing/2014/main" id="{5366AB51-A23D-45D5-BE87-E48E15614045}"/>
              </a:ext>
            </a:extLst>
          </p:cNvPr>
          <p:cNvSpPr/>
          <p:nvPr/>
        </p:nvSpPr>
        <p:spPr>
          <a:xfrm rot="5400000">
            <a:off x="142081" y="1397794"/>
            <a:ext cx="1677987" cy="1997076"/>
          </a:xfrm>
          <a:custGeom>
            <a:avLst/>
            <a:gdLst/>
            <a:ahLst/>
            <a:cxnLst/>
            <a:rect l="l" t="t" r="r" b="b"/>
            <a:pathLst>
              <a:path w="1450218" h="1860602">
                <a:moveTo>
                  <a:pt x="0" y="1860602"/>
                </a:moveTo>
                <a:lnTo>
                  <a:pt x="0" y="132410"/>
                </a:lnTo>
                <a:lnTo>
                  <a:pt x="582757" y="132410"/>
                </a:lnTo>
                <a:lnTo>
                  <a:pt x="725109" y="0"/>
                </a:lnTo>
                <a:lnTo>
                  <a:pt x="867461" y="132410"/>
                </a:lnTo>
                <a:lnTo>
                  <a:pt x="1450218" y="132410"/>
                </a:lnTo>
                <a:lnTo>
                  <a:pt x="1450218" y="1860602"/>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p>
            <a:pPr algn="ctr">
              <a:defRPr/>
            </a:pPr>
            <a:endParaRPr lang="zh-CN" altLang="en-US"/>
          </a:p>
        </p:txBody>
      </p:sp>
      <p:sp>
        <p:nvSpPr>
          <p:cNvPr id="10" name="矩形 9">
            <a:extLst>
              <a:ext uri="{FF2B5EF4-FFF2-40B4-BE49-F238E27FC236}">
                <a16:creationId xmlns:a16="http://schemas.microsoft.com/office/drawing/2014/main" id="{15F57927-E7FB-48AA-92B8-F403C3B0723A}"/>
              </a:ext>
            </a:extLst>
          </p:cNvPr>
          <p:cNvSpPr/>
          <p:nvPr/>
        </p:nvSpPr>
        <p:spPr>
          <a:xfrm>
            <a:off x="-17463" y="3494088"/>
            <a:ext cx="7432676" cy="1685925"/>
          </a:xfrm>
          <a:prstGeom prst="rect">
            <a:avLst/>
          </a:prstGeom>
          <a:solidFill>
            <a:srgbClr val="B8D4EC"/>
          </a:solidFill>
          <a:ln>
            <a:noFill/>
          </a:ln>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p>
            <a:pPr algn="ctr">
              <a:defRPr/>
            </a:pPr>
            <a:endParaRPr lang="zh-CN" altLang="en-US"/>
          </a:p>
        </p:txBody>
      </p:sp>
      <p:sp>
        <p:nvSpPr>
          <p:cNvPr id="11" name="等腰三角形 30">
            <a:extLst>
              <a:ext uri="{FF2B5EF4-FFF2-40B4-BE49-F238E27FC236}">
                <a16:creationId xmlns:a16="http://schemas.microsoft.com/office/drawing/2014/main" id="{BC0A9641-2344-40C9-8BAE-0E1F6D1173F5}"/>
              </a:ext>
            </a:extLst>
          </p:cNvPr>
          <p:cNvSpPr/>
          <p:nvPr/>
        </p:nvSpPr>
        <p:spPr>
          <a:xfrm rot="16200000" flipH="1">
            <a:off x="7527131" y="3563145"/>
            <a:ext cx="1685925" cy="1547812"/>
          </a:xfrm>
          <a:custGeom>
            <a:avLst/>
            <a:gdLst/>
            <a:ahLst/>
            <a:cxnLst/>
            <a:rect l="l" t="t" r="r" b="b"/>
            <a:pathLst>
              <a:path w="1450218" h="1860602">
                <a:moveTo>
                  <a:pt x="0" y="132410"/>
                </a:moveTo>
                <a:lnTo>
                  <a:pt x="0" y="1860602"/>
                </a:lnTo>
                <a:lnTo>
                  <a:pt x="1450218" y="1860602"/>
                </a:lnTo>
                <a:lnTo>
                  <a:pt x="1450218" y="132410"/>
                </a:lnTo>
                <a:lnTo>
                  <a:pt x="867461" y="132410"/>
                </a:lnTo>
                <a:lnTo>
                  <a:pt x="725109" y="0"/>
                </a:lnTo>
                <a:lnTo>
                  <a:pt x="582757" y="132410"/>
                </a:lnTo>
                <a:close/>
              </a:path>
            </a:pathLst>
          </a:custGeom>
          <a:solidFill>
            <a:srgbClr val="B8D4EC"/>
          </a:solidFill>
          <a:ln>
            <a:noFill/>
          </a:ln>
        </p:spPr>
        <p:style>
          <a:lnRef idx="2">
            <a:schemeClr val="accent1">
              <a:shade val="50000"/>
            </a:schemeClr>
          </a:lnRef>
          <a:fillRef idx="1">
            <a:schemeClr val="accent1"/>
          </a:fillRef>
          <a:effectRef idx="0">
            <a:schemeClr val="accent1"/>
          </a:effectRef>
          <a:fontRef idx="minor">
            <a:schemeClr val="lt1"/>
          </a:fontRef>
        </p:style>
        <p:txBody>
          <a:bodyPr lIns="121917" tIns="60958" rIns="121917" bIns="60958" anchor="ctr"/>
          <a:lstStyle/>
          <a:p>
            <a:pPr algn="ctr">
              <a:defRPr/>
            </a:pPr>
            <a:endParaRPr lang="zh-CN" altLang="en-US"/>
          </a:p>
        </p:txBody>
      </p:sp>
      <p:sp>
        <p:nvSpPr>
          <p:cNvPr id="73730" name="Rectangle 4">
            <a:extLst>
              <a:ext uri="{FF2B5EF4-FFF2-40B4-BE49-F238E27FC236}">
                <a16:creationId xmlns:a16="http://schemas.microsoft.com/office/drawing/2014/main" id="{9D5642B2-75F0-491A-AC88-E8F6270A9903}"/>
              </a:ext>
            </a:extLst>
          </p:cNvPr>
          <p:cNvSpPr>
            <a:spLocks noChangeArrowheads="1"/>
          </p:cNvSpPr>
          <p:nvPr/>
        </p:nvSpPr>
        <p:spPr bwMode="auto">
          <a:xfrm>
            <a:off x="2484438" y="1630363"/>
            <a:ext cx="6551612" cy="153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利用数据元素的存储位置表示线性表中相邻数据元素之间的前后关系，即线性表的</a:t>
            </a:r>
            <a:r>
              <a:rPr lang="zh-CN" altLang="en-US">
                <a:solidFill>
                  <a:srgbClr val="FF0000"/>
                </a:solidFill>
                <a:sym typeface="+mn-lt"/>
              </a:rPr>
              <a:t>逻辑结构与存储结构一致</a:t>
            </a:r>
            <a:endParaRPr lang="zh-CN" altLang="en-US">
              <a:sym typeface="+mn-lt"/>
            </a:endParaRPr>
          </a:p>
        </p:txBody>
      </p:sp>
      <p:sp>
        <p:nvSpPr>
          <p:cNvPr id="479239" name="Rectangle 7">
            <a:extLst>
              <a:ext uri="{FF2B5EF4-FFF2-40B4-BE49-F238E27FC236}">
                <a16:creationId xmlns:a16="http://schemas.microsoft.com/office/drawing/2014/main" id="{F401530E-3D68-4E6E-8086-60F62A4B8E17}"/>
              </a:ext>
            </a:extLst>
          </p:cNvPr>
          <p:cNvSpPr>
            <a:spLocks noChangeArrowheads="1"/>
          </p:cNvSpPr>
          <p:nvPr/>
        </p:nvSpPr>
        <p:spPr bwMode="auto">
          <a:xfrm>
            <a:off x="174625" y="3570288"/>
            <a:ext cx="7134225" cy="1533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在访问线性表时，可以快速地计算出任何一个数据元素的存储地址。因此可以粗略地认为，</a:t>
            </a:r>
            <a:r>
              <a:rPr lang="zh-CN" altLang="en-US">
                <a:solidFill>
                  <a:srgbClr val="FF0000"/>
                </a:solidFill>
                <a:sym typeface="+mn-lt"/>
              </a:rPr>
              <a:t>访问每个元素所花时间相等</a:t>
            </a:r>
            <a:r>
              <a:rPr lang="zh-CN" altLang="en-US">
                <a:sym typeface="+mn-lt"/>
              </a:rPr>
              <a:t>　</a:t>
            </a:r>
          </a:p>
        </p:txBody>
      </p:sp>
      <p:sp>
        <p:nvSpPr>
          <p:cNvPr id="14" name="Rectangle 4">
            <a:extLst>
              <a:ext uri="{FF2B5EF4-FFF2-40B4-BE49-F238E27FC236}">
                <a16:creationId xmlns:a16="http://schemas.microsoft.com/office/drawing/2014/main" id="{192D9537-DCEB-46C6-BC9D-480C3FBD0DF3}"/>
              </a:ext>
            </a:extLst>
          </p:cNvPr>
          <p:cNvSpPr>
            <a:spLocks noChangeArrowheads="1"/>
          </p:cNvSpPr>
          <p:nvPr/>
        </p:nvSpPr>
        <p:spPr bwMode="auto">
          <a:xfrm>
            <a:off x="206375" y="1997075"/>
            <a:ext cx="1443038" cy="669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0" indent="0">
              <a:spcBef>
                <a:spcPct val="20000"/>
              </a:spcBef>
              <a:defRPr/>
            </a:pPr>
            <a:r>
              <a:rPr lang="zh-CN" altLang="en-US" sz="3200" dirty="0">
                <a:solidFill>
                  <a:schemeClr val="tx1">
                    <a:lumMod val="95000"/>
                    <a:lumOff val="5000"/>
                  </a:schemeClr>
                </a:solidFill>
                <a:latin typeface="+mn-lt"/>
                <a:ea typeface="+mn-ea"/>
                <a:cs typeface="+mn-ea"/>
                <a:sym typeface="+mn-lt"/>
              </a:rPr>
              <a:t>（</a:t>
            </a:r>
            <a:r>
              <a:rPr lang="en-US" altLang="zh-CN" sz="3200" dirty="0">
                <a:solidFill>
                  <a:schemeClr val="tx1">
                    <a:lumMod val="95000"/>
                    <a:lumOff val="5000"/>
                  </a:schemeClr>
                </a:solidFill>
                <a:latin typeface="+mn-lt"/>
                <a:ea typeface="+mn-ea"/>
                <a:cs typeface="+mn-ea"/>
                <a:sym typeface="+mn-lt"/>
              </a:rPr>
              <a:t>1</a:t>
            </a:r>
            <a:r>
              <a:rPr lang="zh-CN" altLang="en-US" sz="3200" dirty="0">
                <a:solidFill>
                  <a:schemeClr val="tx1">
                    <a:lumMod val="95000"/>
                    <a:lumOff val="5000"/>
                  </a:schemeClr>
                </a:solidFill>
                <a:latin typeface="+mn-lt"/>
                <a:ea typeface="+mn-ea"/>
                <a:cs typeface="+mn-ea"/>
                <a:sym typeface="+mn-lt"/>
              </a:rPr>
              <a:t>）</a:t>
            </a:r>
          </a:p>
        </p:txBody>
      </p:sp>
      <p:sp>
        <p:nvSpPr>
          <p:cNvPr id="15" name="Rectangle 7">
            <a:extLst>
              <a:ext uri="{FF2B5EF4-FFF2-40B4-BE49-F238E27FC236}">
                <a16:creationId xmlns:a16="http://schemas.microsoft.com/office/drawing/2014/main" id="{079C6C3F-E623-48C0-9DBF-99C9749E20FF}"/>
              </a:ext>
            </a:extLst>
          </p:cNvPr>
          <p:cNvSpPr>
            <a:spLocks noChangeArrowheads="1"/>
          </p:cNvSpPr>
          <p:nvPr/>
        </p:nvSpPr>
        <p:spPr bwMode="auto">
          <a:xfrm>
            <a:off x="7843838" y="4002088"/>
            <a:ext cx="1300162" cy="669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0" indent="0">
              <a:spcBef>
                <a:spcPct val="20000"/>
              </a:spcBef>
              <a:defRPr/>
            </a:pPr>
            <a:r>
              <a:rPr lang="zh-CN" altLang="en-US" sz="3200" dirty="0">
                <a:latin typeface="+mn-lt"/>
                <a:ea typeface="+mn-ea"/>
                <a:cs typeface="+mn-ea"/>
                <a:sym typeface="+mn-lt"/>
              </a:rPr>
              <a:t>（</a:t>
            </a:r>
            <a:r>
              <a:rPr lang="en-US" altLang="zh-CN" sz="3200" dirty="0">
                <a:latin typeface="+mn-lt"/>
                <a:ea typeface="+mn-ea"/>
                <a:cs typeface="+mn-ea"/>
                <a:sym typeface="+mn-lt"/>
              </a:rPr>
              <a:t>2</a:t>
            </a:r>
            <a:r>
              <a:rPr lang="zh-CN" altLang="en-US" sz="3200" dirty="0">
                <a:latin typeface="+mn-lt"/>
                <a:ea typeface="+mn-ea"/>
                <a:cs typeface="+mn-ea"/>
                <a:sym typeface="+mn-lt"/>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box(in)">
                                      <p:cBhvr>
                                        <p:cTn id="7" dur="500"/>
                                        <p:tgtEl>
                                          <p:spTgt spid="15"/>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479239"/>
                                        </p:tgtEl>
                                        <p:attrNameLst>
                                          <p:attrName>style.visibility</p:attrName>
                                        </p:attrNameLst>
                                      </p:cBhvr>
                                      <p:to>
                                        <p:strVal val="visible"/>
                                      </p:to>
                                    </p:set>
                                    <p:animEffect transition="in" filter="box(in)">
                                      <p:cBhvr>
                                        <p:cTn id="12" dur="500"/>
                                        <p:tgtEl>
                                          <p:spTgt spid="479239"/>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79238"/>
                                        </p:tgtEl>
                                        <p:attrNameLst>
                                          <p:attrName>style.visibility</p:attrName>
                                        </p:attrNameLst>
                                      </p:cBhvr>
                                      <p:to>
                                        <p:strVal val="visible"/>
                                      </p:to>
                                    </p:set>
                                    <p:anim calcmode="lin" valueType="num">
                                      <p:cBhvr additive="base">
                                        <p:cTn id="17" dur="500" fill="hold"/>
                                        <p:tgtEl>
                                          <p:spTgt spid="479238"/>
                                        </p:tgtEl>
                                        <p:attrNameLst>
                                          <p:attrName>ppt_x</p:attrName>
                                        </p:attrNameLst>
                                      </p:cBhvr>
                                      <p:tavLst>
                                        <p:tav tm="0">
                                          <p:val>
                                            <p:strVal val="#ppt_x"/>
                                          </p:val>
                                        </p:tav>
                                        <p:tav tm="100000">
                                          <p:val>
                                            <p:strVal val="#ppt_x"/>
                                          </p:val>
                                        </p:tav>
                                      </p:tavLst>
                                    </p:anim>
                                    <p:anim calcmode="lin" valueType="num">
                                      <p:cBhvr additive="base">
                                        <p:cTn id="18" dur="500" fill="hold"/>
                                        <p:tgtEl>
                                          <p:spTgt spid="47923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9238" grpId="0"/>
      <p:bldP spid="479239" grpId="0"/>
      <p:bldP spid="15"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9">
            <a:extLst>
              <a:ext uri="{FF2B5EF4-FFF2-40B4-BE49-F238E27FC236}">
                <a16:creationId xmlns:a16="http://schemas.microsoft.com/office/drawing/2014/main" id="{328CB8D0-C60C-4CC0-B8CC-559088CD782A}"/>
              </a:ext>
            </a:extLst>
          </p:cNvPr>
          <p:cNvSpPr>
            <a:spLocks noChangeArrowheads="1"/>
          </p:cNvSpPr>
          <p:nvPr/>
        </p:nvSpPr>
        <p:spPr bwMode="auto">
          <a:xfrm>
            <a:off x="900113" y="230188"/>
            <a:ext cx="4705350"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顺序表的优缺点 </a:t>
            </a:r>
          </a:p>
        </p:txBody>
      </p:sp>
      <p:grpSp>
        <p:nvGrpSpPr>
          <p:cNvPr id="2" name="Group 13">
            <a:extLst>
              <a:ext uri="{FF2B5EF4-FFF2-40B4-BE49-F238E27FC236}">
                <a16:creationId xmlns:a16="http://schemas.microsoft.com/office/drawing/2014/main" id="{6FF3003C-91A8-D540-9474-034F4DDB5637}"/>
              </a:ext>
            </a:extLst>
          </p:cNvPr>
          <p:cNvGrpSpPr>
            <a:grpSpLocks/>
          </p:cNvGrpSpPr>
          <p:nvPr/>
        </p:nvGrpSpPr>
        <p:grpSpPr bwMode="auto">
          <a:xfrm>
            <a:off x="1974850" y="6075363"/>
            <a:ext cx="4824413" cy="573087"/>
            <a:chOff x="344" y="2957"/>
            <a:chExt cx="3665" cy="361"/>
          </a:xfrm>
        </p:grpSpPr>
        <p:grpSp>
          <p:nvGrpSpPr>
            <p:cNvPr id="77835" name="Group 10">
              <a:extLst>
                <a:ext uri="{FF2B5EF4-FFF2-40B4-BE49-F238E27FC236}">
                  <a16:creationId xmlns:a16="http://schemas.microsoft.com/office/drawing/2014/main" id="{1AD43E7F-C25D-E845-ACFB-6F0C9EF25913}"/>
                </a:ext>
              </a:extLst>
            </p:cNvPr>
            <p:cNvGrpSpPr>
              <a:grpSpLocks/>
            </p:cNvGrpSpPr>
            <p:nvPr/>
          </p:nvGrpSpPr>
          <p:grpSpPr bwMode="auto">
            <a:xfrm>
              <a:off x="2417" y="2957"/>
              <a:ext cx="1592" cy="361"/>
              <a:chOff x="901" y="2247"/>
              <a:chExt cx="1592" cy="361"/>
            </a:xfrm>
          </p:grpSpPr>
          <p:sp>
            <p:nvSpPr>
              <p:cNvPr id="74760" name="Rectangle 5">
                <a:extLst>
                  <a:ext uri="{FF2B5EF4-FFF2-40B4-BE49-F238E27FC236}">
                    <a16:creationId xmlns:a16="http://schemas.microsoft.com/office/drawing/2014/main" id="{E4DB50FC-AAF6-4CC6-91A4-54DC3B4ADB8D}"/>
                  </a:ext>
                </a:extLst>
              </p:cNvPr>
              <p:cNvSpPr>
                <a:spLocks noChangeArrowheads="1"/>
              </p:cNvSpPr>
              <p:nvPr/>
            </p:nvSpPr>
            <p:spPr bwMode="auto">
              <a:xfrm>
                <a:off x="1746" y="2247"/>
                <a:ext cx="747" cy="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a:solidFill>
                      <a:srgbClr val="FF0000"/>
                    </a:solidFill>
                    <a:sym typeface="+mn-lt"/>
                  </a:rPr>
                  <a:t>链表</a:t>
                </a:r>
              </a:p>
            </p:txBody>
          </p:sp>
          <p:sp>
            <p:nvSpPr>
              <p:cNvPr id="74761" name="AutoShape 7">
                <a:extLst>
                  <a:ext uri="{FF2B5EF4-FFF2-40B4-BE49-F238E27FC236}">
                    <a16:creationId xmlns:a16="http://schemas.microsoft.com/office/drawing/2014/main" id="{72CBC784-7659-4160-A97D-2370FDB0C021}"/>
                  </a:ext>
                </a:extLst>
              </p:cNvPr>
              <p:cNvSpPr>
                <a:spLocks noChangeArrowheads="1"/>
              </p:cNvSpPr>
              <p:nvPr/>
            </p:nvSpPr>
            <p:spPr bwMode="auto">
              <a:xfrm>
                <a:off x="901" y="2328"/>
                <a:ext cx="632" cy="199"/>
              </a:xfrm>
              <a:prstGeom prst="notchedRightArrow">
                <a:avLst>
                  <a:gd name="adj1" fmla="val 50000"/>
                  <a:gd name="adj2" fmla="val 58714"/>
                </a:avLst>
              </a:prstGeom>
              <a:solidFill>
                <a:schemeClr val="accent1"/>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endParaRPr lang="zh-CN" altLang="en-US">
                  <a:latin typeface="+mn-lt"/>
                  <a:ea typeface="+mn-ea"/>
                  <a:cs typeface="+mn-ea"/>
                  <a:sym typeface="+mn-lt"/>
                </a:endParaRPr>
              </a:p>
            </p:txBody>
          </p:sp>
        </p:grpSp>
        <p:sp>
          <p:nvSpPr>
            <p:cNvPr id="74759" name="Rectangle 12">
              <a:extLst>
                <a:ext uri="{FF2B5EF4-FFF2-40B4-BE49-F238E27FC236}">
                  <a16:creationId xmlns:a16="http://schemas.microsoft.com/office/drawing/2014/main" id="{6DDF4316-7DB2-4F9A-AB2D-40C9DF1EA8E7}"/>
                </a:ext>
              </a:extLst>
            </p:cNvPr>
            <p:cNvSpPr>
              <a:spLocks noChangeArrowheads="1"/>
            </p:cNvSpPr>
            <p:nvPr/>
          </p:nvSpPr>
          <p:spPr bwMode="auto">
            <a:xfrm>
              <a:off x="344" y="2957"/>
              <a:ext cx="1860" cy="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为克服这一缺点</a:t>
              </a:r>
            </a:p>
          </p:txBody>
        </p:sp>
      </p:grpSp>
      <p:sp>
        <p:nvSpPr>
          <p:cNvPr id="74757" name="Rectangle 2">
            <a:extLst>
              <a:ext uri="{FF2B5EF4-FFF2-40B4-BE49-F238E27FC236}">
                <a16:creationId xmlns:a16="http://schemas.microsoft.com/office/drawing/2014/main" id="{903EAEFE-5003-4949-A955-32DCB2A56A85}"/>
              </a:ext>
            </a:extLst>
          </p:cNvPr>
          <p:cNvSpPr>
            <a:spLocks noChangeArrowheads="1"/>
          </p:cNvSpPr>
          <p:nvPr/>
        </p:nvSpPr>
        <p:spPr bwMode="auto">
          <a:xfrm>
            <a:off x="2301875" y="1897063"/>
            <a:ext cx="6675438" cy="1354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lvl="1">
              <a:lnSpc>
                <a:spcPct val="130000"/>
              </a:lnSpc>
              <a:buClr>
                <a:schemeClr val="accent1"/>
              </a:buClr>
              <a:buFont typeface="Wingdings" pitchFamily="2" charset="2"/>
              <a:buChar char="ü"/>
            </a:pPr>
            <a:r>
              <a:rPr lang="zh-CN" altLang="en-US" sz="2000">
                <a:solidFill>
                  <a:srgbClr val="FF0000"/>
                </a:solidFill>
                <a:sym typeface="+mn-lt"/>
              </a:rPr>
              <a:t>存储密度大</a:t>
            </a:r>
            <a:r>
              <a:rPr lang="zh-CN" altLang="en-US" sz="2000">
                <a:sym typeface="+mn-lt"/>
              </a:rPr>
              <a:t>（结点本身所占存储量</a:t>
            </a:r>
            <a:r>
              <a:rPr lang="en-US" altLang="zh-CN" sz="2000">
                <a:sym typeface="+mn-lt"/>
              </a:rPr>
              <a:t>/</a:t>
            </a:r>
            <a:r>
              <a:rPr lang="zh-CN" altLang="en-US" sz="2000">
                <a:sym typeface="+mn-lt"/>
              </a:rPr>
              <a:t>结点结构所占存</a:t>
            </a:r>
            <a:br>
              <a:rPr lang="en-US" altLang="zh-CN" sz="2000">
                <a:sym typeface="+mn-lt"/>
              </a:rPr>
            </a:br>
            <a:r>
              <a:rPr lang="en-US" altLang="zh-CN" sz="2000">
                <a:sym typeface="+mn-lt"/>
              </a:rPr>
              <a:t>   </a:t>
            </a:r>
            <a:r>
              <a:rPr lang="zh-CN" altLang="en-US" sz="2000">
                <a:sym typeface="+mn-lt"/>
              </a:rPr>
              <a:t>储量）</a:t>
            </a:r>
          </a:p>
          <a:p>
            <a:pPr lvl="1">
              <a:lnSpc>
                <a:spcPct val="130000"/>
              </a:lnSpc>
              <a:buClr>
                <a:schemeClr val="accent1"/>
              </a:buClr>
              <a:buFont typeface="Wingdings" pitchFamily="2" charset="2"/>
              <a:buChar char="ü"/>
            </a:pPr>
            <a:r>
              <a:rPr lang="zh-CN" altLang="en-US" sz="2000">
                <a:sym typeface="+mn-lt"/>
              </a:rPr>
              <a:t>可以</a:t>
            </a:r>
            <a:r>
              <a:rPr lang="zh-CN" altLang="en-US" sz="2000">
                <a:solidFill>
                  <a:srgbClr val="FF0000"/>
                </a:solidFill>
                <a:sym typeface="+mn-lt"/>
              </a:rPr>
              <a:t>随机存取</a:t>
            </a:r>
            <a:r>
              <a:rPr lang="zh-CN" altLang="en-US" sz="2000">
                <a:sym typeface="+mn-lt"/>
              </a:rPr>
              <a:t>表中任一元素</a:t>
            </a:r>
          </a:p>
        </p:txBody>
      </p:sp>
      <p:sp>
        <p:nvSpPr>
          <p:cNvPr id="15" name="圆角矩形 14">
            <a:extLst>
              <a:ext uri="{FF2B5EF4-FFF2-40B4-BE49-F238E27FC236}">
                <a16:creationId xmlns:a16="http://schemas.microsoft.com/office/drawing/2014/main" id="{0340133D-D474-460D-B50A-79B87A6FF18D}"/>
              </a:ext>
            </a:extLst>
          </p:cNvPr>
          <p:cNvSpPr/>
          <p:nvPr/>
        </p:nvSpPr>
        <p:spPr>
          <a:xfrm>
            <a:off x="2917825" y="1196975"/>
            <a:ext cx="1468438" cy="557213"/>
          </a:xfrm>
          <a:custGeom>
            <a:avLst/>
            <a:gdLst/>
            <a:ahLst/>
            <a:cxnLst/>
            <a:rect l="l" t="t" r="r" b="b"/>
            <a:pathLst>
              <a:path w="3960440" h="648072">
                <a:moveTo>
                  <a:pt x="0" y="0"/>
                </a:moveTo>
                <a:lnTo>
                  <a:pt x="3636404" y="0"/>
                </a:lnTo>
                <a:cubicBezTo>
                  <a:pt x="3815364" y="0"/>
                  <a:pt x="3960440" y="145076"/>
                  <a:pt x="3960440" y="324036"/>
                </a:cubicBezTo>
                <a:cubicBezTo>
                  <a:pt x="3960440" y="502996"/>
                  <a:pt x="3815364" y="648072"/>
                  <a:pt x="3636404" y="648072"/>
                </a:cubicBezTo>
                <a:lnTo>
                  <a:pt x="0" y="648072"/>
                </a:lnTo>
                <a:close/>
              </a:path>
            </a:pathLst>
          </a:custGeom>
          <a:solidFill>
            <a:srgbClr val="9476B6"/>
          </a:solidFill>
          <a:ln w="25400" cap="flat" cmpd="sng" algn="ctr">
            <a:noFill/>
            <a:prstDash val="solid"/>
          </a:ln>
          <a:effectLst/>
        </p:spPr>
        <p:txBody>
          <a:bodyPr lIns="117226" tIns="58613" rIns="117226" bIns="58613"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a:r>
              <a:rPr lang="zh-CN" altLang="en-US" sz="2600">
                <a:solidFill>
                  <a:schemeClr val="bg1"/>
                </a:solidFill>
                <a:latin typeface="微软雅黑" panose="020B0503020204020204" pitchFamily="34" charset="-122"/>
                <a:ea typeface="微软雅黑" panose="020B0503020204020204" pitchFamily="34" charset="-122"/>
              </a:rPr>
              <a:t>优点：</a:t>
            </a:r>
          </a:p>
        </p:txBody>
      </p:sp>
      <p:sp>
        <p:nvSpPr>
          <p:cNvPr id="16" name="圆角矩形 14">
            <a:extLst>
              <a:ext uri="{FF2B5EF4-FFF2-40B4-BE49-F238E27FC236}">
                <a16:creationId xmlns:a16="http://schemas.microsoft.com/office/drawing/2014/main" id="{86290220-5F2B-4004-BCFC-A03A87F99FD2}"/>
              </a:ext>
            </a:extLst>
          </p:cNvPr>
          <p:cNvSpPr/>
          <p:nvPr/>
        </p:nvSpPr>
        <p:spPr>
          <a:xfrm>
            <a:off x="2917825" y="3487738"/>
            <a:ext cx="1468438" cy="558800"/>
          </a:xfrm>
          <a:custGeom>
            <a:avLst/>
            <a:gdLst/>
            <a:ahLst/>
            <a:cxnLst/>
            <a:rect l="l" t="t" r="r" b="b"/>
            <a:pathLst>
              <a:path w="3960440" h="648072">
                <a:moveTo>
                  <a:pt x="0" y="0"/>
                </a:moveTo>
                <a:lnTo>
                  <a:pt x="3636404" y="0"/>
                </a:lnTo>
                <a:cubicBezTo>
                  <a:pt x="3815364" y="0"/>
                  <a:pt x="3960440" y="145076"/>
                  <a:pt x="3960440" y="324036"/>
                </a:cubicBezTo>
                <a:cubicBezTo>
                  <a:pt x="3960440" y="502996"/>
                  <a:pt x="3815364" y="648072"/>
                  <a:pt x="3636404" y="648072"/>
                </a:cubicBezTo>
                <a:lnTo>
                  <a:pt x="0" y="648072"/>
                </a:lnTo>
                <a:close/>
              </a:path>
            </a:pathLst>
          </a:custGeom>
          <a:solidFill>
            <a:srgbClr val="9476B6"/>
          </a:solidFill>
          <a:ln w="25400" cap="flat" cmpd="sng" algn="ctr">
            <a:noFill/>
            <a:prstDash val="solid"/>
          </a:ln>
          <a:effectLst/>
        </p:spPr>
        <p:txBody>
          <a:bodyPr lIns="117226" tIns="58613" rIns="117226" bIns="58613" anchor="ctr"/>
          <a:lstStyle/>
          <a:p>
            <a:pPr algn="ctr">
              <a:defRPr/>
            </a:pPr>
            <a:endParaRPr lang="zh-CN" altLang="en-US" sz="2600" b="1" kern="0" dirty="0">
              <a:solidFill>
                <a:schemeClr val="bg1"/>
              </a:solidFill>
              <a:latin typeface="微软雅黑" pitchFamily="34" charset="-122"/>
              <a:ea typeface="微软雅黑" pitchFamily="34" charset="-122"/>
            </a:endParaRPr>
          </a:p>
        </p:txBody>
      </p:sp>
      <p:grpSp>
        <p:nvGrpSpPr>
          <p:cNvPr id="3" name="组合 2">
            <a:extLst>
              <a:ext uri="{FF2B5EF4-FFF2-40B4-BE49-F238E27FC236}">
                <a16:creationId xmlns:a16="http://schemas.microsoft.com/office/drawing/2014/main" id="{7134DB25-13D3-46F7-8E49-036BA0610FEB}"/>
              </a:ext>
            </a:extLst>
          </p:cNvPr>
          <p:cNvGrpSpPr/>
          <p:nvPr/>
        </p:nvGrpSpPr>
        <p:grpSpPr>
          <a:xfrm>
            <a:off x="409321" y="1260706"/>
            <a:ext cx="1997887" cy="3207451"/>
            <a:chOff x="392408" y="1348060"/>
            <a:chExt cx="3047748" cy="4140735"/>
          </a:xfrm>
          <a:solidFill>
            <a:srgbClr val="9476B6"/>
          </a:solidFill>
        </p:grpSpPr>
        <p:sp>
          <p:nvSpPr>
            <p:cNvPr id="10" name="椭圆 1">
              <a:extLst>
                <a:ext uri="{FF2B5EF4-FFF2-40B4-BE49-F238E27FC236}">
                  <a16:creationId xmlns:a16="http://schemas.microsoft.com/office/drawing/2014/main" id="{D3BF9FF4-CC4A-4302-B93D-36ACC7941BD6}"/>
                </a:ext>
              </a:extLst>
            </p:cNvPr>
            <p:cNvSpPr/>
            <p:nvPr/>
          </p:nvSpPr>
          <p:spPr>
            <a:xfrm>
              <a:off x="1854808" y="1536822"/>
              <a:ext cx="1585348" cy="1426363"/>
            </a:xfrm>
            <a:custGeom>
              <a:avLst/>
              <a:gdLst/>
              <a:ahLst/>
              <a:cxnLst/>
              <a:rect l="l" t="t" r="r" b="b"/>
              <a:pathLst>
                <a:path w="1648346" h="1656184">
                  <a:moveTo>
                    <a:pt x="820254" y="0"/>
                  </a:moveTo>
                  <a:cubicBezTo>
                    <a:pt x="1277597" y="0"/>
                    <a:pt x="1648346" y="370749"/>
                    <a:pt x="1648346" y="828092"/>
                  </a:cubicBezTo>
                  <a:cubicBezTo>
                    <a:pt x="1648346" y="1285435"/>
                    <a:pt x="1277597" y="1656184"/>
                    <a:pt x="820254" y="1656184"/>
                  </a:cubicBezTo>
                  <a:cubicBezTo>
                    <a:pt x="771082" y="1656184"/>
                    <a:pt x="722910" y="1651898"/>
                    <a:pt x="676238" y="1642851"/>
                  </a:cubicBezTo>
                  <a:lnTo>
                    <a:pt x="676238" y="1458836"/>
                  </a:lnTo>
                  <a:cubicBezTo>
                    <a:pt x="722365" y="1470593"/>
                    <a:pt x="770659" y="1476164"/>
                    <a:pt x="820254" y="1476164"/>
                  </a:cubicBezTo>
                  <a:cubicBezTo>
                    <a:pt x="1178174" y="1476164"/>
                    <a:pt x="1468326" y="1186012"/>
                    <a:pt x="1468326" y="828092"/>
                  </a:cubicBezTo>
                  <a:cubicBezTo>
                    <a:pt x="1468326" y="470172"/>
                    <a:pt x="1178174" y="180020"/>
                    <a:pt x="820254" y="180020"/>
                  </a:cubicBezTo>
                  <a:cubicBezTo>
                    <a:pt x="499245" y="180020"/>
                    <a:pt x="232748" y="413413"/>
                    <a:pt x="183071" y="720080"/>
                  </a:cubicBezTo>
                  <a:lnTo>
                    <a:pt x="0" y="720080"/>
                  </a:lnTo>
                  <a:cubicBezTo>
                    <a:pt x="52132" y="313716"/>
                    <a:pt x="399556" y="0"/>
                    <a:pt x="820254" y="0"/>
                  </a:cubicBezTo>
                  <a:close/>
                </a:path>
              </a:pathLst>
            </a:custGeom>
            <a:grpFill/>
            <a:ln w="25400" cap="flat" cmpd="sng" algn="ctr">
              <a:noFill/>
              <a:prstDash val="solid"/>
            </a:ln>
            <a:effectLst/>
          </p:spPr>
          <p:txBody>
            <a:bodyPr lIns="117226" tIns="58613" rIns="117226" bIns="58613" anchor="ctr"/>
            <a:lstStyle/>
            <a:p>
              <a:pPr algn="ctr">
                <a:defRPr/>
              </a:pPr>
              <a:endParaRPr lang="zh-CN" altLang="en-US" sz="2600" b="1" kern="0">
                <a:solidFill>
                  <a:schemeClr val="bg1"/>
                </a:solidFill>
                <a:latin typeface="微软雅黑" pitchFamily="34" charset="-122"/>
                <a:ea typeface="微软雅黑" pitchFamily="34" charset="-122"/>
              </a:endParaRPr>
            </a:p>
          </p:txBody>
        </p:sp>
        <p:sp>
          <p:nvSpPr>
            <p:cNvPr id="11" name="椭圆 1">
              <a:extLst>
                <a:ext uri="{FF2B5EF4-FFF2-40B4-BE49-F238E27FC236}">
                  <a16:creationId xmlns:a16="http://schemas.microsoft.com/office/drawing/2014/main" id="{FA3E8D18-53D1-4B7F-9449-4FE4242DDD9F}"/>
                </a:ext>
              </a:extLst>
            </p:cNvPr>
            <p:cNvSpPr/>
            <p:nvPr/>
          </p:nvSpPr>
          <p:spPr>
            <a:xfrm>
              <a:off x="1708351" y="2794782"/>
              <a:ext cx="796444" cy="1426363"/>
            </a:xfrm>
            <a:custGeom>
              <a:avLst/>
              <a:gdLst/>
              <a:ahLst/>
              <a:cxnLst/>
              <a:rect l="l" t="t" r="r" b="b"/>
              <a:pathLst>
                <a:path w="828092" h="1656184">
                  <a:moveTo>
                    <a:pt x="828092" y="0"/>
                  </a:moveTo>
                  <a:lnTo>
                    <a:pt x="828092" y="180020"/>
                  </a:lnTo>
                  <a:cubicBezTo>
                    <a:pt x="470172" y="180020"/>
                    <a:pt x="180020" y="470172"/>
                    <a:pt x="180020" y="828092"/>
                  </a:cubicBezTo>
                  <a:cubicBezTo>
                    <a:pt x="180020" y="1186012"/>
                    <a:pt x="470172" y="1476164"/>
                    <a:pt x="828092" y="1476164"/>
                  </a:cubicBezTo>
                  <a:lnTo>
                    <a:pt x="828092" y="1656184"/>
                  </a:lnTo>
                  <a:cubicBezTo>
                    <a:pt x="370749" y="1656184"/>
                    <a:pt x="0" y="1285435"/>
                    <a:pt x="0" y="828092"/>
                  </a:cubicBezTo>
                  <a:cubicBezTo>
                    <a:pt x="0" y="370749"/>
                    <a:pt x="370749" y="0"/>
                    <a:pt x="828092" y="0"/>
                  </a:cubicBezTo>
                  <a:close/>
                </a:path>
              </a:pathLst>
            </a:custGeom>
            <a:grpFill/>
            <a:ln w="25400" cap="flat" cmpd="sng" algn="ctr">
              <a:noFill/>
              <a:prstDash val="solid"/>
            </a:ln>
            <a:effectLst/>
          </p:spPr>
          <p:txBody>
            <a:bodyPr lIns="117226" tIns="58613" rIns="117226" bIns="58613" anchor="ctr"/>
            <a:lstStyle/>
            <a:p>
              <a:pPr algn="ctr">
                <a:defRPr/>
              </a:pPr>
              <a:endParaRPr lang="zh-CN" altLang="en-US" kern="0">
                <a:solidFill>
                  <a:schemeClr val="bg1"/>
                </a:solidFill>
              </a:endParaRPr>
            </a:p>
          </p:txBody>
        </p:sp>
        <p:sp>
          <p:nvSpPr>
            <p:cNvPr id="12" name="椭圆 1">
              <a:extLst>
                <a:ext uri="{FF2B5EF4-FFF2-40B4-BE49-F238E27FC236}">
                  <a16:creationId xmlns:a16="http://schemas.microsoft.com/office/drawing/2014/main" id="{F237C5DB-FA7A-49D8-BBFD-8A4E0CB04F85}"/>
                </a:ext>
              </a:extLst>
            </p:cNvPr>
            <p:cNvSpPr/>
            <p:nvPr/>
          </p:nvSpPr>
          <p:spPr>
            <a:xfrm rot="5400000">
              <a:off x="1683348" y="3982544"/>
              <a:ext cx="1419613" cy="1592889"/>
            </a:xfrm>
            <a:custGeom>
              <a:avLst/>
              <a:gdLst/>
              <a:ahLst/>
              <a:cxnLst/>
              <a:rect l="l" t="t" r="r" b="b"/>
              <a:pathLst>
                <a:path w="1648346" h="1656184">
                  <a:moveTo>
                    <a:pt x="820254" y="0"/>
                  </a:moveTo>
                  <a:cubicBezTo>
                    <a:pt x="1277597" y="0"/>
                    <a:pt x="1648346" y="370749"/>
                    <a:pt x="1648346" y="828092"/>
                  </a:cubicBezTo>
                  <a:cubicBezTo>
                    <a:pt x="1648346" y="1285435"/>
                    <a:pt x="1277597" y="1656184"/>
                    <a:pt x="820254" y="1656184"/>
                  </a:cubicBezTo>
                  <a:cubicBezTo>
                    <a:pt x="771082" y="1656184"/>
                    <a:pt x="722910" y="1651898"/>
                    <a:pt x="676238" y="1642851"/>
                  </a:cubicBezTo>
                  <a:lnTo>
                    <a:pt x="676238" y="1458836"/>
                  </a:lnTo>
                  <a:cubicBezTo>
                    <a:pt x="722365" y="1470593"/>
                    <a:pt x="770659" y="1476164"/>
                    <a:pt x="820254" y="1476164"/>
                  </a:cubicBezTo>
                  <a:cubicBezTo>
                    <a:pt x="1178174" y="1476164"/>
                    <a:pt x="1468326" y="1186012"/>
                    <a:pt x="1468326" y="828092"/>
                  </a:cubicBezTo>
                  <a:cubicBezTo>
                    <a:pt x="1468326" y="470172"/>
                    <a:pt x="1178174" y="180020"/>
                    <a:pt x="820254" y="180020"/>
                  </a:cubicBezTo>
                  <a:cubicBezTo>
                    <a:pt x="499245" y="180020"/>
                    <a:pt x="232748" y="413413"/>
                    <a:pt x="183071" y="720080"/>
                  </a:cubicBezTo>
                  <a:lnTo>
                    <a:pt x="0" y="720080"/>
                  </a:lnTo>
                  <a:cubicBezTo>
                    <a:pt x="52132" y="313716"/>
                    <a:pt x="399556" y="0"/>
                    <a:pt x="820254" y="0"/>
                  </a:cubicBezTo>
                  <a:close/>
                </a:path>
              </a:pathLst>
            </a:custGeom>
            <a:grpFill/>
            <a:ln w="25400" cap="flat" cmpd="sng" algn="ctr">
              <a:noFill/>
              <a:prstDash val="solid"/>
            </a:ln>
            <a:effectLst/>
          </p:spPr>
          <p:txBody>
            <a:bodyPr lIns="117226" tIns="58613" rIns="117226" bIns="58613" anchor="ctr"/>
            <a:lstStyle/>
            <a:p>
              <a:pPr algn="ctr">
                <a:defRPr/>
              </a:pPr>
              <a:endParaRPr lang="zh-CN" altLang="en-US" sz="2600" b="1" kern="0">
                <a:solidFill>
                  <a:schemeClr val="bg1"/>
                </a:solidFill>
                <a:latin typeface="微软雅黑" pitchFamily="34" charset="-122"/>
                <a:ea typeface="微软雅黑" pitchFamily="34" charset="-122"/>
              </a:endParaRPr>
            </a:p>
          </p:txBody>
        </p:sp>
        <p:sp>
          <p:nvSpPr>
            <p:cNvPr id="13" name="椭圆 1">
              <a:extLst>
                <a:ext uri="{FF2B5EF4-FFF2-40B4-BE49-F238E27FC236}">
                  <a16:creationId xmlns:a16="http://schemas.microsoft.com/office/drawing/2014/main" id="{BB6D65E7-D46C-4755-9068-7C4D27DAE158}"/>
                </a:ext>
              </a:extLst>
            </p:cNvPr>
            <p:cNvSpPr/>
            <p:nvPr/>
          </p:nvSpPr>
          <p:spPr>
            <a:xfrm rot="10800000">
              <a:off x="432687" y="1348060"/>
              <a:ext cx="1585348" cy="1426363"/>
            </a:xfrm>
            <a:custGeom>
              <a:avLst/>
              <a:gdLst/>
              <a:ahLst/>
              <a:cxnLst/>
              <a:rect l="l" t="t" r="r" b="b"/>
              <a:pathLst>
                <a:path w="1648346" h="1656184">
                  <a:moveTo>
                    <a:pt x="820254" y="0"/>
                  </a:moveTo>
                  <a:cubicBezTo>
                    <a:pt x="1277597" y="0"/>
                    <a:pt x="1648346" y="370749"/>
                    <a:pt x="1648346" y="828092"/>
                  </a:cubicBezTo>
                  <a:cubicBezTo>
                    <a:pt x="1648346" y="1285435"/>
                    <a:pt x="1277597" y="1656184"/>
                    <a:pt x="820254" y="1656184"/>
                  </a:cubicBezTo>
                  <a:cubicBezTo>
                    <a:pt x="771082" y="1656184"/>
                    <a:pt x="722910" y="1651898"/>
                    <a:pt x="676238" y="1642851"/>
                  </a:cubicBezTo>
                  <a:lnTo>
                    <a:pt x="676238" y="1458836"/>
                  </a:lnTo>
                  <a:cubicBezTo>
                    <a:pt x="722365" y="1470593"/>
                    <a:pt x="770659" y="1476164"/>
                    <a:pt x="820254" y="1476164"/>
                  </a:cubicBezTo>
                  <a:cubicBezTo>
                    <a:pt x="1178174" y="1476164"/>
                    <a:pt x="1468326" y="1186012"/>
                    <a:pt x="1468326" y="828092"/>
                  </a:cubicBezTo>
                  <a:cubicBezTo>
                    <a:pt x="1468326" y="470172"/>
                    <a:pt x="1178174" y="180020"/>
                    <a:pt x="820254" y="180020"/>
                  </a:cubicBezTo>
                  <a:cubicBezTo>
                    <a:pt x="499245" y="180020"/>
                    <a:pt x="232748" y="413413"/>
                    <a:pt x="183071" y="720080"/>
                  </a:cubicBezTo>
                  <a:lnTo>
                    <a:pt x="0" y="720080"/>
                  </a:lnTo>
                  <a:cubicBezTo>
                    <a:pt x="52132" y="313716"/>
                    <a:pt x="399556" y="0"/>
                    <a:pt x="820254" y="0"/>
                  </a:cubicBezTo>
                  <a:close/>
                </a:path>
              </a:pathLst>
            </a:custGeom>
            <a:grpFill/>
            <a:ln w="25400" cap="flat" cmpd="sng" algn="ctr">
              <a:noFill/>
              <a:prstDash val="solid"/>
            </a:ln>
            <a:effectLst/>
          </p:spPr>
          <p:txBody>
            <a:bodyPr lIns="117226" tIns="58613" rIns="117226" bIns="58613" anchor="ctr"/>
            <a:lstStyle/>
            <a:p>
              <a:pPr algn="ctr">
                <a:defRPr/>
              </a:pPr>
              <a:endParaRPr lang="zh-CN" altLang="en-US" kern="0">
                <a:solidFill>
                  <a:schemeClr val="bg1"/>
                </a:solidFill>
              </a:endParaRPr>
            </a:p>
          </p:txBody>
        </p:sp>
        <p:sp>
          <p:nvSpPr>
            <p:cNvPr id="14" name="椭圆 1">
              <a:extLst>
                <a:ext uri="{FF2B5EF4-FFF2-40B4-BE49-F238E27FC236}">
                  <a16:creationId xmlns:a16="http://schemas.microsoft.com/office/drawing/2014/main" id="{2419F00D-2F96-4173-B78C-208EE7C17D56}"/>
                </a:ext>
              </a:extLst>
            </p:cNvPr>
            <p:cNvSpPr/>
            <p:nvPr/>
          </p:nvSpPr>
          <p:spPr>
            <a:xfrm rot="6199008">
              <a:off x="786184" y="3432670"/>
              <a:ext cx="713181" cy="1500734"/>
            </a:xfrm>
            <a:custGeom>
              <a:avLst/>
              <a:gdLst/>
              <a:ahLst/>
              <a:cxnLst/>
              <a:rect l="l" t="t" r="r" b="b"/>
              <a:pathLst>
                <a:path w="828092" h="1560369">
                  <a:moveTo>
                    <a:pt x="16824" y="994982"/>
                  </a:moveTo>
                  <a:cubicBezTo>
                    <a:pt x="5793" y="941075"/>
                    <a:pt x="0" y="885260"/>
                    <a:pt x="0" y="828092"/>
                  </a:cubicBezTo>
                  <a:cubicBezTo>
                    <a:pt x="0" y="370749"/>
                    <a:pt x="370749" y="0"/>
                    <a:pt x="828092" y="0"/>
                  </a:cubicBezTo>
                  <a:lnTo>
                    <a:pt x="828092" y="180020"/>
                  </a:lnTo>
                  <a:cubicBezTo>
                    <a:pt x="470172" y="180020"/>
                    <a:pt x="180020" y="470172"/>
                    <a:pt x="180020" y="828092"/>
                  </a:cubicBezTo>
                  <a:cubicBezTo>
                    <a:pt x="180020" y="1180557"/>
                    <a:pt x="461395" y="1467304"/>
                    <a:pt x="811810" y="1474523"/>
                  </a:cubicBezTo>
                  <a:lnTo>
                    <a:pt x="449129" y="1560369"/>
                  </a:lnTo>
                  <a:cubicBezTo>
                    <a:pt x="229080" y="1450469"/>
                    <a:pt x="67556" y="1242904"/>
                    <a:pt x="16824" y="994982"/>
                  </a:cubicBezTo>
                  <a:close/>
                </a:path>
              </a:pathLst>
            </a:custGeom>
            <a:grpFill/>
            <a:ln w="25400" cap="flat" cmpd="sng" algn="ctr">
              <a:noFill/>
              <a:prstDash val="solid"/>
            </a:ln>
            <a:effectLst/>
          </p:spPr>
          <p:txBody>
            <a:bodyPr lIns="117226" tIns="58613" rIns="117226" bIns="58613" anchor="ctr"/>
            <a:lstStyle/>
            <a:p>
              <a:pPr algn="ctr">
                <a:defRPr/>
              </a:pPr>
              <a:endParaRPr lang="zh-CN" altLang="en-US" kern="0">
                <a:solidFill>
                  <a:schemeClr val="bg1"/>
                </a:solidFill>
              </a:endParaRPr>
            </a:p>
          </p:txBody>
        </p:sp>
      </p:grpSp>
      <p:sp>
        <p:nvSpPr>
          <p:cNvPr id="22" name="Rectangle 11">
            <a:extLst>
              <a:ext uri="{FF2B5EF4-FFF2-40B4-BE49-F238E27FC236}">
                <a16:creationId xmlns:a16="http://schemas.microsoft.com/office/drawing/2014/main" id="{C2BC5FEC-C65E-4F4A-A23E-4C3FA259EDE8}"/>
              </a:ext>
            </a:extLst>
          </p:cNvPr>
          <p:cNvSpPr>
            <a:spLocks noChangeArrowheads="1"/>
          </p:cNvSpPr>
          <p:nvPr/>
        </p:nvSpPr>
        <p:spPr bwMode="auto">
          <a:xfrm>
            <a:off x="2784475" y="4170363"/>
            <a:ext cx="6192838" cy="1354137"/>
          </a:xfrm>
          <a:prstGeom prst="rect">
            <a:avLst/>
          </a:prstGeom>
          <a:noFill/>
          <a:ln>
            <a:noFill/>
          </a:ln>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buClr>
                <a:schemeClr val="accent1"/>
              </a:buClr>
              <a:buFont typeface="Wingdings" pitchFamily="2" charset="2"/>
              <a:buChar char="ü"/>
            </a:pPr>
            <a:r>
              <a:rPr lang="zh-CN" altLang="en-US" sz="2000">
                <a:sym typeface="+mn-lt"/>
              </a:rPr>
              <a:t>在插入、删除某一元素时，需要移动大量元素</a:t>
            </a:r>
          </a:p>
          <a:p>
            <a:pPr>
              <a:spcBef>
                <a:spcPct val="20000"/>
              </a:spcBef>
              <a:buClr>
                <a:schemeClr val="accent1"/>
              </a:buClr>
              <a:buFont typeface="Wingdings" pitchFamily="2" charset="2"/>
              <a:buChar char="ü"/>
            </a:pPr>
            <a:r>
              <a:rPr lang="zh-CN" altLang="en-US" sz="2000">
                <a:sym typeface="+mn-lt"/>
              </a:rPr>
              <a:t>浪费存储空间</a:t>
            </a:r>
          </a:p>
          <a:p>
            <a:pPr eaLnBrk="1" hangingPunct="1">
              <a:buClr>
                <a:schemeClr val="accent1"/>
              </a:buClr>
              <a:buFont typeface="Wingdings" pitchFamily="2" charset="2"/>
              <a:buChar char="ü"/>
            </a:pPr>
            <a:r>
              <a:rPr lang="zh-CN" altLang="en-US" sz="2000">
                <a:sym typeface="+mn-lt"/>
              </a:rPr>
              <a:t>属于静态存储形式，数据元素的个数不能自由扩充</a:t>
            </a:r>
          </a:p>
        </p:txBody>
      </p:sp>
      <p:sp>
        <p:nvSpPr>
          <p:cNvPr id="376843" name="Rectangle 11">
            <a:extLst>
              <a:ext uri="{FF2B5EF4-FFF2-40B4-BE49-F238E27FC236}">
                <a16:creationId xmlns:a16="http://schemas.microsoft.com/office/drawing/2014/main" id="{005567CB-96DA-41DF-97CB-DDB359BAABD7}"/>
              </a:ext>
            </a:extLst>
          </p:cNvPr>
          <p:cNvSpPr>
            <a:spLocks noChangeArrowheads="1"/>
          </p:cNvSpPr>
          <p:nvPr/>
        </p:nvSpPr>
        <p:spPr bwMode="auto">
          <a:xfrm>
            <a:off x="3049588" y="3478213"/>
            <a:ext cx="1328737" cy="573087"/>
          </a:xfrm>
          <a:prstGeom prst="rect">
            <a:avLst/>
          </a:prstGeom>
          <a:noFill/>
          <a:ln>
            <a:noFill/>
          </a:ln>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r>
              <a:rPr lang="zh-CN" altLang="en-US" dirty="0">
                <a:solidFill>
                  <a:schemeClr val="bg1"/>
                </a:solidFill>
                <a:latin typeface="+mn-lt"/>
                <a:ea typeface="+mn-ea"/>
                <a:cs typeface="+mn-ea"/>
                <a:sym typeface="+mn-lt"/>
              </a:rPr>
              <a:t>缺点：</a:t>
            </a:r>
          </a:p>
        </p:txBody>
      </p:sp>
      <p:cxnSp>
        <p:nvCxnSpPr>
          <p:cNvPr id="77834" name="直接连接符 4">
            <a:extLst>
              <a:ext uri="{FF2B5EF4-FFF2-40B4-BE49-F238E27FC236}">
                <a16:creationId xmlns:a16="http://schemas.microsoft.com/office/drawing/2014/main" id="{2FAD85AE-24E9-D04A-843D-31049200C0FF}"/>
              </a:ext>
            </a:extLst>
          </p:cNvPr>
          <p:cNvCxnSpPr>
            <a:cxnSpLocks noChangeShapeType="1"/>
          </p:cNvCxnSpPr>
          <p:nvPr/>
        </p:nvCxnSpPr>
        <p:spPr bwMode="auto">
          <a:xfrm>
            <a:off x="0" y="5867400"/>
            <a:ext cx="9144000" cy="0"/>
          </a:xfrm>
          <a:prstGeom prst="line">
            <a:avLst/>
          </a:prstGeom>
          <a:noFill/>
          <a:ln w="57150" algn="ctr">
            <a:solidFill>
              <a:srgbClr val="8585E0"/>
            </a:solidFill>
            <a:round/>
            <a:headEnd/>
            <a:tailEnd/>
          </a:ln>
          <a:extLst>
            <a:ext uri="{909E8E84-426E-40DD-AFC4-6F175D3DCCD1}">
              <a14:hiddenFill xmlns:a14="http://schemas.microsoft.com/office/drawing/2010/main">
                <a:noFill/>
              </a14:hiddenFill>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376843">
                                            <p:txEl>
                                              <p:pRg st="0" end="0"/>
                                            </p:txEl>
                                          </p:spTgt>
                                        </p:tgtEl>
                                        <p:attrNameLst>
                                          <p:attrName>style.visibility</p:attrName>
                                        </p:attrNameLst>
                                      </p:cBhvr>
                                      <p:to>
                                        <p:strVal val="visible"/>
                                      </p:to>
                                    </p:set>
                                    <p:animEffect transition="in" filter="box(in)">
                                      <p:cBhvr>
                                        <p:cTn id="7" dur="500"/>
                                        <p:tgtEl>
                                          <p:spTgt spid="376843">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22">
                                            <p:txEl>
                                              <p:pRg st="0" end="0"/>
                                            </p:txEl>
                                          </p:spTgt>
                                        </p:tgtEl>
                                        <p:attrNameLst>
                                          <p:attrName>style.visibility</p:attrName>
                                        </p:attrNameLst>
                                      </p:cBhvr>
                                      <p:to>
                                        <p:strVal val="visible"/>
                                      </p:to>
                                    </p:set>
                                    <p:animEffect transition="in" filter="box(in)">
                                      <p:cBhvr>
                                        <p:cTn id="12" dur="500"/>
                                        <p:tgtEl>
                                          <p:spTgt spid="22">
                                            <p:txEl>
                                              <p:pRg st="0" end="0"/>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grpId="0" nodeType="clickEffect">
                                  <p:stCondLst>
                                    <p:cond delay="0"/>
                                  </p:stCondLst>
                                  <p:childTnLst>
                                    <p:set>
                                      <p:cBhvr>
                                        <p:cTn id="16" dur="1" fill="hold">
                                          <p:stCondLst>
                                            <p:cond delay="0"/>
                                          </p:stCondLst>
                                        </p:cTn>
                                        <p:tgtEl>
                                          <p:spTgt spid="22">
                                            <p:txEl>
                                              <p:pRg st="1" end="1"/>
                                            </p:txEl>
                                          </p:spTgt>
                                        </p:tgtEl>
                                        <p:attrNameLst>
                                          <p:attrName>style.visibility</p:attrName>
                                        </p:attrNameLst>
                                      </p:cBhvr>
                                      <p:to>
                                        <p:strVal val="visible"/>
                                      </p:to>
                                    </p:set>
                                    <p:animEffect transition="in" filter="box(in)">
                                      <p:cBhvr>
                                        <p:cTn id="17" dur="500"/>
                                        <p:tgtEl>
                                          <p:spTgt spid="22">
                                            <p:txEl>
                                              <p:pRg st="1" end="1"/>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grpId="0" nodeType="clickEffect">
                                  <p:stCondLst>
                                    <p:cond delay="0"/>
                                  </p:stCondLst>
                                  <p:childTnLst>
                                    <p:set>
                                      <p:cBhvr>
                                        <p:cTn id="21" dur="1" fill="hold">
                                          <p:stCondLst>
                                            <p:cond delay="0"/>
                                          </p:stCondLst>
                                        </p:cTn>
                                        <p:tgtEl>
                                          <p:spTgt spid="22">
                                            <p:txEl>
                                              <p:pRg st="2" end="2"/>
                                            </p:txEl>
                                          </p:spTgt>
                                        </p:tgtEl>
                                        <p:attrNameLst>
                                          <p:attrName>style.visibility</p:attrName>
                                        </p:attrNameLst>
                                      </p:cBhvr>
                                      <p:to>
                                        <p:strVal val="visible"/>
                                      </p:to>
                                    </p:set>
                                    <p:animEffect transition="in" filter="box(in)">
                                      <p:cBhvr>
                                        <p:cTn id="22" dur="500"/>
                                        <p:tgtEl>
                                          <p:spTgt spid="22">
                                            <p:txEl>
                                              <p:pRg st="2" end="2"/>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4" presetClass="entr" presetSubtype="16"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box(in)">
                                      <p:cBhvr>
                                        <p:cTn id="2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build="p"/>
      <p:bldP spid="376843" grpId="0"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8850" name="图片 9">
            <a:extLst>
              <a:ext uri="{FF2B5EF4-FFF2-40B4-BE49-F238E27FC236}">
                <a16:creationId xmlns:a16="http://schemas.microsoft.com/office/drawing/2014/main" id="{B0778AE0-9999-1A4C-AFA3-F7268CF06D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75"/>
          <a:stretch>
            <a:fillRect/>
          </a:stretch>
        </p:blipFill>
        <p:spPr bwMode="auto">
          <a:xfrm>
            <a:off x="0" y="1588"/>
            <a:ext cx="9124950"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6" name="矩形: 圆角 16">
            <a:extLst>
              <a:ext uri="{FF2B5EF4-FFF2-40B4-BE49-F238E27FC236}">
                <a16:creationId xmlns:a16="http://schemas.microsoft.com/office/drawing/2014/main" id="{1AD9A9B0-1500-41EE-8E56-7C1726B6FD8B}"/>
              </a:ext>
            </a:extLst>
          </p:cNvPr>
          <p:cNvSpPr>
            <a:spLocks noChangeArrowheads="1"/>
          </p:cNvSpPr>
          <p:nvPr/>
        </p:nvSpPr>
        <p:spPr bwMode="auto">
          <a:xfrm>
            <a:off x="3044825" y="4424363"/>
            <a:ext cx="5199063"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11267" name="矩形: 圆角 15">
            <a:extLst>
              <a:ext uri="{FF2B5EF4-FFF2-40B4-BE49-F238E27FC236}">
                <a16:creationId xmlns:a16="http://schemas.microsoft.com/office/drawing/2014/main" id="{F7E814EB-333E-451B-8140-4D6903E3CB22}"/>
              </a:ext>
            </a:extLst>
          </p:cNvPr>
          <p:cNvSpPr>
            <a:spLocks noChangeArrowheads="1"/>
          </p:cNvSpPr>
          <p:nvPr/>
        </p:nvSpPr>
        <p:spPr bwMode="auto">
          <a:xfrm>
            <a:off x="2100263" y="4424363"/>
            <a:ext cx="839787" cy="504825"/>
          </a:xfrm>
          <a:prstGeom prst="roundRect">
            <a:avLst>
              <a:gd name="adj" fmla="val 16667"/>
            </a:avLst>
          </a:prstGeom>
          <a:solidFill>
            <a:schemeClr val="accent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8" name="矩形 7">
            <a:extLst>
              <a:ext uri="{FF2B5EF4-FFF2-40B4-BE49-F238E27FC236}">
                <a16:creationId xmlns:a16="http://schemas.microsoft.com/office/drawing/2014/main" id="{7B17E717-196B-4E4B-9187-E94F34631EF9}"/>
              </a:ext>
            </a:extLst>
          </p:cNvPr>
          <p:cNvSpPr/>
          <p:nvPr/>
        </p:nvSpPr>
        <p:spPr bwMode="auto">
          <a:xfrm>
            <a:off x="9525" y="1588"/>
            <a:ext cx="9151938" cy="2024062"/>
          </a:xfrm>
          <a:prstGeom prst="rect">
            <a:avLst/>
          </a:prstGeom>
          <a:solidFill>
            <a:schemeClr val="tx1">
              <a:alpha val="50000"/>
            </a:schemeClr>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zh-CN" altLang="en-US" sz="1800" kern="0">
              <a:solidFill>
                <a:prstClr val="white"/>
              </a:solidFill>
              <a:latin typeface="+mn-lt"/>
              <a:ea typeface="+mn-ea"/>
              <a:cs typeface="+mn-ea"/>
              <a:sym typeface="+mn-lt"/>
            </a:endParaRPr>
          </a:p>
        </p:txBody>
      </p:sp>
      <p:sp>
        <p:nvSpPr>
          <p:cNvPr id="7" name="Shape 26">
            <a:extLst>
              <a:ext uri="{FF2B5EF4-FFF2-40B4-BE49-F238E27FC236}">
                <a16:creationId xmlns:a16="http://schemas.microsoft.com/office/drawing/2014/main" id="{F31BB81A-988C-492C-8FF8-BEC84FF99BE4}"/>
              </a:ext>
            </a:extLst>
          </p:cNvPr>
          <p:cNvSpPr/>
          <p:nvPr/>
        </p:nvSpPr>
        <p:spPr>
          <a:xfrm flipH="1">
            <a:off x="-36513" y="774700"/>
            <a:ext cx="9207501" cy="1260475"/>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bg1"/>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
        <p:nvSpPr>
          <p:cNvPr id="13" name="文本框 12">
            <a:extLst>
              <a:ext uri="{FF2B5EF4-FFF2-40B4-BE49-F238E27FC236}">
                <a16:creationId xmlns:a16="http://schemas.microsoft.com/office/drawing/2014/main" id="{8E25EBFC-9B8F-4BD1-B5EB-438D777AE6F6}"/>
              </a:ext>
            </a:extLst>
          </p:cNvPr>
          <p:cNvSpPr txBox="1"/>
          <p:nvPr/>
        </p:nvSpPr>
        <p:spPr>
          <a:xfrm>
            <a:off x="558800" y="331788"/>
            <a:ext cx="2573338" cy="647700"/>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dist"/>
            <a:r>
              <a:rPr lang="zh-CN" altLang="en-US" sz="3600">
                <a:solidFill>
                  <a:schemeClr val="bg1"/>
                </a:solidFill>
                <a:ea typeface="微软雅黑" panose="020B0503020204020204" pitchFamily="34" charset="-122"/>
                <a:sym typeface="+mn-lt"/>
              </a:rPr>
              <a:t>目录导航</a:t>
            </a:r>
          </a:p>
        </p:txBody>
      </p:sp>
      <p:sp>
        <p:nvSpPr>
          <p:cNvPr id="14" name="文本框 13">
            <a:extLst>
              <a:ext uri="{FF2B5EF4-FFF2-40B4-BE49-F238E27FC236}">
                <a16:creationId xmlns:a16="http://schemas.microsoft.com/office/drawing/2014/main" id="{282E8E3C-D1DB-408D-AF3F-A91BFB4AD326}"/>
              </a:ext>
            </a:extLst>
          </p:cNvPr>
          <p:cNvSpPr txBox="1"/>
          <p:nvPr/>
        </p:nvSpPr>
        <p:spPr>
          <a:xfrm>
            <a:off x="2219325" y="2138363"/>
            <a:ext cx="720725" cy="4524375"/>
          </a:xfrm>
          <a:prstGeom prst="rect">
            <a:avLst/>
          </a:prstGeom>
          <a:noFill/>
        </p:spPr>
        <p:txBody>
          <a:bodyPr>
            <a:spAutoFit/>
          </a:bodyPr>
          <a:lstStyle/>
          <a:p>
            <a:pPr>
              <a:lnSpc>
                <a:spcPct val="150000"/>
              </a:lnSpc>
              <a:defRPr/>
            </a:pPr>
            <a:r>
              <a:rPr lang="en-US" altLang="zh-CN" sz="2400" dirty="0">
                <a:latin typeface="+mn-lt"/>
                <a:ea typeface="+mn-ea"/>
                <a:cs typeface="+mn-ea"/>
                <a:sym typeface="+mn-lt"/>
              </a:rPr>
              <a:t>2.1</a:t>
            </a:r>
            <a:endParaRPr lang="zh-CN" altLang="en-US" sz="2400" dirty="0">
              <a:latin typeface="+mn-lt"/>
              <a:ea typeface="+mn-ea"/>
              <a:cs typeface="+mn-ea"/>
              <a:sym typeface="+mn-lt"/>
            </a:endParaRPr>
          </a:p>
          <a:p>
            <a:pPr>
              <a:lnSpc>
                <a:spcPct val="150000"/>
              </a:lnSpc>
              <a:defRPr/>
            </a:pPr>
            <a:r>
              <a:rPr lang="en-US" altLang="zh-CN" sz="2400" dirty="0">
                <a:latin typeface="+mn-lt"/>
                <a:ea typeface="+mn-ea"/>
                <a:cs typeface="+mn-ea"/>
                <a:sym typeface="+mn-lt"/>
              </a:rPr>
              <a:t>2.2</a:t>
            </a:r>
            <a:endParaRPr lang="zh-CN" altLang="en-US" sz="2400" dirty="0">
              <a:latin typeface="+mn-lt"/>
              <a:ea typeface="+mn-ea"/>
              <a:cs typeface="+mn-ea"/>
              <a:sym typeface="+mn-lt"/>
            </a:endParaRPr>
          </a:p>
          <a:p>
            <a:pPr>
              <a:lnSpc>
                <a:spcPct val="150000"/>
              </a:lnSpc>
              <a:defRPr/>
            </a:pPr>
            <a:r>
              <a:rPr lang="en-US" altLang="zh-CN" sz="2400" dirty="0">
                <a:latin typeface="+mn-lt"/>
                <a:ea typeface="+mn-ea"/>
                <a:cs typeface="+mn-ea"/>
                <a:sym typeface="+mn-lt"/>
              </a:rPr>
              <a:t>2.3</a:t>
            </a:r>
            <a:endParaRPr lang="zh-CN" altLang="en-US" sz="2400" dirty="0">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2.4</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solidFill>
                  <a:schemeClr val="bg1"/>
                </a:solidFill>
                <a:latin typeface="+mn-lt"/>
                <a:ea typeface="+mn-ea"/>
                <a:cs typeface="+mn-ea"/>
                <a:sym typeface="+mn-lt"/>
              </a:rPr>
              <a:t>2.5</a:t>
            </a:r>
            <a:endParaRPr lang="zh-CN" altLang="en-US" sz="2400" dirty="0">
              <a:solidFill>
                <a:schemeClr val="bg1"/>
              </a:solidFill>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2.6</a:t>
            </a:r>
          </a:p>
          <a:p>
            <a:pPr>
              <a:lnSpc>
                <a:spcPct val="150000"/>
              </a:lnSpc>
              <a:defRPr/>
            </a:pPr>
            <a:r>
              <a:rPr lang="en-US" altLang="zh-CN" sz="2400" dirty="0">
                <a:solidFill>
                  <a:schemeClr val="tx1">
                    <a:lumMod val="95000"/>
                    <a:lumOff val="5000"/>
                  </a:schemeClr>
                </a:solidFill>
                <a:latin typeface="+mn-lt"/>
                <a:ea typeface="+mn-ea"/>
                <a:cs typeface="+mn-ea"/>
                <a:sym typeface="+mn-lt"/>
              </a:rPr>
              <a:t>2.7</a:t>
            </a:r>
          </a:p>
          <a:p>
            <a:pPr>
              <a:lnSpc>
                <a:spcPct val="150000"/>
              </a:lnSpc>
              <a:defRPr/>
            </a:pPr>
            <a:r>
              <a:rPr lang="en-US" altLang="zh-CN" sz="2400" dirty="0">
                <a:solidFill>
                  <a:schemeClr val="tx1">
                    <a:lumMod val="95000"/>
                    <a:lumOff val="5000"/>
                  </a:schemeClr>
                </a:solidFill>
                <a:latin typeface="+mn-lt"/>
                <a:ea typeface="+mn-ea"/>
                <a:cs typeface="+mn-ea"/>
                <a:sym typeface="+mn-lt"/>
              </a:rPr>
              <a:t>2.8</a:t>
            </a:r>
            <a:endParaRPr lang="zh-CN" altLang="en-US" sz="2400" dirty="0">
              <a:solidFill>
                <a:schemeClr val="tx1">
                  <a:lumMod val="95000"/>
                  <a:lumOff val="5000"/>
                </a:schemeClr>
              </a:solidFill>
              <a:latin typeface="+mn-lt"/>
              <a:ea typeface="+mn-ea"/>
              <a:cs typeface="+mn-ea"/>
              <a:sym typeface="+mn-lt"/>
            </a:endParaRPr>
          </a:p>
        </p:txBody>
      </p:sp>
      <p:sp>
        <p:nvSpPr>
          <p:cNvPr id="15" name="文本框 14">
            <a:extLst>
              <a:ext uri="{FF2B5EF4-FFF2-40B4-BE49-F238E27FC236}">
                <a16:creationId xmlns:a16="http://schemas.microsoft.com/office/drawing/2014/main" id="{D40D80C8-FE73-495E-A99C-DB761BDE1CB1}"/>
              </a:ext>
            </a:extLst>
          </p:cNvPr>
          <p:cNvSpPr txBox="1"/>
          <p:nvPr/>
        </p:nvSpPr>
        <p:spPr>
          <a:xfrm>
            <a:off x="3057525" y="2138363"/>
            <a:ext cx="4129088" cy="4524375"/>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nSpc>
                <a:spcPct val="150000"/>
              </a:lnSpc>
            </a:pPr>
            <a:r>
              <a:rPr lang="zh-CN" altLang="en-US" sz="2400">
                <a:ea typeface="微软雅黑" panose="020B0503020204020204" pitchFamily="34" charset="-122"/>
                <a:sym typeface="+mn-lt"/>
              </a:rPr>
              <a:t>线性表的定义和特点</a:t>
            </a:r>
          </a:p>
          <a:p>
            <a:pPr>
              <a:lnSpc>
                <a:spcPct val="150000"/>
              </a:lnSpc>
            </a:pPr>
            <a:r>
              <a:rPr lang="zh-CN" altLang="en-US" sz="2400">
                <a:ea typeface="微软雅黑" panose="020B0503020204020204" pitchFamily="34" charset="-122"/>
                <a:sym typeface="+mn-lt"/>
              </a:rPr>
              <a:t>案例引入</a:t>
            </a:r>
          </a:p>
          <a:p>
            <a:pPr>
              <a:lnSpc>
                <a:spcPct val="150000"/>
              </a:lnSpc>
            </a:pPr>
            <a:r>
              <a:rPr lang="zh-CN" altLang="en-US" sz="2400">
                <a:ea typeface="微软雅黑" panose="020B0503020204020204" pitchFamily="34" charset="-122"/>
                <a:sym typeface="+mn-lt"/>
              </a:rPr>
              <a:t>线性的类型定义</a:t>
            </a:r>
          </a:p>
          <a:p>
            <a:pPr>
              <a:lnSpc>
                <a:spcPct val="150000"/>
              </a:lnSpc>
            </a:pPr>
            <a:r>
              <a:rPr lang="zh-CN" altLang="en-US" sz="2400">
                <a:ea typeface="微软雅黑" panose="020B0503020204020204" pitchFamily="34" charset="-122"/>
                <a:sym typeface="+mn-lt"/>
              </a:rPr>
              <a:t>线性表的顺序表示和实现</a:t>
            </a:r>
          </a:p>
          <a:p>
            <a:pPr>
              <a:lnSpc>
                <a:spcPct val="150000"/>
              </a:lnSpc>
            </a:pPr>
            <a:r>
              <a:rPr lang="zh-CN" altLang="en-US" sz="2400">
                <a:solidFill>
                  <a:schemeClr val="bg1"/>
                </a:solidFill>
                <a:ea typeface="微软雅黑" panose="020B0503020204020204" pitchFamily="34" charset="-122"/>
                <a:sym typeface="+mn-lt"/>
              </a:rPr>
              <a:t>线性表的链式表示和实现</a:t>
            </a:r>
          </a:p>
          <a:p>
            <a:pPr>
              <a:lnSpc>
                <a:spcPct val="150000"/>
              </a:lnSpc>
            </a:pPr>
            <a:r>
              <a:rPr lang="zh-CN" altLang="en-US" sz="2400">
                <a:ea typeface="微软雅黑" panose="020B0503020204020204" pitchFamily="34" charset="-122"/>
                <a:sym typeface="+mn-lt"/>
              </a:rPr>
              <a:t>顺序表和链表的比较</a:t>
            </a:r>
          </a:p>
          <a:p>
            <a:pPr>
              <a:lnSpc>
                <a:spcPct val="150000"/>
              </a:lnSpc>
            </a:pPr>
            <a:r>
              <a:rPr lang="zh-CN" altLang="en-US" sz="2400">
                <a:ea typeface="微软雅黑" panose="020B0503020204020204" pitchFamily="34" charset="-122"/>
                <a:sym typeface="+mn-lt"/>
              </a:rPr>
              <a:t>线性表的应用</a:t>
            </a:r>
          </a:p>
          <a:p>
            <a:pPr>
              <a:lnSpc>
                <a:spcPct val="150000"/>
              </a:lnSpc>
            </a:pPr>
            <a:r>
              <a:rPr lang="zh-CN" altLang="en-US" sz="2400">
                <a:ea typeface="微软雅黑" panose="020B0503020204020204" pitchFamily="34" charset="-122"/>
                <a:sym typeface="+mn-lt"/>
              </a:rPr>
              <a:t>案例分析与实现</a:t>
            </a:r>
          </a:p>
        </p:txBody>
      </p:sp>
      <p:sp>
        <p:nvSpPr>
          <p:cNvPr id="2" name="矩形 1">
            <a:extLst>
              <a:ext uri="{FF2B5EF4-FFF2-40B4-BE49-F238E27FC236}">
                <a16:creationId xmlns:a16="http://schemas.microsoft.com/office/drawing/2014/main" id="{C9180945-4F76-48A5-9BBE-20453802C3D7}"/>
              </a:ext>
            </a:extLst>
          </p:cNvPr>
          <p:cNvSpPr/>
          <p:nvPr/>
        </p:nvSpPr>
        <p:spPr>
          <a:xfrm>
            <a:off x="3276600" y="457200"/>
            <a:ext cx="1458913" cy="522288"/>
          </a:xfrm>
          <a:prstGeom prst="rect">
            <a:avLst/>
          </a:prstGeom>
        </p:spPr>
        <p:txBody>
          <a:bodyPr wrap="none">
            <a:spAutoFit/>
          </a:bodyPr>
          <a:lstStyle/>
          <a:p>
            <a:pPr>
              <a:defRPr/>
            </a:pPr>
            <a:r>
              <a:rPr lang="zh-CN" altLang="en-US" dirty="0">
                <a:solidFill>
                  <a:schemeClr val="bg1"/>
                </a:solidFill>
                <a:latin typeface="+mn-lt"/>
                <a:ea typeface="+mn-ea"/>
                <a:cs typeface="+mn-ea"/>
                <a:sym typeface="+mn-lt"/>
              </a:rPr>
              <a:t>Contents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4">
            <a:extLst>
              <a:ext uri="{FF2B5EF4-FFF2-40B4-BE49-F238E27FC236}">
                <a16:creationId xmlns:a16="http://schemas.microsoft.com/office/drawing/2014/main" id="{17A6CA5E-F4EB-4154-86EC-E811E83B5DBC}"/>
              </a:ext>
            </a:extLst>
          </p:cNvPr>
          <p:cNvSpPr>
            <a:spLocks noChangeArrowheads="1"/>
          </p:cNvSpPr>
          <p:nvPr/>
        </p:nvSpPr>
        <p:spPr bwMode="auto">
          <a:xfrm>
            <a:off x="836613" y="166688"/>
            <a:ext cx="785018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线性表的链式表示和实现</a:t>
            </a:r>
          </a:p>
        </p:txBody>
      </p:sp>
      <p:sp>
        <p:nvSpPr>
          <p:cNvPr id="377876" name="Rectangle 20">
            <a:extLst>
              <a:ext uri="{FF2B5EF4-FFF2-40B4-BE49-F238E27FC236}">
                <a16:creationId xmlns:a16="http://schemas.microsoft.com/office/drawing/2014/main" id="{5BD8A36E-B885-4B81-890D-0BF3EDC3EFC2}"/>
              </a:ext>
            </a:extLst>
          </p:cNvPr>
          <p:cNvSpPr>
            <a:spLocks noChangeArrowheads="1"/>
          </p:cNvSpPr>
          <p:nvPr/>
        </p:nvSpPr>
        <p:spPr bwMode="auto">
          <a:xfrm>
            <a:off x="484188" y="1484313"/>
            <a:ext cx="4176712" cy="2278062"/>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sz="2800">
                <a:solidFill>
                  <a:schemeClr val="accent2"/>
                </a:solidFill>
                <a:sym typeface="+mn-lt"/>
              </a:rPr>
              <a:t>链式存储结构</a:t>
            </a:r>
          </a:p>
          <a:p>
            <a:pPr eaLnBrk="1" hangingPunct="1">
              <a:spcBef>
                <a:spcPct val="50000"/>
              </a:spcBef>
            </a:pPr>
            <a:r>
              <a:rPr lang="zh-CN" altLang="en-US">
                <a:sym typeface="+mn-lt"/>
              </a:rPr>
              <a:t>结点在存储器中的位置是</a:t>
            </a:r>
            <a:r>
              <a:rPr lang="zh-CN" altLang="en-US" u="sng">
                <a:solidFill>
                  <a:srgbClr val="FF0000"/>
                </a:solidFill>
                <a:sym typeface="+mn-lt"/>
              </a:rPr>
              <a:t>任意</a:t>
            </a:r>
            <a:r>
              <a:rPr lang="zh-CN" altLang="en-US">
                <a:sym typeface="+mn-lt"/>
              </a:rPr>
              <a:t>的，即</a:t>
            </a:r>
            <a:r>
              <a:rPr lang="zh-CN" altLang="en-US" u="sng">
                <a:solidFill>
                  <a:srgbClr val="FF0000"/>
                </a:solidFill>
                <a:sym typeface="+mn-lt"/>
              </a:rPr>
              <a:t>逻辑上相邻的数据元素在物理上不一定相邻</a:t>
            </a:r>
          </a:p>
        </p:txBody>
      </p:sp>
      <p:sp>
        <p:nvSpPr>
          <p:cNvPr id="75782" name="Rectangle 24">
            <a:extLst>
              <a:ext uri="{FF2B5EF4-FFF2-40B4-BE49-F238E27FC236}">
                <a16:creationId xmlns:a16="http://schemas.microsoft.com/office/drawing/2014/main" id="{7898E41E-8581-41F2-92E0-47CA6D476DA7}"/>
              </a:ext>
            </a:extLst>
          </p:cNvPr>
          <p:cNvSpPr>
            <a:spLocks noChangeArrowheads="1"/>
          </p:cNvSpPr>
          <p:nvPr/>
        </p:nvSpPr>
        <p:spPr bwMode="auto">
          <a:xfrm>
            <a:off x="500063" y="4464050"/>
            <a:ext cx="8435975" cy="525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a:sym typeface="+mn-lt"/>
              </a:rPr>
              <a:t>线性表的链式表示又称为</a:t>
            </a:r>
            <a:r>
              <a:rPr lang="zh-CN" altLang="en-US">
                <a:solidFill>
                  <a:srgbClr val="FF0000"/>
                </a:solidFill>
                <a:sym typeface="+mn-lt"/>
              </a:rPr>
              <a:t>非顺序映像</a:t>
            </a:r>
            <a:r>
              <a:rPr lang="zh-CN" altLang="en-US">
                <a:sym typeface="+mn-lt"/>
              </a:rPr>
              <a:t>或</a:t>
            </a:r>
            <a:r>
              <a:rPr lang="zh-CN" altLang="en-US">
                <a:solidFill>
                  <a:srgbClr val="FF0000"/>
                </a:solidFill>
                <a:sym typeface="+mn-lt"/>
              </a:rPr>
              <a:t>链式映像</a:t>
            </a:r>
            <a:r>
              <a:rPr lang="zh-CN" altLang="en-US">
                <a:sym typeface="+mn-lt"/>
              </a:rPr>
              <a:t>。</a:t>
            </a:r>
          </a:p>
        </p:txBody>
      </p:sp>
      <p:grpSp>
        <p:nvGrpSpPr>
          <p:cNvPr id="2" name="组合 1">
            <a:extLst>
              <a:ext uri="{FF2B5EF4-FFF2-40B4-BE49-F238E27FC236}">
                <a16:creationId xmlns:a16="http://schemas.microsoft.com/office/drawing/2014/main" id="{BB656FCD-5517-4069-84C3-900DFCEDE824}"/>
              </a:ext>
            </a:extLst>
          </p:cNvPr>
          <p:cNvGrpSpPr/>
          <p:nvPr/>
        </p:nvGrpSpPr>
        <p:grpSpPr>
          <a:xfrm>
            <a:off x="5372714" y="1855793"/>
            <a:ext cx="2859641" cy="1759359"/>
            <a:chOff x="4355193" y="1865313"/>
            <a:chExt cx="7044229" cy="4333876"/>
          </a:xfrm>
          <a:solidFill>
            <a:schemeClr val="bg2">
              <a:lumMod val="20000"/>
              <a:lumOff val="80000"/>
            </a:schemeClr>
          </a:solidFill>
        </p:grpSpPr>
        <p:sp>
          <p:nvSpPr>
            <p:cNvPr id="7" name="Freeform 5">
              <a:extLst>
                <a:ext uri="{FF2B5EF4-FFF2-40B4-BE49-F238E27FC236}">
                  <a16:creationId xmlns:a16="http://schemas.microsoft.com/office/drawing/2014/main" id="{3BF7B253-5F85-4418-BD34-0740000920A6}"/>
                </a:ext>
              </a:extLst>
            </p:cNvPr>
            <p:cNvSpPr>
              <a:spLocks/>
            </p:cNvSpPr>
            <p:nvPr/>
          </p:nvSpPr>
          <p:spPr bwMode="auto">
            <a:xfrm>
              <a:off x="4355193" y="1865313"/>
              <a:ext cx="2087061" cy="4318000"/>
            </a:xfrm>
            <a:custGeom>
              <a:avLst/>
              <a:gdLst>
                <a:gd name="T0" fmla="*/ 113 w 131"/>
                <a:gd name="T1" fmla="*/ 246 h 270"/>
                <a:gd name="T2" fmla="*/ 105 w 131"/>
                <a:gd name="T3" fmla="*/ 246 h 270"/>
                <a:gd name="T4" fmla="*/ 105 w 131"/>
                <a:gd name="T5" fmla="*/ 246 h 270"/>
                <a:gd name="T6" fmla="*/ 105 w 131"/>
                <a:gd name="T7" fmla="*/ 17 h 270"/>
                <a:gd name="T8" fmla="*/ 87 w 131"/>
                <a:gd name="T9" fmla="*/ 0 h 270"/>
                <a:gd name="T10" fmla="*/ 43 w 131"/>
                <a:gd name="T11" fmla="*/ 0 h 270"/>
                <a:gd name="T12" fmla="*/ 26 w 131"/>
                <a:gd name="T13" fmla="*/ 17 h 270"/>
                <a:gd name="T14" fmla="*/ 26 w 131"/>
                <a:gd name="T15" fmla="*/ 246 h 270"/>
                <a:gd name="T16" fmla="*/ 26 w 131"/>
                <a:gd name="T17" fmla="*/ 246 h 270"/>
                <a:gd name="T18" fmla="*/ 17 w 131"/>
                <a:gd name="T19" fmla="*/ 246 h 270"/>
                <a:gd name="T20" fmla="*/ 0 w 131"/>
                <a:gd name="T21" fmla="*/ 264 h 270"/>
                <a:gd name="T22" fmla="*/ 0 w 131"/>
                <a:gd name="T23" fmla="*/ 270 h 270"/>
                <a:gd name="T24" fmla="*/ 131 w 131"/>
                <a:gd name="T25" fmla="*/ 270 h 270"/>
                <a:gd name="T26" fmla="*/ 131 w 131"/>
                <a:gd name="T27" fmla="*/ 264 h 270"/>
                <a:gd name="T28" fmla="*/ 113 w 131"/>
                <a:gd name="T29" fmla="*/ 246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1" h="270">
                  <a:moveTo>
                    <a:pt x="113" y="246"/>
                  </a:moveTo>
                  <a:cubicBezTo>
                    <a:pt x="105" y="246"/>
                    <a:pt x="105" y="246"/>
                    <a:pt x="105" y="246"/>
                  </a:cubicBezTo>
                  <a:cubicBezTo>
                    <a:pt x="105" y="246"/>
                    <a:pt x="105" y="246"/>
                    <a:pt x="105" y="246"/>
                  </a:cubicBezTo>
                  <a:cubicBezTo>
                    <a:pt x="105" y="17"/>
                    <a:pt x="105" y="17"/>
                    <a:pt x="105" y="17"/>
                  </a:cubicBezTo>
                  <a:cubicBezTo>
                    <a:pt x="105" y="8"/>
                    <a:pt x="97" y="0"/>
                    <a:pt x="87" y="0"/>
                  </a:cubicBezTo>
                  <a:cubicBezTo>
                    <a:pt x="43" y="0"/>
                    <a:pt x="43" y="0"/>
                    <a:pt x="43" y="0"/>
                  </a:cubicBezTo>
                  <a:cubicBezTo>
                    <a:pt x="34" y="0"/>
                    <a:pt x="26" y="8"/>
                    <a:pt x="26" y="17"/>
                  </a:cubicBezTo>
                  <a:cubicBezTo>
                    <a:pt x="26" y="246"/>
                    <a:pt x="26" y="246"/>
                    <a:pt x="26" y="246"/>
                  </a:cubicBezTo>
                  <a:cubicBezTo>
                    <a:pt x="26" y="246"/>
                    <a:pt x="26" y="246"/>
                    <a:pt x="26" y="246"/>
                  </a:cubicBezTo>
                  <a:cubicBezTo>
                    <a:pt x="17" y="246"/>
                    <a:pt x="17" y="246"/>
                    <a:pt x="17" y="246"/>
                  </a:cubicBezTo>
                  <a:cubicBezTo>
                    <a:pt x="8" y="246"/>
                    <a:pt x="0" y="254"/>
                    <a:pt x="0" y="264"/>
                  </a:cubicBezTo>
                  <a:cubicBezTo>
                    <a:pt x="0" y="270"/>
                    <a:pt x="0" y="270"/>
                    <a:pt x="0" y="270"/>
                  </a:cubicBezTo>
                  <a:cubicBezTo>
                    <a:pt x="131" y="270"/>
                    <a:pt x="131" y="270"/>
                    <a:pt x="131" y="270"/>
                  </a:cubicBezTo>
                  <a:cubicBezTo>
                    <a:pt x="131" y="264"/>
                    <a:pt x="131" y="264"/>
                    <a:pt x="131" y="264"/>
                  </a:cubicBezTo>
                  <a:cubicBezTo>
                    <a:pt x="131" y="254"/>
                    <a:pt x="123" y="246"/>
                    <a:pt x="113" y="246"/>
                  </a:cubicBezTo>
                  <a:close/>
                </a:path>
              </a:pathLst>
            </a:custGeom>
            <a:grpFill/>
            <a:ln>
              <a:noFill/>
            </a:ln>
          </p:spPr>
          <p:txBody>
            <a:bodyPr/>
            <a:lstStyle/>
            <a:p>
              <a:pPr>
                <a:defRPr/>
              </a:pPr>
              <a:endParaRPr lang="zh-CN" altLang="en-US"/>
            </a:p>
          </p:txBody>
        </p:sp>
        <p:sp>
          <p:nvSpPr>
            <p:cNvPr id="8" name="Freeform 7">
              <a:extLst>
                <a:ext uri="{FF2B5EF4-FFF2-40B4-BE49-F238E27FC236}">
                  <a16:creationId xmlns:a16="http://schemas.microsoft.com/office/drawing/2014/main" id="{D5211C52-8BC3-4E0A-B059-5DD1C5802CD4}"/>
                </a:ext>
              </a:extLst>
            </p:cNvPr>
            <p:cNvSpPr>
              <a:spLocks/>
            </p:cNvSpPr>
            <p:nvPr/>
          </p:nvSpPr>
          <p:spPr bwMode="auto">
            <a:xfrm>
              <a:off x="5533731" y="2136776"/>
              <a:ext cx="15883" cy="15875"/>
            </a:xfrm>
            <a:custGeom>
              <a:avLst/>
              <a:gdLst>
                <a:gd name="T0" fmla="*/ 0 w 1"/>
                <a:gd name="T1" fmla="*/ 1 h 1"/>
                <a:gd name="T2" fmla="*/ 1 w 1"/>
                <a:gd name="T3" fmla="*/ 1 h 1"/>
                <a:gd name="T4" fmla="*/ 0 w 1"/>
                <a:gd name="T5" fmla="*/ 1 h 1"/>
              </a:gdLst>
              <a:ahLst/>
              <a:cxnLst>
                <a:cxn ang="0">
                  <a:pos x="T0" y="T1"/>
                </a:cxn>
                <a:cxn ang="0">
                  <a:pos x="T2" y="T3"/>
                </a:cxn>
                <a:cxn ang="0">
                  <a:pos x="T4" y="T5"/>
                </a:cxn>
              </a:cxnLst>
              <a:rect l="0" t="0" r="r" b="b"/>
              <a:pathLst>
                <a:path w="1" h="1">
                  <a:moveTo>
                    <a:pt x="0" y="1"/>
                  </a:moveTo>
                  <a:cubicBezTo>
                    <a:pt x="1" y="1"/>
                    <a:pt x="1" y="1"/>
                    <a:pt x="1" y="1"/>
                  </a:cubicBezTo>
                  <a:cubicBezTo>
                    <a:pt x="1" y="0"/>
                    <a:pt x="0" y="1"/>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9" name="Freeform 9">
              <a:extLst>
                <a:ext uri="{FF2B5EF4-FFF2-40B4-BE49-F238E27FC236}">
                  <a16:creationId xmlns:a16="http://schemas.microsoft.com/office/drawing/2014/main" id="{34C4A583-1670-495F-9683-C2CD1BB1354B}"/>
                </a:ext>
              </a:extLst>
            </p:cNvPr>
            <p:cNvSpPr>
              <a:spLocks/>
            </p:cNvSpPr>
            <p:nvPr/>
          </p:nvSpPr>
          <p:spPr bwMode="auto">
            <a:xfrm>
              <a:off x="6840925" y="2713039"/>
              <a:ext cx="2087061" cy="3470275"/>
            </a:xfrm>
            <a:custGeom>
              <a:avLst/>
              <a:gdLst>
                <a:gd name="T0" fmla="*/ 113 w 131"/>
                <a:gd name="T1" fmla="*/ 193 h 217"/>
                <a:gd name="T2" fmla="*/ 105 w 131"/>
                <a:gd name="T3" fmla="*/ 193 h 217"/>
                <a:gd name="T4" fmla="*/ 105 w 131"/>
                <a:gd name="T5" fmla="*/ 17 h 217"/>
                <a:gd name="T6" fmla="*/ 88 w 131"/>
                <a:gd name="T7" fmla="*/ 0 h 217"/>
                <a:gd name="T8" fmla="*/ 44 w 131"/>
                <a:gd name="T9" fmla="*/ 0 h 217"/>
                <a:gd name="T10" fmla="*/ 26 w 131"/>
                <a:gd name="T11" fmla="*/ 17 h 217"/>
                <a:gd name="T12" fmla="*/ 26 w 131"/>
                <a:gd name="T13" fmla="*/ 193 h 217"/>
                <a:gd name="T14" fmla="*/ 17 w 131"/>
                <a:gd name="T15" fmla="*/ 193 h 217"/>
                <a:gd name="T16" fmla="*/ 0 w 131"/>
                <a:gd name="T17" fmla="*/ 211 h 217"/>
                <a:gd name="T18" fmla="*/ 0 w 131"/>
                <a:gd name="T19" fmla="*/ 217 h 217"/>
                <a:gd name="T20" fmla="*/ 131 w 131"/>
                <a:gd name="T21" fmla="*/ 217 h 217"/>
                <a:gd name="T22" fmla="*/ 131 w 131"/>
                <a:gd name="T23" fmla="*/ 211 h 217"/>
                <a:gd name="T24" fmla="*/ 113 w 131"/>
                <a:gd name="T25" fmla="*/ 193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1" h="217">
                  <a:moveTo>
                    <a:pt x="113" y="193"/>
                  </a:moveTo>
                  <a:cubicBezTo>
                    <a:pt x="105" y="193"/>
                    <a:pt x="105" y="193"/>
                    <a:pt x="105" y="193"/>
                  </a:cubicBezTo>
                  <a:cubicBezTo>
                    <a:pt x="105" y="17"/>
                    <a:pt x="105" y="17"/>
                    <a:pt x="105" y="17"/>
                  </a:cubicBezTo>
                  <a:cubicBezTo>
                    <a:pt x="105" y="8"/>
                    <a:pt x="98" y="0"/>
                    <a:pt x="88" y="0"/>
                  </a:cubicBezTo>
                  <a:cubicBezTo>
                    <a:pt x="44" y="0"/>
                    <a:pt x="44" y="0"/>
                    <a:pt x="44" y="0"/>
                  </a:cubicBezTo>
                  <a:cubicBezTo>
                    <a:pt x="34" y="0"/>
                    <a:pt x="26" y="8"/>
                    <a:pt x="26" y="17"/>
                  </a:cubicBezTo>
                  <a:cubicBezTo>
                    <a:pt x="26" y="193"/>
                    <a:pt x="26" y="193"/>
                    <a:pt x="26" y="193"/>
                  </a:cubicBezTo>
                  <a:cubicBezTo>
                    <a:pt x="17" y="193"/>
                    <a:pt x="17" y="193"/>
                    <a:pt x="17" y="193"/>
                  </a:cubicBezTo>
                  <a:cubicBezTo>
                    <a:pt x="8" y="193"/>
                    <a:pt x="0" y="201"/>
                    <a:pt x="0" y="211"/>
                  </a:cubicBezTo>
                  <a:cubicBezTo>
                    <a:pt x="0" y="217"/>
                    <a:pt x="0" y="217"/>
                    <a:pt x="0" y="217"/>
                  </a:cubicBezTo>
                  <a:cubicBezTo>
                    <a:pt x="131" y="217"/>
                    <a:pt x="131" y="217"/>
                    <a:pt x="131" y="217"/>
                  </a:cubicBezTo>
                  <a:cubicBezTo>
                    <a:pt x="131" y="211"/>
                    <a:pt x="131" y="211"/>
                    <a:pt x="131" y="211"/>
                  </a:cubicBezTo>
                  <a:cubicBezTo>
                    <a:pt x="131" y="201"/>
                    <a:pt x="123" y="193"/>
                    <a:pt x="113" y="193"/>
                  </a:cubicBezTo>
                  <a:close/>
                </a:path>
              </a:pathLst>
            </a:custGeom>
            <a:grpFill/>
            <a:ln>
              <a:noFill/>
            </a:ln>
          </p:spPr>
          <p:txBody>
            <a:bodyPr/>
            <a:lstStyle/>
            <a:p>
              <a:pPr>
                <a:defRPr/>
              </a:pPr>
              <a:endParaRPr lang="zh-CN" altLang="en-US"/>
            </a:p>
          </p:txBody>
        </p:sp>
        <p:sp>
          <p:nvSpPr>
            <p:cNvPr id="10" name="Oval 10">
              <a:extLst>
                <a:ext uri="{FF2B5EF4-FFF2-40B4-BE49-F238E27FC236}">
                  <a16:creationId xmlns:a16="http://schemas.microsoft.com/office/drawing/2014/main" id="{339143ED-C6AC-4765-934E-F0DDEF3DEA92}"/>
                </a:ext>
              </a:extLst>
            </p:cNvPr>
            <p:cNvSpPr>
              <a:spLocks noChangeArrowheads="1"/>
            </p:cNvSpPr>
            <p:nvPr/>
          </p:nvSpPr>
          <p:spPr bwMode="auto">
            <a:xfrm>
              <a:off x="7797097" y="2824163"/>
              <a:ext cx="190599" cy="1920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1" name="Freeform 11">
              <a:extLst>
                <a:ext uri="{FF2B5EF4-FFF2-40B4-BE49-F238E27FC236}">
                  <a16:creationId xmlns:a16="http://schemas.microsoft.com/office/drawing/2014/main" id="{A338E8B2-1FC8-4B52-B0BB-1872A47786A3}"/>
                </a:ext>
              </a:extLst>
            </p:cNvPr>
            <p:cNvSpPr>
              <a:spLocks/>
            </p:cNvSpPr>
            <p:nvPr/>
          </p:nvSpPr>
          <p:spPr bwMode="auto">
            <a:xfrm>
              <a:off x="8035346" y="3032125"/>
              <a:ext cx="17472" cy="0"/>
            </a:xfrm>
            <a:custGeom>
              <a:avLst/>
              <a:gdLst>
                <a:gd name="T0" fmla="*/ 0 w 1"/>
                <a:gd name="T1" fmla="*/ 1 w 1"/>
                <a:gd name="T2" fmla="*/ 0 w 1"/>
              </a:gdLst>
              <a:ahLst/>
              <a:cxnLst>
                <a:cxn ang="0">
                  <a:pos x="T0" y="0"/>
                </a:cxn>
                <a:cxn ang="0">
                  <a:pos x="T1" y="0"/>
                </a:cxn>
                <a:cxn ang="0">
                  <a:pos x="T2" y="0"/>
                </a:cxn>
              </a:cxnLst>
              <a:rect l="0" t="0" r="r" b="b"/>
              <a:pathLst>
                <a:path w="1">
                  <a:moveTo>
                    <a:pt x="0" y="0"/>
                  </a:moveTo>
                  <a:cubicBezTo>
                    <a:pt x="1" y="0"/>
                    <a:pt x="1" y="0"/>
                    <a:pt x="1" y="0"/>
                  </a:cubicBezTo>
                  <a:cubicBezTo>
                    <a:pt x="0" y="0"/>
                    <a:pt x="0"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2" name="Freeform 12">
              <a:extLst>
                <a:ext uri="{FF2B5EF4-FFF2-40B4-BE49-F238E27FC236}">
                  <a16:creationId xmlns:a16="http://schemas.microsoft.com/office/drawing/2014/main" id="{26975531-DAFE-4018-8B81-8FAD20721C5B}"/>
                </a:ext>
              </a:extLst>
            </p:cNvPr>
            <p:cNvSpPr>
              <a:spLocks/>
            </p:cNvSpPr>
            <p:nvPr/>
          </p:nvSpPr>
          <p:spPr bwMode="auto">
            <a:xfrm>
              <a:off x="7638265" y="3032125"/>
              <a:ext cx="493970" cy="927100"/>
            </a:xfrm>
            <a:custGeom>
              <a:avLst/>
              <a:gdLst>
                <a:gd name="T0" fmla="*/ 31 w 31"/>
                <a:gd name="T1" fmla="*/ 2 h 58"/>
                <a:gd name="T2" fmla="*/ 27 w 31"/>
                <a:gd name="T3" fmla="*/ 0 h 58"/>
                <a:gd name="T4" fmla="*/ 26 w 31"/>
                <a:gd name="T5" fmla="*/ 0 h 58"/>
                <a:gd name="T6" fmla="*/ 25 w 31"/>
                <a:gd name="T7" fmla="*/ 0 h 58"/>
                <a:gd name="T8" fmla="*/ 25 w 31"/>
                <a:gd name="T9" fmla="*/ 0 h 58"/>
                <a:gd name="T10" fmla="*/ 23 w 31"/>
                <a:gd name="T11" fmla="*/ 0 h 58"/>
                <a:gd name="T12" fmla="*/ 7 w 31"/>
                <a:gd name="T13" fmla="*/ 0 h 58"/>
                <a:gd name="T14" fmla="*/ 7 w 31"/>
                <a:gd name="T15" fmla="*/ 0 h 58"/>
                <a:gd name="T16" fmla="*/ 7 w 31"/>
                <a:gd name="T17" fmla="*/ 0 h 58"/>
                <a:gd name="T18" fmla="*/ 7 w 31"/>
                <a:gd name="T19" fmla="*/ 0 h 58"/>
                <a:gd name="T20" fmla="*/ 4 w 31"/>
                <a:gd name="T21" fmla="*/ 0 h 58"/>
                <a:gd name="T22" fmla="*/ 0 w 31"/>
                <a:gd name="T23" fmla="*/ 5 h 58"/>
                <a:gd name="T24" fmla="*/ 0 w 31"/>
                <a:gd name="T25" fmla="*/ 5 h 58"/>
                <a:gd name="T26" fmla="*/ 0 w 31"/>
                <a:gd name="T27" fmla="*/ 5 h 58"/>
                <a:gd name="T28" fmla="*/ 0 w 31"/>
                <a:gd name="T29" fmla="*/ 23 h 58"/>
                <a:gd name="T30" fmla="*/ 3 w 31"/>
                <a:gd name="T31" fmla="*/ 26 h 58"/>
                <a:gd name="T32" fmla="*/ 6 w 31"/>
                <a:gd name="T33" fmla="*/ 23 h 58"/>
                <a:gd name="T34" fmla="*/ 6 w 31"/>
                <a:gd name="T35" fmla="*/ 6 h 58"/>
                <a:gd name="T36" fmla="*/ 7 w 31"/>
                <a:gd name="T37" fmla="*/ 6 h 58"/>
                <a:gd name="T38" fmla="*/ 7 w 31"/>
                <a:gd name="T39" fmla="*/ 29 h 58"/>
                <a:gd name="T40" fmla="*/ 7 w 31"/>
                <a:gd name="T41" fmla="*/ 29 h 58"/>
                <a:gd name="T42" fmla="*/ 7 w 31"/>
                <a:gd name="T43" fmla="*/ 29 h 58"/>
                <a:gd name="T44" fmla="*/ 7 w 31"/>
                <a:gd name="T45" fmla="*/ 54 h 58"/>
                <a:gd name="T46" fmla="*/ 10 w 31"/>
                <a:gd name="T47" fmla="*/ 58 h 58"/>
                <a:gd name="T48" fmla="*/ 14 w 31"/>
                <a:gd name="T49" fmla="*/ 54 h 58"/>
                <a:gd name="T50" fmla="*/ 14 w 31"/>
                <a:gd name="T51" fmla="*/ 29 h 58"/>
                <a:gd name="T52" fmla="*/ 14 w 31"/>
                <a:gd name="T53" fmla="*/ 29 h 58"/>
                <a:gd name="T54" fmla="*/ 14 w 31"/>
                <a:gd name="T55" fmla="*/ 29 h 58"/>
                <a:gd name="T56" fmla="*/ 14 w 31"/>
                <a:gd name="T57" fmla="*/ 29 h 58"/>
                <a:gd name="T58" fmla="*/ 16 w 31"/>
                <a:gd name="T59" fmla="*/ 27 h 58"/>
                <a:gd name="T60" fmla="*/ 18 w 31"/>
                <a:gd name="T61" fmla="*/ 29 h 58"/>
                <a:gd name="T62" fmla="*/ 18 w 31"/>
                <a:gd name="T63" fmla="*/ 29 h 58"/>
                <a:gd name="T64" fmla="*/ 18 w 31"/>
                <a:gd name="T65" fmla="*/ 29 h 58"/>
                <a:gd name="T66" fmla="*/ 18 w 31"/>
                <a:gd name="T67" fmla="*/ 29 h 58"/>
                <a:gd name="T68" fmla="*/ 18 w 31"/>
                <a:gd name="T69" fmla="*/ 54 h 58"/>
                <a:gd name="T70" fmla="*/ 21 w 31"/>
                <a:gd name="T71" fmla="*/ 58 h 58"/>
                <a:gd name="T72" fmla="*/ 25 w 31"/>
                <a:gd name="T73" fmla="*/ 54 h 58"/>
                <a:gd name="T74" fmla="*/ 25 w 31"/>
                <a:gd name="T75" fmla="*/ 29 h 58"/>
                <a:gd name="T76" fmla="*/ 25 w 31"/>
                <a:gd name="T77" fmla="*/ 29 h 58"/>
                <a:gd name="T78" fmla="*/ 25 w 31"/>
                <a:gd name="T79" fmla="*/ 29 h 58"/>
                <a:gd name="T80" fmla="*/ 25 w 31"/>
                <a:gd name="T81" fmla="*/ 6 h 58"/>
                <a:gd name="T82" fmla="*/ 26 w 31"/>
                <a:gd name="T83" fmla="*/ 6 h 58"/>
                <a:gd name="T84" fmla="*/ 26 w 31"/>
                <a:gd name="T85" fmla="*/ 23 h 58"/>
                <a:gd name="T86" fmla="*/ 28 w 31"/>
                <a:gd name="T87" fmla="*/ 26 h 58"/>
                <a:gd name="T88" fmla="*/ 31 w 31"/>
                <a:gd name="T89" fmla="*/ 23 h 58"/>
                <a:gd name="T90" fmla="*/ 31 w 31"/>
                <a:gd name="T91" fmla="*/ 5 h 58"/>
                <a:gd name="T92" fmla="*/ 31 w 31"/>
                <a:gd name="T93" fmla="*/ 2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 h="58">
                  <a:moveTo>
                    <a:pt x="31" y="2"/>
                  </a:moveTo>
                  <a:cubicBezTo>
                    <a:pt x="30" y="1"/>
                    <a:pt x="29" y="1"/>
                    <a:pt x="27" y="0"/>
                  </a:cubicBezTo>
                  <a:cubicBezTo>
                    <a:pt x="27" y="0"/>
                    <a:pt x="26" y="0"/>
                    <a:pt x="26" y="0"/>
                  </a:cubicBezTo>
                  <a:cubicBezTo>
                    <a:pt x="25" y="0"/>
                    <a:pt x="25" y="0"/>
                    <a:pt x="25" y="0"/>
                  </a:cubicBezTo>
                  <a:cubicBezTo>
                    <a:pt x="25" y="0"/>
                    <a:pt x="25" y="0"/>
                    <a:pt x="25" y="0"/>
                  </a:cubicBezTo>
                  <a:cubicBezTo>
                    <a:pt x="23" y="0"/>
                    <a:pt x="23" y="0"/>
                    <a:pt x="23" y="0"/>
                  </a:cubicBezTo>
                  <a:cubicBezTo>
                    <a:pt x="7" y="0"/>
                    <a:pt x="7" y="0"/>
                    <a:pt x="7" y="0"/>
                  </a:cubicBezTo>
                  <a:cubicBezTo>
                    <a:pt x="7" y="0"/>
                    <a:pt x="7" y="0"/>
                    <a:pt x="7" y="0"/>
                  </a:cubicBezTo>
                  <a:cubicBezTo>
                    <a:pt x="7" y="0"/>
                    <a:pt x="7" y="0"/>
                    <a:pt x="7" y="0"/>
                  </a:cubicBezTo>
                  <a:cubicBezTo>
                    <a:pt x="7" y="0"/>
                    <a:pt x="7" y="0"/>
                    <a:pt x="7" y="0"/>
                  </a:cubicBezTo>
                  <a:cubicBezTo>
                    <a:pt x="6" y="0"/>
                    <a:pt x="5" y="0"/>
                    <a:pt x="4" y="0"/>
                  </a:cubicBezTo>
                  <a:cubicBezTo>
                    <a:pt x="3" y="1"/>
                    <a:pt x="0" y="2"/>
                    <a:pt x="0" y="5"/>
                  </a:cubicBezTo>
                  <a:cubicBezTo>
                    <a:pt x="0" y="5"/>
                    <a:pt x="0" y="5"/>
                    <a:pt x="0" y="5"/>
                  </a:cubicBezTo>
                  <a:cubicBezTo>
                    <a:pt x="0" y="5"/>
                    <a:pt x="0" y="5"/>
                    <a:pt x="0" y="5"/>
                  </a:cubicBezTo>
                  <a:cubicBezTo>
                    <a:pt x="0" y="23"/>
                    <a:pt x="0" y="23"/>
                    <a:pt x="0" y="23"/>
                  </a:cubicBezTo>
                  <a:cubicBezTo>
                    <a:pt x="0" y="25"/>
                    <a:pt x="2" y="26"/>
                    <a:pt x="3" y="26"/>
                  </a:cubicBezTo>
                  <a:cubicBezTo>
                    <a:pt x="5" y="26"/>
                    <a:pt x="6" y="25"/>
                    <a:pt x="6" y="23"/>
                  </a:cubicBezTo>
                  <a:cubicBezTo>
                    <a:pt x="6" y="6"/>
                    <a:pt x="6" y="6"/>
                    <a:pt x="6" y="6"/>
                  </a:cubicBezTo>
                  <a:cubicBezTo>
                    <a:pt x="7" y="6"/>
                    <a:pt x="7" y="6"/>
                    <a:pt x="7" y="6"/>
                  </a:cubicBezTo>
                  <a:cubicBezTo>
                    <a:pt x="7" y="29"/>
                    <a:pt x="7" y="29"/>
                    <a:pt x="7" y="29"/>
                  </a:cubicBezTo>
                  <a:cubicBezTo>
                    <a:pt x="7" y="29"/>
                    <a:pt x="7" y="29"/>
                    <a:pt x="7" y="29"/>
                  </a:cubicBezTo>
                  <a:cubicBezTo>
                    <a:pt x="7" y="29"/>
                    <a:pt x="7" y="29"/>
                    <a:pt x="7" y="29"/>
                  </a:cubicBezTo>
                  <a:cubicBezTo>
                    <a:pt x="7" y="54"/>
                    <a:pt x="7" y="54"/>
                    <a:pt x="7" y="54"/>
                  </a:cubicBezTo>
                  <a:cubicBezTo>
                    <a:pt x="7" y="56"/>
                    <a:pt x="8" y="58"/>
                    <a:pt x="10" y="58"/>
                  </a:cubicBezTo>
                  <a:cubicBezTo>
                    <a:pt x="12" y="58"/>
                    <a:pt x="14" y="56"/>
                    <a:pt x="14" y="54"/>
                  </a:cubicBezTo>
                  <a:cubicBezTo>
                    <a:pt x="14" y="29"/>
                    <a:pt x="14" y="29"/>
                    <a:pt x="14" y="29"/>
                  </a:cubicBezTo>
                  <a:cubicBezTo>
                    <a:pt x="14" y="29"/>
                    <a:pt x="14" y="29"/>
                    <a:pt x="14" y="29"/>
                  </a:cubicBezTo>
                  <a:cubicBezTo>
                    <a:pt x="14" y="29"/>
                    <a:pt x="14" y="29"/>
                    <a:pt x="14" y="29"/>
                  </a:cubicBezTo>
                  <a:cubicBezTo>
                    <a:pt x="14" y="29"/>
                    <a:pt x="14" y="29"/>
                    <a:pt x="14" y="29"/>
                  </a:cubicBezTo>
                  <a:cubicBezTo>
                    <a:pt x="14" y="28"/>
                    <a:pt x="15" y="27"/>
                    <a:pt x="16" y="27"/>
                  </a:cubicBezTo>
                  <a:cubicBezTo>
                    <a:pt x="17" y="27"/>
                    <a:pt x="18" y="28"/>
                    <a:pt x="18" y="29"/>
                  </a:cubicBezTo>
                  <a:cubicBezTo>
                    <a:pt x="18" y="29"/>
                    <a:pt x="18" y="29"/>
                    <a:pt x="18" y="29"/>
                  </a:cubicBezTo>
                  <a:cubicBezTo>
                    <a:pt x="18" y="29"/>
                    <a:pt x="18" y="29"/>
                    <a:pt x="18" y="29"/>
                  </a:cubicBezTo>
                  <a:cubicBezTo>
                    <a:pt x="18" y="29"/>
                    <a:pt x="18" y="29"/>
                    <a:pt x="18" y="29"/>
                  </a:cubicBezTo>
                  <a:cubicBezTo>
                    <a:pt x="18" y="54"/>
                    <a:pt x="18" y="54"/>
                    <a:pt x="18" y="54"/>
                  </a:cubicBezTo>
                  <a:cubicBezTo>
                    <a:pt x="18" y="56"/>
                    <a:pt x="19" y="58"/>
                    <a:pt x="21" y="58"/>
                  </a:cubicBezTo>
                  <a:cubicBezTo>
                    <a:pt x="23" y="58"/>
                    <a:pt x="25" y="56"/>
                    <a:pt x="25" y="54"/>
                  </a:cubicBezTo>
                  <a:cubicBezTo>
                    <a:pt x="25" y="29"/>
                    <a:pt x="25" y="29"/>
                    <a:pt x="25" y="29"/>
                  </a:cubicBezTo>
                  <a:cubicBezTo>
                    <a:pt x="25" y="29"/>
                    <a:pt x="25" y="29"/>
                    <a:pt x="25" y="29"/>
                  </a:cubicBezTo>
                  <a:cubicBezTo>
                    <a:pt x="25" y="29"/>
                    <a:pt x="25" y="29"/>
                    <a:pt x="25" y="29"/>
                  </a:cubicBezTo>
                  <a:cubicBezTo>
                    <a:pt x="25" y="6"/>
                    <a:pt x="25" y="6"/>
                    <a:pt x="25" y="6"/>
                  </a:cubicBezTo>
                  <a:cubicBezTo>
                    <a:pt x="26" y="6"/>
                    <a:pt x="26" y="6"/>
                    <a:pt x="26" y="6"/>
                  </a:cubicBezTo>
                  <a:cubicBezTo>
                    <a:pt x="26" y="23"/>
                    <a:pt x="26" y="23"/>
                    <a:pt x="26" y="23"/>
                  </a:cubicBezTo>
                  <a:cubicBezTo>
                    <a:pt x="26" y="25"/>
                    <a:pt x="27" y="26"/>
                    <a:pt x="28" y="26"/>
                  </a:cubicBezTo>
                  <a:cubicBezTo>
                    <a:pt x="30" y="26"/>
                    <a:pt x="31" y="25"/>
                    <a:pt x="31" y="23"/>
                  </a:cubicBezTo>
                  <a:cubicBezTo>
                    <a:pt x="31" y="5"/>
                    <a:pt x="31" y="5"/>
                    <a:pt x="31" y="5"/>
                  </a:cubicBezTo>
                  <a:cubicBezTo>
                    <a:pt x="31" y="4"/>
                    <a:pt x="31" y="3"/>
                    <a:pt x="31" y="2"/>
                  </a:cubicBez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3" name="Freeform 13">
              <a:extLst>
                <a:ext uri="{FF2B5EF4-FFF2-40B4-BE49-F238E27FC236}">
                  <a16:creationId xmlns:a16="http://schemas.microsoft.com/office/drawing/2014/main" id="{CB4BD6AD-70A3-43AE-B14B-AC8574829E33}"/>
                </a:ext>
              </a:extLst>
            </p:cNvPr>
            <p:cNvSpPr>
              <a:spLocks/>
            </p:cNvSpPr>
            <p:nvPr/>
          </p:nvSpPr>
          <p:spPr bwMode="auto">
            <a:xfrm>
              <a:off x="9326655" y="3095626"/>
              <a:ext cx="2072767" cy="3103563"/>
            </a:xfrm>
            <a:custGeom>
              <a:avLst/>
              <a:gdLst>
                <a:gd name="T0" fmla="*/ 113 w 130"/>
                <a:gd name="T1" fmla="*/ 170 h 194"/>
                <a:gd name="T2" fmla="*/ 105 w 130"/>
                <a:gd name="T3" fmla="*/ 170 h 194"/>
                <a:gd name="T4" fmla="*/ 105 w 130"/>
                <a:gd name="T5" fmla="*/ 163 h 194"/>
                <a:gd name="T6" fmla="*/ 105 w 130"/>
                <a:gd name="T7" fmla="*/ 154 h 194"/>
                <a:gd name="T8" fmla="*/ 105 w 130"/>
                <a:gd name="T9" fmla="*/ 141 h 194"/>
                <a:gd name="T10" fmla="*/ 105 w 130"/>
                <a:gd name="T11" fmla="*/ 134 h 194"/>
                <a:gd name="T12" fmla="*/ 105 w 130"/>
                <a:gd name="T13" fmla="*/ 17 h 194"/>
                <a:gd name="T14" fmla="*/ 87 w 130"/>
                <a:gd name="T15" fmla="*/ 0 h 194"/>
                <a:gd name="T16" fmla="*/ 43 w 130"/>
                <a:gd name="T17" fmla="*/ 0 h 194"/>
                <a:gd name="T18" fmla="*/ 25 w 130"/>
                <a:gd name="T19" fmla="*/ 17 h 194"/>
                <a:gd name="T20" fmla="*/ 25 w 130"/>
                <a:gd name="T21" fmla="*/ 134 h 194"/>
                <a:gd name="T22" fmla="*/ 25 w 130"/>
                <a:gd name="T23" fmla="*/ 142 h 194"/>
                <a:gd name="T24" fmla="*/ 25 w 130"/>
                <a:gd name="T25" fmla="*/ 154 h 194"/>
                <a:gd name="T26" fmla="*/ 25 w 130"/>
                <a:gd name="T27" fmla="*/ 163 h 194"/>
                <a:gd name="T28" fmla="*/ 25 w 130"/>
                <a:gd name="T29" fmla="*/ 170 h 194"/>
                <a:gd name="T30" fmla="*/ 17 w 130"/>
                <a:gd name="T31" fmla="*/ 170 h 194"/>
                <a:gd name="T32" fmla="*/ 0 w 130"/>
                <a:gd name="T33" fmla="*/ 187 h 194"/>
                <a:gd name="T34" fmla="*/ 0 w 130"/>
                <a:gd name="T35" fmla="*/ 194 h 194"/>
                <a:gd name="T36" fmla="*/ 130 w 130"/>
                <a:gd name="T37" fmla="*/ 194 h 194"/>
                <a:gd name="T38" fmla="*/ 130 w 130"/>
                <a:gd name="T39" fmla="*/ 187 h 194"/>
                <a:gd name="T40" fmla="*/ 113 w 130"/>
                <a:gd name="T41" fmla="*/ 170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30" h="194">
                  <a:moveTo>
                    <a:pt x="113" y="170"/>
                  </a:moveTo>
                  <a:cubicBezTo>
                    <a:pt x="105" y="170"/>
                    <a:pt x="105" y="170"/>
                    <a:pt x="105" y="170"/>
                  </a:cubicBezTo>
                  <a:cubicBezTo>
                    <a:pt x="105" y="163"/>
                    <a:pt x="105" y="163"/>
                    <a:pt x="105" y="163"/>
                  </a:cubicBezTo>
                  <a:cubicBezTo>
                    <a:pt x="105" y="154"/>
                    <a:pt x="105" y="154"/>
                    <a:pt x="105" y="154"/>
                  </a:cubicBezTo>
                  <a:cubicBezTo>
                    <a:pt x="105" y="141"/>
                    <a:pt x="105" y="141"/>
                    <a:pt x="105" y="141"/>
                  </a:cubicBezTo>
                  <a:cubicBezTo>
                    <a:pt x="105" y="134"/>
                    <a:pt x="105" y="134"/>
                    <a:pt x="105" y="134"/>
                  </a:cubicBezTo>
                  <a:cubicBezTo>
                    <a:pt x="105" y="17"/>
                    <a:pt x="105" y="17"/>
                    <a:pt x="105" y="17"/>
                  </a:cubicBezTo>
                  <a:cubicBezTo>
                    <a:pt x="105" y="7"/>
                    <a:pt x="97" y="0"/>
                    <a:pt x="87" y="0"/>
                  </a:cubicBezTo>
                  <a:cubicBezTo>
                    <a:pt x="43" y="0"/>
                    <a:pt x="43" y="0"/>
                    <a:pt x="43" y="0"/>
                  </a:cubicBezTo>
                  <a:cubicBezTo>
                    <a:pt x="33" y="0"/>
                    <a:pt x="25" y="7"/>
                    <a:pt x="25" y="17"/>
                  </a:cubicBezTo>
                  <a:cubicBezTo>
                    <a:pt x="25" y="134"/>
                    <a:pt x="25" y="134"/>
                    <a:pt x="25" y="134"/>
                  </a:cubicBezTo>
                  <a:cubicBezTo>
                    <a:pt x="25" y="142"/>
                    <a:pt x="25" y="142"/>
                    <a:pt x="25" y="142"/>
                  </a:cubicBezTo>
                  <a:cubicBezTo>
                    <a:pt x="25" y="154"/>
                    <a:pt x="25" y="154"/>
                    <a:pt x="25" y="154"/>
                  </a:cubicBezTo>
                  <a:cubicBezTo>
                    <a:pt x="25" y="163"/>
                    <a:pt x="25" y="163"/>
                    <a:pt x="25" y="163"/>
                  </a:cubicBezTo>
                  <a:cubicBezTo>
                    <a:pt x="25" y="170"/>
                    <a:pt x="25" y="170"/>
                    <a:pt x="25" y="170"/>
                  </a:cubicBezTo>
                  <a:cubicBezTo>
                    <a:pt x="17" y="170"/>
                    <a:pt x="17" y="170"/>
                    <a:pt x="17" y="170"/>
                  </a:cubicBezTo>
                  <a:cubicBezTo>
                    <a:pt x="7" y="170"/>
                    <a:pt x="0" y="177"/>
                    <a:pt x="0" y="187"/>
                  </a:cubicBezTo>
                  <a:cubicBezTo>
                    <a:pt x="0" y="194"/>
                    <a:pt x="0" y="194"/>
                    <a:pt x="0" y="194"/>
                  </a:cubicBezTo>
                  <a:cubicBezTo>
                    <a:pt x="130" y="194"/>
                    <a:pt x="130" y="194"/>
                    <a:pt x="130" y="194"/>
                  </a:cubicBezTo>
                  <a:cubicBezTo>
                    <a:pt x="130" y="187"/>
                    <a:pt x="130" y="187"/>
                    <a:pt x="130" y="187"/>
                  </a:cubicBezTo>
                  <a:cubicBezTo>
                    <a:pt x="130" y="177"/>
                    <a:pt x="123" y="170"/>
                    <a:pt x="113" y="170"/>
                  </a:cubicBezTo>
                  <a:close/>
                </a:path>
              </a:pathLst>
            </a:custGeom>
            <a:solidFill>
              <a:schemeClr val="bg2">
                <a:lumMod val="20000"/>
                <a:lumOff val="80000"/>
              </a:schemeClr>
            </a:solidFill>
            <a:ln>
              <a:noFill/>
            </a:ln>
          </p:spPr>
          <p:txBody>
            <a:bodyPr/>
            <a:lstStyle/>
            <a:p>
              <a:pPr>
                <a:defRPr/>
              </a:pPr>
              <a:endParaRPr lang="zh-CN" altLang="en-US"/>
            </a:p>
          </p:txBody>
        </p:sp>
        <p:sp>
          <p:nvSpPr>
            <p:cNvPr id="14" name="Oval 14">
              <a:extLst>
                <a:ext uri="{FF2B5EF4-FFF2-40B4-BE49-F238E27FC236}">
                  <a16:creationId xmlns:a16="http://schemas.microsoft.com/office/drawing/2014/main" id="{84920FB0-50B5-4E07-9152-A13B9690AEEC}"/>
                </a:ext>
              </a:extLst>
            </p:cNvPr>
            <p:cNvSpPr>
              <a:spLocks noChangeArrowheads="1"/>
            </p:cNvSpPr>
            <p:nvPr/>
          </p:nvSpPr>
          <p:spPr bwMode="auto">
            <a:xfrm>
              <a:off x="10298711" y="3176588"/>
              <a:ext cx="192188" cy="1920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5" name="Freeform 15">
              <a:extLst>
                <a:ext uri="{FF2B5EF4-FFF2-40B4-BE49-F238E27FC236}">
                  <a16:creationId xmlns:a16="http://schemas.microsoft.com/office/drawing/2014/main" id="{3D642FAA-6620-4EA0-A6B5-D6F54DB5343C}"/>
                </a:ext>
              </a:extLst>
            </p:cNvPr>
            <p:cNvSpPr>
              <a:spLocks/>
            </p:cNvSpPr>
            <p:nvPr/>
          </p:nvSpPr>
          <p:spPr bwMode="auto">
            <a:xfrm>
              <a:off x="10538550" y="3384550"/>
              <a:ext cx="15883" cy="0"/>
            </a:xfrm>
            <a:custGeom>
              <a:avLst/>
              <a:gdLst>
                <a:gd name="T0" fmla="*/ 0 w 1"/>
                <a:gd name="T1" fmla="*/ 1 w 1"/>
                <a:gd name="T2" fmla="*/ 0 w 1"/>
              </a:gdLst>
              <a:ahLst/>
              <a:cxnLst>
                <a:cxn ang="0">
                  <a:pos x="T0" y="0"/>
                </a:cxn>
                <a:cxn ang="0">
                  <a:pos x="T1" y="0"/>
                </a:cxn>
                <a:cxn ang="0">
                  <a:pos x="T2" y="0"/>
                </a:cxn>
              </a:cxnLst>
              <a:rect l="0" t="0" r="r" b="b"/>
              <a:pathLst>
                <a:path w="1">
                  <a:moveTo>
                    <a:pt x="0" y="0"/>
                  </a:moveTo>
                  <a:cubicBezTo>
                    <a:pt x="1" y="0"/>
                    <a:pt x="1" y="0"/>
                    <a:pt x="1" y="0"/>
                  </a:cubicBezTo>
                  <a:cubicBezTo>
                    <a:pt x="0" y="0"/>
                    <a:pt x="0"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6" name="Freeform 16">
              <a:extLst>
                <a:ext uri="{FF2B5EF4-FFF2-40B4-BE49-F238E27FC236}">
                  <a16:creationId xmlns:a16="http://schemas.microsoft.com/office/drawing/2014/main" id="{19032E7B-CF39-4E39-B7A1-909816BF559A}"/>
                </a:ext>
              </a:extLst>
            </p:cNvPr>
            <p:cNvSpPr>
              <a:spLocks/>
            </p:cNvSpPr>
            <p:nvPr/>
          </p:nvSpPr>
          <p:spPr bwMode="auto">
            <a:xfrm>
              <a:off x="10155762" y="3384550"/>
              <a:ext cx="478087" cy="927100"/>
            </a:xfrm>
            <a:custGeom>
              <a:avLst/>
              <a:gdLst>
                <a:gd name="T0" fmla="*/ 30 w 30"/>
                <a:gd name="T1" fmla="*/ 2 h 58"/>
                <a:gd name="T2" fmla="*/ 26 w 30"/>
                <a:gd name="T3" fmla="*/ 0 h 58"/>
                <a:gd name="T4" fmla="*/ 25 w 30"/>
                <a:gd name="T5" fmla="*/ 0 h 58"/>
                <a:gd name="T6" fmla="*/ 24 w 30"/>
                <a:gd name="T7" fmla="*/ 0 h 58"/>
                <a:gd name="T8" fmla="*/ 24 w 30"/>
                <a:gd name="T9" fmla="*/ 0 h 58"/>
                <a:gd name="T10" fmla="*/ 22 w 30"/>
                <a:gd name="T11" fmla="*/ 0 h 58"/>
                <a:gd name="T12" fmla="*/ 6 w 30"/>
                <a:gd name="T13" fmla="*/ 0 h 58"/>
                <a:gd name="T14" fmla="*/ 6 w 30"/>
                <a:gd name="T15" fmla="*/ 0 h 58"/>
                <a:gd name="T16" fmla="*/ 6 w 30"/>
                <a:gd name="T17" fmla="*/ 0 h 58"/>
                <a:gd name="T18" fmla="*/ 6 w 30"/>
                <a:gd name="T19" fmla="*/ 0 h 58"/>
                <a:gd name="T20" fmla="*/ 3 w 30"/>
                <a:gd name="T21" fmla="*/ 0 h 58"/>
                <a:gd name="T22" fmla="*/ 0 w 30"/>
                <a:gd name="T23" fmla="*/ 5 h 58"/>
                <a:gd name="T24" fmla="*/ 0 w 30"/>
                <a:gd name="T25" fmla="*/ 5 h 58"/>
                <a:gd name="T26" fmla="*/ 0 w 30"/>
                <a:gd name="T27" fmla="*/ 5 h 58"/>
                <a:gd name="T28" fmla="*/ 0 w 30"/>
                <a:gd name="T29" fmla="*/ 24 h 58"/>
                <a:gd name="T30" fmla="*/ 2 w 30"/>
                <a:gd name="T31" fmla="*/ 26 h 58"/>
                <a:gd name="T32" fmla="*/ 5 w 30"/>
                <a:gd name="T33" fmla="*/ 24 h 58"/>
                <a:gd name="T34" fmla="*/ 5 w 30"/>
                <a:gd name="T35" fmla="*/ 6 h 58"/>
                <a:gd name="T36" fmla="*/ 6 w 30"/>
                <a:gd name="T37" fmla="*/ 6 h 58"/>
                <a:gd name="T38" fmla="*/ 6 w 30"/>
                <a:gd name="T39" fmla="*/ 29 h 58"/>
                <a:gd name="T40" fmla="*/ 6 w 30"/>
                <a:gd name="T41" fmla="*/ 29 h 58"/>
                <a:gd name="T42" fmla="*/ 6 w 30"/>
                <a:gd name="T43" fmla="*/ 29 h 58"/>
                <a:gd name="T44" fmla="*/ 6 w 30"/>
                <a:gd name="T45" fmla="*/ 54 h 58"/>
                <a:gd name="T46" fmla="*/ 9 w 30"/>
                <a:gd name="T47" fmla="*/ 58 h 58"/>
                <a:gd name="T48" fmla="*/ 13 w 30"/>
                <a:gd name="T49" fmla="*/ 54 h 58"/>
                <a:gd name="T50" fmla="*/ 13 w 30"/>
                <a:gd name="T51" fmla="*/ 29 h 58"/>
                <a:gd name="T52" fmla="*/ 13 w 30"/>
                <a:gd name="T53" fmla="*/ 29 h 58"/>
                <a:gd name="T54" fmla="*/ 13 w 30"/>
                <a:gd name="T55" fmla="*/ 29 h 58"/>
                <a:gd name="T56" fmla="*/ 13 w 30"/>
                <a:gd name="T57" fmla="*/ 29 h 58"/>
                <a:gd name="T58" fmla="*/ 15 w 30"/>
                <a:gd name="T59" fmla="*/ 27 h 58"/>
                <a:gd name="T60" fmla="*/ 17 w 30"/>
                <a:gd name="T61" fmla="*/ 29 h 58"/>
                <a:gd name="T62" fmla="*/ 17 w 30"/>
                <a:gd name="T63" fmla="*/ 29 h 58"/>
                <a:gd name="T64" fmla="*/ 17 w 30"/>
                <a:gd name="T65" fmla="*/ 29 h 58"/>
                <a:gd name="T66" fmla="*/ 17 w 30"/>
                <a:gd name="T67" fmla="*/ 29 h 58"/>
                <a:gd name="T68" fmla="*/ 17 w 30"/>
                <a:gd name="T69" fmla="*/ 54 h 58"/>
                <a:gd name="T70" fmla="*/ 20 w 30"/>
                <a:gd name="T71" fmla="*/ 58 h 58"/>
                <a:gd name="T72" fmla="*/ 24 w 30"/>
                <a:gd name="T73" fmla="*/ 54 h 58"/>
                <a:gd name="T74" fmla="*/ 24 w 30"/>
                <a:gd name="T75" fmla="*/ 29 h 58"/>
                <a:gd name="T76" fmla="*/ 24 w 30"/>
                <a:gd name="T77" fmla="*/ 29 h 58"/>
                <a:gd name="T78" fmla="*/ 24 w 30"/>
                <a:gd name="T79" fmla="*/ 29 h 58"/>
                <a:gd name="T80" fmla="*/ 24 w 30"/>
                <a:gd name="T81" fmla="*/ 6 h 58"/>
                <a:gd name="T82" fmla="*/ 25 w 30"/>
                <a:gd name="T83" fmla="*/ 6 h 58"/>
                <a:gd name="T84" fmla="*/ 25 w 30"/>
                <a:gd name="T85" fmla="*/ 24 h 58"/>
                <a:gd name="T86" fmla="*/ 27 w 30"/>
                <a:gd name="T87" fmla="*/ 26 h 58"/>
                <a:gd name="T88" fmla="*/ 30 w 30"/>
                <a:gd name="T89" fmla="*/ 24 h 58"/>
                <a:gd name="T90" fmla="*/ 30 w 30"/>
                <a:gd name="T91" fmla="*/ 5 h 58"/>
                <a:gd name="T92" fmla="*/ 30 w 30"/>
                <a:gd name="T93" fmla="*/ 2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0" h="58">
                  <a:moveTo>
                    <a:pt x="30" y="2"/>
                  </a:moveTo>
                  <a:cubicBezTo>
                    <a:pt x="29" y="1"/>
                    <a:pt x="28" y="1"/>
                    <a:pt x="26" y="0"/>
                  </a:cubicBezTo>
                  <a:cubicBezTo>
                    <a:pt x="26" y="0"/>
                    <a:pt x="25" y="0"/>
                    <a:pt x="25" y="0"/>
                  </a:cubicBezTo>
                  <a:cubicBezTo>
                    <a:pt x="24" y="0"/>
                    <a:pt x="24" y="0"/>
                    <a:pt x="24" y="0"/>
                  </a:cubicBezTo>
                  <a:cubicBezTo>
                    <a:pt x="24" y="0"/>
                    <a:pt x="24" y="0"/>
                    <a:pt x="24" y="0"/>
                  </a:cubicBezTo>
                  <a:cubicBezTo>
                    <a:pt x="22" y="0"/>
                    <a:pt x="22" y="0"/>
                    <a:pt x="22" y="0"/>
                  </a:cubicBezTo>
                  <a:cubicBezTo>
                    <a:pt x="6" y="0"/>
                    <a:pt x="6" y="0"/>
                    <a:pt x="6" y="0"/>
                  </a:cubicBezTo>
                  <a:cubicBezTo>
                    <a:pt x="6" y="0"/>
                    <a:pt x="6" y="0"/>
                    <a:pt x="6" y="0"/>
                  </a:cubicBezTo>
                  <a:cubicBezTo>
                    <a:pt x="6" y="0"/>
                    <a:pt x="6" y="0"/>
                    <a:pt x="6" y="0"/>
                  </a:cubicBezTo>
                  <a:cubicBezTo>
                    <a:pt x="6" y="0"/>
                    <a:pt x="6" y="0"/>
                    <a:pt x="6" y="0"/>
                  </a:cubicBezTo>
                  <a:cubicBezTo>
                    <a:pt x="5" y="0"/>
                    <a:pt x="4" y="0"/>
                    <a:pt x="3" y="0"/>
                  </a:cubicBezTo>
                  <a:cubicBezTo>
                    <a:pt x="2" y="1"/>
                    <a:pt x="0" y="2"/>
                    <a:pt x="0" y="5"/>
                  </a:cubicBezTo>
                  <a:cubicBezTo>
                    <a:pt x="0" y="5"/>
                    <a:pt x="0" y="5"/>
                    <a:pt x="0" y="5"/>
                  </a:cubicBezTo>
                  <a:cubicBezTo>
                    <a:pt x="0" y="5"/>
                    <a:pt x="0" y="5"/>
                    <a:pt x="0" y="5"/>
                  </a:cubicBezTo>
                  <a:cubicBezTo>
                    <a:pt x="0" y="24"/>
                    <a:pt x="0" y="24"/>
                    <a:pt x="0" y="24"/>
                  </a:cubicBezTo>
                  <a:cubicBezTo>
                    <a:pt x="0" y="25"/>
                    <a:pt x="1" y="26"/>
                    <a:pt x="2" y="26"/>
                  </a:cubicBezTo>
                  <a:cubicBezTo>
                    <a:pt x="4" y="26"/>
                    <a:pt x="5" y="25"/>
                    <a:pt x="5" y="24"/>
                  </a:cubicBezTo>
                  <a:cubicBezTo>
                    <a:pt x="5" y="6"/>
                    <a:pt x="5" y="6"/>
                    <a:pt x="5" y="6"/>
                  </a:cubicBezTo>
                  <a:cubicBezTo>
                    <a:pt x="6" y="6"/>
                    <a:pt x="6" y="6"/>
                    <a:pt x="6" y="6"/>
                  </a:cubicBezTo>
                  <a:cubicBezTo>
                    <a:pt x="6" y="29"/>
                    <a:pt x="6" y="29"/>
                    <a:pt x="6" y="29"/>
                  </a:cubicBezTo>
                  <a:cubicBezTo>
                    <a:pt x="6" y="29"/>
                    <a:pt x="6" y="29"/>
                    <a:pt x="6" y="29"/>
                  </a:cubicBezTo>
                  <a:cubicBezTo>
                    <a:pt x="6" y="29"/>
                    <a:pt x="6" y="29"/>
                    <a:pt x="6" y="29"/>
                  </a:cubicBezTo>
                  <a:cubicBezTo>
                    <a:pt x="6" y="54"/>
                    <a:pt x="6" y="54"/>
                    <a:pt x="6" y="54"/>
                  </a:cubicBezTo>
                  <a:cubicBezTo>
                    <a:pt x="6" y="56"/>
                    <a:pt x="8" y="58"/>
                    <a:pt x="9" y="58"/>
                  </a:cubicBezTo>
                  <a:cubicBezTo>
                    <a:pt x="11" y="58"/>
                    <a:pt x="13" y="56"/>
                    <a:pt x="13" y="54"/>
                  </a:cubicBezTo>
                  <a:cubicBezTo>
                    <a:pt x="13" y="29"/>
                    <a:pt x="13" y="29"/>
                    <a:pt x="13" y="29"/>
                  </a:cubicBezTo>
                  <a:cubicBezTo>
                    <a:pt x="13" y="29"/>
                    <a:pt x="13" y="29"/>
                    <a:pt x="13" y="29"/>
                  </a:cubicBezTo>
                  <a:cubicBezTo>
                    <a:pt x="13" y="29"/>
                    <a:pt x="13" y="29"/>
                    <a:pt x="13" y="29"/>
                  </a:cubicBezTo>
                  <a:cubicBezTo>
                    <a:pt x="13" y="29"/>
                    <a:pt x="13" y="29"/>
                    <a:pt x="13" y="29"/>
                  </a:cubicBezTo>
                  <a:cubicBezTo>
                    <a:pt x="13" y="28"/>
                    <a:pt x="14" y="27"/>
                    <a:pt x="15" y="27"/>
                  </a:cubicBezTo>
                  <a:cubicBezTo>
                    <a:pt x="16" y="27"/>
                    <a:pt x="17" y="28"/>
                    <a:pt x="17" y="29"/>
                  </a:cubicBezTo>
                  <a:cubicBezTo>
                    <a:pt x="17" y="29"/>
                    <a:pt x="17" y="29"/>
                    <a:pt x="17" y="29"/>
                  </a:cubicBezTo>
                  <a:cubicBezTo>
                    <a:pt x="17" y="29"/>
                    <a:pt x="17" y="29"/>
                    <a:pt x="17" y="29"/>
                  </a:cubicBezTo>
                  <a:cubicBezTo>
                    <a:pt x="17" y="29"/>
                    <a:pt x="17" y="29"/>
                    <a:pt x="17" y="29"/>
                  </a:cubicBezTo>
                  <a:cubicBezTo>
                    <a:pt x="17" y="54"/>
                    <a:pt x="17" y="54"/>
                    <a:pt x="17" y="54"/>
                  </a:cubicBezTo>
                  <a:cubicBezTo>
                    <a:pt x="17" y="56"/>
                    <a:pt x="18" y="58"/>
                    <a:pt x="20" y="58"/>
                  </a:cubicBezTo>
                  <a:cubicBezTo>
                    <a:pt x="22" y="58"/>
                    <a:pt x="24" y="56"/>
                    <a:pt x="24" y="54"/>
                  </a:cubicBezTo>
                  <a:cubicBezTo>
                    <a:pt x="24" y="29"/>
                    <a:pt x="24" y="29"/>
                    <a:pt x="24" y="29"/>
                  </a:cubicBezTo>
                  <a:cubicBezTo>
                    <a:pt x="24" y="29"/>
                    <a:pt x="24" y="29"/>
                    <a:pt x="24" y="29"/>
                  </a:cubicBezTo>
                  <a:cubicBezTo>
                    <a:pt x="24" y="29"/>
                    <a:pt x="24" y="29"/>
                    <a:pt x="24" y="29"/>
                  </a:cubicBezTo>
                  <a:cubicBezTo>
                    <a:pt x="24" y="6"/>
                    <a:pt x="24" y="6"/>
                    <a:pt x="24" y="6"/>
                  </a:cubicBezTo>
                  <a:cubicBezTo>
                    <a:pt x="25" y="6"/>
                    <a:pt x="25" y="6"/>
                    <a:pt x="25" y="6"/>
                  </a:cubicBezTo>
                  <a:cubicBezTo>
                    <a:pt x="25" y="24"/>
                    <a:pt x="25" y="24"/>
                    <a:pt x="25" y="24"/>
                  </a:cubicBezTo>
                  <a:cubicBezTo>
                    <a:pt x="25" y="25"/>
                    <a:pt x="26" y="26"/>
                    <a:pt x="27" y="26"/>
                  </a:cubicBezTo>
                  <a:cubicBezTo>
                    <a:pt x="29" y="26"/>
                    <a:pt x="30" y="25"/>
                    <a:pt x="30" y="24"/>
                  </a:cubicBezTo>
                  <a:cubicBezTo>
                    <a:pt x="30" y="5"/>
                    <a:pt x="30" y="5"/>
                    <a:pt x="30" y="5"/>
                  </a:cubicBezTo>
                  <a:cubicBezTo>
                    <a:pt x="30" y="4"/>
                    <a:pt x="30" y="3"/>
                    <a:pt x="30" y="2"/>
                  </a:cubicBez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17" name="Freeform 17">
              <a:extLst>
                <a:ext uri="{FF2B5EF4-FFF2-40B4-BE49-F238E27FC236}">
                  <a16:creationId xmlns:a16="http://schemas.microsoft.com/office/drawing/2014/main" id="{1FBE1ACF-50A8-4996-8C7C-33FCBF032BB9}"/>
                </a:ext>
              </a:extLst>
            </p:cNvPr>
            <p:cNvSpPr>
              <a:spLocks/>
            </p:cNvSpPr>
            <p:nvPr/>
          </p:nvSpPr>
          <p:spPr bwMode="auto">
            <a:xfrm>
              <a:off x="8530904" y="4311650"/>
              <a:ext cx="763986" cy="560388"/>
            </a:xfrm>
            <a:custGeom>
              <a:avLst/>
              <a:gdLst>
                <a:gd name="T0" fmla="*/ 18 w 48"/>
                <a:gd name="T1" fmla="*/ 9 h 35"/>
                <a:gd name="T2" fmla="*/ 18 w 48"/>
                <a:gd name="T3" fmla="*/ 0 h 35"/>
                <a:gd name="T4" fmla="*/ 0 w 48"/>
                <a:gd name="T5" fmla="*/ 18 h 35"/>
                <a:gd name="T6" fmla="*/ 18 w 48"/>
                <a:gd name="T7" fmla="*/ 35 h 35"/>
                <a:gd name="T8" fmla="*/ 18 w 48"/>
                <a:gd name="T9" fmla="*/ 27 h 35"/>
                <a:gd name="T10" fmla="*/ 39 w 48"/>
                <a:gd name="T11" fmla="*/ 27 h 35"/>
                <a:gd name="T12" fmla="*/ 39 w 48"/>
                <a:gd name="T13" fmla="*/ 27 h 35"/>
                <a:gd name="T14" fmla="*/ 48 w 48"/>
                <a:gd name="T15" fmla="*/ 18 h 35"/>
                <a:gd name="T16" fmla="*/ 39 w 48"/>
                <a:gd name="T17" fmla="*/ 9 h 35"/>
                <a:gd name="T18" fmla="*/ 39 w 48"/>
                <a:gd name="T19" fmla="*/ 9 h 35"/>
                <a:gd name="T20" fmla="*/ 39 w 48"/>
                <a:gd name="T21" fmla="*/ 9 h 35"/>
                <a:gd name="T22" fmla="*/ 18 w 48"/>
                <a:gd name="T23" fmla="*/ 9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8" h="35">
                  <a:moveTo>
                    <a:pt x="18" y="9"/>
                  </a:moveTo>
                  <a:cubicBezTo>
                    <a:pt x="18" y="0"/>
                    <a:pt x="18" y="0"/>
                    <a:pt x="18" y="0"/>
                  </a:cubicBezTo>
                  <a:cubicBezTo>
                    <a:pt x="0" y="18"/>
                    <a:pt x="0" y="18"/>
                    <a:pt x="0" y="18"/>
                  </a:cubicBezTo>
                  <a:cubicBezTo>
                    <a:pt x="18" y="35"/>
                    <a:pt x="18" y="35"/>
                    <a:pt x="18" y="35"/>
                  </a:cubicBezTo>
                  <a:cubicBezTo>
                    <a:pt x="18" y="27"/>
                    <a:pt x="18" y="27"/>
                    <a:pt x="18" y="27"/>
                  </a:cubicBezTo>
                  <a:cubicBezTo>
                    <a:pt x="39" y="27"/>
                    <a:pt x="39" y="27"/>
                    <a:pt x="39" y="27"/>
                  </a:cubicBezTo>
                  <a:cubicBezTo>
                    <a:pt x="39" y="27"/>
                    <a:pt x="39" y="27"/>
                    <a:pt x="39" y="27"/>
                  </a:cubicBezTo>
                  <a:cubicBezTo>
                    <a:pt x="44" y="27"/>
                    <a:pt x="48" y="23"/>
                    <a:pt x="48" y="18"/>
                  </a:cubicBezTo>
                  <a:cubicBezTo>
                    <a:pt x="48" y="13"/>
                    <a:pt x="44" y="9"/>
                    <a:pt x="39" y="9"/>
                  </a:cubicBezTo>
                  <a:cubicBezTo>
                    <a:pt x="39" y="9"/>
                    <a:pt x="39" y="9"/>
                    <a:pt x="39" y="9"/>
                  </a:cubicBezTo>
                  <a:cubicBezTo>
                    <a:pt x="39" y="9"/>
                    <a:pt x="39" y="9"/>
                    <a:pt x="39" y="9"/>
                  </a:cubicBezTo>
                  <a:lnTo>
                    <a:pt x="18" y="9"/>
                  </a:lnTo>
                  <a:close/>
                </a:path>
              </a:pathLst>
            </a:custGeom>
            <a:grpFill/>
            <a:ln>
              <a:noFill/>
            </a:ln>
          </p:spPr>
          <p:txBody>
            <a:bodyPr/>
            <a:lstStyle/>
            <a:p>
              <a:pPr>
                <a:defRPr/>
              </a:pPr>
              <a:endParaRPr lang="zh-CN" altLang="en-US"/>
            </a:p>
          </p:txBody>
        </p:sp>
        <p:sp>
          <p:nvSpPr>
            <p:cNvPr id="18" name="Freeform 18">
              <a:extLst>
                <a:ext uri="{FF2B5EF4-FFF2-40B4-BE49-F238E27FC236}">
                  <a16:creationId xmlns:a16="http://schemas.microsoft.com/office/drawing/2014/main" id="{3C984185-B3E2-4C7E-B1A2-ECDE5A444450}"/>
                </a:ext>
              </a:extLst>
            </p:cNvPr>
            <p:cNvSpPr>
              <a:spLocks/>
            </p:cNvSpPr>
            <p:nvPr/>
          </p:nvSpPr>
          <p:spPr bwMode="auto">
            <a:xfrm>
              <a:off x="8927986" y="4151313"/>
              <a:ext cx="749690" cy="560388"/>
            </a:xfrm>
            <a:custGeom>
              <a:avLst/>
              <a:gdLst>
                <a:gd name="T0" fmla="*/ 14 w 47"/>
                <a:gd name="T1" fmla="*/ 15 h 35"/>
                <a:gd name="T2" fmla="*/ 0 w 47"/>
                <a:gd name="T3" fmla="*/ 15 h 35"/>
                <a:gd name="T4" fmla="*/ 8 w 47"/>
                <a:gd name="T5" fmla="*/ 9 h 35"/>
                <a:gd name="T6" fmla="*/ 30 w 47"/>
                <a:gd name="T7" fmla="*/ 9 h 35"/>
                <a:gd name="T8" fmla="*/ 30 w 47"/>
                <a:gd name="T9" fmla="*/ 0 h 35"/>
                <a:gd name="T10" fmla="*/ 47 w 47"/>
                <a:gd name="T11" fmla="*/ 18 h 35"/>
                <a:gd name="T12" fmla="*/ 30 w 47"/>
                <a:gd name="T13" fmla="*/ 35 h 35"/>
                <a:gd name="T14" fmla="*/ 30 w 47"/>
                <a:gd name="T15" fmla="*/ 26 h 35"/>
                <a:gd name="T16" fmla="*/ 27 w 47"/>
                <a:gd name="T17" fmla="*/ 26 h 35"/>
                <a:gd name="T18" fmla="*/ 14 w 47"/>
                <a:gd name="T19" fmla="*/ 15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7" h="35">
                  <a:moveTo>
                    <a:pt x="14" y="15"/>
                  </a:moveTo>
                  <a:cubicBezTo>
                    <a:pt x="0" y="15"/>
                    <a:pt x="0" y="15"/>
                    <a:pt x="0" y="15"/>
                  </a:cubicBezTo>
                  <a:cubicBezTo>
                    <a:pt x="1" y="11"/>
                    <a:pt x="4" y="9"/>
                    <a:pt x="8" y="9"/>
                  </a:cubicBezTo>
                  <a:cubicBezTo>
                    <a:pt x="30" y="9"/>
                    <a:pt x="30" y="9"/>
                    <a:pt x="30" y="9"/>
                  </a:cubicBezTo>
                  <a:cubicBezTo>
                    <a:pt x="30" y="0"/>
                    <a:pt x="30" y="0"/>
                    <a:pt x="30" y="0"/>
                  </a:cubicBezTo>
                  <a:cubicBezTo>
                    <a:pt x="47" y="18"/>
                    <a:pt x="47" y="18"/>
                    <a:pt x="47" y="18"/>
                  </a:cubicBezTo>
                  <a:cubicBezTo>
                    <a:pt x="30" y="35"/>
                    <a:pt x="30" y="35"/>
                    <a:pt x="30" y="35"/>
                  </a:cubicBezTo>
                  <a:cubicBezTo>
                    <a:pt x="30" y="26"/>
                    <a:pt x="30" y="26"/>
                    <a:pt x="30" y="26"/>
                  </a:cubicBezTo>
                  <a:cubicBezTo>
                    <a:pt x="27" y="26"/>
                    <a:pt x="27" y="26"/>
                    <a:pt x="27" y="26"/>
                  </a:cubicBezTo>
                  <a:cubicBezTo>
                    <a:pt x="26" y="20"/>
                    <a:pt x="21" y="15"/>
                    <a:pt x="14" y="15"/>
                  </a:cubicBezTo>
                  <a:close/>
                </a:path>
              </a:pathLst>
            </a:custGeom>
            <a:grpFill/>
            <a:ln>
              <a:noFill/>
            </a:ln>
          </p:spPr>
          <p:txBody>
            <a:bodyPr/>
            <a:lstStyle/>
            <a:p>
              <a:pPr>
                <a:defRPr/>
              </a:pPr>
              <a:endParaRPr lang="zh-CN" altLang="en-US"/>
            </a:p>
          </p:txBody>
        </p:sp>
        <p:sp>
          <p:nvSpPr>
            <p:cNvPr id="19" name="Freeform 19">
              <a:extLst>
                <a:ext uri="{FF2B5EF4-FFF2-40B4-BE49-F238E27FC236}">
                  <a16:creationId xmlns:a16="http://schemas.microsoft.com/office/drawing/2014/main" id="{AE161A69-CFBE-48C1-ABEA-55EA785C054B}"/>
                </a:ext>
              </a:extLst>
            </p:cNvPr>
            <p:cNvSpPr>
              <a:spLocks/>
            </p:cNvSpPr>
            <p:nvPr/>
          </p:nvSpPr>
          <p:spPr bwMode="auto">
            <a:xfrm>
              <a:off x="6091234" y="4311650"/>
              <a:ext cx="749690" cy="560388"/>
            </a:xfrm>
            <a:custGeom>
              <a:avLst/>
              <a:gdLst>
                <a:gd name="T0" fmla="*/ 17 w 47"/>
                <a:gd name="T1" fmla="*/ 9 h 35"/>
                <a:gd name="T2" fmla="*/ 17 w 47"/>
                <a:gd name="T3" fmla="*/ 0 h 35"/>
                <a:gd name="T4" fmla="*/ 0 w 47"/>
                <a:gd name="T5" fmla="*/ 18 h 35"/>
                <a:gd name="T6" fmla="*/ 17 w 47"/>
                <a:gd name="T7" fmla="*/ 35 h 35"/>
                <a:gd name="T8" fmla="*/ 17 w 47"/>
                <a:gd name="T9" fmla="*/ 27 h 35"/>
                <a:gd name="T10" fmla="*/ 38 w 47"/>
                <a:gd name="T11" fmla="*/ 27 h 35"/>
                <a:gd name="T12" fmla="*/ 38 w 47"/>
                <a:gd name="T13" fmla="*/ 27 h 35"/>
                <a:gd name="T14" fmla="*/ 47 w 47"/>
                <a:gd name="T15" fmla="*/ 18 h 35"/>
                <a:gd name="T16" fmla="*/ 38 w 47"/>
                <a:gd name="T17" fmla="*/ 9 h 35"/>
                <a:gd name="T18" fmla="*/ 38 w 47"/>
                <a:gd name="T19" fmla="*/ 9 h 35"/>
                <a:gd name="T20" fmla="*/ 38 w 47"/>
                <a:gd name="T21" fmla="*/ 9 h 35"/>
                <a:gd name="T22" fmla="*/ 17 w 47"/>
                <a:gd name="T23" fmla="*/ 9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7" h="35">
                  <a:moveTo>
                    <a:pt x="17" y="9"/>
                  </a:moveTo>
                  <a:cubicBezTo>
                    <a:pt x="17" y="0"/>
                    <a:pt x="17" y="0"/>
                    <a:pt x="17" y="0"/>
                  </a:cubicBezTo>
                  <a:cubicBezTo>
                    <a:pt x="0" y="18"/>
                    <a:pt x="0" y="18"/>
                    <a:pt x="0" y="18"/>
                  </a:cubicBezTo>
                  <a:cubicBezTo>
                    <a:pt x="17" y="35"/>
                    <a:pt x="17" y="35"/>
                    <a:pt x="17" y="35"/>
                  </a:cubicBezTo>
                  <a:cubicBezTo>
                    <a:pt x="17" y="27"/>
                    <a:pt x="17" y="27"/>
                    <a:pt x="17" y="27"/>
                  </a:cubicBezTo>
                  <a:cubicBezTo>
                    <a:pt x="38" y="27"/>
                    <a:pt x="38" y="27"/>
                    <a:pt x="38" y="27"/>
                  </a:cubicBezTo>
                  <a:cubicBezTo>
                    <a:pt x="38" y="27"/>
                    <a:pt x="38" y="27"/>
                    <a:pt x="38" y="27"/>
                  </a:cubicBezTo>
                  <a:cubicBezTo>
                    <a:pt x="43" y="27"/>
                    <a:pt x="47" y="23"/>
                    <a:pt x="47" y="18"/>
                  </a:cubicBezTo>
                  <a:cubicBezTo>
                    <a:pt x="47" y="13"/>
                    <a:pt x="43" y="9"/>
                    <a:pt x="38" y="9"/>
                  </a:cubicBezTo>
                  <a:cubicBezTo>
                    <a:pt x="38" y="9"/>
                    <a:pt x="38" y="9"/>
                    <a:pt x="38" y="9"/>
                  </a:cubicBezTo>
                  <a:cubicBezTo>
                    <a:pt x="38" y="9"/>
                    <a:pt x="38" y="9"/>
                    <a:pt x="38" y="9"/>
                  </a:cubicBezTo>
                  <a:lnTo>
                    <a:pt x="17" y="9"/>
                  </a:lnTo>
                  <a:close/>
                </a:path>
              </a:pathLst>
            </a:custGeom>
            <a:grpFill/>
            <a:ln>
              <a:noFill/>
            </a:ln>
          </p:spPr>
          <p:txBody>
            <a:bodyPr/>
            <a:lstStyle/>
            <a:p>
              <a:pPr>
                <a:defRPr/>
              </a:pPr>
              <a:endParaRPr lang="zh-CN" altLang="en-US"/>
            </a:p>
          </p:txBody>
        </p:sp>
        <p:sp>
          <p:nvSpPr>
            <p:cNvPr id="20" name="Freeform 20">
              <a:extLst>
                <a:ext uri="{FF2B5EF4-FFF2-40B4-BE49-F238E27FC236}">
                  <a16:creationId xmlns:a16="http://schemas.microsoft.com/office/drawing/2014/main" id="{305F7031-AF3F-4219-B3F6-0EAB686CC0B5}"/>
                </a:ext>
              </a:extLst>
            </p:cNvPr>
            <p:cNvSpPr>
              <a:spLocks/>
            </p:cNvSpPr>
            <p:nvPr/>
          </p:nvSpPr>
          <p:spPr bwMode="auto">
            <a:xfrm>
              <a:off x="6474020" y="4151313"/>
              <a:ext cx="749690" cy="560388"/>
            </a:xfrm>
            <a:custGeom>
              <a:avLst/>
              <a:gdLst>
                <a:gd name="T0" fmla="*/ 15 w 47"/>
                <a:gd name="T1" fmla="*/ 15 h 35"/>
                <a:gd name="T2" fmla="*/ 0 w 47"/>
                <a:gd name="T3" fmla="*/ 15 h 35"/>
                <a:gd name="T4" fmla="*/ 9 w 47"/>
                <a:gd name="T5" fmla="*/ 9 h 35"/>
                <a:gd name="T6" fmla="*/ 30 w 47"/>
                <a:gd name="T7" fmla="*/ 9 h 35"/>
                <a:gd name="T8" fmla="*/ 30 w 47"/>
                <a:gd name="T9" fmla="*/ 0 h 35"/>
                <a:gd name="T10" fmla="*/ 47 w 47"/>
                <a:gd name="T11" fmla="*/ 18 h 35"/>
                <a:gd name="T12" fmla="*/ 30 w 47"/>
                <a:gd name="T13" fmla="*/ 35 h 35"/>
                <a:gd name="T14" fmla="*/ 30 w 47"/>
                <a:gd name="T15" fmla="*/ 26 h 35"/>
                <a:gd name="T16" fmla="*/ 27 w 47"/>
                <a:gd name="T17" fmla="*/ 26 h 35"/>
                <a:gd name="T18" fmla="*/ 15 w 47"/>
                <a:gd name="T19" fmla="*/ 15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7" h="35">
                  <a:moveTo>
                    <a:pt x="15" y="15"/>
                  </a:moveTo>
                  <a:cubicBezTo>
                    <a:pt x="0" y="15"/>
                    <a:pt x="0" y="15"/>
                    <a:pt x="0" y="15"/>
                  </a:cubicBezTo>
                  <a:cubicBezTo>
                    <a:pt x="1" y="11"/>
                    <a:pt x="5" y="9"/>
                    <a:pt x="9" y="9"/>
                  </a:cubicBezTo>
                  <a:cubicBezTo>
                    <a:pt x="30" y="9"/>
                    <a:pt x="30" y="9"/>
                    <a:pt x="30" y="9"/>
                  </a:cubicBezTo>
                  <a:cubicBezTo>
                    <a:pt x="30" y="0"/>
                    <a:pt x="30" y="0"/>
                    <a:pt x="30" y="0"/>
                  </a:cubicBezTo>
                  <a:cubicBezTo>
                    <a:pt x="47" y="18"/>
                    <a:pt x="47" y="18"/>
                    <a:pt x="47" y="18"/>
                  </a:cubicBezTo>
                  <a:cubicBezTo>
                    <a:pt x="30" y="35"/>
                    <a:pt x="30" y="35"/>
                    <a:pt x="30" y="35"/>
                  </a:cubicBezTo>
                  <a:cubicBezTo>
                    <a:pt x="30" y="26"/>
                    <a:pt x="30" y="26"/>
                    <a:pt x="30" y="26"/>
                  </a:cubicBezTo>
                  <a:cubicBezTo>
                    <a:pt x="27" y="26"/>
                    <a:pt x="27" y="26"/>
                    <a:pt x="27" y="26"/>
                  </a:cubicBezTo>
                  <a:cubicBezTo>
                    <a:pt x="26" y="20"/>
                    <a:pt x="21" y="15"/>
                    <a:pt x="15" y="15"/>
                  </a:cubicBezTo>
                  <a:close/>
                </a:path>
              </a:pathLst>
            </a:custGeom>
            <a:grpFill/>
            <a:ln>
              <a:noFill/>
            </a:ln>
          </p:spPr>
          <p:txBody>
            <a:bodyPr/>
            <a:lstStyle/>
            <a:p>
              <a:pPr>
                <a:defRPr/>
              </a:pPr>
              <a:endParaRPr lang="zh-CN" altLang="en-US"/>
            </a:p>
          </p:txBody>
        </p:sp>
        <p:sp>
          <p:nvSpPr>
            <p:cNvPr id="21" name="Oval 10">
              <a:extLst>
                <a:ext uri="{FF2B5EF4-FFF2-40B4-BE49-F238E27FC236}">
                  <a16:creationId xmlns:a16="http://schemas.microsoft.com/office/drawing/2014/main" id="{915EE462-70B0-4AE8-9C33-5E05D9061D68}"/>
                </a:ext>
              </a:extLst>
            </p:cNvPr>
            <p:cNvSpPr>
              <a:spLocks noChangeArrowheads="1"/>
            </p:cNvSpPr>
            <p:nvPr/>
          </p:nvSpPr>
          <p:spPr bwMode="auto">
            <a:xfrm>
              <a:off x="5310572" y="1985963"/>
              <a:ext cx="190599" cy="1920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sp>
          <p:nvSpPr>
            <p:cNvPr id="22" name="Freeform 12">
              <a:extLst>
                <a:ext uri="{FF2B5EF4-FFF2-40B4-BE49-F238E27FC236}">
                  <a16:creationId xmlns:a16="http://schemas.microsoft.com/office/drawing/2014/main" id="{CE69FBCF-19D5-4FFB-8333-04A809140190}"/>
                </a:ext>
              </a:extLst>
            </p:cNvPr>
            <p:cNvSpPr>
              <a:spLocks/>
            </p:cNvSpPr>
            <p:nvPr/>
          </p:nvSpPr>
          <p:spPr bwMode="auto">
            <a:xfrm>
              <a:off x="5151739" y="2193925"/>
              <a:ext cx="493970" cy="927100"/>
            </a:xfrm>
            <a:custGeom>
              <a:avLst/>
              <a:gdLst>
                <a:gd name="T0" fmla="*/ 31 w 31"/>
                <a:gd name="T1" fmla="*/ 2 h 58"/>
                <a:gd name="T2" fmla="*/ 27 w 31"/>
                <a:gd name="T3" fmla="*/ 0 h 58"/>
                <a:gd name="T4" fmla="*/ 26 w 31"/>
                <a:gd name="T5" fmla="*/ 0 h 58"/>
                <a:gd name="T6" fmla="*/ 25 w 31"/>
                <a:gd name="T7" fmla="*/ 0 h 58"/>
                <a:gd name="T8" fmla="*/ 25 w 31"/>
                <a:gd name="T9" fmla="*/ 0 h 58"/>
                <a:gd name="T10" fmla="*/ 23 w 31"/>
                <a:gd name="T11" fmla="*/ 0 h 58"/>
                <a:gd name="T12" fmla="*/ 7 w 31"/>
                <a:gd name="T13" fmla="*/ 0 h 58"/>
                <a:gd name="T14" fmla="*/ 7 w 31"/>
                <a:gd name="T15" fmla="*/ 0 h 58"/>
                <a:gd name="T16" fmla="*/ 7 w 31"/>
                <a:gd name="T17" fmla="*/ 0 h 58"/>
                <a:gd name="T18" fmla="*/ 7 w 31"/>
                <a:gd name="T19" fmla="*/ 0 h 58"/>
                <a:gd name="T20" fmla="*/ 4 w 31"/>
                <a:gd name="T21" fmla="*/ 0 h 58"/>
                <a:gd name="T22" fmla="*/ 0 w 31"/>
                <a:gd name="T23" fmla="*/ 5 h 58"/>
                <a:gd name="T24" fmla="*/ 0 w 31"/>
                <a:gd name="T25" fmla="*/ 5 h 58"/>
                <a:gd name="T26" fmla="*/ 0 w 31"/>
                <a:gd name="T27" fmla="*/ 5 h 58"/>
                <a:gd name="T28" fmla="*/ 0 w 31"/>
                <a:gd name="T29" fmla="*/ 23 h 58"/>
                <a:gd name="T30" fmla="*/ 3 w 31"/>
                <a:gd name="T31" fmla="*/ 26 h 58"/>
                <a:gd name="T32" fmla="*/ 6 w 31"/>
                <a:gd name="T33" fmla="*/ 23 h 58"/>
                <a:gd name="T34" fmla="*/ 6 w 31"/>
                <a:gd name="T35" fmla="*/ 6 h 58"/>
                <a:gd name="T36" fmla="*/ 7 w 31"/>
                <a:gd name="T37" fmla="*/ 6 h 58"/>
                <a:gd name="T38" fmla="*/ 7 w 31"/>
                <a:gd name="T39" fmla="*/ 29 h 58"/>
                <a:gd name="T40" fmla="*/ 7 w 31"/>
                <a:gd name="T41" fmla="*/ 29 h 58"/>
                <a:gd name="T42" fmla="*/ 7 w 31"/>
                <a:gd name="T43" fmla="*/ 29 h 58"/>
                <a:gd name="T44" fmla="*/ 7 w 31"/>
                <a:gd name="T45" fmla="*/ 54 h 58"/>
                <a:gd name="T46" fmla="*/ 10 w 31"/>
                <a:gd name="T47" fmla="*/ 58 h 58"/>
                <a:gd name="T48" fmla="*/ 14 w 31"/>
                <a:gd name="T49" fmla="*/ 54 h 58"/>
                <a:gd name="T50" fmla="*/ 14 w 31"/>
                <a:gd name="T51" fmla="*/ 29 h 58"/>
                <a:gd name="T52" fmla="*/ 14 w 31"/>
                <a:gd name="T53" fmla="*/ 29 h 58"/>
                <a:gd name="T54" fmla="*/ 14 w 31"/>
                <a:gd name="T55" fmla="*/ 29 h 58"/>
                <a:gd name="T56" fmla="*/ 14 w 31"/>
                <a:gd name="T57" fmla="*/ 29 h 58"/>
                <a:gd name="T58" fmla="*/ 16 w 31"/>
                <a:gd name="T59" fmla="*/ 27 h 58"/>
                <a:gd name="T60" fmla="*/ 18 w 31"/>
                <a:gd name="T61" fmla="*/ 29 h 58"/>
                <a:gd name="T62" fmla="*/ 18 w 31"/>
                <a:gd name="T63" fmla="*/ 29 h 58"/>
                <a:gd name="T64" fmla="*/ 18 w 31"/>
                <a:gd name="T65" fmla="*/ 29 h 58"/>
                <a:gd name="T66" fmla="*/ 18 w 31"/>
                <a:gd name="T67" fmla="*/ 29 h 58"/>
                <a:gd name="T68" fmla="*/ 18 w 31"/>
                <a:gd name="T69" fmla="*/ 54 h 58"/>
                <a:gd name="T70" fmla="*/ 21 w 31"/>
                <a:gd name="T71" fmla="*/ 58 h 58"/>
                <a:gd name="T72" fmla="*/ 25 w 31"/>
                <a:gd name="T73" fmla="*/ 54 h 58"/>
                <a:gd name="T74" fmla="*/ 25 w 31"/>
                <a:gd name="T75" fmla="*/ 29 h 58"/>
                <a:gd name="T76" fmla="*/ 25 w 31"/>
                <a:gd name="T77" fmla="*/ 29 h 58"/>
                <a:gd name="T78" fmla="*/ 25 w 31"/>
                <a:gd name="T79" fmla="*/ 29 h 58"/>
                <a:gd name="T80" fmla="*/ 25 w 31"/>
                <a:gd name="T81" fmla="*/ 6 h 58"/>
                <a:gd name="T82" fmla="*/ 26 w 31"/>
                <a:gd name="T83" fmla="*/ 6 h 58"/>
                <a:gd name="T84" fmla="*/ 26 w 31"/>
                <a:gd name="T85" fmla="*/ 23 h 58"/>
                <a:gd name="T86" fmla="*/ 28 w 31"/>
                <a:gd name="T87" fmla="*/ 26 h 58"/>
                <a:gd name="T88" fmla="*/ 31 w 31"/>
                <a:gd name="T89" fmla="*/ 23 h 58"/>
                <a:gd name="T90" fmla="*/ 31 w 31"/>
                <a:gd name="T91" fmla="*/ 5 h 58"/>
                <a:gd name="T92" fmla="*/ 31 w 31"/>
                <a:gd name="T93" fmla="*/ 2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 h="58">
                  <a:moveTo>
                    <a:pt x="31" y="2"/>
                  </a:moveTo>
                  <a:cubicBezTo>
                    <a:pt x="30" y="1"/>
                    <a:pt x="29" y="1"/>
                    <a:pt x="27" y="0"/>
                  </a:cubicBezTo>
                  <a:cubicBezTo>
                    <a:pt x="27" y="0"/>
                    <a:pt x="26" y="0"/>
                    <a:pt x="26" y="0"/>
                  </a:cubicBezTo>
                  <a:cubicBezTo>
                    <a:pt x="25" y="0"/>
                    <a:pt x="25" y="0"/>
                    <a:pt x="25" y="0"/>
                  </a:cubicBezTo>
                  <a:cubicBezTo>
                    <a:pt x="25" y="0"/>
                    <a:pt x="25" y="0"/>
                    <a:pt x="25" y="0"/>
                  </a:cubicBezTo>
                  <a:cubicBezTo>
                    <a:pt x="23" y="0"/>
                    <a:pt x="23" y="0"/>
                    <a:pt x="23" y="0"/>
                  </a:cubicBezTo>
                  <a:cubicBezTo>
                    <a:pt x="7" y="0"/>
                    <a:pt x="7" y="0"/>
                    <a:pt x="7" y="0"/>
                  </a:cubicBezTo>
                  <a:cubicBezTo>
                    <a:pt x="7" y="0"/>
                    <a:pt x="7" y="0"/>
                    <a:pt x="7" y="0"/>
                  </a:cubicBezTo>
                  <a:cubicBezTo>
                    <a:pt x="7" y="0"/>
                    <a:pt x="7" y="0"/>
                    <a:pt x="7" y="0"/>
                  </a:cubicBezTo>
                  <a:cubicBezTo>
                    <a:pt x="7" y="0"/>
                    <a:pt x="7" y="0"/>
                    <a:pt x="7" y="0"/>
                  </a:cubicBezTo>
                  <a:cubicBezTo>
                    <a:pt x="6" y="0"/>
                    <a:pt x="5" y="0"/>
                    <a:pt x="4" y="0"/>
                  </a:cubicBezTo>
                  <a:cubicBezTo>
                    <a:pt x="3" y="1"/>
                    <a:pt x="0" y="2"/>
                    <a:pt x="0" y="5"/>
                  </a:cubicBezTo>
                  <a:cubicBezTo>
                    <a:pt x="0" y="5"/>
                    <a:pt x="0" y="5"/>
                    <a:pt x="0" y="5"/>
                  </a:cubicBezTo>
                  <a:cubicBezTo>
                    <a:pt x="0" y="5"/>
                    <a:pt x="0" y="5"/>
                    <a:pt x="0" y="5"/>
                  </a:cubicBezTo>
                  <a:cubicBezTo>
                    <a:pt x="0" y="23"/>
                    <a:pt x="0" y="23"/>
                    <a:pt x="0" y="23"/>
                  </a:cubicBezTo>
                  <a:cubicBezTo>
                    <a:pt x="0" y="25"/>
                    <a:pt x="2" y="26"/>
                    <a:pt x="3" y="26"/>
                  </a:cubicBezTo>
                  <a:cubicBezTo>
                    <a:pt x="5" y="26"/>
                    <a:pt x="6" y="25"/>
                    <a:pt x="6" y="23"/>
                  </a:cubicBezTo>
                  <a:cubicBezTo>
                    <a:pt x="6" y="6"/>
                    <a:pt x="6" y="6"/>
                    <a:pt x="6" y="6"/>
                  </a:cubicBezTo>
                  <a:cubicBezTo>
                    <a:pt x="7" y="6"/>
                    <a:pt x="7" y="6"/>
                    <a:pt x="7" y="6"/>
                  </a:cubicBezTo>
                  <a:cubicBezTo>
                    <a:pt x="7" y="29"/>
                    <a:pt x="7" y="29"/>
                    <a:pt x="7" y="29"/>
                  </a:cubicBezTo>
                  <a:cubicBezTo>
                    <a:pt x="7" y="29"/>
                    <a:pt x="7" y="29"/>
                    <a:pt x="7" y="29"/>
                  </a:cubicBezTo>
                  <a:cubicBezTo>
                    <a:pt x="7" y="29"/>
                    <a:pt x="7" y="29"/>
                    <a:pt x="7" y="29"/>
                  </a:cubicBezTo>
                  <a:cubicBezTo>
                    <a:pt x="7" y="54"/>
                    <a:pt x="7" y="54"/>
                    <a:pt x="7" y="54"/>
                  </a:cubicBezTo>
                  <a:cubicBezTo>
                    <a:pt x="7" y="56"/>
                    <a:pt x="8" y="58"/>
                    <a:pt x="10" y="58"/>
                  </a:cubicBezTo>
                  <a:cubicBezTo>
                    <a:pt x="12" y="58"/>
                    <a:pt x="14" y="56"/>
                    <a:pt x="14" y="54"/>
                  </a:cubicBezTo>
                  <a:cubicBezTo>
                    <a:pt x="14" y="29"/>
                    <a:pt x="14" y="29"/>
                    <a:pt x="14" y="29"/>
                  </a:cubicBezTo>
                  <a:cubicBezTo>
                    <a:pt x="14" y="29"/>
                    <a:pt x="14" y="29"/>
                    <a:pt x="14" y="29"/>
                  </a:cubicBezTo>
                  <a:cubicBezTo>
                    <a:pt x="14" y="29"/>
                    <a:pt x="14" y="29"/>
                    <a:pt x="14" y="29"/>
                  </a:cubicBezTo>
                  <a:cubicBezTo>
                    <a:pt x="14" y="29"/>
                    <a:pt x="14" y="29"/>
                    <a:pt x="14" y="29"/>
                  </a:cubicBezTo>
                  <a:cubicBezTo>
                    <a:pt x="14" y="28"/>
                    <a:pt x="15" y="27"/>
                    <a:pt x="16" y="27"/>
                  </a:cubicBezTo>
                  <a:cubicBezTo>
                    <a:pt x="17" y="27"/>
                    <a:pt x="18" y="28"/>
                    <a:pt x="18" y="29"/>
                  </a:cubicBezTo>
                  <a:cubicBezTo>
                    <a:pt x="18" y="29"/>
                    <a:pt x="18" y="29"/>
                    <a:pt x="18" y="29"/>
                  </a:cubicBezTo>
                  <a:cubicBezTo>
                    <a:pt x="18" y="29"/>
                    <a:pt x="18" y="29"/>
                    <a:pt x="18" y="29"/>
                  </a:cubicBezTo>
                  <a:cubicBezTo>
                    <a:pt x="18" y="29"/>
                    <a:pt x="18" y="29"/>
                    <a:pt x="18" y="29"/>
                  </a:cubicBezTo>
                  <a:cubicBezTo>
                    <a:pt x="18" y="54"/>
                    <a:pt x="18" y="54"/>
                    <a:pt x="18" y="54"/>
                  </a:cubicBezTo>
                  <a:cubicBezTo>
                    <a:pt x="18" y="56"/>
                    <a:pt x="19" y="58"/>
                    <a:pt x="21" y="58"/>
                  </a:cubicBezTo>
                  <a:cubicBezTo>
                    <a:pt x="23" y="58"/>
                    <a:pt x="25" y="56"/>
                    <a:pt x="25" y="54"/>
                  </a:cubicBezTo>
                  <a:cubicBezTo>
                    <a:pt x="25" y="29"/>
                    <a:pt x="25" y="29"/>
                    <a:pt x="25" y="29"/>
                  </a:cubicBezTo>
                  <a:cubicBezTo>
                    <a:pt x="25" y="29"/>
                    <a:pt x="25" y="29"/>
                    <a:pt x="25" y="29"/>
                  </a:cubicBezTo>
                  <a:cubicBezTo>
                    <a:pt x="25" y="29"/>
                    <a:pt x="25" y="29"/>
                    <a:pt x="25" y="29"/>
                  </a:cubicBezTo>
                  <a:cubicBezTo>
                    <a:pt x="25" y="6"/>
                    <a:pt x="25" y="6"/>
                    <a:pt x="25" y="6"/>
                  </a:cubicBezTo>
                  <a:cubicBezTo>
                    <a:pt x="26" y="6"/>
                    <a:pt x="26" y="6"/>
                    <a:pt x="26" y="6"/>
                  </a:cubicBezTo>
                  <a:cubicBezTo>
                    <a:pt x="26" y="23"/>
                    <a:pt x="26" y="23"/>
                    <a:pt x="26" y="23"/>
                  </a:cubicBezTo>
                  <a:cubicBezTo>
                    <a:pt x="26" y="25"/>
                    <a:pt x="27" y="26"/>
                    <a:pt x="28" y="26"/>
                  </a:cubicBezTo>
                  <a:cubicBezTo>
                    <a:pt x="30" y="26"/>
                    <a:pt x="31" y="25"/>
                    <a:pt x="31" y="23"/>
                  </a:cubicBezTo>
                  <a:cubicBezTo>
                    <a:pt x="31" y="5"/>
                    <a:pt x="31" y="5"/>
                    <a:pt x="31" y="5"/>
                  </a:cubicBezTo>
                  <a:cubicBezTo>
                    <a:pt x="31" y="4"/>
                    <a:pt x="31" y="3"/>
                    <a:pt x="31" y="2"/>
                  </a:cubicBez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p>
          </p:txBody>
        </p:sp>
      </p:grpSp>
      <p:cxnSp>
        <p:nvCxnSpPr>
          <p:cNvPr id="4" name="直接连接符 3">
            <a:extLst>
              <a:ext uri="{FF2B5EF4-FFF2-40B4-BE49-F238E27FC236}">
                <a16:creationId xmlns:a16="http://schemas.microsoft.com/office/drawing/2014/main" id="{D98CA4B4-2228-4E83-823A-9E7DBF40BE83}"/>
              </a:ext>
            </a:extLst>
          </p:cNvPr>
          <p:cNvCxnSpPr/>
          <p:nvPr/>
        </p:nvCxnSpPr>
        <p:spPr bwMode="auto">
          <a:xfrm>
            <a:off x="500063" y="3916363"/>
            <a:ext cx="8202612" cy="0"/>
          </a:xfrm>
          <a:prstGeom prst="line">
            <a:avLst/>
          </a:prstGeom>
          <a:solidFill>
            <a:schemeClr val="accent1"/>
          </a:solidFill>
          <a:ln w="9525" cap="flat" cmpd="sng" algn="ctr">
            <a:solidFill>
              <a:schemeClr val="bg2">
                <a:lumMod val="40000"/>
                <a:lumOff val="60000"/>
              </a:schemeClr>
            </a:solidFill>
            <a:prstDash val="solid"/>
            <a:round/>
            <a:headEnd type="none" w="med" len="med"/>
            <a:tailEnd type="none" w="med" len="med"/>
          </a:ln>
        </p:spPr>
      </p:cxnSp>
      <p:sp>
        <p:nvSpPr>
          <p:cNvPr id="26" name="Shape 26">
            <a:extLst>
              <a:ext uri="{FF2B5EF4-FFF2-40B4-BE49-F238E27FC236}">
                <a16:creationId xmlns:a16="http://schemas.microsoft.com/office/drawing/2014/main" id="{B503DB2A-8A4F-4CA3-A5C5-36E6436BE170}"/>
              </a:ext>
            </a:extLst>
          </p:cNvPr>
          <p:cNvSpPr/>
          <p:nvPr/>
        </p:nvSpPr>
        <p:spPr>
          <a:xfrm flipH="1">
            <a:off x="0" y="5607050"/>
            <a:ext cx="9140825" cy="1250950"/>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5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box(in)">
                                      <p:cBhvr>
                                        <p:cTn id="10" dur="500"/>
                                        <p:tgtEl>
                                          <p:spTgt spid="2"/>
                                        </p:tgtEl>
                                      </p:cBhvr>
                                    </p:animEffect>
                                  </p:childTnLst>
                                </p:cTn>
                              </p:par>
                            </p:childTnLst>
                          </p:cTn>
                        </p:par>
                        <p:par>
                          <p:cTn id="11" fill="hold" nodeType="afterGroup">
                            <p:stCondLst>
                              <p:cond delay="500"/>
                            </p:stCondLst>
                            <p:childTnLst>
                              <p:par>
                                <p:cTn id="12" presetID="4" presetClass="entr" presetSubtype="16" fill="hold" grpId="0" nodeType="afterEffect">
                                  <p:stCondLst>
                                    <p:cond delay="0"/>
                                  </p:stCondLst>
                                  <p:childTnLst>
                                    <p:set>
                                      <p:cBhvr>
                                        <p:cTn id="13" dur="1" fill="hold">
                                          <p:stCondLst>
                                            <p:cond delay="0"/>
                                          </p:stCondLst>
                                        </p:cTn>
                                        <p:tgtEl>
                                          <p:spTgt spid="377876"/>
                                        </p:tgtEl>
                                        <p:attrNameLst>
                                          <p:attrName>style.visibility</p:attrName>
                                        </p:attrNameLst>
                                      </p:cBhvr>
                                      <p:to>
                                        <p:strVal val="visible"/>
                                      </p:to>
                                    </p:set>
                                    <p:animEffect transition="in" filter="box(in)">
                                      <p:cBhvr>
                                        <p:cTn id="14" dur="500"/>
                                        <p:tgtEl>
                                          <p:spTgt spid="377876"/>
                                        </p:tgtEl>
                                      </p:cBhvr>
                                    </p:animEffect>
                                  </p:childTnLst>
                                </p:cTn>
                              </p:par>
                              <p:par>
                                <p:cTn id="15" presetID="42" presetClass="entr" presetSubtype="0" fill="hold"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1000"/>
                                        <p:tgtEl>
                                          <p:spTgt spid="26"/>
                                        </p:tgtEl>
                                      </p:cBhvr>
                                    </p:animEffect>
                                    <p:anim calcmode="lin" valueType="num">
                                      <p:cBhvr>
                                        <p:cTn id="18" dur="1000" fill="hold"/>
                                        <p:tgtEl>
                                          <p:spTgt spid="26"/>
                                        </p:tgtEl>
                                        <p:attrNameLst>
                                          <p:attrName>ppt_x</p:attrName>
                                        </p:attrNameLst>
                                      </p:cBhvr>
                                      <p:tavLst>
                                        <p:tav tm="0">
                                          <p:val>
                                            <p:strVal val="#ppt_x"/>
                                          </p:val>
                                        </p:tav>
                                        <p:tav tm="100000">
                                          <p:val>
                                            <p:strVal val="#ppt_x"/>
                                          </p:val>
                                        </p:tav>
                                      </p:tavLst>
                                    </p:anim>
                                    <p:anim calcmode="lin" valueType="num">
                                      <p:cBhvr>
                                        <p:cTn id="19" dur="10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7876"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2068" name="Rectangle 4">
            <a:extLst>
              <a:ext uri="{FF2B5EF4-FFF2-40B4-BE49-F238E27FC236}">
                <a16:creationId xmlns:a16="http://schemas.microsoft.com/office/drawing/2014/main" id="{4A0D8E69-059F-49D0-9D6F-46EB8CD1EFDA}"/>
              </a:ext>
            </a:extLst>
          </p:cNvPr>
          <p:cNvSpPr>
            <a:spLocks noChangeArrowheads="1"/>
          </p:cNvSpPr>
          <p:nvPr/>
        </p:nvSpPr>
        <p:spPr bwMode="auto">
          <a:xfrm>
            <a:off x="944563" y="1193800"/>
            <a:ext cx="2841625" cy="461963"/>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ym typeface="+mn-lt"/>
              </a:rPr>
              <a:t>如何实现？</a:t>
            </a:r>
          </a:p>
        </p:txBody>
      </p:sp>
      <p:sp>
        <p:nvSpPr>
          <p:cNvPr id="472069" name="Rectangle 5">
            <a:extLst>
              <a:ext uri="{FF2B5EF4-FFF2-40B4-BE49-F238E27FC236}">
                <a16:creationId xmlns:a16="http://schemas.microsoft.com/office/drawing/2014/main" id="{574D4BFE-1D24-47C3-8D43-307C5F8D5A8C}"/>
              </a:ext>
            </a:extLst>
          </p:cNvPr>
          <p:cNvSpPr>
            <a:spLocks noChangeArrowheads="1"/>
          </p:cNvSpPr>
          <p:nvPr/>
        </p:nvSpPr>
        <p:spPr bwMode="auto">
          <a:xfrm>
            <a:off x="3783013" y="1185863"/>
            <a:ext cx="3652837" cy="460375"/>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ym typeface="+mn-lt"/>
              </a:rPr>
              <a:t>通过</a:t>
            </a:r>
            <a:r>
              <a:rPr lang="zh-CN" altLang="en-US">
                <a:solidFill>
                  <a:srgbClr val="FF0000"/>
                </a:solidFill>
                <a:sym typeface="+mn-lt"/>
              </a:rPr>
              <a:t>指针</a:t>
            </a:r>
            <a:r>
              <a:rPr lang="zh-CN" altLang="en-US">
                <a:sym typeface="+mn-lt"/>
              </a:rPr>
              <a:t>来实现</a:t>
            </a:r>
          </a:p>
        </p:txBody>
      </p:sp>
      <p:sp>
        <p:nvSpPr>
          <p:cNvPr id="472072" name="Text Box 8">
            <a:extLst>
              <a:ext uri="{FF2B5EF4-FFF2-40B4-BE49-F238E27FC236}">
                <a16:creationId xmlns:a16="http://schemas.microsoft.com/office/drawing/2014/main" id="{2AAB512F-17FD-4FDE-BE84-9C091FD3E159}"/>
              </a:ext>
            </a:extLst>
          </p:cNvPr>
          <p:cNvSpPr txBox="1">
            <a:spLocks noChangeArrowheads="1"/>
          </p:cNvSpPr>
          <p:nvPr/>
        </p:nvSpPr>
        <p:spPr bwMode="auto">
          <a:xfrm>
            <a:off x="938213" y="1852613"/>
            <a:ext cx="2690812" cy="482600"/>
          </a:xfrm>
          <a:prstGeom prst="rect">
            <a:avLst/>
          </a:prstGeom>
          <a:noFill/>
          <a:ln w="9525">
            <a:noFill/>
            <a:miter lim="800000"/>
          </a:ln>
        </p:spPr>
        <p:txBody>
          <a:bodyPr wrap="none" lIns="112947" tIns="56473" rIns="112947" bIns="56473">
            <a:spAutoFit/>
          </a:bodyPr>
          <a:lstStyle>
            <a:lvl1pPr defTabSz="1127125">
              <a:defRPr sz="2800">
                <a:solidFill>
                  <a:schemeClr val="tx1"/>
                </a:solidFill>
                <a:latin typeface="Times New Roman" panose="02020603050405020304" pitchFamily="18" charset="0"/>
                <a:ea typeface="仿宋_GB2312" pitchFamily="49" charset="-122"/>
              </a:defRPr>
            </a:lvl1pPr>
            <a:lvl2pPr marL="742950" indent="-285750" defTabSz="1127125">
              <a:defRPr sz="2800">
                <a:solidFill>
                  <a:schemeClr val="tx1"/>
                </a:solidFill>
                <a:latin typeface="Times New Roman" panose="02020603050405020304" pitchFamily="18" charset="0"/>
                <a:ea typeface="仿宋_GB2312" pitchFamily="49" charset="-122"/>
              </a:defRPr>
            </a:lvl2pPr>
            <a:lvl3pPr marL="1143000" indent="-228600" defTabSz="1127125">
              <a:defRPr sz="2800">
                <a:solidFill>
                  <a:schemeClr val="tx1"/>
                </a:solidFill>
                <a:latin typeface="Times New Roman" panose="02020603050405020304" pitchFamily="18" charset="0"/>
                <a:ea typeface="仿宋_GB2312" pitchFamily="49" charset="-122"/>
              </a:defRPr>
            </a:lvl3pPr>
            <a:lvl4pPr marL="1600200" indent="-228600" defTabSz="1127125">
              <a:defRPr sz="2800">
                <a:solidFill>
                  <a:schemeClr val="tx1"/>
                </a:solidFill>
                <a:latin typeface="Times New Roman" panose="02020603050405020304" pitchFamily="18" charset="0"/>
                <a:ea typeface="仿宋_GB2312" pitchFamily="49" charset="-122"/>
              </a:defRPr>
            </a:lvl4pPr>
            <a:lvl5pPr marL="2057400" indent="-228600" defTabSz="1127125">
              <a:defRPr sz="2800">
                <a:solidFill>
                  <a:schemeClr val="tx1"/>
                </a:solidFill>
                <a:latin typeface="Times New Roman" panose="02020603050405020304" pitchFamily="18" charset="0"/>
                <a:ea typeface="仿宋_GB2312" pitchFamily="49" charset="-122"/>
              </a:defRPr>
            </a:lvl5pPr>
            <a:lvl6pPr marL="2514600" indent="-228600" defTabSz="1127125"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defTabSz="1127125"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defTabSz="1127125"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defTabSz="1127125"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r>
              <a:rPr kumimoji="1" lang="zh-CN" altLang="en-US" sz="2400">
                <a:solidFill>
                  <a:schemeClr val="hlink"/>
                </a:solidFill>
                <a:ea typeface="微软雅黑" panose="020B0503020204020204" pitchFamily="34" charset="-122"/>
                <a:sym typeface="+mn-lt"/>
              </a:rPr>
              <a:t>单链表的存储映像</a:t>
            </a:r>
            <a:endParaRPr kumimoji="1" lang="zh-CN" altLang="en-US" sz="2400">
              <a:ea typeface="微软雅黑" panose="020B0503020204020204" pitchFamily="34" charset="-122"/>
              <a:sym typeface="+mn-lt"/>
            </a:endParaRPr>
          </a:p>
        </p:txBody>
      </p:sp>
      <p:sp>
        <p:nvSpPr>
          <p:cNvPr id="76805" name="Rectangle 9">
            <a:extLst>
              <a:ext uri="{FF2B5EF4-FFF2-40B4-BE49-F238E27FC236}">
                <a16:creationId xmlns:a16="http://schemas.microsoft.com/office/drawing/2014/main" id="{6ED18695-E00D-4ACD-8478-A296251D02AF}"/>
              </a:ext>
            </a:extLst>
          </p:cNvPr>
          <p:cNvSpPr>
            <a:spLocks noChangeArrowheads="1"/>
          </p:cNvSpPr>
          <p:nvPr/>
        </p:nvSpPr>
        <p:spPr bwMode="auto">
          <a:xfrm>
            <a:off x="989013" y="2427288"/>
            <a:ext cx="7543800" cy="609600"/>
          </a:xfrm>
          <a:prstGeom prst="rect">
            <a:avLst/>
          </a:prstGeom>
          <a:solidFill>
            <a:srgbClr val="B8D4EC"/>
          </a:solidFill>
          <a:ln w="9525">
            <a:no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a:latin typeface="+mn-lt"/>
              <a:ea typeface="+mn-ea"/>
              <a:cs typeface="+mn-ea"/>
              <a:sym typeface="+mn-lt"/>
            </a:endParaRPr>
          </a:p>
        </p:txBody>
      </p:sp>
      <p:sp>
        <p:nvSpPr>
          <p:cNvPr id="76806" name="Line 10">
            <a:extLst>
              <a:ext uri="{FF2B5EF4-FFF2-40B4-BE49-F238E27FC236}">
                <a16:creationId xmlns:a16="http://schemas.microsoft.com/office/drawing/2014/main" id="{96018171-2497-4EC3-8BD4-B378F4828ECD}"/>
              </a:ext>
            </a:extLst>
          </p:cNvPr>
          <p:cNvSpPr>
            <a:spLocks noChangeShapeType="1"/>
          </p:cNvSpPr>
          <p:nvPr/>
        </p:nvSpPr>
        <p:spPr bwMode="auto">
          <a:xfrm flipV="1">
            <a:off x="1065213" y="3189288"/>
            <a:ext cx="0" cy="381000"/>
          </a:xfrm>
          <a:prstGeom prst="line">
            <a:avLst/>
          </a:prstGeom>
          <a:noFill/>
          <a:ln w="38100">
            <a:solidFill>
              <a:srgbClr val="CC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07" name="Text Box 11">
            <a:extLst>
              <a:ext uri="{FF2B5EF4-FFF2-40B4-BE49-F238E27FC236}">
                <a16:creationId xmlns:a16="http://schemas.microsoft.com/office/drawing/2014/main" id="{B48DE879-7E8A-41A6-8421-F683F37D73E3}"/>
              </a:ext>
            </a:extLst>
          </p:cNvPr>
          <p:cNvSpPr txBox="1">
            <a:spLocks noChangeArrowheads="1"/>
          </p:cNvSpPr>
          <p:nvPr/>
        </p:nvSpPr>
        <p:spPr bwMode="auto">
          <a:xfrm>
            <a:off x="889000" y="3494088"/>
            <a:ext cx="66198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solidFill>
                  <a:srgbClr val="CC3300"/>
                </a:solidFill>
                <a:latin typeface="+mn-lt"/>
                <a:ea typeface="+mn-ea"/>
                <a:cs typeface="+mn-ea"/>
                <a:sym typeface="+mn-lt"/>
              </a:rPr>
              <a:t>free</a:t>
            </a:r>
            <a:endParaRPr lang="en-US" altLang="zh-CN">
              <a:latin typeface="+mn-lt"/>
              <a:ea typeface="+mn-ea"/>
              <a:cs typeface="+mn-ea"/>
              <a:sym typeface="+mn-lt"/>
            </a:endParaRPr>
          </a:p>
        </p:txBody>
      </p:sp>
      <p:sp>
        <p:nvSpPr>
          <p:cNvPr id="76808" name="Text Box 12">
            <a:extLst>
              <a:ext uri="{FF2B5EF4-FFF2-40B4-BE49-F238E27FC236}">
                <a16:creationId xmlns:a16="http://schemas.microsoft.com/office/drawing/2014/main" id="{EC0DA4C8-4E89-4150-A4FC-A12E9F6DE703}"/>
              </a:ext>
            </a:extLst>
          </p:cNvPr>
          <p:cNvSpPr txBox="1">
            <a:spLocks noChangeArrowheads="1"/>
          </p:cNvSpPr>
          <p:nvPr/>
        </p:nvSpPr>
        <p:spPr bwMode="auto">
          <a:xfrm>
            <a:off x="2622550" y="3419475"/>
            <a:ext cx="27574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en-US" altLang="zh-CN">
                <a:solidFill>
                  <a:schemeClr val="accent2"/>
                </a:solidFill>
                <a:sym typeface="+mn-lt"/>
              </a:rPr>
              <a:t>(a) </a:t>
            </a:r>
            <a:r>
              <a:rPr lang="zh-CN" altLang="zh-CN">
                <a:solidFill>
                  <a:schemeClr val="accent2"/>
                </a:solidFill>
                <a:sym typeface="+mn-lt"/>
              </a:rPr>
              <a:t>可利用存储空间</a:t>
            </a:r>
            <a:endParaRPr lang="zh-CN" altLang="en-US">
              <a:sym typeface="+mn-lt"/>
            </a:endParaRPr>
          </a:p>
        </p:txBody>
      </p:sp>
      <p:sp>
        <p:nvSpPr>
          <p:cNvPr id="76809" name="Rectangle 13">
            <a:extLst>
              <a:ext uri="{FF2B5EF4-FFF2-40B4-BE49-F238E27FC236}">
                <a16:creationId xmlns:a16="http://schemas.microsoft.com/office/drawing/2014/main" id="{9B40F91F-463C-4687-9249-A1298D137F7D}"/>
              </a:ext>
            </a:extLst>
          </p:cNvPr>
          <p:cNvSpPr>
            <a:spLocks noChangeArrowheads="1"/>
          </p:cNvSpPr>
          <p:nvPr/>
        </p:nvSpPr>
        <p:spPr bwMode="auto">
          <a:xfrm>
            <a:off x="989013" y="4103688"/>
            <a:ext cx="7543800" cy="609600"/>
          </a:xfrm>
          <a:prstGeom prst="rect">
            <a:avLst/>
          </a:prstGeom>
          <a:solidFill>
            <a:srgbClr val="B8D4EC"/>
          </a:solidFill>
          <a:ln w="9525">
            <a:no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a:latin typeface="+mn-lt"/>
              <a:ea typeface="+mn-ea"/>
              <a:cs typeface="+mn-ea"/>
              <a:sym typeface="+mn-lt"/>
            </a:endParaRPr>
          </a:p>
        </p:txBody>
      </p:sp>
      <p:sp>
        <p:nvSpPr>
          <p:cNvPr id="76810" name="Rectangle 14">
            <a:extLst>
              <a:ext uri="{FF2B5EF4-FFF2-40B4-BE49-F238E27FC236}">
                <a16:creationId xmlns:a16="http://schemas.microsoft.com/office/drawing/2014/main" id="{9FB20FA4-38CA-4EC2-AE72-0B014A483AE7}"/>
              </a:ext>
            </a:extLst>
          </p:cNvPr>
          <p:cNvSpPr>
            <a:spLocks noChangeArrowheads="1"/>
          </p:cNvSpPr>
          <p:nvPr/>
        </p:nvSpPr>
        <p:spPr bwMode="auto">
          <a:xfrm>
            <a:off x="1674813" y="4103688"/>
            <a:ext cx="685800" cy="609600"/>
          </a:xfrm>
          <a:prstGeom prst="rect">
            <a:avLst/>
          </a:prstGeom>
          <a:solidFill>
            <a:schemeClr val="bg2">
              <a:lumMod val="20000"/>
              <a:lumOff val="80000"/>
            </a:schemeClr>
          </a:solidFill>
          <a:ln w="6350">
            <a:solidFill>
              <a:srgbClr val="C0504D"/>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sp>
        <p:nvSpPr>
          <p:cNvPr id="76811" name="Rectangle 15">
            <a:extLst>
              <a:ext uri="{FF2B5EF4-FFF2-40B4-BE49-F238E27FC236}">
                <a16:creationId xmlns:a16="http://schemas.microsoft.com/office/drawing/2014/main" id="{0E29FC66-2345-412E-B0C4-49766BAF610D}"/>
              </a:ext>
            </a:extLst>
          </p:cNvPr>
          <p:cNvSpPr>
            <a:spLocks noChangeArrowheads="1"/>
          </p:cNvSpPr>
          <p:nvPr/>
        </p:nvSpPr>
        <p:spPr bwMode="auto">
          <a:xfrm>
            <a:off x="6018213" y="4103688"/>
            <a:ext cx="685800" cy="609600"/>
          </a:xfrm>
          <a:prstGeom prst="rect">
            <a:avLst/>
          </a:prstGeom>
          <a:solidFill>
            <a:schemeClr val="bg2">
              <a:lumMod val="20000"/>
              <a:lumOff val="80000"/>
            </a:schemeClr>
          </a:solidFill>
          <a:ln w="6350">
            <a:solidFill>
              <a:srgbClr val="C0504D"/>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sp>
        <p:nvSpPr>
          <p:cNvPr id="76812" name="Rectangle 16">
            <a:extLst>
              <a:ext uri="{FF2B5EF4-FFF2-40B4-BE49-F238E27FC236}">
                <a16:creationId xmlns:a16="http://schemas.microsoft.com/office/drawing/2014/main" id="{B8DA3FCB-ABB8-45AC-A6FE-7D348F1B8CA5}"/>
              </a:ext>
            </a:extLst>
          </p:cNvPr>
          <p:cNvSpPr>
            <a:spLocks noChangeArrowheads="1"/>
          </p:cNvSpPr>
          <p:nvPr/>
        </p:nvSpPr>
        <p:spPr bwMode="auto">
          <a:xfrm>
            <a:off x="4722813" y="4103688"/>
            <a:ext cx="685800" cy="609600"/>
          </a:xfrm>
          <a:prstGeom prst="rect">
            <a:avLst/>
          </a:prstGeom>
          <a:solidFill>
            <a:schemeClr val="bg2">
              <a:lumMod val="20000"/>
              <a:lumOff val="80000"/>
            </a:schemeClr>
          </a:solidFill>
          <a:ln w="6350">
            <a:solidFill>
              <a:srgbClr val="C0504D"/>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sp>
        <p:nvSpPr>
          <p:cNvPr id="76813" name="Rectangle 17">
            <a:extLst>
              <a:ext uri="{FF2B5EF4-FFF2-40B4-BE49-F238E27FC236}">
                <a16:creationId xmlns:a16="http://schemas.microsoft.com/office/drawing/2014/main" id="{4B402544-130A-469A-AE38-EC31CC611A59}"/>
              </a:ext>
            </a:extLst>
          </p:cNvPr>
          <p:cNvSpPr>
            <a:spLocks noChangeArrowheads="1"/>
          </p:cNvSpPr>
          <p:nvPr/>
        </p:nvSpPr>
        <p:spPr bwMode="auto">
          <a:xfrm>
            <a:off x="2970213" y="4103688"/>
            <a:ext cx="685800" cy="609600"/>
          </a:xfrm>
          <a:prstGeom prst="rect">
            <a:avLst/>
          </a:prstGeom>
          <a:solidFill>
            <a:schemeClr val="bg2">
              <a:lumMod val="20000"/>
              <a:lumOff val="80000"/>
            </a:schemeClr>
          </a:solidFill>
          <a:ln w="6350">
            <a:solidFill>
              <a:srgbClr val="C0504D"/>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sp>
        <p:nvSpPr>
          <p:cNvPr id="76814" name="Line 18">
            <a:extLst>
              <a:ext uri="{FF2B5EF4-FFF2-40B4-BE49-F238E27FC236}">
                <a16:creationId xmlns:a16="http://schemas.microsoft.com/office/drawing/2014/main" id="{62E517C9-5013-478D-A1D9-CB099CB1867D}"/>
              </a:ext>
            </a:extLst>
          </p:cNvPr>
          <p:cNvSpPr>
            <a:spLocks noChangeShapeType="1"/>
          </p:cNvSpPr>
          <p:nvPr/>
        </p:nvSpPr>
        <p:spPr bwMode="auto">
          <a:xfrm>
            <a:off x="2132013" y="4103688"/>
            <a:ext cx="0" cy="609600"/>
          </a:xfrm>
          <a:prstGeom prst="line">
            <a:avLst/>
          </a:prstGeom>
          <a:noFill/>
          <a:ln w="9525">
            <a:solidFill>
              <a:srgbClr val="C0504D"/>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15" name="Text Box 19">
            <a:extLst>
              <a:ext uri="{FF2B5EF4-FFF2-40B4-BE49-F238E27FC236}">
                <a16:creationId xmlns:a16="http://schemas.microsoft.com/office/drawing/2014/main" id="{8FD6A005-652E-4FB9-8DEF-89B15F4185FE}"/>
              </a:ext>
            </a:extLst>
          </p:cNvPr>
          <p:cNvSpPr txBox="1">
            <a:spLocks noChangeArrowheads="1"/>
          </p:cNvSpPr>
          <p:nvPr/>
        </p:nvSpPr>
        <p:spPr bwMode="auto">
          <a:xfrm>
            <a:off x="1712913" y="4108450"/>
            <a:ext cx="4826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dirty="0">
                <a:solidFill>
                  <a:srgbClr val="FF5050"/>
                </a:solidFill>
                <a:latin typeface="+mn-lt"/>
                <a:ea typeface="+mn-ea"/>
                <a:cs typeface="+mn-ea"/>
                <a:sym typeface="+mn-lt"/>
              </a:rPr>
              <a:t>a</a:t>
            </a:r>
            <a:r>
              <a:rPr lang="en-US" altLang="zh-CN" baseline="-25000" dirty="0">
                <a:solidFill>
                  <a:srgbClr val="FF5050"/>
                </a:solidFill>
                <a:latin typeface="+mn-lt"/>
                <a:ea typeface="+mn-ea"/>
                <a:cs typeface="+mn-ea"/>
                <a:sym typeface="+mn-lt"/>
              </a:rPr>
              <a:t>0</a:t>
            </a:r>
            <a:endParaRPr lang="en-US" altLang="zh-CN" dirty="0">
              <a:latin typeface="+mn-lt"/>
              <a:ea typeface="+mn-ea"/>
              <a:cs typeface="+mn-ea"/>
              <a:sym typeface="+mn-lt"/>
            </a:endParaRPr>
          </a:p>
        </p:txBody>
      </p:sp>
      <p:sp>
        <p:nvSpPr>
          <p:cNvPr id="76816" name="Text Box 20">
            <a:extLst>
              <a:ext uri="{FF2B5EF4-FFF2-40B4-BE49-F238E27FC236}">
                <a16:creationId xmlns:a16="http://schemas.microsoft.com/office/drawing/2014/main" id="{D72FD37F-BD00-4A40-B142-F416482DA92B}"/>
              </a:ext>
            </a:extLst>
          </p:cNvPr>
          <p:cNvSpPr txBox="1">
            <a:spLocks noChangeArrowheads="1"/>
          </p:cNvSpPr>
          <p:nvPr/>
        </p:nvSpPr>
        <p:spPr bwMode="auto">
          <a:xfrm>
            <a:off x="2995613" y="4113213"/>
            <a:ext cx="4826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dirty="0">
                <a:solidFill>
                  <a:srgbClr val="FF5050"/>
                </a:solidFill>
                <a:latin typeface="+mn-lt"/>
                <a:ea typeface="+mn-ea"/>
                <a:cs typeface="+mn-ea"/>
                <a:sym typeface="+mn-lt"/>
              </a:rPr>
              <a:t>a</a:t>
            </a:r>
            <a:r>
              <a:rPr lang="en-US" altLang="zh-CN" baseline="-25000" dirty="0">
                <a:solidFill>
                  <a:srgbClr val="FF5050"/>
                </a:solidFill>
                <a:latin typeface="+mn-lt"/>
                <a:ea typeface="+mn-ea"/>
                <a:cs typeface="+mn-ea"/>
                <a:sym typeface="+mn-lt"/>
              </a:rPr>
              <a:t>2</a:t>
            </a:r>
            <a:endParaRPr lang="en-US" altLang="zh-CN" dirty="0">
              <a:latin typeface="+mn-lt"/>
              <a:ea typeface="+mn-ea"/>
              <a:cs typeface="+mn-ea"/>
              <a:sym typeface="+mn-lt"/>
            </a:endParaRPr>
          </a:p>
        </p:txBody>
      </p:sp>
      <p:sp>
        <p:nvSpPr>
          <p:cNvPr id="76817" name="Text Box 21">
            <a:extLst>
              <a:ext uri="{FF2B5EF4-FFF2-40B4-BE49-F238E27FC236}">
                <a16:creationId xmlns:a16="http://schemas.microsoft.com/office/drawing/2014/main" id="{47053FBC-7458-4313-8241-0F4765868650}"/>
              </a:ext>
            </a:extLst>
          </p:cNvPr>
          <p:cNvSpPr txBox="1">
            <a:spLocks noChangeArrowheads="1"/>
          </p:cNvSpPr>
          <p:nvPr/>
        </p:nvSpPr>
        <p:spPr bwMode="auto">
          <a:xfrm>
            <a:off x="4757738" y="4103688"/>
            <a:ext cx="4826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dirty="0">
                <a:solidFill>
                  <a:srgbClr val="FF5050"/>
                </a:solidFill>
                <a:latin typeface="+mn-lt"/>
                <a:ea typeface="+mn-ea"/>
                <a:cs typeface="+mn-ea"/>
                <a:sym typeface="+mn-lt"/>
              </a:rPr>
              <a:t>a</a:t>
            </a:r>
            <a:r>
              <a:rPr lang="en-US" altLang="zh-CN" baseline="-25000" dirty="0">
                <a:solidFill>
                  <a:srgbClr val="FF5050"/>
                </a:solidFill>
                <a:latin typeface="+mn-lt"/>
                <a:ea typeface="+mn-ea"/>
                <a:cs typeface="+mn-ea"/>
                <a:sym typeface="+mn-lt"/>
              </a:rPr>
              <a:t>1</a:t>
            </a:r>
            <a:endParaRPr lang="en-US" altLang="zh-CN" dirty="0">
              <a:latin typeface="+mn-lt"/>
              <a:ea typeface="+mn-ea"/>
              <a:cs typeface="+mn-ea"/>
              <a:sym typeface="+mn-lt"/>
            </a:endParaRPr>
          </a:p>
        </p:txBody>
      </p:sp>
      <p:sp>
        <p:nvSpPr>
          <p:cNvPr id="76818" name="Text Box 22">
            <a:extLst>
              <a:ext uri="{FF2B5EF4-FFF2-40B4-BE49-F238E27FC236}">
                <a16:creationId xmlns:a16="http://schemas.microsoft.com/office/drawing/2014/main" id="{3364A4AD-6671-40E8-951D-BE8A0F7F89A6}"/>
              </a:ext>
            </a:extLst>
          </p:cNvPr>
          <p:cNvSpPr txBox="1">
            <a:spLocks noChangeArrowheads="1"/>
          </p:cNvSpPr>
          <p:nvPr/>
        </p:nvSpPr>
        <p:spPr bwMode="auto">
          <a:xfrm>
            <a:off x="6018213" y="4094163"/>
            <a:ext cx="4826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dirty="0">
                <a:solidFill>
                  <a:srgbClr val="FF5050"/>
                </a:solidFill>
                <a:latin typeface="+mn-lt"/>
                <a:ea typeface="+mn-ea"/>
                <a:cs typeface="+mn-ea"/>
                <a:sym typeface="+mn-lt"/>
              </a:rPr>
              <a:t>a</a:t>
            </a:r>
            <a:r>
              <a:rPr lang="en-US" altLang="zh-CN" baseline="-25000" dirty="0">
                <a:solidFill>
                  <a:srgbClr val="FF5050"/>
                </a:solidFill>
                <a:latin typeface="+mn-lt"/>
                <a:ea typeface="+mn-ea"/>
                <a:cs typeface="+mn-ea"/>
                <a:sym typeface="+mn-lt"/>
              </a:rPr>
              <a:t>3</a:t>
            </a:r>
            <a:endParaRPr lang="en-US" altLang="zh-CN" dirty="0">
              <a:latin typeface="+mn-lt"/>
              <a:ea typeface="+mn-ea"/>
              <a:cs typeface="+mn-ea"/>
              <a:sym typeface="+mn-lt"/>
            </a:endParaRPr>
          </a:p>
        </p:txBody>
      </p:sp>
      <p:sp>
        <p:nvSpPr>
          <p:cNvPr id="76819" name="Line 23">
            <a:extLst>
              <a:ext uri="{FF2B5EF4-FFF2-40B4-BE49-F238E27FC236}">
                <a16:creationId xmlns:a16="http://schemas.microsoft.com/office/drawing/2014/main" id="{4C219461-4635-4B0A-A0FB-BEA8FA6C5EE9}"/>
              </a:ext>
            </a:extLst>
          </p:cNvPr>
          <p:cNvSpPr>
            <a:spLocks noChangeShapeType="1"/>
          </p:cNvSpPr>
          <p:nvPr/>
        </p:nvSpPr>
        <p:spPr bwMode="auto">
          <a:xfrm>
            <a:off x="3427413" y="4103688"/>
            <a:ext cx="0" cy="609600"/>
          </a:xfrm>
          <a:prstGeom prst="line">
            <a:avLst/>
          </a:prstGeom>
          <a:noFill/>
          <a:ln w="9525">
            <a:solidFill>
              <a:srgbClr val="C0504D"/>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20" name="Line 24">
            <a:extLst>
              <a:ext uri="{FF2B5EF4-FFF2-40B4-BE49-F238E27FC236}">
                <a16:creationId xmlns:a16="http://schemas.microsoft.com/office/drawing/2014/main" id="{BA7F4C09-CE71-4C76-B534-DADE4C473E26}"/>
              </a:ext>
            </a:extLst>
          </p:cNvPr>
          <p:cNvSpPr>
            <a:spLocks noChangeShapeType="1"/>
          </p:cNvSpPr>
          <p:nvPr/>
        </p:nvSpPr>
        <p:spPr bwMode="auto">
          <a:xfrm>
            <a:off x="5180013" y="4103688"/>
            <a:ext cx="0" cy="609600"/>
          </a:xfrm>
          <a:prstGeom prst="line">
            <a:avLst/>
          </a:prstGeom>
          <a:noFill/>
          <a:ln w="9525">
            <a:solidFill>
              <a:srgbClr val="C0504D"/>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21" name="Line 25">
            <a:extLst>
              <a:ext uri="{FF2B5EF4-FFF2-40B4-BE49-F238E27FC236}">
                <a16:creationId xmlns:a16="http://schemas.microsoft.com/office/drawing/2014/main" id="{A5ADA41B-BF47-4A8E-8056-49B14BA711F4}"/>
              </a:ext>
            </a:extLst>
          </p:cNvPr>
          <p:cNvSpPr>
            <a:spLocks noChangeShapeType="1"/>
          </p:cNvSpPr>
          <p:nvPr/>
        </p:nvSpPr>
        <p:spPr bwMode="auto">
          <a:xfrm>
            <a:off x="6475413" y="4103688"/>
            <a:ext cx="0" cy="609600"/>
          </a:xfrm>
          <a:prstGeom prst="line">
            <a:avLst/>
          </a:prstGeom>
          <a:noFill/>
          <a:ln w="9525">
            <a:solidFill>
              <a:srgbClr val="C0504D"/>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22" name="Text Box 26">
            <a:extLst>
              <a:ext uri="{FF2B5EF4-FFF2-40B4-BE49-F238E27FC236}">
                <a16:creationId xmlns:a16="http://schemas.microsoft.com/office/drawing/2014/main" id="{CBCE0063-7AAC-42CB-8B17-86C8680907AA}"/>
              </a:ext>
            </a:extLst>
          </p:cNvPr>
          <p:cNvSpPr txBox="1">
            <a:spLocks noChangeArrowheads="1"/>
          </p:cNvSpPr>
          <p:nvPr/>
        </p:nvSpPr>
        <p:spPr bwMode="auto">
          <a:xfrm>
            <a:off x="6399213" y="4179888"/>
            <a:ext cx="4921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dirty="0">
                <a:solidFill>
                  <a:srgbClr val="C00000"/>
                </a:solidFill>
                <a:latin typeface="+mn-lt"/>
                <a:ea typeface="+mn-ea"/>
                <a:cs typeface="+mn-ea"/>
                <a:sym typeface="+mn-lt"/>
              </a:rPr>
              <a:t></a:t>
            </a:r>
          </a:p>
        </p:txBody>
      </p:sp>
      <p:sp>
        <p:nvSpPr>
          <p:cNvPr id="76823" name="Line 27">
            <a:extLst>
              <a:ext uri="{FF2B5EF4-FFF2-40B4-BE49-F238E27FC236}">
                <a16:creationId xmlns:a16="http://schemas.microsoft.com/office/drawing/2014/main" id="{DEF4FC0B-2C25-416B-A32C-5F3D10783F74}"/>
              </a:ext>
            </a:extLst>
          </p:cNvPr>
          <p:cNvSpPr>
            <a:spLocks noChangeShapeType="1"/>
          </p:cNvSpPr>
          <p:nvPr/>
        </p:nvSpPr>
        <p:spPr bwMode="auto">
          <a:xfrm flipV="1">
            <a:off x="1751013" y="4789488"/>
            <a:ext cx="0" cy="609600"/>
          </a:xfrm>
          <a:prstGeom prst="line">
            <a:avLst/>
          </a:prstGeom>
          <a:noFill/>
          <a:ln w="28575">
            <a:solidFill>
              <a:schemeClr val="accent2"/>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24" name="Line 28">
            <a:extLst>
              <a:ext uri="{FF2B5EF4-FFF2-40B4-BE49-F238E27FC236}">
                <a16:creationId xmlns:a16="http://schemas.microsoft.com/office/drawing/2014/main" id="{31B7FED5-E9B2-45A5-9DC2-2EB7FDBF267B}"/>
              </a:ext>
            </a:extLst>
          </p:cNvPr>
          <p:cNvSpPr>
            <a:spLocks noChangeShapeType="1"/>
          </p:cNvSpPr>
          <p:nvPr/>
        </p:nvSpPr>
        <p:spPr bwMode="auto">
          <a:xfrm flipV="1">
            <a:off x="6780213" y="4789488"/>
            <a:ext cx="0" cy="381000"/>
          </a:xfrm>
          <a:prstGeom prst="line">
            <a:avLst/>
          </a:prstGeom>
          <a:noFill/>
          <a:ln w="38100">
            <a:solidFill>
              <a:srgbClr val="CC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25" name="Text Box 29">
            <a:extLst>
              <a:ext uri="{FF2B5EF4-FFF2-40B4-BE49-F238E27FC236}">
                <a16:creationId xmlns:a16="http://schemas.microsoft.com/office/drawing/2014/main" id="{81DA9871-5162-45F0-8B10-29D3C1F7367B}"/>
              </a:ext>
            </a:extLst>
          </p:cNvPr>
          <p:cNvSpPr txBox="1">
            <a:spLocks noChangeArrowheads="1"/>
          </p:cNvSpPr>
          <p:nvPr/>
        </p:nvSpPr>
        <p:spPr bwMode="auto">
          <a:xfrm>
            <a:off x="6604000" y="5094288"/>
            <a:ext cx="66198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solidFill>
                  <a:srgbClr val="CC3300"/>
                </a:solidFill>
                <a:latin typeface="+mn-lt"/>
                <a:ea typeface="+mn-ea"/>
                <a:cs typeface="+mn-ea"/>
                <a:sym typeface="+mn-lt"/>
              </a:rPr>
              <a:t>free</a:t>
            </a:r>
            <a:endParaRPr lang="en-US" altLang="zh-CN">
              <a:latin typeface="+mn-lt"/>
              <a:ea typeface="+mn-ea"/>
              <a:cs typeface="+mn-ea"/>
              <a:sym typeface="+mn-lt"/>
            </a:endParaRPr>
          </a:p>
        </p:txBody>
      </p:sp>
      <p:sp>
        <p:nvSpPr>
          <p:cNvPr id="76826" name="Text Box 30">
            <a:extLst>
              <a:ext uri="{FF2B5EF4-FFF2-40B4-BE49-F238E27FC236}">
                <a16:creationId xmlns:a16="http://schemas.microsoft.com/office/drawing/2014/main" id="{3A89254D-32AB-4EC8-A8E6-3F24E79E9DE1}"/>
              </a:ext>
            </a:extLst>
          </p:cNvPr>
          <p:cNvSpPr txBox="1">
            <a:spLocks noChangeArrowheads="1"/>
          </p:cNvSpPr>
          <p:nvPr/>
        </p:nvSpPr>
        <p:spPr bwMode="auto">
          <a:xfrm>
            <a:off x="1125538" y="5246688"/>
            <a:ext cx="6794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solidFill>
                  <a:srgbClr val="FF5050"/>
                </a:solidFill>
                <a:latin typeface="+mn-lt"/>
                <a:ea typeface="+mn-ea"/>
                <a:cs typeface="+mn-ea"/>
                <a:sym typeface="+mn-lt"/>
              </a:rPr>
              <a:t>first</a:t>
            </a:r>
            <a:endParaRPr lang="en-US" altLang="zh-CN">
              <a:latin typeface="+mn-lt"/>
              <a:ea typeface="+mn-ea"/>
              <a:cs typeface="+mn-ea"/>
              <a:sym typeface="+mn-lt"/>
            </a:endParaRPr>
          </a:p>
        </p:txBody>
      </p:sp>
      <p:sp>
        <p:nvSpPr>
          <p:cNvPr id="76827" name="Line 31">
            <a:extLst>
              <a:ext uri="{FF2B5EF4-FFF2-40B4-BE49-F238E27FC236}">
                <a16:creationId xmlns:a16="http://schemas.microsoft.com/office/drawing/2014/main" id="{7358363E-B19C-4FB7-AB7B-573678C12794}"/>
              </a:ext>
            </a:extLst>
          </p:cNvPr>
          <p:cNvSpPr>
            <a:spLocks noChangeShapeType="1"/>
          </p:cNvSpPr>
          <p:nvPr/>
        </p:nvSpPr>
        <p:spPr bwMode="auto">
          <a:xfrm>
            <a:off x="2284413" y="4408488"/>
            <a:ext cx="0" cy="685800"/>
          </a:xfrm>
          <a:prstGeom prst="line">
            <a:avLst/>
          </a:prstGeom>
          <a:noFill/>
          <a:ln w="38100">
            <a:solidFill>
              <a:schemeClr val="accent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28" name="Line 32">
            <a:extLst>
              <a:ext uri="{FF2B5EF4-FFF2-40B4-BE49-F238E27FC236}">
                <a16:creationId xmlns:a16="http://schemas.microsoft.com/office/drawing/2014/main" id="{95FE03A8-81D1-4FED-A229-F145501CDC9C}"/>
              </a:ext>
            </a:extLst>
          </p:cNvPr>
          <p:cNvSpPr>
            <a:spLocks noChangeShapeType="1"/>
          </p:cNvSpPr>
          <p:nvPr/>
        </p:nvSpPr>
        <p:spPr bwMode="auto">
          <a:xfrm flipV="1">
            <a:off x="4799013" y="4789488"/>
            <a:ext cx="0" cy="304800"/>
          </a:xfrm>
          <a:prstGeom prst="line">
            <a:avLst/>
          </a:prstGeom>
          <a:noFill/>
          <a:ln w="28575">
            <a:solidFill>
              <a:schemeClr val="accent2"/>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29" name="Line 33">
            <a:extLst>
              <a:ext uri="{FF2B5EF4-FFF2-40B4-BE49-F238E27FC236}">
                <a16:creationId xmlns:a16="http://schemas.microsoft.com/office/drawing/2014/main" id="{030154D1-9D36-4E82-B039-9EF7A789946D}"/>
              </a:ext>
            </a:extLst>
          </p:cNvPr>
          <p:cNvSpPr>
            <a:spLocks noChangeShapeType="1"/>
          </p:cNvSpPr>
          <p:nvPr/>
        </p:nvSpPr>
        <p:spPr bwMode="auto">
          <a:xfrm flipH="1">
            <a:off x="2284413" y="5094288"/>
            <a:ext cx="2514600" cy="0"/>
          </a:xfrm>
          <a:prstGeom prst="line">
            <a:avLst/>
          </a:prstGeom>
          <a:noFill/>
          <a:ln w="28575">
            <a:solidFill>
              <a:schemeClr val="accent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30" name="Line 34">
            <a:extLst>
              <a:ext uri="{FF2B5EF4-FFF2-40B4-BE49-F238E27FC236}">
                <a16:creationId xmlns:a16="http://schemas.microsoft.com/office/drawing/2014/main" id="{DB6AF013-307F-42FC-9D78-71FD84525429}"/>
              </a:ext>
            </a:extLst>
          </p:cNvPr>
          <p:cNvSpPr>
            <a:spLocks noChangeShapeType="1"/>
          </p:cNvSpPr>
          <p:nvPr/>
        </p:nvSpPr>
        <p:spPr bwMode="auto">
          <a:xfrm>
            <a:off x="5332413" y="4408488"/>
            <a:ext cx="0" cy="914400"/>
          </a:xfrm>
          <a:prstGeom prst="line">
            <a:avLst/>
          </a:prstGeom>
          <a:noFill/>
          <a:ln w="28575">
            <a:solidFill>
              <a:schemeClr val="accent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31" name="Line 35">
            <a:extLst>
              <a:ext uri="{FF2B5EF4-FFF2-40B4-BE49-F238E27FC236}">
                <a16:creationId xmlns:a16="http://schemas.microsoft.com/office/drawing/2014/main" id="{EFA4C2A4-6F89-4737-B8D8-7C86D50FC6A5}"/>
              </a:ext>
            </a:extLst>
          </p:cNvPr>
          <p:cNvSpPr>
            <a:spLocks noChangeShapeType="1"/>
          </p:cNvSpPr>
          <p:nvPr/>
        </p:nvSpPr>
        <p:spPr bwMode="auto">
          <a:xfrm flipH="1">
            <a:off x="3046413" y="5322888"/>
            <a:ext cx="2286000" cy="0"/>
          </a:xfrm>
          <a:prstGeom prst="line">
            <a:avLst/>
          </a:prstGeom>
          <a:noFill/>
          <a:ln w="38100">
            <a:solidFill>
              <a:schemeClr val="accent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32" name="Line 36">
            <a:extLst>
              <a:ext uri="{FF2B5EF4-FFF2-40B4-BE49-F238E27FC236}">
                <a16:creationId xmlns:a16="http://schemas.microsoft.com/office/drawing/2014/main" id="{FBBAF928-881A-4F7B-A1BE-DF39C3E36786}"/>
              </a:ext>
            </a:extLst>
          </p:cNvPr>
          <p:cNvSpPr>
            <a:spLocks noChangeShapeType="1"/>
          </p:cNvSpPr>
          <p:nvPr/>
        </p:nvSpPr>
        <p:spPr bwMode="auto">
          <a:xfrm flipV="1">
            <a:off x="3046413" y="4789488"/>
            <a:ext cx="0" cy="533400"/>
          </a:xfrm>
          <a:prstGeom prst="line">
            <a:avLst/>
          </a:prstGeom>
          <a:noFill/>
          <a:ln w="28575">
            <a:solidFill>
              <a:schemeClr val="accent2"/>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33" name="Line 37">
            <a:extLst>
              <a:ext uri="{FF2B5EF4-FFF2-40B4-BE49-F238E27FC236}">
                <a16:creationId xmlns:a16="http://schemas.microsoft.com/office/drawing/2014/main" id="{99CC105D-628A-476C-878D-317F37DCCABC}"/>
              </a:ext>
            </a:extLst>
          </p:cNvPr>
          <p:cNvSpPr>
            <a:spLocks noChangeShapeType="1"/>
          </p:cNvSpPr>
          <p:nvPr/>
        </p:nvSpPr>
        <p:spPr bwMode="auto">
          <a:xfrm>
            <a:off x="3579813" y="4408488"/>
            <a:ext cx="0" cy="1143000"/>
          </a:xfrm>
          <a:prstGeom prst="line">
            <a:avLst/>
          </a:prstGeom>
          <a:noFill/>
          <a:ln w="28575">
            <a:solidFill>
              <a:schemeClr val="accent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34" name="Line 38">
            <a:extLst>
              <a:ext uri="{FF2B5EF4-FFF2-40B4-BE49-F238E27FC236}">
                <a16:creationId xmlns:a16="http://schemas.microsoft.com/office/drawing/2014/main" id="{3BCBD4B8-F67A-4A3F-B86F-30F21068A75D}"/>
              </a:ext>
            </a:extLst>
          </p:cNvPr>
          <p:cNvSpPr>
            <a:spLocks noChangeShapeType="1"/>
          </p:cNvSpPr>
          <p:nvPr/>
        </p:nvSpPr>
        <p:spPr bwMode="auto">
          <a:xfrm>
            <a:off x="3579813" y="5551488"/>
            <a:ext cx="2514600" cy="0"/>
          </a:xfrm>
          <a:prstGeom prst="line">
            <a:avLst/>
          </a:prstGeom>
          <a:noFill/>
          <a:ln w="38100">
            <a:solidFill>
              <a:schemeClr val="accent2"/>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35" name="Line 39">
            <a:extLst>
              <a:ext uri="{FF2B5EF4-FFF2-40B4-BE49-F238E27FC236}">
                <a16:creationId xmlns:a16="http://schemas.microsoft.com/office/drawing/2014/main" id="{46E03BE8-D50F-4041-A583-25463B289741}"/>
              </a:ext>
            </a:extLst>
          </p:cNvPr>
          <p:cNvSpPr>
            <a:spLocks noChangeShapeType="1"/>
          </p:cNvSpPr>
          <p:nvPr/>
        </p:nvSpPr>
        <p:spPr bwMode="auto">
          <a:xfrm flipV="1">
            <a:off x="6094413" y="4789488"/>
            <a:ext cx="0" cy="762000"/>
          </a:xfrm>
          <a:prstGeom prst="line">
            <a:avLst/>
          </a:prstGeom>
          <a:noFill/>
          <a:ln w="28575">
            <a:solidFill>
              <a:schemeClr val="accent2"/>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6836" name="Text Box 40">
            <a:extLst>
              <a:ext uri="{FF2B5EF4-FFF2-40B4-BE49-F238E27FC236}">
                <a16:creationId xmlns:a16="http://schemas.microsoft.com/office/drawing/2014/main" id="{9E6F0E66-7FE9-4330-BDE7-13C74573966B}"/>
              </a:ext>
            </a:extLst>
          </p:cNvPr>
          <p:cNvSpPr txBox="1">
            <a:spLocks noChangeArrowheads="1"/>
          </p:cNvSpPr>
          <p:nvPr/>
        </p:nvSpPr>
        <p:spPr bwMode="auto">
          <a:xfrm>
            <a:off x="2054225" y="5934075"/>
            <a:ext cx="4621213"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en-US" altLang="zh-CN">
                <a:solidFill>
                  <a:schemeClr val="accent2"/>
                </a:solidFill>
                <a:sym typeface="+mn-lt"/>
              </a:rPr>
              <a:t>(b) </a:t>
            </a:r>
            <a:r>
              <a:rPr lang="zh-CN" altLang="zh-CN">
                <a:solidFill>
                  <a:schemeClr val="accent2"/>
                </a:solidFill>
                <a:sym typeface="+mn-lt"/>
              </a:rPr>
              <a:t>经过一段运行后的单链表结构</a:t>
            </a:r>
            <a:endParaRPr lang="zh-CN" altLang="en-US">
              <a:sym typeface="+mn-lt"/>
            </a:endParaRPr>
          </a:p>
        </p:txBody>
      </p:sp>
      <p:sp>
        <p:nvSpPr>
          <p:cNvPr id="37" name="Rectangle 4">
            <a:extLst>
              <a:ext uri="{FF2B5EF4-FFF2-40B4-BE49-F238E27FC236}">
                <a16:creationId xmlns:a16="http://schemas.microsoft.com/office/drawing/2014/main" id="{2C616758-F558-40AC-85C1-FB29F7D23E4D}"/>
              </a:ext>
            </a:extLst>
          </p:cNvPr>
          <p:cNvSpPr>
            <a:spLocks noChangeArrowheads="1"/>
          </p:cNvSpPr>
          <p:nvPr/>
        </p:nvSpPr>
        <p:spPr bwMode="auto">
          <a:xfrm>
            <a:off x="836613" y="166688"/>
            <a:ext cx="785018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线性表的链式表示和实现</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72068"/>
                                        </p:tgtEl>
                                        <p:attrNameLst>
                                          <p:attrName>style.visibility</p:attrName>
                                        </p:attrNameLst>
                                      </p:cBhvr>
                                      <p:to>
                                        <p:strVal val="visible"/>
                                      </p:to>
                                    </p:set>
                                  </p:childTnLst>
                                </p:cTn>
                              </p:par>
                            </p:childTnLst>
                          </p:cTn>
                        </p:par>
                        <p:par>
                          <p:cTn id="7" fill="hold" nodeType="afterGroup">
                            <p:stCondLst>
                              <p:cond delay="500"/>
                            </p:stCondLst>
                            <p:childTnLst>
                              <p:par>
                                <p:cTn id="8" presetID="16" presetClass="entr" presetSubtype="37" fill="hold" grpId="0" nodeType="afterEffect">
                                  <p:stCondLst>
                                    <p:cond delay="1000"/>
                                  </p:stCondLst>
                                  <p:childTnLst>
                                    <p:set>
                                      <p:cBhvr>
                                        <p:cTn id="9" dur="1" fill="hold">
                                          <p:stCondLst>
                                            <p:cond delay="0"/>
                                          </p:stCondLst>
                                        </p:cTn>
                                        <p:tgtEl>
                                          <p:spTgt spid="472069"/>
                                        </p:tgtEl>
                                        <p:attrNameLst>
                                          <p:attrName>style.visibility</p:attrName>
                                        </p:attrNameLst>
                                      </p:cBhvr>
                                      <p:to>
                                        <p:strVal val="visible"/>
                                      </p:to>
                                    </p:set>
                                    <p:animEffect transition="in" filter="barn(outVertical)">
                                      <p:cBhvr>
                                        <p:cTn id="10" dur="500"/>
                                        <p:tgtEl>
                                          <p:spTgt spid="472069"/>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2" presetClass="entr" presetSubtype="4" fill="hold" grpId="1" nodeType="clickEffect">
                                  <p:stCondLst>
                                    <p:cond delay="0"/>
                                  </p:stCondLst>
                                  <p:childTnLst>
                                    <p:set>
                                      <p:cBhvr>
                                        <p:cTn id="14" dur="1" fill="hold">
                                          <p:stCondLst>
                                            <p:cond delay="0"/>
                                          </p:stCondLst>
                                        </p:cTn>
                                        <p:tgtEl>
                                          <p:spTgt spid="472069"/>
                                        </p:tgtEl>
                                        <p:attrNameLst>
                                          <p:attrName>style.visibility</p:attrName>
                                        </p:attrNameLst>
                                      </p:cBhvr>
                                      <p:to>
                                        <p:strVal val="visible"/>
                                      </p:to>
                                    </p:set>
                                    <p:anim calcmode="lin" valueType="num">
                                      <p:cBhvr additive="base">
                                        <p:cTn id="15" dur="500" fill="hold"/>
                                        <p:tgtEl>
                                          <p:spTgt spid="472069"/>
                                        </p:tgtEl>
                                        <p:attrNameLst>
                                          <p:attrName>ppt_x</p:attrName>
                                        </p:attrNameLst>
                                      </p:cBhvr>
                                      <p:tavLst>
                                        <p:tav tm="0">
                                          <p:val>
                                            <p:strVal val="#ppt_x"/>
                                          </p:val>
                                        </p:tav>
                                        <p:tav tm="100000">
                                          <p:val>
                                            <p:strVal val="#ppt_x"/>
                                          </p:val>
                                        </p:tav>
                                      </p:tavLst>
                                    </p:anim>
                                    <p:anim calcmode="lin" valueType="num">
                                      <p:cBhvr additive="base">
                                        <p:cTn id="16" dur="500" fill="hold"/>
                                        <p:tgtEl>
                                          <p:spTgt spid="47206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2068" grpId="0"/>
      <p:bldP spid="472069" grpId="0"/>
      <p:bldP spid="472069" grpId="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矩形 3">
            <a:extLst>
              <a:ext uri="{FF2B5EF4-FFF2-40B4-BE49-F238E27FC236}">
                <a16:creationId xmlns:a16="http://schemas.microsoft.com/office/drawing/2014/main" id="{556C6F48-4268-CB4D-8322-8A3C47A5732F}"/>
              </a:ext>
            </a:extLst>
          </p:cNvPr>
          <p:cNvSpPr>
            <a:spLocks noChangeArrowheads="1"/>
          </p:cNvSpPr>
          <p:nvPr/>
        </p:nvSpPr>
        <p:spPr bwMode="auto">
          <a:xfrm>
            <a:off x="0" y="2501900"/>
            <a:ext cx="9144000" cy="4148138"/>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77826" name="Rectangle 4">
            <a:extLst>
              <a:ext uri="{FF2B5EF4-FFF2-40B4-BE49-F238E27FC236}">
                <a16:creationId xmlns:a16="http://schemas.microsoft.com/office/drawing/2014/main" id="{5C8F4EB8-F73F-46AF-A4A8-3155682F7E8A}"/>
              </a:ext>
            </a:extLst>
          </p:cNvPr>
          <p:cNvSpPr>
            <a:spLocks noChangeArrowheads="1"/>
          </p:cNvSpPr>
          <p:nvPr/>
        </p:nvSpPr>
        <p:spPr bwMode="auto">
          <a:xfrm>
            <a:off x="790575" y="87313"/>
            <a:ext cx="8716963" cy="765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例    画出</a:t>
            </a:r>
            <a:r>
              <a:rPr lang="en-US" altLang="zh-CN">
                <a:solidFill>
                  <a:schemeClr val="bg1"/>
                </a:solidFill>
                <a:ea typeface="微软雅黑" panose="020B0503020204020204" pitchFamily="34" charset="-122"/>
                <a:sym typeface="+mn-lt"/>
              </a:rPr>
              <a:t>26 </a:t>
            </a:r>
            <a:r>
              <a:rPr lang="zh-CN" altLang="en-US">
                <a:solidFill>
                  <a:schemeClr val="bg1"/>
                </a:solidFill>
                <a:ea typeface="微软雅黑" panose="020B0503020204020204" pitchFamily="34" charset="-122"/>
                <a:sym typeface="+mn-lt"/>
              </a:rPr>
              <a:t>个英文字母表的链式存储结构</a:t>
            </a:r>
          </a:p>
        </p:txBody>
      </p:sp>
      <p:sp>
        <p:nvSpPr>
          <p:cNvPr id="465925" name="Rectangle 5">
            <a:extLst>
              <a:ext uri="{FF2B5EF4-FFF2-40B4-BE49-F238E27FC236}">
                <a16:creationId xmlns:a16="http://schemas.microsoft.com/office/drawing/2014/main" id="{CA85F5C6-D47E-497C-847E-94623560CAE1}"/>
              </a:ext>
            </a:extLst>
          </p:cNvPr>
          <p:cNvSpPr>
            <a:spLocks noChangeArrowheads="1"/>
          </p:cNvSpPr>
          <p:nvPr/>
        </p:nvSpPr>
        <p:spPr bwMode="auto">
          <a:xfrm>
            <a:off x="220663" y="1836738"/>
            <a:ext cx="80597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ym typeface="+mn-lt"/>
              </a:rPr>
              <a:t>链式存储结构： </a:t>
            </a:r>
          </a:p>
        </p:txBody>
      </p:sp>
      <p:grpSp>
        <p:nvGrpSpPr>
          <p:cNvPr id="2" name="Group 6">
            <a:extLst>
              <a:ext uri="{FF2B5EF4-FFF2-40B4-BE49-F238E27FC236}">
                <a16:creationId xmlns:a16="http://schemas.microsoft.com/office/drawing/2014/main" id="{720DF67E-EF58-E041-8AC7-08656439F67F}"/>
              </a:ext>
            </a:extLst>
          </p:cNvPr>
          <p:cNvGrpSpPr>
            <a:grpSpLocks/>
          </p:cNvGrpSpPr>
          <p:nvPr/>
        </p:nvGrpSpPr>
        <p:grpSpPr bwMode="auto">
          <a:xfrm>
            <a:off x="762000" y="3859213"/>
            <a:ext cx="6754813" cy="1730375"/>
            <a:chOff x="0" y="1563"/>
            <a:chExt cx="5248" cy="948"/>
          </a:xfrm>
        </p:grpSpPr>
        <p:pic>
          <p:nvPicPr>
            <p:cNvPr id="77868" name="Picture 7" descr="2-1字母链式存储图">
              <a:extLst>
                <a:ext uri="{FF2B5EF4-FFF2-40B4-BE49-F238E27FC236}">
                  <a16:creationId xmlns:a16="http://schemas.microsoft.com/office/drawing/2014/main" id="{39A18A5B-98E6-4983-A202-2BF69E15BC1A}"/>
                </a:ext>
              </a:extLst>
            </p:cNvPr>
            <p:cNvPicPr>
              <a:picLocks noChangeAspect="1" noChangeArrowheads="1"/>
            </p:cNvPicPr>
            <p:nvPr/>
          </p:nvPicPr>
          <p:blipFill>
            <a:blip r:embed="rId2">
              <a:clrChange>
                <a:clrFrom>
                  <a:srgbClr val="FFFFFF"/>
                </a:clrFrom>
                <a:clrTo>
                  <a:srgbClr val="FFFFFF">
                    <a:alpha val="0"/>
                  </a:srgbClr>
                </a:clrTo>
              </a:clrChange>
              <a:duotone>
                <a:prstClr val="black"/>
                <a:srgbClr val="EAEAEA">
                  <a:tint val="45000"/>
                  <a:satMod val="400000"/>
                </a:srgbClr>
              </a:duotone>
              <a:extLst>
                <a:ext uri="{28A0092B-C50C-407E-A947-70E740481C1C}">
                  <a14:useLocalDpi xmlns:a14="http://schemas.microsoft.com/office/drawing/2010/main" val="0"/>
                </a:ext>
              </a:extLst>
            </a:blip>
            <a:srcRect r="29062"/>
            <a:stretch>
              <a:fillRect/>
            </a:stretch>
          </p:blipFill>
          <p:spPr bwMode="auto">
            <a:xfrm>
              <a:off x="0" y="1563"/>
              <a:ext cx="5248" cy="9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69" name="Line 8">
              <a:extLst>
                <a:ext uri="{FF2B5EF4-FFF2-40B4-BE49-F238E27FC236}">
                  <a16:creationId xmlns:a16="http://schemas.microsoft.com/office/drawing/2014/main" id="{C269B1AD-1BB7-43C6-9E13-AF57D486B5EB}"/>
                </a:ext>
              </a:extLst>
            </p:cNvPr>
            <p:cNvSpPr>
              <a:spLocks noChangeShapeType="1"/>
            </p:cNvSpPr>
            <p:nvPr/>
          </p:nvSpPr>
          <p:spPr bwMode="auto">
            <a:xfrm>
              <a:off x="3321" y="1805"/>
              <a:ext cx="0" cy="2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70" name="Line 9">
              <a:extLst>
                <a:ext uri="{FF2B5EF4-FFF2-40B4-BE49-F238E27FC236}">
                  <a16:creationId xmlns:a16="http://schemas.microsoft.com/office/drawing/2014/main" id="{7E7D157F-25FA-4F72-857D-89ADC58277FA}"/>
                </a:ext>
              </a:extLst>
            </p:cNvPr>
            <p:cNvSpPr>
              <a:spLocks noChangeShapeType="1"/>
            </p:cNvSpPr>
            <p:nvPr/>
          </p:nvSpPr>
          <p:spPr bwMode="auto">
            <a:xfrm>
              <a:off x="4443" y="1805"/>
              <a:ext cx="0" cy="2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71" name="Line 10">
              <a:extLst>
                <a:ext uri="{FF2B5EF4-FFF2-40B4-BE49-F238E27FC236}">
                  <a16:creationId xmlns:a16="http://schemas.microsoft.com/office/drawing/2014/main" id="{855523F0-4DC7-4B0F-BAF7-D900E6B20080}"/>
                </a:ext>
              </a:extLst>
            </p:cNvPr>
            <p:cNvSpPr>
              <a:spLocks noChangeShapeType="1"/>
            </p:cNvSpPr>
            <p:nvPr/>
          </p:nvSpPr>
          <p:spPr bwMode="auto">
            <a:xfrm>
              <a:off x="1191" y="1795"/>
              <a:ext cx="0" cy="2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72" name="AutoShape 11">
              <a:extLst>
                <a:ext uri="{FF2B5EF4-FFF2-40B4-BE49-F238E27FC236}">
                  <a16:creationId xmlns:a16="http://schemas.microsoft.com/office/drawing/2014/main" id="{68F9D9BC-E804-4341-92C4-D9062312920A}"/>
                </a:ext>
              </a:extLst>
            </p:cNvPr>
            <p:cNvSpPr>
              <a:spLocks noChangeArrowheads="1"/>
            </p:cNvSpPr>
            <p:nvPr/>
          </p:nvSpPr>
          <p:spPr bwMode="auto">
            <a:xfrm>
              <a:off x="4646" y="2064"/>
              <a:ext cx="213" cy="236"/>
            </a:xfrm>
            <a:prstGeom prst="downArrow">
              <a:avLst>
                <a:gd name="adj1" fmla="val 50000"/>
                <a:gd name="adj2" fmla="val 63202"/>
              </a:avLst>
            </a:prstGeom>
            <a:solidFill>
              <a:schemeClr val="accent1"/>
            </a:solidFill>
            <a:ln w="9525">
              <a:no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grpSp>
      <p:sp>
        <p:nvSpPr>
          <p:cNvPr id="465932" name="Rectangle 12">
            <a:extLst>
              <a:ext uri="{FF2B5EF4-FFF2-40B4-BE49-F238E27FC236}">
                <a16:creationId xmlns:a16="http://schemas.microsoft.com/office/drawing/2014/main" id="{861D6B7C-48F2-4F53-BEEE-0A8505CA0DD3}"/>
              </a:ext>
            </a:extLst>
          </p:cNvPr>
          <p:cNvSpPr>
            <a:spLocks noChangeArrowheads="1"/>
          </p:cNvSpPr>
          <p:nvPr/>
        </p:nvSpPr>
        <p:spPr bwMode="auto">
          <a:xfrm>
            <a:off x="230188" y="1125538"/>
            <a:ext cx="8745537"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ym typeface="+mn-lt"/>
              </a:rPr>
              <a:t>逻辑结构：</a:t>
            </a:r>
            <a:r>
              <a:rPr lang="zh-CN" altLang="en-US">
                <a:solidFill>
                  <a:srgbClr val="FF0000"/>
                </a:solidFill>
                <a:sym typeface="+mn-lt"/>
              </a:rPr>
              <a:t>（ </a:t>
            </a:r>
            <a:r>
              <a:rPr lang="en-US" altLang="zh-CN">
                <a:solidFill>
                  <a:srgbClr val="FF0000"/>
                </a:solidFill>
                <a:sym typeface="+mn-lt"/>
              </a:rPr>
              <a:t>a, b,  … ,y, z</a:t>
            </a:r>
            <a:r>
              <a:rPr lang="zh-CN" altLang="en-US">
                <a:solidFill>
                  <a:srgbClr val="FF0000"/>
                </a:solidFill>
                <a:sym typeface="+mn-lt"/>
              </a:rPr>
              <a:t>）</a:t>
            </a:r>
          </a:p>
        </p:txBody>
      </p:sp>
      <p:grpSp>
        <p:nvGrpSpPr>
          <p:cNvPr id="3" name="Group 13">
            <a:extLst>
              <a:ext uri="{FF2B5EF4-FFF2-40B4-BE49-F238E27FC236}">
                <a16:creationId xmlns:a16="http://schemas.microsoft.com/office/drawing/2014/main" id="{DF00118E-6A8F-FB42-A072-2F6AB3F9F0D2}"/>
              </a:ext>
            </a:extLst>
          </p:cNvPr>
          <p:cNvGrpSpPr>
            <a:grpSpLocks/>
          </p:cNvGrpSpPr>
          <p:nvPr/>
        </p:nvGrpSpPr>
        <p:grpSpPr bwMode="auto">
          <a:xfrm>
            <a:off x="239713" y="2890838"/>
            <a:ext cx="8088312" cy="534987"/>
            <a:chOff x="50" y="1438"/>
            <a:chExt cx="5095" cy="337"/>
          </a:xfrm>
        </p:grpSpPr>
        <p:sp>
          <p:nvSpPr>
            <p:cNvPr id="77831" name="Rectangle 14">
              <a:extLst>
                <a:ext uri="{FF2B5EF4-FFF2-40B4-BE49-F238E27FC236}">
                  <a16:creationId xmlns:a16="http://schemas.microsoft.com/office/drawing/2014/main" id="{C1FDB52E-B0C3-4A30-AA39-4899FD0D2862}"/>
                </a:ext>
              </a:extLst>
            </p:cNvPr>
            <p:cNvSpPr>
              <a:spLocks noChangeArrowheads="1"/>
            </p:cNvSpPr>
            <p:nvPr/>
          </p:nvSpPr>
          <p:spPr bwMode="auto">
            <a:xfrm>
              <a:off x="1598" y="1444"/>
              <a:ext cx="139"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a:latin typeface="+mn-lt"/>
                <a:ea typeface="+mn-ea"/>
                <a:cs typeface="+mn-ea"/>
                <a:sym typeface="+mn-lt"/>
              </a:endParaRPr>
            </a:p>
          </p:txBody>
        </p:sp>
        <p:sp>
          <p:nvSpPr>
            <p:cNvPr id="77832" name="Rectangle 15">
              <a:extLst>
                <a:ext uri="{FF2B5EF4-FFF2-40B4-BE49-F238E27FC236}">
                  <a16:creationId xmlns:a16="http://schemas.microsoft.com/office/drawing/2014/main" id="{59FCF471-8D2D-4899-8CA9-B00990FE167A}"/>
                </a:ext>
              </a:extLst>
            </p:cNvPr>
            <p:cNvSpPr>
              <a:spLocks noChangeArrowheads="1"/>
            </p:cNvSpPr>
            <p:nvPr/>
          </p:nvSpPr>
          <p:spPr bwMode="auto">
            <a:xfrm>
              <a:off x="921" y="1444"/>
              <a:ext cx="677"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a:solidFill>
                    <a:srgbClr val="FF0000"/>
                  </a:solidFill>
                  <a:latin typeface="+mn-lt"/>
                  <a:ea typeface="+mn-ea"/>
                  <a:cs typeface="+mn-ea"/>
                  <a:sym typeface="+mn-lt"/>
                </a:rPr>
                <a:t>a</a:t>
              </a:r>
            </a:p>
          </p:txBody>
        </p:sp>
        <p:sp>
          <p:nvSpPr>
            <p:cNvPr id="77833" name="Line 16">
              <a:extLst>
                <a:ext uri="{FF2B5EF4-FFF2-40B4-BE49-F238E27FC236}">
                  <a16:creationId xmlns:a16="http://schemas.microsoft.com/office/drawing/2014/main" id="{2A3F9054-CE70-4617-9F7A-DF578A99F105}"/>
                </a:ext>
              </a:extLst>
            </p:cNvPr>
            <p:cNvSpPr>
              <a:spLocks noChangeShapeType="1"/>
            </p:cNvSpPr>
            <p:nvPr/>
          </p:nvSpPr>
          <p:spPr bwMode="auto">
            <a:xfrm>
              <a:off x="921" y="1444"/>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34" name="Line 17">
              <a:extLst>
                <a:ext uri="{FF2B5EF4-FFF2-40B4-BE49-F238E27FC236}">
                  <a16:creationId xmlns:a16="http://schemas.microsoft.com/office/drawing/2014/main" id="{28E046A9-CC70-4196-9029-567F64E805D4}"/>
                </a:ext>
              </a:extLst>
            </p:cNvPr>
            <p:cNvSpPr>
              <a:spLocks noChangeShapeType="1"/>
            </p:cNvSpPr>
            <p:nvPr/>
          </p:nvSpPr>
          <p:spPr bwMode="auto">
            <a:xfrm>
              <a:off x="921" y="1774"/>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35" name="Line 18">
              <a:extLst>
                <a:ext uri="{FF2B5EF4-FFF2-40B4-BE49-F238E27FC236}">
                  <a16:creationId xmlns:a16="http://schemas.microsoft.com/office/drawing/2014/main" id="{6B6385A9-95CC-4558-AC3E-8BB4F77F9DD9}"/>
                </a:ext>
              </a:extLst>
            </p:cNvPr>
            <p:cNvSpPr>
              <a:spLocks noChangeShapeType="1"/>
            </p:cNvSpPr>
            <p:nvPr/>
          </p:nvSpPr>
          <p:spPr bwMode="auto">
            <a:xfrm>
              <a:off x="921" y="1444"/>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36" name="Line 19">
              <a:extLst>
                <a:ext uri="{FF2B5EF4-FFF2-40B4-BE49-F238E27FC236}">
                  <a16:creationId xmlns:a16="http://schemas.microsoft.com/office/drawing/2014/main" id="{7F50E088-2E7D-4A50-B736-C62FED335E18}"/>
                </a:ext>
              </a:extLst>
            </p:cNvPr>
            <p:cNvSpPr>
              <a:spLocks noChangeShapeType="1"/>
            </p:cNvSpPr>
            <p:nvPr/>
          </p:nvSpPr>
          <p:spPr bwMode="auto">
            <a:xfrm>
              <a:off x="1598" y="1444"/>
              <a:ext cx="0" cy="33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37" name="Line 20">
              <a:extLst>
                <a:ext uri="{FF2B5EF4-FFF2-40B4-BE49-F238E27FC236}">
                  <a16:creationId xmlns:a16="http://schemas.microsoft.com/office/drawing/2014/main" id="{C186E9B9-AF3F-4CB7-946A-27710D375950}"/>
                </a:ext>
              </a:extLst>
            </p:cNvPr>
            <p:cNvSpPr>
              <a:spLocks noChangeShapeType="1"/>
            </p:cNvSpPr>
            <p:nvPr/>
          </p:nvSpPr>
          <p:spPr bwMode="auto">
            <a:xfrm>
              <a:off x="1737" y="1444"/>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38" name="Rectangle 21">
              <a:extLst>
                <a:ext uri="{FF2B5EF4-FFF2-40B4-BE49-F238E27FC236}">
                  <a16:creationId xmlns:a16="http://schemas.microsoft.com/office/drawing/2014/main" id="{D88E7C18-953B-474B-96F5-2DFB7D777F4A}"/>
                </a:ext>
              </a:extLst>
            </p:cNvPr>
            <p:cNvSpPr>
              <a:spLocks noChangeArrowheads="1"/>
            </p:cNvSpPr>
            <p:nvPr/>
          </p:nvSpPr>
          <p:spPr bwMode="auto">
            <a:xfrm>
              <a:off x="50" y="1488"/>
              <a:ext cx="552" cy="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a:latin typeface="+mn-lt"/>
                  <a:ea typeface="+mn-ea"/>
                  <a:cs typeface="+mn-ea"/>
                  <a:sym typeface="+mn-lt"/>
                </a:rPr>
                <a:t>head</a:t>
              </a:r>
            </a:p>
          </p:txBody>
        </p:sp>
        <p:sp>
          <p:nvSpPr>
            <p:cNvPr id="77839" name="Line 22">
              <a:extLst>
                <a:ext uri="{FF2B5EF4-FFF2-40B4-BE49-F238E27FC236}">
                  <a16:creationId xmlns:a16="http://schemas.microsoft.com/office/drawing/2014/main" id="{B5713BE3-DB5C-4320-9845-472D2F654024}"/>
                </a:ext>
              </a:extLst>
            </p:cNvPr>
            <p:cNvSpPr>
              <a:spLocks noChangeShapeType="1"/>
            </p:cNvSpPr>
            <p:nvPr/>
          </p:nvSpPr>
          <p:spPr bwMode="auto">
            <a:xfrm>
              <a:off x="50" y="1488"/>
              <a:ext cx="552"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40" name="Line 23">
              <a:extLst>
                <a:ext uri="{FF2B5EF4-FFF2-40B4-BE49-F238E27FC236}">
                  <a16:creationId xmlns:a16="http://schemas.microsoft.com/office/drawing/2014/main" id="{E13AD208-C0E4-4569-BCB5-34CDED696A6A}"/>
                </a:ext>
              </a:extLst>
            </p:cNvPr>
            <p:cNvSpPr>
              <a:spLocks noChangeShapeType="1"/>
            </p:cNvSpPr>
            <p:nvPr/>
          </p:nvSpPr>
          <p:spPr bwMode="auto">
            <a:xfrm>
              <a:off x="50" y="1775"/>
              <a:ext cx="552"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41" name="Line 24">
              <a:extLst>
                <a:ext uri="{FF2B5EF4-FFF2-40B4-BE49-F238E27FC236}">
                  <a16:creationId xmlns:a16="http://schemas.microsoft.com/office/drawing/2014/main" id="{118775F4-7990-4F7A-917E-4E7112A49D3D}"/>
                </a:ext>
              </a:extLst>
            </p:cNvPr>
            <p:cNvSpPr>
              <a:spLocks noChangeShapeType="1"/>
            </p:cNvSpPr>
            <p:nvPr/>
          </p:nvSpPr>
          <p:spPr bwMode="auto">
            <a:xfrm>
              <a:off x="50" y="1488"/>
              <a:ext cx="0" cy="28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42" name="Line 25">
              <a:extLst>
                <a:ext uri="{FF2B5EF4-FFF2-40B4-BE49-F238E27FC236}">
                  <a16:creationId xmlns:a16="http://schemas.microsoft.com/office/drawing/2014/main" id="{9BE191D1-2D5A-4B0C-887F-08C3B01AE184}"/>
                </a:ext>
              </a:extLst>
            </p:cNvPr>
            <p:cNvSpPr>
              <a:spLocks noChangeShapeType="1"/>
            </p:cNvSpPr>
            <p:nvPr/>
          </p:nvSpPr>
          <p:spPr bwMode="auto">
            <a:xfrm>
              <a:off x="602" y="1488"/>
              <a:ext cx="0" cy="28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43" name="Line 26">
              <a:extLst>
                <a:ext uri="{FF2B5EF4-FFF2-40B4-BE49-F238E27FC236}">
                  <a16:creationId xmlns:a16="http://schemas.microsoft.com/office/drawing/2014/main" id="{9E83A344-15D9-40F3-8FFD-9D5356DE27D2}"/>
                </a:ext>
              </a:extLst>
            </p:cNvPr>
            <p:cNvSpPr>
              <a:spLocks noChangeShapeType="1"/>
            </p:cNvSpPr>
            <p:nvPr/>
          </p:nvSpPr>
          <p:spPr bwMode="auto">
            <a:xfrm>
              <a:off x="585" y="1630"/>
              <a:ext cx="288"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44" name="Rectangle 27">
              <a:extLst>
                <a:ext uri="{FF2B5EF4-FFF2-40B4-BE49-F238E27FC236}">
                  <a16:creationId xmlns:a16="http://schemas.microsoft.com/office/drawing/2014/main" id="{381D28B8-88CF-4FC2-9069-007CCA8D3F8A}"/>
                </a:ext>
              </a:extLst>
            </p:cNvPr>
            <p:cNvSpPr>
              <a:spLocks noChangeArrowheads="1"/>
            </p:cNvSpPr>
            <p:nvPr/>
          </p:nvSpPr>
          <p:spPr bwMode="auto">
            <a:xfrm>
              <a:off x="2678" y="1438"/>
              <a:ext cx="163"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a:latin typeface="+mn-lt"/>
                <a:ea typeface="+mn-ea"/>
                <a:cs typeface="+mn-ea"/>
                <a:sym typeface="+mn-lt"/>
              </a:endParaRPr>
            </a:p>
          </p:txBody>
        </p:sp>
        <p:sp>
          <p:nvSpPr>
            <p:cNvPr id="77845" name="Rectangle 28">
              <a:extLst>
                <a:ext uri="{FF2B5EF4-FFF2-40B4-BE49-F238E27FC236}">
                  <a16:creationId xmlns:a16="http://schemas.microsoft.com/office/drawing/2014/main" id="{E20A0940-8D25-4FF3-B5BC-55E8F07A5E86}"/>
                </a:ext>
              </a:extLst>
            </p:cNvPr>
            <p:cNvSpPr>
              <a:spLocks noChangeArrowheads="1"/>
            </p:cNvSpPr>
            <p:nvPr/>
          </p:nvSpPr>
          <p:spPr bwMode="auto">
            <a:xfrm>
              <a:off x="2025" y="1438"/>
              <a:ext cx="653"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a:solidFill>
                    <a:srgbClr val="FF0000"/>
                  </a:solidFill>
                  <a:latin typeface="+mn-lt"/>
                  <a:ea typeface="+mn-ea"/>
                  <a:cs typeface="+mn-ea"/>
                  <a:sym typeface="+mn-lt"/>
                </a:rPr>
                <a:t>b</a:t>
              </a:r>
            </a:p>
          </p:txBody>
        </p:sp>
        <p:sp>
          <p:nvSpPr>
            <p:cNvPr id="77846" name="Line 29">
              <a:extLst>
                <a:ext uri="{FF2B5EF4-FFF2-40B4-BE49-F238E27FC236}">
                  <a16:creationId xmlns:a16="http://schemas.microsoft.com/office/drawing/2014/main" id="{18BF7830-49B8-4D19-92D2-842E1C7DD93A}"/>
                </a:ext>
              </a:extLst>
            </p:cNvPr>
            <p:cNvSpPr>
              <a:spLocks noChangeShapeType="1"/>
            </p:cNvSpPr>
            <p:nvPr/>
          </p:nvSpPr>
          <p:spPr bwMode="auto">
            <a:xfrm>
              <a:off x="2025" y="1438"/>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47" name="Line 30">
              <a:extLst>
                <a:ext uri="{FF2B5EF4-FFF2-40B4-BE49-F238E27FC236}">
                  <a16:creationId xmlns:a16="http://schemas.microsoft.com/office/drawing/2014/main" id="{ECDF8CDD-CD42-4829-878D-A93FFE7AE603}"/>
                </a:ext>
              </a:extLst>
            </p:cNvPr>
            <p:cNvSpPr>
              <a:spLocks noChangeShapeType="1"/>
            </p:cNvSpPr>
            <p:nvPr/>
          </p:nvSpPr>
          <p:spPr bwMode="auto">
            <a:xfrm>
              <a:off x="2025" y="1764"/>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48" name="Line 31">
              <a:extLst>
                <a:ext uri="{FF2B5EF4-FFF2-40B4-BE49-F238E27FC236}">
                  <a16:creationId xmlns:a16="http://schemas.microsoft.com/office/drawing/2014/main" id="{C248A538-9D5E-48ED-9EC4-E2071A2B7EFE}"/>
                </a:ext>
              </a:extLst>
            </p:cNvPr>
            <p:cNvSpPr>
              <a:spLocks noChangeShapeType="1"/>
            </p:cNvSpPr>
            <p:nvPr/>
          </p:nvSpPr>
          <p:spPr bwMode="auto">
            <a:xfrm>
              <a:off x="2025" y="1438"/>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49" name="Line 32">
              <a:extLst>
                <a:ext uri="{FF2B5EF4-FFF2-40B4-BE49-F238E27FC236}">
                  <a16:creationId xmlns:a16="http://schemas.microsoft.com/office/drawing/2014/main" id="{56B3DB6C-6D03-4067-A7B6-A38D959B163E}"/>
                </a:ext>
              </a:extLst>
            </p:cNvPr>
            <p:cNvSpPr>
              <a:spLocks noChangeShapeType="1"/>
            </p:cNvSpPr>
            <p:nvPr/>
          </p:nvSpPr>
          <p:spPr bwMode="auto">
            <a:xfrm>
              <a:off x="2678" y="1438"/>
              <a:ext cx="0" cy="326"/>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50" name="Line 33">
              <a:extLst>
                <a:ext uri="{FF2B5EF4-FFF2-40B4-BE49-F238E27FC236}">
                  <a16:creationId xmlns:a16="http://schemas.microsoft.com/office/drawing/2014/main" id="{4589A447-3602-46C1-9070-16F586B50B2F}"/>
                </a:ext>
              </a:extLst>
            </p:cNvPr>
            <p:cNvSpPr>
              <a:spLocks noChangeShapeType="1"/>
            </p:cNvSpPr>
            <p:nvPr/>
          </p:nvSpPr>
          <p:spPr bwMode="auto">
            <a:xfrm>
              <a:off x="2841" y="1438"/>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51" name="Rectangle 34">
              <a:extLst>
                <a:ext uri="{FF2B5EF4-FFF2-40B4-BE49-F238E27FC236}">
                  <a16:creationId xmlns:a16="http://schemas.microsoft.com/office/drawing/2014/main" id="{1C9C2D8A-80CA-4CC1-9D3C-C99C0A389ECE}"/>
                </a:ext>
              </a:extLst>
            </p:cNvPr>
            <p:cNvSpPr>
              <a:spLocks noChangeArrowheads="1"/>
            </p:cNvSpPr>
            <p:nvPr/>
          </p:nvSpPr>
          <p:spPr bwMode="auto">
            <a:xfrm>
              <a:off x="4877" y="1438"/>
              <a:ext cx="268"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latin typeface="+mn-lt"/>
                  <a:ea typeface="+mn-ea"/>
                  <a:cs typeface="+mn-ea"/>
                  <a:sym typeface="+mn-lt"/>
                </a:rPr>
                <a:t>/\</a:t>
              </a:r>
            </a:p>
          </p:txBody>
        </p:sp>
        <p:sp>
          <p:nvSpPr>
            <p:cNvPr id="77852" name="Rectangle 35">
              <a:extLst>
                <a:ext uri="{FF2B5EF4-FFF2-40B4-BE49-F238E27FC236}">
                  <a16:creationId xmlns:a16="http://schemas.microsoft.com/office/drawing/2014/main" id="{7841CE9E-4BFB-44D5-90E6-45C8CDE33F7B}"/>
                </a:ext>
              </a:extLst>
            </p:cNvPr>
            <p:cNvSpPr>
              <a:spLocks noChangeArrowheads="1"/>
            </p:cNvSpPr>
            <p:nvPr/>
          </p:nvSpPr>
          <p:spPr bwMode="auto">
            <a:xfrm>
              <a:off x="4185" y="1438"/>
              <a:ext cx="692"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a:solidFill>
                    <a:srgbClr val="FF0000"/>
                  </a:solidFill>
                  <a:latin typeface="+mn-lt"/>
                  <a:ea typeface="+mn-ea"/>
                  <a:cs typeface="+mn-ea"/>
                  <a:sym typeface="+mn-lt"/>
                </a:rPr>
                <a:t>z</a:t>
              </a:r>
            </a:p>
          </p:txBody>
        </p:sp>
        <p:sp>
          <p:nvSpPr>
            <p:cNvPr id="77853" name="Line 36">
              <a:extLst>
                <a:ext uri="{FF2B5EF4-FFF2-40B4-BE49-F238E27FC236}">
                  <a16:creationId xmlns:a16="http://schemas.microsoft.com/office/drawing/2014/main" id="{7AEE4E61-9AD1-4759-885F-64D99C9325F9}"/>
                </a:ext>
              </a:extLst>
            </p:cNvPr>
            <p:cNvSpPr>
              <a:spLocks noChangeShapeType="1"/>
            </p:cNvSpPr>
            <p:nvPr/>
          </p:nvSpPr>
          <p:spPr bwMode="auto">
            <a:xfrm>
              <a:off x="4185" y="1438"/>
              <a:ext cx="960"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54" name="Line 37">
              <a:extLst>
                <a:ext uri="{FF2B5EF4-FFF2-40B4-BE49-F238E27FC236}">
                  <a16:creationId xmlns:a16="http://schemas.microsoft.com/office/drawing/2014/main" id="{1249D4CE-5DD2-4E53-BB78-1CEEA4CE50C1}"/>
                </a:ext>
              </a:extLst>
            </p:cNvPr>
            <p:cNvSpPr>
              <a:spLocks noChangeShapeType="1"/>
            </p:cNvSpPr>
            <p:nvPr/>
          </p:nvSpPr>
          <p:spPr bwMode="auto">
            <a:xfrm>
              <a:off x="4185" y="1768"/>
              <a:ext cx="960"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55" name="Line 38">
              <a:extLst>
                <a:ext uri="{FF2B5EF4-FFF2-40B4-BE49-F238E27FC236}">
                  <a16:creationId xmlns:a16="http://schemas.microsoft.com/office/drawing/2014/main" id="{B7789A03-C46E-475C-B5DE-5863F61E68B2}"/>
                </a:ext>
              </a:extLst>
            </p:cNvPr>
            <p:cNvSpPr>
              <a:spLocks noChangeShapeType="1"/>
            </p:cNvSpPr>
            <p:nvPr/>
          </p:nvSpPr>
          <p:spPr bwMode="auto">
            <a:xfrm>
              <a:off x="4185" y="1438"/>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56" name="Line 39">
              <a:extLst>
                <a:ext uri="{FF2B5EF4-FFF2-40B4-BE49-F238E27FC236}">
                  <a16:creationId xmlns:a16="http://schemas.microsoft.com/office/drawing/2014/main" id="{2CEF75E5-77E9-4997-9400-5E336586C393}"/>
                </a:ext>
              </a:extLst>
            </p:cNvPr>
            <p:cNvSpPr>
              <a:spLocks noChangeShapeType="1"/>
            </p:cNvSpPr>
            <p:nvPr/>
          </p:nvSpPr>
          <p:spPr bwMode="auto">
            <a:xfrm>
              <a:off x="4877" y="1438"/>
              <a:ext cx="0" cy="33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57" name="Line 40">
              <a:extLst>
                <a:ext uri="{FF2B5EF4-FFF2-40B4-BE49-F238E27FC236}">
                  <a16:creationId xmlns:a16="http://schemas.microsoft.com/office/drawing/2014/main" id="{D03E4EC6-45CE-44BA-8C7B-A9D8D0E45099}"/>
                </a:ext>
              </a:extLst>
            </p:cNvPr>
            <p:cNvSpPr>
              <a:spLocks noChangeShapeType="1"/>
            </p:cNvSpPr>
            <p:nvPr/>
          </p:nvSpPr>
          <p:spPr bwMode="auto">
            <a:xfrm>
              <a:off x="5145" y="1438"/>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58" name="Rectangle 41">
              <a:extLst>
                <a:ext uri="{FF2B5EF4-FFF2-40B4-BE49-F238E27FC236}">
                  <a16:creationId xmlns:a16="http://schemas.microsoft.com/office/drawing/2014/main" id="{2E7E264B-DEA7-41AA-AD9F-7F4CE4AFFFAE}"/>
                </a:ext>
              </a:extLst>
            </p:cNvPr>
            <p:cNvSpPr>
              <a:spLocks noChangeArrowheads="1"/>
            </p:cNvSpPr>
            <p:nvPr/>
          </p:nvSpPr>
          <p:spPr bwMode="auto">
            <a:xfrm>
              <a:off x="3734" y="1438"/>
              <a:ext cx="163"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a:latin typeface="+mn-lt"/>
                <a:ea typeface="+mn-ea"/>
                <a:cs typeface="+mn-ea"/>
                <a:sym typeface="+mn-lt"/>
              </a:endParaRPr>
            </a:p>
          </p:txBody>
        </p:sp>
        <p:sp>
          <p:nvSpPr>
            <p:cNvPr id="77859" name="Rectangle 42">
              <a:extLst>
                <a:ext uri="{FF2B5EF4-FFF2-40B4-BE49-F238E27FC236}">
                  <a16:creationId xmlns:a16="http://schemas.microsoft.com/office/drawing/2014/main" id="{C9F0DFA9-4326-4791-88C4-3EDFAAEAE842}"/>
                </a:ext>
              </a:extLst>
            </p:cNvPr>
            <p:cNvSpPr>
              <a:spLocks noChangeArrowheads="1"/>
            </p:cNvSpPr>
            <p:nvPr/>
          </p:nvSpPr>
          <p:spPr bwMode="auto">
            <a:xfrm>
              <a:off x="3129" y="1438"/>
              <a:ext cx="605"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a:latin typeface="+mn-lt"/>
                  <a:ea typeface="+mn-ea"/>
                  <a:cs typeface="+mn-ea"/>
                  <a:sym typeface="+mn-lt"/>
                </a:rPr>
                <a:t>……</a:t>
              </a:r>
            </a:p>
          </p:txBody>
        </p:sp>
        <p:sp>
          <p:nvSpPr>
            <p:cNvPr id="77860" name="Line 43">
              <a:extLst>
                <a:ext uri="{FF2B5EF4-FFF2-40B4-BE49-F238E27FC236}">
                  <a16:creationId xmlns:a16="http://schemas.microsoft.com/office/drawing/2014/main" id="{CAACADC1-BA0D-4225-9961-E17820BD07FE}"/>
                </a:ext>
              </a:extLst>
            </p:cNvPr>
            <p:cNvSpPr>
              <a:spLocks noChangeShapeType="1"/>
            </p:cNvSpPr>
            <p:nvPr/>
          </p:nvSpPr>
          <p:spPr bwMode="auto">
            <a:xfrm>
              <a:off x="3129" y="1438"/>
              <a:ext cx="768"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61" name="Line 44">
              <a:extLst>
                <a:ext uri="{FF2B5EF4-FFF2-40B4-BE49-F238E27FC236}">
                  <a16:creationId xmlns:a16="http://schemas.microsoft.com/office/drawing/2014/main" id="{D596241F-62E7-4DD4-886A-EC792EF1FEEA}"/>
                </a:ext>
              </a:extLst>
            </p:cNvPr>
            <p:cNvSpPr>
              <a:spLocks noChangeShapeType="1"/>
            </p:cNvSpPr>
            <p:nvPr/>
          </p:nvSpPr>
          <p:spPr bwMode="auto">
            <a:xfrm>
              <a:off x="3129" y="1768"/>
              <a:ext cx="768"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62" name="Line 45">
              <a:extLst>
                <a:ext uri="{FF2B5EF4-FFF2-40B4-BE49-F238E27FC236}">
                  <a16:creationId xmlns:a16="http://schemas.microsoft.com/office/drawing/2014/main" id="{C9E340F0-F22F-4A51-881A-52E919E09BD7}"/>
                </a:ext>
              </a:extLst>
            </p:cNvPr>
            <p:cNvSpPr>
              <a:spLocks noChangeShapeType="1"/>
            </p:cNvSpPr>
            <p:nvPr/>
          </p:nvSpPr>
          <p:spPr bwMode="auto">
            <a:xfrm>
              <a:off x="3129" y="1438"/>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63" name="Line 46">
              <a:extLst>
                <a:ext uri="{FF2B5EF4-FFF2-40B4-BE49-F238E27FC236}">
                  <a16:creationId xmlns:a16="http://schemas.microsoft.com/office/drawing/2014/main" id="{227B0F3D-C7D2-4C11-97CA-9A379C8DFBE2}"/>
                </a:ext>
              </a:extLst>
            </p:cNvPr>
            <p:cNvSpPr>
              <a:spLocks noChangeShapeType="1"/>
            </p:cNvSpPr>
            <p:nvPr/>
          </p:nvSpPr>
          <p:spPr bwMode="auto">
            <a:xfrm>
              <a:off x="3734" y="1438"/>
              <a:ext cx="0" cy="33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64" name="Line 47">
              <a:extLst>
                <a:ext uri="{FF2B5EF4-FFF2-40B4-BE49-F238E27FC236}">
                  <a16:creationId xmlns:a16="http://schemas.microsoft.com/office/drawing/2014/main" id="{0DB5E41C-ACF2-438C-9D4D-41A48DCAF9D8}"/>
                </a:ext>
              </a:extLst>
            </p:cNvPr>
            <p:cNvSpPr>
              <a:spLocks noChangeShapeType="1"/>
            </p:cNvSpPr>
            <p:nvPr/>
          </p:nvSpPr>
          <p:spPr bwMode="auto">
            <a:xfrm>
              <a:off x="3897" y="1438"/>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65" name="Line 48">
              <a:extLst>
                <a:ext uri="{FF2B5EF4-FFF2-40B4-BE49-F238E27FC236}">
                  <a16:creationId xmlns:a16="http://schemas.microsoft.com/office/drawing/2014/main" id="{C00A29F5-A90E-40FB-8F24-B4A48F0B3A91}"/>
                </a:ext>
              </a:extLst>
            </p:cNvPr>
            <p:cNvSpPr>
              <a:spLocks noChangeShapeType="1"/>
            </p:cNvSpPr>
            <p:nvPr/>
          </p:nvSpPr>
          <p:spPr bwMode="auto">
            <a:xfrm>
              <a:off x="1641" y="1582"/>
              <a:ext cx="384"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66" name="Line 49">
              <a:extLst>
                <a:ext uri="{FF2B5EF4-FFF2-40B4-BE49-F238E27FC236}">
                  <a16:creationId xmlns:a16="http://schemas.microsoft.com/office/drawing/2014/main" id="{421BC274-59F5-4E25-A270-38A962140DCF}"/>
                </a:ext>
              </a:extLst>
            </p:cNvPr>
            <p:cNvSpPr>
              <a:spLocks noChangeShapeType="1"/>
            </p:cNvSpPr>
            <p:nvPr/>
          </p:nvSpPr>
          <p:spPr bwMode="auto">
            <a:xfrm>
              <a:off x="2745" y="1582"/>
              <a:ext cx="384"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77867" name="Line 50">
              <a:extLst>
                <a:ext uri="{FF2B5EF4-FFF2-40B4-BE49-F238E27FC236}">
                  <a16:creationId xmlns:a16="http://schemas.microsoft.com/office/drawing/2014/main" id="{2AB890C1-5C73-4851-8994-F409FED735CA}"/>
                </a:ext>
              </a:extLst>
            </p:cNvPr>
            <p:cNvSpPr>
              <a:spLocks noChangeShapeType="1"/>
            </p:cNvSpPr>
            <p:nvPr/>
          </p:nvSpPr>
          <p:spPr bwMode="auto">
            <a:xfrm>
              <a:off x="3801" y="1582"/>
              <a:ext cx="384"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65932"/>
                                        </p:tgtEl>
                                        <p:attrNameLst>
                                          <p:attrName>style.visibility</p:attrName>
                                        </p:attrNameLst>
                                      </p:cBhvr>
                                      <p:to>
                                        <p:strVal val="visible"/>
                                      </p:to>
                                    </p:set>
                                  </p:childTnLst>
                                </p:cTn>
                              </p:par>
                            </p:childTnLst>
                          </p:cTn>
                        </p:par>
                        <p:par>
                          <p:cTn id="7" fill="hold" nodeType="afterGroup">
                            <p:stCondLst>
                              <p:cond delay="500"/>
                            </p:stCondLst>
                            <p:childTnLst>
                              <p:par>
                                <p:cTn id="8" presetID="1" presetClass="entr" presetSubtype="0" fill="hold" grpId="0" nodeType="afterEffect">
                                  <p:stCondLst>
                                    <p:cond delay="1000"/>
                                  </p:stCondLst>
                                  <p:childTnLst>
                                    <p:set>
                                      <p:cBhvr>
                                        <p:cTn id="9" dur="1" fill="hold">
                                          <p:stCondLst>
                                            <p:cond delay="499"/>
                                          </p:stCondLst>
                                        </p:cTn>
                                        <p:tgtEl>
                                          <p:spTgt spid="465925"/>
                                        </p:tgtEl>
                                        <p:attrNameLst>
                                          <p:attrName>style.visibility</p:attrName>
                                        </p:attrNameLst>
                                      </p:cBhvr>
                                      <p:to>
                                        <p:strVal val="visible"/>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16" presetClass="entr" presetSubtype="37"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barn(outVertical)">
                                      <p:cBhvr>
                                        <p:cTn id="14" dur="500"/>
                                        <p:tgtEl>
                                          <p:spTgt spid="3"/>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16" presetClass="entr" presetSubtype="37"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barn(outVertical)">
                                      <p:cBhvr>
                                        <p:cTn id="1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5925" grpId="0"/>
      <p:bldP spid="465932"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6948" name="Text Box 4">
            <a:extLst>
              <a:ext uri="{FF2B5EF4-FFF2-40B4-BE49-F238E27FC236}">
                <a16:creationId xmlns:a16="http://schemas.microsoft.com/office/drawing/2014/main" id="{F3ADECC4-A9C5-44FC-AC92-8E15B646083E}"/>
              </a:ext>
            </a:extLst>
          </p:cNvPr>
          <p:cNvSpPr txBox="1">
            <a:spLocks noChangeArrowheads="1"/>
          </p:cNvSpPr>
          <p:nvPr/>
        </p:nvSpPr>
        <p:spPr bwMode="auto">
          <a:xfrm>
            <a:off x="525463" y="4822825"/>
            <a:ext cx="8429625" cy="1485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r>
              <a:rPr lang="zh-CN" altLang="en-US">
                <a:sym typeface="+mn-lt"/>
              </a:rPr>
              <a:t>各结点由两个域组成：</a:t>
            </a:r>
          </a:p>
          <a:p>
            <a:pPr eaLnBrk="1" hangingPunct="1"/>
            <a:r>
              <a:rPr lang="zh-CN" altLang="en-US">
                <a:solidFill>
                  <a:srgbClr val="FF0000"/>
                </a:solidFill>
                <a:sym typeface="+mn-lt"/>
              </a:rPr>
              <a:t>数据域：</a:t>
            </a:r>
            <a:r>
              <a:rPr lang="zh-CN" altLang="en-US">
                <a:sym typeface="+mn-lt"/>
              </a:rPr>
              <a:t>存储元素数值数据</a:t>
            </a:r>
          </a:p>
          <a:p>
            <a:pPr eaLnBrk="1" hangingPunct="1"/>
            <a:r>
              <a:rPr lang="zh-CN" altLang="en-US">
                <a:solidFill>
                  <a:srgbClr val="FF0000"/>
                </a:solidFill>
                <a:sym typeface="+mn-lt"/>
              </a:rPr>
              <a:t>指针域：</a:t>
            </a:r>
            <a:r>
              <a:rPr lang="zh-CN" altLang="en-US">
                <a:sym typeface="+mn-lt"/>
              </a:rPr>
              <a:t>存储直接后继结点的存储位置</a:t>
            </a:r>
          </a:p>
        </p:txBody>
      </p:sp>
      <p:grpSp>
        <p:nvGrpSpPr>
          <p:cNvPr id="2" name="Group 30">
            <a:extLst>
              <a:ext uri="{FF2B5EF4-FFF2-40B4-BE49-F238E27FC236}">
                <a16:creationId xmlns:a16="http://schemas.microsoft.com/office/drawing/2014/main" id="{8E580F42-0B9A-E346-8CD2-9B0FBF9357DE}"/>
              </a:ext>
            </a:extLst>
          </p:cNvPr>
          <p:cNvGrpSpPr>
            <a:grpSpLocks/>
          </p:cNvGrpSpPr>
          <p:nvPr/>
        </p:nvGrpSpPr>
        <p:grpSpPr bwMode="auto">
          <a:xfrm>
            <a:off x="5624513" y="5013325"/>
            <a:ext cx="1905000" cy="523875"/>
            <a:chOff x="946" y="3233"/>
            <a:chExt cx="1200" cy="330"/>
          </a:xfrm>
        </p:grpSpPr>
        <p:sp>
          <p:nvSpPr>
            <p:cNvPr id="78858" name="Rectangle 6">
              <a:extLst>
                <a:ext uri="{FF2B5EF4-FFF2-40B4-BE49-F238E27FC236}">
                  <a16:creationId xmlns:a16="http://schemas.microsoft.com/office/drawing/2014/main" id="{4383030B-CD5C-44D8-BA9E-B9798EE2C5F7}"/>
                </a:ext>
              </a:extLst>
            </p:cNvPr>
            <p:cNvSpPr>
              <a:spLocks noChangeArrowheads="1"/>
            </p:cNvSpPr>
            <p:nvPr/>
          </p:nvSpPr>
          <p:spPr bwMode="auto">
            <a:xfrm>
              <a:off x="1546" y="3233"/>
              <a:ext cx="600"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olidFill>
                    <a:srgbClr val="FF0000"/>
                  </a:solidFill>
                  <a:sym typeface="+mn-lt"/>
                </a:rPr>
                <a:t>指针</a:t>
              </a:r>
            </a:p>
          </p:txBody>
        </p:sp>
        <p:sp>
          <p:nvSpPr>
            <p:cNvPr id="78859" name="Rectangle 7">
              <a:extLst>
                <a:ext uri="{FF2B5EF4-FFF2-40B4-BE49-F238E27FC236}">
                  <a16:creationId xmlns:a16="http://schemas.microsoft.com/office/drawing/2014/main" id="{4F70A00D-A16B-435E-945A-1D0A74972A4E}"/>
                </a:ext>
              </a:extLst>
            </p:cNvPr>
            <p:cNvSpPr>
              <a:spLocks noChangeArrowheads="1"/>
            </p:cNvSpPr>
            <p:nvPr/>
          </p:nvSpPr>
          <p:spPr bwMode="auto">
            <a:xfrm>
              <a:off x="946" y="3233"/>
              <a:ext cx="600"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r>
                <a:rPr lang="zh-CN" altLang="en-US" dirty="0">
                  <a:solidFill>
                    <a:srgbClr val="FF0000"/>
                  </a:solidFill>
                  <a:latin typeface="+mn-lt"/>
                  <a:ea typeface="+mn-ea"/>
                  <a:cs typeface="+mn-ea"/>
                  <a:sym typeface="+mn-lt"/>
                </a:rPr>
                <a:t>数据</a:t>
              </a:r>
            </a:p>
          </p:txBody>
        </p:sp>
        <p:sp>
          <p:nvSpPr>
            <p:cNvPr id="78860" name="Line 8">
              <a:extLst>
                <a:ext uri="{FF2B5EF4-FFF2-40B4-BE49-F238E27FC236}">
                  <a16:creationId xmlns:a16="http://schemas.microsoft.com/office/drawing/2014/main" id="{0911FD44-A5FE-4086-ACF1-688E0B76C265}"/>
                </a:ext>
              </a:extLst>
            </p:cNvPr>
            <p:cNvSpPr>
              <a:spLocks noChangeShapeType="1"/>
            </p:cNvSpPr>
            <p:nvPr/>
          </p:nvSpPr>
          <p:spPr bwMode="auto">
            <a:xfrm>
              <a:off x="946" y="3233"/>
              <a:ext cx="1200"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78861" name="Line 9">
              <a:extLst>
                <a:ext uri="{FF2B5EF4-FFF2-40B4-BE49-F238E27FC236}">
                  <a16:creationId xmlns:a16="http://schemas.microsoft.com/office/drawing/2014/main" id="{46E93462-BE99-4142-9CFC-472B3BE7D151}"/>
                </a:ext>
              </a:extLst>
            </p:cNvPr>
            <p:cNvSpPr>
              <a:spLocks noChangeShapeType="1"/>
            </p:cNvSpPr>
            <p:nvPr/>
          </p:nvSpPr>
          <p:spPr bwMode="auto">
            <a:xfrm>
              <a:off x="946" y="3563"/>
              <a:ext cx="1200"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78862" name="Line 10">
              <a:extLst>
                <a:ext uri="{FF2B5EF4-FFF2-40B4-BE49-F238E27FC236}">
                  <a16:creationId xmlns:a16="http://schemas.microsoft.com/office/drawing/2014/main" id="{599C8593-211D-48D0-9A31-E539488BF3B2}"/>
                </a:ext>
              </a:extLst>
            </p:cNvPr>
            <p:cNvSpPr>
              <a:spLocks noChangeShapeType="1"/>
            </p:cNvSpPr>
            <p:nvPr/>
          </p:nvSpPr>
          <p:spPr bwMode="auto">
            <a:xfrm>
              <a:off x="946" y="3233"/>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78863" name="Line 11">
              <a:extLst>
                <a:ext uri="{FF2B5EF4-FFF2-40B4-BE49-F238E27FC236}">
                  <a16:creationId xmlns:a16="http://schemas.microsoft.com/office/drawing/2014/main" id="{91379104-6FB1-4303-A417-D1E1C4684FE0}"/>
                </a:ext>
              </a:extLst>
            </p:cNvPr>
            <p:cNvSpPr>
              <a:spLocks noChangeShapeType="1"/>
            </p:cNvSpPr>
            <p:nvPr/>
          </p:nvSpPr>
          <p:spPr bwMode="auto">
            <a:xfrm>
              <a:off x="1546" y="3233"/>
              <a:ext cx="0" cy="33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78864" name="Line 12">
              <a:extLst>
                <a:ext uri="{FF2B5EF4-FFF2-40B4-BE49-F238E27FC236}">
                  <a16:creationId xmlns:a16="http://schemas.microsoft.com/office/drawing/2014/main" id="{22BC25D1-8493-4304-B4CE-02E6D4D7E65D}"/>
                </a:ext>
              </a:extLst>
            </p:cNvPr>
            <p:cNvSpPr>
              <a:spLocks noChangeShapeType="1"/>
            </p:cNvSpPr>
            <p:nvPr/>
          </p:nvSpPr>
          <p:spPr bwMode="auto">
            <a:xfrm>
              <a:off x="2146" y="3233"/>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grpSp>
      <p:grpSp>
        <p:nvGrpSpPr>
          <p:cNvPr id="82948" name="Group 24">
            <a:extLst>
              <a:ext uri="{FF2B5EF4-FFF2-40B4-BE49-F238E27FC236}">
                <a16:creationId xmlns:a16="http://schemas.microsoft.com/office/drawing/2014/main" id="{CC371D3D-0DF1-E845-A717-BC7AD18A263D}"/>
              </a:ext>
            </a:extLst>
          </p:cNvPr>
          <p:cNvGrpSpPr>
            <a:grpSpLocks/>
          </p:cNvGrpSpPr>
          <p:nvPr/>
        </p:nvGrpSpPr>
        <p:grpSpPr bwMode="auto">
          <a:xfrm>
            <a:off x="465138" y="1460500"/>
            <a:ext cx="8266112" cy="2416175"/>
            <a:chOff x="0" y="1563"/>
            <a:chExt cx="5248" cy="948"/>
          </a:xfrm>
        </p:grpSpPr>
        <p:pic>
          <p:nvPicPr>
            <p:cNvPr id="78853" name="Picture 25" descr="2-1字母链式存储图">
              <a:extLst>
                <a:ext uri="{FF2B5EF4-FFF2-40B4-BE49-F238E27FC236}">
                  <a16:creationId xmlns:a16="http://schemas.microsoft.com/office/drawing/2014/main" id="{CD6300F1-81E2-4306-89F6-F874F7B46520}"/>
                </a:ext>
              </a:extLst>
            </p:cNvPr>
            <p:cNvPicPr>
              <a:picLocks noChangeAspect="1" noChangeArrowheads="1"/>
            </p:cNvPicPr>
            <p:nvPr/>
          </p:nvPicPr>
          <p:blipFill>
            <a:blip r:embed="rId2">
              <a:duotone>
                <a:prstClr val="black"/>
                <a:schemeClr val="accent1">
                  <a:tint val="45000"/>
                  <a:satMod val="400000"/>
                </a:schemeClr>
              </a:duotone>
              <a:extLst>
                <a:ext uri="{28A0092B-C50C-407E-A947-70E740481C1C}">
                  <a14:useLocalDpi xmlns:a14="http://schemas.microsoft.com/office/drawing/2010/main" val="0"/>
                </a:ext>
              </a:extLst>
            </a:blip>
            <a:srcRect r="29062"/>
            <a:stretch>
              <a:fillRect/>
            </a:stretch>
          </p:blipFill>
          <p:spPr bwMode="auto">
            <a:xfrm>
              <a:off x="0" y="1563"/>
              <a:ext cx="5248" cy="948"/>
            </a:xfrm>
            <a:prstGeom prst="round2DiagRect">
              <a:avLst>
                <a:gd name="adj1" fmla="val 16667"/>
                <a:gd name="adj2" fmla="val 0"/>
              </a:avLst>
            </a:prstGeom>
            <a:ln/>
          </p:spPr>
          <p:style>
            <a:lnRef idx="1">
              <a:schemeClr val="accent3"/>
            </a:lnRef>
            <a:fillRef idx="2">
              <a:schemeClr val="accent3"/>
            </a:fillRef>
            <a:effectRef idx="1">
              <a:schemeClr val="accent3"/>
            </a:effectRef>
            <a:fontRef idx="minor">
              <a:schemeClr val="dk1"/>
            </a:fontRef>
          </p:style>
        </p:pic>
        <p:sp>
          <p:nvSpPr>
            <p:cNvPr id="78854" name="Line 26">
              <a:extLst>
                <a:ext uri="{FF2B5EF4-FFF2-40B4-BE49-F238E27FC236}">
                  <a16:creationId xmlns:a16="http://schemas.microsoft.com/office/drawing/2014/main" id="{CF9CC2FB-C2AA-4FF1-BFD7-8230DEDBC735}"/>
                </a:ext>
              </a:extLst>
            </p:cNvPr>
            <p:cNvSpPr>
              <a:spLocks noChangeShapeType="1"/>
            </p:cNvSpPr>
            <p:nvPr/>
          </p:nvSpPr>
          <p:spPr bwMode="auto">
            <a:xfrm>
              <a:off x="3321" y="1795"/>
              <a:ext cx="0" cy="239"/>
            </a:xfrm>
            <a:prstGeom prst="line">
              <a:avLst/>
            </a:prstGeom>
            <a:ln>
              <a:solidFill>
                <a:schemeClr val="tx1">
                  <a:lumMod val="95000"/>
                  <a:lumOff val="5000"/>
                </a:schemeClr>
              </a:solidFill>
              <a:headEnd/>
              <a:tailEnd/>
            </a:ln>
          </p:spPr>
          <p:style>
            <a:lnRef idx="1">
              <a:schemeClr val="accent3"/>
            </a:lnRef>
            <a:fillRef idx="2">
              <a:schemeClr val="accent3"/>
            </a:fillRef>
            <a:effectRef idx="1">
              <a:schemeClr val="accent3"/>
            </a:effectRef>
            <a:fontRef idx="minor">
              <a:schemeClr val="dk1"/>
            </a:fontRef>
          </p:style>
          <p:txBody>
            <a:bodyPr/>
            <a:lstStyle/>
            <a:p>
              <a:pPr>
                <a:defRPr/>
              </a:pPr>
              <a:endParaRPr lang="zh-CN" altLang="en-US">
                <a:cs typeface="+mn-ea"/>
                <a:sym typeface="+mn-lt"/>
              </a:endParaRPr>
            </a:p>
          </p:txBody>
        </p:sp>
        <p:sp>
          <p:nvSpPr>
            <p:cNvPr id="78855" name="Line 27">
              <a:extLst>
                <a:ext uri="{FF2B5EF4-FFF2-40B4-BE49-F238E27FC236}">
                  <a16:creationId xmlns:a16="http://schemas.microsoft.com/office/drawing/2014/main" id="{B0C4299E-CE0A-4622-9DAA-1F95E49EA80C}"/>
                </a:ext>
              </a:extLst>
            </p:cNvPr>
            <p:cNvSpPr>
              <a:spLocks noChangeShapeType="1"/>
            </p:cNvSpPr>
            <p:nvPr/>
          </p:nvSpPr>
          <p:spPr bwMode="auto">
            <a:xfrm>
              <a:off x="4443" y="1805"/>
              <a:ext cx="0" cy="239"/>
            </a:xfrm>
            <a:prstGeom prst="line">
              <a:avLst/>
            </a:prstGeom>
            <a:ln>
              <a:solidFill>
                <a:schemeClr val="tx1">
                  <a:lumMod val="95000"/>
                  <a:lumOff val="5000"/>
                </a:schemeClr>
              </a:solidFill>
              <a:headEnd/>
              <a:tailEnd/>
            </a:ln>
          </p:spPr>
          <p:style>
            <a:lnRef idx="1">
              <a:schemeClr val="accent3"/>
            </a:lnRef>
            <a:fillRef idx="2">
              <a:schemeClr val="accent3"/>
            </a:fillRef>
            <a:effectRef idx="1">
              <a:schemeClr val="accent3"/>
            </a:effectRef>
            <a:fontRef idx="minor">
              <a:schemeClr val="dk1"/>
            </a:fontRef>
          </p:style>
          <p:txBody>
            <a:bodyPr/>
            <a:lstStyle/>
            <a:p>
              <a:pPr>
                <a:defRPr/>
              </a:pPr>
              <a:endParaRPr lang="zh-CN" altLang="en-US">
                <a:cs typeface="+mn-ea"/>
                <a:sym typeface="+mn-lt"/>
              </a:endParaRPr>
            </a:p>
          </p:txBody>
        </p:sp>
        <p:sp>
          <p:nvSpPr>
            <p:cNvPr id="78856" name="Line 28">
              <a:extLst>
                <a:ext uri="{FF2B5EF4-FFF2-40B4-BE49-F238E27FC236}">
                  <a16:creationId xmlns:a16="http://schemas.microsoft.com/office/drawing/2014/main" id="{8EBC1DEA-FFF5-4B34-AD04-22BBF27AA721}"/>
                </a:ext>
              </a:extLst>
            </p:cNvPr>
            <p:cNvSpPr>
              <a:spLocks noChangeShapeType="1"/>
            </p:cNvSpPr>
            <p:nvPr/>
          </p:nvSpPr>
          <p:spPr bwMode="auto">
            <a:xfrm>
              <a:off x="1191" y="1785"/>
              <a:ext cx="0" cy="259"/>
            </a:xfrm>
            <a:prstGeom prst="line">
              <a:avLst/>
            </a:prstGeom>
            <a:ln>
              <a:solidFill>
                <a:schemeClr val="tx1">
                  <a:lumMod val="95000"/>
                  <a:lumOff val="5000"/>
                </a:schemeClr>
              </a:solidFill>
              <a:headEnd/>
              <a:tailEnd/>
            </a:ln>
          </p:spPr>
          <p:style>
            <a:lnRef idx="1">
              <a:schemeClr val="accent3"/>
            </a:lnRef>
            <a:fillRef idx="2">
              <a:schemeClr val="accent3"/>
            </a:fillRef>
            <a:effectRef idx="1">
              <a:schemeClr val="accent3"/>
            </a:effectRef>
            <a:fontRef idx="minor">
              <a:schemeClr val="dk1"/>
            </a:fontRef>
          </p:style>
          <p:txBody>
            <a:bodyPr/>
            <a:lstStyle/>
            <a:p>
              <a:pPr>
                <a:defRPr/>
              </a:pPr>
              <a:endParaRPr lang="zh-CN" altLang="en-US">
                <a:cs typeface="+mn-ea"/>
                <a:sym typeface="+mn-lt"/>
              </a:endParaRPr>
            </a:p>
          </p:txBody>
        </p:sp>
        <p:sp>
          <p:nvSpPr>
            <p:cNvPr id="78857" name="AutoShape 29">
              <a:extLst>
                <a:ext uri="{FF2B5EF4-FFF2-40B4-BE49-F238E27FC236}">
                  <a16:creationId xmlns:a16="http://schemas.microsoft.com/office/drawing/2014/main" id="{32EF78A0-A00C-4F7F-B171-8C8A78E21611}"/>
                </a:ext>
              </a:extLst>
            </p:cNvPr>
            <p:cNvSpPr>
              <a:spLocks noChangeArrowheads="1"/>
            </p:cNvSpPr>
            <p:nvPr/>
          </p:nvSpPr>
          <p:spPr bwMode="auto">
            <a:xfrm>
              <a:off x="4646" y="2064"/>
              <a:ext cx="212" cy="216"/>
            </a:xfrm>
            <a:prstGeom prst="downArrow">
              <a:avLst>
                <a:gd name="adj1" fmla="val 50000"/>
                <a:gd name="adj2" fmla="val 32771"/>
              </a:avLst>
            </a:prstGeom>
            <a:solidFill>
              <a:srgbClr val="FF0000"/>
            </a:solidFill>
            <a:ln>
              <a:headEnd/>
              <a:tailEnd/>
            </a:ln>
          </p:spPr>
          <p:style>
            <a:lnRef idx="1">
              <a:schemeClr val="accent3"/>
            </a:lnRef>
            <a:fillRef idx="2">
              <a:schemeClr val="accent3"/>
            </a:fillRef>
            <a:effectRef idx="1">
              <a:schemeClr val="accent3"/>
            </a:effectRef>
            <a:fontRef idx="minor">
              <a:schemeClr val="dk1"/>
            </a:fontRef>
          </p:style>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7" name="Rectangle 4">
            <a:extLst>
              <a:ext uri="{FF2B5EF4-FFF2-40B4-BE49-F238E27FC236}">
                <a16:creationId xmlns:a16="http://schemas.microsoft.com/office/drawing/2014/main" id="{0E5ACD18-0891-4463-AE52-32F45111CFF2}"/>
              </a:ext>
            </a:extLst>
          </p:cNvPr>
          <p:cNvSpPr>
            <a:spLocks noChangeArrowheads="1"/>
          </p:cNvSpPr>
          <p:nvPr/>
        </p:nvSpPr>
        <p:spPr bwMode="auto">
          <a:xfrm>
            <a:off x="790575" y="87313"/>
            <a:ext cx="8716963" cy="765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例    画出</a:t>
            </a:r>
            <a:r>
              <a:rPr lang="en-US" altLang="zh-CN">
                <a:solidFill>
                  <a:schemeClr val="bg1"/>
                </a:solidFill>
                <a:ea typeface="微软雅黑" panose="020B0503020204020204" pitchFamily="34" charset="-122"/>
                <a:sym typeface="+mn-lt"/>
              </a:rPr>
              <a:t>26 </a:t>
            </a:r>
            <a:r>
              <a:rPr lang="zh-CN" altLang="en-US">
                <a:solidFill>
                  <a:schemeClr val="bg1"/>
                </a:solidFill>
                <a:ea typeface="微软雅黑" panose="020B0503020204020204" pitchFamily="34" charset="-122"/>
                <a:sym typeface="+mn-lt"/>
              </a:rPr>
              <a:t>个英文字母表的链式存储结构</a:t>
            </a:r>
          </a:p>
        </p:txBody>
      </p:sp>
      <p:cxnSp>
        <p:nvCxnSpPr>
          <p:cNvPr id="82950" name="直接连接符 17">
            <a:extLst>
              <a:ext uri="{FF2B5EF4-FFF2-40B4-BE49-F238E27FC236}">
                <a16:creationId xmlns:a16="http://schemas.microsoft.com/office/drawing/2014/main" id="{18C6A2B7-17EF-6A48-B7A6-FA29537A8016}"/>
              </a:ext>
            </a:extLst>
          </p:cNvPr>
          <p:cNvCxnSpPr>
            <a:cxnSpLocks noChangeShapeType="1"/>
          </p:cNvCxnSpPr>
          <p:nvPr/>
        </p:nvCxnSpPr>
        <p:spPr bwMode="auto">
          <a:xfrm>
            <a:off x="461963" y="4437063"/>
            <a:ext cx="8202612" cy="0"/>
          </a:xfrm>
          <a:prstGeom prst="line">
            <a:avLst/>
          </a:prstGeom>
          <a:noFill/>
          <a:ln w="9525" algn="ctr">
            <a:solidFill>
              <a:srgbClr val="CAB5EA"/>
            </a:solidFill>
            <a:round/>
            <a:headEnd/>
            <a:tailEnd/>
          </a:ln>
          <a:extLst>
            <a:ext uri="{909E8E84-426E-40DD-AFC4-6F175D3DCCD1}">
              <a14:hiddenFill xmlns:a14="http://schemas.microsoft.com/office/drawing/2010/main">
                <a:noFill/>
              </a14:hiddenFill>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66948">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466948">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466948">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4" presetClass="entr" presetSubtype="16"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box(in)">
                                      <p:cBhvr>
                                        <p:cTn id="19" dur="500"/>
                                        <p:tgtEl>
                                          <p:spTgt spid="2"/>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6" presetClass="emph" presetSubtype="0" fill="hold" nodeType="clickEffect">
                                  <p:stCondLst>
                                    <p:cond delay="0"/>
                                  </p:stCondLst>
                                  <p:childTnLst>
                                    <p:animScale>
                                      <p:cBhvr>
                                        <p:cTn id="23" dur="2000" fill="hold"/>
                                        <p:tgtEl>
                                          <p:spTgt spid="2"/>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8"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8996" name="Rectangle 4">
            <a:extLst>
              <a:ext uri="{FF2B5EF4-FFF2-40B4-BE49-F238E27FC236}">
                <a16:creationId xmlns:a16="http://schemas.microsoft.com/office/drawing/2014/main" id="{960106CE-71B4-44BF-8D31-469BB0131974}"/>
              </a:ext>
            </a:extLst>
          </p:cNvPr>
          <p:cNvSpPr>
            <a:spLocks noChangeArrowheads="1"/>
          </p:cNvSpPr>
          <p:nvPr/>
        </p:nvSpPr>
        <p:spPr bwMode="auto">
          <a:xfrm>
            <a:off x="900113" y="63500"/>
            <a:ext cx="5334000" cy="808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与链式存储有关的术语</a:t>
            </a:r>
          </a:p>
        </p:txBody>
      </p:sp>
      <p:sp>
        <p:nvSpPr>
          <p:cNvPr id="468997" name="Text Box 5">
            <a:extLst>
              <a:ext uri="{FF2B5EF4-FFF2-40B4-BE49-F238E27FC236}">
                <a16:creationId xmlns:a16="http://schemas.microsoft.com/office/drawing/2014/main" id="{3BC6C3AA-9D84-4DD7-89E7-4987D1E36880}"/>
              </a:ext>
            </a:extLst>
          </p:cNvPr>
          <p:cNvSpPr txBox="1">
            <a:spLocks noChangeArrowheads="1"/>
          </p:cNvSpPr>
          <p:nvPr/>
        </p:nvSpPr>
        <p:spPr bwMode="auto">
          <a:xfrm>
            <a:off x="387350" y="2166938"/>
            <a:ext cx="5394325"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79438" indent="-579438">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r>
              <a:rPr lang="en-US" altLang="zh-CN">
                <a:solidFill>
                  <a:schemeClr val="accent2"/>
                </a:solidFill>
                <a:sym typeface="+mn-lt"/>
              </a:rPr>
              <a:t>1</a:t>
            </a:r>
            <a:r>
              <a:rPr lang="zh-CN" altLang="en-US">
                <a:solidFill>
                  <a:schemeClr val="accent2"/>
                </a:solidFill>
                <a:sym typeface="+mn-lt"/>
              </a:rPr>
              <a:t>、结点：</a:t>
            </a:r>
            <a:r>
              <a:rPr lang="zh-CN" altLang="en-US">
                <a:sym typeface="+mn-lt"/>
              </a:rPr>
              <a:t>数据元素的存储映像。由数据域和指针域两部分组成</a:t>
            </a:r>
          </a:p>
          <a:p>
            <a:pPr eaLnBrk="1" hangingPunct="1">
              <a:spcBef>
                <a:spcPct val="50000"/>
              </a:spcBef>
            </a:pPr>
            <a:r>
              <a:rPr lang="en-US" altLang="zh-CN">
                <a:solidFill>
                  <a:schemeClr val="accent2"/>
                </a:solidFill>
                <a:sym typeface="+mn-lt"/>
              </a:rPr>
              <a:t>2</a:t>
            </a:r>
            <a:r>
              <a:rPr lang="zh-CN" altLang="en-US">
                <a:solidFill>
                  <a:schemeClr val="accent2"/>
                </a:solidFill>
                <a:sym typeface="+mn-lt"/>
              </a:rPr>
              <a:t>、链表：</a:t>
            </a:r>
            <a:r>
              <a:rPr lang="zh-CN" altLang="en-US">
                <a:solidFill>
                  <a:schemeClr val="accent1"/>
                </a:solidFill>
                <a:sym typeface="+mn-lt"/>
              </a:rPr>
              <a:t> </a:t>
            </a:r>
            <a:r>
              <a:rPr lang="en-US" altLang="zh-CN">
                <a:sym typeface="+mn-lt"/>
              </a:rPr>
              <a:t>n </a:t>
            </a:r>
            <a:r>
              <a:rPr lang="zh-CN" altLang="en-US">
                <a:sym typeface="+mn-lt"/>
              </a:rPr>
              <a:t>个结点由</a:t>
            </a:r>
            <a:r>
              <a:rPr lang="zh-CN" altLang="en-US">
                <a:solidFill>
                  <a:srgbClr val="FF0000"/>
                </a:solidFill>
                <a:sym typeface="+mn-lt"/>
              </a:rPr>
              <a:t>指针链</a:t>
            </a:r>
            <a:r>
              <a:rPr lang="zh-CN" altLang="en-US">
                <a:sym typeface="+mn-lt"/>
              </a:rPr>
              <a:t>组成一个链表。它是线性表的链式存储映像，称为线性表的链式存储结构</a:t>
            </a:r>
          </a:p>
        </p:txBody>
      </p:sp>
      <p:grpSp>
        <p:nvGrpSpPr>
          <p:cNvPr id="83972" name="组合 1">
            <a:extLst>
              <a:ext uri="{FF2B5EF4-FFF2-40B4-BE49-F238E27FC236}">
                <a16:creationId xmlns:a16="http://schemas.microsoft.com/office/drawing/2014/main" id="{0437D989-2120-1A4F-8A56-50EAA6499D53}"/>
              </a:ext>
            </a:extLst>
          </p:cNvPr>
          <p:cNvGrpSpPr>
            <a:grpSpLocks/>
          </p:cNvGrpSpPr>
          <p:nvPr/>
        </p:nvGrpSpPr>
        <p:grpSpPr bwMode="auto">
          <a:xfrm>
            <a:off x="6348413" y="2533650"/>
            <a:ext cx="2206625" cy="2055813"/>
            <a:chOff x="5777653" y="1140452"/>
            <a:chExt cx="5352662" cy="4984750"/>
          </a:xfrm>
        </p:grpSpPr>
        <p:sp>
          <p:nvSpPr>
            <p:cNvPr id="4" name="Freeform 5">
              <a:extLst>
                <a:ext uri="{FF2B5EF4-FFF2-40B4-BE49-F238E27FC236}">
                  <a16:creationId xmlns:a16="http://schemas.microsoft.com/office/drawing/2014/main" id="{E861AC31-2A97-4D63-B6D5-E6DFAB7C74EE}"/>
                </a:ext>
              </a:extLst>
            </p:cNvPr>
            <p:cNvSpPr>
              <a:spLocks/>
            </p:cNvSpPr>
            <p:nvPr/>
          </p:nvSpPr>
          <p:spPr bwMode="auto">
            <a:xfrm>
              <a:off x="9170238" y="4751027"/>
              <a:ext cx="1863805" cy="804490"/>
            </a:xfrm>
            <a:custGeom>
              <a:avLst/>
              <a:gdLst>
                <a:gd name="T0" fmla="*/ 1158 w 1175"/>
                <a:gd name="T1" fmla="*/ 0 h 506"/>
                <a:gd name="T2" fmla="*/ 1175 w 1175"/>
                <a:gd name="T3" fmla="*/ 34 h 506"/>
                <a:gd name="T4" fmla="*/ 17 w 1175"/>
                <a:gd name="T5" fmla="*/ 506 h 506"/>
                <a:gd name="T6" fmla="*/ 0 w 1175"/>
                <a:gd name="T7" fmla="*/ 472 h 506"/>
                <a:gd name="T8" fmla="*/ 1158 w 1175"/>
                <a:gd name="T9" fmla="*/ 0 h 506"/>
              </a:gdLst>
              <a:ahLst/>
              <a:cxnLst>
                <a:cxn ang="0">
                  <a:pos x="T0" y="T1"/>
                </a:cxn>
                <a:cxn ang="0">
                  <a:pos x="T2" y="T3"/>
                </a:cxn>
                <a:cxn ang="0">
                  <a:pos x="T4" y="T5"/>
                </a:cxn>
                <a:cxn ang="0">
                  <a:pos x="T6" y="T7"/>
                </a:cxn>
                <a:cxn ang="0">
                  <a:pos x="T8" y="T9"/>
                </a:cxn>
              </a:cxnLst>
              <a:rect l="0" t="0" r="r" b="b"/>
              <a:pathLst>
                <a:path w="1175" h="506">
                  <a:moveTo>
                    <a:pt x="1158" y="0"/>
                  </a:moveTo>
                  <a:lnTo>
                    <a:pt x="1175" y="34"/>
                  </a:lnTo>
                  <a:lnTo>
                    <a:pt x="17" y="506"/>
                  </a:lnTo>
                  <a:lnTo>
                    <a:pt x="0" y="472"/>
                  </a:lnTo>
                  <a:lnTo>
                    <a:pt x="1158" y="0"/>
                  </a:lnTo>
                  <a:close/>
                </a:path>
              </a:pathLst>
            </a:custGeom>
            <a:solidFill>
              <a:schemeClr val="tx1">
                <a:lumMod val="50000"/>
                <a:lumOff val="50000"/>
              </a:schemeClr>
            </a:solidFill>
            <a:ln>
              <a:noFill/>
            </a:ln>
          </p:spPr>
          <p:txBody>
            <a:bodyPr/>
            <a:lstStyle/>
            <a:p>
              <a:pPr>
                <a:defRPr/>
              </a:pPr>
              <a:endParaRPr lang="zh-CN" altLang="en-US" sz="2200"/>
            </a:p>
          </p:txBody>
        </p:sp>
        <p:sp>
          <p:nvSpPr>
            <p:cNvPr id="5" name="Freeform 6">
              <a:extLst>
                <a:ext uri="{FF2B5EF4-FFF2-40B4-BE49-F238E27FC236}">
                  <a16:creationId xmlns:a16="http://schemas.microsoft.com/office/drawing/2014/main" id="{E319C4A1-DEA4-462D-BEDD-D3B6946E0DA8}"/>
                </a:ext>
              </a:extLst>
            </p:cNvPr>
            <p:cNvSpPr>
              <a:spLocks/>
            </p:cNvSpPr>
            <p:nvPr/>
          </p:nvSpPr>
          <p:spPr bwMode="auto">
            <a:xfrm>
              <a:off x="7437362" y="3253679"/>
              <a:ext cx="3257807" cy="1566634"/>
            </a:xfrm>
            <a:custGeom>
              <a:avLst/>
              <a:gdLst>
                <a:gd name="T0" fmla="*/ 2050 w 2050"/>
                <a:gd name="T1" fmla="*/ 961 h 987"/>
                <a:gd name="T2" fmla="*/ 2033 w 2050"/>
                <a:gd name="T3" fmla="*/ 987 h 987"/>
                <a:gd name="T4" fmla="*/ 0 w 2050"/>
                <a:gd name="T5" fmla="*/ 34 h 987"/>
                <a:gd name="T6" fmla="*/ 9 w 2050"/>
                <a:gd name="T7" fmla="*/ 0 h 987"/>
                <a:gd name="T8" fmla="*/ 2050 w 2050"/>
                <a:gd name="T9" fmla="*/ 961 h 987"/>
              </a:gdLst>
              <a:ahLst/>
              <a:cxnLst>
                <a:cxn ang="0">
                  <a:pos x="T0" y="T1"/>
                </a:cxn>
                <a:cxn ang="0">
                  <a:pos x="T2" y="T3"/>
                </a:cxn>
                <a:cxn ang="0">
                  <a:pos x="T4" y="T5"/>
                </a:cxn>
                <a:cxn ang="0">
                  <a:pos x="T6" y="T7"/>
                </a:cxn>
                <a:cxn ang="0">
                  <a:pos x="T8" y="T9"/>
                </a:cxn>
              </a:cxnLst>
              <a:rect l="0" t="0" r="r" b="b"/>
              <a:pathLst>
                <a:path w="2050" h="987">
                  <a:moveTo>
                    <a:pt x="2050" y="961"/>
                  </a:moveTo>
                  <a:lnTo>
                    <a:pt x="2033" y="987"/>
                  </a:lnTo>
                  <a:lnTo>
                    <a:pt x="0" y="34"/>
                  </a:lnTo>
                  <a:lnTo>
                    <a:pt x="9" y="0"/>
                  </a:lnTo>
                  <a:lnTo>
                    <a:pt x="2050" y="961"/>
                  </a:lnTo>
                  <a:close/>
                </a:path>
              </a:pathLst>
            </a:custGeom>
            <a:solidFill>
              <a:schemeClr val="tx1">
                <a:lumMod val="50000"/>
                <a:lumOff val="50000"/>
              </a:schemeClr>
            </a:solidFill>
            <a:ln>
              <a:noFill/>
            </a:ln>
          </p:spPr>
          <p:txBody>
            <a:bodyPr/>
            <a:lstStyle/>
            <a:p>
              <a:pPr>
                <a:defRPr/>
              </a:pPr>
              <a:endParaRPr lang="zh-CN" altLang="en-US" sz="2200"/>
            </a:p>
          </p:txBody>
        </p:sp>
        <p:sp>
          <p:nvSpPr>
            <p:cNvPr id="6" name="Freeform 7">
              <a:extLst>
                <a:ext uri="{FF2B5EF4-FFF2-40B4-BE49-F238E27FC236}">
                  <a16:creationId xmlns:a16="http://schemas.microsoft.com/office/drawing/2014/main" id="{91D0C0BB-8F8C-4252-B12B-DD1A06D43F0B}"/>
                </a:ext>
              </a:extLst>
            </p:cNvPr>
            <p:cNvSpPr>
              <a:spLocks/>
            </p:cNvSpPr>
            <p:nvPr/>
          </p:nvSpPr>
          <p:spPr bwMode="auto">
            <a:xfrm>
              <a:off x="7437362" y="1536924"/>
              <a:ext cx="1744430" cy="2040090"/>
            </a:xfrm>
            <a:custGeom>
              <a:avLst/>
              <a:gdLst>
                <a:gd name="T0" fmla="*/ 26 w 1098"/>
                <a:gd name="T1" fmla="*/ 1287 h 1287"/>
                <a:gd name="T2" fmla="*/ 0 w 1098"/>
                <a:gd name="T3" fmla="*/ 1270 h 1287"/>
                <a:gd name="T4" fmla="*/ 1072 w 1098"/>
                <a:gd name="T5" fmla="*/ 0 h 1287"/>
                <a:gd name="T6" fmla="*/ 1098 w 1098"/>
                <a:gd name="T7" fmla="*/ 26 h 1287"/>
                <a:gd name="T8" fmla="*/ 26 w 1098"/>
                <a:gd name="T9" fmla="*/ 1287 h 1287"/>
              </a:gdLst>
              <a:ahLst/>
              <a:cxnLst>
                <a:cxn ang="0">
                  <a:pos x="T0" y="T1"/>
                </a:cxn>
                <a:cxn ang="0">
                  <a:pos x="T2" y="T3"/>
                </a:cxn>
                <a:cxn ang="0">
                  <a:pos x="T4" y="T5"/>
                </a:cxn>
                <a:cxn ang="0">
                  <a:pos x="T6" y="T7"/>
                </a:cxn>
                <a:cxn ang="0">
                  <a:pos x="T8" y="T9"/>
                </a:cxn>
              </a:cxnLst>
              <a:rect l="0" t="0" r="r" b="b"/>
              <a:pathLst>
                <a:path w="1098" h="1287">
                  <a:moveTo>
                    <a:pt x="26" y="1287"/>
                  </a:moveTo>
                  <a:lnTo>
                    <a:pt x="0" y="1270"/>
                  </a:lnTo>
                  <a:lnTo>
                    <a:pt x="1072" y="0"/>
                  </a:lnTo>
                  <a:lnTo>
                    <a:pt x="1098" y="26"/>
                  </a:lnTo>
                  <a:lnTo>
                    <a:pt x="26" y="1287"/>
                  </a:lnTo>
                  <a:close/>
                </a:path>
              </a:pathLst>
            </a:custGeom>
            <a:solidFill>
              <a:schemeClr val="tx1">
                <a:lumMod val="50000"/>
                <a:lumOff val="50000"/>
              </a:schemeClr>
            </a:solidFill>
            <a:ln>
              <a:noFill/>
            </a:ln>
          </p:spPr>
          <p:txBody>
            <a:bodyPr/>
            <a:lstStyle/>
            <a:p>
              <a:pPr>
                <a:defRPr/>
              </a:pPr>
              <a:endParaRPr lang="zh-CN" altLang="en-US" sz="2200"/>
            </a:p>
          </p:txBody>
        </p:sp>
        <p:sp>
          <p:nvSpPr>
            <p:cNvPr id="7" name="Freeform 8">
              <a:extLst>
                <a:ext uri="{FF2B5EF4-FFF2-40B4-BE49-F238E27FC236}">
                  <a16:creationId xmlns:a16="http://schemas.microsoft.com/office/drawing/2014/main" id="{CCB8ECE5-860A-423A-A406-4B7721FB1E00}"/>
                </a:ext>
              </a:extLst>
            </p:cNvPr>
            <p:cNvSpPr>
              <a:spLocks/>
            </p:cNvSpPr>
            <p:nvPr/>
          </p:nvSpPr>
          <p:spPr bwMode="auto">
            <a:xfrm>
              <a:off x="7587546" y="5363055"/>
              <a:ext cx="1921566" cy="488851"/>
            </a:xfrm>
            <a:custGeom>
              <a:avLst/>
              <a:gdLst>
                <a:gd name="T0" fmla="*/ 9 w 1210"/>
                <a:gd name="T1" fmla="*/ 309 h 309"/>
                <a:gd name="T2" fmla="*/ 0 w 1210"/>
                <a:gd name="T3" fmla="*/ 275 h 309"/>
                <a:gd name="T4" fmla="*/ 1201 w 1210"/>
                <a:gd name="T5" fmla="*/ 0 h 309"/>
                <a:gd name="T6" fmla="*/ 1210 w 1210"/>
                <a:gd name="T7" fmla="*/ 34 h 309"/>
                <a:gd name="T8" fmla="*/ 9 w 1210"/>
                <a:gd name="T9" fmla="*/ 309 h 309"/>
              </a:gdLst>
              <a:ahLst/>
              <a:cxnLst>
                <a:cxn ang="0">
                  <a:pos x="T0" y="T1"/>
                </a:cxn>
                <a:cxn ang="0">
                  <a:pos x="T2" y="T3"/>
                </a:cxn>
                <a:cxn ang="0">
                  <a:pos x="T4" y="T5"/>
                </a:cxn>
                <a:cxn ang="0">
                  <a:pos x="T6" y="T7"/>
                </a:cxn>
                <a:cxn ang="0">
                  <a:pos x="T8" y="T9"/>
                </a:cxn>
              </a:cxnLst>
              <a:rect l="0" t="0" r="r" b="b"/>
              <a:pathLst>
                <a:path w="1210" h="309">
                  <a:moveTo>
                    <a:pt x="9" y="309"/>
                  </a:moveTo>
                  <a:lnTo>
                    <a:pt x="0" y="275"/>
                  </a:lnTo>
                  <a:lnTo>
                    <a:pt x="1201" y="0"/>
                  </a:lnTo>
                  <a:lnTo>
                    <a:pt x="1210" y="34"/>
                  </a:lnTo>
                  <a:lnTo>
                    <a:pt x="9" y="309"/>
                  </a:lnTo>
                  <a:close/>
                </a:path>
              </a:pathLst>
            </a:custGeom>
            <a:solidFill>
              <a:schemeClr val="tx1">
                <a:lumMod val="50000"/>
                <a:lumOff val="50000"/>
              </a:schemeClr>
            </a:solidFill>
            <a:ln>
              <a:noFill/>
            </a:ln>
          </p:spPr>
          <p:txBody>
            <a:bodyPr/>
            <a:lstStyle/>
            <a:p>
              <a:pPr>
                <a:defRPr/>
              </a:pPr>
              <a:endParaRPr lang="zh-CN" altLang="en-US" sz="2200"/>
            </a:p>
          </p:txBody>
        </p:sp>
        <p:sp>
          <p:nvSpPr>
            <p:cNvPr id="8" name="Freeform 9">
              <a:extLst>
                <a:ext uri="{FF2B5EF4-FFF2-40B4-BE49-F238E27FC236}">
                  <a16:creationId xmlns:a16="http://schemas.microsoft.com/office/drawing/2014/main" id="{251676EB-4295-4368-A2AD-C76B68256B60}"/>
                </a:ext>
              </a:extLst>
            </p:cNvPr>
            <p:cNvSpPr>
              <a:spLocks/>
            </p:cNvSpPr>
            <p:nvPr/>
          </p:nvSpPr>
          <p:spPr bwMode="auto">
            <a:xfrm>
              <a:off x="5954791" y="4300668"/>
              <a:ext cx="1809893" cy="1539691"/>
            </a:xfrm>
            <a:custGeom>
              <a:avLst/>
              <a:gdLst>
                <a:gd name="T0" fmla="*/ 1141 w 1141"/>
                <a:gd name="T1" fmla="*/ 944 h 969"/>
                <a:gd name="T2" fmla="*/ 1115 w 1141"/>
                <a:gd name="T3" fmla="*/ 969 h 969"/>
                <a:gd name="T4" fmla="*/ 0 w 1141"/>
                <a:gd name="T5" fmla="*/ 25 h 969"/>
                <a:gd name="T6" fmla="*/ 17 w 1141"/>
                <a:gd name="T7" fmla="*/ 0 h 969"/>
                <a:gd name="T8" fmla="*/ 1141 w 1141"/>
                <a:gd name="T9" fmla="*/ 944 h 969"/>
              </a:gdLst>
              <a:ahLst/>
              <a:cxnLst>
                <a:cxn ang="0">
                  <a:pos x="T0" y="T1"/>
                </a:cxn>
                <a:cxn ang="0">
                  <a:pos x="T2" y="T3"/>
                </a:cxn>
                <a:cxn ang="0">
                  <a:pos x="T4" y="T5"/>
                </a:cxn>
                <a:cxn ang="0">
                  <a:pos x="T6" y="T7"/>
                </a:cxn>
                <a:cxn ang="0">
                  <a:pos x="T8" y="T9"/>
                </a:cxn>
              </a:cxnLst>
              <a:rect l="0" t="0" r="r" b="b"/>
              <a:pathLst>
                <a:path w="1141" h="969">
                  <a:moveTo>
                    <a:pt x="1141" y="944"/>
                  </a:moveTo>
                  <a:lnTo>
                    <a:pt x="1115" y="969"/>
                  </a:lnTo>
                  <a:lnTo>
                    <a:pt x="0" y="25"/>
                  </a:lnTo>
                  <a:lnTo>
                    <a:pt x="17" y="0"/>
                  </a:lnTo>
                  <a:lnTo>
                    <a:pt x="1141" y="944"/>
                  </a:lnTo>
                  <a:close/>
                </a:path>
              </a:pathLst>
            </a:custGeom>
            <a:solidFill>
              <a:schemeClr val="tx1">
                <a:lumMod val="50000"/>
                <a:lumOff val="50000"/>
              </a:schemeClr>
            </a:solidFill>
            <a:ln>
              <a:noFill/>
            </a:ln>
          </p:spPr>
          <p:txBody>
            <a:bodyPr/>
            <a:lstStyle/>
            <a:p>
              <a:pPr>
                <a:defRPr/>
              </a:pPr>
              <a:endParaRPr lang="zh-CN" altLang="en-US" sz="2200"/>
            </a:p>
          </p:txBody>
        </p:sp>
        <p:sp>
          <p:nvSpPr>
            <p:cNvPr id="9" name="Freeform 10">
              <a:extLst>
                <a:ext uri="{FF2B5EF4-FFF2-40B4-BE49-F238E27FC236}">
                  <a16:creationId xmlns:a16="http://schemas.microsoft.com/office/drawing/2014/main" id="{79A1795E-5961-471D-A123-15513F9ECB66}"/>
                </a:ext>
              </a:extLst>
            </p:cNvPr>
            <p:cNvSpPr>
              <a:spLocks/>
            </p:cNvSpPr>
            <p:nvPr/>
          </p:nvSpPr>
          <p:spPr bwMode="auto">
            <a:xfrm>
              <a:off x="6062615" y="2122006"/>
              <a:ext cx="789420" cy="2344178"/>
            </a:xfrm>
            <a:custGeom>
              <a:avLst/>
              <a:gdLst>
                <a:gd name="T0" fmla="*/ 34 w 497"/>
                <a:gd name="T1" fmla="*/ 1476 h 1476"/>
                <a:gd name="T2" fmla="*/ 0 w 497"/>
                <a:gd name="T3" fmla="*/ 1467 h 1476"/>
                <a:gd name="T4" fmla="*/ 463 w 497"/>
                <a:gd name="T5" fmla="*/ 0 h 1476"/>
                <a:gd name="T6" fmla="*/ 497 w 497"/>
                <a:gd name="T7" fmla="*/ 8 h 1476"/>
                <a:gd name="T8" fmla="*/ 34 w 497"/>
                <a:gd name="T9" fmla="*/ 1476 h 1476"/>
              </a:gdLst>
              <a:ahLst/>
              <a:cxnLst>
                <a:cxn ang="0">
                  <a:pos x="T0" y="T1"/>
                </a:cxn>
                <a:cxn ang="0">
                  <a:pos x="T2" y="T3"/>
                </a:cxn>
                <a:cxn ang="0">
                  <a:pos x="T4" y="T5"/>
                </a:cxn>
                <a:cxn ang="0">
                  <a:pos x="T6" y="T7"/>
                </a:cxn>
                <a:cxn ang="0">
                  <a:pos x="T8" y="T9"/>
                </a:cxn>
              </a:cxnLst>
              <a:rect l="0" t="0" r="r" b="b"/>
              <a:pathLst>
                <a:path w="497" h="1476">
                  <a:moveTo>
                    <a:pt x="34" y="1476"/>
                  </a:moveTo>
                  <a:lnTo>
                    <a:pt x="0" y="1467"/>
                  </a:lnTo>
                  <a:lnTo>
                    <a:pt x="463" y="0"/>
                  </a:lnTo>
                  <a:lnTo>
                    <a:pt x="497" y="8"/>
                  </a:lnTo>
                  <a:lnTo>
                    <a:pt x="34" y="1476"/>
                  </a:lnTo>
                  <a:close/>
                </a:path>
              </a:pathLst>
            </a:custGeom>
            <a:solidFill>
              <a:schemeClr val="tx1">
                <a:lumMod val="50000"/>
                <a:lumOff val="50000"/>
              </a:schemeClr>
            </a:solidFill>
            <a:ln>
              <a:noFill/>
            </a:ln>
          </p:spPr>
          <p:txBody>
            <a:bodyPr/>
            <a:lstStyle/>
            <a:p>
              <a:pPr>
                <a:defRPr/>
              </a:pPr>
              <a:endParaRPr lang="zh-CN" altLang="en-US" sz="2200"/>
            </a:p>
          </p:txBody>
        </p:sp>
        <p:sp>
          <p:nvSpPr>
            <p:cNvPr id="10" name="Freeform 11">
              <a:extLst>
                <a:ext uri="{FF2B5EF4-FFF2-40B4-BE49-F238E27FC236}">
                  <a16:creationId xmlns:a16="http://schemas.microsoft.com/office/drawing/2014/main" id="{0FDEF731-3DC2-4653-930C-AAA80BE8193D}"/>
                </a:ext>
              </a:extLst>
            </p:cNvPr>
            <p:cNvSpPr>
              <a:spLocks/>
            </p:cNvSpPr>
            <p:nvPr/>
          </p:nvSpPr>
          <p:spPr bwMode="auto">
            <a:xfrm>
              <a:off x="6840484" y="1590813"/>
              <a:ext cx="2040943" cy="773693"/>
            </a:xfrm>
            <a:custGeom>
              <a:avLst/>
              <a:gdLst>
                <a:gd name="T0" fmla="*/ 8 w 1286"/>
                <a:gd name="T1" fmla="*/ 489 h 489"/>
                <a:gd name="T2" fmla="*/ 0 w 1286"/>
                <a:gd name="T3" fmla="*/ 455 h 489"/>
                <a:gd name="T4" fmla="*/ 1278 w 1286"/>
                <a:gd name="T5" fmla="*/ 0 h 489"/>
                <a:gd name="T6" fmla="*/ 1286 w 1286"/>
                <a:gd name="T7" fmla="*/ 34 h 489"/>
                <a:gd name="T8" fmla="*/ 8 w 1286"/>
                <a:gd name="T9" fmla="*/ 489 h 489"/>
              </a:gdLst>
              <a:ahLst/>
              <a:cxnLst>
                <a:cxn ang="0">
                  <a:pos x="T0" y="T1"/>
                </a:cxn>
                <a:cxn ang="0">
                  <a:pos x="T2" y="T3"/>
                </a:cxn>
                <a:cxn ang="0">
                  <a:pos x="T4" y="T5"/>
                </a:cxn>
                <a:cxn ang="0">
                  <a:pos x="T6" y="T7"/>
                </a:cxn>
                <a:cxn ang="0">
                  <a:pos x="T8" y="T9"/>
                </a:cxn>
              </a:cxnLst>
              <a:rect l="0" t="0" r="r" b="b"/>
              <a:pathLst>
                <a:path w="1286" h="489">
                  <a:moveTo>
                    <a:pt x="8" y="489"/>
                  </a:moveTo>
                  <a:lnTo>
                    <a:pt x="0" y="455"/>
                  </a:lnTo>
                  <a:lnTo>
                    <a:pt x="1278" y="0"/>
                  </a:lnTo>
                  <a:lnTo>
                    <a:pt x="1286" y="34"/>
                  </a:lnTo>
                  <a:lnTo>
                    <a:pt x="8" y="489"/>
                  </a:lnTo>
                  <a:close/>
                </a:path>
              </a:pathLst>
            </a:custGeom>
            <a:solidFill>
              <a:schemeClr val="tx1">
                <a:lumMod val="50000"/>
                <a:lumOff val="50000"/>
              </a:schemeClr>
            </a:solidFill>
            <a:ln>
              <a:noFill/>
            </a:ln>
          </p:spPr>
          <p:txBody>
            <a:bodyPr/>
            <a:lstStyle/>
            <a:p>
              <a:pPr>
                <a:defRPr/>
              </a:pPr>
              <a:endParaRPr lang="zh-CN" altLang="en-US" sz="2200"/>
            </a:p>
          </p:txBody>
        </p:sp>
        <p:sp>
          <p:nvSpPr>
            <p:cNvPr id="11" name="Freeform 12">
              <a:extLst>
                <a:ext uri="{FF2B5EF4-FFF2-40B4-BE49-F238E27FC236}">
                  <a16:creationId xmlns:a16="http://schemas.microsoft.com/office/drawing/2014/main" id="{11854C9B-04E2-4431-A2C6-FAB7D84FD5AA}"/>
                </a:ext>
              </a:extLst>
            </p:cNvPr>
            <p:cNvSpPr>
              <a:spLocks/>
            </p:cNvSpPr>
            <p:nvPr/>
          </p:nvSpPr>
          <p:spPr bwMode="auto">
            <a:xfrm>
              <a:off x="8950742" y="1602359"/>
              <a:ext cx="1293881" cy="1909217"/>
            </a:xfrm>
            <a:custGeom>
              <a:avLst/>
              <a:gdLst>
                <a:gd name="T0" fmla="*/ 815 w 815"/>
                <a:gd name="T1" fmla="*/ 1184 h 1201"/>
                <a:gd name="T2" fmla="*/ 789 w 815"/>
                <a:gd name="T3" fmla="*/ 1201 h 1201"/>
                <a:gd name="T4" fmla="*/ 0 w 815"/>
                <a:gd name="T5" fmla="*/ 17 h 1201"/>
                <a:gd name="T6" fmla="*/ 34 w 815"/>
                <a:gd name="T7" fmla="*/ 0 h 1201"/>
                <a:gd name="T8" fmla="*/ 815 w 815"/>
                <a:gd name="T9" fmla="*/ 1184 h 1201"/>
              </a:gdLst>
              <a:ahLst/>
              <a:cxnLst>
                <a:cxn ang="0">
                  <a:pos x="T0" y="T1"/>
                </a:cxn>
                <a:cxn ang="0">
                  <a:pos x="T2" y="T3"/>
                </a:cxn>
                <a:cxn ang="0">
                  <a:pos x="T4" y="T5"/>
                </a:cxn>
                <a:cxn ang="0">
                  <a:pos x="T6" y="T7"/>
                </a:cxn>
                <a:cxn ang="0">
                  <a:pos x="T8" y="T9"/>
                </a:cxn>
              </a:cxnLst>
              <a:rect l="0" t="0" r="r" b="b"/>
              <a:pathLst>
                <a:path w="815" h="1201">
                  <a:moveTo>
                    <a:pt x="815" y="1184"/>
                  </a:moveTo>
                  <a:lnTo>
                    <a:pt x="789" y="1201"/>
                  </a:lnTo>
                  <a:lnTo>
                    <a:pt x="0" y="17"/>
                  </a:lnTo>
                  <a:lnTo>
                    <a:pt x="34" y="0"/>
                  </a:lnTo>
                  <a:lnTo>
                    <a:pt x="815" y="1184"/>
                  </a:lnTo>
                  <a:close/>
                </a:path>
              </a:pathLst>
            </a:custGeom>
            <a:solidFill>
              <a:schemeClr val="tx1">
                <a:lumMod val="50000"/>
                <a:lumOff val="50000"/>
              </a:schemeClr>
            </a:solidFill>
            <a:ln>
              <a:noFill/>
            </a:ln>
          </p:spPr>
          <p:txBody>
            <a:bodyPr/>
            <a:lstStyle/>
            <a:p>
              <a:pPr>
                <a:defRPr/>
              </a:pPr>
              <a:endParaRPr lang="zh-CN" altLang="en-US" sz="2200"/>
            </a:p>
          </p:txBody>
        </p:sp>
        <p:sp>
          <p:nvSpPr>
            <p:cNvPr id="12" name="Freeform 13">
              <a:extLst>
                <a:ext uri="{FF2B5EF4-FFF2-40B4-BE49-F238E27FC236}">
                  <a16:creationId xmlns:a16="http://schemas.microsoft.com/office/drawing/2014/main" id="{40438456-5DF4-4218-BCF1-2E9AB8A93750}"/>
                </a:ext>
              </a:extLst>
            </p:cNvPr>
            <p:cNvSpPr>
              <a:spLocks/>
            </p:cNvSpPr>
            <p:nvPr/>
          </p:nvSpPr>
          <p:spPr bwMode="auto">
            <a:xfrm>
              <a:off x="6051061" y="3226733"/>
              <a:ext cx="1782938" cy="1154768"/>
            </a:xfrm>
            <a:custGeom>
              <a:avLst/>
              <a:gdLst>
                <a:gd name="T0" fmla="*/ 17 w 1124"/>
                <a:gd name="T1" fmla="*/ 729 h 729"/>
                <a:gd name="T2" fmla="*/ 0 w 1124"/>
                <a:gd name="T3" fmla="*/ 703 h 729"/>
                <a:gd name="T4" fmla="*/ 1107 w 1124"/>
                <a:gd name="T5" fmla="*/ 0 h 729"/>
                <a:gd name="T6" fmla="*/ 1124 w 1124"/>
                <a:gd name="T7" fmla="*/ 26 h 729"/>
                <a:gd name="T8" fmla="*/ 17 w 1124"/>
                <a:gd name="T9" fmla="*/ 729 h 729"/>
              </a:gdLst>
              <a:ahLst/>
              <a:cxnLst>
                <a:cxn ang="0">
                  <a:pos x="T0" y="T1"/>
                </a:cxn>
                <a:cxn ang="0">
                  <a:pos x="T2" y="T3"/>
                </a:cxn>
                <a:cxn ang="0">
                  <a:pos x="T4" y="T5"/>
                </a:cxn>
                <a:cxn ang="0">
                  <a:pos x="T6" y="T7"/>
                </a:cxn>
                <a:cxn ang="0">
                  <a:pos x="T8" y="T9"/>
                </a:cxn>
              </a:cxnLst>
              <a:rect l="0" t="0" r="r" b="b"/>
              <a:pathLst>
                <a:path w="1124" h="729">
                  <a:moveTo>
                    <a:pt x="17" y="729"/>
                  </a:moveTo>
                  <a:lnTo>
                    <a:pt x="0" y="703"/>
                  </a:lnTo>
                  <a:lnTo>
                    <a:pt x="1107" y="0"/>
                  </a:lnTo>
                  <a:lnTo>
                    <a:pt x="1124" y="26"/>
                  </a:lnTo>
                  <a:lnTo>
                    <a:pt x="17" y="729"/>
                  </a:lnTo>
                  <a:close/>
                </a:path>
              </a:pathLst>
            </a:custGeom>
            <a:solidFill>
              <a:schemeClr val="tx1">
                <a:lumMod val="50000"/>
                <a:lumOff val="50000"/>
              </a:schemeClr>
            </a:solidFill>
            <a:ln>
              <a:noFill/>
            </a:ln>
          </p:spPr>
          <p:txBody>
            <a:bodyPr/>
            <a:lstStyle/>
            <a:p>
              <a:pPr>
                <a:defRPr/>
              </a:pPr>
              <a:endParaRPr lang="zh-CN" altLang="en-US" sz="2200"/>
            </a:p>
          </p:txBody>
        </p:sp>
        <p:sp>
          <p:nvSpPr>
            <p:cNvPr id="13" name="Freeform 14">
              <a:extLst>
                <a:ext uri="{FF2B5EF4-FFF2-40B4-BE49-F238E27FC236}">
                  <a16:creationId xmlns:a16="http://schemas.microsoft.com/office/drawing/2014/main" id="{34052A74-4E2B-4444-ACA0-03002C20887D}"/>
                </a:ext>
              </a:extLst>
            </p:cNvPr>
            <p:cNvSpPr>
              <a:spLocks/>
            </p:cNvSpPr>
            <p:nvPr/>
          </p:nvSpPr>
          <p:spPr bwMode="auto">
            <a:xfrm>
              <a:off x="7656861" y="3265225"/>
              <a:ext cx="1675112" cy="2140170"/>
            </a:xfrm>
            <a:custGeom>
              <a:avLst/>
              <a:gdLst>
                <a:gd name="T0" fmla="*/ 1055 w 1055"/>
                <a:gd name="T1" fmla="*/ 1330 h 1347"/>
                <a:gd name="T2" fmla="*/ 1021 w 1055"/>
                <a:gd name="T3" fmla="*/ 1347 h 1347"/>
                <a:gd name="T4" fmla="*/ 0 w 1055"/>
                <a:gd name="T5" fmla="*/ 25 h 1347"/>
                <a:gd name="T6" fmla="*/ 26 w 1055"/>
                <a:gd name="T7" fmla="*/ 0 h 1347"/>
                <a:gd name="T8" fmla="*/ 1055 w 1055"/>
                <a:gd name="T9" fmla="*/ 1330 h 1347"/>
              </a:gdLst>
              <a:ahLst/>
              <a:cxnLst>
                <a:cxn ang="0">
                  <a:pos x="T0" y="T1"/>
                </a:cxn>
                <a:cxn ang="0">
                  <a:pos x="T2" y="T3"/>
                </a:cxn>
                <a:cxn ang="0">
                  <a:pos x="T4" y="T5"/>
                </a:cxn>
                <a:cxn ang="0">
                  <a:pos x="T6" y="T7"/>
                </a:cxn>
                <a:cxn ang="0">
                  <a:pos x="T8" y="T9"/>
                </a:cxn>
              </a:cxnLst>
              <a:rect l="0" t="0" r="r" b="b"/>
              <a:pathLst>
                <a:path w="1055" h="1347">
                  <a:moveTo>
                    <a:pt x="1055" y="1330"/>
                  </a:moveTo>
                  <a:lnTo>
                    <a:pt x="1021" y="1347"/>
                  </a:lnTo>
                  <a:lnTo>
                    <a:pt x="0" y="25"/>
                  </a:lnTo>
                  <a:lnTo>
                    <a:pt x="26" y="0"/>
                  </a:lnTo>
                  <a:lnTo>
                    <a:pt x="1055" y="1330"/>
                  </a:lnTo>
                  <a:close/>
                </a:path>
              </a:pathLst>
            </a:custGeom>
            <a:solidFill>
              <a:schemeClr val="tx1">
                <a:lumMod val="50000"/>
                <a:lumOff val="50000"/>
              </a:schemeClr>
            </a:solidFill>
            <a:ln>
              <a:noFill/>
            </a:ln>
          </p:spPr>
          <p:txBody>
            <a:bodyPr/>
            <a:lstStyle/>
            <a:p>
              <a:pPr>
                <a:defRPr/>
              </a:pPr>
              <a:endParaRPr lang="zh-CN" altLang="en-US" sz="2200"/>
            </a:p>
          </p:txBody>
        </p:sp>
        <p:sp>
          <p:nvSpPr>
            <p:cNvPr id="14" name="Freeform 15">
              <a:extLst>
                <a:ext uri="{FF2B5EF4-FFF2-40B4-BE49-F238E27FC236}">
                  <a16:creationId xmlns:a16="http://schemas.microsoft.com/office/drawing/2014/main" id="{099D901B-3D64-42FD-8F30-0112F7BCE9A6}"/>
                </a:ext>
              </a:extLst>
            </p:cNvPr>
            <p:cNvSpPr>
              <a:spLocks/>
            </p:cNvSpPr>
            <p:nvPr/>
          </p:nvSpPr>
          <p:spPr bwMode="auto">
            <a:xfrm>
              <a:off x="9998169" y="3265225"/>
              <a:ext cx="847184" cy="1716755"/>
            </a:xfrm>
            <a:custGeom>
              <a:avLst/>
              <a:gdLst>
                <a:gd name="T0" fmla="*/ 532 w 532"/>
                <a:gd name="T1" fmla="*/ 1064 h 1081"/>
                <a:gd name="T2" fmla="*/ 506 w 532"/>
                <a:gd name="T3" fmla="*/ 1081 h 1081"/>
                <a:gd name="T4" fmla="*/ 0 w 532"/>
                <a:gd name="T5" fmla="*/ 17 h 1081"/>
                <a:gd name="T6" fmla="*/ 26 w 532"/>
                <a:gd name="T7" fmla="*/ 0 h 1081"/>
                <a:gd name="T8" fmla="*/ 532 w 532"/>
                <a:gd name="T9" fmla="*/ 1064 h 1081"/>
              </a:gdLst>
              <a:ahLst/>
              <a:cxnLst>
                <a:cxn ang="0">
                  <a:pos x="T0" y="T1"/>
                </a:cxn>
                <a:cxn ang="0">
                  <a:pos x="T2" y="T3"/>
                </a:cxn>
                <a:cxn ang="0">
                  <a:pos x="T4" y="T5"/>
                </a:cxn>
                <a:cxn ang="0">
                  <a:pos x="T6" y="T7"/>
                </a:cxn>
                <a:cxn ang="0">
                  <a:pos x="T8" y="T9"/>
                </a:cxn>
              </a:cxnLst>
              <a:rect l="0" t="0" r="r" b="b"/>
              <a:pathLst>
                <a:path w="532" h="1081">
                  <a:moveTo>
                    <a:pt x="532" y="1064"/>
                  </a:moveTo>
                  <a:lnTo>
                    <a:pt x="506" y="1081"/>
                  </a:lnTo>
                  <a:lnTo>
                    <a:pt x="0" y="17"/>
                  </a:lnTo>
                  <a:lnTo>
                    <a:pt x="26" y="0"/>
                  </a:lnTo>
                  <a:lnTo>
                    <a:pt x="532" y="1064"/>
                  </a:lnTo>
                  <a:close/>
                </a:path>
              </a:pathLst>
            </a:custGeom>
            <a:solidFill>
              <a:schemeClr val="tx1">
                <a:lumMod val="50000"/>
                <a:lumOff val="50000"/>
              </a:schemeClr>
            </a:solidFill>
            <a:ln>
              <a:noFill/>
            </a:ln>
          </p:spPr>
          <p:txBody>
            <a:bodyPr/>
            <a:lstStyle/>
            <a:p>
              <a:pPr>
                <a:defRPr/>
              </a:pPr>
              <a:endParaRPr lang="zh-CN" altLang="en-US" sz="2200"/>
            </a:p>
          </p:txBody>
        </p:sp>
        <p:sp>
          <p:nvSpPr>
            <p:cNvPr id="15" name="Rectangle 16">
              <a:extLst>
                <a:ext uri="{FF2B5EF4-FFF2-40B4-BE49-F238E27FC236}">
                  <a16:creationId xmlns:a16="http://schemas.microsoft.com/office/drawing/2014/main" id="{B1459599-EC8C-4DB1-A280-90FFD7CC98E9}"/>
                </a:ext>
              </a:extLst>
            </p:cNvPr>
            <p:cNvSpPr>
              <a:spLocks noChangeArrowheads="1"/>
            </p:cNvSpPr>
            <p:nvPr/>
          </p:nvSpPr>
          <p:spPr bwMode="auto">
            <a:xfrm>
              <a:off x="7425811" y="3415346"/>
              <a:ext cx="3049862" cy="53889"/>
            </a:xfrm>
            <a:prstGeom prst="rect">
              <a:avLst/>
            </a:prstGeom>
            <a:solidFill>
              <a:schemeClr val="bg1">
                <a:lumMod val="50000"/>
                <a:lumOff val="50000"/>
              </a:schemeClr>
            </a:solidFill>
            <a:ln>
              <a:noFill/>
            </a:ln>
          </p:spPr>
          <p:txBody>
            <a:bodyPr/>
            <a:lstStyle/>
            <a:p>
              <a:pPr>
                <a:defRPr/>
              </a:pPr>
              <a:endParaRPr lang="zh-CN" altLang="en-US" sz="2200"/>
            </a:p>
          </p:txBody>
        </p:sp>
        <p:sp>
          <p:nvSpPr>
            <p:cNvPr id="16" name="Rectangle 17">
              <a:extLst>
                <a:ext uri="{FF2B5EF4-FFF2-40B4-BE49-F238E27FC236}">
                  <a16:creationId xmlns:a16="http://schemas.microsoft.com/office/drawing/2014/main" id="{D498CEF4-0309-495D-A036-4BE4256646F5}"/>
                </a:ext>
              </a:extLst>
            </p:cNvPr>
            <p:cNvSpPr>
              <a:spLocks noChangeArrowheads="1"/>
            </p:cNvSpPr>
            <p:nvPr/>
          </p:nvSpPr>
          <p:spPr bwMode="auto">
            <a:xfrm>
              <a:off x="7602949" y="3226733"/>
              <a:ext cx="53912" cy="2532791"/>
            </a:xfrm>
            <a:prstGeom prst="rect">
              <a:avLst/>
            </a:prstGeom>
            <a:solidFill>
              <a:schemeClr val="tx1">
                <a:lumMod val="50000"/>
                <a:lumOff val="50000"/>
              </a:schemeClr>
            </a:solidFill>
            <a:ln>
              <a:noFill/>
            </a:ln>
          </p:spPr>
          <p:txBody>
            <a:bodyPr/>
            <a:lstStyle/>
            <a:p>
              <a:pPr>
                <a:defRPr/>
              </a:pPr>
              <a:endParaRPr lang="zh-CN" altLang="en-US" sz="2200"/>
            </a:p>
          </p:txBody>
        </p:sp>
        <p:sp>
          <p:nvSpPr>
            <p:cNvPr id="17" name="Freeform 18">
              <a:extLst>
                <a:ext uri="{FF2B5EF4-FFF2-40B4-BE49-F238E27FC236}">
                  <a16:creationId xmlns:a16="http://schemas.microsoft.com/office/drawing/2014/main" id="{1B4D6EF6-9909-4C46-85B1-56218F80C25A}"/>
                </a:ext>
              </a:extLst>
            </p:cNvPr>
            <p:cNvSpPr>
              <a:spLocks/>
            </p:cNvSpPr>
            <p:nvPr/>
          </p:nvSpPr>
          <p:spPr bwMode="auto">
            <a:xfrm>
              <a:off x="6647942" y="2202839"/>
              <a:ext cx="1143697" cy="1320286"/>
            </a:xfrm>
            <a:custGeom>
              <a:avLst/>
              <a:gdLst>
                <a:gd name="T0" fmla="*/ 720 w 720"/>
                <a:gd name="T1" fmla="*/ 807 h 833"/>
                <a:gd name="T2" fmla="*/ 694 w 720"/>
                <a:gd name="T3" fmla="*/ 833 h 833"/>
                <a:gd name="T4" fmla="*/ 0 w 720"/>
                <a:gd name="T5" fmla="*/ 26 h 833"/>
                <a:gd name="T6" fmla="*/ 34 w 720"/>
                <a:gd name="T7" fmla="*/ 0 h 833"/>
                <a:gd name="T8" fmla="*/ 720 w 720"/>
                <a:gd name="T9" fmla="*/ 807 h 833"/>
              </a:gdLst>
              <a:ahLst/>
              <a:cxnLst>
                <a:cxn ang="0">
                  <a:pos x="T0" y="T1"/>
                </a:cxn>
                <a:cxn ang="0">
                  <a:pos x="T2" y="T3"/>
                </a:cxn>
                <a:cxn ang="0">
                  <a:pos x="T4" y="T5"/>
                </a:cxn>
                <a:cxn ang="0">
                  <a:pos x="T6" y="T7"/>
                </a:cxn>
                <a:cxn ang="0">
                  <a:pos x="T8" y="T9"/>
                </a:cxn>
              </a:cxnLst>
              <a:rect l="0" t="0" r="r" b="b"/>
              <a:pathLst>
                <a:path w="720" h="833">
                  <a:moveTo>
                    <a:pt x="720" y="807"/>
                  </a:moveTo>
                  <a:lnTo>
                    <a:pt x="694" y="833"/>
                  </a:lnTo>
                  <a:lnTo>
                    <a:pt x="0" y="26"/>
                  </a:lnTo>
                  <a:lnTo>
                    <a:pt x="34" y="0"/>
                  </a:lnTo>
                  <a:lnTo>
                    <a:pt x="720" y="807"/>
                  </a:lnTo>
                  <a:close/>
                </a:path>
              </a:pathLst>
            </a:custGeom>
            <a:solidFill>
              <a:schemeClr val="tx1">
                <a:lumMod val="50000"/>
                <a:lumOff val="50000"/>
              </a:schemeClr>
            </a:solidFill>
            <a:ln>
              <a:noFill/>
            </a:ln>
          </p:spPr>
          <p:txBody>
            <a:bodyPr/>
            <a:lstStyle/>
            <a:p>
              <a:pPr>
                <a:defRPr/>
              </a:pPr>
              <a:endParaRPr lang="zh-CN" altLang="en-US" sz="2200"/>
            </a:p>
          </p:txBody>
        </p:sp>
        <p:sp>
          <p:nvSpPr>
            <p:cNvPr id="83993" name="任意多边形 17">
              <a:extLst>
                <a:ext uri="{FF2B5EF4-FFF2-40B4-BE49-F238E27FC236}">
                  <a16:creationId xmlns:a16="http://schemas.microsoft.com/office/drawing/2014/main" id="{7286A689-4180-6243-8EDE-C6667FC490AE}"/>
                </a:ext>
              </a:extLst>
            </p:cNvPr>
            <p:cNvSpPr>
              <a:spLocks/>
            </p:cNvSpPr>
            <p:nvPr/>
          </p:nvSpPr>
          <p:spPr bwMode="auto">
            <a:xfrm>
              <a:off x="9468924" y="2761289"/>
              <a:ext cx="1253190" cy="1239838"/>
            </a:xfrm>
            <a:custGeom>
              <a:avLst/>
              <a:gdLst>
                <a:gd name="T0" fmla="*/ 0 w 1252538"/>
                <a:gd name="T1" fmla="*/ 0 h 1239838"/>
                <a:gd name="T2" fmla="*/ 1252538 w 1252538"/>
                <a:gd name="T3" fmla="*/ 1239838 h 1239838"/>
              </a:gdLst>
              <a:ahLst/>
              <a:cxnLst/>
              <a:rect l="T0" t="T1" r="T2" b="T3"/>
              <a:pathLst>
                <a:path w="1252538" h="1239838">
                  <a:moveTo>
                    <a:pt x="1198563" y="858837"/>
                  </a:moveTo>
                  <a:cubicBezTo>
                    <a:pt x="1198563" y="872463"/>
                    <a:pt x="1184937" y="886089"/>
                    <a:pt x="1184937" y="899715"/>
                  </a:cubicBezTo>
                  <a:lnTo>
                    <a:pt x="1180951" y="903702"/>
                  </a:lnTo>
                  <a:lnTo>
                    <a:pt x="1128499" y="985346"/>
                  </a:lnTo>
                  <a:cubicBezTo>
                    <a:pt x="1088204" y="1039530"/>
                    <a:pt x="1041970" y="1086034"/>
                    <a:pt x="991495" y="1123151"/>
                  </a:cubicBezTo>
                  <a:lnTo>
                    <a:pt x="913500" y="1171153"/>
                  </a:lnTo>
                  <a:lnTo>
                    <a:pt x="912416" y="1172236"/>
                  </a:lnTo>
                  <a:cubicBezTo>
                    <a:pt x="898790" y="1172236"/>
                    <a:pt x="885164" y="1185862"/>
                    <a:pt x="871538" y="1185862"/>
                  </a:cubicBezTo>
                  <a:lnTo>
                    <a:pt x="1198563" y="858837"/>
                  </a:lnTo>
                  <a:close/>
                  <a:moveTo>
                    <a:pt x="1238250" y="558800"/>
                  </a:moveTo>
                  <a:cubicBezTo>
                    <a:pt x="1238250" y="558800"/>
                    <a:pt x="1238250" y="562205"/>
                    <a:pt x="1238250" y="565611"/>
                  </a:cubicBezTo>
                  <a:lnTo>
                    <a:pt x="1238250" y="572197"/>
                  </a:lnTo>
                  <a:lnTo>
                    <a:pt x="1238931" y="571500"/>
                  </a:lnTo>
                  <a:cubicBezTo>
                    <a:pt x="1238931" y="585140"/>
                    <a:pt x="1252538" y="598779"/>
                    <a:pt x="1252538" y="612419"/>
                  </a:cubicBezTo>
                  <a:cubicBezTo>
                    <a:pt x="1252538" y="626058"/>
                    <a:pt x="1252538" y="626058"/>
                    <a:pt x="1252538" y="639698"/>
                  </a:cubicBezTo>
                  <a:lnTo>
                    <a:pt x="1252381" y="639852"/>
                  </a:lnTo>
                  <a:lnTo>
                    <a:pt x="1252538" y="639762"/>
                  </a:lnTo>
                  <a:lnTo>
                    <a:pt x="1239021" y="652999"/>
                  </a:lnTo>
                  <a:lnTo>
                    <a:pt x="1239039" y="652929"/>
                  </a:lnTo>
                  <a:lnTo>
                    <a:pt x="1220248" y="671346"/>
                  </a:lnTo>
                  <a:cubicBezTo>
                    <a:pt x="1209484" y="681895"/>
                    <a:pt x="1195133" y="695961"/>
                    <a:pt x="1175998" y="714715"/>
                  </a:cubicBezTo>
                  <a:lnTo>
                    <a:pt x="1175283" y="715417"/>
                  </a:lnTo>
                  <a:lnTo>
                    <a:pt x="1239021" y="652999"/>
                  </a:lnTo>
                  <a:lnTo>
                    <a:pt x="1238921" y="653400"/>
                  </a:lnTo>
                  <a:lnTo>
                    <a:pt x="1238250" y="654088"/>
                  </a:lnTo>
                  <a:lnTo>
                    <a:pt x="1238250" y="735013"/>
                  </a:lnTo>
                  <a:lnTo>
                    <a:pt x="1238251" y="735012"/>
                  </a:lnTo>
                  <a:lnTo>
                    <a:pt x="1238250" y="735017"/>
                  </a:lnTo>
                  <a:lnTo>
                    <a:pt x="1238250" y="735788"/>
                  </a:lnTo>
                  <a:lnTo>
                    <a:pt x="1238059" y="735974"/>
                  </a:lnTo>
                  <a:lnTo>
                    <a:pt x="1236551" y="743528"/>
                  </a:lnTo>
                  <a:cubicBezTo>
                    <a:pt x="1234851" y="748638"/>
                    <a:pt x="1231451" y="755451"/>
                    <a:pt x="1224650" y="762264"/>
                  </a:cubicBezTo>
                  <a:cubicBezTo>
                    <a:pt x="1224650" y="762264"/>
                    <a:pt x="1224650" y="762264"/>
                    <a:pt x="843616" y="1144000"/>
                  </a:cubicBezTo>
                  <a:lnTo>
                    <a:pt x="802919" y="1184772"/>
                  </a:lnTo>
                  <a:lnTo>
                    <a:pt x="819944" y="1167805"/>
                  </a:lnTo>
                  <a:cubicBezTo>
                    <a:pt x="877888" y="1110059"/>
                    <a:pt x="993775" y="994569"/>
                    <a:pt x="1225550" y="763587"/>
                  </a:cubicBezTo>
                  <a:cubicBezTo>
                    <a:pt x="1225550" y="790761"/>
                    <a:pt x="1211916" y="831523"/>
                    <a:pt x="1198283" y="858697"/>
                  </a:cubicBezTo>
                  <a:cubicBezTo>
                    <a:pt x="1198283" y="858697"/>
                    <a:pt x="1198283" y="858697"/>
                    <a:pt x="871071" y="1184789"/>
                  </a:cubicBezTo>
                  <a:cubicBezTo>
                    <a:pt x="850620" y="1191582"/>
                    <a:pt x="833578" y="1198376"/>
                    <a:pt x="816536" y="1205169"/>
                  </a:cubicBezTo>
                  <a:lnTo>
                    <a:pt x="762343" y="1225422"/>
                  </a:lnTo>
                  <a:lnTo>
                    <a:pt x="762215" y="1225550"/>
                  </a:lnTo>
                  <a:lnTo>
                    <a:pt x="762000" y="1225550"/>
                  </a:lnTo>
                  <a:lnTo>
                    <a:pt x="753715" y="1225550"/>
                  </a:lnTo>
                  <a:lnTo>
                    <a:pt x="735468" y="1225550"/>
                  </a:lnTo>
                  <a:lnTo>
                    <a:pt x="734786" y="1226215"/>
                  </a:lnTo>
                  <a:cubicBezTo>
                    <a:pt x="727982" y="1226215"/>
                    <a:pt x="717777" y="1229621"/>
                    <a:pt x="705871" y="1233027"/>
                  </a:cubicBezTo>
                  <a:lnTo>
                    <a:pt x="667047" y="1239786"/>
                  </a:lnTo>
                  <a:lnTo>
                    <a:pt x="666998" y="1239837"/>
                  </a:lnTo>
                  <a:lnTo>
                    <a:pt x="666756" y="1239837"/>
                  </a:lnTo>
                  <a:lnTo>
                    <a:pt x="666750" y="1239838"/>
                  </a:lnTo>
                  <a:lnTo>
                    <a:pt x="666751" y="1239837"/>
                  </a:lnTo>
                  <a:lnTo>
                    <a:pt x="658487" y="1239837"/>
                  </a:lnTo>
                  <a:lnTo>
                    <a:pt x="640218" y="1239837"/>
                  </a:lnTo>
                  <a:lnTo>
                    <a:pt x="640217" y="1239838"/>
                  </a:lnTo>
                  <a:cubicBezTo>
                    <a:pt x="640217" y="1239838"/>
                    <a:pt x="626610" y="1239838"/>
                    <a:pt x="626610" y="1239838"/>
                  </a:cubicBezTo>
                  <a:lnTo>
                    <a:pt x="585978" y="1239838"/>
                  </a:lnTo>
                  <a:lnTo>
                    <a:pt x="585788" y="1239838"/>
                  </a:lnTo>
                  <a:lnTo>
                    <a:pt x="572389" y="1239838"/>
                  </a:lnTo>
                  <a:cubicBezTo>
                    <a:pt x="568992" y="1239838"/>
                    <a:pt x="565595" y="1239838"/>
                    <a:pt x="558800" y="1239838"/>
                  </a:cubicBezTo>
                  <a:cubicBezTo>
                    <a:pt x="558800" y="1239838"/>
                    <a:pt x="558800" y="1239838"/>
                    <a:pt x="1238250" y="558800"/>
                  </a:cubicBezTo>
                  <a:close/>
                  <a:moveTo>
                    <a:pt x="1184941" y="354012"/>
                  </a:moveTo>
                  <a:cubicBezTo>
                    <a:pt x="1184941" y="354012"/>
                    <a:pt x="1184941" y="367649"/>
                    <a:pt x="1198563" y="367649"/>
                  </a:cubicBezTo>
                  <a:lnTo>
                    <a:pt x="1197717" y="368496"/>
                  </a:lnTo>
                  <a:lnTo>
                    <a:pt x="1204458" y="388716"/>
                  </a:lnTo>
                  <a:lnTo>
                    <a:pt x="1210977" y="408274"/>
                  </a:lnTo>
                  <a:lnTo>
                    <a:pt x="1211263" y="407987"/>
                  </a:lnTo>
                  <a:lnTo>
                    <a:pt x="1211263" y="409133"/>
                  </a:lnTo>
                  <a:lnTo>
                    <a:pt x="1211263" y="419924"/>
                  </a:lnTo>
                  <a:cubicBezTo>
                    <a:pt x="1211263" y="421629"/>
                    <a:pt x="1211263" y="421629"/>
                    <a:pt x="1211263" y="421629"/>
                  </a:cubicBezTo>
                  <a:cubicBezTo>
                    <a:pt x="1211263" y="421629"/>
                    <a:pt x="1211263" y="421629"/>
                    <a:pt x="959301" y="678737"/>
                  </a:cubicBezTo>
                  <a:lnTo>
                    <a:pt x="887532" y="751972"/>
                  </a:lnTo>
                  <a:lnTo>
                    <a:pt x="955467" y="682925"/>
                  </a:lnTo>
                  <a:cubicBezTo>
                    <a:pt x="1029823" y="607352"/>
                    <a:pt x="1114802" y="520983"/>
                    <a:pt x="1211920" y="422275"/>
                  </a:cubicBezTo>
                  <a:cubicBezTo>
                    <a:pt x="1225550" y="449505"/>
                    <a:pt x="1225550" y="463120"/>
                    <a:pt x="1225550" y="476734"/>
                  </a:cubicBezTo>
                  <a:lnTo>
                    <a:pt x="1225159" y="477132"/>
                  </a:lnTo>
                  <a:lnTo>
                    <a:pt x="1231454" y="488171"/>
                  </a:lnTo>
                  <a:cubicBezTo>
                    <a:pt x="1234853" y="489874"/>
                    <a:pt x="1238251" y="489874"/>
                    <a:pt x="1238251" y="489874"/>
                  </a:cubicBezTo>
                  <a:cubicBezTo>
                    <a:pt x="1238251" y="489874"/>
                    <a:pt x="1238251" y="489874"/>
                    <a:pt x="746450" y="982720"/>
                  </a:cubicBezTo>
                  <a:lnTo>
                    <a:pt x="694556" y="1034723"/>
                  </a:lnTo>
                  <a:lnTo>
                    <a:pt x="742082" y="987155"/>
                  </a:lnTo>
                  <a:cubicBezTo>
                    <a:pt x="850647" y="878492"/>
                    <a:pt x="1008560" y="720436"/>
                    <a:pt x="1238251" y="490537"/>
                  </a:cubicBezTo>
                  <a:cubicBezTo>
                    <a:pt x="1238251" y="517784"/>
                    <a:pt x="1238251" y="531408"/>
                    <a:pt x="1238251" y="558655"/>
                  </a:cubicBezTo>
                  <a:cubicBezTo>
                    <a:pt x="1238251" y="558655"/>
                    <a:pt x="1238251" y="558655"/>
                    <a:pt x="557684" y="1239837"/>
                  </a:cubicBezTo>
                  <a:cubicBezTo>
                    <a:pt x="544072" y="1239837"/>
                    <a:pt x="516850" y="1226214"/>
                    <a:pt x="503238" y="1226214"/>
                  </a:cubicBezTo>
                  <a:lnTo>
                    <a:pt x="503901" y="1225550"/>
                  </a:lnTo>
                  <a:lnTo>
                    <a:pt x="497336" y="1225550"/>
                  </a:lnTo>
                  <a:cubicBezTo>
                    <a:pt x="493937" y="1225550"/>
                    <a:pt x="490538" y="1225550"/>
                    <a:pt x="490538" y="1225550"/>
                  </a:cubicBezTo>
                  <a:cubicBezTo>
                    <a:pt x="490538" y="1225550"/>
                    <a:pt x="490538" y="1225550"/>
                    <a:pt x="800244" y="909439"/>
                  </a:cubicBezTo>
                  <a:lnTo>
                    <a:pt x="807419" y="902117"/>
                  </a:lnTo>
                  <a:lnTo>
                    <a:pt x="732453" y="978382"/>
                  </a:lnTo>
                  <a:cubicBezTo>
                    <a:pt x="662010" y="1050046"/>
                    <a:pt x="581504" y="1131948"/>
                    <a:pt x="489498" y="1225550"/>
                  </a:cubicBezTo>
                  <a:cubicBezTo>
                    <a:pt x="475867" y="1218743"/>
                    <a:pt x="465644" y="1215339"/>
                    <a:pt x="457125" y="1213637"/>
                  </a:cubicBezTo>
                  <a:lnTo>
                    <a:pt x="436649" y="1212064"/>
                  </a:lnTo>
                  <a:lnTo>
                    <a:pt x="435878" y="1212850"/>
                  </a:lnTo>
                  <a:cubicBezTo>
                    <a:pt x="435878" y="1212850"/>
                    <a:pt x="422275" y="1199208"/>
                    <a:pt x="422275" y="1199208"/>
                  </a:cubicBezTo>
                  <a:cubicBezTo>
                    <a:pt x="422275" y="1199208"/>
                    <a:pt x="422275" y="1199208"/>
                    <a:pt x="755130" y="865412"/>
                  </a:cubicBezTo>
                  <a:lnTo>
                    <a:pt x="806571" y="813824"/>
                  </a:lnTo>
                  <a:lnTo>
                    <a:pt x="787831" y="832565"/>
                  </a:lnTo>
                  <a:cubicBezTo>
                    <a:pt x="690116" y="930280"/>
                    <a:pt x="569851" y="1050545"/>
                    <a:pt x="421833" y="1198563"/>
                  </a:cubicBezTo>
                  <a:cubicBezTo>
                    <a:pt x="415027" y="1198563"/>
                    <a:pt x="408222" y="1198563"/>
                    <a:pt x="401417" y="1196862"/>
                  </a:cubicBezTo>
                  <a:lnTo>
                    <a:pt x="381737" y="1185382"/>
                  </a:lnTo>
                  <a:lnTo>
                    <a:pt x="381257" y="1185862"/>
                  </a:lnTo>
                  <a:cubicBezTo>
                    <a:pt x="367635" y="1185862"/>
                    <a:pt x="367635" y="1185862"/>
                    <a:pt x="354013" y="1185862"/>
                  </a:cubicBezTo>
                  <a:cubicBezTo>
                    <a:pt x="354013" y="1185862"/>
                    <a:pt x="354013" y="1185862"/>
                    <a:pt x="1184941" y="354012"/>
                  </a:cubicBezTo>
                  <a:close/>
                  <a:moveTo>
                    <a:pt x="1116683" y="246062"/>
                  </a:moveTo>
                  <a:cubicBezTo>
                    <a:pt x="1123492" y="246062"/>
                    <a:pt x="1126897" y="249467"/>
                    <a:pt x="1128599" y="252871"/>
                  </a:cubicBezTo>
                  <a:lnTo>
                    <a:pt x="1130079" y="258790"/>
                  </a:lnTo>
                  <a:lnTo>
                    <a:pt x="1143674" y="279204"/>
                  </a:lnTo>
                  <a:cubicBezTo>
                    <a:pt x="1147078" y="286018"/>
                    <a:pt x="1150481" y="292832"/>
                    <a:pt x="1157288" y="299646"/>
                  </a:cubicBezTo>
                  <a:cubicBezTo>
                    <a:pt x="1157288" y="299646"/>
                    <a:pt x="1157288" y="299646"/>
                    <a:pt x="795453" y="656106"/>
                  </a:cubicBezTo>
                  <a:lnTo>
                    <a:pt x="772775" y="678447"/>
                  </a:lnTo>
                  <a:lnTo>
                    <a:pt x="874329" y="578505"/>
                  </a:lnTo>
                  <a:cubicBezTo>
                    <a:pt x="956370" y="497766"/>
                    <a:pt x="1050132" y="405493"/>
                    <a:pt x="1157288" y="300037"/>
                  </a:cubicBezTo>
                  <a:cubicBezTo>
                    <a:pt x="1157288" y="300037"/>
                    <a:pt x="1157288" y="300037"/>
                    <a:pt x="1157288" y="301738"/>
                  </a:cubicBezTo>
                  <a:lnTo>
                    <a:pt x="1157288" y="313008"/>
                  </a:lnTo>
                  <a:lnTo>
                    <a:pt x="1175765" y="333201"/>
                  </a:lnTo>
                  <a:cubicBezTo>
                    <a:pt x="1180872" y="340022"/>
                    <a:pt x="1184276" y="346844"/>
                    <a:pt x="1184276" y="353665"/>
                  </a:cubicBezTo>
                  <a:cubicBezTo>
                    <a:pt x="1184276" y="353665"/>
                    <a:pt x="1184276" y="353665"/>
                    <a:pt x="353592" y="1185862"/>
                  </a:cubicBezTo>
                  <a:cubicBezTo>
                    <a:pt x="339974" y="1172220"/>
                    <a:pt x="326356" y="1158577"/>
                    <a:pt x="312738" y="1158577"/>
                  </a:cubicBezTo>
                  <a:cubicBezTo>
                    <a:pt x="312738" y="1158577"/>
                    <a:pt x="312738" y="1158577"/>
                    <a:pt x="518867" y="952073"/>
                  </a:cubicBezTo>
                  <a:lnTo>
                    <a:pt x="523019" y="947914"/>
                  </a:lnTo>
                  <a:lnTo>
                    <a:pt x="462148" y="1008785"/>
                  </a:lnTo>
                  <a:cubicBezTo>
                    <a:pt x="415805" y="1055127"/>
                    <a:pt x="366373" y="1104559"/>
                    <a:pt x="313645" y="1157287"/>
                  </a:cubicBezTo>
                  <a:cubicBezTo>
                    <a:pt x="313645" y="1157287"/>
                    <a:pt x="310244" y="1153885"/>
                    <a:pt x="306842" y="1150484"/>
                  </a:cubicBezTo>
                  <a:lnTo>
                    <a:pt x="300280" y="1143922"/>
                  </a:lnTo>
                  <a:lnTo>
                    <a:pt x="299605" y="1144587"/>
                  </a:lnTo>
                  <a:cubicBezTo>
                    <a:pt x="292798" y="1144587"/>
                    <a:pt x="285991" y="1141180"/>
                    <a:pt x="279184" y="1136070"/>
                  </a:cubicBezTo>
                  <a:lnTo>
                    <a:pt x="258905" y="1117461"/>
                  </a:lnTo>
                  <a:lnTo>
                    <a:pt x="258763" y="1117600"/>
                  </a:lnTo>
                  <a:lnTo>
                    <a:pt x="258902" y="1117459"/>
                  </a:lnTo>
                  <a:lnTo>
                    <a:pt x="258763" y="1117331"/>
                  </a:lnTo>
                  <a:cubicBezTo>
                    <a:pt x="258763" y="1117331"/>
                    <a:pt x="258763" y="1117331"/>
                    <a:pt x="260465" y="1115654"/>
                  </a:cubicBezTo>
                  <a:lnTo>
                    <a:pt x="267588" y="1108635"/>
                  </a:lnTo>
                  <a:lnTo>
                    <a:pt x="272168" y="1103982"/>
                  </a:lnTo>
                  <a:cubicBezTo>
                    <a:pt x="312383" y="1063129"/>
                    <a:pt x="473243" y="899716"/>
                    <a:pt x="1116683" y="246062"/>
                  </a:cubicBezTo>
                  <a:close/>
                  <a:moveTo>
                    <a:pt x="1088785" y="204787"/>
                  </a:moveTo>
                  <a:lnTo>
                    <a:pt x="1088900" y="204912"/>
                  </a:lnTo>
                  <a:lnTo>
                    <a:pt x="1089026" y="204787"/>
                  </a:lnTo>
                  <a:lnTo>
                    <a:pt x="1088902" y="204914"/>
                  </a:lnTo>
                  <a:lnTo>
                    <a:pt x="1107505" y="225223"/>
                  </a:lnTo>
                  <a:cubicBezTo>
                    <a:pt x="1112610" y="232035"/>
                    <a:pt x="1116013" y="238847"/>
                    <a:pt x="1116013" y="245659"/>
                  </a:cubicBezTo>
                  <a:cubicBezTo>
                    <a:pt x="1116013" y="245659"/>
                    <a:pt x="1116013" y="245659"/>
                    <a:pt x="258330" y="1117600"/>
                  </a:cubicBezTo>
                  <a:cubicBezTo>
                    <a:pt x="244716" y="1103976"/>
                    <a:pt x="231102" y="1090352"/>
                    <a:pt x="217488" y="1090352"/>
                  </a:cubicBezTo>
                  <a:lnTo>
                    <a:pt x="217966" y="1089866"/>
                  </a:lnTo>
                  <a:lnTo>
                    <a:pt x="211590" y="1078688"/>
                  </a:lnTo>
                  <a:cubicBezTo>
                    <a:pt x="208189" y="1076984"/>
                    <a:pt x="204788" y="1076984"/>
                    <a:pt x="204788" y="1076984"/>
                  </a:cubicBezTo>
                  <a:cubicBezTo>
                    <a:pt x="204788" y="1076984"/>
                    <a:pt x="204788" y="1076984"/>
                    <a:pt x="933378" y="358316"/>
                  </a:cubicBezTo>
                  <a:lnTo>
                    <a:pt x="1080860" y="212843"/>
                  </a:lnTo>
                  <a:lnTo>
                    <a:pt x="1088785" y="204787"/>
                  </a:lnTo>
                  <a:close/>
                  <a:moveTo>
                    <a:pt x="994445" y="122237"/>
                  </a:moveTo>
                  <a:cubicBezTo>
                    <a:pt x="1008063" y="122237"/>
                    <a:pt x="1008063" y="122237"/>
                    <a:pt x="1008063" y="135865"/>
                  </a:cubicBezTo>
                  <a:cubicBezTo>
                    <a:pt x="1008063" y="135865"/>
                    <a:pt x="1008063" y="135865"/>
                    <a:pt x="540590" y="603692"/>
                  </a:cubicBezTo>
                  <a:lnTo>
                    <a:pt x="453916" y="690431"/>
                  </a:lnTo>
                  <a:lnTo>
                    <a:pt x="504104" y="640244"/>
                  </a:lnTo>
                  <a:cubicBezTo>
                    <a:pt x="626630" y="517718"/>
                    <a:pt x="789998" y="354349"/>
                    <a:pt x="1007822" y="136525"/>
                  </a:cubicBezTo>
                  <a:cubicBezTo>
                    <a:pt x="1014629" y="136525"/>
                    <a:pt x="1021436" y="139929"/>
                    <a:pt x="1026542" y="143332"/>
                  </a:cubicBezTo>
                  <a:lnTo>
                    <a:pt x="1034042" y="149333"/>
                  </a:lnTo>
                  <a:lnTo>
                    <a:pt x="1034148" y="149225"/>
                  </a:lnTo>
                  <a:lnTo>
                    <a:pt x="1034349" y="149578"/>
                  </a:lnTo>
                  <a:lnTo>
                    <a:pt x="1035050" y="150139"/>
                  </a:lnTo>
                  <a:lnTo>
                    <a:pt x="1034809" y="150384"/>
                  </a:lnTo>
                  <a:lnTo>
                    <a:pt x="1040950" y="161150"/>
                  </a:lnTo>
                  <a:cubicBezTo>
                    <a:pt x="1044350" y="162853"/>
                    <a:pt x="1047751" y="162853"/>
                    <a:pt x="1047751" y="162853"/>
                  </a:cubicBezTo>
                  <a:cubicBezTo>
                    <a:pt x="1047751" y="162853"/>
                    <a:pt x="1047751" y="162853"/>
                    <a:pt x="464494" y="747157"/>
                  </a:cubicBezTo>
                  <a:lnTo>
                    <a:pt x="456091" y="755575"/>
                  </a:lnTo>
                  <a:lnTo>
                    <a:pt x="459552" y="752115"/>
                  </a:lnTo>
                  <a:cubicBezTo>
                    <a:pt x="588342" y="623325"/>
                    <a:pt x="775673" y="435994"/>
                    <a:pt x="1048154" y="163512"/>
                  </a:cubicBezTo>
                  <a:cubicBezTo>
                    <a:pt x="1061778" y="177136"/>
                    <a:pt x="1075402" y="190760"/>
                    <a:pt x="1089026" y="204384"/>
                  </a:cubicBezTo>
                  <a:cubicBezTo>
                    <a:pt x="1089026" y="204384"/>
                    <a:pt x="1089026" y="204384"/>
                    <a:pt x="203461" y="1076325"/>
                  </a:cubicBezTo>
                  <a:cubicBezTo>
                    <a:pt x="189837" y="1062701"/>
                    <a:pt x="176213" y="1049077"/>
                    <a:pt x="176213" y="1035453"/>
                  </a:cubicBezTo>
                  <a:lnTo>
                    <a:pt x="176616" y="1035050"/>
                  </a:lnTo>
                  <a:lnTo>
                    <a:pt x="165214" y="1035050"/>
                  </a:lnTo>
                  <a:lnTo>
                    <a:pt x="163753" y="1035050"/>
                  </a:lnTo>
                  <a:lnTo>
                    <a:pt x="163513" y="1035050"/>
                  </a:lnTo>
                  <a:lnTo>
                    <a:pt x="163651" y="1034910"/>
                  </a:lnTo>
                  <a:lnTo>
                    <a:pt x="150139" y="1016331"/>
                  </a:lnTo>
                  <a:lnTo>
                    <a:pt x="136673" y="1007914"/>
                  </a:lnTo>
                  <a:lnTo>
                    <a:pt x="136525" y="1008062"/>
                  </a:lnTo>
                  <a:lnTo>
                    <a:pt x="136525" y="1007822"/>
                  </a:lnTo>
                  <a:lnTo>
                    <a:pt x="136525" y="996138"/>
                  </a:lnTo>
                  <a:cubicBezTo>
                    <a:pt x="136525" y="994434"/>
                    <a:pt x="136525" y="994434"/>
                    <a:pt x="136525" y="994434"/>
                  </a:cubicBezTo>
                  <a:cubicBezTo>
                    <a:pt x="136525" y="994434"/>
                    <a:pt x="136525" y="994434"/>
                    <a:pt x="994445" y="122237"/>
                  </a:cubicBezTo>
                  <a:close/>
                  <a:moveTo>
                    <a:pt x="953170" y="82550"/>
                  </a:moveTo>
                  <a:cubicBezTo>
                    <a:pt x="953170" y="89359"/>
                    <a:pt x="953170" y="92763"/>
                    <a:pt x="954873" y="94466"/>
                  </a:cubicBezTo>
                  <a:lnTo>
                    <a:pt x="965749" y="96019"/>
                  </a:lnTo>
                  <a:lnTo>
                    <a:pt x="966519" y="95250"/>
                  </a:lnTo>
                  <a:cubicBezTo>
                    <a:pt x="980147" y="108864"/>
                    <a:pt x="980147" y="108864"/>
                    <a:pt x="993775" y="122478"/>
                  </a:cubicBezTo>
                  <a:cubicBezTo>
                    <a:pt x="993775" y="122478"/>
                    <a:pt x="993775" y="122478"/>
                    <a:pt x="135206" y="993775"/>
                  </a:cubicBezTo>
                  <a:cubicBezTo>
                    <a:pt x="128392" y="986968"/>
                    <a:pt x="121578" y="980161"/>
                    <a:pt x="116468" y="973354"/>
                  </a:cubicBezTo>
                  <a:lnTo>
                    <a:pt x="108295" y="953761"/>
                  </a:lnTo>
                  <a:lnTo>
                    <a:pt x="96953" y="947279"/>
                  </a:lnTo>
                  <a:cubicBezTo>
                    <a:pt x="95250" y="943875"/>
                    <a:pt x="95250" y="940470"/>
                    <a:pt x="95250" y="940470"/>
                  </a:cubicBezTo>
                  <a:cubicBezTo>
                    <a:pt x="95250" y="940470"/>
                    <a:pt x="95250" y="940470"/>
                    <a:pt x="953170" y="82550"/>
                  </a:cubicBezTo>
                  <a:close/>
                  <a:moveTo>
                    <a:pt x="898087" y="68262"/>
                  </a:moveTo>
                  <a:cubicBezTo>
                    <a:pt x="911690" y="68262"/>
                    <a:pt x="938898" y="81880"/>
                    <a:pt x="952501" y="81880"/>
                  </a:cubicBezTo>
                  <a:cubicBezTo>
                    <a:pt x="952501" y="81880"/>
                    <a:pt x="952501" y="81880"/>
                    <a:pt x="95471" y="939800"/>
                  </a:cubicBezTo>
                  <a:cubicBezTo>
                    <a:pt x="81867" y="926182"/>
                    <a:pt x="81867" y="912565"/>
                    <a:pt x="68263" y="898947"/>
                  </a:cubicBezTo>
                  <a:cubicBezTo>
                    <a:pt x="68263" y="898947"/>
                    <a:pt x="68263" y="898947"/>
                    <a:pt x="898087" y="68262"/>
                  </a:cubicBezTo>
                  <a:close/>
                  <a:moveTo>
                    <a:pt x="407988" y="41275"/>
                  </a:moveTo>
                  <a:cubicBezTo>
                    <a:pt x="407988" y="41275"/>
                    <a:pt x="407988" y="41275"/>
                    <a:pt x="41275" y="407988"/>
                  </a:cubicBezTo>
                  <a:cubicBezTo>
                    <a:pt x="48066" y="401197"/>
                    <a:pt x="51462" y="394406"/>
                    <a:pt x="53160" y="387615"/>
                  </a:cubicBezTo>
                  <a:lnTo>
                    <a:pt x="54838" y="367471"/>
                  </a:lnTo>
                  <a:lnTo>
                    <a:pt x="53975" y="368300"/>
                  </a:lnTo>
                  <a:cubicBezTo>
                    <a:pt x="122105" y="231637"/>
                    <a:pt x="231114" y="108640"/>
                    <a:pt x="381000" y="53975"/>
                  </a:cubicBezTo>
                  <a:cubicBezTo>
                    <a:pt x="381000" y="53975"/>
                    <a:pt x="381000" y="53975"/>
                    <a:pt x="161919" y="264548"/>
                  </a:cubicBezTo>
                  <a:lnTo>
                    <a:pt x="129109" y="296085"/>
                  </a:lnTo>
                  <a:lnTo>
                    <a:pt x="134439" y="290976"/>
                  </a:lnTo>
                  <a:cubicBezTo>
                    <a:pt x="182188" y="245217"/>
                    <a:pt x="258587" y="172002"/>
                    <a:pt x="380824" y="54857"/>
                  </a:cubicBezTo>
                  <a:cubicBezTo>
                    <a:pt x="394406" y="41275"/>
                    <a:pt x="394406" y="41275"/>
                    <a:pt x="407988" y="41275"/>
                  </a:cubicBezTo>
                  <a:close/>
                  <a:moveTo>
                    <a:pt x="626555" y="0"/>
                  </a:moveTo>
                  <a:cubicBezTo>
                    <a:pt x="633366" y="0"/>
                    <a:pt x="643581" y="0"/>
                    <a:pt x="653797" y="0"/>
                  </a:cubicBezTo>
                  <a:lnTo>
                    <a:pt x="680758" y="0"/>
                  </a:lnTo>
                  <a:lnTo>
                    <a:pt x="681038" y="0"/>
                  </a:lnTo>
                  <a:lnTo>
                    <a:pt x="694391" y="0"/>
                  </a:lnTo>
                  <a:lnTo>
                    <a:pt x="707506" y="0"/>
                  </a:lnTo>
                  <a:lnTo>
                    <a:pt x="708025" y="0"/>
                  </a:lnTo>
                  <a:lnTo>
                    <a:pt x="707921" y="104"/>
                  </a:lnTo>
                  <a:lnTo>
                    <a:pt x="734753" y="6818"/>
                  </a:lnTo>
                  <a:cubicBezTo>
                    <a:pt x="744971" y="10227"/>
                    <a:pt x="755188" y="13636"/>
                    <a:pt x="762000" y="13636"/>
                  </a:cubicBezTo>
                  <a:cubicBezTo>
                    <a:pt x="762000" y="13636"/>
                    <a:pt x="762000" y="13636"/>
                    <a:pt x="155822" y="631577"/>
                  </a:cubicBezTo>
                  <a:lnTo>
                    <a:pt x="135781" y="652007"/>
                  </a:lnTo>
                  <a:lnTo>
                    <a:pt x="157923" y="629482"/>
                  </a:lnTo>
                  <a:cubicBezTo>
                    <a:pt x="259761" y="525884"/>
                    <a:pt x="440806" y="341709"/>
                    <a:pt x="762665" y="14287"/>
                  </a:cubicBezTo>
                  <a:cubicBezTo>
                    <a:pt x="769477" y="14287"/>
                    <a:pt x="772882" y="14287"/>
                    <a:pt x="774585" y="14287"/>
                  </a:cubicBezTo>
                  <a:lnTo>
                    <a:pt x="775804" y="14287"/>
                  </a:lnTo>
                  <a:lnTo>
                    <a:pt x="776288" y="14287"/>
                  </a:lnTo>
                  <a:lnTo>
                    <a:pt x="776159" y="14418"/>
                  </a:lnTo>
                  <a:lnTo>
                    <a:pt x="808139" y="26200"/>
                  </a:lnTo>
                  <a:lnTo>
                    <a:pt x="830038" y="27885"/>
                  </a:lnTo>
                  <a:lnTo>
                    <a:pt x="830935" y="26987"/>
                  </a:lnTo>
                  <a:cubicBezTo>
                    <a:pt x="830935" y="26987"/>
                    <a:pt x="844550" y="40602"/>
                    <a:pt x="844550" y="40602"/>
                  </a:cubicBezTo>
                  <a:lnTo>
                    <a:pt x="843760" y="41379"/>
                  </a:lnTo>
                  <a:lnTo>
                    <a:pt x="863844" y="48086"/>
                  </a:lnTo>
                  <a:lnTo>
                    <a:pt x="884066" y="54839"/>
                  </a:lnTo>
                  <a:lnTo>
                    <a:pt x="884915" y="53975"/>
                  </a:lnTo>
                  <a:cubicBezTo>
                    <a:pt x="898526" y="53975"/>
                    <a:pt x="898526" y="53975"/>
                    <a:pt x="898526" y="67597"/>
                  </a:cubicBezTo>
                  <a:cubicBezTo>
                    <a:pt x="898526" y="67597"/>
                    <a:pt x="898526" y="67597"/>
                    <a:pt x="68263" y="898525"/>
                  </a:cubicBezTo>
                  <a:cubicBezTo>
                    <a:pt x="68263" y="891714"/>
                    <a:pt x="68263" y="888309"/>
                    <a:pt x="68263" y="886606"/>
                  </a:cubicBezTo>
                  <a:lnTo>
                    <a:pt x="68263" y="885492"/>
                  </a:lnTo>
                  <a:lnTo>
                    <a:pt x="54871" y="863690"/>
                  </a:lnTo>
                  <a:cubicBezTo>
                    <a:pt x="51472" y="855176"/>
                    <a:pt x="48073" y="844960"/>
                    <a:pt x="41275" y="831338"/>
                  </a:cubicBezTo>
                  <a:cubicBezTo>
                    <a:pt x="41275" y="831338"/>
                    <a:pt x="41275" y="831338"/>
                    <a:pt x="578669" y="302058"/>
                  </a:cubicBezTo>
                  <a:lnTo>
                    <a:pt x="622672" y="258720"/>
                  </a:lnTo>
                  <a:lnTo>
                    <a:pt x="583525" y="297203"/>
                  </a:lnTo>
                  <a:cubicBezTo>
                    <a:pt x="464877" y="413840"/>
                    <a:pt x="292299" y="583493"/>
                    <a:pt x="41275" y="830262"/>
                  </a:cubicBezTo>
                  <a:cubicBezTo>
                    <a:pt x="41275" y="830262"/>
                    <a:pt x="41275" y="830262"/>
                    <a:pt x="41275" y="828560"/>
                  </a:cubicBezTo>
                  <a:lnTo>
                    <a:pt x="41275" y="816890"/>
                  </a:lnTo>
                  <a:lnTo>
                    <a:pt x="40603" y="817562"/>
                  </a:lnTo>
                  <a:cubicBezTo>
                    <a:pt x="40603" y="803947"/>
                    <a:pt x="26988" y="790332"/>
                    <a:pt x="26988" y="776718"/>
                  </a:cubicBezTo>
                  <a:cubicBezTo>
                    <a:pt x="26988" y="776718"/>
                    <a:pt x="26988" y="776718"/>
                    <a:pt x="342895" y="455067"/>
                  </a:cubicBezTo>
                  <a:lnTo>
                    <a:pt x="376158" y="421199"/>
                  </a:lnTo>
                  <a:lnTo>
                    <a:pt x="374381" y="423006"/>
                  </a:lnTo>
                  <a:cubicBezTo>
                    <a:pt x="281633" y="517326"/>
                    <a:pt x="167482" y="633412"/>
                    <a:pt x="26988" y="776287"/>
                  </a:cubicBezTo>
                  <a:cubicBezTo>
                    <a:pt x="26988" y="769484"/>
                    <a:pt x="26988" y="766082"/>
                    <a:pt x="26988" y="764381"/>
                  </a:cubicBezTo>
                  <a:lnTo>
                    <a:pt x="26988" y="762911"/>
                  </a:lnTo>
                  <a:lnTo>
                    <a:pt x="26324" y="763588"/>
                  </a:lnTo>
                  <a:cubicBezTo>
                    <a:pt x="12700" y="736317"/>
                    <a:pt x="12700" y="722682"/>
                    <a:pt x="12700" y="695411"/>
                  </a:cubicBezTo>
                  <a:cubicBezTo>
                    <a:pt x="12700" y="695411"/>
                    <a:pt x="12700" y="695411"/>
                    <a:pt x="99551" y="608484"/>
                  </a:cubicBezTo>
                  <a:lnTo>
                    <a:pt x="110875" y="597150"/>
                  </a:lnTo>
                  <a:lnTo>
                    <a:pt x="12700" y="695325"/>
                  </a:lnTo>
                  <a:cubicBezTo>
                    <a:pt x="12700" y="695325"/>
                    <a:pt x="12700" y="681691"/>
                    <a:pt x="12700" y="681691"/>
                  </a:cubicBezTo>
                  <a:lnTo>
                    <a:pt x="13547" y="680827"/>
                  </a:lnTo>
                  <a:lnTo>
                    <a:pt x="1702" y="646986"/>
                  </a:lnTo>
                  <a:cubicBezTo>
                    <a:pt x="0" y="636771"/>
                    <a:pt x="0" y="626555"/>
                    <a:pt x="0" y="612934"/>
                  </a:cubicBezTo>
                  <a:cubicBezTo>
                    <a:pt x="0" y="612934"/>
                    <a:pt x="0" y="612934"/>
                    <a:pt x="626555" y="0"/>
                  </a:cubicBezTo>
                  <a:close/>
                  <a:moveTo>
                    <a:pt x="530478" y="0"/>
                  </a:moveTo>
                  <a:cubicBezTo>
                    <a:pt x="544080" y="0"/>
                    <a:pt x="557682" y="0"/>
                    <a:pt x="569584" y="0"/>
                  </a:cubicBezTo>
                  <a:lnTo>
                    <a:pt x="598281" y="0"/>
                  </a:lnTo>
                  <a:lnTo>
                    <a:pt x="598488" y="0"/>
                  </a:lnTo>
                  <a:lnTo>
                    <a:pt x="611878" y="0"/>
                  </a:lnTo>
                  <a:cubicBezTo>
                    <a:pt x="615277" y="0"/>
                    <a:pt x="618677" y="0"/>
                    <a:pt x="625475" y="0"/>
                  </a:cubicBezTo>
                  <a:cubicBezTo>
                    <a:pt x="625475" y="0"/>
                    <a:pt x="625475" y="0"/>
                    <a:pt x="0" y="612775"/>
                  </a:cubicBezTo>
                  <a:cubicBezTo>
                    <a:pt x="0" y="612775"/>
                    <a:pt x="0" y="609371"/>
                    <a:pt x="0" y="605967"/>
                  </a:cubicBezTo>
                  <a:lnTo>
                    <a:pt x="0" y="600075"/>
                  </a:lnTo>
                  <a:lnTo>
                    <a:pt x="0" y="599158"/>
                  </a:lnTo>
                  <a:lnTo>
                    <a:pt x="400" y="598757"/>
                  </a:lnTo>
                  <a:lnTo>
                    <a:pt x="11902" y="560866"/>
                  </a:lnTo>
                  <a:cubicBezTo>
                    <a:pt x="13602" y="548932"/>
                    <a:pt x="13602" y="538704"/>
                    <a:pt x="13602" y="531885"/>
                  </a:cubicBezTo>
                  <a:cubicBezTo>
                    <a:pt x="13602" y="531885"/>
                    <a:pt x="13602" y="531885"/>
                    <a:pt x="530478" y="0"/>
                  </a:cubicBezTo>
                  <a:close/>
                  <a:moveTo>
                    <a:pt x="530225" y="0"/>
                  </a:moveTo>
                  <a:cubicBezTo>
                    <a:pt x="530225" y="0"/>
                    <a:pt x="530225" y="0"/>
                    <a:pt x="12700" y="531813"/>
                  </a:cubicBezTo>
                  <a:cubicBezTo>
                    <a:pt x="12700" y="524995"/>
                    <a:pt x="12700" y="518177"/>
                    <a:pt x="12700" y="513063"/>
                  </a:cubicBezTo>
                  <a:lnTo>
                    <a:pt x="12700" y="504825"/>
                  </a:lnTo>
                  <a:lnTo>
                    <a:pt x="12700" y="504541"/>
                  </a:lnTo>
                  <a:lnTo>
                    <a:pt x="12799" y="504442"/>
                  </a:lnTo>
                  <a:lnTo>
                    <a:pt x="26326" y="452024"/>
                  </a:lnTo>
                  <a:cubicBezTo>
                    <a:pt x="29733" y="436695"/>
                    <a:pt x="33139" y="423069"/>
                    <a:pt x="39952" y="409443"/>
                  </a:cubicBezTo>
                  <a:cubicBezTo>
                    <a:pt x="39952" y="409443"/>
                    <a:pt x="39952" y="409443"/>
                    <a:pt x="407856" y="41539"/>
                  </a:cubicBezTo>
                  <a:cubicBezTo>
                    <a:pt x="428295" y="34726"/>
                    <a:pt x="445328" y="27913"/>
                    <a:pt x="460657" y="22803"/>
                  </a:cubicBezTo>
                  <a:lnTo>
                    <a:pt x="502112" y="14512"/>
                  </a:lnTo>
                  <a:lnTo>
                    <a:pt x="502987" y="13636"/>
                  </a:lnTo>
                  <a:cubicBezTo>
                    <a:pt x="516606" y="13636"/>
                    <a:pt x="530225" y="0"/>
                    <a:pt x="530225" y="0"/>
                  </a:cubicBezTo>
                  <a:close/>
                </a:path>
              </a:pathLst>
            </a:custGeom>
            <a:solidFill>
              <a:srgbClr val="E6E6E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2200" b="1">
                  <a:solidFill>
                    <a:srgbClr val="A2B932"/>
                  </a:solidFill>
                  <a:ea typeface="仿宋_GB2312" pitchFamily="49" charset="-122"/>
                </a:rPr>
                <a:t>4</a:t>
              </a:r>
              <a:endParaRPr lang="zh-CN" altLang="en-US" sz="2200" b="1">
                <a:solidFill>
                  <a:srgbClr val="A2B932"/>
                </a:solidFill>
                <a:ea typeface="仿宋_GB2312" pitchFamily="49" charset="-122"/>
              </a:endParaRPr>
            </a:p>
          </p:txBody>
        </p:sp>
        <p:sp>
          <p:nvSpPr>
            <p:cNvPr id="83994" name="Freeform 60">
              <a:extLst>
                <a:ext uri="{FF2B5EF4-FFF2-40B4-BE49-F238E27FC236}">
                  <a16:creationId xmlns:a16="http://schemas.microsoft.com/office/drawing/2014/main" id="{30CA0DC5-8F24-094A-965C-B58224736893}"/>
                </a:ext>
              </a:extLst>
            </p:cNvPr>
            <p:cNvSpPr>
              <a:spLocks noEditPoints="1"/>
            </p:cNvSpPr>
            <p:nvPr/>
          </p:nvSpPr>
          <p:spPr bwMode="auto">
            <a:xfrm>
              <a:off x="9414921" y="2693027"/>
              <a:ext cx="1361197" cy="1376363"/>
            </a:xfrm>
            <a:custGeom>
              <a:avLst/>
              <a:gdLst>
                <a:gd name="T0" fmla="*/ 2147483646 w 100"/>
                <a:gd name="T1" fmla="*/ 2147483646 h 101"/>
                <a:gd name="T2" fmla="*/ 2147483646 w 100"/>
                <a:gd name="T3" fmla="*/ 2147483646 h 101"/>
                <a:gd name="T4" fmla="*/ 2147483646 w 100"/>
                <a:gd name="T5" fmla="*/ 2147483646 h 101"/>
                <a:gd name="T6" fmla="*/ 2147483646 w 100"/>
                <a:gd name="T7" fmla="*/ 2147483646 h 101"/>
                <a:gd name="T8" fmla="*/ 2147483646 w 100"/>
                <a:gd name="T9" fmla="*/ 2147483646 h 101"/>
                <a:gd name="T10" fmla="*/ 2147483646 w 100"/>
                <a:gd name="T11" fmla="*/ 2147483646 h 101"/>
                <a:gd name="T12" fmla="*/ 2147483646 w 100"/>
                <a:gd name="T13" fmla="*/ 2147483646 h 101"/>
                <a:gd name="T14" fmla="*/ 2147483646 w 100"/>
                <a:gd name="T15" fmla="*/ 2147483646 h 101"/>
                <a:gd name="T16" fmla="*/ 2147483646 w 100"/>
                <a:gd name="T17" fmla="*/ 2147483646 h 101"/>
                <a:gd name="T18" fmla="*/ 2147483646 w 100"/>
                <a:gd name="T19" fmla="*/ 2147483646 h 101"/>
                <a:gd name="T20" fmla="*/ 2147483646 w 100"/>
                <a:gd name="T21" fmla="*/ 0 h 101"/>
                <a:gd name="T22" fmla="*/ 2147483646 w 100"/>
                <a:gd name="T23" fmla="*/ 2147483646 h 101"/>
                <a:gd name="T24" fmla="*/ 2147483646 w 100"/>
                <a:gd name="T25" fmla="*/ 2147483646 h 101"/>
                <a:gd name="T26" fmla="*/ 2147483646 w 100"/>
                <a:gd name="T27" fmla="*/ 2147483646 h 101"/>
                <a:gd name="T28" fmla="*/ 2147483646 w 100"/>
                <a:gd name="T29" fmla="*/ 2147483646 h 101"/>
                <a:gd name="T30" fmla="*/ 0 w 100"/>
                <a:gd name="T31" fmla="*/ 2147483646 h 101"/>
                <a:gd name="T32" fmla="*/ 0 w 100"/>
                <a:gd name="T33" fmla="*/ 2147483646 h 101"/>
                <a:gd name="T34" fmla="*/ 2147483646 w 100"/>
                <a:gd name="T35" fmla="*/ 2147483646 h 101"/>
                <a:gd name="T36" fmla="*/ 2147483646 w 100"/>
                <a:gd name="T37" fmla="*/ 2147483646 h 101"/>
                <a:gd name="T38" fmla="*/ 2147483646 w 100"/>
                <a:gd name="T39" fmla="*/ 2147483646 h 101"/>
                <a:gd name="T40" fmla="*/ 2147483646 w 100"/>
                <a:gd name="T41" fmla="*/ 2147483646 h 101"/>
                <a:gd name="T42" fmla="*/ 2147483646 w 100"/>
                <a:gd name="T43" fmla="*/ 2147483646 h 101"/>
                <a:gd name="T44" fmla="*/ 2147483646 w 100"/>
                <a:gd name="T45" fmla="*/ 2147483646 h 101"/>
                <a:gd name="T46" fmla="*/ 2147483646 w 100"/>
                <a:gd name="T47" fmla="*/ 2147483646 h 101"/>
                <a:gd name="T48" fmla="*/ 2147483646 w 100"/>
                <a:gd name="T49" fmla="*/ 2147483646 h 101"/>
                <a:gd name="T50" fmla="*/ 2147483646 w 100"/>
                <a:gd name="T51" fmla="*/ 2147483646 h 101"/>
                <a:gd name="T52" fmla="*/ 2147483646 w 100"/>
                <a:gd name="T53" fmla="*/ 2147483646 h 101"/>
                <a:gd name="T54" fmla="*/ 2147483646 w 100"/>
                <a:gd name="T55" fmla="*/ 2147483646 h 101"/>
                <a:gd name="T56" fmla="*/ 2147483646 w 100"/>
                <a:gd name="T57" fmla="*/ 2147483646 h 101"/>
                <a:gd name="T58" fmla="*/ 2147483646 w 100"/>
                <a:gd name="T59" fmla="*/ 2147483646 h 101"/>
                <a:gd name="T60" fmla="*/ 2147483646 w 100"/>
                <a:gd name="T61" fmla="*/ 2147483646 h 101"/>
                <a:gd name="T62" fmla="*/ 2147483646 w 100"/>
                <a:gd name="T63" fmla="*/ 2147483646 h 101"/>
                <a:gd name="T64" fmla="*/ 2147483646 w 100"/>
                <a:gd name="T65" fmla="*/ 2147483646 h 101"/>
                <a:gd name="T66" fmla="*/ 2147483646 w 100"/>
                <a:gd name="T67" fmla="*/ 2147483646 h 101"/>
                <a:gd name="T68" fmla="*/ 2147483646 w 100"/>
                <a:gd name="T69" fmla="*/ 2147483646 h 101"/>
                <a:gd name="T70" fmla="*/ 2147483646 w 100"/>
                <a:gd name="T71" fmla="*/ 2147483646 h 101"/>
                <a:gd name="T72" fmla="*/ 2147483646 w 100"/>
                <a:gd name="T73" fmla="*/ 2147483646 h 101"/>
                <a:gd name="T74" fmla="*/ 2147483646 w 100"/>
                <a:gd name="T75" fmla="*/ 2147483646 h 101"/>
                <a:gd name="T76" fmla="*/ 2147483646 w 100"/>
                <a:gd name="T77" fmla="*/ 2147483646 h 101"/>
                <a:gd name="T78" fmla="*/ 2147483646 w 100"/>
                <a:gd name="T79" fmla="*/ 2147483646 h 101"/>
                <a:gd name="T80" fmla="*/ 2147483646 w 100"/>
                <a:gd name="T81" fmla="*/ 2147483646 h 101"/>
                <a:gd name="T82" fmla="*/ 2147483646 w 100"/>
                <a:gd name="T83" fmla="*/ 2147483646 h 101"/>
                <a:gd name="T84" fmla="*/ 2147483646 w 100"/>
                <a:gd name="T85" fmla="*/ 2147483646 h 101"/>
                <a:gd name="T86" fmla="*/ 2147483646 w 100"/>
                <a:gd name="T87" fmla="*/ 2147483646 h 101"/>
                <a:gd name="T88" fmla="*/ 2147483646 w 100"/>
                <a:gd name="T89" fmla="*/ 2147483646 h 101"/>
                <a:gd name="T90" fmla="*/ 2147483646 w 100"/>
                <a:gd name="T91" fmla="*/ 2147483646 h 101"/>
                <a:gd name="T92" fmla="*/ 2147483646 w 100"/>
                <a:gd name="T93" fmla="*/ 2147483646 h 101"/>
                <a:gd name="T94" fmla="*/ 2147483646 w 100"/>
                <a:gd name="T95" fmla="*/ 2147483646 h 101"/>
                <a:gd name="T96" fmla="*/ 2147483646 w 100"/>
                <a:gd name="T97" fmla="*/ 2147483646 h 101"/>
                <a:gd name="T98" fmla="*/ 2147483646 w 100"/>
                <a:gd name="T99" fmla="*/ 2147483646 h 101"/>
                <a:gd name="T100" fmla="*/ 2147483646 w 100"/>
                <a:gd name="T101" fmla="*/ 2147483646 h 101"/>
                <a:gd name="T102" fmla="*/ 2147483646 w 100"/>
                <a:gd name="T103" fmla="*/ 2147483646 h 101"/>
                <a:gd name="T104" fmla="*/ 2147483646 w 100"/>
                <a:gd name="T105" fmla="*/ 2147483646 h 101"/>
                <a:gd name="T106" fmla="*/ 2147483646 w 100"/>
                <a:gd name="T107" fmla="*/ 2147483646 h 101"/>
                <a:gd name="T108" fmla="*/ 2147483646 w 100"/>
                <a:gd name="T109" fmla="*/ 2147483646 h 101"/>
                <a:gd name="T110" fmla="*/ 2147483646 w 100"/>
                <a:gd name="T111" fmla="*/ 2147483646 h 101"/>
                <a:gd name="T112" fmla="*/ 2147483646 w 100"/>
                <a:gd name="T113" fmla="*/ 2147483646 h 101"/>
                <a:gd name="T114" fmla="*/ 2147483646 w 100"/>
                <a:gd name="T115" fmla="*/ 2147483646 h 101"/>
                <a:gd name="T116" fmla="*/ 2147483646 w 100"/>
                <a:gd name="T117" fmla="*/ 2147483646 h 101"/>
                <a:gd name="T118" fmla="*/ 2147483646 w 100"/>
                <a:gd name="T119" fmla="*/ 2147483646 h 101"/>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00" h="101">
                  <a:moveTo>
                    <a:pt x="100" y="49"/>
                  </a:moveTo>
                  <a:cubicBezTo>
                    <a:pt x="100" y="48"/>
                    <a:pt x="100" y="48"/>
                    <a:pt x="100" y="47"/>
                  </a:cubicBezTo>
                  <a:cubicBezTo>
                    <a:pt x="100" y="46"/>
                    <a:pt x="100" y="44"/>
                    <a:pt x="100" y="43"/>
                  </a:cubicBezTo>
                  <a:cubicBezTo>
                    <a:pt x="100" y="43"/>
                    <a:pt x="100" y="42"/>
                    <a:pt x="99" y="42"/>
                  </a:cubicBezTo>
                  <a:cubicBezTo>
                    <a:pt x="99" y="40"/>
                    <a:pt x="99" y="39"/>
                    <a:pt x="99" y="38"/>
                  </a:cubicBezTo>
                  <a:cubicBezTo>
                    <a:pt x="98" y="37"/>
                    <a:pt x="98" y="37"/>
                    <a:pt x="98" y="36"/>
                  </a:cubicBezTo>
                  <a:cubicBezTo>
                    <a:pt x="98" y="35"/>
                    <a:pt x="97" y="34"/>
                    <a:pt x="97" y="33"/>
                  </a:cubicBezTo>
                  <a:cubicBezTo>
                    <a:pt x="97" y="32"/>
                    <a:pt x="97" y="32"/>
                    <a:pt x="97" y="32"/>
                  </a:cubicBezTo>
                  <a:cubicBezTo>
                    <a:pt x="96" y="31"/>
                    <a:pt x="96" y="29"/>
                    <a:pt x="95" y="28"/>
                  </a:cubicBezTo>
                  <a:cubicBezTo>
                    <a:pt x="95" y="28"/>
                    <a:pt x="95" y="28"/>
                    <a:pt x="95" y="27"/>
                  </a:cubicBezTo>
                  <a:cubicBezTo>
                    <a:pt x="94" y="26"/>
                    <a:pt x="93" y="25"/>
                    <a:pt x="93" y="24"/>
                  </a:cubicBezTo>
                  <a:cubicBezTo>
                    <a:pt x="93" y="24"/>
                    <a:pt x="92" y="24"/>
                    <a:pt x="92" y="23"/>
                  </a:cubicBezTo>
                  <a:cubicBezTo>
                    <a:pt x="92" y="22"/>
                    <a:pt x="91" y="21"/>
                    <a:pt x="90" y="21"/>
                  </a:cubicBezTo>
                  <a:cubicBezTo>
                    <a:pt x="90" y="20"/>
                    <a:pt x="90" y="20"/>
                    <a:pt x="90" y="20"/>
                  </a:cubicBezTo>
                  <a:cubicBezTo>
                    <a:pt x="89" y="19"/>
                    <a:pt x="88" y="18"/>
                    <a:pt x="88" y="17"/>
                  </a:cubicBezTo>
                  <a:cubicBezTo>
                    <a:pt x="87" y="17"/>
                    <a:pt x="87" y="17"/>
                    <a:pt x="87" y="16"/>
                  </a:cubicBezTo>
                  <a:cubicBezTo>
                    <a:pt x="86" y="15"/>
                    <a:pt x="85" y="15"/>
                    <a:pt x="84" y="14"/>
                  </a:cubicBezTo>
                  <a:cubicBezTo>
                    <a:pt x="84" y="13"/>
                    <a:pt x="84" y="13"/>
                    <a:pt x="83" y="13"/>
                  </a:cubicBezTo>
                  <a:cubicBezTo>
                    <a:pt x="83" y="12"/>
                    <a:pt x="82" y="12"/>
                    <a:pt x="81" y="11"/>
                  </a:cubicBezTo>
                  <a:cubicBezTo>
                    <a:pt x="81" y="11"/>
                    <a:pt x="81" y="11"/>
                    <a:pt x="81" y="11"/>
                  </a:cubicBezTo>
                  <a:cubicBezTo>
                    <a:pt x="80" y="10"/>
                    <a:pt x="79" y="9"/>
                    <a:pt x="78" y="9"/>
                  </a:cubicBezTo>
                  <a:cubicBezTo>
                    <a:pt x="78" y="8"/>
                    <a:pt x="77" y="8"/>
                    <a:pt x="77" y="8"/>
                  </a:cubicBezTo>
                  <a:cubicBezTo>
                    <a:pt x="76" y="7"/>
                    <a:pt x="75" y="7"/>
                    <a:pt x="74" y="6"/>
                  </a:cubicBezTo>
                  <a:cubicBezTo>
                    <a:pt x="73" y="6"/>
                    <a:pt x="73" y="6"/>
                    <a:pt x="73" y="6"/>
                  </a:cubicBezTo>
                  <a:cubicBezTo>
                    <a:pt x="72" y="5"/>
                    <a:pt x="71" y="5"/>
                    <a:pt x="70" y="4"/>
                  </a:cubicBezTo>
                  <a:cubicBezTo>
                    <a:pt x="69" y="4"/>
                    <a:pt x="69" y="4"/>
                    <a:pt x="68" y="4"/>
                  </a:cubicBezTo>
                  <a:cubicBezTo>
                    <a:pt x="67" y="3"/>
                    <a:pt x="66" y="3"/>
                    <a:pt x="65" y="3"/>
                  </a:cubicBezTo>
                  <a:cubicBezTo>
                    <a:pt x="65" y="2"/>
                    <a:pt x="64" y="2"/>
                    <a:pt x="64" y="2"/>
                  </a:cubicBezTo>
                  <a:cubicBezTo>
                    <a:pt x="63" y="2"/>
                    <a:pt x="61" y="1"/>
                    <a:pt x="60" y="1"/>
                  </a:cubicBezTo>
                  <a:cubicBezTo>
                    <a:pt x="59" y="1"/>
                    <a:pt x="59" y="1"/>
                    <a:pt x="58" y="1"/>
                  </a:cubicBezTo>
                  <a:cubicBezTo>
                    <a:pt x="57" y="1"/>
                    <a:pt x="56" y="1"/>
                    <a:pt x="54" y="0"/>
                  </a:cubicBezTo>
                  <a:cubicBezTo>
                    <a:pt x="54" y="0"/>
                    <a:pt x="53" y="0"/>
                    <a:pt x="53" y="0"/>
                  </a:cubicBezTo>
                  <a:cubicBezTo>
                    <a:pt x="52" y="0"/>
                    <a:pt x="51" y="0"/>
                    <a:pt x="50" y="0"/>
                  </a:cubicBezTo>
                  <a:cubicBezTo>
                    <a:pt x="49" y="0"/>
                    <a:pt x="49" y="0"/>
                    <a:pt x="48" y="0"/>
                  </a:cubicBezTo>
                  <a:cubicBezTo>
                    <a:pt x="48" y="0"/>
                    <a:pt x="47" y="0"/>
                    <a:pt x="47" y="0"/>
                  </a:cubicBezTo>
                  <a:cubicBezTo>
                    <a:pt x="45" y="0"/>
                    <a:pt x="43" y="1"/>
                    <a:pt x="41" y="1"/>
                  </a:cubicBezTo>
                  <a:cubicBezTo>
                    <a:pt x="40" y="1"/>
                    <a:pt x="39" y="1"/>
                    <a:pt x="39" y="1"/>
                  </a:cubicBezTo>
                  <a:cubicBezTo>
                    <a:pt x="37" y="2"/>
                    <a:pt x="34" y="3"/>
                    <a:pt x="32" y="3"/>
                  </a:cubicBezTo>
                  <a:cubicBezTo>
                    <a:pt x="31" y="4"/>
                    <a:pt x="31" y="4"/>
                    <a:pt x="30" y="5"/>
                  </a:cubicBezTo>
                  <a:cubicBezTo>
                    <a:pt x="25" y="7"/>
                    <a:pt x="21" y="9"/>
                    <a:pt x="17" y="13"/>
                  </a:cubicBezTo>
                  <a:cubicBezTo>
                    <a:pt x="15" y="14"/>
                    <a:pt x="14" y="16"/>
                    <a:pt x="12" y="17"/>
                  </a:cubicBezTo>
                  <a:cubicBezTo>
                    <a:pt x="9" y="21"/>
                    <a:pt x="6" y="26"/>
                    <a:pt x="4" y="30"/>
                  </a:cubicBezTo>
                  <a:cubicBezTo>
                    <a:pt x="4" y="31"/>
                    <a:pt x="3" y="32"/>
                    <a:pt x="3" y="33"/>
                  </a:cubicBezTo>
                  <a:cubicBezTo>
                    <a:pt x="2" y="35"/>
                    <a:pt x="1" y="37"/>
                    <a:pt x="1" y="39"/>
                  </a:cubicBezTo>
                  <a:cubicBezTo>
                    <a:pt x="1" y="40"/>
                    <a:pt x="1" y="41"/>
                    <a:pt x="1" y="41"/>
                  </a:cubicBezTo>
                  <a:cubicBezTo>
                    <a:pt x="0" y="43"/>
                    <a:pt x="0" y="45"/>
                    <a:pt x="0" y="47"/>
                  </a:cubicBezTo>
                  <a:cubicBezTo>
                    <a:pt x="0" y="48"/>
                    <a:pt x="0" y="48"/>
                    <a:pt x="0" y="49"/>
                  </a:cubicBezTo>
                  <a:cubicBezTo>
                    <a:pt x="0" y="49"/>
                    <a:pt x="0" y="50"/>
                    <a:pt x="0" y="51"/>
                  </a:cubicBezTo>
                  <a:cubicBezTo>
                    <a:pt x="0" y="51"/>
                    <a:pt x="0" y="52"/>
                    <a:pt x="0" y="53"/>
                  </a:cubicBezTo>
                  <a:cubicBezTo>
                    <a:pt x="0" y="54"/>
                    <a:pt x="0" y="54"/>
                    <a:pt x="0" y="55"/>
                  </a:cubicBezTo>
                  <a:cubicBezTo>
                    <a:pt x="0" y="56"/>
                    <a:pt x="0" y="58"/>
                    <a:pt x="0" y="59"/>
                  </a:cubicBezTo>
                  <a:cubicBezTo>
                    <a:pt x="0" y="59"/>
                    <a:pt x="1" y="60"/>
                    <a:pt x="1" y="60"/>
                  </a:cubicBezTo>
                  <a:cubicBezTo>
                    <a:pt x="1" y="62"/>
                    <a:pt x="1" y="63"/>
                    <a:pt x="2" y="64"/>
                  </a:cubicBezTo>
                  <a:cubicBezTo>
                    <a:pt x="2" y="65"/>
                    <a:pt x="2" y="65"/>
                    <a:pt x="2" y="66"/>
                  </a:cubicBezTo>
                  <a:cubicBezTo>
                    <a:pt x="2" y="67"/>
                    <a:pt x="3" y="68"/>
                    <a:pt x="3" y="69"/>
                  </a:cubicBezTo>
                  <a:cubicBezTo>
                    <a:pt x="3" y="69"/>
                    <a:pt x="4" y="70"/>
                    <a:pt x="4" y="70"/>
                  </a:cubicBezTo>
                  <a:cubicBezTo>
                    <a:pt x="4" y="71"/>
                    <a:pt x="5" y="72"/>
                    <a:pt x="5" y="73"/>
                  </a:cubicBezTo>
                  <a:cubicBezTo>
                    <a:pt x="5" y="74"/>
                    <a:pt x="5" y="74"/>
                    <a:pt x="6" y="74"/>
                  </a:cubicBezTo>
                  <a:cubicBezTo>
                    <a:pt x="6" y="75"/>
                    <a:pt x="7" y="76"/>
                    <a:pt x="8" y="78"/>
                  </a:cubicBezTo>
                  <a:cubicBezTo>
                    <a:pt x="8" y="78"/>
                    <a:pt x="8" y="78"/>
                    <a:pt x="8" y="78"/>
                  </a:cubicBezTo>
                  <a:cubicBezTo>
                    <a:pt x="9" y="79"/>
                    <a:pt x="9" y="80"/>
                    <a:pt x="10" y="81"/>
                  </a:cubicBezTo>
                  <a:cubicBezTo>
                    <a:pt x="10" y="81"/>
                    <a:pt x="11" y="82"/>
                    <a:pt x="11" y="82"/>
                  </a:cubicBezTo>
                  <a:cubicBezTo>
                    <a:pt x="11" y="83"/>
                    <a:pt x="12" y="83"/>
                    <a:pt x="12" y="84"/>
                  </a:cubicBezTo>
                  <a:cubicBezTo>
                    <a:pt x="13" y="84"/>
                    <a:pt x="13" y="85"/>
                    <a:pt x="13" y="85"/>
                  </a:cubicBezTo>
                  <a:cubicBezTo>
                    <a:pt x="14" y="86"/>
                    <a:pt x="15" y="87"/>
                    <a:pt x="16" y="87"/>
                  </a:cubicBezTo>
                  <a:cubicBezTo>
                    <a:pt x="16" y="88"/>
                    <a:pt x="16" y="88"/>
                    <a:pt x="17" y="88"/>
                  </a:cubicBezTo>
                  <a:cubicBezTo>
                    <a:pt x="17" y="89"/>
                    <a:pt x="18" y="90"/>
                    <a:pt x="19" y="90"/>
                  </a:cubicBezTo>
                  <a:cubicBezTo>
                    <a:pt x="19" y="90"/>
                    <a:pt x="20" y="91"/>
                    <a:pt x="20" y="91"/>
                  </a:cubicBezTo>
                  <a:cubicBezTo>
                    <a:pt x="21" y="92"/>
                    <a:pt x="22" y="92"/>
                    <a:pt x="23" y="93"/>
                  </a:cubicBezTo>
                  <a:cubicBezTo>
                    <a:pt x="23" y="93"/>
                    <a:pt x="23" y="93"/>
                    <a:pt x="24" y="93"/>
                  </a:cubicBezTo>
                  <a:cubicBezTo>
                    <a:pt x="25" y="94"/>
                    <a:pt x="26" y="95"/>
                    <a:pt x="27" y="95"/>
                  </a:cubicBezTo>
                  <a:cubicBezTo>
                    <a:pt x="27" y="95"/>
                    <a:pt x="27" y="96"/>
                    <a:pt x="28" y="96"/>
                  </a:cubicBezTo>
                  <a:cubicBezTo>
                    <a:pt x="29" y="96"/>
                    <a:pt x="30" y="97"/>
                    <a:pt x="31" y="97"/>
                  </a:cubicBezTo>
                  <a:cubicBezTo>
                    <a:pt x="31" y="97"/>
                    <a:pt x="32" y="97"/>
                    <a:pt x="32" y="98"/>
                  </a:cubicBezTo>
                  <a:cubicBezTo>
                    <a:pt x="33" y="98"/>
                    <a:pt x="35" y="98"/>
                    <a:pt x="36" y="99"/>
                  </a:cubicBezTo>
                  <a:cubicBezTo>
                    <a:pt x="36" y="99"/>
                    <a:pt x="37" y="99"/>
                    <a:pt x="37" y="99"/>
                  </a:cubicBezTo>
                  <a:cubicBezTo>
                    <a:pt x="38" y="99"/>
                    <a:pt x="40" y="100"/>
                    <a:pt x="41" y="100"/>
                  </a:cubicBezTo>
                  <a:cubicBezTo>
                    <a:pt x="42" y="100"/>
                    <a:pt x="42" y="100"/>
                    <a:pt x="42" y="100"/>
                  </a:cubicBezTo>
                  <a:cubicBezTo>
                    <a:pt x="44" y="100"/>
                    <a:pt x="45" y="101"/>
                    <a:pt x="47" y="101"/>
                  </a:cubicBezTo>
                  <a:cubicBezTo>
                    <a:pt x="47" y="101"/>
                    <a:pt x="48" y="101"/>
                    <a:pt x="48" y="101"/>
                  </a:cubicBezTo>
                  <a:cubicBezTo>
                    <a:pt x="49" y="101"/>
                    <a:pt x="49" y="101"/>
                    <a:pt x="50" y="101"/>
                  </a:cubicBezTo>
                  <a:cubicBezTo>
                    <a:pt x="51" y="101"/>
                    <a:pt x="52" y="101"/>
                    <a:pt x="53" y="101"/>
                  </a:cubicBezTo>
                  <a:cubicBezTo>
                    <a:pt x="53" y="101"/>
                    <a:pt x="54" y="101"/>
                    <a:pt x="54" y="101"/>
                  </a:cubicBezTo>
                  <a:cubicBezTo>
                    <a:pt x="56" y="100"/>
                    <a:pt x="58" y="100"/>
                    <a:pt x="60" y="100"/>
                  </a:cubicBezTo>
                  <a:cubicBezTo>
                    <a:pt x="61" y="100"/>
                    <a:pt x="62" y="99"/>
                    <a:pt x="62" y="99"/>
                  </a:cubicBezTo>
                  <a:cubicBezTo>
                    <a:pt x="65" y="99"/>
                    <a:pt x="67" y="98"/>
                    <a:pt x="69" y="97"/>
                  </a:cubicBezTo>
                  <a:cubicBezTo>
                    <a:pt x="70" y="97"/>
                    <a:pt x="71" y="96"/>
                    <a:pt x="72" y="96"/>
                  </a:cubicBezTo>
                  <a:cubicBezTo>
                    <a:pt x="82" y="91"/>
                    <a:pt x="90" y="83"/>
                    <a:pt x="95" y="73"/>
                  </a:cubicBezTo>
                  <a:cubicBezTo>
                    <a:pt x="96" y="72"/>
                    <a:pt x="96" y="71"/>
                    <a:pt x="96" y="70"/>
                  </a:cubicBezTo>
                  <a:cubicBezTo>
                    <a:pt x="97" y="68"/>
                    <a:pt x="98" y="65"/>
                    <a:pt x="99" y="63"/>
                  </a:cubicBezTo>
                  <a:cubicBezTo>
                    <a:pt x="99" y="62"/>
                    <a:pt x="99" y="62"/>
                    <a:pt x="99" y="61"/>
                  </a:cubicBezTo>
                  <a:cubicBezTo>
                    <a:pt x="100" y="59"/>
                    <a:pt x="100" y="57"/>
                    <a:pt x="100" y="55"/>
                  </a:cubicBezTo>
                  <a:cubicBezTo>
                    <a:pt x="100" y="54"/>
                    <a:pt x="100" y="54"/>
                    <a:pt x="100" y="53"/>
                  </a:cubicBezTo>
                  <a:cubicBezTo>
                    <a:pt x="100" y="52"/>
                    <a:pt x="100" y="51"/>
                    <a:pt x="100" y="51"/>
                  </a:cubicBezTo>
                  <a:cubicBezTo>
                    <a:pt x="100" y="50"/>
                    <a:pt x="100" y="49"/>
                    <a:pt x="100" y="49"/>
                  </a:cubicBezTo>
                  <a:close/>
                  <a:moveTo>
                    <a:pt x="96" y="52"/>
                  </a:moveTo>
                  <a:cubicBezTo>
                    <a:pt x="95" y="52"/>
                    <a:pt x="95" y="53"/>
                    <a:pt x="95" y="53"/>
                  </a:cubicBezTo>
                  <a:cubicBezTo>
                    <a:pt x="95" y="55"/>
                    <a:pt x="95" y="57"/>
                    <a:pt x="95" y="59"/>
                  </a:cubicBezTo>
                  <a:cubicBezTo>
                    <a:pt x="95" y="59"/>
                    <a:pt x="95" y="60"/>
                    <a:pt x="94" y="61"/>
                  </a:cubicBezTo>
                  <a:cubicBezTo>
                    <a:pt x="94" y="63"/>
                    <a:pt x="93" y="66"/>
                    <a:pt x="92" y="68"/>
                  </a:cubicBezTo>
                  <a:cubicBezTo>
                    <a:pt x="92" y="69"/>
                    <a:pt x="91" y="70"/>
                    <a:pt x="91" y="71"/>
                  </a:cubicBezTo>
                  <a:cubicBezTo>
                    <a:pt x="86" y="80"/>
                    <a:pt x="79" y="87"/>
                    <a:pt x="71" y="91"/>
                  </a:cubicBezTo>
                  <a:cubicBezTo>
                    <a:pt x="70" y="91"/>
                    <a:pt x="69" y="92"/>
                    <a:pt x="68" y="92"/>
                  </a:cubicBezTo>
                  <a:cubicBezTo>
                    <a:pt x="65" y="93"/>
                    <a:pt x="63" y="94"/>
                    <a:pt x="60" y="95"/>
                  </a:cubicBezTo>
                  <a:cubicBezTo>
                    <a:pt x="60" y="95"/>
                    <a:pt x="59" y="95"/>
                    <a:pt x="58" y="95"/>
                  </a:cubicBezTo>
                  <a:cubicBezTo>
                    <a:pt x="57" y="95"/>
                    <a:pt x="55" y="96"/>
                    <a:pt x="53" y="96"/>
                  </a:cubicBezTo>
                  <a:cubicBezTo>
                    <a:pt x="53" y="96"/>
                    <a:pt x="52" y="96"/>
                    <a:pt x="51" y="96"/>
                  </a:cubicBezTo>
                  <a:cubicBezTo>
                    <a:pt x="51" y="96"/>
                    <a:pt x="50" y="96"/>
                    <a:pt x="50" y="96"/>
                  </a:cubicBezTo>
                  <a:cubicBezTo>
                    <a:pt x="49" y="96"/>
                    <a:pt x="48" y="96"/>
                    <a:pt x="47" y="96"/>
                  </a:cubicBezTo>
                  <a:cubicBezTo>
                    <a:pt x="46" y="96"/>
                    <a:pt x="46" y="96"/>
                    <a:pt x="45" y="96"/>
                  </a:cubicBezTo>
                  <a:cubicBezTo>
                    <a:pt x="44" y="96"/>
                    <a:pt x="42" y="95"/>
                    <a:pt x="41" y="95"/>
                  </a:cubicBezTo>
                  <a:cubicBezTo>
                    <a:pt x="41" y="95"/>
                    <a:pt x="40" y="95"/>
                    <a:pt x="40" y="95"/>
                  </a:cubicBezTo>
                  <a:cubicBezTo>
                    <a:pt x="38" y="94"/>
                    <a:pt x="37" y="94"/>
                    <a:pt x="36" y="94"/>
                  </a:cubicBezTo>
                  <a:cubicBezTo>
                    <a:pt x="36" y="94"/>
                    <a:pt x="35" y="93"/>
                    <a:pt x="35" y="93"/>
                  </a:cubicBezTo>
                  <a:cubicBezTo>
                    <a:pt x="34" y="93"/>
                    <a:pt x="33" y="93"/>
                    <a:pt x="32" y="92"/>
                  </a:cubicBezTo>
                  <a:cubicBezTo>
                    <a:pt x="31" y="92"/>
                    <a:pt x="31" y="92"/>
                    <a:pt x="30" y="92"/>
                  </a:cubicBezTo>
                  <a:cubicBezTo>
                    <a:pt x="29" y="91"/>
                    <a:pt x="28" y="90"/>
                    <a:pt x="27" y="90"/>
                  </a:cubicBezTo>
                  <a:cubicBezTo>
                    <a:pt x="27" y="90"/>
                    <a:pt x="26" y="89"/>
                    <a:pt x="26" y="89"/>
                  </a:cubicBezTo>
                  <a:cubicBezTo>
                    <a:pt x="25" y="89"/>
                    <a:pt x="24" y="88"/>
                    <a:pt x="23" y="87"/>
                  </a:cubicBezTo>
                  <a:cubicBezTo>
                    <a:pt x="23" y="87"/>
                    <a:pt x="23" y="87"/>
                    <a:pt x="23" y="87"/>
                  </a:cubicBezTo>
                  <a:cubicBezTo>
                    <a:pt x="22" y="86"/>
                    <a:pt x="21" y="85"/>
                    <a:pt x="20" y="85"/>
                  </a:cubicBezTo>
                  <a:cubicBezTo>
                    <a:pt x="20" y="84"/>
                    <a:pt x="19" y="84"/>
                    <a:pt x="19" y="84"/>
                  </a:cubicBezTo>
                  <a:cubicBezTo>
                    <a:pt x="18" y="83"/>
                    <a:pt x="17" y="82"/>
                    <a:pt x="17" y="81"/>
                  </a:cubicBezTo>
                  <a:cubicBezTo>
                    <a:pt x="16" y="81"/>
                    <a:pt x="16" y="81"/>
                    <a:pt x="16" y="81"/>
                  </a:cubicBezTo>
                  <a:cubicBezTo>
                    <a:pt x="15" y="80"/>
                    <a:pt x="15" y="79"/>
                    <a:pt x="14" y="79"/>
                  </a:cubicBezTo>
                  <a:cubicBezTo>
                    <a:pt x="14" y="78"/>
                    <a:pt x="14" y="78"/>
                    <a:pt x="14" y="78"/>
                  </a:cubicBezTo>
                  <a:cubicBezTo>
                    <a:pt x="13" y="77"/>
                    <a:pt x="12" y="76"/>
                    <a:pt x="12" y="75"/>
                  </a:cubicBezTo>
                  <a:cubicBezTo>
                    <a:pt x="11" y="75"/>
                    <a:pt x="11" y="74"/>
                    <a:pt x="11" y="74"/>
                  </a:cubicBezTo>
                  <a:cubicBezTo>
                    <a:pt x="10" y="73"/>
                    <a:pt x="10" y="72"/>
                    <a:pt x="9" y="71"/>
                  </a:cubicBezTo>
                  <a:cubicBezTo>
                    <a:pt x="9" y="70"/>
                    <a:pt x="9" y="70"/>
                    <a:pt x="9" y="70"/>
                  </a:cubicBezTo>
                  <a:cubicBezTo>
                    <a:pt x="8" y="69"/>
                    <a:pt x="8" y="68"/>
                    <a:pt x="7" y="66"/>
                  </a:cubicBezTo>
                  <a:cubicBezTo>
                    <a:pt x="7" y="66"/>
                    <a:pt x="7" y="66"/>
                    <a:pt x="7" y="65"/>
                  </a:cubicBezTo>
                  <a:cubicBezTo>
                    <a:pt x="7" y="64"/>
                    <a:pt x="6" y="63"/>
                    <a:pt x="6" y="62"/>
                  </a:cubicBezTo>
                  <a:cubicBezTo>
                    <a:pt x="6" y="61"/>
                    <a:pt x="6" y="61"/>
                    <a:pt x="6" y="61"/>
                  </a:cubicBezTo>
                  <a:cubicBezTo>
                    <a:pt x="5" y="59"/>
                    <a:pt x="5" y="58"/>
                    <a:pt x="5" y="56"/>
                  </a:cubicBezTo>
                  <a:cubicBezTo>
                    <a:pt x="5" y="56"/>
                    <a:pt x="5" y="55"/>
                    <a:pt x="5" y="55"/>
                  </a:cubicBezTo>
                  <a:cubicBezTo>
                    <a:pt x="4" y="53"/>
                    <a:pt x="4" y="52"/>
                    <a:pt x="4" y="50"/>
                  </a:cubicBezTo>
                  <a:cubicBezTo>
                    <a:pt x="4" y="50"/>
                    <a:pt x="4" y="50"/>
                    <a:pt x="4" y="50"/>
                  </a:cubicBezTo>
                  <a:cubicBezTo>
                    <a:pt x="4" y="50"/>
                    <a:pt x="4" y="49"/>
                    <a:pt x="4" y="49"/>
                  </a:cubicBezTo>
                  <a:cubicBezTo>
                    <a:pt x="5" y="47"/>
                    <a:pt x="5" y="45"/>
                    <a:pt x="5" y="44"/>
                  </a:cubicBezTo>
                  <a:cubicBezTo>
                    <a:pt x="5" y="43"/>
                    <a:pt x="5" y="42"/>
                    <a:pt x="5" y="42"/>
                  </a:cubicBezTo>
                  <a:cubicBezTo>
                    <a:pt x="6" y="39"/>
                    <a:pt x="6" y="37"/>
                    <a:pt x="7" y="35"/>
                  </a:cubicBezTo>
                  <a:cubicBezTo>
                    <a:pt x="8" y="34"/>
                    <a:pt x="8" y="33"/>
                    <a:pt x="8" y="32"/>
                  </a:cubicBezTo>
                  <a:cubicBezTo>
                    <a:pt x="13" y="22"/>
                    <a:pt x="21" y="13"/>
                    <a:pt x="32" y="9"/>
                  </a:cubicBezTo>
                  <a:cubicBezTo>
                    <a:pt x="33" y="8"/>
                    <a:pt x="33" y="8"/>
                    <a:pt x="34" y="8"/>
                  </a:cubicBezTo>
                  <a:cubicBezTo>
                    <a:pt x="37" y="7"/>
                    <a:pt x="39" y="6"/>
                    <a:pt x="41" y="6"/>
                  </a:cubicBezTo>
                  <a:cubicBezTo>
                    <a:pt x="42" y="6"/>
                    <a:pt x="43" y="5"/>
                    <a:pt x="43" y="5"/>
                  </a:cubicBezTo>
                  <a:cubicBezTo>
                    <a:pt x="45" y="5"/>
                    <a:pt x="47" y="5"/>
                    <a:pt x="48" y="5"/>
                  </a:cubicBezTo>
                  <a:cubicBezTo>
                    <a:pt x="49" y="5"/>
                    <a:pt x="49" y="5"/>
                    <a:pt x="50" y="5"/>
                  </a:cubicBezTo>
                  <a:cubicBezTo>
                    <a:pt x="50" y="5"/>
                    <a:pt x="50" y="5"/>
                    <a:pt x="50" y="5"/>
                  </a:cubicBezTo>
                  <a:cubicBezTo>
                    <a:pt x="51" y="5"/>
                    <a:pt x="53" y="5"/>
                    <a:pt x="54" y="5"/>
                  </a:cubicBezTo>
                  <a:cubicBezTo>
                    <a:pt x="55" y="5"/>
                    <a:pt x="55" y="5"/>
                    <a:pt x="56" y="5"/>
                  </a:cubicBezTo>
                  <a:cubicBezTo>
                    <a:pt x="57" y="5"/>
                    <a:pt x="59" y="6"/>
                    <a:pt x="60" y="6"/>
                  </a:cubicBezTo>
                  <a:cubicBezTo>
                    <a:pt x="61" y="6"/>
                    <a:pt x="61" y="6"/>
                    <a:pt x="61" y="6"/>
                  </a:cubicBezTo>
                  <a:cubicBezTo>
                    <a:pt x="63" y="7"/>
                    <a:pt x="64" y="7"/>
                    <a:pt x="65" y="7"/>
                  </a:cubicBezTo>
                  <a:cubicBezTo>
                    <a:pt x="65" y="7"/>
                    <a:pt x="66" y="8"/>
                    <a:pt x="66" y="8"/>
                  </a:cubicBezTo>
                  <a:cubicBezTo>
                    <a:pt x="67" y="8"/>
                    <a:pt x="68" y="9"/>
                    <a:pt x="69" y="9"/>
                  </a:cubicBezTo>
                  <a:cubicBezTo>
                    <a:pt x="70" y="9"/>
                    <a:pt x="70" y="9"/>
                    <a:pt x="70" y="10"/>
                  </a:cubicBezTo>
                  <a:cubicBezTo>
                    <a:pt x="71" y="10"/>
                    <a:pt x="73" y="11"/>
                    <a:pt x="74" y="11"/>
                  </a:cubicBezTo>
                  <a:cubicBezTo>
                    <a:pt x="74" y="12"/>
                    <a:pt x="74" y="12"/>
                    <a:pt x="75" y="12"/>
                  </a:cubicBezTo>
                  <a:cubicBezTo>
                    <a:pt x="76" y="13"/>
                    <a:pt x="76" y="13"/>
                    <a:pt x="77" y="14"/>
                  </a:cubicBezTo>
                  <a:cubicBezTo>
                    <a:pt x="78" y="14"/>
                    <a:pt x="78" y="14"/>
                    <a:pt x="78" y="15"/>
                  </a:cubicBezTo>
                  <a:cubicBezTo>
                    <a:pt x="79" y="15"/>
                    <a:pt x="80" y="16"/>
                    <a:pt x="80" y="16"/>
                  </a:cubicBezTo>
                  <a:cubicBezTo>
                    <a:pt x="80" y="17"/>
                    <a:pt x="81" y="17"/>
                    <a:pt x="81" y="17"/>
                  </a:cubicBezTo>
                  <a:cubicBezTo>
                    <a:pt x="82" y="18"/>
                    <a:pt x="83" y="19"/>
                    <a:pt x="84" y="20"/>
                  </a:cubicBezTo>
                  <a:cubicBezTo>
                    <a:pt x="84" y="20"/>
                    <a:pt x="84" y="20"/>
                    <a:pt x="84" y="20"/>
                  </a:cubicBezTo>
                  <a:cubicBezTo>
                    <a:pt x="85" y="21"/>
                    <a:pt x="86" y="22"/>
                    <a:pt x="86" y="23"/>
                  </a:cubicBezTo>
                  <a:cubicBezTo>
                    <a:pt x="87" y="23"/>
                    <a:pt x="87" y="24"/>
                    <a:pt x="87" y="24"/>
                  </a:cubicBezTo>
                  <a:cubicBezTo>
                    <a:pt x="88" y="25"/>
                    <a:pt x="88" y="26"/>
                    <a:pt x="89" y="27"/>
                  </a:cubicBezTo>
                  <a:cubicBezTo>
                    <a:pt x="89" y="27"/>
                    <a:pt x="89" y="27"/>
                    <a:pt x="89" y="28"/>
                  </a:cubicBezTo>
                  <a:cubicBezTo>
                    <a:pt x="90" y="29"/>
                    <a:pt x="91" y="30"/>
                    <a:pt x="91" y="31"/>
                  </a:cubicBezTo>
                  <a:cubicBezTo>
                    <a:pt x="91" y="31"/>
                    <a:pt x="91" y="32"/>
                    <a:pt x="92" y="32"/>
                  </a:cubicBezTo>
                  <a:cubicBezTo>
                    <a:pt x="92" y="33"/>
                    <a:pt x="93" y="34"/>
                    <a:pt x="93" y="35"/>
                  </a:cubicBezTo>
                  <a:cubicBezTo>
                    <a:pt x="93" y="36"/>
                    <a:pt x="93" y="36"/>
                    <a:pt x="93" y="36"/>
                  </a:cubicBezTo>
                  <a:cubicBezTo>
                    <a:pt x="94" y="38"/>
                    <a:pt x="94" y="39"/>
                    <a:pt x="94" y="40"/>
                  </a:cubicBezTo>
                  <a:cubicBezTo>
                    <a:pt x="94" y="41"/>
                    <a:pt x="95" y="41"/>
                    <a:pt x="95" y="41"/>
                  </a:cubicBezTo>
                  <a:cubicBezTo>
                    <a:pt x="95" y="43"/>
                    <a:pt x="95" y="44"/>
                    <a:pt x="95" y="46"/>
                  </a:cubicBezTo>
                  <a:cubicBezTo>
                    <a:pt x="95" y="46"/>
                    <a:pt x="95" y="47"/>
                    <a:pt x="95" y="47"/>
                  </a:cubicBezTo>
                  <a:cubicBezTo>
                    <a:pt x="95" y="48"/>
                    <a:pt x="96" y="49"/>
                    <a:pt x="96" y="50"/>
                  </a:cubicBezTo>
                  <a:cubicBezTo>
                    <a:pt x="96" y="51"/>
                    <a:pt x="96" y="51"/>
                    <a:pt x="96" y="52"/>
                  </a:cubicBezTo>
                  <a:close/>
                </a:path>
              </a:pathLst>
            </a:custGeom>
            <a:solidFill>
              <a:srgbClr val="A2B93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3995" name="Oval 61">
              <a:extLst>
                <a:ext uri="{FF2B5EF4-FFF2-40B4-BE49-F238E27FC236}">
                  <a16:creationId xmlns:a16="http://schemas.microsoft.com/office/drawing/2014/main" id="{8F89FBA9-2A72-504D-80E2-C66C5EDF344C}"/>
                </a:ext>
              </a:extLst>
            </p:cNvPr>
            <p:cNvSpPr>
              <a:spLocks noChangeArrowheads="1"/>
            </p:cNvSpPr>
            <p:nvPr/>
          </p:nvSpPr>
          <p:spPr bwMode="auto">
            <a:xfrm>
              <a:off x="8528635" y="1140452"/>
              <a:ext cx="994293" cy="993775"/>
            </a:xfrm>
            <a:prstGeom prst="ellipse">
              <a:avLst/>
            </a:prstGeom>
            <a:solidFill>
              <a:srgbClr val="F83003"/>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en-US" sz="2200">
                <a:ea typeface="仿宋_GB2312" pitchFamily="49" charset="-122"/>
              </a:endParaRPr>
            </a:p>
          </p:txBody>
        </p:sp>
        <p:sp>
          <p:nvSpPr>
            <p:cNvPr id="83996" name="任意多边形 20">
              <a:extLst>
                <a:ext uri="{FF2B5EF4-FFF2-40B4-BE49-F238E27FC236}">
                  <a16:creationId xmlns:a16="http://schemas.microsoft.com/office/drawing/2014/main" id="{21760F47-F77E-AC4D-A519-C9D87248B557}"/>
                </a:ext>
              </a:extLst>
            </p:cNvPr>
            <p:cNvSpPr>
              <a:spLocks/>
            </p:cNvSpPr>
            <p:nvPr/>
          </p:nvSpPr>
          <p:spPr bwMode="auto">
            <a:xfrm>
              <a:off x="8596933" y="1208713"/>
              <a:ext cx="844990" cy="844550"/>
            </a:xfrm>
            <a:custGeom>
              <a:avLst/>
              <a:gdLst>
                <a:gd name="T0" fmla="*/ 0 w 844550"/>
                <a:gd name="T1" fmla="*/ 0 h 844550"/>
                <a:gd name="T2" fmla="*/ 844550 w 844550"/>
                <a:gd name="T3" fmla="*/ 844550 h 844550"/>
              </a:gdLst>
              <a:ahLst/>
              <a:cxnLst/>
              <a:rect l="T0" t="T1" r="T2" b="T3"/>
              <a:pathLst>
                <a:path w="844550" h="844550">
                  <a:moveTo>
                    <a:pt x="749300" y="695325"/>
                  </a:moveTo>
                  <a:cubicBezTo>
                    <a:pt x="742355" y="702072"/>
                    <a:pt x="731937" y="712192"/>
                    <a:pt x="721519" y="722313"/>
                  </a:cubicBezTo>
                  <a:lnTo>
                    <a:pt x="714607" y="729027"/>
                  </a:lnTo>
                  <a:lnTo>
                    <a:pt x="717178" y="726529"/>
                  </a:lnTo>
                  <a:cubicBezTo>
                    <a:pt x="724991" y="718939"/>
                    <a:pt x="735410" y="708819"/>
                    <a:pt x="749300" y="695325"/>
                  </a:cubicBezTo>
                  <a:close/>
                  <a:moveTo>
                    <a:pt x="803275" y="627062"/>
                  </a:moveTo>
                  <a:cubicBezTo>
                    <a:pt x="789598" y="654314"/>
                    <a:pt x="775921" y="667940"/>
                    <a:pt x="748568" y="695192"/>
                  </a:cubicBezTo>
                  <a:cubicBezTo>
                    <a:pt x="748568" y="695192"/>
                    <a:pt x="748568" y="695192"/>
                    <a:pt x="725488" y="718187"/>
                  </a:cubicBezTo>
                  <a:lnTo>
                    <a:pt x="714607" y="729027"/>
                  </a:lnTo>
                  <a:lnTo>
                    <a:pt x="693860" y="749697"/>
                  </a:lnTo>
                  <a:cubicBezTo>
                    <a:pt x="666506" y="763323"/>
                    <a:pt x="652829" y="790575"/>
                    <a:pt x="625475" y="790575"/>
                  </a:cubicBezTo>
                  <a:lnTo>
                    <a:pt x="803275" y="627062"/>
                  </a:lnTo>
                  <a:close/>
                  <a:moveTo>
                    <a:pt x="844550" y="490537"/>
                  </a:moveTo>
                  <a:cubicBezTo>
                    <a:pt x="844550" y="497345"/>
                    <a:pt x="844550" y="500749"/>
                    <a:pt x="844550" y="504153"/>
                  </a:cubicBezTo>
                  <a:lnTo>
                    <a:pt x="844550" y="517525"/>
                  </a:lnTo>
                  <a:lnTo>
                    <a:pt x="844550" y="517769"/>
                  </a:lnTo>
                  <a:lnTo>
                    <a:pt x="844407" y="517906"/>
                  </a:lnTo>
                  <a:lnTo>
                    <a:pt x="824111" y="571914"/>
                  </a:lnTo>
                  <a:cubicBezTo>
                    <a:pt x="817298" y="588911"/>
                    <a:pt x="810485" y="605907"/>
                    <a:pt x="803672" y="626303"/>
                  </a:cubicBezTo>
                  <a:cubicBezTo>
                    <a:pt x="803672" y="626303"/>
                    <a:pt x="803672" y="626303"/>
                    <a:pt x="626534" y="789471"/>
                  </a:cubicBezTo>
                  <a:cubicBezTo>
                    <a:pt x="612907" y="803069"/>
                    <a:pt x="595874" y="813267"/>
                    <a:pt x="577139" y="820065"/>
                  </a:cubicBezTo>
                  <a:lnTo>
                    <a:pt x="518674" y="830067"/>
                  </a:lnTo>
                  <a:lnTo>
                    <a:pt x="517769" y="830934"/>
                  </a:lnTo>
                  <a:cubicBezTo>
                    <a:pt x="504153" y="844550"/>
                    <a:pt x="504153" y="844550"/>
                    <a:pt x="490537" y="844550"/>
                  </a:cubicBezTo>
                  <a:cubicBezTo>
                    <a:pt x="490537" y="844550"/>
                    <a:pt x="490537" y="844550"/>
                    <a:pt x="844550" y="490537"/>
                  </a:cubicBezTo>
                  <a:close/>
                  <a:moveTo>
                    <a:pt x="844550" y="395287"/>
                  </a:moveTo>
                  <a:cubicBezTo>
                    <a:pt x="844550" y="402094"/>
                    <a:pt x="844550" y="405497"/>
                    <a:pt x="844550" y="408901"/>
                  </a:cubicBezTo>
                  <a:lnTo>
                    <a:pt x="844550" y="422275"/>
                  </a:lnTo>
                  <a:lnTo>
                    <a:pt x="844550" y="422515"/>
                  </a:lnTo>
                  <a:lnTo>
                    <a:pt x="844550" y="456329"/>
                  </a:lnTo>
                  <a:cubicBezTo>
                    <a:pt x="844550" y="466546"/>
                    <a:pt x="844550" y="476762"/>
                    <a:pt x="844550" y="490384"/>
                  </a:cubicBezTo>
                  <a:cubicBezTo>
                    <a:pt x="844550" y="490384"/>
                    <a:pt x="844550" y="490384"/>
                    <a:pt x="490384" y="844550"/>
                  </a:cubicBezTo>
                  <a:cubicBezTo>
                    <a:pt x="476762" y="844550"/>
                    <a:pt x="466546" y="844550"/>
                    <a:pt x="456329" y="844550"/>
                  </a:cubicBezTo>
                  <a:lnTo>
                    <a:pt x="422515" y="844550"/>
                  </a:lnTo>
                  <a:lnTo>
                    <a:pt x="422275" y="844550"/>
                  </a:lnTo>
                  <a:lnTo>
                    <a:pt x="408901" y="844550"/>
                  </a:lnTo>
                  <a:cubicBezTo>
                    <a:pt x="405497" y="844550"/>
                    <a:pt x="402094" y="844550"/>
                    <a:pt x="395287" y="844550"/>
                  </a:cubicBezTo>
                  <a:cubicBezTo>
                    <a:pt x="395287" y="844550"/>
                    <a:pt x="395287" y="844550"/>
                    <a:pt x="844550" y="395287"/>
                  </a:cubicBezTo>
                  <a:close/>
                  <a:moveTo>
                    <a:pt x="817562" y="258762"/>
                  </a:moveTo>
                  <a:cubicBezTo>
                    <a:pt x="817562" y="258762"/>
                    <a:pt x="817562" y="272391"/>
                    <a:pt x="817562" y="272391"/>
                  </a:cubicBezTo>
                  <a:cubicBezTo>
                    <a:pt x="817562" y="272391"/>
                    <a:pt x="817562" y="272391"/>
                    <a:pt x="525145" y="564808"/>
                  </a:cubicBezTo>
                  <a:lnTo>
                    <a:pt x="462620" y="627334"/>
                  </a:lnTo>
                  <a:lnTo>
                    <a:pt x="502670" y="587332"/>
                  </a:lnTo>
                  <a:cubicBezTo>
                    <a:pt x="579210" y="510885"/>
                    <a:pt x="681264" y="408956"/>
                    <a:pt x="817336" y="273050"/>
                  </a:cubicBezTo>
                  <a:cubicBezTo>
                    <a:pt x="824140" y="279845"/>
                    <a:pt x="827541" y="290038"/>
                    <a:pt x="830943" y="300231"/>
                  </a:cubicBezTo>
                  <a:lnTo>
                    <a:pt x="844420" y="327152"/>
                  </a:lnTo>
                  <a:lnTo>
                    <a:pt x="844550" y="327025"/>
                  </a:lnTo>
                  <a:lnTo>
                    <a:pt x="844550" y="327412"/>
                  </a:lnTo>
                  <a:lnTo>
                    <a:pt x="844550" y="333835"/>
                  </a:lnTo>
                  <a:lnTo>
                    <a:pt x="844550" y="339725"/>
                  </a:lnTo>
                  <a:lnTo>
                    <a:pt x="844550" y="340644"/>
                  </a:lnTo>
                  <a:lnTo>
                    <a:pt x="844550" y="372129"/>
                  </a:lnTo>
                  <a:cubicBezTo>
                    <a:pt x="844550" y="380657"/>
                    <a:pt x="844550" y="387479"/>
                    <a:pt x="844550" y="394301"/>
                  </a:cubicBezTo>
                  <a:cubicBezTo>
                    <a:pt x="844550" y="394301"/>
                    <a:pt x="844550" y="394301"/>
                    <a:pt x="394300" y="844550"/>
                  </a:cubicBezTo>
                  <a:cubicBezTo>
                    <a:pt x="387479" y="844550"/>
                    <a:pt x="380657" y="844550"/>
                    <a:pt x="372129" y="844550"/>
                  </a:cubicBezTo>
                  <a:lnTo>
                    <a:pt x="340644" y="844550"/>
                  </a:lnTo>
                  <a:lnTo>
                    <a:pt x="339725" y="844550"/>
                  </a:lnTo>
                  <a:lnTo>
                    <a:pt x="340184" y="844091"/>
                  </a:lnTo>
                  <a:lnTo>
                    <a:pt x="333834" y="837741"/>
                  </a:lnTo>
                  <a:cubicBezTo>
                    <a:pt x="330430" y="834336"/>
                    <a:pt x="327025" y="830931"/>
                    <a:pt x="327025" y="830931"/>
                  </a:cubicBezTo>
                  <a:cubicBezTo>
                    <a:pt x="327025" y="830931"/>
                    <a:pt x="327025" y="830931"/>
                    <a:pt x="495195" y="667186"/>
                  </a:cubicBezTo>
                  <a:lnTo>
                    <a:pt x="518273" y="644715"/>
                  </a:lnTo>
                  <a:lnTo>
                    <a:pt x="498152" y="664283"/>
                  </a:lnTo>
                  <a:cubicBezTo>
                    <a:pt x="448667" y="712407"/>
                    <a:pt x="392112" y="767407"/>
                    <a:pt x="327478" y="830263"/>
                  </a:cubicBezTo>
                  <a:cubicBezTo>
                    <a:pt x="320675" y="830263"/>
                    <a:pt x="310469" y="830263"/>
                    <a:pt x="300264" y="828564"/>
                  </a:cubicBezTo>
                  <a:lnTo>
                    <a:pt x="273211" y="816743"/>
                  </a:lnTo>
                  <a:lnTo>
                    <a:pt x="272391" y="817562"/>
                  </a:lnTo>
                  <a:cubicBezTo>
                    <a:pt x="272391" y="817562"/>
                    <a:pt x="258762" y="817562"/>
                    <a:pt x="258762" y="817562"/>
                  </a:cubicBezTo>
                  <a:cubicBezTo>
                    <a:pt x="258762" y="817562"/>
                    <a:pt x="258762" y="817562"/>
                    <a:pt x="817562" y="258762"/>
                  </a:cubicBezTo>
                  <a:close/>
                  <a:moveTo>
                    <a:pt x="788987" y="204787"/>
                  </a:moveTo>
                  <a:cubicBezTo>
                    <a:pt x="788987" y="204787"/>
                    <a:pt x="788987" y="218410"/>
                    <a:pt x="788987" y="218410"/>
                  </a:cubicBezTo>
                  <a:cubicBezTo>
                    <a:pt x="788987" y="218410"/>
                    <a:pt x="788987" y="218410"/>
                    <a:pt x="687430" y="320243"/>
                  </a:cubicBezTo>
                  <a:lnTo>
                    <a:pt x="650659" y="357114"/>
                  </a:lnTo>
                  <a:lnTo>
                    <a:pt x="689459" y="318314"/>
                  </a:lnTo>
                  <a:cubicBezTo>
                    <a:pt x="720924" y="286849"/>
                    <a:pt x="754486" y="253287"/>
                    <a:pt x="790286" y="217487"/>
                  </a:cubicBezTo>
                  <a:cubicBezTo>
                    <a:pt x="803924" y="231125"/>
                    <a:pt x="803924" y="244763"/>
                    <a:pt x="817562" y="258401"/>
                  </a:cubicBezTo>
                  <a:cubicBezTo>
                    <a:pt x="817562" y="258401"/>
                    <a:pt x="817562" y="258401"/>
                    <a:pt x="258401" y="817562"/>
                  </a:cubicBezTo>
                  <a:cubicBezTo>
                    <a:pt x="251582" y="810743"/>
                    <a:pt x="244763" y="807334"/>
                    <a:pt x="237944" y="803924"/>
                  </a:cubicBezTo>
                  <a:lnTo>
                    <a:pt x="217920" y="790575"/>
                  </a:lnTo>
                  <a:lnTo>
                    <a:pt x="211580" y="790575"/>
                  </a:lnTo>
                  <a:cubicBezTo>
                    <a:pt x="208183" y="790575"/>
                    <a:pt x="204787" y="790575"/>
                    <a:pt x="204787" y="790575"/>
                  </a:cubicBezTo>
                  <a:cubicBezTo>
                    <a:pt x="204787" y="790575"/>
                    <a:pt x="204787" y="790575"/>
                    <a:pt x="788987" y="204787"/>
                  </a:cubicBezTo>
                  <a:close/>
                  <a:moveTo>
                    <a:pt x="761793" y="163512"/>
                  </a:moveTo>
                  <a:cubicBezTo>
                    <a:pt x="775390" y="177144"/>
                    <a:pt x="775390" y="190776"/>
                    <a:pt x="788987" y="204407"/>
                  </a:cubicBezTo>
                  <a:cubicBezTo>
                    <a:pt x="788987" y="204407"/>
                    <a:pt x="788987" y="204407"/>
                    <a:pt x="204304" y="790575"/>
                  </a:cubicBezTo>
                  <a:cubicBezTo>
                    <a:pt x="190706" y="776943"/>
                    <a:pt x="177109" y="763312"/>
                    <a:pt x="163512" y="763312"/>
                  </a:cubicBezTo>
                  <a:cubicBezTo>
                    <a:pt x="163512" y="763312"/>
                    <a:pt x="163512" y="763312"/>
                    <a:pt x="761793" y="163512"/>
                  </a:cubicBezTo>
                  <a:close/>
                  <a:moveTo>
                    <a:pt x="708695" y="109537"/>
                  </a:moveTo>
                  <a:cubicBezTo>
                    <a:pt x="708695" y="109537"/>
                    <a:pt x="712099" y="109537"/>
                    <a:pt x="715504" y="111239"/>
                  </a:cubicBezTo>
                  <a:lnTo>
                    <a:pt x="721879" y="122395"/>
                  </a:lnTo>
                  <a:lnTo>
                    <a:pt x="722037" y="122237"/>
                  </a:lnTo>
                  <a:cubicBezTo>
                    <a:pt x="735668" y="122237"/>
                    <a:pt x="735668" y="135869"/>
                    <a:pt x="749300" y="149501"/>
                  </a:cubicBezTo>
                  <a:lnTo>
                    <a:pt x="748817" y="149984"/>
                  </a:lnTo>
                  <a:lnTo>
                    <a:pt x="755192" y="161140"/>
                  </a:lnTo>
                  <a:cubicBezTo>
                    <a:pt x="758596" y="162842"/>
                    <a:pt x="762000" y="162842"/>
                    <a:pt x="762000" y="162842"/>
                  </a:cubicBezTo>
                  <a:cubicBezTo>
                    <a:pt x="762000" y="162842"/>
                    <a:pt x="762000" y="162842"/>
                    <a:pt x="162842" y="762000"/>
                  </a:cubicBezTo>
                  <a:cubicBezTo>
                    <a:pt x="162842" y="762000"/>
                    <a:pt x="162842" y="758596"/>
                    <a:pt x="161140" y="755191"/>
                  </a:cubicBezTo>
                  <a:lnTo>
                    <a:pt x="149984" y="748817"/>
                  </a:lnTo>
                  <a:lnTo>
                    <a:pt x="149500" y="749300"/>
                  </a:lnTo>
                  <a:cubicBezTo>
                    <a:pt x="135869" y="735668"/>
                    <a:pt x="135869" y="735668"/>
                    <a:pt x="122237" y="722037"/>
                  </a:cubicBezTo>
                  <a:lnTo>
                    <a:pt x="122558" y="721716"/>
                  </a:lnTo>
                  <a:lnTo>
                    <a:pt x="111239" y="710397"/>
                  </a:lnTo>
                  <a:cubicBezTo>
                    <a:pt x="109537" y="708695"/>
                    <a:pt x="109537" y="708695"/>
                    <a:pt x="109537" y="708695"/>
                  </a:cubicBezTo>
                  <a:cubicBezTo>
                    <a:pt x="109537" y="708695"/>
                    <a:pt x="109537" y="708695"/>
                    <a:pt x="708695" y="109537"/>
                  </a:cubicBezTo>
                  <a:close/>
                  <a:moveTo>
                    <a:pt x="667399" y="80962"/>
                  </a:moveTo>
                  <a:cubicBezTo>
                    <a:pt x="667399" y="80962"/>
                    <a:pt x="670809" y="80962"/>
                    <a:pt x="674218" y="80962"/>
                  </a:cubicBezTo>
                  <a:lnTo>
                    <a:pt x="680762" y="80962"/>
                  </a:lnTo>
                  <a:lnTo>
                    <a:pt x="681037" y="80962"/>
                  </a:lnTo>
                  <a:lnTo>
                    <a:pt x="680899" y="81100"/>
                  </a:lnTo>
                  <a:lnTo>
                    <a:pt x="694393" y="94594"/>
                  </a:lnTo>
                  <a:cubicBezTo>
                    <a:pt x="697801" y="98002"/>
                    <a:pt x="701209" y="101410"/>
                    <a:pt x="708025" y="108226"/>
                  </a:cubicBezTo>
                  <a:cubicBezTo>
                    <a:pt x="708025" y="108226"/>
                    <a:pt x="708025" y="108226"/>
                    <a:pt x="108225" y="708025"/>
                  </a:cubicBezTo>
                  <a:cubicBezTo>
                    <a:pt x="101410" y="701209"/>
                    <a:pt x="98002" y="697801"/>
                    <a:pt x="94594" y="694393"/>
                  </a:cubicBezTo>
                  <a:lnTo>
                    <a:pt x="81100" y="680899"/>
                  </a:lnTo>
                  <a:lnTo>
                    <a:pt x="80962" y="681037"/>
                  </a:lnTo>
                  <a:lnTo>
                    <a:pt x="80962" y="680761"/>
                  </a:lnTo>
                  <a:lnTo>
                    <a:pt x="80962" y="674218"/>
                  </a:lnTo>
                  <a:cubicBezTo>
                    <a:pt x="80962" y="670809"/>
                    <a:pt x="80962" y="667399"/>
                    <a:pt x="80962" y="667399"/>
                  </a:cubicBezTo>
                  <a:cubicBezTo>
                    <a:pt x="80962" y="667399"/>
                    <a:pt x="80962" y="667399"/>
                    <a:pt x="667399" y="80962"/>
                  </a:cubicBezTo>
                  <a:close/>
                  <a:moveTo>
                    <a:pt x="285750" y="26987"/>
                  </a:moveTo>
                  <a:cubicBezTo>
                    <a:pt x="285750" y="26987"/>
                    <a:pt x="285750" y="26987"/>
                    <a:pt x="26987" y="285750"/>
                  </a:cubicBezTo>
                  <a:cubicBezTo>
                    <a:pt x="67844" y="163178"/>
                    <a:pt x="163178" y="67844"/>
                    <a:pt x="285750" y="26987"/>
                  </a:cubicBezTo>
                  <a:close/>
                  <a:moveTo>
                    <a:pt x="312737" y="14287"/>
                  </a:moveTo>
                  <a:cubicBezTo>
                    <a:pt x="312737" y="14287"/>
                    <a:pt x="312737" y="14287"/>
                    <a:pt x="14287" y="312737"/>
                  </a:cubicBezTo>
                  <a:cubicBezTo>
                    <a:pt x="14287" y="312737"/>
                    <a:pt x="14287" y="299171"/>
                    <a:pt x="27853" y="285605"/>
                  </a:cubicBezTo>
                  <a:cubicBezTo>
                    <a:pt x="27853" y="285605"/>
                    <a:pt x="27853" y="285605"/>
                    <a:pt x="285605" y="27853"/>
                  </a:cubicBezTo>
                  <a:cubicBezTo>
                    <a:pt x="299171" y="14287"/>
                    <a:pt x="312737" y="14287"/>
                    <a:pt x="312737" y="14287"/>
                  </a:cubicBezTo>
                  <a:close/>
                  <a:moveTo>
                    <a:pt x="503725" y="0"/>
                  </a:moveTo>
                  <a:cubicBezTo>
                    <a:pt x="517321" y="13613"/>
                    <a:pt x="530916" y="13613"/>
                    <a:pt x="544512" y="13613"/>
                  </a:cubicBezTo>
                  <a:cubicBezTo>
                    <a:pt x="544512" y="13613"/>
                    <a:pt x="544512" y="13613"/>
                    <a:pt x="189302" y="369274"/>
                  </a:cubicBezTo>
                  <a:lnTo>
                    <a:pt x="166722" y="391884"/>
                  </a:lnTo>
                  <a:lnTo>
                    <a:pt x="186521" y="372084"/>
                  </a:lnTo>
                  <a:cubicBezTo>
                    <a:pt x="264810" y="293796"/>
                    <a:pt x="378684" y="179922"/>
                    <a:pt x="544319" y="14287"/>
                  </a:cubicBezTo>
                  <a:cubicBezTo>
                    <a:pt x="551114" y="14287"/>
                    <a:pt x="554512" y="17685"/>
                    <a:pt x="557909" y="21082"/>
                  </a:cubicBezTo>
                  <a:lnTo>
                    <a:pt x="571177" y="27716"/>
                  </a:lnTo>
                  <a:lnTo>
                    <a:pt x="571906" y="26987"/>
                  </a:lnTo>
                  <a:cubicBezTo>
                    <a:pt x="585529" y="26987"/>
                    <a:pt x="599152" y="40610"/>
                    <a:pt x="612775" y="40610"/>
                  </a:cubicBezTo>
                  <a:lnTo>
                    <a:pt x="612029" y="41355"/>
                  </a:lnTo>
                  <a:lnTo>
                    <a:pt x="623776" y="48086"/>
                  </a:lnTo>
                  <a:lnTo>
                    <a:pt x="625375" y="54498"/>
                  </a:lnTo>
                  <a:lnTo>
                    <a:pt x="625899" y="53975"/>
                  </a:lnTo>
                  <a:cubicBezTo>
                    <a:pt x="639516" y="53975"/>
                    <a:pt x="653133" y="67592"/>
                    <a:pt x="666750" y="81209"/>
                  </a:cubicBezTo>
                  <a:cubicBezTo>
                    <a:pt x="666750" y="81209"/>
                    <a:pt x="666750" y="81209"/>
                    <a:pt x="81209" y="666750"/>
                  </a:cubicBezTo>
                  <a:cubicBezTo>
                    <a:pt x="67592" y="653133"/>
                    <a:pt x="53975" y="639516"/>
                    <a:pt x="53975" y="625898"/>
                  </a:cubicBezTo>
                  <a:lnTo>
                    <a:pt x="54451" y="625421"/>
                  </a:lnTo>
                  <a:lnTo>
                    <a:pt x="53163" y="620251"/>
                  </a:lnTo>
                  <a:cubicBezTo>
                    <a:pt x="51464" y="616846"/>
                    <a:pt x="48068" y="613440"/>
                    <a:pt x="41275" y="613440"/>
                  </a:cubicBezTo>
                  <a:cubicBezTo>
                    <a:pt x="41275" y="613440"/>
                    <a:pt x="41275" y="613440"/>
                    <a:pt x="511446" y="141991"/>
                  </a:cubicBezTo>
                  <a:lnTo>
                    <a:pt x="530582" y="122803"/>
                  </a:lnTo>
                  <a:lnTo>
                    <a:pt x="510942" y="142443"/>
                  </a:lnTo>
                  <a:cubicBezTo>
                    <a:pt x="431738" y="221647"/>
                    <a:pt x="290932" y="362453"/>
                    <a:pt x="40610" y="612775"/>
                  </a:cubicBezTo>
                  <a:cubicBezTo>
                    <a:pt x="40610" y="599152"/>
                    <a:pt x="26987" y="585529"/>
                    <a:pt x="26987" y="571906"/>
                  </a:cubicBezTo>
                  <a:lnTo>
                    <a:pt x="27823" y="571069"/>
                  </a:lnTo>
                  <a:lnTo>
                    <a:pt x="26178" y="557909"/>
                  </a:lnTo>
                  <a:lnTo>
                    <a:pt x="14377" y="544422"/>
                  </a:lnTo>
                  <a:lnTo>
                    <a:pt x="14287" y="544513"/>
                  </a:lnTo>
                  <a:lnTo>
                    <a:pt x="14287" y="544319"/>
                  </a:lnTo>
                  <a:lnTo>
                    <a:pt x="14287" y="503674"/>
                  </a:lnTo>
                  <a:cubicBezTo>
                    <a:pt x="14287" y="503674"/>
                    <a:pt x="14287" y="503674"/>
                    <a:pt x="503725" y="0"/>
                  </a:cubicBezTo>
                  <a:close/>
                  <a:moveTo>
                    <a:pt x="395031" y="0"/>
                  </a:moveTo>
                  <a:lnTo>
                    <a:pt x="395288" y="0"/>
                  </a:lnTo>
                  <a:lnTo>
                    <a:pt x="413761" y="0"/>
                  </a:lnTo>
                  <a:lnTo>
                    <a:pt x="421821" y="0"/>
                  </a:lnTo>
                  <a:lnTo>
                    <a:pt x="422275" y="0"/>
                  </a:lnTo>
                  <a:lnTo>
                    <a:pt x="454138" y="0"/>
                  </a:lnTo>
                  <a:lnTo>
                    <a:pt x="476036" y="0"/>
                  </a:lnTo>
                  <a:lnTo>
                    <a:pt x="476250" y="0"/>
                  </a:lnTo>
                  <a:lnTo>
                    <a:pt x="489637" y="0"/>
                  </a:lnTo>
                  <a:cubicBezTo>
                    <a:pt x="493037" y="0"/>
                    <a:pt x="496437" y="0"/>
                    <a:pt x="503238" y="0"/>
                  </a:cubicBezTo>
                  <a:cubicBezTo>
                    <a:pt x="503238" y="0"/>
                    <a:pt x="503238" y="0"/>
                    <a:pt x="13601" y="503238"/>
                  </a:cubicBezTo>
                  <a:cubicBezTo>
                    <a:pt x="13601" y="496437"/>
                    <a:pt x="10201" y="493037"/>
                    <a:pt x="6800" y="489637"/>
                  </a:cubicBezTo>
                  <a:lnTo>
                    <a:pt x="71" y="476179"/>
                  </a:lnTo>
                  <a:lnTo>
                    <a:pt x="0" y="476250"/>
                  </a:lnTo>
                  <a:lnTo>
                    <a:pt x="0" y="476036"/>
                  </a:lnTo>
                  <a:lnTo>
                    <a:pt x="0" y="454138"/>
                  </a:lnTo>
                  <a:lnTo>
                    <a:pt x="0" y="422275"/>
                  </a:lnTo>
                  <a:lnTo>
                    <a:pt x="0" y="421821"/>
                  </a:lnTo>
                  <a:lnTo>
                    <a:pt x="0" y="408653"/>
                  </a:lnTo>
                  <a:lnTo>
                    <a:pt x="0" y="395288"/>
                  </a:lnTo>
                  <a:lnTo>
                    <a:pt x="0" y="395031"/>
                  </a:lnTo>
                  <a:lnTo>
                    <a:pt x="51" y="394980"/>
                  </a:lnTo>
                  <a:lnTo>
                    <a:pt x="6815" y="354396"/>
                  </a:lnTo>
                  <a:cubicBezTo>
                    <a:pt x="10223" y="340765"/>
                    <a:pt x="13630" y="327135"/>
                    <a:pt x="13630" y="313504"/>
                  </a:cubicBezTo>
                  <a:cubicBezTo>
                    <a:pt x="13630" y="313504"/>
                    <a:pt x="13630" y="313504"/>
                    <a:pt x="313504" y="13631"/>
                  </a:cubicBezTo>
                  <a:cubicBezTo>
                    <a:pt x="327135" y="6815"/>
                    <a:pt x="340765" y="3408"/>
                    <a:pt x="354396" y="1704"/>
                  </a:cubicBezTo>
                  <a:lnTo>
                    <a:pt x="395020" y="11"/>
                  </a:lnTo>
                  <a:lnTo>
                    <a:pt x="395031" y="0"/>
                  </a:ln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2200" b="1">
                  <a:solidFill>
                    <a:srgbClr val="F83003"/>
                  </a:solidFill>
                  <a:ea typeface="仿宋_GB2312" pitchFamily="49" charset="-122"/>
                </a:rPr>
                <a:t>3</a:t>
              </a:r>
              <a:endParaRPr lang="zh-CN" altLang="en-US" sz="2200" b="1">
                <a:solidFill>
                  <a:srgbClr val="F83003"/>
                </a:solidFill>
                <a:ea typeface="仿宋_GB2312" pitchFamily="49" charset="-122"/>
              </a:endParaRPr>
            </a:p>
          </p:txBody>
        </p:sp>
        <p:sp>
          <p:nvSpPr>
            <p:cNvPr id="83997" name="Oval 91">
              <a:extLst>
                <a:ext uri="{FF2B5EF4-FFF2-40B4-BE49-F238E27FC236}">
                  <a16:creationId xmlns:a16="http://schemas.microsoft.com/office/drawing/2014/main" id="{AD30225B-777B-0B41-915A-0E0A969154A0}"/>
                </a:ext>
              </a:extLst>
            </p:cNvPr>
            <p:cNvSpPr>
              <a:spLocks noChangeArrowheads="1"/>
            </p:cNvSpPr>
            <p:nvPr/>
          </p:nvSpPr>
          <p:spPr bwMode="auto">
            <a:xfrm>
              <a:off x="6322450" y="1848477"/>
              <a:ext cx="994293" cy="995363"/>
            </a:xfrm>
            <a:prstGeom prst="ellipse">
              <a:avLst/>
            </a:prstGeom>
            <a:solidFill>
              <a:srgbClr val="EBAC07"/>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en-US" sz="2200">
                <a:ea typeface="仿宋_GB2312" pitchFamily="49" charset="-122"/>
              </a:endParaRPr>
            </a:p>
          </p:txBody>
        </p:sp>
        <p:sp>
          <p:nvSpPr>
            <p:cNvPr id="83998" name="任意多边形 22">
              <a:extLst>
                <a:ext uri="{FF2B5EF4-FFF2-40B4-BE49-F238E27FC236}">
                  <a16:creationId xmlns:a16="http://schemas.microsoft.com/office/drawing/2014/main" id="{43177477-7E06-7B44-BEFF-68DDEC63EEA0}"/>
                </a:ext>
              </a:extLst>
            </p:cNvPr>
            <p:cNvSpPr>
              <a:spLocks/>
            </p:cNvSpPr>
            <p:nvPr/>
          </p:nvSpPr>
          <p:spPr bwMode="auto">
            <a:xfrm>
              <a:off x="6390747" y="1931026"/>
              <a:ext cx="843402" cy="844551"/>
            </a:xfrm>
            <a:custGeom>
              <a:avLst/>
              <a:gdLst>
                <a:gd name="T0" fmla="*/ 0 w 842963"/>
                <a:gd name="T1" fmla="*/ 0 h 844551"/>
                <a:gd name="T2" fmla="*/ 842963 w 842963"/>
                <a:gd name="T3" fmla="*/ 844551 h 844551"/>
              </a:gdLst>
              <a:ahLst/>
              <a:cxnLst/>
              <a:rect l="T0" t="T1" r="T2" b="T3"/>
              <a:pathLst>
                <a:path w="842963" h="844551">
                  <a:moveTo>
                    <a:pt x="829483" y="504049"/>
                  </a:moveTo>
                  <a:lnTo>
                    <a:pt x="829347" y="504127"/>
                  </a:lnTo>
                  <a:cubicBezTo>
                    <a:pt x="829347" y="504127"/>
                    <a:pt x="829347" y="504127"/>
                    <a:pt x="790202" y="544894"/>
                  </a:cubicBezTo>
                  <a:lnTo>
                    <a:pt x="766282" y="569804"/>
                  </a:lnTo>
                  <a:lnTo>
                    <a:pt x="774934" y="560803"/>
                  </a:lnTo>
                  <a:lnTo>
                    <a:pt x="829483" y="504049"/>
                  </a:lnTo>
                  <a:close/>
                  <a:moveTo>
                    <a:pt x="815976" y="244475"/>
                  </a:moveTo>
                  <a:cubicBezTo>
                    <a:pt x="815976" y="258120"/>
                    <a:pt x="815976" y="258120"/>
                    <a:pt x="815976" y="271765"/>
                  </a:cubicBezTo>
                  <a:cubicBezTo>
                    <a:pt x="815976" y="271765"/>
                    <a:pt x="815976" y="271765"/>
                    <a:pt x="748023" y="339990"/>
                  </a:cubicBezTo>
                  <a:lnTo>
                    <a:pt x="727029" y="361069"/>
                  </a:lnTo>
                  <a:lnTo>
                    <a:pt x="816634" y="271463"/>
                  </a:lnTo>
                  <a:cubicBezTo>
                    <a:pt x="830263" y="285092"/>
                    <a:pt x="830263" y="298721"/>
                    <a:pt x="830263" y="312351"/>
                  </a:cubicBezTo>
                  <a:lnTo>
                    <a:pt x="829528" y="313106"/>
                  </a:lnTo>
                  <a:lnTo>
                    <a:pt x="836154" y="326357"/>
                  </a:lnTo>
                  <a:lnTo>
                    <a:pt x="842879" y="339807"/>
                  </a:lnTo>
                  <a:lnTo>
                    <a:pt x="842963" y="339725"/>
                  </a:lnTo>
                  <a:lnTo>
                    <a:pt x="842963" y="339976"/>
                  </a:lnTo>
                  <a:lnTo>
                    <a:pt x="842963" y="367013"/>
                  </a:lnTo>
                  <a:cubicBezTo>
                    <a:pt x="842963" y="377246"/>
                    <a:pt x="842963" y="387479"/>
                    <a:pt x="842963" y="394301"/>
                  </a:cubicBezTo>
                  <a:cubicBezTo>
                    <a:pt x="842963" y="394301"/>
                    <a:pt x="842963" y="394301"/>
                    <a:pt x="542279" y="695933"/>
                  </a:cubicBezTo>
                  <a:lnTo>
                    <a:pt x="529868" y="708383"/>
                  </a:lnTo>
                  <a:lnTo>
                    <a:pt x="539688" y="698563"/>
                  </a:lnTo>
                  <a:cubicBezTo>
                    <a:pt x="606047" y="632204"/>
                    <a:pt x="702569" y="535683"/>
                    <a:pt x="842963" y="395288"/>
                  </a:cubicBezTo>
                  <a:cubicBezTo>
                    <a:pt x="842963" y="395288"/>
                    <a:pt x="842963" y="398691"/>
                    <a:pt x="842963" y="402095"/>
                  </a:cubicBezTo>
                  <a:lnTo>
                    <a:pt x="842963" y="407988"/>
                  </a:lnTo>
                  <a:lnTo>
                    <a:pt x="842963" y="408902"/>
                  </a:lnTo>
                  <a:lnTo>
                    <a:pt x="842963" y="419925"/>
                  </a:lnTo>
                  <a:cubicBezTo>
                    <a:pt x="842963" y="421630"/>
                    <a:pt x="842963" y="421630"/>
                    <a:pt x="842963" y="421630"/>
                  </a:cubicBezTo>
                  <a:cubicBezTo>
                    <a:pt x="842963" y="435273"/>
                    <a:pt x="842963" y="462558"/>
                    <a:pt x="842963" y="489843"/>
                  </a:cubicBezTo>
                  <a:cubicBezTo>
                    <a:pt x="842963" y="489843"/>
                    <a:pt x="842963" y="489843"/>
                    <a:pt x="693549" y="633730"/>
                  </a:cubicBezTo>
                  <a:lnTo>
                    <a:pt x="636816" y="688366"/>
                  </a:lnTo>
                  <a:lnTo>
                    <a:pt x="638299" y="686942"/>
                  </a:lnTo>
                  <a:cubicBezTo>
                    <a:pt x="688083" y="639168"/>
                    <a:pt x="754460" y="575469"/>
                    <a:pt x="842963" y="490538"/>
                  </a:cubicBezTo>
                  <a:cubicBezTo>
                    <a:pt x="842963" y="490538"/>
                    <a:pt x="842963" y="493935"/>
                    <a:pt x="841261" y="497332"/>
                  </a:cubicBezTo>
                  <a:lnTo>
                    <a:pt x="830193" y="503644"/>
                  </a:lnTo>
                  <a:lnTo>
                    <a:pt x="820013" y="562852"/>
                  </a:lnTo>
                  <a:cubicBezTo>
                    <a:pt x="813180" y="581588"/>
                    <a:pt x="802930" y="598620"/>
                    <a:pt x="789264" y="612246"/>
                  </a:cubicBezTo>
                  <a:cubicBezTo>
                    <a:pt x="789264" y="612246"/>
                    <a:pt x="789264" y="612246"/>
                    <a:pt x="720079" y="686977"/>
                  </a:cubicBezTo>
                  <a:lnTo>
                    <a:pt x="695777" y="713226"/>
                  </a:lnTo>
                  <a:lnTo>
                    <a:pt x="788988" y="612775"/>
                  </a:lnTo>
                  <a:cubicBezTo>
                    <a:pt x="788988" y="639885"/>
                    <a:pt x="761736" y="666995"/>
                    <a:pt x="748110" y="680549"/>
                  </a:cubicBezTo>
                  <a:lnTo>
                    <a:pt x="747690" y="681072"/>
                  </a:lnTo>
                  <a:lnTo>
                    <a:pt x="720726" y="720289"/>
                  </a:lnTo>
                  <a:cubicBezTo>
                    <a:pt x="710606" y="732235"/>
                    <a:pt x="700485" y="742475"/>
                    <a:pt x="693738" y="749301"/>
                  </a:cubicBezTo>
                  <a:cubicBezTo>
                    <a:pt x="693738" y="749301"/>
                    <a:pt x="693738" y="749301"/>
                    <a:pt x="716509" y="720503"/>
                  </a:cubicBezTo>
                  <a:lnTo>
                    <a:pt x="747482" y="681330"/>
                  </a:lnTo>
                  <a:lnTo>
                    <a:pt x="747259" y="681608"/>
                  </a:lnTo>
                  <a:cubicBezTo>
                    <a:pt x="744704" y="684785"/>
                    <a:pt x="734484" y="697493"/>
                    <a:pt x="693606" y="748324"/>
                  </a:cubicBezTo>
                  <a:cubicBezTo>
                    <a:pt x="679980" y="755101"/>
                    <a:pt x="669760" y="761878"/>
                    <a:pt x="659540" y="768656"/>
                  </a:cubicBezTo>
                  <a:lnTo>
                    <a:pt x="625835" y="788773"/>
                  </a:lnTo>
                  <a:lnTo>
                    <a:pt x="625268" y="789385"/>
                  </a:lnTo>
                  <a:cubicBezTo>
                    <a:pt x="604769" y="796198"/>
                    <a:pt x="587686" y="803011"/>
                    <a:pt x="570603" y="809824"/>
                  </a:cubicBezTo>
                  <a:lnTo>
                    <a:pt x="516318" y="830121"/>
                  </a:lnTo>
                  <a:lnTo>
                    <a:pt x="516182" y="830263"/>
                  </a:lnTo>
                  <a:lnTo>
                    <a:pt x="515938" y="830263"/>
                  </a:lnTo>
                  <a:lnTo>
                    <a:pt x="502566" y="830263"/>
                  </a:lnTo>
                  <a:lnTo>
                    <a:pt x="489467" y="830263"/>
                  </a:lnTo>
                  <a:lnTo>
                    <a:pt x="488797" y="830909"/>
                  </a:lnTo>
                  <a:cubicBezTo>
                    <a:pt x="475175" y="837730"/>
                    <a:pt x="464959" y="841140"/>
                    <a:pt x="454742" y="842846"/>
                  </a:cubicBezTo>
                  <a:lnTo>
                    <a:pt x="420940" y="844538"/>
                  </a:lnTo>
                  <a:lnTo>
                    <a:pt x="420928" y="844551"/>
                  </a:lnTo>
                  <a:lnTo>
                    <a:pt x="420688" y="844551"/>
                  </a:lnTo>
                  <a:lnTo>
                    <a:pt x="407314" y="844551"/>
                  </a:lnTo>
                  <a:cubicBezTo>
                    <a:pt x="403910" y="844551"/>
                    <a:pt x="400507" y="844551"/>
                    <a:pt x="393700" y="844551"/>
                  </a:cubicBezTo>
                  <a:lnTo>
                    <a:pt x="393731" y="844519"/>
                  </a:lnTo>
                  <a:lnTo>
                    <a:pt x="372027" y="842845"/>
                  </a:lnTo>
                  <a:cubicBezTo>
                    <a:pt x="363527" y="841139"/>
                    <a:pt x="353326" y="837728"/>
                    <a:pt x="339725" y="830906"/>
                  </a:cubicBezTo>
                  <a:cubicBezTo>
                    <a:pt x="339725" y="830906"/>
                    <a:pt x="339725" y="830906"/>
                    <a:pt x="754381" y="426185"/>
                  </a:cubicBezTo>
                  <a:lnTo>
                    <a:pt x="761084" y="419642"/>
                  </a:lnTo>
                  <a:lnTo>
                    <a:pt x="719939" y="459675"/>
                  </a:lnTo>
                  <a:cubicBezTo>
                    <a:pt x="646125" y="531494"/>
                    <a:pt x="528022" y="646406"/>
                    <a:pt x="339057" y="830263"/>
                  </a:cubicBezTo>
                  <a:cubicBezTo>
                    <a:pt x="339057" y="830263"/>
                    <a:pt x="335652" y="830263"/>
                    <a:pt x="332247" y="830263"/>
                  </a:cubicBezTo>
                  <a:lnTo>
                    <a:pt x="325980" y="830263"/>
                  </a:lnTo>
                  <a:lnTo>
                    <a:pt x="325438" y="830263"/>
                  </a:lnTo>
                  <a:lnTo>
                    <a:pt x="325544" y="830154"/>
                  </a:lnTo>
                  <a:lnTo>
                    <a:pt x="298721" y="823449"/>
                  </a:lnTo>
                  <a:lnTo>
                    <a:pt x="272917" y="816997"/>
                  </a:lnTo>
                  <a:lnTo>
                    <a:pt x="272353" y="817563"/>
                  </a:lnTo>
                  <a:cubicBezTo>
                    <a:pt x="272353" y="817563"/>
                    <a:pt x="258763" y="817563"/>
                    <a:pt x="258763" y="803918"/>
                  </a:cubicBezTo>
                  <a:cubicBezTo>
                    <a:pt x="258763" y="803918"/>
                    <a:pt x="258763" y="803918"/>
                    <a:pt x="815976" y="244475"/>
                  </a:cubicBezTo>
                  <a:close/>
                  <a:moveTo>
                    <a:pt x="625899" y="39688"/>
                  </a:moveTo>
                  <a:cubicBezTo>
                    <a:pt x="639516" y="53320"/>
                    <a:pt x="653133" y="66951"/>
                    <a:pt x="666750" y="66951"/>
                  </a:cubicBezTo>
                  <a:cubicBezTo>
                    <a:pt x="666750" y="66951"/>
                    <a:pt x="666750" y="66951"/>
                    <a:pt x="343532" y="398040"/>
                  </a:cubicBezTo>
                  <a:lnTo>
                    <a:pt x="311305" y="431052"/>
                  </a:lnTo>
                  <a:lnTo>
                    <a:pt x="327712" y="414264"/>
                  </a:lnTo>
                  <a:cubicBezTo>
                    <a:pt x="409961" y="330101"/>
                    <a:pt x="519627" y="217885"/>
                    <a:pt x="665849" y="68263"/>
                  </a:cubicBezTo>
                  <a:cubicBezTo>
                    <a:pt x="665849" y="68263"/>
                    <a:pt x="679451" y="81865"/>
                    <a:pt x="679451" y="81865"/>
                  </a:cubicBezTo>
                  <a:cubicBezTo>
                    <a:pt x="679451" y="81865"/>
                    <a:pt x="679451" y="81865"/>
                    <a:pt x="358436" y="395584"/>
                  </a:cubicBezTo>
                  <a:lnTo>
                    <a:pt x="317570" y="435521"/>
                  </a:lnTo>
                  <a:lnTo>
                    <a:pt x="350150" y="403715"/>
                  </a:lnTo>
                  <a:cubicBezTo>
                    <a:pt x="432554" y="323270"/>
                    <a:pt x="540184" y="218199"/>
                    <a:pt x="680763" y="80963"/>
                  </a:cubicBezTo>
                  <a:cubicBezTo>
                    <a:pt x="680763" y="80963"/>
                    <a:pt x="694394" y="94580"/>
                    <a:pt x="708026" y="94580"/>
                  </a:cubicBezTo>
                  <a:lnTo>
                    <a:pt x="707139" y="95466"/>
                  </a:lnTo>
                  <a:lnTo>
                    <a:pt x="708810" y="107165"/>
                  </a:lnTo>
                  <a:lnTo>
                    <a:pt x="719744" y="108727"/>
                  </a:lnTo>
                  <a:lnTo>
                    <a:pt x="720519" y="107950"/>
                  </a:lnTo>
                  <a:cubicBezTo>
                    <a:pt x="720519" y="121596"/>
                    <a:pt x="734116" y="135241"/>
                    <a:pt x="747713" y="148887"/>
                  </a:cubicBezTo>
                  <a:cubicBezTo>
                    <a:pt x="747713" y="148887"/>
                    <a:pt x="747713" y="148887"/>
                    <a:pt x="254745" y="643612"/>
                  </a:cubicBezTo>
                  <a:lnTo>
                    <a:pt x="251639" y="646729"/>
                  </a:lnTo>
                  <a:lnTo>
                    <a:pt x="255862" y="642500"/>
                  </a:lnTo>
                  <a:cubicBezTo>
                    <a:pt x="338802" y="559432"/>
                    <a:pt x="486251" y="411758"/>
                    <a:pt x="748383" y="149225"/>
                  </a:cubicBezTo>
                  <a:cubicBezTo>
                    <a:pt x="748383" y="149225"/>
                    <a:pt x="762000" y="149225"/>
                    <a:pt x="762000" y="162863"/>
                  </a:cubicBezTo>
                  <a:cubicBezTo>
                    <a:pt x="762000" y="162863"/>
                    <a:pt x="762000" y="162863"/>
                    <a:pt x="615721" y="306036"/>
                  </a:cubicBezTo>
                  <a:lnTo>
                    <a:pt x="612069" y="309610"/>
                  </a:lnTo>
                  <a:lnTo>
                    <a:pt x="656145" y="266583"/>
                  </a:lnTo>
                  <a:cubicBezTo>
                    <a:pt x="689093" y="234418"/>
                    <a:pt x="724237" y="200109"/>
                    <a:pt x="761725" y="163513"/>
                  </a:cubicBezTo>
                  <a:cubicBezTo>
                    <a:pt x="761725" y="170322"/>
                    <a:pt x="765133" y="177130"/>
                    <a:pt x="770245" y="182237"/>
                  </a:cubicBezTo>
                  <a:lnTo>
                    <a:pt x="788818" y="190670"/>
                  </a:lnTo>
                  <a:lnTo>
                    <a:pt x="788988" y="190500"/>
                  </a:lnTo>
                  <a:lnTo>
                    <a:pt x="788988" y="190747"/>
                  </a:lnTo>
                  <a:lnTo>
                    <a:pt x="788988" y="202402"/>
                  </a:lnTo>
                  <a:lnTo>
                    <a:pt x="788988" y="203525"/>
                  </a:lnTo>
                  <a:lnTo>
                    <a:pt x="802374" y="223657"/>
                  </a:lnTo>
                  <a:cubicBezTo>
                    <a:pt x="805775" y="230476"/>
                    <a:pt x="809175" y="237295"/>
                    <a:pt x="815976" y="244114"/>
                  </a:cubicBezTo>
                  <a:cubicBezTo>
                    <a:pt x="815976" y="244114"/>
                    <a:pt x="815976" y="244114"/>
                    <a:pt x="258294" y="803275"/>
                  </a:cubicBezTo>
                  <a:cubicBezTo>
                    <a:pt x="244692" y="803275"/>
                    <a:pt x="231090" y="789637"/>
                    <a:pt x="217488" y="789637"/>
                  </a:cubicBezTo>
                  <a:cubicBezTo>
                    <a:pt x="217488" y="789637"/>
                    <a:pt x="217488" y="789637"/>
                    <a:pt x="523911" y="475086"/>
                  </a:cubicBezTo>
                  <a:lnTo>
                    <a:pt x="527129" y="471782"/>
                  </a:lnTo>
                  <a:lnTo>
                    <a:pt x="482092" y="517821"/>
                  </a:lnTo>
                  <a:cubicBezTo>
                    <a:pt x="411269" y="590218"/>
                    <a:pt x="324104" y="679322"/>
                    <a:pt x="216823" y="788988"/>
                  </a:cubicBezTo>
                  <a:cubicBezTo>
                    <a:pt x="216823" y="788988"/>
                    <a:pt x="213417" y="785588"/>
                    <a:pt x="210011" y="782187"/>
                  </a:cubicBezTo>
                  <a:lnTo>
                    <a:pt x="203462" y="775648"/>
                  </a:lnTo>
                  <a:lnTo>
                    <a:pt x="202820" y="776288"/>
                  </a:lnTo>
                  <a:cubicBezTo>
                    <a:pt x="196004" y="776288"/>
                    <a:pt x="189188" y="772884"/>
                    <a:pt x="182373" y="767777"/>
                  </a:cubicBezTo>
                  <a:lnTo>
                    <a:pt x="162194" y="749300"/>
                  </a:lnTo>
                  <a:lnTo>
                    <a:pt x="156033" y="749300"/>
                  </a:lnTo>
                  <a:lnTo>
                    <a:pt x="149432" y="749300"/>
                  </a:lnTo>
                  <a:lnTo>
                    <a:pt x="149225" y="749300"/>
                  </a:lnTo>
                  <a:lnTo>
                    <a:pt x="149333" y="749192"/>
                  </a:lnTo>
                  <a:lnTo>
                    <a:pt x="130736" y="728832"/>
                  </a:lnTo>
                  <a:cubicBezTo>
                    <a:pt x="125637" y="722009"/>
                    <a:pt x="122238" y="715186"/>
                    <a:pt x="122238" y="708363"/>
                  </a:cubicBezTo>
                  <a:cubicBezTo>
                    <a:pt x="122238" y="708363"/>
                    <a:pt x="122238" y="708363"/>
                    <a:pt x="374637" y="455064"/>
                  </a:cubicBezTo>
                  <a:lnTo>
                    <a:pt x="405212" y="424380"/>
                  </a:lnTo>
                  <a:lnTo>
                    <a:pt x="399350" y="430242"/>
                  </a:lnTo>
                  <a:cubicBezTo>
                    <a:pt x="325187" y="504405"/>
                    <a:pt x="233909" y="595683"/>
                    <a:pt x="121567" y="708025"/>
                  </a:cubicBezTo>
                  <a:cubicBezTo>
                    <a:pt x="107950" y="708025"/>
                    <a:pt x="107950" y="708025"/>
                    <a:pt x="107950" y="694408"/>
                  </a:cubicBezTo>
                  <a:cubicBezTo>
                    <a:pt x="107950" y="694408"/>
                    <a:pt x="107950" y="694408"/>
                    <a:pt x="429324" y="373033"/>
                  </a:cubicBezTo>
                  <a:lnTo>
                    <a:pt x="475905" y="326453"/>
                  </a:lnTo>
                  <a:lnTo>
                    <a:pt x="454985" y="347350"/>
                  </a:lnTo>
                  <a:cubicBezTo>
                    <a:pt x="370639" y="431606"/>
                    <a:pt x="258176" y="543948"/>
                    <a:pt x="108226" y="693738"/>
                  </a:cubicBezTo>
                  <a:cubicBezTo>
                    <a:pt x="101411" y="693738"/>
                    <a:pt x="98003" y="690334"/>
                    <a:pt x="94595" y="685227"/>
                  </a:cubicBezTo>
                  <a:lnTo>
                    <a:pt x="81068" y="666648"/>
                  </a:lnTo>
                  <a:lnTo>
                    <a:pt x="80963" y="666751"/>
                  </a:lnTo>
                  <a:lnTo>
                    <a:pt x="81066" y="666645"/>
                  </a:lnTo>
                  <a:lnTo>
                    <a:pt x="80963" y="666504"/>
                  </a:lnTo>
                  <a:lnTo>
                    <a:pt x="80973" y="666493"/>
                  </a:lnTo>
                  <a:lnTo>
                    <a:pt x="62486" y="646303"/>
                  </a:lnTo>
                  <a:cubicBezTo>
                    <a:pt x="57379" y="639488"/>
                    <a:pt x="53975" y="632672"/>
                    <a:pt x="53975" y="625856"/>
                  </a:cubicBezTo>
                  <a:cubicBezTo>
                    <a:pt x="53975" y="625856"/>
                    <a:pt x="53975" y="625856"/>
                    <a:pt x="625899" y="39688"/>
                  </a:cubicBezTo>
                  <a:close/>
                  <a:moveTo>
                    <a:pt x="558284" y="12700"/>
                  </a:moveTo>
                  <a:cubicBezTo>
                    <a:pt x="571907" y="19519"/>
                    <a:pt x="582124" y="22928"/>
                    <a:pt x="590639" y="26338"/>
                  </a:cubicBezTo>
                  <a:lnTo>
                    <a:pt x="612308" y="39688"/>
                  </a:lnTo>
                  <a:lnTo>
                    <a:pt x="618665" y="39688"/>
                  </a:lnTo>
                  <a:cubicBezTo>
                    <a:pt x="622071" y="39688"/>
                    <a:pt x="625476" y="39688"/>
                    <a:pt x="625476" y="39688"/>
                  </a:cubicBezTo>
                  <a:cubicBezTo>
                    <a:pt x="625476" y="39688"/>
                    <a:pt x="625476" y="39688"/>
                    <a:pt x="53311" y="625476"/>
                  </a:cubicBezTo>
                  <a:cubicBezTo>
                    <a:pt x="53311" y="618665"/>
                    <a:pt x="49905" y="615259"/>
                    <a:pt x="46500" y="613556"/>
                  </a:cubicBezTo>
                  <a:lnTo>
                    <a:pt x="41164" y="612222"/>
                  </a:lnTo>
                  <a:lnTo>
                    <a:pt x="40611" y="612775"/>
                  </a:lnTo>
                  <a:lnTo>
                    <a:pt x="40458" y="612046"/>
                  </a:lnTo>
                  <a:lnTo>
                    <a:pt x="39688" y="611853"/>
                  </a:lnTo>
                  <a:lnTo>
                    <a:pt x="40291" y="611251"/>
                  </a:lnTo>
                  <a:lnTo>
                    <a:pt x="33799" y="580385"/>
                  </a:lnTo>
                  <a:cubicBezTo>
                    <a:pt x="30394" y="571861"/>
                    <a:pt x="26988" y="565042"/>
                    <a:pt x="26988" y="558223"/>
                  </a:cubicBezTo>
                  <a:cubicBezTo>
                    <a:pt x="26988" y="558223"/>
                    <a:pt x="26988" y="558223"/>
                    <a:pt x="558284" y="12700"/>
                  </a:cubicBezTo>
                  <a:close/>
                  <a:moveTo>
                    <a:pt x="285462" y="12700"/>
                  </a:moveTo>
                  <a:lnTo>
                    <a:pt x="285751" y="12700"/>
                  </a:lnTo>
                  <a:lnTo>
                    <a:pt x="304215" y="12700"/>
                  </a:lnTo>
                  <a:cubicBezTo>
                    <a:pt x="309329" y="12700"/>
                    <a:pt x="312738" y="12700"/>
                    <a:pt x="312738" y="12700"/>
                  </a:cubicBezTo>
                  <a:cubicBezTo>
                    <a:pt x="312738" y="12700"/>
                    <a:pt x="312738" y="12700"/>
                    <a:pt x="12700" y="312738"/>
                  </a:cubicBezTo>
                  <a:cubicBezTo>
                    <a:pt x="12700" y="299100"/>
                    <a:pt x="12700" y="285462"/>
                    <a:pt x="26338" y="285462"/>
                  </a:cubicBezTo>
                  <a:lnTo>
                    <a:pt x="27839" y="283881"/>
                  </a:lnTo>
                  <a:lnTo>
                    <a:pt x="67420" y="197009"/>
                  </a:lnTo>
                  <a:cubicBezTo>
                    <a:pt x="100616" y="140692"/>
                    <a:pt x="145730" y="91202"/>
                    <a:pt x="199355" y="55364"/>
                  </a:cubicBezTo>
                  <a:lnTo>
                    <a:pt x="285207" y="12969"/>
                  </a:lnTo>
                  <a:lnTo>
                    <a:pt x="285462" y="12700"/>
                  </a:lnTo>
                  <a:close/>
                  <a:moveTo>
                    <a:pt x="393547" y="0"/>
                  </a:moveTo>
                  <a:lnTo>
                    <a:pt x="393700" y="0"/>
                  </a:lnTo>
                  <a:lnTo>
                    <a:pt x="407118" y="0"/>
                  </a:lnTo>
                  <a:cubicBezTo>
                    <a:pt x="410510" y="0"/>
                    <a:pt x="413903" y="0"/>
                    <a:pt x="420688" y="0"/>
                  </a:cubicBezTo>
                  <a:cubicBezTo>
                    <a:pt x="420688" y="0"/>
                    <a:pt x="420688" y="0"/>
                    <a:pt x="138860" y="282891"/>
                  </a:cubicBezTo>
                  <a:lnTo>
                    <a:pt x="120217" y="301605"/>
                  </a:lnTo>
                  <a:lnTo>
                    <a:pt x="177956" y="243866"/>
                  </a:lnTo>
                  <a:cubicBezTo>
                    <a:pt x="237275" y="184547"/>
                    <a:pt x="316366" y="105456"/>
                    <a:pt x="421822" y="0"/>
                  </a:cubicBezTo>
                  <a:cubicBezTo>
                    <a:pt x="428625" y="0"/>
                    <a:pt x="438831" y="0"/>
                    <a:pt x="449036" y="0"/>
                  </a:cubicBezTo>
                  <a:lnTo>
                    <a:pt x="476036" y="0"/>
                  </a:lnTo>
                  <a:lnTo>
                    <a:pt x="476250" y="0"/>
                  </a:lnTo>
                  <a:lnTo>
                    <a:pt x="489637" y="0"/>
                  </a:lnTo>
                  <a:cubicBezTo>
                    <a:pt x="493038" y="0"/>
                    <a:pt x="496438" y="0"/>
                    <a:pt x="503238" y="0"/>
                  </a:cubicBezTo>
                  <a:cubicBezTo>
                    <a:pt x="503238" y="0"/>
                    <a:pt x="503238" y="0"/>
                    <a:pt x="290935" y="206946"/>
                  </a:cubicBezTo>
                  <a:lnTo>
                    <a:pt x="266013" y="231239"/>
                  </a:lnTo>
                  <a:lnTo>
                    <a:pt x="270160" y="227204"/>
                  </a:lnTo>
                  <a:cubicBezTo>
                    <a:pt x="332504" y="166545"/>
                    <a:pt x="409236" y="91887"/>
                    <a:pt x="503675" y="0"/>
                  </a:cubicBezTo>
                  <a:cubicBezTo>
                    <a:pt x="510481" y="0"/>
                    <a:pt x="517288" y="3403"/>
                    <a:pt x="524094" y="6806"/>
                  </a:cubicBezTo>
                  <a:lnTo>
                    <a:pt x="543144" y="13156"/>
                  </a:lnTo>
                  <a:lnTo>
                    <a:pt x="543600" y="12700"/>
                  </a:lnTo>
                  <a:cubicBezTo>
                    <a:pt x="557213" y="12700"/>
                    <a:pt x="557213" y="12700"/>
                    <a:pt x="557213" y="12700"/>
                  </a:cubicBezTo>
                  <a:cubicBezTo>
                    <a:pt x="557213" y="12700"/>
                    <a:pt x="557213" y="12700"/>
                    <a:pt x="26313" y="557213"/>
                  </a:cubicBezTo>
                  <a:cubicBezTo>
                    <a:pt x="26313" y="557213"/>
                    <a:pt x="12700" y="543600"/>
                    <a:pt x="12700" y="543600"/>
                  </a:cubicBezTo>
                  <a:lnTo>
                    <a:pt x="13482" y="542818"/>
                  </a:lnTo>
                  <a:lnTo>
                    <a:pt x="11911" y="522392"/>
                  </a:lnTo>
                  <a:lnTo>
                    <a:pt x="129" y="490412"/>
                  </a:lnTo>
                  <a:lnTo>
                    <a:pt x="0" y="490538"/>
                  </a:lnTo>
                  <a:lnTo>
                    <a:pt x="0" y="490062"/>
                  </a:lnTo>
                  <a:lnTo>
                    <a:pt x="0" y="483725"/>
                  </a:lnTo>
                  <a:cubicBezTo>
                    <a:pt x="0" y="480319"/>
                    <a:pt x="0" y="476912"/>
                    <a:pt x="0" y="476912"/>
                  </a:cubicBezTo>
                  <a:cubicBezTo>
                    <a:pt x="0" y="476912"/>
                    <a:pt x="0" y="476912"/>
                    <a:pt x="318907" y="157418"/>
                  </a:cubicBezTo>
                  <a:lnTo>
                    <a:pt x="359744" y="116506"/>
                  </a:lnTo>
                  <a:lnTo>
                    <a:pt x="321492" y="154758"/>
                  </a:lnTo>
                  <a:cubicBezTo>
                    <a:pt x="251148" y="225103"/>
                    <a:pt x="148828" y="327422"/>
                    <a:pt x="0" y="476250"/>
                  </a:cubicBezTo>
                  <a:cubicBezTo>
                    <a:pt x="0" y="469447"/>
                    <a:pt x="0" y="459241"/>
                    <a:pt x="0" y="449036"/>
                  </a:cubicBezTo>
                  <a:lnTo>
                    <a:pt x="0" y="422275"/>
                  </a:lnTo>
                  <a:lnTo>
                    <a:pt x="0" y="421822"/>
                  </a:lnTo>
                  <a:lnTo>
                    <a:pt x="0" y="403545"/>
                  </a:lnTo>
                  <a:lnTo>
                    <a:pt x="0" y="395288"/>
                  </a:lnTo>
                  <a:lnTo>
                    <a:pt x="0" y="395032"/>
                  </a:lnTo>
                  <a:lnTo>
                    <a:pt x="11" y="395020"/>
                  </a:lnTo>
                  <a:lnTo>
                    <a:pt x="1697" y="354396"/>
                  </a:lnTo>
                  <a:cubicBezTo>
                    <a:pt x="3394" y="340766"/>
                    <a:pt x="6788" y="327135"/>
                    <a:pt x="13576" y="313504"/>
                  </a:cubicBezTo>
                  <a:cubicBezTo>
                    <a:pt x="13576" y="313504"/>
                    <a:pt x="13576" y="313504"/>
                    <a:pt x="312245" y="13630"/>
                  </a:cubicBezTo>
                  <a:cubicBezTo>
                    <a:pt x="325821" y="6815"/>
                    <a:pt x="339397" y="3408"/>
                    <a:pt x="352973" y="1704"/>
                  </a:cubicBezTo>
                  <a:lnTo>
                    <a:pt x="393541" y="7"/>
                  </a:lnTo>
                  <a:lnTo>
                    <a:pt x="393547" y="0"/>
                  </a:ln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2200" b="1">
                  <a:solidFill>
                    <a:srgbClr val="EBAC07"/>
                  </a:solidFill>
                  <a:ea typeface="仿宋_GB2312" pitchFamily="49" charset="-122"/>
                </a:rPr>
                <a:t>2</a:t>
              </a:r>
              <a:endParaRPr lang="zh-CN" altLang="en-US" sz="2200" b="1">
                <a:solidFill>
                  <a:srgbClr val="EBAC07"/>
                </a:solidFill>
                <a:ea typeface="仿宋_GB2312" pitchFamily="49" charset="-122"/>
              </a:endParaRPr>
            </a:p>
          </p:txBody>
        </p:sp>
        <p:sp>
          <p:nvSpPr>
            <p:cNvPr id="83999" name="Oval 121">
              <a:extLst>
                <a:ext uri="{FF2B5EF4-FFF2-40B4-BE49-F238E27FC236}">
                  <a16:creationId xmlns:a16="http://schemas.microsoft.com/office/drawing/2014/main" id="{AA28D6B8-A8D0-6A41-98D7-0AAC9D9E5860}"/>
                </a:ext>
              </a:extLst>
            </p:cNvPr>
            <p:cNvSpPr>
              <a:spLocks noChangeArrowheads="1"/>
            </p:cNvSpPr>
            <p:nvPr/>
          </p:nvSpPr>
          <p:spPr bwMode="auto">
            <a:xfrm>
              <a:off x="7153144" y="2856540"/>
              <a:ext cx="994293" cy="995363"/>
            </a:xfrm>
            <a:prstGeom prst="ellipse">
              <a:avLst/>
            </a:prstGeom>
            <a:solidFill>
              <a:srgbClr val="F83003"/>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en-US" sz="2200">
                <a:ea typeface="仿宋_GB2312" pitchFamily="49" charset="-122"/>
              </a:endParaRPr>
            </a:p>
          </p:txBody>
        </p:sp>
        <p:sp>
          <p:nvSpPr>
            <p:cNvPr id="84000" name="任意多边形 24">
              <a:extLst>
                <a:ext uri="{FF2B5EF4-FFF2-40B4-BE49-F238E27FC236}">
                  <a16:creationId xmlns:a16="http://schemas.microsoft.com/office/drawing/2014/main" id="{59CB5D35-9CE3-2A40-BEE1-CC4DB866CC03}"/>
                </a:ext>
              </a:extLst>
            </p:cNvPr>
            <p:cNvSpPr>
              <a:spLocks/>
            </p:cNvSpPr>
            <p:nvPr/>
          </p:nvSpPr>
          <p:spPr bwMode="auto">
            <a:xfrm>
              <a:off x="7234148" y="2939088"/>
              <a:ext cx="844990" cy="844550"/>
            </a:xfrm>
            <a:custGeom>
              <a:avLst/>
              <a:gdLst>
                <a:gd name="T0" fmla="*/ 0 w 844550"/>
                <a:gd name="T1" fmla="*/ 0 h 844550"/>
                <a:gd name="T2" fmla="*/ 844550 w 844550"/>
                <a:gd name="T3" fmla="*/ 844550 h 844550"/>
              </a:gdLst>
              <a:ahLst/>
              <a:cxnLst/>
              <a:rect l="T0" t="T1" r="T2" b="T3"/>
              <a:pathLst>
                <a:path w="844550" h="844550">
                  <a:moveTo>
                    <a:pt x="749300" y="681037"/>
                  </a:moveTo>
                  <a:cubicBezTo>
                    <a:pt x="735648" y="708342"/>
                    <a:pt x="708342" y="735648"/>
                    <a:pt x="681037" y="749300"/>
                  </a:cubicBezTo>
                  <a:cubicBezTo>
                    <a:pt x="681037" y="749300"/>
                    <a:pt x="681037" y="749300"/>
                    <a:pt x="749300" y="681037"/>
                  </a:cubicBezTo>
                  <a:close/>
                  <a:moveTo>
                    <a:pt x="790575" y="625475"/>
                  </a:moveTo>
                  <a:cubicBezTo>
                    <a:pt x="776949" y="639101"/>
                    <a:pt x="763323" y="666353"/>
                    <a:pt x="749697" y="679979"/>
                  </a:cubicBezTo>
                  <a:cubicBezTo>
                    <a:pt x="749697" y="679979"/>
                    <a:pt x="749697" y="679979"/>
                    <a:pt x="681567" y="748110"/>
                  </a:cubicBezTo>
                  <a:cubicBezTo>
                    <a:pt x="667940" y="761736"/>
                    <a:pt x="640688" y="775362"/>
                    <a:pt x="627062" y="788988"/>
                  </a:cubicBezTo>
                  <a:lnTo>
                    <a:pt x="790575" y="625475"/>
                  </a:lnTo>
                  <a:close/>
                  <a:moveTo>
                    <a:pt x="832296" y="502791"/>
                  </a:moveTo>
                  <a:lnTo>
                    <a:pt x="830934" y="517769"/>
                  </a:lnTo>
                  <a:lnTo>
                    <a:pt x="830025" y="518678"/>
                  </a:lnTo>
                  <a:lnTo>
                    <a:pt x="820065" y="566815"/>
                  </a:lnTo>
                  <a:cubicBezTo>
                    <a:pt x="813266" y="585511"/>
                    <a:pt x="803068" y="605907"/>
                    <a:pt x="789471" y="626304"/>
                  </a:cubicBezTo>
                  <a:cubicBezTo>
                    <a:pt x="789471" y="626304"/>
                    <a:pt x="789471" y="626304"/>
                    <a:pt x="626303" y="789471"/>
                  </a:cubicBezTo>
                  <a:cubicBezTo>
                    <a:pt x="605907" y="803069"/>
                    <a:pt x="585511" y="813267"/>
                    <a:pt x="566815" y="820065"/>
                  </a:cubicBezTo>
                  <a:lnTo>
                    <a:pt x="518678" y="830024"/>
                  </a:lnTo>
                  <a:lnTo>
                    <a:pt x="517769" y="830934"/>
                  </a:lnTo>
                  <a:lnTo>
                    <a:pt x="502791" y="832296"/>
                  </a:lnTo>
                  <a:lnTo>
                    <a:pt x="509205" y="825881"/>
                  </a:lnTo>
                  <a:cubicBezTo>
                    <a:pt x="537208" y="797878"/>
                    <a:pt x="607216" y="727871"/>
                    <a:pt x="782235" y="552852"/>
                  </a:cubicBezTo>
                  <a:lnTo>
                    <a:pt x="832296" y="502791"/>
                  </a:lnTo>
                  <a:close/>
                  <a:moveTo>
                    <a:pt x="708464" y="107950"/>
                  </a:moveTo>
                  <a:cubicBezTo>
                    <a:pt x="722076" y="121596"/>
                    <a:pt x="735688" y="135241"/>
                    <a:pt x="749300" y="148887"/>
                  </a:cubicBezTo>
                  <a:cubicBezTo>
                    <a:pt x="749300" y="148887"/>
                    <a:pt x="749300" y="148887"/>
                    <a:pt x="554678" y="343992"/>
                  </a:cubicBezTo>
                  <a:lnTo>
                    <a:pt x="501245" y="397557"/>
                  </a:lnTo>
                  <a:lnTo>
                    <a:pt x="551752" y="346994"/>
                  </a:lnTo>
                  <a:cubicBezTo>
                    <a:pt x="609029" y="289652"/>
                    <a:pt x="674489" y="224120"/>
                    <a:pt x="749300" y="149225"/>
                  </a:cubicBezTo>
                  <a:cubicBezTo>
                    <a:pt x="749300" y="149225"/>
                    <a:pt x="749300" y="162842"/>
                    <a:pt x="749300" y="162842"/>
                  </a:cubicBezTo>
                  <a:cubicBezTo>
                    <a:pt x="749300" y="162842"/>
                    <a:pt x="749300" y="162842"/>
                    <a:pt x="435580" y="484217"/>
                  </a:cubicBezTo>
                  <a:lnTo>
                    <a:pt x="385566" y="535451"/>
                  </a:lnTo>
                  <a:lnTo>
                    <a:pt x="410537" y="509900"/>
                  </a:lnTo>
                  <a:cubicBezTo>
                    <a:pt x="492878" y="425643"/>
                    <a:pt x="602667" y="313301"/>
                    <a:pt x="749053" y="163512"/>
                  </a:cubicBezTo>
                  <a:cubicBezTo>
                    <a:pt x="755862" y="170321"/>
                    <a:pt x="762670" y="177129"/>
                    <a:pt x="767777" y="183938"/>
                  </a:cubicBezTo>
                  <a:lnTo>
                    <a:pt x="776141" y="204012"/>
                  </a:lnTo>
                  <a:lnTo>
                    <a:pt x="776952" y="203200"/>
                  </a:lnTo>
                  <a:cubicBezTo>
                    <a:pt x="790575" y="203200"/>
                    <a:pt x="790575" y="203200"/>
                    <a:pt x="790575" y="216823"/>
                  </a:cubicBezTo>
                  <a:lnTo>
                    <a:pt x="789771" y="217627"/>
                  </a:lnTo>
                  <a:lnTo>
                    <a:pt x="801577" y="237890"/>
                  </a:lnTo>
                  <a:cubicBezTo>
                    <a:pt x="803275" y="244691"/>
                    <a:pt x="803275" y="251492"/>
                    <a:pt x="803275" y="258293"/>
                  </a:cubicBezTo>
                  <a:cubicBezTo>
                    <a:pt x="803275" y="258293"/>
                    <a:pt x="803275" y="258293"/>
                    <a:pt x="574010" y="493565"/>
                  </a:cubicBezTo>
                  <a:lnTo>
                    <a:pt x="525857" y="542980"/>
                  </a:lnTo>
                  <a:lnTo>
                    <a:pt x="551179" y="517099"/>
                  </a:lnTo>
                  <a:cubicBezTo>
                    <a:pt x="618660" y="448127"/>
                    <a:pt x="701714" y="363239"/>
                    <a:pt x="803933" y="258762"/>
                  </a:cubicBezTo>
                  <a:cubicBezTo>
                    <a:pt x="817562" y="258762"/>
                    <a:pt x="817562" y="258762"/>
                    <a:pt x="817562" y="272352"/>
                  </a:cubicBezTo>
                  <a:lnTo>
                    <a:pt x="817090" y="272823"/>
                  </a:lnTo>
                  <a:lnTo>
                    <a:pt x="823468" y="293609"/>
                  </a:lnTo>
                  <a:cubicBezTo>
                    <a:pt x="826866" y="302128"/>
                    <a:pt x="830263" y="312350"/>
                    <a:pt x="830263" y="325979"/>
                  </a:cubicBezTo>
                  <a:cubicBezTo>
                    <a:pt x="830263" y="325979"/>
                    <a:pt x="830263" y="325979"/>
                    <a:pt x="493392" y="663809"/>
                  </a:cubicBezTo>
                  <a:lnTo>
                    <a:pt x="462952" y="694336"/>
                  </a:lnTo>
                  <a:lnTo>
                    <a:pt x="490553" y="666735"/>
                  </a:lnTo>
                  <a:cubicBezTo>
                    <a:pt x="564883" y="592404"/>
                    <a:pt x="673001" y="484287"/>
                    <a:pt x="830263" y="327025"/>
                  </a:cubicBezTo>
                  <a:cubicBezTo>
                    <a:pt x="830263" y="327025"/>
                    <a:pt x="830263" y="330425"/>
                    <a:pt x="830263" y="333825"/>
                  </a:cubicBezTo>
                  <a:lnTo>
                    <a:pt x="830263" y="340413"/>
                  </a:lnTo>
                  <a:lnTo>
                    <a:pt x="830949" y="339725"/>
                  </a:lnTo>
                  <a:cubicBezTo>
                    <a:pt x="837750" y="346547"/>
                    <a:pt x="841150" y="356780"/>
                    <a:pt x="842850" y="367013"/>
                  </a:cubicBezTo>
                  <a:lnTo>
                    <a:pt x="844515" y="393735"/>
                  </a:lnTo>
                  <a:lnTo>
                    <a:pt x="844550" y="393700"/>
                  </a:lnTo>
                  <a:lnTo>
                    <a:pt x="844550" y="394301"/>
                  </a:lnTo>
                  <a:lnTo>
                    <a:pt x="844550" y="407362"/>
                  </a:lnTo>
                  <a:cubicBezTo>
                    <a:pt x="844550" y="410777"/>
                    <a:pt x="844550" y="414193"/>
                    <a:pt x="844550" y="421024"/>
                  </a:cubicBezTo>
                  <a:cubicBezTo>
                    <a:pt x="844550" y="421024"/>
                    <a:pt x="844550" y="421024"/>
                    <a:pt x="496804" y="769999"/>
                  </a:cubicBezTo>
                  <a:lnTo>
                    <a:pt x="490458" y="776367"/>
                  </a:lnTo>
                  <a:lnTo>
                    <a:pt x="525369" y="741456"/>
                  </a:lnTo>
                  <a:cubicBezTo>
                    <a:pt x="587226" y="679599"/>
                    <a:pt x="686197" y="580628"/>
                    <a:pt x="844550" y="422275"/>
                  </a:cubicBezTo>
                  <a:cubicBezTo>
                    <a:pt x="844550" y="435897"/>
                    <a:pt x="844550" y="463140"/>
                    <a:pt x="844550" y="490384"/>
                  </a:cubicBezTo>
                  <a:lnTo>
                    <a:pt x="844014" y="490920"/>
                  </a:lnTo>
                  <a:lnTo>
                    <a:pt x="844550" y="490537"/>
                  </a:lnTo>
                  <a:lnTo>
                    <a:pt x="832296" y="502791"/>
                  </a:lnTo>
                  <a:lnTo>
                    <a:pt x="832311" y="502623"/>
                  </a:lnTo>
                  <a:lnTo>
                    <a:pt x="825874" y="509060"/>
                  </a:lnTo>
                  <a:cubicBezTo>
                    <a:pt x="797858" y="537075"/>
                    <a:pt x="727821" y="607113"/>
                    <a:pt x="552726" y="782208"/>
                  </a:cubicBezTo>
                  <a:lnTo>
                    <a:pt x="502623" y="832311"/>
                  </a:lnTo>
                  <a:lnTo>
                    <a:pt x="502791" y="832296"/>
                  </a:lnTo>
                  <a:lnTo>
                    <a:pt x="496068" y="839019"/>
                  </a:lnTo>
                  <a:cubicBezTo>
                    <a:pt x="490537" y="844550"/>
                    <a:pt x="490537" y="844550"/>
                    <a:pt x="490537" y="844550"/>
                  </a:cubicBezTo>
                  <a:lnTo>
                    <a:pt x="490919" y="844015"/>
                  </a:lnTo>
                  <a:lnTo>
                    <a:pt x="490384" y="844550"/>
                  </a:lnTo>
                  <a:cubicBezTo>
                    <a:pt x="476762" y="844550"/>
                    <a:pt x="463140" y="844550"/>
                    <a:pt x="451221" y="844550"/>
                  </a:cubicBezTo>
                  <a:lnTo>
                    <a:pt x="422515" y="844550"/>
                  </a:lnTo>
                  <a:lnTo>
                    <a:pt x="422275" y="844550"/>
                  </a:lnTo>
                  <a:lnTo>
                    <a:pt x="408901" y="844550"/>
                  </a:lnTo>
                  <a:lnTo>
                    <a:pt x="395716" y="844550"/>
                  </a:lnTo>
                  <a:lnTo>
                    <a:pt x="395287" y="844550"/>
                  </a:lnTo>
                  <a:lnTo>
                    <a:pt x="395312" y="844525"/>
                  </a:lnTo>
                  <a:lnTo>
                    <a:pt x="368514" y="842845"/>
                  </a:lnTo>
                  <a:cubicBezTo>
                    <a:pt x="358313" y="841139"/>
                    <a:pt x="348112" y="837728"/>
                    <a:pt x="341312" y="830906"/>
                  </a:cubicBezTo>
                  <a:cubicBezTo>
                    <a:pt x="341312" y="830906"/>
                    <a:pt x="341312" y="830906"/>
                    <a:pt x="744761" y="426185"/>
                  </a:cubicBezTo>
                  <a:lnTo>
                    <a:pt x="762764" y="408125"/>
                  </a:lnTo>
                  <a:lnTo>
                    <a:pt x="710723" y="460166"/>
                  </a:lnTo>
                  <a:cubicBezTo>
                    <a:pt x="638999" y="531890"/>
                    <a:pt x="524240" y="646649"/>
                    <a:pt x="340626" y="830263"/>
                  </a:cubicBezTo>
                  <a:cubicBezTo>
                    <a:pt x="340626" y="830263"/>
                    <a:pt x="327025" y="830263"/>
                    <a:pt x="327025" y="830263"/>
                  </a:cubicBezTo>
                  <a:lnTo>
                    <a:pt x="327093" y="830195"/>
                  </a:lnTo>
                  <a:lnTo>
                    <a:pt x="295134" y="823447"/>
                  </a:lnTo>
                  <a:cubicBezTo>
                    <a:pt x="286640" y="820040"/>
                    <a:pt x="279845" y="816633"/>
                    <a:pt x="273050" y="816633"/>
                  </a:cubicBezTo>
                  <a:cubicBezTo>
                    <a:pt x="273050" y="816633"/>
                    <a:pt x="273050" y="816633"/>
                    <a:pt x="502390" y="586639"/>
                  </a:cubicBezTo>
                  <a:lnTo>
                    <a:pt x="504150" y="584874"/>
                  </a:lnTo>
                  <a:lnTo>
                    <a:pt x="452340" y="636537"/>
                  </a:lnTo>
                  <a:cubicBezTo>
                    <a:pt x="400166" y="688564"/>
                    <a:pt x="340538" y="748022"/>
                    <a:pt x="272391" y="815975"/>
                  </a:cubicBezTo>
                  <a:cubicBezTo>
                    <a:pt x="265577" y="815975"/>
                    <a:pt x="262169" y="815975"/>
                    <a:pt x="260465" y="815975"/>
                  </a:cubicBezTo>
                  <a:lnTo>
                    <a:pt x="259833" y="815975"/>
                  </a:lnTo>
                  <a:lnTo>
                    <a:pt x="258762" y="815975"/>
                  </a:lnTo>
                  <a:lnTo>
                    <a:pt x="259185" y="815543"/>
                  </a:lnTo>
                  <a:lnTo>
                    <a:pt x="239454" y="802373"/>
                  </a:lnTo>
                  <a:cubicBezTo>
                    <a:pt x="232661" y="798973"/>
                    <a:pt x="225868" y="795572"/>
                    <a:pt x="219075" y="788771"/>
                  </a:cubicBezTo>
                  <a:cubicBezTo>
                    <a:pt x="219075" y="788771"/>
                    <a:pt x="219075" y="788771"/>
                    <a:pt x="525139" y="482347"/>
                  </a:cubicBezTo>
                  <a:lnTo>
                    <a:pt x="600624" y="406774"/>
                  </a:lnTo>
                  <a:lnTo>
                    <a:pt x="549193" y="458205"/>
                  </a:lnTo>
                  <a:cubicBezTo>
                    <a:pt x="468732" y="538666"/>
                    <a:pt x="361451" y="645947"/>
                    <a:pt x="218410" y="788988"/>
                  </a:cubicBezTo>
                  <a:cubicBezTo>
                    <a:pt x="211598" y="788988"/>
                    <a:pt x="208193" y="788988"/>
                    <a:pt x="206490" y="787285"/>
                  </a:cubicBezTo>
                  <a:lnTo>
                    <a:pt x="204849" y="775801"/>
                  </a:lnTo>
                  <a:lnTo>
                    <a:pt x="204363" y="776287"/>
                  </a:lnTo>
                  <a:cubicBezTo>
                    <a:pt x="190746" y="776287"/>
                    <a:pt x="177129" y="762670"/>
                    <a:pt x="163512" y="762670"/>
                  </a:cubicBezTo>
                  <a:lnTo>
                    <a:pt x="164323" y="761840"/>
                  </a:lnTo>
                  <a:lnTo>
                    <a:pt x="157613" y="750085"/>
                  </a:lnTo>
                  <a:lnTo>
                    <a:pt x="151193" y="748478"/>
                  </a:lnTo>
                  <a:lnTo>
                    <a:pt x="150373" y="749300"/>
                  </a:lnTo>
                  <a:cubicBezTo>
                    <a:pt x="136761" y="735654"/>
                    <a:pt x="123149" y="722009"/>
                    <a:pt x="109537" y="708363"/>
                  </a:cubicBezTo>
                  <a:cubicBezTo>
                    <a:pt x="109537" y="708363"/>
                    <a:pt x="109537" y="708363"/>
                    <a:pt x="708464" y="107950"/>
                  </a:cubicBezTo>
                  <a:close/>
                  <a:moveTo>
                    <a:pt x="627486" y="53975"/>
                  </a:moveTo>
                  <a:cubicBezTo>
                    <a:pt x="641103" y="53975"/>
                    <a:pt x="654720" y="67592"/>
                    <a:pt x="668337" y="67592"/>
                  </a:cubicBezTo>
                  <a:lnTo>
                    <a:pt x="667451" y="68478"/>
                  </a:lnTo>
                  <a:lnTo>
                    <a:pt x="669122" y="80177"/>
                  </a:lnTo>
                  <a:lnTo>
                    <a:pt x="680056" y="81739"/>
                  </a:lnTo>
                  <a:lnTo>
                    <a:pt x="680831" y="80962"/>
                  </a:lnTo>
                  <a:cubicBezTo>
                    <a:pt x="680831" y="87778"/>
                    <a:pt x="684230" y="91186"/>
                    <a:pt x="689329" y="94594"/>
                  </a:cubicBezTo>
                  <a:lnTo>
                    <a:pt x="707866" y="108109"/>
                  </a:lnTo>
                  <a:lnTo>
                    <a:pt x="708025" y="108225"/>
                  </a:lnTo>
                  <a:cubicBezTo>
                    <a:pt x="708025" y="108225"/>
                    <a:pt x="708025" y="108225"/>
                    <a:pt x="109744" y="708025"/>
                  </a:cubicBezTo>
                  <a:lnTo>
                    <a:pt x="109657" y="707905"/>
                  </a:lnTo>
                  <a:lnTo>
                    <a:pt x="96147" y="689281"/>
                  </a:lnTo>
                  <a:cubicBezTo>
                    <a:pt x="92748" y="684170"/>
                    <a:pt x="89349" y="680762"/>
                    <a:pt x="82550" y="680762"/>
                  </a:cubicBezTo>
                  <a:cubicBezTo>
                    <a:pt x="82550" y="680762"/>
                    <a:pt x="82550" y="680762"/>
                    <a:pt x="228614" y="534326"/>
                  </a:cubicBezTo>
                  <a:lnTo>
                    <a:pt x="238304" y="524612"/>
                  </a:lnTo>
                  <a:lnTo>
                    <a:pt x="187346" y="575570"/>
                  </a:lnTo>
                  <a:cubicBezTo>
                    <a:pt x="154433" y="608483"/>
                    <a:pt x="119326" y="643590"/>
                    <a:pt x="81879" y="681037"/>
                  </a:cubicBezTo>
                  <a:cubicBezTo>
                    <a:pt x="81879" y="667420"/>
                    <a:pt x="81879" y="667420"/>
                    <a:pt x="68262" y="667420"/>
                  </a:cubicBezTo>
                  <a:lnTo>
                    <a:pt x="69117" y="666565"/>
                  </a:lnTo>
                  <a:lnTo>
                    <a:pt x="62370" y="646324"/>
                  </a:lnTo>
                  <a:cubicBezTo>
                    <a:pt x="58966" y="639516"/>
                    <a:pt x="55562" y="632707"/>
                    <a:pt x="55562" y="625898"/>
                  </a:cubicBezTo>
                  <a:cubicBezTo>
                    <a:pt x="55562" y="625898"/>
                    <a:pt x="55562" y="625898"/>
                    <a:pt x="627486" y="53975"/>
                  </a:cubicBezTo>
                  <a:close/>
                  <a:moveTo>
                    <a:pt x="558367" y="26987"/>
                  </a:moveTo>
                  <a:cubicBezTo>
                    <a:pt x="565168" y="26987"/>
                    <a:pt x="575369" y="26987"/>
                    <a:pt x="585571" y="28690"/>
                  </a:cubicBezTo>
                  <a:lnTo>
                    <a:pt x="612595" y="40531"/>
                  </a:lnTo>
                  <a:lnTo>
                    <a:pt x="613440" y="39687"/>
                  </a:lnTo>
                  <a:cubicBezTo>
                    <a:pt x="613440" y="39687"/>
                    <a:pt x="627063" y="39687"/>
                    <a:pt x="627063" y="53310"/>
                  </a:cubicBezTo>
                  <a:cubicBezTo>
                    <a:pt x="627063" y="53310"/>
                    <a:pt x="627063" y="53310"/>
                    <a:pt x="54898" y="625475"/>
                  </a:cubicBezTo>
                  <a:cubicBezTo>
                    <a:pt x="48086" y="625475"/>
                    <a:pt x="44681" y="622069"/>
                    <a:pt x="42978" y="618663"/>
                  </a:cubicBezTo>
                  <a:lnTo>
                    <a:pt x="41503" y="612763"/>
                  </a:lnTo>
                  <a:lnTo>
                    <a:pt x="41491" y="612775"/>
                  </a:lnTo>
                  <a:cubicBezTo>
                    <a:pt x="27889" y="599152"/>
                    <a:pt x="27889" y="571906"/>
                    <a:pt x="14287" y="558283"/>
                  </a:cubicBezTo>
                  <a:cubicBezTo>
                    <a:pt x="14287" y="558283"/>
                    <a:pt x="14287" y="558283"/>
                    <a:pt x="558367" y="26987"/>
                  </a:cubicBezTo>
                  <a:close/>
                  <a:moveTo>
                    <a:pt x="476912" y="0"/>
                  </a:moveTo>
                  <a:cubicBezTo>
                    <a:pt x="483725" y="0"/>
                    <a:pt x="487131" y="0"/>
                    <a:pt x="488834" y="0"/>
                  </a:cubicBezTo>
                  <a:lnTo>
                    <a:pt x="490061" y="0"/>
                  </a:lnTo>
                  <a:lnTo>
                    <a:pt x="490538" y="0"/>
                  </a:lnTo>
                  <a:lnTo>
                    <a:pt x="490455" y="83"/>
                  </a:lnTo>
                  <a:lnTo>
                    <a:pt x="522392" y="6806"/>
                  </a:lnTo>
                  <a:lnTo>
                    <a:pt x="544330" y="13556"/>
                  </a:lnTo>
                  <a:lnTo>
                    <a:pt x="545187" y="12700"/>
                  </a:lnTo>
                  <a:cubicBezTo>
                    <a:pt x="545187" y="12700"/>
                    <a:pt x="558800" y="12700"/>
                    <a:pt x="558800" y="26313"/>
                  </a:cubicBezTo>
                  <a:cubicBezTo>
                    <a:pt x="558800" y="26313"/>
                    <a:pt x="558800" y="26313"/>
                    <a:pt x="14287" y="557213"/>
                  </a:cubicBezTo>
                  <a:cubicBezTo>
                    <a:pt x="14287" y="557213"/>
                    <a:pt x="14287" y="553810"/>
                    <a:pt x="14287" y="550406"/>
                  </a:cubicBezTo>
                  <a:lnTo>
                    <a:pt x="14287" y="543839"/>
                  </a:lnTo>
                  <a:lnTo>
                    <a:pt x="13613" y="544513"/>
                  </a:lnTo>
                  <a:cubicBezTo>
                    <a:pt x="13613" y="537706"/>
                    <a:pt x="10210" y="530900"/>
                    <a:pt x="6806" y="522392"/>
                  </a:cubicBezTo>
                  <a:lnTo>
                    <a:pt x="83" y="490455"/>
                  </a:lnTo>
                  <a:lnTo>
                    <a:pt x="0" y="490538"/>
                  </a:lnTo>
                  <a:lnTo>
                    <a:pt x="0" y="490062"/>
                  </a:lnTo>
                  <a:lnTo>
                    <a:pt x="0" y="488835"/>
                  </a:lnTo>
                  <a:cubicBezTo>
                    <a:pt x="0" y="487131"/>
                    <a:pt x="0" y="483725"/>
                    <a:pt x="0" y="476912"/>
                  </a:cubicBezTo>
                  <a:cubicBezTo>
                    <a:pt x="0" y="476912"/>
                    <a:pt x="0" y="476912"/>
                    <a:pt x="476912" y="0"/>
                  </a:cubicBezTo>
                  <a:close/>
                  <a:moveTo>
                    <a:pt x="395031" y="0"/>
                  </a:moveTo>
                  <a:lnTo>
                    <a:pt x="395288" y="0"/>
                  </a:lnTo>
                  <a:lnTo>
                    <a:pt x="408653" y="0"/>
                  </a:lnTo>
                  <a:lnTo>
                    <a:pt x="421821" y="0"/>
                  </a:lnTo>
                  <a:lnTo>
                    <a:pt x="422275" y="0"/>
                  </a:lnTo>
                  <a:lnTo>
                    <a:pt x="449035" y="0"/>
                  </a:lnTo>
                  <a:cubicBezTo>
                    <a:pt x="459241" y="0"/>
                    <a:pt x="469446" y="0"/>
                    <a:pt x="476250" y="0"/>
                  </a:cubicBezTo>
                  <a:cubicBezTo>
                    <a:pt x="476250" y="0"/>
                    <a:pt x="476250" y="0"/>
                    <a:pt x="0" y="476250"/>
                  </a:cubicBezTo>
                  <a:cubicBezTo>
                    <a:pt x="0" y="469446"/>
                    <a:pt x="0" y="459241"/>
                    <a:pt x="0" y="449036"/>
                  </a:cubicBezTo>
                  <a:lnTo>
                    <a:pt x="0" y="422275"/>
                  </a:lnTo>
                  <a:lnTo>
                    <a:pt x="0" y="421821"/>
                  </a:lnTo>
                  <a:lnTo>
                    <a:pt x="0" y="408653"/>
                  </a:lnTo>
                  <a:cubicBezTo>
                    <a:pt x="0" y="405248"/>
                    <a:pt x="0" y="401842"/>
                    <a:pt x="0" y="395031"/>
                  </a:cubicBezTo>
                  <a:cubicBezTo>
                    <a:pt x="0" y="395031"/>
                    <a:pt x="0" y="395031"/>
                    <a:pt x="325496" y="69535"/>
                  </a:cubicBezTo>
                  <a:lnTo>
                    <a:pt x="331442" y="63589"/>
                  </a:lnTo>
                  <a:lnTo>
                    <a:pt x="298782" y="96118"/>
                  </a:lnTo>
                  <a:cubicBezTo>
                    <a:pt x="240878" y="153789"/>
                    <a:pt x="148233" y="246062"/>
                    <a:pt x="0" y="393700"/>
                  </a:cubicBezTo>
                  <a:cubicBezTo>
                    <a:pt x="0" y="366548"/>
                    <a:pt x="0" y="339396"/>
                    <a:pt x="13630" y="312245"/>
                  </a:cubicBezTo>
                  <a:lnTo>
                    <a:pt x="14287" y="311591"/>
                  </a:lnTo>
                  <a:lnTo>
                    <a:pt x="14287" y="299100"/>
                  </a:lnTo>
                  <a:lnTo>
                    <a:pt x="14287" y="285750"/>
                  </a:lnTo>
                  <a:lnTo>
                    <a:pt x="14287" y="285462"/>
                  </a:lnTo>
                  <a:lnTo>
                    <a:pt x="14551" y="285198"/>
                  </a:lnTo>
                  <a:lnTo>
                    <a:pt x="56703" y="197009"/>
                  </a:lnTo>
                  <a:cubicBezTo>
                    <a:pt x="110147" y="112534"/>
                    <a:pt x="194131" y="43418"/>
                    <a:pt x="285750" y="12700"/>
                  </a:cubicBezTo>
                  <a:cubicBezTo>
                    <a:pt x="285750" y="12700"/>
                    <a:pt x="285750" y="12700"/>
                    <a:pt x="103891" y="195622"/>
                  </a:cubicBezTo>
                  <a:lnTo>
                    <a:pt x="63585" y="236164"/>
                  </a:lnTo>
                  <a:lnTo>
                    <a:pt x="80879" y="218869"/>
                  </a:lnTo>
                  <a:cubicBezTo>
                    <a:pt x="120834" y="178914"/>
                    <a:pt x="184763" y="114986"/>
                    <a:pt x="287049" y="12700"/>
                  </a:cubicBezTo>
                  <a:cubicBezTo>
                    <a:pt x="300687" y="12700"/>
                    <a:pt x="300687" y="12700"/>
                    <a:pt x="314325" y="12700"/>
                  </a:cubicBezTo>
                  <a:cubicBezTo>
                    <a:pt x="314325" y="12700"/>
                    <a:pt x="314325" y="12700"/>
                    <a:pt x="309637" y="17388"/>
                  </a:cubicBezTo>
                  <a:lnTo>
                    <a:pt x="299755" y="27269"/>
                  </a:lnTo>
                  <a:lnTo>
                    <a:pt x="313504" y="13576"/>
                  </a:lnTo>
                  <a:cubicBezTo>
                    <a:pt x="327135" y="6788"/>
                    <a:pt x="340765" y="3394"/>
                    <a:pt x="354396" y="1697"/>
                  </a:cubicBezTo>
                  <a:lnTo>
                    <a:pt x="395020" y="11"/>
                  </a:lnTo>
                  <a:lnTo>
                    <a:pt x="395031" y="0"/>
                  </a:ln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2200" b="1">
                  <a:solidFill>
                    <a:srgbClr val="F83003"/>
                  </a:solidFill>
                  <a:ea typeface="仿宋_GB2312" pitchFamily="49" charset="-122"/>
                </a:rPr>
                <a:t>1</a:t>
              </a:r>
              <a:endParaRPr lang="zh-CN" altLang="en-US" sz="2200" b="1">
                <a:solidFill>
                  <a:srgbClr val="F83003"/>
                </a:solidFill>
                <a:ea typeface="仿宋_GB2312" pitchFamily="49" charset="-122"/>
              </a:endParaRPr>
            </a:p>
          </p:txBody>
        </p:sp>
        <p:sp>
          <p:nvSpPr>
            <p:cNvPr id="84001" name="Oval 151">
              <a:extLst>
                <a:ext uri="{FF2B5EF4-FFF2-40B4-BE49-F238E27FC236}">
                  <a16:creationId xmlns:a16="http://schemas.microsoft.com/office/drawing/2014/main" id="{2AAF4BA3-32EF-8149-B4A4-53EA9C25F3F1}"/>
                </a:ext>
              </a:extLst>
            </p:cNvPr>
            <p:cNvSpPr>
              <a:spLocks noChangeArrowheads="1"/>
            </p:cNvSpPr>
            <p:nvPr/>
          </p:nvSpPr>
          <p:spPr bwMode="auto">
            <a:xfrm>
              <a:off x="8787533" y="4913940"/>
              <a:ext cx="994293" cy="993775"/>
            </a:xfrm>
            <a:prstGeom prst="ellipse">
              <a:avLst/>
            </a:prstGeom>
            <a:solidFill>
              <a:srgbClr val="4C606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en-US" sz="2200">
                <a:ea typeface="仿宋_GB2312" pitchFamily="49" charset="-122"/>
              </a:endParaRPr>
            </a:p>
          </p:txBody>
        </p:sp>
        <p:sp>
          <p:nvSpPr>
            <p:cNvPr id="84002" name="任意多边形 26">
              <a:extLst>
                <a:ext uri="{FF2B5EF4-FFF2-40B4-BE49-F238E27FC236}">
                  <a16:creationId xmlns:a16="http://schemas.microsoft.com/office/drawing/2014/main" id="{DB5AFB38-36C3-304B-B729-C4B274D23548}"/>
                </a:ext>
              </a:extLst>
            </p:cNvPr>
            <p:cNvSpPr>
              <a:spLocks/>
            </p:cNvSpPr>
            <p:nvPr/>
          </p:nvSpPr>
          <p:spPr bwMode="auto">
            <a:xfrm>
              <a:off x="8870126" y="4982202"/>
              <a:ext cx="843402" cy="844551"/>
            </a:xfrm>
            <a:custGeom>
              <a:avLst/>
              <a:gdLst>
                <a:gd name="T0" fmla="*/ 0 w 842963"/>
                <a:gd name="T1" fmla="*/ 0 h 844551"/>
                <a:gd name="T2" fmla="*/ 842963 w 842963"/>
                <a:gd name="T3" fmla="*/ 844551 h 844551"/>
              </a:gdLst>
              <a:ahLst/>
              <a:cxnLst/>
              <a:rect l="T0" t="T1" r="T2" b="T3"/>
              <a:pathLst>
                <a:path w="842963" h="844551">
                  <a:moveTo>
                    <a:pt x="842963" y="490538"/>
                  </a:moveTo>
                  <a:cubicBezTo>
                    <a:pt x="829347" y="504154"/>
                    <a:pt x="829347" y="504154"/>
                    <a:pt x="829347" y="517770"/>
                  </a:cubicBezTo>
                  <a:cubicBezTo>
                    <a:pt x="829347" y="517770"/>
                    <a:pt x="829347" y="517770"/>
                    <a:pt x="752891" y="594226"/>
                  </a:cubicBezTo>
                  <a:lnTo>
                    <a:pt x="697562" y="649556"/>
                  </a:lnTo>
                  <a:lnTo>
                    <a:pt x="726510" y="620753"/>
                  </a:lnTo>
                  <a:cubicBezTo>
                    <a:pt x="756592" y="590823"/>
                    <a:pt x="790972" y="556617"/>
                    <a:pt x="830262" y="517525"/>
                  </a:cubicBezTo>
                  <a:cubicBezTo>
                    <a:pt x="830262" y="558317"/>
                    <a:pt x="816596" y="585511"/>
                    <a:pt x="789263" y="626304"/>
                  </a:cubicBezTo>
                  <a:lnTo>
                    <a:pt x="787348" y="628210"/>
                  </a:lnTo>
                  <a:lnTo>
                    <a:pt x="768549" y="659540"/>
                  </a:lnTo>
                  <a:cubicBezTo>
                    <a:pt x="761736" y="669760"/>
                    <a:pt x="754923" y="679979"/>
                    <a:pt x="748110" y="693606"/>
                  </a:cubicBezTo>
                  <a:cubicBezTo>
                    <a:pt x="748110" y="693606"/>
                    <a:pt x="748110" y="693606"/>
                    <a:pt x="747046" y="694457"/>
                  </a:cubicBezTo>
                  <a:lnTo>
                    <a:pt x="746539" y="694863"/>
                  </a:lnTo>
                  <a:lnTo>
                    <a:pt x="718701" y="721520"/>
                  </a:lnTo>
                  <a:cubicBezTo>
                    <a:pt x="706755" y="731938"/>
                    <a:pt x="693103" y="742356"/>
                    <a:pt x="679450" y="749301"/>
                  </a:cubicBezTo>
                  <a:cubicBezTo>
                    <a:pt x="679450" y="749301"/>
                    <a:pt x="679450" y="749301"/>
                    <a:pt x="708249" y="725861"/>
                  </a:cubicBezTo>
                  <a:lnTo>
                    <a:pt x="734448" y="704535"/>
                  </a:lnTo>
                  <a:lnTo>
                    <a:pt x="719368" y="716600"/>
                  </a:lnTo>
                  <a:cubicBezTo>
                    <a:pt x="709787" y="724265"/>
                    <a:pt x="697012" y="734484"/>
                    <a:pt x="679980" y="748110"/>
                  </a:cubicBezTo>
                  <a:cubicBezTo>
                    <a:pt x="669760" y="758330"/>
                    <a:pt x="651876" y="776214"/>
                    <a:pt x="637824" y="784517"/>
                  </a:cubicBezTo>
                  <a:lnTo>
                    <a:pt x="625912" y="788830"/>
                  </a:lnTo>
                  <a:lnTo>
                    <a:pt x="625267" y="789471"/>
                  </a:lnTo>
                  <a:cubicBezTo>
                    <a:pt x="604768" y="803069"/>
                    <a:pt x="584268" y="813267"/>
                    <a:pt x="565477" y="820065"/>
                  </a:cubicBezTo>
                  <a:lnTo>
                    <a:pt x="517091" y="830026"/>
                  </a:lnTo>
                  <a:lnTo>
                    <a:pt x="516182" y="830935"/>
                  </a:lnTo>
                  <a:cubicBezTo>
                    <a:pt x="502566" y="844551"/>
                    <a:pt x="488950" y="844551"/>
                    <a:pt x="488950" y="844551"/>
                  </a:cubicBezTo>
                  <a:cubicBezTo>
                    <a:pt x="488950" y="844551"/>
                    <a:pt x="488950" y="844551"/>
                    <a:pt x="842963" y="490538"/>
                  </a:cubicBezTo>
                  <a:close/>
                  <a:moveTo>
                    <a:pt x="830262" y="327025"/>
                  </a:moveTo>
                  <a:cubicBezTo>
                    <a:pt x="830262" y="327025"/>
                    <a:pt x="830262" y="340644"/>
                    <a:pt x="830262" y="340644"/>
                  </a:cubicBezTo>
                  <a:lnTo>
                    <a:pt x="829917" y="340998"/>
                  </a:lnTo>
                  <a:lnTo>
                    <a:pt x="841263" y="367013"/>
                  </a:lnTo>
                  <a:cubicBezTo>
                    <a:pt x="842963" y="377246"/>
                    <a:pt x="842963" y="387479"/>
                    <a:pt x="842963" y="394300"/>
                  </a:cubicBezTo>
                  <a:cubicBezTo>
                    <a:pt x="842963" y="394300"/>
                    <a:pt x="842963" y="394300"/>
                    <a:pt x="542279" y="695933"/>
                  </a:cubicBezTo>
                  <a:lnTo>
                    <a:pt x="529844" y="708407"/>
                  </a:lnTo>
                  <a:lnTo>
                    <a:pt x="539688" y="698563"/>
                  </a:lnTo>
                  <a:cubicBezTo>
                    <a:pt x="606047" y="632204"/>
                    <a:pt x="702569" y="535682"/>
                    <a:pt x="842963" y="395288"/>
                  </a:cubicBezTo>
                  <a:cubicBezTo>
                    <a:pt x="842963" y="408902"/>
                    <a:pt x="842963" y="408902"/>
                    <a:pt x="842963" y="422516"/>
                  </a:cubicBezTo>
                  <a:lnTo>
                    <a:pt x="842962" y="422517"/>
                  </a:lnTo>
                  <a:lnTo>
                    <a:pt x="842962" y="456329"/>
                  </a:lnTo>
                  <a:cubicBezTo>
                    <a:pt x="842962" y="466546"/>
                    <a:pt x="842962" y="476762"/>
                    <a:pt x="842962" y="490384"/>
                  </a:cubicBezTo>
                  <a:cubicBezTo>
                    <a:pt x="842962" y="490384"/>
                    <a:pt x="842962" y="490384"/>
                    <a:pt x="488796" y="844550"/>
                  </a:cubicBezTo>
                  <a:cubicBezTo>
                    <a:pt x="475174" y="844550"/>
                    <a:pt x="461552" y="844550"/>
                    <a:pt x="449633" y="844550"/>
                  </a:cubicBezTo>
                  <a:lnTo>
                    <a:pt x="420929" y="844550"/>
                  </a:lnTo>
                  <a:lnTo>
                    <a:pt x="420928" y="844551"/>
                  </a:lnTo>
                  <a:cubicBezTo>
                    <a:pt x="407314" y="844551"/>
                    <a:pt x="407314" y="844551"/>
                    <a:pt x="393700" y="844551"/>
                  </a:cubicBezTo>
                  <a:lnTo>
                    <a:pt x="393701" y="844550"/>
                  </a:lnTo>
                  <a:lnTo>
                    <a:pt x="366927" y="844550"/>
                  </a:lnTo>
                  <a:cubicBezTo>
                    <a:pt x="356726" y="844550"/>
                    <a:pt x="346525" y="844550"/>
                    <a:pt x="339725" y="844550"/>
                  </a:cubicBezTo>
                  <a:cubicBezTo>
                    <a:pt x="339725" y="844550"/>
                    <a:pt x="339725" y="844550"/>
                    <a:pt x="459265" y="721302"/>
                  </a:cubicBezTo>
                  <a:lnTo>
                    <a:pt x="468967" y="711299"/>
                  </a:lnTo>
                  <a:lnTo>
                    <a:pt x="425541" y="755850"/>
                  </a:lnTo>
                  <a:cubicBezTo>
                    <a:pt x="398560" y="783530"/>
                    <a:pt x="369780" y="813056"/>
                    <a:pt x="339081" y="844550"/>
                  </a:cubicBezTo>
                  <a:cubicBezTo>
                    <a:pt x="325437" y="844550"/>
                    <a:pt x="325437" y="830931"/>
                    <a:pt x="325437" y="830931"/>
                  </a:cubicBezTo>
                  <a:cubicBezTo>
                    <a:pt x="325437" y="830931"/>
                    <a:pt x="325437" y="830931"/>
                    <a:pt x="830262" y="327025"/>
                  </a:cubicBezTo>
                  <a:close/>
                  <a:moveTo>
                    <a:pt x="789652" y="217488"/>
                  </a:moveTo>
                  <a:cubicBezTo>
                    <a:pt x="789652" y="231126"/>
                    <a:pt x="803275" y="244764"/>
                    <a:pt x="803275" y="258402"/>
                  </a:cubicBezTo>
                  <a:lnTo>
                    <a:pt x="802717" y="258975"/>
                  </a:lnTo>
                  <a:lnTo>
                    <a:pt x="814272" y="265578"/>
                  </a:lnTo>
                  <a:lnTo>
                    <a:pt x="815921" y="272175"/>
                  </a:lnTo>
                  <a:lnTo>
                    <a:pt x="816633" y="271463"/>
                  </a:lnTo>
                  <a:cubicBezTo>
                    <a:pt x="816633" y="285092"/>
                    <a:pt x="830262" y="312351"/>
                    <a:pt x="830262" y="325980"/>
                  </a:cubicBezTo>
                  <a:cubicBezTo>
                    <a:pt x="830262" y="325980"/>
                    <a:pt x="830262" y="325980"/>
                    <a:pt x="325979" y="830263"/>
                  </a:cubicBezTo>
                  <a:cubicBezTo>
                    <a:pt x="312350" y="830263"/>
                    <a:pt x="302128" y="830263"/>
                    <a:pt x="293609" y="828560"/>
                  </a:cubicBezTo>
                  <a:lnTo>
                    <a:pt x="271638" y="816729"/>
                  </a:lnTo>
                  <a:lnTo>
                    <a:pt x="270804" y="817563"/>
                  </a:lnTo>
                  <a:cubicBezTo>
                    <a:pt x="263990" y="817563"/>
                    <a:pt x="260582" y="817563"/>
                    <a:pt x="258878" y="817563"/>
                  </a:cubicBezTo>
                  <a:lnTo>
                    <a:pt x="258356" y="817563"/>
                  </a:lnTo>
                  <a:lnTo>
                    <a:pt x="257175" y="817563"/>
                  </a:lnTo>
                  <a:lnTo>
                    <a:pt x="257640" y="817086"/>
                  </a:lnTo>
                  <a:lnTo>
                    <a:pt x="237921" y="803925"/>
                  </a:lnTo>
                  <a:cubicBezTo>
                    <a:pt x="231110" y="800516"/>
                    <a:pt x="224298" y="797106"/>
                    <a:pt x="217487" y="790287"/>
                  </a:cubicBezTo>
                  <a:cubicBezTo>
                    <a:pt x="217487" y="790287"/>
                    <a:pt x="217487" y="790287"/>
                    <a:pt x="789652" y="217488"/>
                  </a:cubicBezTo>
                  <a:close/>
                  <a:moveTo>
                    <a:pt x="706877" y="122238"/>
                  </a:moveTo>
                  <a:cubicBezTo>
                    <a:pt x="713683" y="122238"/>
                    <a:pt x="720489" y="125646"/>
                    <a:pt x="727295" y="130758"/>
                  </a:cubicBezTo>
                  <a:lnTo>
                    <a:pt x="747569" y="149369"/>
                  </a:lnTo>
                  <a:lnTo>
                    <a:pt x="747713" y="149225"/>
                  </a:lnTo>
                  <a:lnTo>
                    <a:pt x="747713" y="149501"/>
                  </a:lnTo>
                  <a:lnTo>
                    <a:pt x="747713" y="156033"/>
                  </a:lnTo>
                  <a:cubicBezTo>
                    <a:pt x="747713" y="159438"/>
                    <a:pt x="747713" y="162842"/>
                    <a:pt x="747713" y="162842"/>
                  </a:cubicBezTo>
                  <a:cubicBezTo>
                    <a:pt x="747713" y="162842"/>
                    <a:pt x="747713" y="162842"/>
                    <a:pt x="604918" y="309121"/>
                  </a:cubicBezTo>
                  <a:lnTo>
                    <a:pt x="589553" y="324861"/>
                  </a:lnTo>
                  <a:lnTo>
                    <a:pt x="644396" y="268825"/>
                  </a:lnTo>
                  <a:cubicBezTo>
                    <a:pt x="676560" y="235961"/>
                    <a:pt x="710869" y="200905"/>
                    <a:pt x="747466" y="163513"/>
                  </a:cubicBezTo>
                  <a:cubicBezTo>
                    <a:pt x="754274" y="170312"/>
                    <a:pt x="761083" y="177110"/>
                    <a:pt x="766190" y="183909"/>
                  </a:cubicBezTo>
                  <a:lnTo>
                    <a:pt x="774576" y="204008"/>
                  </a:lnTo>
                  <a:lnTo>
                    <a:pt x="775365" y="203200"/>
                  </a:lnTo>
                  <a:cubicBezTo>
                    <a:pt x="788988" y="203200"/>
                    <a:pt x="788988" y="203200"/>
                    <a:pt x="788988" y="216823"/>
                  </a:cubicBezTo>
                  <a:cubicBezTo>
                    <a:pt x="788988" y="216823"/>
                    <a:pt x="788988" y="216823"/>
                    <a:pt x="216823" y="788988"/>
                  </a:cubicBezTo>
                  <a:cubicBezTo>
                    <a:pt x="203200" y="788988"/>
                    <a:pt x="203200" y="788988"/>
                    <a:pt x="203200" y="788988"/>
                  </a:cubicBezTo>
                  <a:cubicBezTo>
                    <a:pt x="203200" y="788988"/>
                    <a:pt x="203200" y="788988"/>
                    <a:pt x="444582" y="541858"/>
                  </a:cubicBezTo>
                  <a:lnTo>
                    <a:pt x="491877" y="493437"/>
                  </a:lnTo>
                  <a:lnTo>
                    <a:pt x="467933" y="517915"/>
                  </a:lnTo>
                  <a:cubicBezTo>
                    <a:pt x="397141" y="590287"/>
                    <a:pt x="310012" y="679360"/>
                    <a:pt x="202776" y="788988"/>
                  </a:cubicBezTo>
                  <a:cubicBezTo>
                    <a:pt x="189159" y="775391"/>
                    <a:pt x="175542" y="761794"/>
                    <a:pt x="161925" y="761794"/>
                  </a:cubicBezTo>
                  <a:lnTo>
                    <a:pt x="162269" y="761442"/>
                  </a:lnTo>
                  <a:lnTo>
                    <a:pt x="156026" y="755192"/>
                  </a:lnTo>
                  <a:lnTo>
                    <a:pt x="149464" y="748622"/>
                  </a:lnTo>
                  <a:lnTo>
                    <a:pt x="148786" y="749301"/>
                  </a:lnTo>
                  <a:cubicBezTo>
                    <a:pt x="135174" y="735669"/>
                    <a:pt x="121562" y="722038"/>
                    <a:pt x="107950" y="722038"/>
                  </a:cubicBezTo>
                  <a:cubicBezTo>
                    <a:pt x="107950" y="722038"/>
                    <a:pt x="107950" y="722038"/>
                    <a:pt x="706877" y="122238"/>
                  </a:cubicBezTo>
                  <a:close/>
                  <a:moveTo>
                    <a:pt x="625855" y="53975"/>
                  </a:moveTo>
                  <a:cubicBezTo>
                    <a:pt x="632671" y="53975"/>
                    <a:pt x="639487" y="57379"/>
                    <a:pt x="646302" y="62485"/>
                  </a:cubicBezTo>
                  <a:lnTo>
                    <a:pt x="666481" y="80963"/>
                  </a:lnTo>
                  <a:lnTo>
                    <a:pt x="667535" y="80963"/>
                  </a:lnTo>
                  <a:lnTo>
                    <a:pt x="679243" y="80963"/>
                  </a:lnTo>
                  <a:lnTo>
                    <a:pt x="679450" y="80963"/>
                  </a:lnTo>
                  <a:lnTo>
                    <a:pt x="679323" y="81091"/>
                  </a:lnTo>
                  <a:lnTo>
                    <a:pt x="687741" y="94595"/>
                  </a:lnTo>
                  <a:lnTo>
                    <a:pt x="706278" y="108110"/>
                  </a:lnTo>
                  <a:lnTo>
                    <a:pt x="706438" y="107950"/>
                  </a:lnTo>
                  <a:cubicBezTo>
                    <a:pt x="706438" y="107950"/>
                    <a:pt x="706438" y="107950"/>
                    <a:pt x="706438" y="121567"/>
                  </a:cubicBezTo>
                  <a:cubicBezTo>
                    <a:pt x="706438" y="121567"/>
                    <a:pt x="706438" y="121567"/>
                    <a:pt x="107950" y="720725"/>
                  </a:cubicBezTo>
                  <a:cubicBezTo>
                    <a:pt x="107950" y="713917"/>
                    <a:pt x="107950" y="710513"/>
                    <a:pt x="107950" y="708810"/>
                  </a:cubicBezTo>
                  <a:lnTo>
                    <a:pt x="107950" y="707819"/>
                  </a:lnTo>
                  <a:lnTo>
                    <a:pt x="89460" y="689283"/>
                  </a:lnTo>
                  <a:cubicBezTo>
                    <a:pt x="84361" y="684171"/>
                    <a:pt x="80962" y="680763"/>
                    <a:pt x="80962" y="680763"/>
                  </a:cubicBezTo>
                  <a:cubicBezTo>
                    <a:pt x="80962" y="680763"/>
                    <a:pt x="80962" y="680763"/>
                    <a:pt x="401866" y="359044"/>
                  </a:cubicBezTo>
                  <a:lnTo>
                    <a:pt x="473163" y="287565"/>
                  </a:lnTo>
                  <a:lnTo>
                    <a:pt x="426680" y="334119"/>
                  </a:lnTo>
                  <a:cubicBezTo>
                    <a:pt x="342423" y="418505"/>
                    <a:pt x="230081" y="531019"/>
                    <a:pt x="80292" y="681038"/>
                  </a:cubicBezTo>
                  <a:cubicBezTo>
                    <a:pt x="80292" y="681038"/>
                    <a:pt x="66675" y="667400"/>
                    <a:pt x="66675" y="667400"/>
                  </a:cubicBezTo>
                  <a:cubicBezTo>
                    <a:pt x="66675" y="667400"/>
                    <a:pt x="66675" y="667400"/>
                    <a:pt x="212954" y="524227"/>
                  </a:cubicBezTo>
                  <a:lnTo>
                    <a:pt x="216608" y="520649"/>
                  </a:lnTo>
                  <a:lnTo>
                    <a:pt x="172530" y="563680"/>
                  </a:lnTo>
                  <a:cubicBezTo>
                    <a:pt x="139582" y="595844"/>
                    <a:pt x="104438" y="630154"/>
                    <a:pt x="66950" y="666750"/>
                  </a:cubicBezTo>
                  <a:cubicBezTo>
                    <a:pt x="66950" y="653133"/>
                    <a:pt x="53319" y="639516"/>
                    <a:pt x="39687" y="625899"/>
                  </a:cubicBezTo>
                  <a:cubicBezTo>
                    <a:pt x="39687" y="625899"/>
                    <a:pt x="39687" y="625899"/>
                    <a:pt x="625855" y="53975"/>
                  </a:cubicBezTo>
                  <a:close/>
                  <a:moveTo>
                    <a:pt x="556780" y="26988"/>
                  </a:moveTo>
                  <a:cubicBezTo>
                    <a:pt x="563581" y="26988"/>
                    <a:pt x="573782" y="30394"/>
                    <a:pt x="583984" y="33799"/>
                  </a:cubicBezTo>
                  <a:lnTo>
                    <a:pt x="610981" y="40559"/>
                  </a:lnTo>
                  <a:lnTo>
                    <a:pt x="611852" y="39688"/>
                  </a:lnTo>
                  <a:cubicBezTo>
                    <a:pt x="611852" y="39688"/>
                    <a:pt x="611852" y="53311"/>
                    <a:pt x="625475" y="53311"/>
                  </a:cubicBezTo>
                  <a:cubicBezTo>
                    <a:pt x="625475" y="53311"/>
                    <a:pt x="625475" y="53311"/>
                    <a:pt x="39687" y="625476"/>
                  </a:cubicBezTo>
                  <a:cubicBezTo>
                    <a:pt x="39687" y="625476"/>
                    <a:pt x="39687" y="622070"/>
                    <a:pt x="39687" y="618664"/>
                  </a:cubicBezTo>
                  <a:lnTo>
                    <a:pt x="39687" y="612423"/>
                  </a:lnTo>
                  <a:lnTo>
                    <a:pt x="26302" y="590638"/>
                  </a:lnTo>
                  <a:cubicBezTo>
                    <a:pt x="22901" y="582124"/>
                    <a:pt x="19501" y="571907"/>
                    <a:pt x="12700" y="558284"/>
                  </a:cubicBezTo>
                  <a:cubicBezTo>
                    <a:pt x="12700" y="558284"/>
                    <a:pt x="12700" y="558284"/>
                    <a:pt x="556780" y="26988"/>
                  </a:cubicBezTo>
                  <a:close/>
                  <a:moveTo>
                    <a:pt x="285462" y="12700"/>
                  </a:moveTo>
                  <a:lnTo>
                    <a:pt x="285750" y="12700"/>
                  </a:lnTo>
                  <a:lnTo>
                    <a:pt x="299100" y="12700"/>
                  </a:lnTo>
                  <a:cubicBezTo>
                    <a:pt x="302509" y="12700"/>
                    <a:pt x="305919" y="12700"/>
                    <a:pt x="312738" y="12700"/>
                  </a:cubicBezTo>
                  <a:cubicBezTo>
                    <a:pt x="312738" y="12700"/>
                    <a:pt x="312738" y="12700"/>
                    <a:pt x="12700" y="312738"/>
                  </a:cubicBezTo>
                  <a:cubicBezTo>
                    <a:pt x="12700" y="312738"/>
                    <a:pt x="12700" y="309328"/>
                    <a:pt x="12700" y="304214"/>
                  </a:cubicBezTo>
                  <a:lnTo>
                    <a:pt x="12700" y="285750"/>
                  </a:lnTo>
                  <a:lnTo>
                    <a:pt x="12700" y="285462"/>
                  </a:lnTo>
                  <a:lnTo>
                    <a:pt x="12978" y="285184"/>
                  </a:lnTo>
                  <a:lnTo>
                    <a:pt x="55364" y="198928"/>
                  </a:lnTo>
                  <a:cubicBezTo>
                    <a:pt x="91202" y="144745"/>
                    <a:pt x="140692" y="98241"/>
                    <a:pt x="197009" y="61123"/>
                  </a:cubicBezTo>
                  <a:lnTo>
                    <a:pt x="285116" y="13046"/>
                  </a:lnTo>
                  <a:lnTo>
                    <a:pt x="285462" y="12700"/>
                  </a:lnTo>
                  <a:close/>
                  <a:moveTo>
                    <a:pt x="490061" y="0"/>
                  </a:moveTo>
                  <a:cubicBezTo>
                    <a:pt x="503674" y="6806"/>
                    <a:pt x="513884" y="10210"/>
                    <a:pt x="522392" y="11911"/>
                  </a:cubicBezTo>
                  <a:lnTo>
                    <a:pt x="542817" y="13482"/>
                  </a:lnTo>
                  <a:lnTo>
                    <a:pt x="543600" y="12700"/>
                  </a:lnTo>
                  <a:cubicBezTo>
                    <a:pt x="543600" y="12700"/>
                    <a:pt x="557213" y="26313"/>
                    <a:pt x="557213" y="26313"/>
                  </a:cubicBezTo>
                  <a:cubicBezTo>
                    <a:pt x="557213" y="26313"/>
                    <a:pt x="557213" y="26313"/>
                    <a:pt x="12700" y="557213"/>
                  </a:cubicBezTo>
                  <a:cubicBezTo>
                    <a:pt x="12700" y="557213"/>
                    <a:pt x="12700" y="557213"/>
                    <a:pt x="12700" y="543600"/>
                  </a:cubicBezTo>
                  <a:lnTo>
                    <a:pt x="13156" y="543143"/>
                  </a:lnTo>
                  <a:lnTo>
                    <a:pt x="6806" y="524094"/>
                  </a:lnTo>
                  <a:cubicBezTo>
                    <a:pt x="3403" y="517287"/>
                    <a:pt x="0" y="510481"/>
                    <a:pt x="0" y="503674"/>
                  </a:cubicBezTo>
                  <a:cubicBezTo>
                    <a:pt x="0" y="503674"/>
                    <a:pt x="0" y="503674"/>
                    <a:pt x="490061" y="0"/>
                  </a:cubicBezTo>
                  <a:close/>
                  <a:moveTo>
                    <a:pt x="393547" y="0"/>
                  </a:moveTo>
                  <a:lnTo>
                    <a:pt x="393700" y="0"/>
                  </a:lnTo>
                  <a:lnTo>
                    <a:pt x="407117" y="0"/>
                  </a:lnTo>
                  <a:cubicBezTo>
                    <a:pt x="410510" y="0"/>
                    <a:pt x="413903" y="0"/>
                    <a:pt x="420688" y="0"/>
                  </a:cubicBezTo>
                  <a:cubicBezTo>
                    <a:pt x="420688" y="0"/>
                    <a:pt x="420688" y="0"/>
                    <a:pt x="138860" y="282891"/>
                  </a:cubicBezTo>
                  <a:lnTo>
                    <a:pt x="120214" y="301607"/>
                  </a:lnTo>
                  <a:lnTo>
                    <a:pt x="177956" y="243865"/>
                  </a:lnTo>
                  <a:cubicBezTo>
                    <a:pt x="237274" y="184547"/>
                    <a:pt x="316366" y="105455"/>
                    <a:pt x="421821" y="0"/>
                  </a:cubicBezTo>
                  <a:cubicBezTo>
                    <a:pt x="428625" y="0"/>
                    <a:pt x="438830" y="0"/>
                    <a:pt x="449036" y="0"/>
                  </a:cubicBezTo>
                  <a:lnTo>
                    <a:pt x="475368" y="0"/>
                  </a:lnTo>
                  <a:lnTo>
                    <a:pt x="476250" y="0"/>
                  </a:lnTo>
                  <a:lnTo>
                    <a:pt x="482159" y="0"/>
                  </a:lnTo>
                  <a:cubicBezTo>
                    <a:pt x="485554" y="0"/>
                    <a:pt x="488950" y="0"/>
                    <a:pt x="488950" y="0"/>
                  </a:cubicBezTo>
                  <a:cubicBezTo>
                    <a:pt x="488950" y="0"/>
                    <a:pt x="488950" y="0"/>
                    <a:pt x="0" y="503238"/>
                  </a:cubicBezTo>
                  <a:cubicBezTo>
                    <a:pt x="0" y="496437"/>
                    <a:pt x="0" y="493037"/>
                    <a:pt x="0" y="489637"/>
                  </a:cubicBezTo>
                  <a:lnTo>
                    <a:pt x="0" y="476250"/>
                  </a:lnTo>
                  <a:lnTo>
                    <a:pt x="0" y="476036"/>
                  </a:lnTo>
                  <a:lnTo>
                    <a:pt x="0" y="449035"/>
                  </a:lnTo>
                  <a:lnTo>
                    <a:pt x="0" y="422275"/>
                  </a:lnTo>
                  <a:lnTo>
                    <a:pt x="0" y="421821"/>
                  </a:lnTo>
                  <a:lnTo>
                    <a:pt x="0" y="408653"/>
                  </a:lnTo>
                  <a:lnTo>
                    <a:pt x="0" y="395288"/>
                  </a:lnTo>
                  <a:lnTo>
                    <a:pt x="0" y="395031"/>
                  </a:lnTo>
                  <a:lnTo>
                    <a:pt x="11" y="395020"/>
                  </a:lnTo>
                  <a:lnTo>
                    <a:pt x="1697" y="354396"/>
                  </a:lnTo>
                  <a:cubicBezTo>
                    <a:pt x="3394" y="340765"/>
                    <a:pt x="6788" y="327135"/>
                    <a:pt x="13576" y="313504"/>
                  </a:cubicBezTo>
                  <a:cubicBezTo>
                    <a:pt x="13576" y="313504"/>
                    <a:pt x="13576" y="313504"/>
                    <a:pt x="312245" y="13630"/>
                  </a:cubicBezTo>
                  <a:cubicBezTo>
                    <a:pt x="325821" y="6815"/>
                    <a:pt x="339396" y="3407"/>
                    <a:pt x="352972" y="1704"/>
                  </a:cubicBezTo>
                  <a:lnTo>
                    <a:pt x="393540" y="6"/>
                  </a:lnTo>
                  <a:lnTo>
                    <a:pt x="393547" y="0"/>
                  </a:ln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2200" b="1">
                  <a:solidFill>
                    <a:srgbClr val="4C6062"/>
                  </a:solidFill>
                  <a:ea typeface="仿宋_GB2312" pitchFamily="49" charset="-122"/>
                </a:rPr>
                <a:t>6</a:t>
              </a:r>
              <a:endParaRPr lang="zh-CN" altLang="en-US" sz="2200" b="1">
                <a:solidFill>
                  <a:srgbClr val="4C6062"/>
                </a:solidFill>
                <a:ea typeface="仿宋_GB2312" pitchFamily="49" charset="-122"/>
              </a:endParaRPr>
            </a:p>
          </p:txBody>
        </p:sp>
        <p:sp>
          <p:nvSpPr>
            <p:cNvPr id="84003" name="Oval 181">
              <a:extLst>
                <a:ext uri="{FF2B5EF4-FFF2-40B4-BE49-F238E27FC236}">
                  <a16:creationId xmlns:a16="http://schemas.microsoft.com/office/drawing/2014/main" id="{1530B3D0-41BF-6948-82E3-9348E8C164E5}"/>
                </a:ext>
              </a:extLst>
            </p:cNvPr>
            <p:cNvSpPr>
              <a:spLocks noChangeArrowheads="1"/>
            </p:cNvSpPr>
            <p:nvPr/>
          </p:nvSpPr>
          <p:spPr bwMode="auto">
            <a:xfrm>
              <a:off x="7289740" y="5417177"/>
              <a:ext cx="708394" cy="708025"/>
            </a:xfrm>
            <a:prstGeom prst="ellipse">
              <a:avLst/>
            </a:prstGeom>
            <a:solidFill>
              <a:srgbClr val="F83003"/>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en-US" sz="2200">
                <a:ea typeface="仿宋_GB2312" pitchFamily="49" charset="-122"/>
              </a:endParaRPr>
            </a:p>
          </p:txBody>
        </p:sp>
        <p:sp>
          <p:nvSpPr>
            <p:cNvPr id="84004" name="任意多边形 28">
              <a:extLst>
                <a:ext uri="{FF2B5EF4-FFF2-40B4-BE49-F238E27FC236}">
                  <a16:creationId xmlns:a16="http://schemas.microsoft.com/office/drawing/2014/main" id="{D6E9A2A1-4447-8F4F-BE1F-23604CDCE6A1}"/>
                </a:ext>
              </a:extLst>
            </p:cNvPr>
            <p:cNvSpPr>
              <a:spLocks/>
            </p:cNvSpPr>
            <p:nvPr/>
          </p:nvSpPr>
          <p:spPr bwMode="auto">
            <a:xfrm>
              <a:off x="7343742" y="5472739"/>
              <a:ext cx="598800" cy="585788"/>
            </a:xfrm>
            <a:custGeom>
              <a:avLst/>
              <a:gdLst>
                <a:gd name="T0" fmla="*/ 0 w 598488"/>
                <a:gd name="T1" fmla="*/ 0 h 585788"/>
                <a:gd name="T2" fmla="*/ 598488 w 598488"/>
                <a:gd name="T3" fmla="*/ 585788 h 585788"/>
              </a:gdLst>
              <a:ahLst/>
              <a:cxnLst/>
              <a:rect l="T0" t="T1" r="T2" b="T3"/>
              <a:pathLst>
                <a:path w="598488" h="585788">
                  <a:moveTo>
                    <a:pt x="585788" y="312737"/>
                  </a:moveTo>
                  <a:cubicBezTo>
                    <a:pt x="585788" y="319563"/>
                    <a:pt x="585788" y="322976"/>
                    <a:pt x="585788" y="326389"/>
                  </a:cubicBezTo>
                  <a:lnTo>
                    <a:pt x="585788" y="339725"/>
                  </a:lnTo>
                  <a:lnTo>
                    <a:pt x="585788" y="340042"/>
                  </a:lnTo>
                  <a:lnTo>
                    <a:pt x="585727" y="340103"/>
                  </a:lnTo>
                  <a:lnTo>
                    <a:pt x="577244" y="392697"/>
                  </a:lnTo>
                  <a:lnTo>
                    <a:pt x="558520" y="435252"/>
                  </a:lnTo>
                  <a:lnTo>
                    <a:pt x="558800" y="434975"/>
                  </a:lnTo>
                  <a:cubicBezTo>
                    <a:pt x="545042" y="462139"/>
                    <a:pt x="527844" y="485908"/>
                    <a:pt x="507207" y="506281"/>
                  </a:cubicBezTo>
                  <a:lnTo>
                    <a:pt x="440657" y="553207"/>
                  </a:lnTo>
                  <a:lnTo>
                    <a:pt x="435416" y="558448"/>
                  </a:lnTo>
                  <a:cubicBezTo>
                    <a:pt x="421746" y="565283"/>
                    <a:pt x="408076" y="572118"/>
                    <a:pt x="392697" y="577244"/>
                  </a:cubicBezTo>
                  <a:lnTo>
                    <a:pt x="340819" y="585612"/>
                  </a:lnTo>
                  <a:lnTo>
                    <a:pt x="340644" y="585787"/>
                  </a:lnTo>
                  <a:lnTo>
                    <a:pt x="339731" y="585787"/>
                  </a:lnTo>
                  <a:lnTo>
                    <a:pt x="339725" y="585788"/>
                  </a:lnTo>
                  <a:lnTo>
                    <a:pt x="339726" y="585787"/>
                  </a:lnTo>
                  <a:lnTo>
                    <a:pt x="333834" y="585787"/>
                  </a:lnTo>
                  <a:cubicBezTo>
                    <a:pt x="330430" y="585787"/>
                    <a:pt x="327025" y="585787"/>
                    <a:pt x="327025" y="585787"/>
                  </a:cubicBezTo>
                  <a:cubicBezTo>
                    <a:pt x="327025" y="585787"/>
                    <a:pt x="327025" y="585787"/>
                    <a:pt x="585788" y="312737"/>
                  </a:cubicBezTo>
                  <a:close/>
                  <a:moveTo>
                    <a:pt x="572158" y="190500"/>
                  </a:moveTo>
                  <a:cubicBezTo>
                    <a:pt x="572158" y="197315"/>
                    <a:pt x="575565" y="204130"/>
                    <a:pt x="578973" y="210946"/>
                  </a:cubicBezTo>
                  <a:lnTo>
                    <a:pt x="585487" y="230489"/>
                  </a:lnTo>
                  <a:lnTo>
                    <a:pt x="585788" y="230187"/>
                  </a:lnTo>
                  <a:lnTo>
                    <a:pt x="585788" y="231392"/>
                  </a:lnTo>
                  <a:lnTo>
                    <a:pt x="585788" y="237025"/>
                  </a:lnTo>
                  <a:cubicBezTo>
                    <a:pt x="585788" y="240445"/>
                    <a:pt x="585788" y="243864"/>
                    <a:pt x="585788" y="243864"/>
                  </a:cubicBezTo>
                  <a:cubicBezTo>
                    <a:pt x="585788" y="243864"/>
                    <a:pt x="585788" y="243864"/>
                    <a:pt x="585150" y="244532"/>
                  </a:cubicBezTo>
                  <a:lnTo>
                    <a:pt x="584962" y="244728"/>
                  </a:lnTo>
                  <a:lnTo>
                    <a:pt x="591694" y="271780"/>
                  </a:lnTo>
                  <a:cubicBezTo>
                    <a:pt x="595091" y="282019"/>
                    <a:pt x="598488" y="292259"/>
                    <a:pt x="598488" y="299085"/>
                  </a:cubicBezTo>
                  <a:cubicBezTo>
                    <a:pt x="598488" y="299085"/>
                    <a:pt x="598488" y="312737"/>
                    <a:pt x="584899" y="312737"/>
                  </a:cubicBezTo>
                  <a:cubicBezTo>
                    <a:pt x="584899" y="312737"/>
                    <a:pt x="584899" y="312737"/>
                    <a:pt x="326708" y="585788"/>
                  </a:cubicBezTo>
                  <a:cubicBezTo>
                    <a:pt x="313119" y="585788"/>
                    <a:pt x="313119" y="585788"/>
                    <a:pt x="299530" y="585788"/>
                  </a:cubicBezTo>
                  <a:cubicBezTo>
                    <a:pt x="285941" y="585788"/>
                    <a:pt x="272352" y="585788"/>
                    <a:pt x="258763" y="585788"/>
                  </a:cubicBezTo>
                  <a:lnTo>
                    <a:pt x="258764" y="585787"/>
                  </a:lnTo>
                  <a:lnTo>
                    <a:pt x="245391" y="585787"/>
                  </a:lnTo>
                  <a:cubicBezTo>
                    <a:pt x="241987" y="585787"/>
                    <a:pt x="238583" y="585787"/>
                    <a:pt x="231775" y="585787"/>
                  </a:cubicBezTo>
                  <a:cubicBezTo>
                    <a:pt x="231775" y="585787"/>
                    <a:pt x="231775" y="585787"/>
                    <a:pt x="276026" y="541337"/>
                  </a:cubicBezTo>
                  <a:lnTo>
                    <a:pt x="316987" y="500193"/>
                  </a:lnTo>
                  <a:lnTo>
                    <a:pt x="293774" y="523406"/>
                  </a:lnTo>
                  <a:cubicBezTo>
                    <a:pt x="274307" y="542873"/>
                    <a:pt x="253542" y="563639"/>
                    <a:pt x="231392" y="585788"/>
                  </a:cubicBezTo>
                  <a:cubicBezTo>
                    <a:pt x="217761" y="572158"/>
                    <a:pt x="204130" y="572158"/>
                    <a:pt x="190500" y="572158"/>
                  </a:cubicBezTo>
                  <a:cubicBezTo>
                    <a:pt x="190500" y="572158"/>
                    <a:pt x="190500" y="572158"/>
                    <a:pt x="572158" y="190500"/>
                  </a:cubicBezTo>
                  <a:close/>
                  <a:moveTo>
                    <a:pt x="530891" y="122237"/>
                  </a:moveTo>
                  <a:cubicBezTo>
                    <a:pt x="530891" y="122237"/>
                    <a:pt x="534297" y="122237"/>
                    <a:pt x="537702" y="123937"/>
                  </a:cubicBezTo>
                  <a:lnTo>
                    <a:pt x="544111" y="135134"/>
                  </a:lnTo>
                  <a:lnTo>
                    <a:pt x="544314" y="134937"/>
                  </a:lnTo>
                  <a:cubicBezTo>
                    <a:pt x="544314" y="134937"/>
                    <a:pt x="557907" y="148559"/>
                    <a:pt x="571500" y="162180"/>
                  </a:cubicBezTo>
                  <a:cubicBezTo>
                    <a:pt x="571500" y="162180"/>
                    <a:pt x="571500" y="162180"/>
                    <a:pt x="307419" y="426820"/>
                  </a:cubicBezTo>
                  <a:lnTo>
                    <a:pt x="268319" y="466004"/>
                  </a:lnTo>
                  <a:lnTo>
                    <a:pt x="272719" y="461614"/>
                  </a:lnTo>
                  <a:cubicBezTo>
                    <a:pt x="330622" y="403842"/>
                    <a:pt x="423268" y="311407"/>
                    <a:pt x="571501" y="163512"/>
                  </a:cubicBezTo>
                  <a:cubicBezTo>
                    <a:pt x="571501" y="177111"/>
                    <a:pt x="571501" y="177111"/>
                    <a:pt x="571501" y="190711"/>
                  </a:cubicBezTo>
                  <a:cubicBezTo>
                    <a:pt x="571501" y="190711"/>
                    <a:pt x="571501" y="190711"/>
                    <a:pt x="189843" y="571500"/>
                  </a:cubicBezTo>
                  <a:cubicBezTo>
                    <a:pt x="189843" y="557901"/>
                    <a:pt x="176213" y="557901"/>
                    <a:pt x="176213" y="557901"/>
                  </a:cubicBezTo>
                  <a:cubicBezTo>
                    <a:pt x="176213" y="557901"/>
                    <a:pt x="176213" y="557901"/>
                    <a:pt x="176985" y="557130"/>
                  </a:cubicBezTo>
                  <a:lnTo>
                    <a:pt x="177021" y="557094"/>
                  </a:lnTo>
                  <a:lnTo>
                    <a:pt x="156914" y="548699"/>
                  </a:lnTo>
                  <a:cubicBezTo>
                    <a:pt x="150118" y="543590"/>
                    <a:pt x="143321" y="536780"/>
                    <a:pt x="136525" y="529969"/>
                  </a:cubicBezTo>
                  <a:cubicBezTo>
                    <a:pt x="136525" y="529969"/>
                    <a:pt x="136525" y="529969"/>
                    <a:pt x="236083" y="433525"/>
                  </a:cubicBezTo>
                  <a:lnTo>
                    <a:pt x="242911" y="426910"/>
                  </a:lnTo>
                  <a:lnTo>
                    <a:pt x="207793" y="460803"/>
                  </a:lnTo>
                  <a:cubicBezTo>
                    <a:pt x="185345" y="482467"/>
                    <a:pt x="161401" y="505576"/>
                    <a:pt x="135860" y="530225"/>
                  </a:cubicBezTo>
                  <a:cubicBezTo>
                    <a:pt x="135860" y="530225"/>
                    <a:pt x="122238" y="530225"/>
                    <a:pt x="122238" y="530225"/>
                  </a:cubicBezTo>
                  <a:cubicBezTo>
                    <a:pt x="122238" y="530225"/>
                    <a:pt x="122238" y="530225"/>
                    <a:pt x="530891" y="122237"/>
                  </a:cubicBezTo>
                  <a:close/>
                  <a:moveTo>
                    <a:pt x="502998" y="80962"/>
                  </a:moveTo>
                  <a:cubicBezTo>
                    <a:pt x="516612" y="94576"/>
                    <a:pt x="516612" y="108190"/>
                    <a:pt x="530226" y="121804"/>
                  </a:cubicBezTo>
                  <a:cubicBezTo>
                    <a:pt x="530226" y="121804"/>
                    <a:pt x="530226" y="121804"/>
                    <a:pt x="121805" y="530225"/>
                  </a:cubicBezTo>
                  <a:cubicBezTo>
                    <a:pt x="108191" y="516611"/>
                    <a:pt x="94577" y="502997"/>
                    <a:pt x="80963" y="489383"/>
                  </a:cubicBezTo>
                  <a:cubicBezTo>
                    <a:pt x="80963" y="489383"/>
                    <a:pt x="80963" y="489383"/>
                    <a:pt x="502998" y="80962"/>
                  </a:cubicBezTo>
                  <a:close/>
                  <a:moveTo>
                    <a:pt x="408397" y="12700"/>
                  </a:moveTo>
                  <a:cubicBezTo>
                    <a:pt x="422019" y="26342"/>
                    <a:pt x="435641" y="26342"/>
                    <a:pt x="449263" y="39985"/>
                  </a:cubicBezTo>
                  <a:cubicBezTo>
                    <a:pt x="449263" y="39985"/>
                    <a:pt x="449263" y="39985"/>
                    <a:pt x="230071" y="259512"/>
                  </a:cubicBezTo>
                  <a:lnTo>
                    <a:pt x="209305" y="280309"/>
                  </a:lnTo>
                  <a:lnTo>
                    <a:pt x="213675" y="275939"/>
                  </a:lnTo>
                  <a:cubicBezTo>
                    <a:pt x="271142" y="218472"/>
                    <a:pt x="347764" y="141850"/>
                    <a:pt x="449928" y="39687"/>
                  </a:cubicBezTo>
                  <a:cubicBezTo>
                    <a:pt x="449928" y="39687"/>
                    <a:pt x="463550" y="39687"/>
                    <a:pt x="463550" y="53309"/>
                  </a:cubicBezTo>
                  <a:cubicBezTo>
                    <a:pt x="463550" y="53309"/>
                    <a:pt x="463550" y="53309"/>
                    <a:pt x="363781" y="153078"/>
                  </a:cubicBezTo>
                  <a:lnTo>
                    <a:pt x="361822" y="155036"/>
                  </a:lnTo>
                  <a:lnTo>
                    <a:pt x="391209" y="125756"/>
                  </a:lnTo>
                  <a:cubicBezTo>
                    <a:pt x="413692" y="103355"/>
                    <a:pt x="437673" y="79462"/>
                    <a:pt x="463253" y="53975"/>
                  </a:cubicBezTo>
                  <a:cubicBezTo>
                    <a:pt x="470075" y="53975"/>
                    <a:pt x="473485" y="57373"/>
                    <a:pt x="476896" y="60771"/>
                  </a:cubicBezTo>
                  <a:lnTo>
                    <a:pt x="489333" y="66967"/>
                  </a:lnTo>
                  <a:lnTo>
                    <a:pt x="489616" y="66675"/>
                  </a:lnTo>
                  <a:lnTo>
                    <a:pt x="490480" y="67539"/>
                  </a:lnTo>
                  <a:lnTo>
                    <a:pt x="490538" y="67568"/>
                  </a:lnTo>
                  <a:lnTo>
                    <a:pt x="490524" y="67582"/>
                  </a:lnTo>
                  <a:lnTo>
                    <a:pt x="496427" y="73486"/>
                  </a:lnTo>
                  <a:cubicBezTo>
                    <a:pt x="499833" y="76891"/>
                    <a:pt x="503238" y="80297"/>
                    <a:pt x="503238" y="80297"/>
                  </a:cubicBezTo>
                  <a:cubicBezTo>
                    <a:pt x="503238" y="80297"/>
                    <a:pt x="503238" y="80297"/>
                    <a:pt x="155294" y="417016"/>
                  </a:cubicBezTo>
                  <a:lnTo>
                    <a:pt x="85908" y="484164"/>
                  </a:lnTo>
                  <a:lnTo>
                    <a:pt x="81260" y="488950"/>
                  </a:lnTo>
                  <a:lnTo>
                    <a:pt x="81113" y="488804"/>
                  </a:lnTo>
                  <a:lnTo>
                    <a:pt x="80963" y="488950"/>
                  </a:lnTo>
                  <a:lnTo>
                    <a:pt x="81109" y="488800"/>
                  </a:lnTo>
                  <a:lnTo>
                    <a:pt x="62501" y="470260"/>
                  </a:lnTo>
                  <a:cubicBezTo>
                    <a:pt x="57385" y="465163"/>
                    <a:pt x="53975" y="461764"/>
                    <a:pt x="53975" y="461764"/>
                  </a:cubicBezTo>
                  <a:lnTo>
                    <a:pt x="54757" y="460985"/>
                  </a:lnTo>
                  <a:lnTo>
                    <a:pt x="53194" y="450043"/>
                  </a:lnTo>
                  <a:lnTo>
                    <a:pt x="41499" y="448372"/>
                  </a:lnTo>
                  <a:lnTo>
                    <a:pt x="40610" y="449263"/>
                  </a:lnTo>
                  <a:cubicBezTo>
                    <a:pt x="40610" y="435621"/>
                    <a:pt x="26988" y="421978"/>
                    <a:pt x="26988" y="394692"/>
                  </a:cubicBezTo>
                  <a:cubicBezTo>
                    <a:pt x="26988" y="394692"/>
                    <a:pt x="26988" y="394692"/>
                    <a:pt x="408397" y="12700"/>
                  </a:cubicBezTo>
                  <a:close/>
                  <a:moveTo>
                    <a:pt x="244751" y="0"/>
                  </a:moveTo>
                  <a:cubicBezTo>
                    <a:pt x="258349" y="0"/>
                    <a:pt x="285543" y="0"/>
                    <a:pt x="299140" y="0"/>
                  </a:cubicBezTo>
                  <a:cubicBezTo>
                    <a:pt x="299140" y="0"/>
                    <a:pt x="302540" y="0"/>
                    <a:pt x="305939" y="0"/>
                  </a:cubicBezTo>
                  <a:lnTo>
                    <a:pt x="312547" y="0"/>
                  </a:lnTo>
                  <a:lnTo>
                    <a:pt x="312738" y="0"/>
                  </a:lnTo>
                  <a:lnTo>
                    <a:pt x="326136" y="0"/>
                  </a:lnTo>
                  <a:cubicBezTo>
                    <a:pt x="329533" y="0"/>
                    <a:pt x="332930" y="0"/>
                    <a:pt x="339725" y="0"/>
                  </a:cubicBezTo>
                  <a:cubicBezTo>
                    <a:pt x="339725" y="0"/>
                    <a:pt x="339725" y="0"/>
                    <a:pt x="260102" y="79840"/>
                  </a:cubicBezTo>
                  <a:lnTo>
                    <a:pt x="208293" y="131790"/>
                  </a:lnTo>
                  <a:lnTo>
                    <a:pt x="232389" y="107794"/>
                  </a:lnTo>
                  <a:cubicBezTo>
                    <a:pt x="263773" y="76540"/>
                    <a:pt x="299641" y="40821"/>
                    <a:pt x="340632" y="0"/>
                  </a:cubicBezTo>
                  <a:cubicBezTo>
                    <a:pt x="347464" y="0"/>
                    <a:pt x="354296" y="3402"/>
                    <a:pt x="362836" y="6803"/>
                  </a:cubicBezTo>
                  <a:lnTo>
                    <a:pt x="393750" y="13284"/>
                  </a:lnTo>
                  <a:lnTo>
                    <a:pt x="394357" y="12700"/>
                  </a:lnTo>
                  <a:cubicBezTo>
                    <a:pt x="394357" y="12700"/>
                    <a:pt x="394357" y="12700"/>
                    <a:pt x="407988" y="12700"/>
                  </a:cubicBezTo>
                  <a:cubicBezTo>
                    <a:pt x="407988" y="12700"/>
                    <a:pt x="407988" y="12700"/>
                    <a:pt x="26330" y="393700"/>
                  </a:cubicBezTo>
                  <a:cubicBezTo>
                    <a:pt x="26330" y="393700"/>
                    <a:pt x="26330" y="393700"/>
                    <a:pt x="24626" y="391999"/>
                  </a:cubicBezTo>
                  <a:lnTo>
                    <a:pt x="13163" y="380555"/>
                  </a:lnTo>
                  <a:lnTo>
                    <a:pt x="12700" y="381000"/>
                  </a:lnTo>
                  <a:lnTo>
                    <a:pt x="12700" y="380093"/>
                  </a:lnTo>
                  <a:lnTo>
                    <a:pt x="12700" y="358888"/>
                  </a:lnTo>
                  <a:cubicBezTo>
                    <a:pt x="12700" y="350384"/>
                    <a:pt x="12700" y="340178"/>
                    <a:pt x="12700" y="326571"/>
                  </a:cubicBezTo>
                  <a:lnTo>
                    <a:pt x="12919" y="326353"/>
                  </a:lnTo>
                  <a:lnTo>
                    <a:pt x="6794" y="320212"/>
                  </a:lnTo>
                  <a:cubicBezTo>
                    <a:pt x="3397" y="316805"/>
                    <a:pt x="0" y="313399"/>
                    <a:pt x="0" y="313399"/>
                  </a:cubicBezTo>
                  <a:cubicBezTo>
                    <a:pt x="0" y="313399"/>
                    <a:pt x="0" y="313399"/>
                    <a:pt x="209382" y="103446"/>
                  </a:cubicBezTo>
                  <a:lnTo>
                    <a:pt x="242480" y="70258"/>
                  </a:lnTo>
                  <a:lnTo>
                    <a:pt x="236386" y="76352"/>
                  </a:lnTo>
                  <a:cubicBezTo>
                    <a:pt x="190574" y="122163"/>
                    <a:pt x="117277" y="195461"/>
                    <a:pt x="0" y="312738"/>
                  </a:cubicBezTo>
                  <a:cubicBezTo>
                    <a:pt x="0" y="299140"/>
                    <a:pt x="0" y="299140"/>
                    <a:pt x="0" y="299140"/>
                  </a:cubicBezTo>
                  <a:cubicBezTo>
                    <a:pt x="0" y="271946"/>
                    <a:pt x="13597" y="258349"/>
                    <a:pt x="13597" y="244751"/>
                  </a:cubicBezTo>
                  <a:cubicBezTo>
                    <a:pt x="13597" y="244751"/>
                    <a:pt x="13597" y="244751"/>
                    <a:pt x="244751" y="0"/>
                  </a:cubicBezTo>
                  <a:close/>
                  <a:moveTo>
                    <a:pt x="244475" y="0"/>
                  </a:moveTo>
                  <a:cubicBezTo>
                    <a:pt x="244475" y="0"/>
                    <a:pt x="244475" y="0"/>
                    <a:pt x="12700" y="244475"/>
                  </a:cubicBezTo>
                  <a:cubicBezTo>
                    <a:pt x="12700" y="237684"/>
                    <a:pt x="12700" y="230893"/>
                    <a:pt x="12700" y="225800"/>
                  </a:cubicBezTo>
                  <a:lnTo>
                    <a:pt x="12700" y="217488"/>
                  </a:lnTo>
                  <a:lnTo>
                    <a:pt x="12700" y="217311"/>
                  </a:lnTo>
                  <a:lnTo>
                    <a:pt x="12838" y="217173"/>
                  </a:lnTo>
                  <a:lnTo>
                    <a:pt x="42778" y="149012"/>
                  </a:lnTo>
                  <a:cubicBezTo>
                    <a:pt x="81816" y="84376"/>
                    <a:pt x="145812" y="33179"/>
                    <a:pt x="217488" y="12700"/>
                  </a:cubicBezTo>
                  <a:cubicBezTo>
                    <a:pt x="217488" y="12700"/>
                    <a:pt x="217488" y="12700"/>
                    <a:pt x="80296" y="149892"/>
                  </a:cubicBezTo>
                  <a:lnTo>
                    <a:pt x="59197" y="170990"/>
                  </a:lnTo>
                  <a:lnTo>
                    <a:pt x="62628" y="167572"/>
                  </a:lnTo>
                  <a:cubicBezTo>
                    <a:pt x="92585" y="137729"/>
                    <a:pt x="140517" y="89980"/>
                    <a:pt x="217207" y="13582"/>
                  </a:cubicBezTo>
                  <a:cubicBezTo>
                    <a:pt x="230841" y="13582"/>
                    <a:pt x="230841" y="0"/>
                    <a:pt x="244475" y="0"/>
                  </a:cubicBez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2200" b="1">
                  <a:solidFill>
                    <a:srgbClr val="F83003"/>
                  </a:solidFill>
                  <a:ea typeface="仿宋_GB2312" pitchFamily="49" charset="-122"/>
                </a:rPr>
                <a:t>7</a:t>
              </a:r>
              <a:endParaRPr lang="zh-CN" altLang="en-US" sz="2200" b="1">
                <a:solidFill>
                  <a:srgbClr val="F83003"/>
                </a:solidFill>
                <a:ea typeface="仿宋_GB2312" pitchFamily="49" charset="-122"/>
              </a:endParaRPr>
            </a:p>
          </p:txBody>
        </p:sp>
        <p:sp>
          <p:nvSpPr>
            <p:cNvPr id="84005" name="Oval 202">
              <a:extLst>
                <a:ext uri="{FF2B5EF4-FFF2-40B4-BE49-F238E27FC236}">
                  <a16:creationId xmlns:a16="http://schemas.microsoft.com/office/drawing/2014/main" id="{9E7DB207-910F-1447-BAB0-7B844857179B}"/>
                </a:ext>
              </a:extLst>
            </p:cNvPr>
            <p:cNvSpPr>
              <a:spLocks noChangeArrowheads="1"/>
            </p:cNvSpPr>
            <p:nvPr/>
          </p:nvSpPr>
          <p:spPr bwMode="auto">
            <a:xfrm>
              <a:off x="5777653" y="4001126"/>
              <a:ext cx="708394" cy="708025"/>
            </a:xfrm>
            <a:prstGeom prst="ellipse">
              <a:avLst/>
            </a:prstGeom>
            <a:solidFill>
              <a:srgbClr val="A2B93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en-US" sz="2200">
                <a:ea typeface="仿宋_GB2312" pitchFamily="49" charset="-122"/>
              </a:endParaRPr>
            </a:p>
          </p:txBody>
        </p:sp>
        <p:sp>
          <p:nvSpPr>
            <p:cNvPr id="84006" name="任意多边形 30">
              <a:extLst>
                <a:ext uri="{FF2B5EF4-FFF2-40B4-BE49-F238E27FC236}">
                  <a16:creationId xmlns:a16="http://schemas.microsoft.com/office/drawing/2014/main" id="{9E6FFC70-069D-BF4D-A90A-C839963CB42D}"/>
                </a:ext>
              </a:extLst>
            </p:cNvPr>
            <p:cNvSpPr>
              <a:spLocks/>
            </p:cNvSpPr>
            <p:nvPr/>
          </p:nvSpPr>
          <p:spPr bwMode="auto">
            <a:xfrm>
              <a:off x="5844362" y="4069389"/>
              <a:ext cx="586093" cy="585788"/>
            </a:xfrm>
            <a:custGeom>
              <a:avLst/>
              <a:gdLst>
                <a:gd name="T0" fmla="*/ 0 w 585788"/>
                <a:gd name="T1" fmla="*/ 0 h 585788"/>
                <a:gd name="T2" fmla="*/ 585788 w 585788"/>
                <a:gd name="T3" fmla="*/ 585788 h 585788"/>
              </a:gdLst>
              <a:ahLst/>
              <a:cxnLst/>
              <a:rect l="T0" t="T1" r="T2" b="T3"/>
              <a:pathLst>
                <a:path w="585788" h="585788">
                  <a:moveTo>
                    <a:pt x="546101" y="434975"/>
                  </a:moveTo>
                  <a:cubicBezTo>
                    <a:pt x="518717" y="476052"/>
                    <a:pt x="477640" y="517129"/>
                    <a:pt x="436563" y="544513"/>
                  </a:cubicBezTo>
                  <a:cubicBezTo>
                    <a:pt x="436563" y="544513"/>
                    <a:pt x="436563" y="544513"/>
                    <a:pt x="546101" y="434975"/>
                  </a:cubicBezTo>
                  <a:close/>
                  <a:moveTo>
                    <a:pt x="573088" y="231775"/>
                  </a:moveTo>
                  <a:cubicBezTo>
                    <a:pt x="573088" y="231775"/>
                    <a:pt x="573088" y="231775"/>
                    <a:pt x="573088" y="245391"/>
                  </a:cubicBezTo>
                  <a:lnTo>
                    <a:pt x="572865" y="245622"/>
                  </a:lnTo>
                  <a:lnTo>
                    <a:pt x="584090" y="264954"/>
                  </a:lnTo>
                  <a:cubicBezTo>
                    <a:pt x="585788" y="271780"/>
                    <a:pt x="585788" y="278606"/>
                    <a:pt x="585788" y="285432"/>
                  </a:cubicBezTo>
                  <a:cubicBezTo>
                    <a:pt x="585788" y="292259"/>
                    <a:pt x="585788" y="295672"/>
                    <a:pt x="585788" y="299085"/>
                  </a:cubicBezTo>
                  <a:lnTo>
                    <a:pt x="585788" y="312737"/>
                  </a:lnTo>
                  <a:lnTo>
                    <a:pt x="584091" y="321270"/>
                  </a:lnTo>
                  <a:cubicBezTo>
                    <a:pt x="582395" y="326389"/>
                    <a:pt x="579001" y="333216"/>
                    <a:pt x="572215" y="340042"/>
                  </a:cubicBezTo>
                  <a:cubicBezTo>
                    <a:pt x="572215" y="340042"/>
                    <a:pt x="572215" y="340042"/>
                    <a:pt x="515881" y="396705"/>
                  </a:cubicBezTo>
                  <a:lnTo>
                    <a:pt x="477069" y="435744"/>
                  </a:lnTo>
                  <a:lnTo>
                    <a:pt x="573088" y="339725"/>
                  </a:lnTo>
                  <a:cubicBezTo>
                    <a:pt x="573088" y="366992"/>
                    <a:pt x="559454" y="394260"/>
                    <a:pt x="545820" y="435162"/>
                  </a:cubicBezTo>
                  <a:cubicBezTo>
                    <a:pt x="545820" y="435162"/>
                    <a:pt x="545820" y="435162"/>
                    <a:pt x="436750" y="544233"/>
                  </a:cubicBezTo>
                  <a:cubicBezTo>
                    <a:pt x="416299" y="551050"/>
                    <a:pt x="399257" y="557866"/>
                    <a:pt x="383919" y="562979"/>
                  </a:cubicBezTo>
                  <a:lnTo>
                    <a:pt x="342298" y="571303"/>
                  </a:lnTo>
                  <a:lnTo>
                    <a:pt x="341471" y="572135"/>
                  </a:lnTo>
                  <a:cubicBezTo>
                    <a:pt x="327898" y="585787"/>
                    <a:pt x="314325" y="585787"/>
                    <a:pt x="314325" y="585787"/>
                  </a:cubicBezTo>
                  <a:cubicBezTo>
                    <a:pt x="314325" y="585787"/>
                    <a:pt x="314325" y="585787"/>
                    <a:pt x="496184" y="402865"/>
                  </a:cubicBezTo>
                  <a:lnTo>
                    <a:pt x="585363" y="313165"/>
                  </a:lnTo>
                  <a:lnTo>
                    <a:pt x="581542" y="317004"/>
                  </a:lnTo>
                  <a:cubicBezTo>
                    <a:pt x="568802" y="329803"/>
                    <a:pt x="517843" y="381000"/>
                    <a:pt x="314008" y="585788"/>
                  </a:cubicBezTo>
                  <a:cubicBezTo>
                    <a:pt x="300419" y="585788"/>
                    <a:pt x="300419" y="585788"/>
                    <a:pt x="286830" y="585788"/>
                  </a:cubicBezTo>
                  <a:cubicBezTo>
                    <a:pt x="273241" y="585788"/>
                    <a:pt x="259652" y="585788"/>
                    <a:pt x="246063" y="585788"/>
                  </a:cubicBezTo>
                  <a:cubicBezTo>
                    <a:pt x="246063" y="585788"/>
                    <a:pt x="246063" y="585788"/>
                    <a:pt x="325686" y="502460"/>
                  </a:cubicBezTo>
                  <a:lnTo>
                    <a:pt x="332197" y="495645"/>
                  </a:lnTo>
                  <a:lnTo>
                    <a:pt x="303104" y="525870"/>
                  </a:lnTo>
                  <a:cubicBezTo>
                    <a:pt x="285105" y="544568"/>
                    <a:pt x="265906" y="564513"/>
                    <a:pt x="245427" y="585788"/>
                  </a:cubicBezTo>
                  <a:cubicBezTo>
                    <a:pt x="231775" y="572172"/>
                    <a:pt x="231775" y="572172"/>
                    <a:pt x="231775" y="572172"/>
                  </a:cubicBezTo>
                  <a:cubicBezTo>
                    <a:pt x="231775" y="572172"/>
                    <a:pt x="231775" y="572172"/>
                    <a:pt x="573088" y="231775"/>
                  </a:cubicBezTo>
                  <a:close/>
                  <a:moveTo>
                    <a:pt x="531614" y="122237"/>
                  </a:moveTo>
                  <a:cubicBezTo>
                    <a:pt x="545207" y="135879"/>
                    <a:pt x="545207" y="149522"/>
                    <a:pt x="558800" y="163165"/>
                  </a:cubicBezTo>
                  <a:cubicBezTo>
                    <a:pt x="558800" y="163165"/>
                    <a:pt x="558800" y="163165"/>
                    <a:pt x="509526" y="212619"/>
                  </a:cubicBezTo>
                  <a:lnTo>
                    <a:pt x="463467" y="258846"/>
                  </a:lnTo>
                  <a:lnTo>
                    <a:pt x="489220" y="233092"/>
                  </a:lnTo>
                  <a:cubicBezTo>
                    <a:pt x="510934" y="211379"/>
                    <a:pt x="534096" y="188217"/>
                    <a:pt x="558801" y="163512"/>
                  </a:cubicBezTo>
                  <a:cubicBezTo>
                    <a:pt x="558801" y="163512"/>
                    <a:pt x="558801" y="166919"/>
                    <a:pt x="558801" y="170327"/>
                  </a:cubicBezTo>
                  <a:lnTo>
                    <a:pt x="558801" y="176868"/>
                  </a:lnTo>
                  <a:lnTo>
                    <a:pt x="559458" y="176212"/>
                  </a:lnTo>
                  <a:cubicBezTo>
                    <a:pt x="573088" y="189842"/>
                    <a:pt x="573088" y="203473"/>
                    <a:pt x="573088" y="230734"/>
                  </a:cubicBezTo>
                  <a:cubicBezTo>
                    <a:pt x="573088" y="230734"/>
                    <a:pt x="573088" y="230734"/>
                    <a:pt x="232322" y="571500"/>
                  </a:cubicBezTo>
                  <a:cubicBezTo>
                    <a:pt x="218692" y="571500"/>
                    <a:pt x="208469" y="571500"/>
                    <a:pt x="199950" y="569796"/>
                  </a:cubicBezTo>
                  <a:lnTo>
                    <a:pt x="177978" y="557966"/>
                  </a:lnTo>
                  <a:lnTo>
                    <a:pt x="177143" y="558800"/>
                  </a:lnTo>
                  <a:cubicBezTo>
                    <a:pt x="177143" y="558800"/>
                    <a:pt x="173736" y="558800"/>
                    <a:pt x="170328" y="558800"/>
                  </a:cubicBezTo>
                  <a:lnTo>
                    <a:pt x="164604" y="558800"/>
                  </a:lnTo>
                  <a:lnTo>
                    <a:pt x="163513" y="558800"/>
                  </a:lnTo>
                  <a:lnTo>
                    <a:pt x="163950" y="558363"/>
                  </a:lnTo>
                  <a:lnTo>
                    <a:pt x="144214" y="545158"/>
                  </a:lnTo>
                  <a:cubicBezTo>
                    <a:pt x="137418" y="541747"/>
                    <a:pt x="130621" y="538337"/>
                    <a:pt x="123825" y="531515"/>
                  </a:cubicBezTo>
                  <a:cubicBezTo>
                    <a:pt x="123825" y="531515"/>
                    <a:pt x="123825" y="531515"/>
                    <a:pt x="531614" y="122237"/>
                  </a:cubicBezTo>
                  <a:close/>
                  <a:moveTo>
                    <a:pt x="437198" y="41275"/>
                  </a:moveTo>
                  <a:cubicBezTo>
                    <a:pt x="437198" y="41275"/>
                    <a:pt x="440611" y="41275"/>
                    <a:pt x="444024" y="41275"/>
                  </a:cubicBezTo>
                  <a:lnTo>
                    <a:pt x="450553" y="41275"/>
                  </a:lnTo>
                  <a:lnTo>
                    <a:pt x="450850" y="41275"/>
                  </a:lnTo>
                  <a:lnTo>
                    <a:pt x="450701" y="41423"/>
                  </a:lnTo>
                  <a:lnTo>
                    <a:pt x="464196" y="54868"/>
                  </a:lnTo>
                  <a:lnTo>
                    <a:pt x="477638" y="68262"/>
                  </a:lnTo>
                  <a:lnTo>
                    <a:pt x="483727" y="68262"/>
                  </a:lnTo>
                  <a:lnTo>
                    <a:pt x="490298" y="68262"/>
                  </a:lnTo>
                  <a:lnTo>
                    <a:pt x="490538" y="68262"/>
                  </a:lnTo>
                  <a:lnTo>
                    <a:pt x="490413" y="68387"/>
                  </a:lnTo>
                  <a:lnTo>
                    <a:pt x="509017" y="88683"/>
                  </a:lnTo>
                  <a:lnTo>
                    <a:pt x="517382" y="108759"/>
                  </a:lnTo>
                  <a:lnTo>
                    <a:pt x="518191" y="107950"/>
                  </a:lnTo>
                  <a:cubicBezTo>
                    <a:pt x="531813" y="107950"/>
                    <a:pt x="531813" y="121572"/>
                    <a:pt x="531813" y="121572"/>
                  </a:cubicBezTo>
                  <a:cubicBezTo>
                    <a:pt x="531813" y="121572"/>
                    <a:pt x="531813" y="121572"/>
                    <a:pt x="123160" y="530225"/>
                  </a:cubicBezTo>
                  <a:cubicBezTo>
                    <a:pt x="123160" y="530225"/>
                    <a:pt x="119754" y="530225"/>
                    <a:pt x="116349" y="528522"/>
                  </a:cubicBezTo>
                  <a:lnTo>
                    <a:pt x="109716" y="516914"/>
                  </a:lnTo>
                  <a:lnTo>
                    <a:pt x="109105" y="517525"/>
                  </a:lnTo>
                  <a:cubicBezTo>
                    <a:pt x="102298" y="517525"/>
                    <a:pt x="95491" y="514122"/>
                    <a:pt x="88684" y="509017"/>
                  </a:cubicBezTo>
                  <a:lnTo>
                    <a:pt x="68388" y="490412"/>
                  </a:lnTo>
                  <a:lnTo>
                    <a:pt x="68263" y="490537"/>
                  </a:lnTo>
                  <a:lnTo>
                    <a:pt x="68263" y="490297"/>
                  </a:lnTo>
                  <a:lnTo>
                    <a:pt x="68263" y="483726"/>
                  </a:lnTo>
                  <a:cubicBezTo>
                    <a:pt x="68263" y="480321"/>
                    <a:pt x="68263" y="476915"/>
                    <a:pt x="68263" y="476915"/>
                  </a:cubicBezTo>
                  <a:cubicBezTo>
                    <a:pt x="68263" y="476915"/>
                    <a:pt x="68263" y="476915"/>
                    <a:pt x="168032" y="377146"/>
                  </a:cubicBezTo>
                  <a:lnTo>
                    <a:pt x="169678" y="375500"/>
                  </a:lnTo>
                  <a:lnTo>
                    <a:pt x="140603" y="404469"/>
                  </a:lnTo>
                  <a:cubicBezTo>
                    <a:pt x="118121" y="426869"/>
                    <a:pt x="94140" y="450763"/>
                    <a:pt x="68560" y="476250"/>
                  </a:cubicBezTo>
                  <a:cubicBezTo>
                    <a:pt x="61739" y="469454"/>
                    <a:pt x="58328" y="466056"/>
                    <a:pt x="54917" y="462657"/>
                  </a:cubicBezTo>
                  <a:lnTo>
                    <a:pt x="41375" y="449164"/>
                  </a:lnTo>
                  <a:lnTo>
                    <a:pt x="41275" y="449263"/>
                  </a:lnTo>
                  <a:lnTo>
                    <a:pt x="41275" y="449064"/>
                  </a:lnTo>
                  <a:lnTo>
                    <a:pt x="41275" y="442463"/>
                  </a:lnTo>
                  <a:cubicBezTo>
                    <a:pt x="41275" y="439064"/>
                    <a:pt x="41275" y="435664"/>
                    <a:pt x="41275" y="435664"/>
                  </a:cubicBezTo>
                  <a:cubicBezTo>
                    <a:pt x="41275" y="435664"/>
                    <a:pt x="41275" y="435664"/>
                    <a:pt x="437198" y="41275"/>
                  </a:cubicBezTo>
                  <a:close/>
                  <a:moveTo>
                    <a:pt x="231847" y="0"/>
                  </a:moveTo>
                  <a:cubicBezTo>
                    <a:pt x="259124" y="0"/>
                    <a:pt x="272762" y="0"/>
                    <a:pt x="286400" y="0"/>
                  </a:cubicBezTo>
                  <a:cubicBezTo>
                    <a:pt x="286400" y="0"/>
                    <a:pt x="289809" y="0"/>
                    <a:pt x="293219" y="0"/>
                  </a:cubicBezTo>
                  <a:lnTo>
                    <a:pt x="299773" y="0"/>
                  </a:lnTo>
                  <a:lnTo>
                    <a:pt x="300038" y="0"/>
                  </a:lnTo>
                  <a:lnTo>
                    <a:pt x="313399" y="0"/>
                  </a:lnTo>
                  <a:cubicBezTo>
                    <a:pt x="316805" y="0"/>
                    <a:pt x="320212" y="0"/>
                    <a:pt x="327025" y="0"/>
                  </a:cubicBezTo>
                  <a:cubicBezTo>
                    <a:pt x="327025" y="0"/>
                    <a:pt x="327025" y="0"/>
                    <a:pt x="189061" y="137963"/>
                  </a:cubicBezTo>
                  <a:lnTo>
                    <a:pt x="109269" y="217755"/>
                  </a:lnTo>
                  <a:lnTo>
                    <a:pt x="138346" y="188799"/>
                  </a:lnTo>
                  <a:cubicBezTo>
                    <a:pt x="184462" y="142875"/>
                    <a:pt x="245949" y="81643"/>
                    <a:pt x="327932" y="0"/>
                  </a:cubicBezTo>
                  <a:cubicBezTo>
                    <a:pt x="334764" y="0"/>
                    <a:pt x="341596" y="0"/>
                    <a:pt x="350136" y="1701"/>
                  </a:cubicBezTo>
                  <a:lnTo>
                    <a:pt x="381262" y="13120"/>
                  </a:lnTo>
                  <a:lnTo>
                    <a:pt x="381681" y="12700"/>
                  </a:lnTo>
                  <a:cubicBezTo>
                    <a:pt x="381681" y="12700"/>
                    <a:pt x="395288" y="12700"/>
                    <a:pt x="395288" y="12700"/>
                  </a:cubicBezTo>
                  <a:cubicBezTo>
                    <a:pt x="395288" y="12700"/>
                    <a:pt x="395288" y="12700"/>
                    <a:pt x="302270" y="106105"/>
                  </a:cubicBezTo>
                  <a:lnTo>
                    <a:pt x="296996" y="111401"/>
                  </a:lnTo>
                  <a:lnTo>
                    <a:pt x="328560" y="79838"/>
                  </a:lnTo>
                  <a:cubicBezTo>
                    <a:pt x="349511" y="58886"/>
                    <a:pt x="371860" y="36538"/>
                    <a:pt x="395698" y="12700"/>
                  </a:cubicBezTo>
                  <a:cubicBezTo>
                    <a:pt x="409319" y="12700"/>
                    <a:pt x="422941" y="26322"/>
                    <a:pt x="436563" y="39943"/>
                  </a:cubicBezTo>
                  <a:cubicBezTo>
                    <a:pt x="436563" y="39943"/>
                    <a:pt x="436563" y="39943"/>
                    <a:pt x="41531" y="434975"/>
                  </a:cubicBezTo>
                  <a:cubicBezTo>
                    <a:pt x="34721" y="428164"/>
                    <a:pt x="27910" y="421353"/>
                    <a:pt x="22801" y="414542"/>
                  </a:cubicBezTo>
                  <a:lnTo>
                    <a:pt x="14634" y="394940"/>
                  </a:lnTo>
                  <a:lnTo>
                    <a:pt x="14288" y="395288"/>
                  </a:lnTo>
                  <a:lnTo>
                    <a:pt x="14288" y="394109"/>
                  </a:lnTo>
                  <a:lnTo>
                    <a:pt x="14288" y="388456"/>
                  </a:lnTo>
                  <a:cubicBezTo>
                    <a:pt x="14288" y="385040"/>
                    <a:pt x="14288" y="381624"/>
                    <a:pt x="14288" y="381624"/>
                  </a:cubicBezTo>
                  <a:cubicBezTo>
                    <a:pt x="14288" y="381624"/>
                    <a:pt x="14288" y="381624"/>
                    <a:pt x="103983" y="291554"/>
                  </a:cubicBezTo>
                  <a:lnTo>
                    <a:pt x="164033" y="231255"/>
                  </a:lnTo>
                  <a:lnTo>
                    <a:pt x="135437" y="259731"/>
                  </a:lnTo>
                  <a:cubicBezTo>
                    <a:pt x="100130" y="294892"/>
                    <a:pt x="59779" y="335076"/>
                    <a:pt x="13664" y="381000"/>
                  </a:cubicBezTo>
                  <a:cubicBezTo>
                    <a:pt x="6832" y="367393"/>
                    <a:pt x="3416" y="357187"/>
                    <a:pt x="1708" y="348683"/>
                  </a:cubicBezTo>
                  <a:lnTo>
                    <a:pt x="32" y="326992"/>
                  </a:lnTo>
                  <a:lnTo>
                    <a:pt x="0" y="327025"/>
                  </a:lnTo>
                  <a:lnTo>
                    <a:pt x="0" y="326571"/>
                  </a:lnTo>
                  <a:lnTo>
                    <a:pt x="0" y="313399"/>
                  </a:lnTo>
                  <a:lnTo>
                    <a:pt x="0" y="300038"/>
                  </a:lnTo>
                  <a:lnTo>
                    <a:pt x="0" y="299773"/>
                  </a:lnTo>
                  <a:lnTo>
                    <a:pt x="0" y="298333"/>
                  </a:lnTo>
                  <a:cubicBezTo>
                    <a:pt x="0" y="296628"/>
                    <a:pt x="0" y="293219"/>
                    <a:pt x="0" y="286400"/>
                  </a:cubicBezTo>
                  <a:cubicBezTo>
                    <a:pt x="0" y="272762"/>
                    <a:pt x="0" y="259123"/>
                    <a:pt x="0" y="231847"/>
                  </a:cubicBezTo>
                  <a:cubicBezTo>
                    <a:pt x="0" y="231847"/>
                    <a:pt x="0" y="231847"/>
                    <a:pt x="231847" y="0"/>
                  </a:cubicBezTo>
                  <a:close/>
                  <a:moveTo>
                    <a:pt x="204507" y="0"/>
                  </a:moveTo>
                  <a:lnTo>
                    <a:pt x="204788" y="0"/>
                  </a:lnTo>
                  <a:lnTo>
                    <a:pt x="223254" y="0"/>
                  </a:lnTo>
                  <a:cubicBezTo>
                    <a:pt x="228366" y="0"/>
                    <a:pt x="231775" y="0"/>
                    <a:pt x="231775" y="0"/>
                  </a:cubicBezTo>
                  <a:cubicBezTo>
                    <a:pt x="231775" y="0"/>
                    <a:pt x="231775" y="0"/>
                    <a:pt x="0" y="231775"/>
                  </a:cubicBezTo>
                  <a:cubicBezTo>
                    <a:pt x="0" y="231775"/>
                    <a:pt x="0" y="228366"/>
                    <a:pt x="0" y="223254"/>
                  </a:cubicBezTo>
                  <a:lnTo>
                    <a:pt x="0" y="204788"/>
                  </a:lnTo>
                  <a:lnTo>
                    <a:pt x="0" y="204507"/>
                  </a:lnTo>
                  <a:lnTo>
                    <a:pt x="220" y="204288"/>
                  </a:lnTo>
                  <a:lnTo>
                    <a:pt x="30078" y="136312"/>
                  </a:lnTo>
                  <a:cubicBezTo>
                    <a:pt x="56103" y="93221"/>
                    <a:pt x="93221" y="56103"/>
                    <a:pt x="136312" y="30078"/>
                  </a:cubicBezTo>
                  <a:lnTo>
                    <a:pt x="204287" y="220"/>
                  </a:lnTo>
                  <a:lnTo>
                    <a:pt x="204507" y="0"/>
                  </a:ln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2200" b="1">
                  <a:solidFill>
                    <a:srgbClr val="A2B932"/>
                  </a:solidFill>
                  <a:ea typeface="仿宋_GB2312" pitchFamily="49" charset="-122"/>
                </a:rPr>
                <a:t>8</a:t>
              </a:r>
              <a:endParaRPr lang="zh-CN" altLang="en-US" sz="2200" b="1">
                <a:solidFill>
                  <a:srgbClr val="A2B932"/>
                </a:solidFill>
                <a:ea typeface="仿宋_GB2312" pitchFamily="49" charset="-122"/>
              </a:endParaRPr>
            </a:p>
          </p:txBody>
        </p:sp>
        <p:sp>
          <p:nvSpPr>
            <p:cNvPr id="84007" name="Oval 224">
              <a:extLst>
                <a:ext uri="{FF2B5EF4-FFF2-40B4-BE49-F238E27FC236}">
                  <a16:creationId xmlns:a16="http://schemas.microsoft.com/office/drawing/2014/main" id="{0EE83609-A21D-1347-B980-FFEA03552681}"/>
                </a:ext>
              </a:extLst>
            </p:cNvPr>
            <p:cNvSpPr>
              <a:spLocks noChangeArrowheads="1"/>
            </p:cNvSpPr>
            <p:nvPr/>
          </p:nvSpPr>
          <p:spPr bwMode="auto">
            <a:xfrm>
              <a:off x="10421921" y="4504365"/>
              <a:ext cx="708394" cy="709613"/>
            </a:xfrm>
            <a:prstGeom prst="ellipse">
              <a:avLst/>
            </a:prstGeom>
            <a:solidFill>
              <a:srgbClr val="EBAC07"/>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en-US" sz="2200">
                <a:ea typeface="仿宋_GB2312" pitchFamily="49" charset="-122"/>
              </a:endParaRPr>
            </a:p>
          </p:txBody>
        </p:sp>
        <p:sp>
          <p:nvSpPr>
            <p:cNvPr id="84008" name="任意多边形 32">
              <a:extLst>
                <a:ext uri="{FF2B5EF4-FFF2-40B4-BE49-F238E27FC236}">
                  <a16:creationId xmlns:a16="http://schemas.microsoft.com/office/drawing/2014/main" id="{F697C227-0E7E-EC4D-916F-7819CFC7DFC7}"/>
                </a:ext>
              </a:extLst>
            </p:cNvPr>
            <p:cNvSpPr>
              <a:spLocks/>
            </p:cNvSpPr>
            <p:nvPr/>
          </p:nvSpPr>
          <p:spPr bwMode="auto">
            <a:xfrm>
              <a:off x="10490219" y="4559926"/>
              <a:ext cx="586093" cy="598488"/>
            </a:xfrm>
            <a:custGeom>
              <a:avLst/>
              <a:gdLst>
                <a:gd name="T0" fmla="*/ 0 w 585788"/>
                <a:gd name="T1" fmla="*/ 0 h 598488"/>
                <a:gd name="T2" fmla="*/ 585788 w 585788"/>
                <a:gd name="T3" fmla="*/ 598488 h 598488"/>
              </a:gdLst>
              <a:ahLst/>
              <a:cxnLst/>
              <a:rect l="T0" t="T1" r="T2" b="T3"/>
              <a:pathLst>
                <a:path w="585788" h="598488">
                  <a:moveTo>
                    <a:pt x="558800" y="176213"/>
                  </a:moveTo>
                  <a:cubicBezTo>
                    <a:pt x="558800" y="176213"/>
                    <a:pt x="558800" y="189843"/>
                    <a:pt x="558800" y="189843"/>
                  </a:cubicBezTo>
                  <a:cubicBezTo>
                    <a:pt x="558800" y="189843"/>
                    <a:pt x="558800" y="189843"/>
                    <a:pt x="558055" y="190589"/>
                  </a:cubicBezTo>
                  <a:lnTo>
                    <a:pt x="558005" y="190639"/>
                  </a:lnTo>
                  <a:lnTo>
                    <a:pt x="569803" y="210946"/>
                  </a:lnTo>
                  <a:cubicBezTo>
                    <a:pt x="571500" y="217761"/>
                    <a:pt x="571500" y="224576"/>
                    <a:pt x="571500" y="231392"/>
                  </a:cubicBezTo>
                  <a:cubicBezTo>
                    <a:pt x="571500" y="231392"/>
                    <a:pt x="571500" y="231392"/>
                    <a:pt x="344131" y="468810"/>
                  </a:cubicBezTo>
                  <a:lnTo>
                    <a:pt x="313558" y="500734"/>
                  </a:lnTo>
                  <a:lnTo>
                    <a:pt x="314880" y="499359"/>
                  </a:lnTo>
                  <a:cubicBezTo>
                    <a:pt x="364743" y="447502"/>
                    <a:pt x="444523" y="364530"/>
                    <a:pt x="572172" y="231775"/>
                  </a:cubicBezTo>
                  <a:cubicBezTo>
                    <a:pt x="572172" y="238583"/>
                    <a:pt x="575576" y="241987"/>
                    <a:pt x="578980" y="245391"/>
                  </a:cubicBezTo>
                  <a:lnTo>
                    <a:pt x="585705" y="258841"/>
                  </a:lnTo>
                  <a:lnTo>
                    <a:pt x="585787" y="258763"/>
                  </a:lnTo>
                  <a:lnTo>
                    <a:pt x="585787" y="259005"/>
                  </a:lnTo>
                  <a:lnTo>
                    <a:pt x="585788" y="259007"/>
                  </a:lnTo>
                  <a:lnTo>
                    <a:pt x="585787" y="259008"/>
                  </a:lnTo>
                  <a:lnTo>
                    <a:pt x="585787" y="299530"/>
                  </a:lnTo>
                  <a:cubicBezTo>
                    <a:pt x="585787" y="313119"/>
                    <a:pt x="585787" y="313119"/>
                    <a:pt x="585787" y="326708"/>
                  </a:cubicBezTo>
                  <a:cubicBezTo>
                    <a:pt x="585787" y="326708"/>
                    <a:pt x="585787" y="326708"/>
                    <a:pt x="551815" y="360680"/>
                  </a:cubicBezTo>
                  <a:lnTo>
                    <a:pt x="531245" y="381250"/>
                  </a:lnTo>
                  <a:lnTo>
                    <a:pt x="585787" y="327025"/>
                  </a:lnTo>
                  <a:cubicBezTo>
                    <a:pt x="585787" y="327025"/>
                    <a:pt x="585787" y="330418"/>
                    <a:pt x="585787" y="333811"/>
                  </a:cubicBezTo>
                  <a:lnTo>
                    <a:pt x="585787" y="339725"/>
                  </a:lnTo>
                  <a:lnTo>
                    <a:pt x="585787" y="340598"/>
                  </a:lnTo>
                  <a:lnTo>
                    <a:pt x="585243" y="341138"/>
                  </a:lnTo>
                  <a:lnTo>
                    <a:pt x="565414" y="392697"/>
                  </a:lnTo>
                  <a:cubicBezTo>
                    <a:pt x="558623" y="408076"/>
                    <a:pt x="551832" y="421746"/>
                    <a:pt x="545041" y="435416"/>
                  </a:cubicBezTo>
                  <a:cubicBezTo>
                    <a:pt x="545041" y="435416"/>
                    <a:pt x="545041" y="435416"/>
                    <a:pt x="543343" y="437339"/>
                  </a:cubicBezTo>
                  <a:lnTo>
                    <a:pt x="541316" y="439634"/>
                  </a:lnTo>
                  <a:lnTo>
                    <a:pt x="495597" y="506281"/>
                  </a:lnTo>
                  <a:lnTo>
                    <a:pt x="440402" y="553900"/>
                  </a:lnTo>
                  <a:lnTo>
                    <a:pt x="436386" y="558448"/>
                  </a:lnTo>
                  <a:cubicBezTo>
                    <a:pt x="409222" y="572118"/>
                    <a:pt x="368476" y="585788"/>
                    <a:pt x="341312" y="585788"/>
                  </a:cubicBezTo>
                  <a:lnTo>
                    <a:pt x="514848" y="411124"/>
                  </a:lnTo>
                  <a:lnTo>
                    <a:pt x="482113" y="443669"/>
                  </a:lnTo>
                  <a:cubicBezTo>
                    <a:pt x="447555" y="478027"/>
                    <a:pt x="401478" y="523836"/>
                    <a:pt x="340042" y="584915"/>
                  </a:cubicBezTo>
                  <a:lnTo>
                    <a:pt x="326342" y="586153"/>
                  </a:lnTo>
                  <a:lnTo>
                    <a:pt x="314007" y="598488"/>
                  </a:lnTo>
                  <a:lnTo>
                    <a:pt x="312737" y="598488"/>
                  </a:lnTo>
                  <a:lnTo>
                    <a:pt x="300418" y="598488"/>
                  </a:lnTo>
                  <a:cubicBezTo>
                    <a:pt x="297021" y="598488"/>
                    <a:pt x="293624" y="598488"/>
                    <a:pt x="286829" y="598488"/>
                  </a:cubicBezTo>
                  <a:cubicBezTo>
                    <a:pt x="280035" y="598488"/>
                    <a:pt x="273240" y="595091"/>
                    <a:pt x="266446" y="591694"/>
                  </a:cubicBezTo>
                  <a:lnTo>
                    <a:pt x="246251" y="584962"/>
                  </a:lnTo>
                  <a:lnTo>
                    <a:pt x="245391" y="585788"/>
                  </a:lnTo>
                  <a:cubicBezTo>
                    <a:pt x="245391" y="585788"/>
                    <a:pt x="241987" y="585788"/>
                    <a:pt x="238583" y="585788"/>
                  </a:cubicBezTo>
                  <a:lnTo>
                    <a:pt x="232103" y="585788"/>
                  </a:lnTo>
                  <a:lnTo>
                    <a:pt x="231775" y="585788"/>
                  </a:lnTo>
                  <a:lnTo>
                    <a:pt x="231830" y="585731"/>
                  </a:lnTo>
                  <a:lnTo>
                    <a:pt x="199861" y="578973"/>
                  </a:lnTo>
                  <a:cubicBezTo>
                    <a:pt x="191376" y="575565"/>
                    <a:pt x="184588" y="572158"/>
                    <a:pt x="177800" y="572158"/>
                  </a:cubicBezTo>
                  <a:cubicBezTo>
                    <a:pt x="177800" y="572158"/>
                    <a:pt x="177800" y="572158"/>
                    <a:pt x="491013" y="257681"/>
                  </a:cubicBezTo>
                  <a:lnTo>
                    <a:pt x="503515" y="245128"/>
                  </a:lnTo>
                  <a:lnTo>
                    <a:pt x="465622" y="283021"/>
                  </a:lnTo>
                  <a:cubicBezTo>
                    <a:pt x="409715" y="338928"/>
                    <a:pt x="320264" y="428379"/>
                    <a:pt x="177142" y="571501"/>
                  </a:cubicBezTo>
                  <a:cubicBezTo>
                    <a:pt x="177142" y="571501"/>
                    <a:pt x="163512" y="571501"/>
                    <a:pt x="163512" y="571501"/>
                  </a:cubicBezTo>
                  <a:cubicBezTo>
                    <a:pt x="163512" y="571501"/>
                    <a:pt x="163512" y="571501"/>
                    <a:pt x="558800" y="176213"/>
                  </a:cubicBezTo>
                  <a:close/>
                  <a:moveTo>
                    <a:pt x="518190" y="122238"/>
                  </a:moveTo>
                  <a:cubicBezTo>
                    <a:pt x="525001" y="122238"/>
                    <a:pt x="528407" y="125643"/>
                    <a:pt x="530109" y="129049"/>
                  </a:cubicBezTo>
                  <a:lnTo>
                    <a:pt x="531621" y="135097"/>
                  </a:lnTo>
                  <a:lnTo>
                    <a:pt x="545157" y="155402"/>
                  </a:lnTo>
                  <a:cubicBezTo>
                    <a:pt x="548568" y="162223"/>
                    <a:pt x="551978" y="169044"/>
                    <a:pt x="558800" y="175866"/>
                  </a:cubicBezTo>
                  <a:cubicBezTo>
                    <a:pt x="558800" y="175866"/>
                    <a:pt x="558800" y="175866"/>
                    <a:pt x="163165" y="571501"/>
                  </a:cubicBezTo>
                  <a:cubicBezTo>
                    <a:pt x="149522" y="557859"/>
                    <a:pt x="135879" y="557859"/>
                    <a:pt x="122237" y="544216"/>
                  </a:cubicBezTo>
                  <a:lnTo>
                    <a:pt x="122915" y="543538"/>
                  </a:lnTo>
                  <a:lnTo>
                    <a:pt x="121456" y="537702"/>
                  </a:lnTo>
                  <a:cubicBezTo>
                    <a:pt x="119753" y="534297"/>
                    <a:pt x="116348" y="530891"/>
                    <a:pt x="109537" y="530891"/>
                  </a:cubicBezTo>
                  <a:cubicBezTo>
                    <a:pt x="109537" y="530891"/>
                    <a:pt x="109537" y="530891"/>
                    <a:pt x="518190" y="122238"/>
                  </a:cubicBezTo>
                  <a:close/>
                  <a:moveTo>
                    <a:pt x="449064" y="53975"/>
                  </a:moveTo>
                  <a:cubicBezTo>
                    <a:pt x="462657" y="53975"/>
                    <a:pt x="476250" y="67617"/>
                    <a:pt x="476250" y="81260"/>
                  </a:cubicBezTo>
                  <a:cubicBezTo>
                    <a:pt x="476250" y="81260"/>
                    <a:pt x="476250" y="81260"/>
                    <a:pt x="376692" y="181181"/>
                  </a:cubicBezTo>
                  <a:lnTo>
                    <a:pt x="375466" y="182412"/>
                  </a:lnTo>
                  <a:lnTo>
                    <a:pt x="404982" y="152896"/>
                  </a:lnTo>
                  <a:cubicBezTo>
                    <a:pt x="427430" y="130448"/>
                    <a:pt x="451374" y="106504"/>
                    <a:pt x="476915" y="80963"/>
                  </a:cubicBezTo>
                  <a:cubicBezTo>
                    <a:pt x="483726" y="80963"/>
                    <a:pt x="487132" y="80963"/>
                    <a:pt x="488834" y="80963"/>
                  </a:cubicBezTo>
                  <a:lnTo>
                    <a:pt x="490339" y="80963"/>
                  </a:lnTo>
                  <a:lnTo>
                    <a:pt x="490537" y="80963"/>
                  </a:lnTo>
                  <a:lnTo>
                    <a:pt x="490435" y="81068"/>
                  </a:lnTo>
                  <a:lnTo>
                    <a:pt x="509029" y="101384"/>
                  </a:lnTo>
                  <a:cubicBezTo>
                    <a:pt x="514127" y="108191"/>
                    <a:pt x="517525" y="114998"/>
                    <a:pt x="517525" y="121805"/>
                  </a:cubicBezTo>
                  <a:cubicBezTo>
                    <a:pt x="517525" y="121805"/>
                    <a:pt x="517525" y="121805"/>
                    <a:pt x="109736" y="530226"/>
                  </a:cubicBezTo>
                  <a:cubicBezTo>
                    <a:pt x="96143" y="516612"/>
                    <a:pt x="82550" y="516612"/>
                    <a:pt x="82550" y="502998"/>
                  </a:cubicBezTo>
                  <a:cubicBezTo>
                    <a:pt x="82550" y="502998"/>
                    <a:pt x="82550" y="502998"/>
                    <a:pt x="355737" y="220267"/>
                  </a:cubicBezTo>
                  <a:lnTo>
                    <a:pt x="362532" y="213235"/>
                  </a:lnTo>
                  <a:lnTo>
                    <a:pt x="318137" y="259110"/>
                  </a:lnTo>
                  <a:cubicBezTo>
                    <a:pt x="260670" y="318492"/>
                    <a:pt x="184047" y="397669"/>
                    <a:pt x="81884" y="503238"/>
                  </a:cubicBezTo>
                  <a:cubicBezTo>
                    <a:pt x="75073" y="503238"/>
                    <a:pt x="71667" y="499833"/>
                    <a:pt x="69965" y="496427"/>
                  </a:cubicBezTo>
                  <a:lnTo>
                    <a:pt x="68486" y="490513"/>
                  </a:lnTo>
                  <a:lnTo>
                    <a:pt x="68461" y="490538"/>
                  </a:lnTo>
                  <a:cubicBezTo>
                    <a:pt x="54868" y="476896"/>
                    <a:pt x="54868" y="476896"/>
                    <a:pt x="41275" y="463253"/>
                  </a:cubicBezTo>
                  <a:cubicBezTo>
                    <a:pt x="41275" y="463253"/>
                    <a:pt x="41275" y="463253"/>
                    <a:pt x="449064" y="53975"/>
                  </a:cubicBezTo>
                  <a:close/>
                  <a:moveTo>
                    <a:pt x="395697" y="26988"/>
                  </a:moveTo>
                  <a:cubicBezTo>
                    <a:pt x="402508" y="26988"/>
                    <a:pt x="409318" y="30393"/>
                    <a:pt x="416129" y="33799"/>
                  </a:cubicBezTo>
                  <a:lnTo>
                    <a:pt x="435209" y="40159"/>
                  </a:lnTo>
                  <a:lnTo>
                    <a:pt x="435663" y="39688"/>
                  </a:lnTo>
                  <a:cubicBezTo>
                    <a:pt x="449263" y="53310"/>
                    <a:pt x="449263" y="53310"/>
                    <a:pt x="449263" y="53310"/>
                  </a:cubicBezTo>
                  <a:cubicBezTo>
                    <a:pt x="449263" y="53310"/>
                    <a:pt x="449263" y="53310"/>
                    <a:pt x="41275" y="461963"/>
                  </a:cubicBezTo>
                  <a:cubicBezTo>
                    <a:pt x="41275" y="461963"/>
                    <a:pt x="41275" y="458558"/>
                    <a:pt x="41275" y="455152"/>
                  </a:cubicBezTo>
                  <a:lnTo>
                    <a:pt x="41275" y="448880"/>
                  </a:lnTo>
                  <a:lnTo>
                    <a:pt x="27909" y="428830"/>
                  </a:lnTo>
                  <a:cubicBezTo>
                    <a:pt x="24503" y="422019"/>
                    <a:pt x="21098" y="415208"/>
                    <a:pt x="14287" y="408397"/>
                  </a:cubicBezTo>
                  <a:cubicBezTo>
                    <a:pt x="14287" y="408397"/>
                    <a:pt x="14287" y="408397"/>
                    <a:pt x="395697" y="26988"/>
                  </a:cubicBezTo>
                  <a:close/>
                  <a:moveTo>
                    <a:pt x="204507" y="12700"/>
                  </a:moveTo>
                  <a:lnTo>
                    <a:pt x="204788" y="12700"/>
                  </a:lnTo>
                  <a:lnTo>
                    <a:pt x="223254" y="12700"/>
                  </a:lnTo>
                  <a:cubicBezTo>
                    <a:pt x="228366" y="12700"/>
                    <a:pt x="231775" y="12700"/>
                    <a:pt x="231775" y="12700"/>
                  </a:cubicBezTo>
                  <a:cubicBezTo>
                    <a:pt x="231775" y="12700"/>
                    <a:pt x="231775" y="12700"/>
                    <a:pt x="0" y="244475"/>
                  </a:cubicBezTo>
                  <a:cubicBezTo>
                    <a:pt x="0" y="244475"/>
                    <a:pt x="0" y="241066"/>
                    <a:pt x="0" y="235954"/>
                  </a:cubicBezTo>
                  <a:lnTo>
                    <a:pt x="0" y="217488"/>
                  </a:lnTo>
                  <a:lnTo>
                    <a:pt x="0" y="217207"/>
                  </a:lnTo>
                  <a:lnTo>
                    <a:pt x="308" y="216899"/>
                  </a:lnTo>
                  <a:lnTo>
                    <a:pt x="35838" y="149012"/>
                  </a:lnTo>
                  <a:cubicBezTo>
                    <a:pt x="63143" y="105921"/>
                    <a:pt x="97274" y="68803"/>
                    <a:pt x="138232" y="42778"/>
                  </a:cubicBezTo>
                  <a:lnTo>
                    <a:pt x="204276" y="12931"/>
                  </a:lnTo>
                  <a:lnTo>
                    <a:pt x="204507" y="12700"/>
                  </a:lnTo>
                  <a:close/>
                  <a:moveTo>
                    <a:pt x="286400" y="0"/>
                  </a:moveTo>
                  <a:cubicBezTo>
                    <a:pt x="293219" y="0"/>
                    <a:pt x="296629" y="0"/>
                    <a:pt x="298333" y="0"/>
                  </a:cubicBezTo>
                  <a:lnTo>
                    <a:pt x="299773" y="0"/>
                  </a:lnTo>
                  <a:lnTo>
                    <a:pt x="300038" y="0"/>
                  </a:lnTo>
                  <a:lnTo>
                    <a:pt x="299917" y="126"/>
                  </a:lnTo>
                  <a:lnTo>
                    <a:pt x="313399" y="11890"/>
                  </a:lnTo>
                  <a:lnTo>
                    <a:pt x="325834" y="13440"/>
                  </a:lnTo>
                  <a:lnTo>
                    <a:pt x="326571" y="12700"/>
                  </a:lnTo>
                  <a:cubicBezTo>
                    <a:pt x="340179" y="12700"/>
                    <a:pt x="367393" y="12700"/>
                    <a:pt x="381000" y="12700"/>
                  </a:cubicBezTo>
                  <a:cubicBezTo>
                    <a:pt x="381000" y="12700"/>
                    <a:pt x="381000" y="12700"/>
                    <a:pt x="134875" y="269004"/>
                  </a:cubicBezTo>
                  <a:lnTo>
                    <a:pt x="102090" y="303145"/>
                  </a:lnTo>
                  <a:lnTo>
                    <a:pt x="103982" y="301179"/>
                  </a:lnTo>
                  <a:cubicBezTo>
                    <a:pt x="157800" y="245272"/>
                    <a:pt x="243907" y="155821"/>
                    <a:pt x="381680" y="12700"/>
                  </a:cubicBezTo>
                  <a:cubicBezTo>
                    <a:pt x="381680" y="26330"/>
                    <a:pt x="395287" y="26330"/>
                    <a:pt x="395287" y="26330"/>
                  </a:cubicBezTo>
                  <a:cubicBezTo>
                    <a:pt x="395287" y="26330"/>
                    <a:pt x="395287" y="26330"/>
                    <a:pt x="14287" y="407988"/>
                  </a:cubicBezTo>
                  <a:cubicBezTo>
                    <a:pt x="14287" y="401173"/>
                    <a:pt x="14287" y="397765"/>
                    <a:pt x="14287" y="396061"/>
                  </a:cubicBezTo>
                  <a:lnTo>
                    <a:pt x="14287" y="394580"/>
                  </a:lnTo>
                  <a:lnTo>
                    <a:pt x="13607" y="395288"/>
                  </a:lnTo>
                  <a:cubicBezTo>
                    <a:pt x="0" y="367960"/>
                    <a:pt x="0" y="354296"/>
                    <a:pt x="0" y="340632"/>
                  </a:cubicBezTo>
                  <a:cubicBezTo>
                    <a:pt x="0" y="340632"/>
                    <a:pt x="0" y="340632"/>
                    <a:pt x="79729" y="260571"/>
                  </a:cubicBezTo>
                  <a:lnTo>
                    <a:pt x="131760" y="208323"/>
                  </a:lnTo>
                  <a:lnTo>
                    <a:pt x="107944" y="232074"/>
                  </a:lnTo>
                  <a:cubicBezTo>
                    <a:pt x="76646" y="263287"/>
                    <a:pt x="40878" y="298958"/>
                    <a:pt x="0" y="339725"/>
                  </a:cubicBezTo>
                  <a:cubicBezTo>
                    <a:pt x="0" y="332930"/>
                    <a:pt x="0" y="329533"/>
                    <a:pt x="0" y="326136"/>
                  </a:cubicBezTo>
                  <a:lnTo>
                    <a:pt x="0" y="312738"/>
                  </a:lnTo>
                  <a:lnTo>
                    <a:pt x="0" y="312547"/>
                  </a:lnTo>
                  <a:lnTo>
                    <a:pt x="0" y="305939"/>
                  </a:lnTo>
                  <a:cubicBezTo>
                    <a:pt x="0" y="302540"/>
                    <a:pt x="0" y="299140"/>
                    <a:pt x="0" y="299140"/>
                  </a:cubicBezTo>
                  <a:cubicBezTo>
                    <a:pt x="0" y="285543"/>
                    <a:pt x="0" y="258349"/>
                    <a:pt x="0" y="244751"/>
                  </a:cubicBezTo>
                  <a:cubicBezTo>
                    <a:pt x="0" y="244751"/>
                    <a:pt x="0" y="244751"/>
                    <a:pt x="231847" y="13597"/>
                  </a:cubicBezTo>
                  <a:cubicBezTo>
                    <a:pt x="259124" y="13597"/>
                    <a:pt x="272762" y="0"/>
                    <a:pt x="286400" y="0"/>
                  </a:cubicBez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2200" b="1">
                  <a:solidFill>
                    <a:srgbClr val="EBAC07"/>
                  </a:solidFill>
                  <a:ea typeface="仿宋_GB2312" pitchFamily="49" charset="-122"/>
                </a:rPr>
                <a:t>5</a:t>
              </a:r>
              <a:endParaRPr lang="zh-CN" altLang="en-US" sz="2200" b="1">
                <a:solidFill>
                  <a:srgbClr val="EBAC07"/>
                </a:solidFill>
                <a:ea typeface="仿宋_GB2312" pitchFamily="49" charset="-122"/>
              </a:endParaRPr>
            </a:p>
          </p:txBody>
        </p:sp>
      </p:grpSp>
      <p:grpSp>
        <p:nvGrpSpPr>
          <p:cNvPr id="35" name="组合 34">
            <a:extLst>
              <a:ext uri="{FF2B5EF4-FFF2-40B4-BE49-F238E27FC236}">
                <a16:creationId xmlns:a16="http://schemas.microsoft.com/office/drawing/2014/main" id="{B3161B21-8AAB-C445-B49F-6FADEC985B49}"/>
              </a:ext>
            </a:extLst>
          </p:cNvPr>
          <p:cNvGrpSpPr>
            <a:grpSpLocks/>
          </p:cNvGrpSpPr>
          <p:nvPr/>
        </p:nvGrpSpPr>
        <p:grpSpPr bwMode="auto">
          <a:xfrm>
            <a:off x="0" y="6380163"/>
            <a:ext cx="9144000" cy="431800"/>
            <a:chOff x="0" y="6379908"/>
            <a:chExt cx="9144000" cy="432048"/>
          </a:xfrm>
        </p:grpSpPr>
        <p:grpSp>
          <p:nvGrpSpPr>
            <p:cNvPr id="83974" name="组合 5">
              <a:extLst>
                <a:ext uri="{FF2B5EF4-FFF2-40B4-BE49-F238E27FC236}">
                  <a16:creationId xmlns:a16="http://schemas.microsoft.com/office/drawing/2014/main" id="{197582D9-F972-D64C-87AD-2300B6B35A32}"/>
                </a:ext>
              </a:extLst>
            </p:cNvPr>
            <p:cNvGrpSpPr>
              <a:grpSpLocks/>
            </p:cNvGrpSpPr>
            <p:nvPr/>
          </p:nvGrpSpPr>
          <p:grpSpPr bwMode="auto">
            <a:xfrm>
              <a:off x="0" y="6379908"/>
              <a:ext cx="9144000" cy="432048"/>
              <a:chOff x="0" y="6165304"/>
              <a:chExt cx="9144000" cy="432048"/>
            </a:xfrm>
          </p:grpSpPr>
          <p:cxnSp>
            <p:nvCxnSpPr>
              <p:cNvPr id="83976" name="直接连接符 6">
                <a:extLst>
                  <a:ext uri="{FF2B5EF4-FFF2-40B4-BE49-F238E27FC236}">
                    <a16:creationId xmlns:a16="http://schemas.microsoft.com/office/drawing/2014/main" id="{540B90E5-5F13-D841-AEC9-3AF65DF8CB84}"/>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39" name="直接连接符 38">
                <a:extLst>
                  <a:ext uri="{FF2B5EF4-FFF2-40B4-BE49-F238E27FC236}">
                    <a16:creationId xmlns:a16="http://schemas.microsoft.com/office/drawing/2014/main" id="{745BAEA0-7074-400C-B86C-63012CBF25FC}"/>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83978" name="直接连接符 8">
                <a:extLst>
                  <a:ext uri="{FF2B5EF4-FFF2-40B4-BE49-F238E27FC236}">
                    <a16:creationId xmlns:a16="http://schemas.microsoft.com/office/drawing/2014/main" id="{B9416951-A6AD-BC49-B76B-DBC8BDCC2878}"/>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37" name="Shape 26">
              <a:extLst>
                <a:ext uri="{FF2B5EF4-FFF2-40B4-BE49-F238E27FC236}">
                  <a16:creationId xmlns:a16="http://schemas.microsoft.com/office/drawing/2014/main" id="{6A8ED60F-4133-4104-B7EA-6B305CBD3E47}"/>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68997">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468997">
                                            <p:txEl>
                                              <p:pRg st="1" end="1"/>
                                            </p:txEl>
                                          </p:spTgt>
                                        </p:tgtEl>
                                        <p:attrNameLst>
                                          <p:attrName>style.visibility</p:attrName>
                                        </p:attrNameLst>
                                      </p:cBhvr>
                                      <p:to>
                                        <p:strVal val="visible"/>
                                      </p:to>
                                    </p:set>
                                  </p:childTnLst>
                                </p:cTn>
                              </p:par>
                            </p:childTnLst>
                          </p:cTn>
                        </p:par>
                        <p:par>
                          <p:cTn id="11" fill="hold" nodeType="afterGroup">
                            <p:stCondLst>
                              <p:cond delay="500"/>
                            </p:stCondLst>
                            <p:childTnLst>
                              <p:par>
                                <p:cTn id="12" presetID="2" presetClass="entr" presetSubtype="4" fill="hold" nodeType="afterEffect">
                                  <p:stCondLst>
                                    <p:cond delay="0"/>
                                  </p:stCondLst>
                                  <p:childTnLst>
                                    <p:set>
                                      <p:cBhvr>
                                        <p:cTn id="13" dur="1" fill="hold">
                                          <p:stCondLst>
                                            <p:cond delay="0"/>
                                          </p:stCondLst>
                                        </p:cTn>
                                        <p:tgtEl>
                                          <p:spTgt spid="35"/>
                                        </p:tgtEl>
                                        <p:attrNameLst>
                                          <p:attrName>style.visibility</p:attrName>
                                        </p:attrNameLst>
                                      </p:cBhvr>
                                      <p:to>
                                        <p:strVal val="visible"/>
                                      </p:to>
                                    </p:set>
                                    <p:anim calcmode="lin" valueType="num">
                                      <p:cBhvr additive="base">
                                        <p:cTn id="14" dur="500" fill="hold"/>
                                        <p:tgtEl>
                                          <p:spTgt spid="35"/>
                                        </p:tgtEl>
                                        <p:attrNameLst>
                                          <p:attrName>ppt_x</p:attrName>
                                        </p:attrNameLst>
                                      </p:cBhvr>
                                      <p:tavLst>
                                        <p:tav tm="0">
                                          <p:val>
                                            <p:strVal val="#ppt_x"/>
                                          </p:val>
                                        </p:tav>
                                        <p:tav tm="100000">
                                          <p:val>
                                            <p:strVal val="#ppt_x"/>
                                          </p:val>
                                        </p:tav>
                                      </p:tavLst>
                                    </p:anim>
                                    <p:anim calcmode="lin" valueType="num">
                                      <p:cBhvr additive="base">
                                        <p:cTn id="15" dur="500" fill="hold"/>
                                        <p:tgtEl>
                                          <p:spTgt spid="3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8997"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矩形 44">
            <a:extLst>
              <a:ext uri="{FF2B5EF4-FFF2-40B4-BE49-F238E27FC236}">
                <a16:creationId xmlns:a16="http://schemas.microsoft.com/office/drawing/2014/main" id="{7E24792E-5C49-0E46-A29B-54DE0E131F5F}"/>
              </a:ext>
            </a:extLst>
          </p:cNvPr>
          <p:cNvSpPr>
            <a:spLocks noChangeArrowheads="1"/>
          </p:cNvSpPr>
          <p:nvPr/>
        </p:nvSpPr>
        <p:spPr bwMode="auto">
          <a:xfrm>
            <a:off x="0" y="4437063"/>
            <a:ext cx="9144000" cy="2212975"/>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grpSp>
        <p:nvGrpSpPr>
          <p:cNvPr id="2" name="Group 4">
            <a:extLst>
              <a:ext uri="{FF2B5EF4-FFF2-40B4-BE49-F238E27FC236}">
                <a16:creationId xmlns:a16="http://schemas.microsoft.com/office/drawing/2014/main" id="{559D4CBE-CBB5-3248-B62C-B9461A33A7BD}"/>
              </a:ext>
            </a:extLst>
          </p:cNvPr>
          <p:cNvGrpSpPr>
            <a:grpSpLocks/>
          </p:cNvGrpSpPr>
          <p:nvPr/>
        </p:nvGrpSpPr>
        <p:grpSpPr bwMode="auto">
          <a:xfrm>
            <a:off x="500063" y="5013325"/>
            <a:ext cx="7967662" cy="1268413"/>
            <a:chOff x="293" y="3166"/>
            <a:chExt cx="5206" cy="595"/>
          </a:xfrm>
        </p:grpSpPr>
        <p:sp>
          <p:nvSpPr>
            <p:cNvPr id="80901" name="Rectangle 5">
              <a:extLst>
                <a:ext uri="{FF2B5EF4-FFF2-40B4-BE49-F238E27FC236}">
                  <a16:creationId xmlns:a16="http://schemas.microsoft.com/office/drawing/2014/main" id="{874E9A07-38D6-4379-9147-4CFCB5EBF905}"/>
                </a:ext>
              </a:extLst>
            </p:cNvPr>
            <p:cNvSpPr>
              <a:spLocks noChangeArrowheads="1"/>
            </p:cNvSpPr>
            <p:nvPr/>
          </p:nvSpPr>
          <p:spPr bwMode="auto">
            <a:xfrm>
              <a:off x="1841" y="3179"/>
              <a:ext cx="139"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a:latin typeface="+mn-lt"/>
                <a:ea typeface="+mn-ea"/>
                <a:cs typeface="+mn-ea"/>
                <a:sym typeface="+mn-lt"/>
              </a:endParaRPr>
            </a:p>
          </p:txBody>
        </p:sp>
        <p:sp>
          <p:nvSpPr>
            <p:cNvPr id="80902" name="Rectangle 6">
              <a:extLst>
                <a:ext uri="{FF2B5EF4-FFF2-40B4-BE49-F238E27FC236}">
                  <a16:creationId xmlns:a16="http://schemas.microsoft.com/office/drawing/2014/main" id="{6DDF036C-194A-48FD-A712-5BB759458F0A}"/>
                </a:ext>
              </a:extLst>
            </p:cNvPr>
            <p:cNvSpPr>
              <a:spLocks noChangeArrowheads="1"/>
            </p:cNvSpPr>
            <p:nvPr/>
          </p:nvSpPr>
          <p:spPr bwMode="auto">
            <a:xfrm>
              <a:off x="1164" y="3179"/>
              <a:ext cx="674"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dirty="0">
                  <a:solidFill>
                    <a:srgbClr val="FF0000"/>
                  </a:solidFill>
                  <a:latin typeface="+mn-lt"/>
                  <a:ea typeface="+mn-ea"/>
                  <a:cs typeface="+mn-ea"/>
                  <a:sym typeface="+mn-lt"/>
                </a:rPr>
                <a:t>a</a:t>
              </a:r>
              <a:r>
                <a:rPr lang="en-US" altLang="zh-CN" baseline="-8000" dirty="0">
                  <a:solidFill>
                    <a:srgbClr val="FF0000"/>
                  </a:solidFill>
                  <a:latin typeface="+mn-lt"/>
                  <a:ea typeface="+mn-ea"/>
                  <a:cs typeface="+mn-ea"/>
                  <a:sym typeface="+mn-lt"/>
                </a:rPr>
                <a:t>1</a:t>
              </a:r>
            </a:p>
          </p:txBody>
        </p:sp>
        <p:sp>
          <p:nvSpPr>
            <p:cNvPr id="80903" name="Line 7">
              <a:extLst>
                <a:ext uri="{FF2B5EF4-FFF2-40B4-BE49-F238E27FC236}">
                  <a16:creationId xmlns:a16="http://schemas.microsoft.com/office/drawing/2014/main" id="{A4760819-FD8A-4BC7-983F-418C3859B224}"/>
                </a:ext>
              </a:extLst>
            </p:cNvPr>
            <p:cNvSpPr>
              <a:spLocks noChangeShapeType="1"/>
            </p:cNvSpPr>
            <p:nvPr/>
          </p:nvSpPr>
          <p:spPr bwMode="auto">
            <a:xfrm>
              <a:off x="1164" y="3179"/>
              <a:ext cx="813"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04" name="Line 8">
              <a:extLst>
                <a:ext uri="{FF2B5EF4-FFF2-40B4-BE49-F238E27FC236}">
                  <a16:creationId xmlns:a16="http://schemas.microsoft.com/office/drawing/2014/main" id="{4D752E2E-4C50-4F59-BF2F-76403AFF8DE4}"/>
                </a:ext>
              </a:extLst>
            </p:cNvPr>
            <p:cNvSpPr>
              <a:spLocks noChangeShapeType="1"/>
            </p:cNvSpPr>
            <p:nvPr/>
          </p:nvSpPr>
          <p:spPr bwMode="auto">
            <a:xfrm>
              <a:off x="1164" y="3509"/>
              <a:ext cx="813"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05" name="Line 9">
              <a:extLst>
                <a:ext uri="{FF2B5EF4-FFF2-40B4-BE49-F238E27FC236}">
                  <a16:creationId xmlns:a16="http://schemas.microsoft.com/office/drawing/2014/main" id="{A86F79AB-2244-4F9F-84EF-6C7EFB12BD8E}"/>
                </a:ext>
              </a:extLst>
            </p:cNvPr>
            <p:cNvSpPr>
              <a:spLocks noChangeShapeType="1"/>
            </p:cNvSpPr>
            <p:nvPr/>
          </p:nvSpPr>
          <p:spPr bwMode="auto">
            <a:xfrm>
              <a:off x="1164" y="3179"/>
              <a:ext cx="0" cy="331"/>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06" name="Line 10">
              <a:extLst>
                <a:ext uri="{FF2B5EF4-FFF2-40B4-BE49-F238E27FC236}">
                  <a16:creationId xmlns:a16="http://schemas.microsoft.com/office/drawing/2014/main" id="{AC68BA36-1054-41FD-91D8-57EC155303AA}"/>
                </a:ext>
              </a:extLst>
            </p:cNvPr>
            <p:cNvSpPr>
              <a:spLocks noChangeShapeType="1"/>
            </p:cNvSpPr>
            <p:nvPr/>
          </p:nvSpPr>
          <p:spPr bwMode="auto">
            <a:xfrm>
              <a:off x="1841" y="3179"/>
              <a:ext cx="0" cy="331"/>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07" name="Line 11">
              <a:extLst>
                <a:ext uri="{FF2B5EF4-FFF2-40B4-BE49-F238E27FC236}">
                  <a16:creationId xmlns:a16="http://schemas.microsoft.com/office/drawing/2014/main" id="{C203F170-67E2-4B5B-A8DB-BB36B209A3B4}"/>
                </a:ext>
              </a:extLst>
            </p:cNvPr>
            <p:cNvSpPr>
              <a:spLocks noChangeShapeType="1"/>
            </p:cNvSpPr>
            <p:nvPr/>
          </p:nvSpPr>
          <p:spPr bwMode="auto">
            <a:xfrm>
              <a:off x="1980" y="3179"/>
              <a:ext cx="0" cy="331"/>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08" name="Rectangle 12">
              <a:extLst>
                <a:ext uri="{FF2B5EF4-FFF2-40B4-BE49-F238E27FC236}">
                  <a16:creationId xmlns:a16="http://schemas.microsoft.com/office/drawing/2014/main" id="{EF00FE7B-70B5-415D-BF57-2947FD153DF8}"/>
                </a:ext>
              </a:extLst>
            </p:cNvPr>
            <p:cNvSpPr>
              <a:spLocks noChangeArrowheads="1"/>
            </p:cNvSpPr>
            <p:nvPr/>
          </p:nvSpPr>
          <p:spPr bwMode="auto">
            <a:xfrm>
              <a:off x="293" y="3223"/>
              <a:ext cx="552" cy="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a:latin typeface="+mn-lt"/>
                  <a:ea typeface="+mn-ea"/>
                  <a:cs typeface="+mn-ea"/>
                  <a:sym typeface="+mn-lt"/>
                </a:rPr>
                <a:t>head</a:t>
              </a:r>
            </a:p>
          </p:txBody>
        </p:sp>
        <p:sp>
          <p:nvSpPr>
            <p:cNvPr id="80909" name="Line 13">
              <a:extLst>
                <a:ext uri="{FF2B5EF4-FFF2-40B4-BE49-F238E27FC236}">
                  <a16:creationId xmlns:a16="http://schemas.microsoft.com/office/drawing/2014/main" id="{8D92A031-2521-4C53-B023-1BD438F07C45}"/>
                </a:ext>
              </a:extLst>
            </p:cNvPr>
            <p:cNvSpPr>
              <a:spLocks noChangeShapeType="1"/>
            </p:cNvSpPr>
            <p:nvPr/>
          </p:nvSpPr>
          <p:spPr bwMode="auto">
            <a:xfrm>
              <a:off x="293" y="3179"/>
              <a:ext cx="552"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10" name="Line 14">
              <a:extLst>
                <a:ext uri="{FF2B5EF4-FFF2-40B4-BE49-F238E27FC236}">
                  <a16:creationId xmlns:a16="http://schemas.microsoft.com/office/drawing/2014/main" id="{4371F4B6-AE4E-4580-A628-0B96983F1031}"/>
                </a:ext>
              </a:extLst>
            </p:cNvPr>
            <p:cNvSpPr>
              <a:spLocks noChangeShapeType="1"/>
            </p:cNvSpPr>
            <p:nvPr/>
          </p:nvSpPr>
          <p:spPr bwMode="auto">
            <a:xfrm>
              <a:off x="293" y="3466"/>
              <a:ext cx="552"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11" name="Line 15">
              <a:extLst>
                <a:ext uri="{FF2B5EF4-FFF2-40B4-BE49-F238E27FC236}">
                  <a16:creationId xmlns:a16="http://schemas.microsoft.com/office/drawing/2014/main" id="{47B0BBD7-C2D8-403A-B274-38E468941925}"/>
                </a:ext>
              </a:extLst>
            </p:cNvPr>
            <p:cNvSpPr>
              <a:spLocks noChangeShapeType="1"/>
            </p:cNvSpPr>
            <p:nvPr/>
          </p:nvSpPr>
          <p:spPr bwMode="auto">
            <a:xfrm>
              <a:off x="293" y="3179"/>
              <a:ext cx="0" cy="28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12" name="Line 16">
              <a:extLst>
                <a:ext uri="{FF2B5EF4-FFF2-40B4-BE49-F238E27FC236}">
                  <a16:creationId xmlns:a16="http://schemas.microsoft.com/office/drawing/2014/main" id="{BBC40087-C845-4DB7-B61C-71BD442C9868}"/>
                </a:ext>
              </a:extLst>
            </p:cNvPr>
            <p:cNvSpPr>
              <a:spLocks noChangeShapeType="1"/>
            </p:cNvSpPr>
            <p:nvPr/>
          </p:nvSpPr>
          <p:spPr bwMode="auto">
            <a:xfrm>
              <a:off x="845" y="3179"/>
              <a:ext cx="0" cy="28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13" name="Line 17">
              <a:extLst>
                <a:ext uri="{FF2B5EF4-FFF2-40B4-BE49-F238E27FC236}">
                  <a16:creationId xmlns:a16="http://schemas.microsoft.com/office/drawing/2014/main" id="{BA6E40B5-4714-4A80-93C3-809DE23E7EE1}"/>
                </a:ext>
              </a:extLst>
            </p:cNvPr>
            <p:cNvSpPr>
              <a:spLocks noChangeShapeType="1"/>
            </p:cNvSpPr>
            <p:nvPr/>
          </p:nvSpPr>
          <p:spPr bwMode="auto">
            <a:xfrm>
              <a:off x="877" y="3321"/>
              <a:ext cx="288"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14" name="Rectangle 18">
              <a:extLst>
                <a:ext uri="{FF2B5EF4-FFF2-40B4-BE49-F238E27FC236}">
                  <a16:creationId xmlns:a16="http://schemas.microsoft.com/office/drawing/2014/main" id="{E323D294-015D-440C-BA9C-5C69A26FAD95}"/>
                </a:ext>
              </a:extLst>
            </p:cNvPr>
            <p:cNvSpPr>
              <a:spLocks noChangeArrowheads="1"/>
            </p:cNvSpPr>
            <p:nvPr/>
          </p:nvSpPr>
          <p:spPr bwMode="auto">
            <a:xfrm>
              <a:off x="2921" y="3173"/>
              <a:ext cx="163"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a:latin typeface="+mn-lt"/>
                <a:ea typeface="+mn-ea"/>
                <a:cs typeface="+mn-ea"/>
                <a:sym typeface="+mn-lt"/>
              </a:endParaRPr>
            </a:p>
          </p:txBody>
        </p:sp>
        <p:sp>
          <p:nvSpPr>
            <p:cNvPr id="80915" name="Rectangle 19">
              <a:extLst>
                <a:ext uri="{FF2B5EF4-FFF2-40B4-BE49-F238E27FC236}">
                  <a16:creationId xmlns:a16="http://schemas.microsoft.com/office/drawing/2014/main" id="{83D8B31A-A66C-434E-BF45-83904F64BFAF}"/>
                </a:ext>
              </a:extLst>
            </p:cNvPr>
            <p:cNvSpPr>
              <a:spLocks noChangeArrowheads="1"/>
            </p:cNvSpPr>
            <p:nvPr/>
          </p:nvSpPr>
          <p:spPr bwMode="auto">
            <a:xfrm>
              <a:off x="2268" y="3173"/>
              <a:ext cx="653"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dirty="0">
                  <a:solidFill>
                    <a:srgbClr val="FF0000"/>
                  </a:solidFill>
                  <a:latin typeface="+mn-lt"/>
                  <a:ea typeface="+mn-ea"/>
                  <a:cs typeface="+mn-ea"/>
                  <a:sym typeface="+mn-lt"/>
                </a:rPr>
                <a:t>a</a:t>
              </a:r>
              <a:r>
                <a:rPr lang="en-US" altLang="zh-CN" baseline="-8000" dirty="0">
                  <a:solidFill>
                    <a:srgbClr val="FF0000"/>
                  </a:solidFill>
                  <a:latin typeface="+mn-lt"/>
                  <a:ea typeface="+mn-ea"/>
                  <a:cs typeface="+mn-ea"/>
                  <a:sym typeface="+mn-lt"/>
                </a:rPr>
                <a:t>2</a:t>
              </a:r>
            </a:p>
          </p:txBody>
        </p:sp>
        <p:sp>
          <p:nvSpPr>
            <p:cNvPr id="80916" name="Line 20">
              <a:extLst>
                <a:ext uri="{FF2B5EF4-FFF2-40B4-BE49-F238E27FC236}">
                  <a16:creationId xmlns:a16="http://schemas.microsoft.com/office/drawing/2014/main" id="{880797CF-43C9-4BF5-BACB-3B2DB141EF7F}"/>
                </a:ext>
              </a:extLst>
            </p:cNvPr>
            <p:cNvSpPr>
              <a:spLocks noChangeShapeType="1"/>
            </p:cNvSpPr>
            <p:nvPr/>
          </p:nvSpPr>
          <p:spPr bwMode="auto">
            <a:xfrm>
              <a:off x="2268" y="3173"/>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17" name="Line 21">
              <a:extLst>
                <a:ext uri="{FF2B5EF4-FFF2-40B4-BE49-F238E27FC236}">
                  <a16:creationId xmlns:a16="http://schemas.microsoft.com/office/drawing/2014/main" id="{E84FAEA9-D128-495A-A051-A8CFF1DA79C0}"/>
                </a:ext>
              </a:extLst>
            </p:cNvPr>
            <p:cNvSpPr>
              <a:spLocks noChangeShapeType="1"/>
            </p:cNvSpPr>
            <p:nvPr/>
          </p:nvSpPr>
          <p:spPr bwMode="auto">
            <a:xfrm>
              <a:off x="2268" y="3499"/>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18" name="Line 22">
              <a:extLst>
                <a:ext uri="{FF2B5EF4-FFF2-40B4-BE49-F238E27FC236}">
                  <a16:creationId xmlns:a16="http://schemas.microsoft.com/office/drawing/2014/main" id="{73EA6DC4-D520-40B9-BDF9-5123664391AB}"/>
                </a:ext>
              </a:extLst>
            </p:cNvPr>
            <p:cNvSpPr>
              <a:spLocks noChangeShapeType="1"/>
            </p:cNvSpPr>
            <p:nvPr/>
          </p:nvSpPr>
          <p:spPr bwMode="auto">
            <a:xfrm>
              <a:off x="2268" y="3173"/>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19" name="Line 23">
              <a:extLst>
                <a:ext uri="{FF2B5EF4-FFF2-40B4-BE49-F238E27FC236}">
                  <a16:creationId xmlns:a16="http://schemas.microsoft.com/office/drawing/2014/main" id="{CB1D0890-4908-4993-936C-03695907FFCB}"/>
                </a:ext>
              </a:extLst>
            </p:cNvPr>
            <p:cNvSpPr>
              <a:spLocks noChangeShapeType="1"/>
            </p:cNvSpPr>
            <p:nvPr/>
          </p:nvSpPr>
          <p:spPr bwMode="auto">
            <a:xfrm>
              <a:off x="2921" y="3173"/>
              <a:ext cx="0" cy="326"/>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20" name="Line 24">
              <a:extLst>
                <a:ext uri="{FF2B5EF4-FFF2-40B4-BE49-F238E27FC236}">
                  <a16:creationId xmlns:a16="http://schemas.microsoft.com/office/drawing/2014/main" id="{81088972-E4F7-477E-B139-FACA8CF9C85B}"/>
                </a:ext>
              </a:extLst>
            </p:cNvPr>
            <p:cNvSpPr>
              <a:spLocks noChangeShapeType="1"/>
            </p:cNvSpPr>
            <p:nvPr/>
          </p:nvSpPr>
          <p:spPr bwMode="auto">
            <a:xfrm>
              <a:off x="3084" y="3173"/>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21" name="Rectangle 25">
              <a:extLst>
                <a:ext uri="{FF2B5EF4-FFF2-40B4-BE49-F238E27FC236}">
                  <a16:creationId xmlns:a16="http://schemas.microsoft.com/office/drawing/2014/main" id="{AECC8E03-B781-4F01-8E7B-7112F2E891EA}"/>
                </a:ext>
              </a:extLst>
            </p:cNvPr>
            <p:cNvSpPr>
              <a:spLocks noChangeArrowheads="1"/>
            </p:cNvSpPr>
            <p:nvPr/>
          </p:nvSpPr>
          <p:spPr bwMode="auto">
            <a:xfrm>
              <a:off x="4428" y="3169"/>
              <a:ext cx="525"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dirty="0">
                  <a:solidFill>
                    <a:srgbClr val="FF0000"/>
                  </a:solidFill>
                  <a:latin typeface="+mn-lt"/>
                  <a:ea typeface="+mn-ea"/>
                  <a:cs typeface="+mn-ea"/>
                  <a:sym typeface="+mn-lt"/>
                </a:rPr>
                <a:t>a</a:t>
              </a:r>
              <a:r>
                <a:rPr lang="en-US" altLang="zh-CN" baseline="-8000" dirty="0">
                  <a:solidFill>
                    <a:srgbClr val="FF0000"/>
                  </a:solidFill>
                  <a:latin typeface="+mn-lt"/>
                  <a:ea typeface="+mn-ea"/>
                  <a:cs typeface="+mn-ea"/>
                  <a:sym typeface="+mn-lt"/>
                </a:rPr>
                <a:t>n</a:t>
              </a:r>
            </a:p>
          </p:txBody>
        </p:sp>
        <p:sp>
          <p:nvSpPr>
            <p:cNvPr id="80922" name="Line 26">
              <a:extLst>
                <a:ext uri="{FF2B5EF4-FFF2-40B4-BE49-F238E27FC236}">
                  <a16:creationId xmlns:a16="http://schemas.microsoft.com/office/drawing/2014/main" id="{5FFB99D4-18AB-4D4E-8AFB-15E3676B1096}"/>
                </a:ext>
              </a:extLst>
            </p:cNvPr>
            <p:cNvSpPr>
              <a:spLocks noChangeShapeType="1"/>
            </p:cNvSpPr>
            <p:nvPr/>
          </p:nvSpPr>
          <p:spPr bwMode="auto">
            <a:xfrm>
              <a:off x="4428" y="3173"/>
              <a:ext cx="1071" cy="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23" name="Line 27">
              <a:extLst>
                <a:ext uri="{FF2B5EF4-FFF2-40B4-BE49-F238E27FC236}">
                  <a16:creationId xmlns:a16="http://schemas.microsoft.com/office/drawing/2014/main" id="{685A9395-9769-4540-9519-6731A2F8CDCB}"/>
                </a:ext>
              </a:extLst>
            </p:cNvPr>
            <p:cNvSpPr>
              <a:spLocks noChangeShapeType="1"/>
            </p:cNvSpPr>
            <p:nvPr/>
          </p:nvSpPr>
          <p:spPr bwMode="auto">
            <a:xfrm>
              <a:off x="4428" y="3497"/>
              <a:ext cx="1071" cy="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24" name="Line 28">
              <a:extLst>
                <a:ext uri="{FF2B5EF4-FFF2-40B4-BE49-F238E27FC236}">
                  <a16:creationId xmlns:a16="http://schemas.microsoft.com/office/drawing/2014/main" id="{3002C58F-92D5-4D24-A2DF-DE755B614829}"/>
                </a:ext>
              </a:extLst>
            </p:cNvPr>
            <p:cNvSpPr>
              <a:spLocks noChangeShapeType="1"/>
            </p:cNvSpPr>
            <p:nvPr/>
          </p:nvSpPr>
          <p:spPr bwMode="auto">
            <a:xfrm>
              <a:off x="4428" y="3173"/>
              <a:ext cx="0" cy="331"/>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25" name="Line 29">
              <a:extLst>
                <a:ext uri="{FF2B5EF4-FFF2-40B4-BE49-F238E27FC236}">
                  <a16:creationId xmlns:a16="http://schemas.microsoft.com/office/drawing/2014/main" id="{0524F16E-E4F6-4F6A-98F0-186C1F60C4F5}"/>
                </a:ext>
              </a:extLst>
            </p:cNvPr>
            <p:cNvSpPr>
              <a:spLocks noChangeShapeType="1"/>
            </p:cNvSpPr>
            <p:nvPr/>
          </p:nvSpPr>
          <p:spPr bwMode="auto">
            <a:xfrm>
              <a:off x="4947" y="3180"/>
              <a:ext cx="0" cy="33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26" name="Line 30">
              <a:extLst>
                <a:ext uri="{FF2B5EF4-FFF2-40B4-BE49-F238E27FC236}">
                  <a16:creationId xmlns:a16="http://schemas.microsoft.com/office/drawing/2014/main" id="{84AB540D-722D-4BA1-AB36-7FA23F775AAC}"/>
                </a:ext>
              </a:extLst>
            </p:cNvPr>
            <p:cNvSpPr>
              <a:spLocks noChangeShapeType="1"/>
            </p:cNvSpPr>
            <p:nvPr/>
          </p:nvSpPr>
          <p:spPr bwMode="auto">
            <a:xfrm>
              <a:off x="5499" y="3180"/>
              <a:ext cx="0" cy="312"/>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27" name="Rectangle 31">
              <a:extLst>
                <a:ext uri="{FF2B5EF4-FFF2-40B4-BE49-F238E27FC236}">
                  <a16:creationId xmlns:a16="http://schemas.microsoft.com/office/drawing/2014/main" id="{AAE614D5-0154-41D0-A771-3C739C204475}"/>
                </a:ext>
              </a:extLst>
            </p:cNvPr>
            <p:cNvSpPr>
              <a:spLocks noChangeArrowheads="1"/>
            </p:cNvSpPr>
            <p:nvPr/>
          </p:nvSpPr>
          <p:spPr bwMode="auto">
            <a:xfrm>
              <a:off x="3977" y="3173"/>
              <a:ext cx="163"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a:latin typeface="+mn-lt"/>
                <a:ea typeface="+mn-ea"/>
                <a:cs typeface="+mn-ea"/>
                <a:sym typeface="+mn-lt"/>
              </a:endParaRPr>
            </a:p>
          </p:txBody>
        </p:sp>
        <p:sp>
          <p:nvSpPr>
            <p:cNvPr id="80928" name="Rectangle 32">
              <a:extLst>
                <a:ext uri="{FF2B5EF4-FFF2-40B4-BE49-F238E27FC236}">
                  <a16:creationId xmlns:a16="http://schemas.microsoft.com/office/drawing/2014/main" id="{CFF52044-51FB-45A7-AA25-72B6F3E52795}"/>
                </a:ext>
              </a:extLst>
            </p:cNvPr>
            <p:cNvSpPr>
              <a:spLocks noChangeArrowheads="1"/>
            </p:cNvSpPr>
            <p:nvPr/>
          </p:nvSpPr>
          <p:spPr bwMode="auto">
            <a:xfrm>
              <a:off x="3372" y="3166"/>
              <a:ext cx="61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dirty="0">
                  <a:latin typeface="+mn-lt"/>
                  <a:ea typeface="+mn-ea"/>
                  <a:cs typeface="+mn-ea"/>
                  <a:sym typeface="+mn-lt"/>
                </a:rPr>
                <a:t>……</a:t>
              </a:r>
            </a:p>
          </p:txBody>
        </p:sp>
        <p:sp>
          <p:nvSpPr>
            <p:cNvPr id="80929" name="Line 33">
              <a:extLst>
                <a:ext uri="{FF2B5EF4-FFF2-40B4-BE49-F238E27FC236}">
                  <a16:creationId xmlns:a16="http://schemas.microsoft.com/office/drawing/2014/main" id="{1C20CB64-A007-469D-B29D-8E9E1AD77E89}"/>
                </a:ext>
              </a:extLst>
            </p:cNvPr>
            <p:cNvSpPr>
              <a:spLocks noChangeShapeType="1"/>
            </p:cNvSpPr>
            <p:nvPr/>
          </p:nvSpPr>
          <p:spPr bwMode="auto">
            <a:xfrm>
              <a:off x="3372" y="3173"/>
              <a:ext cx="774"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30" name="Line 34">
              <a:extLst>
                <a:ext uri="{FF2B5EF4-FFF2-40B4-BE49-F238E27FC236}">
                  <a16:creationId xmlns:a16="http://schemas.microsoft.com/office/drawing/2014/main" id="{A4A781EB-1442-4BEE-A614-46A2BF64884B}"/>
                </a:ext>
              </a:extLst>
            </p:cNvPr>
            <p:cNvSpPr>
              <a:spLocks noChangeShapeType="1"/>
            </p:cNvSpPr>
            <p:nvPr/>
          </p:nvSpPr>
          <p:spPr bwMode="auto">
            <a:xfrm>
              <a:off x="3372" y="3503"/>
              <a:ext cx="774"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31" name="Line 35">
              <a:extLst>
                <a:ext uri="{FF2B5EF4-FFF2-40B4-BE49-F238E27FC236}">
                  <a16:creationId xmlns:a16="http://schemas.microsoft.com/office/drawing/2014/main" id="{EAD1D313-D546-4811-8704-A10C9638D810}"/>
                </a:ext>
              </a:extLst>
            </p:cNvPr>
            <p:cNvSpPr>
              <a:spLocks noChangeShapeType="1"/>
            </p:cNvSpPr>
            <p:nvPr/>
          </p:nvSpPr>
          <p:spPr bwMode="auto">
            <a:xfrm>
              <a:off x="3372" y="3173"/>
              <a:ext cx="0" cy="331"/>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32" name="Line 36">
              <a:extLst>
                <a:ext uri="{FF2B5EF4-FFF2-40B4-BE49-F238E27FC236}">
                  <a16:creationId xmlns:a16="http://schemas.microsoft.com/office/drawing/2014/main" id="{E61E4056-EADD-432C-9512-C3E863BFF62E}"/>
                </a:ext>
              </a:extLst>
            </p:cNvPr>
            <p:cNvSpPr>
              <a:spLocks noChangeShapeType="1"/>
            </p:cNvSpPr>
            <p:nvPr/>
          </p:nvSpPr>
          <p:spPr bwMode="auto">
            <a:xfrm>
              <a:off x="3977" y="3173"/>
              <a:ext cx="0" cy="331"/>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33" name="Line 37">
              <a:extLst>
                <a:ext uri="{FF2B5EF4-FFF2-40B4-BE49-F238E27FC236}">
                  <a16:creationId xmlns:a16="http://schemas.microsoft.com/office/drawing/2014/main" id="{2826300D-3638-4A3B-ACD7-EBCF0A0680F4}"/>
                </a:ext>
              </a:extLst>
            </p:cNvPr>
            <p:cNvSpPr>
              <a:spLocks noChangeShapeType="1"/>
            </p:cNvSpPr>
            <p:nvPr/>
          </p:nvSpPr>
          <p:spPr bwMode="auto">
            <a:xfrm>
              <a:off x="4140" y="3173"/>
              <a:ext cx="0" cy="331"/>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34" name="Line 38">
              <a:extLst>
                <a:ext uri="{FF2B5EF4-FFF2-40B4-BE49-F238E27FC236}">
                  <a16:creationId xmlns:a16="http://schemas.microsoft.com/office/drawing/2014/main" id="{1AE225DE-872D-4CCC-B6A5-EAB95A5BE2D0}"/>
                </a:ext>
              </a:extLst>
            </p:cNvPr>
            <p:cNvSpPr>
              <a:spLocks noChangeShapeType="1"/>
            </p:cNvSpPr>
            <p:nvPr/>
          </p:nvSpPr>
          <p:spPr bwMode="auto">
            <a:xfrm>
              <a:off x="1884" y="3317"/>
              <a:ext cx="384"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35" name="Line 39">
              <a:extLst>
                <a:ext uri="{FF2B5EF4-FFF2-40B4-BE49-F238E27FC236}">
                  <a16:creationId xmlns:a16="http://schemas.microsoft.com/office/drawing/2014/main" id="{7006CAC2-F365-4AE1-A69E-1E061A0C76D8}"/>
                </a:ext>
              </a:extLst>
            </p:cNvPr>
            <p:cNvSpPr>
              <a:spLocks noChangeShapeType="1"/>
            </p:cNvSpPr>
            <p:nvPr/>
          </p:nvSpPr>
          <p:spPr bwMode="auto">
            <a:xfrm>
              <a:off x="2988" y="3317"/>
              <a:ext cx="384"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36" name="Line 40">
              <a:extLst>
                <a:ext uri="{FF2B5EF4-FFF2-40B4-BE49-F238E27FC236}">
                  <a16:creationId xmlns:a16="http://schemas.microsoft.com/office/drawing/2014/main" id="{D9F47F11-3E93-472F-9F3B-A558E4320D89}"/>
                </a:ext>
              </a:extLst>
            </p:cNvPr>
            <p:cNvSpPr>
              <a:spLocks noChangeShapeType="1"/>
            </p:cNvSpPr>
            <p:nvPr/>
          </p:nvSpPr>
          <p:spPr bwMode="auto">
            <a:xfrm>
              <a:off x="4044" y="3317"/>
              <a:ext cx="384"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37" name="Rectangle 41">
              <a:extLst>
                <a:ext uri="{FF2B5EF4-FFF2-40B4-BE49-F238E27FC236}">
                  <a16:creationId xmlns:a16="http://schemas.microsoft.com/office/drawing/2014/main" id="{4F03393F-1A43-4D0B-BE75-C7C2C1BB936A}"/>
                </a:ext>
              </a:extLst>
            </p:cNvPr>
            <p:cNvSpPr>
              <a:spLocks noChangeArrowheads="1"/>
            </p:cNvSpPr>
            <p:nvPr/>
          </p:nvSpPr>
          <p:spPr bwMode="auto">
            <a:xfrm>
              <a:off x="4947" y="3180"/>
              <a:ext cx="552" cy="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dirty="0">
                  <a:latin typeface="+mn-lt"/>
                  <a:ea typeface="+mn-ea"/>
                  <a:cs typeface="+mn-ea"/>
                  <a:sym typeface="+mn-lt"/>
                </a:rPr>
                <a:t>head</a:t>
              </a:r>
            </a:p>
          </p:txBody>
        </p:sp>
        <p:sp>
          <p:nvSpPr>
            <p:cNvPr id="80938" name="Line 42">
              <a:extLst>
                <a:ext uri="{FF2B5EF4-FFF2-40B4-BE49-F238E27FC236}">
                  <a16:creationId xmlns:a16="http://schemas.microsoft.com/office/drawing/2014/main" id="{77C7F9A5-49F6-40D8-B28E-C942DE578714}"/>
                </a:ext>
              </a:extLst>
            </p:cNvPr>
            <p:cNvSpPr>
              <a:spLocks noChangeShapeType="1"/>
            </p:cNvSpPr>
            <p:nvPr/>
          </p:nvSpPr>
          <p:spPr bwMode="auto">
            <a:xfrm>
              <a:off x="5367" y="3510"/>
              <a:ext cx="0" cy="2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39" name="Line 43">
              <a:extLst>
                <a:ext uri="{FF2B5EF4-FFF2-40B4-BE49-F238E27FC236}">
                  <a16:creationId xmlns:a16="http://schemas.microsoft.com/office/drawing/2014/main" id="{4DBC2E61-FBA9-40B1-95FD-42350BDDE9B1}"/>
                </a:ext>
              </a:extLst>
            </p:cNvPr>
            <p:cNvSpPr>
              <a:spLocks noChangeShapeType="1"/>
            </p:cNvSpPr>
            <p:nvPr/>
          </p:nvSpPr>
          <p:spPr bwMode="auto">
            <a:xfrm flipH="1">
              <a:off x="979" y="3761"/>
              <a:ext cx="439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0940" name="Line 44">
              <a:extLst>
                <a:ext uri="{FF2B5EF4-FFF2-40B4-BE49-F238E27FC236}">
                  <a16:creationId xmlns:a16="http://schemas.microsoft.com/office/drawing/2014/main" id="{2D38F63A-0DF2-4F4A-9CE2-85E4BF1B0D4C}"/>
                </a:ext>
              </a:extLst>
            </p:cNvPr>
            <p:cNvSpPr>
              <a:spLocks noChangeShapeType="1"/>
            </p:cNvSpPr>
            <p:nvPr/>
          </p:nvSpPr>
          <p:spPr bwMode="auto">
            <a:xfrm flipV="1">
              <a:off x="979" y="3365"/>
              <a:ext cx="0" cy="39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grpSp>
      <p:sp>
        <p:nvSpPr>
          <p:cNvPr id="470061" name="Rectangle 45">
            <a:extLst>
              <a:ext uri="{FF2B5EF4-FFF2-40B4-BE49-F238E27FC236}">
                <a16:creationId xmlns:a16="http://schemas.microsoft.com/office/drawing/2014/main" id="{AD1871CD-170A-442E-A583-8BB7EE4392CE}"/>
              </a:ext>
            </a:extLst>
          </p:cNvPr>
          <p:cNvSpPr>
            <a:spLocks noChangeArrowheads="1"/>
          </p:cNvSpPr>
          <p:nvPr/>
        </p:nvSpPr>
        <p:spPr bwMode="auto">
          <a:xfrm>
            <a:off x="311150" y="3805238"/>
            <a:ext cx="282098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ym typeface="+mn-lt"/>
              </a:rPr>
              <a:t>循环链表示意图：</a:t>
            </a:r>
          </a:p>
        </p:txBody>
      </p:sp>
      <p:sp>
        <p:nvSpPr>
          <p:cNvPr id="470062" name="Text Box 46">
            <a:extLst>
              <a:ext uri="{FF2B5EF4-FFF2-40B4-BE49-F238E27FC236}">
                <a16:creationId xmlns:a16="http://schemas.microsoft.com/office/drawing/2014/main" id="{9F761F17-A3DD-497C-8177-8CE71AD1CE06}"/>
              </a:ext>
            </a:extLst>
          </p:cNvPr>
          <p:cNvSpPr txBox="1">
            <a:spLocks noChangeArrowheads="1"/>
          </p:cNvSpPr>
          <p:nvPr/>
        </p:nvSpPr>
        <p:spPr bwMode="auto">
          <a:xfrm>
            <a:off x="311150" y="1287463"/>
            <a:ext cx="8685213" cy="2012950"/>
          </a:xfrm>
          <a:prstGeom prst="rect">
            <a:avLst/>
          </a:prstGeom>
          <a:noFill/>
          <a:ln>
            <a:noFill/>
          </a:ln>
        </p:spPr>
        <p:txBody>
          <a:bodyPr>
            <a:spAutoFit/>
          </a:bodyPr>
          <a:lstStyle>
            <a:lvl1pPr marL="579438" indent="-579438">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en-US" altLang="zh-CN">
                <a:solidFill>
                  <a:schemeClr val="accent2"/>
                </a:solidFill>
                <a:sym typeface="+mn-lt"/>
              </a:rPr>
              <a:t>3</a:t>
            </a:r>
            <a:r>
              <a:rPr lang="zh-CN" altLang="en-US">
                <a:solidFill>
                  <a:schemeClr val="accent2"/>
                </a:solidFill>
                <a:sym typeface="+mn-lt"/>
              </a:rPr>
              <a:t>、单链表、双链表、循环链表：</a:t>
            </a:r>
            <a:r>
              <a:rPr lang="zh-CN" altLang="en-US">
                <a:sym typeface="+mn-lt"/>
              </a:rPr>
              <a:t> </a:t>
            </a:r>
          </a:p>
          <a:p>
            <a:pPr eaLnBrk="1" hangingPunct="1"/>
            <a:r>
              <a:rPr lang="zh-CN" altLang="en-US">
                <a:sym typeface="+mn-lt"/>
              </a:rPr>
              <a:t>      结点只有一个指针域的链表，称为</a:t>
            </a:r>
            <a:r>
              <a:rPr lang="zh-CN" altLang="en-US">
                <a:solidFill>
                  <a:srgbClr val="FF0000"/>
                </a:solidFill>
                <a:sym typeface="+mn-lt"/>
              </a:rPr>
              <a:t>单链表</a:t>
            </a:r>
            <a:r>
              <a:rPr lang="zh-CN" altLang="en-US">
                <a:sym typeface="+mn-lt"/>
              </a:rPr>
              <a:t>或</a:t>
            </a:r>
            <a:r>
              <a:rPr lang="zh-CN" altLang="en-US">
                <a:solidFill>
                  <a:srgbClr val="FF0000"/>
                </a:solidFill>
                <a:sym typeface="+mn-lt"/>
              </a:rPr>
              <a:t>线性链表</a:t>
            </a:r>
          </a:p>
          <a:p>
            <a:pPr eaLnBrk="1" hangingPunct="1"/>
            <a:r>
              <a:rPr lang="zh-CN" altLang="en-US">
                <a:sym typeface="+mn-lt"/>
              </a:rPr>
              <a:t>      有两个指针域的链表，称为</a:t>
            </a:r>
            <a:r>
              <a:rPr lang="zh-CN" altLang="en-US">
                <a:solidFill>
                  <a:srgbClr val="FF0000"/>
                </a:solidFill>
                <a:sym typeface="+mn-lt"/>
              </a:rPr>
              <a:t>双链表</a:t>
            </a:r>
            <a:endParaRPr lang="zh-CN" altLang="en-US">
              <a:sym typeface="+mn-lt"/>
            </a:endParaRPr>
          </a:p>
          <a:p>
            <a:pPr eaLnBrk="1" hangingPunct="1"/>
            <a:r>
              <a:rPr lang="zh-CN" altLang="en-US">
                <a:sym typeface="+mn-lt"/>
              </a:rPr>
              <a:t>      首尾相接的链表称为</a:t>
            </a:r>
            <a:r>
              <a:rPr lang="zh-CN" altLang="en-US">
                <a:solidFill>
                  <a:srgbClr val="FF0000"/>
                </a:solidFill>
                <a:sym typeface="+mn-lt"/>
              </a:rPr>
              <a:t>循环链表</a:t>
            </a:r>
          </a:p>
        </p:txBody>
      </p:sp>
      <p:sp>
        <p:nvSpPr>
          <p:cNvPr id="46" name="Rectangle 4">
            <a:extLst>
              <a:ext uri="{FF2B5EF4-FFF2-40B4-BE49-F238E27FC236}">
                <a16:creationId xmlns:a16="http://schemas.microsoft.com/office/drawing/2014/main" id="{FE66476A-6DCC-4C6D-8BCB-33F112857852}"/>
              </a:ext>
            </a:extLst>
          </p:cNvPr>
          <p:cNvSpPr>
            <a:spLocks noChangeArrowheads="1"/>
          </p:cNvSpPr>
          <p:nvPr/>
        </p:nvSpPr>
        <p:spPr bwMode="auto">
          <a:xfrm>
            <a:off x="900113" y="63500"/>
            <a:ext cx="5334000" cy="808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与链式存储有关的术语</a:t>
            </a:r>
          </a:p>
        </p:txBody>
      </p:sp>
      <p:sp>
        <p:nvSpPr>
          <p:cNvPr id="47" name="Freeform 34">
            <a:extLst>
              <a:ext uri="{FF2B5EF4-FFF2-40B4-BE49-F238E27FC236}">
                <a16:creationId xmlns:a16="http://schemas.microsoft.com/office/drawing/2014/main" id="{5E8E6768-7C99-5942-85B8-E8AF53F8B8F6}"/>
              </a:ext>
            </a:extLst>
          </p:cNvPr>
          <p:cNvSpPr>
            <a:spLocks/>
          </p:cNvSpPr>
          <p:nvPr/>
        </p:nvSpPr>
        <p:spPr bwMode="auto">
          <a:xfrm>
            <a:off x="422275" y="1968500"/>
            <a:ext cx="220663" cy="139700"/>
          </a:xfrm>
          <a:custGeom>
            <a:avLst/>
            <a:gdLst>
              <a:gd name="T0" fmla="*/ 2147483646 w 122"/>
              <a:gd name="T1" fmla="*/ 2147483646 h 53"/>
              <a:gd name="T2" fmla="*/ 2147483646 w 122"/>
              <a:gd name="T3" fmla="*/ 0 h 53"/>
              <a:gd name="T4" fmla="*/ 2147483646 w 122"/>
              <a:gd name="T5" fmla="*/ 0 h 53"/>
              <a:gd name="T6" fmla="*/ 0 w 122"/>
              <a:gd name="T7" fmla="*/ 2147483646 h 53"/>
              <a:gd name="T8" fmla="*/ 0 w 122"/>
              <a:gd name="T9" fmla="*/ 2147483646 h 53"/>
              <a:gd name="T10" fmla="*/ 2147483646 w 122"/>
              <a:gd name="T11" fmla="*/ 2147483646 h 53"/>
              <a:gd name="T12" fmla="*/ 2147483646 w 122"/>
              <a:gd name="T13" fmla="*/ 2147483646 h 53"/>
              <a:gd name="T14" fmla="*/ 2147483646 w 122"/>
              <a:gd name="T15" fmla="*/ 2147483646 h 5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22" h="53">
                <a:moveTo>
                  <a:pt x="122" y="27"/>
                </a:moveTo>
                <a:cubicBezTo>
                  <a:pt x="81" y="0"/>
                  <a:pt x="81" y="0"/>
                  <a:pt x="81" y="0"/>
                </a:cubicBezTo>
                <a:cubicBezTo>
                  <a:pt x="7" y="0"/>
                  <a:pt x="7" y="0"/>
                  <a:pt x="7" y="0"/>
                </a:cubicBezTo>
                <a:cubicBezTo>
                  <a:pt x="3" y="0"/>
                  <a:pt x="0" y="2"/>
                  <a:pt x="0" y="4"/>
                </a:cubicBezTo>
                <a:cubicBezTo>
                  <a:pt x="0" y="49"/>
                  <a:pt x="0" y="49"/>
                  <a:pt x="0" y="49"/>
                </a:cubicBezTo>
                <a:cubicBezTo>
                  <a:pt x="0" y="51"/>
                  <a:pt x="3" y="53"/>
                  <a:pt x="7" y="53"/>
                </a:cubicBezTo>
                <a:cubicBezTo>
                  <a:pt x="83" y="53"/>
                  <a:pt x="83" y="53"/>
                  <a:pt x="83" y="53"/>
                </a:cubicBezTo>
                <a:lnTo>
                  <a:pt x="122" y="27"/>
                </a:lnTo>
                <a:close/>
              </a:path>
            </a:pathLst>
          </a:custGeom>
          <a:solidFill>
            <a:srgbClr val="F8300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8" name="Freeform 34">
            <a:extLst>
              <a:ext uri="{FF2B5EF4-FFF2-40B4-BE49-F238E27FC236}">
                <a16:creationId xmlns:a16="http://schemas.microsoft.com/office/drawing/2014/main" id="{BAA3B15E-4422-C549-AC0C-5B04D29A6D07}"/>
              </a:ext>
            </a:extLst>
          </p:cNvPr>
          <p:cNvSpPr>
            <a:spLocks/>
          </p:cNvSpPr>
          <p:nvPr/>
        </p:nvSpPr>
        <p:spPr bwMode="auto">
          <a:xfrm>
            <a:off x="422275" y="2455863"/>
            <a:ext cx="220663" cy="139700"/>
          </a:xfrm>
          <a:custGeom>
            <a:avLst/>
            <a:gdLst>
              <a:gd name="T0" fmla="*/ 2147483646 w 122"/>
              <a:gd name="T1" fmla="*/ 2147483646 h 53"/>
              <a:gd name="T2" fmla="*/ 2147483646 w 122"/>
              <a:gd name="T3" fmla="*/ 0 h 53"/>
              <a:gd name="T4" fmla="*/ 2147483646 w 122"/>
              <a:gd name="T5" fmla="*/ 0 h 53"/>
              <a:gd name="T6" fmla="*/ 0 w 122"/>
              <a:gd name="T7" fmla="*/ 2147483646 h 53"/>
              <a:gd name="T8" fmla="*/ 0 w 122"/>
              <a:gd name="T9" fmla="*/ 2147483646 h 53"/>
              <a:gd name="T10" fmla="*/ 2147483646 w 122"/>
              <a:gd name="T11" fmla="*/ 2147483646 h 53"/>
              <a:gd name="T12" fmla="*/ 2147483646 w 122"/>
              <a:gd name="T13" fmla="*/ 2147483646 h 53"/>
              <a:gd name="T14" fmla="*/ 2147483646 w 122"/>
              <a:gd name="T15" fmla="*/ 2147483646 h 5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22" h="53">
                <a:moveTo>
                  <a:pt x="122" y="27"/>
                </a:moveTo>
                <a:cubicBezTo>
                  <a:pt x="81" y="0"/>
                  <a:pt x="81" y="0"/>
                  <a:pt x="81" y="0"/>
                </a:cubicBezTo>
                <a:cubicBezTo>
                  <a:pt x="7" y="0"/>
                  <a:pt x="7" y="0"/>
                  <a:pt x="7" y="0"/>
                </a:cubicBezTo>
                <a:cubicBezTo>
                  <a:pt x="3" y="0"/>
                  <a:pt x="0" y="2"/>
                  <a:pt x="0" y="4"/>
                </a:cubicBezTo>
                <a:cubicBezTo>
                  <a:pt x="0" y="49"/>
                  <a:pt x="0" y="49"/>
                  <a:pt x="0" y="49"/>
                </a:cubicBezTo>
                <a:cubicBezTo>
                  <a:pt x="0" y="51"/>
                  <a:pt x="3" y="53"/>
                  <a:pt x="7" y="53"/>
                </a:cubicBezTo>
                <a:cubicBezTo>
                  <a:pt x="83" y="53"/>
                  <a:pt x="83" y="53"/>
                  <a:pt x="83" y="53"/>
                </a:cubicBezTo>
                <a:lnTo>
                  <a:pt x="122" y="27"/>
                </a:lnTo>
                <a:close/>
              </a:path>
            </a:pathLst>
          </a:custGeom>
          <a:solidFill>
            <a:srgbClr val="F8300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9" name="Freeform 34">
            <a:extLst>
              <a:ext uri="{FF2B5EF4-FFF2-40B4-BE49-F238E27FC236}">
                <a16:creationId xmlns:a16="http://schemas.microsoft.com/office/drawing/2014/main" id="{25AB5EAE-F78F-494E-AA65-527CC944610C}"/>
              </a:ext>
            </a:extLst>
          </p:cNvPr>
          <p:cNvSpPr>
            <a:spLocks/>
          </p:cNvSpPr>
          <p:nvPr/>
        </p:nvSpPr>
        <p:spPr bwMode="auto">
          <a:xfrm>
            <a:off x="422275" y="2944813"/>
            <a:ext cx="220663" cy="138112"/>
          </a:xfrm>
          <a:custGeom>
            <a:avLst/>
            <a:gdLst>
              <a:gd name="T0" fmla="*/ 2147483646 w 122"/>
              <a:gd name="T1" fmla="*/ 2147483646 h 53"/>
              <a:gd name="T2" fmla="*/ 2147483646 w 122"/>
              <a:gd name="T3" fmla="*/ 0 h 53"/>
              <a:gd name="T4" fmla="*/ 2147483646 w 122"/>
              <a:gd name="T5" fmla="*/ 0 h 53"/>
              <a:gd name="T6" fmla="*/ 0 w 122"/>
              <a:gd name="T7" fmla="*/ 2147483646 h 53"/>
              <a:gd name="T8" fmla="*/ 0 w 122"/>
              <a:gd name="T9" fmla="*/ 2147483646 h 53"/>
              <a:gd name="T10" fmla="*/ 2147483646 w 122"/>
              <a:gd name="T11" fmla="*/ 2147483646 h 53"/>
              <a:gd name="T12" fmla="*/ 2147483646 w 122"/>
              <a:gd name="T13" fmla="*/ 2147483646 h 53"/>
              <a:gd name="T14" fmla="*/ 2147483646 w 122"/>
              <a:gd name="T15" fmla="*/ 2147483646 h 5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22" h="53">
                <a:moveTo>
                  <a:pt x="122" y="27"/>
                </a:moveTo>
                <a:cubicBezTo>
                  <a:pt x="81" y="0"/>
                  <a:pt x="81" y="0"/>
                  <a:pt x="81" y="0"/>
                </a:cubicBezTo>
                <a:cubicBezTo>
                  <a:pt x="7" y="0"/>
                  <a:pt x="7" y="0"/>
                  <a:pt x="7" y="0"/>
                </a:cubicBezTo>
                <a:cubicBezTo>
                  <a:pt x="3" y="0"/>
                  <a:pt x="0" y="2"/>
                  <a:pt x="0" y="4"/>
                </a:cubicBezTo>
                <a:cubicBezTo>
                  <a:pt x="0" y="49"/>
                  <a:pt x="0" y="49"/>
                  <a:pt x="0" y="49"/>
                </a:cubicBezTo>
                <a:cubicBezTo>
                  <a:pt x="0" y="51"/>
                  <a:pt x="3" y="53"/>
                  <a:pt x="7" y="53"/>
                </a:cubicBezTo>
                <a:cubicBezTo>
                  <a:pt x="83" y="53"/>
                  <a:pt x="83" y="53"/>
                  <a:pt x="83" y="53"/>
                </a:cubicBezTo>
                <a:lnTo>
                  <a:pt x="122" y="27"/>
                </a:lnTo>
                <a:close/>
              </a:path>
            </a:pathLst>
          </a:custGeom>
          <a:solidFill>
            <a:srgbClr val="F8300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cxnSp>
        <p:nvCxnSpPr>
          <p:cNvPr id="4" name="直接连接符 3">
            <a:extLst>
              <a:ext uri="{FF2B5EF4-FFF2-40B4-BE49-F238E27FC236}">
                <a16:creationId xmlns:a16="http://schemas.microsoft.com/office/drawing/2014/main" id="{34B18E45-35FB-9B4D-A739-657FA8361B85}"/>
              </a:ext>
            </a:extLst>
          </p:cNvPr>
          <p:cNvCxnSpPr>
            <a:cxnSpLocks noChangeShapeType="1"/>
          </p:cNvCxnSpPr>
          <p:nvPr/>
        </p:nvCxnSpPr>
        <p:spPr bwMode="auto">
          <a:xfrm>
            <a:off x="360363" y="3573463"/>
            <a:ext cx="8582025" cy="0"/>
          </a:xfrm>
          <a:prstGeom prst="line">
            <a:avLst/>
          </a:prstGeom>
          <a:noFill/>
          <a:ln w="9525" algn="ctr">
            <a:solidFill>
              <a:srgbClr val="8585E0"/>
            </a:solidFill>
            <a:round/>
            <a:headEnd/>
            <a:tailEnd/>
          </a:ln>
          <a:extLst>
            <a:ext uri="{909E8E84-426E-40DD-AFC4-6F175D3DCCD1}">
              <a14:hiddenFill xmlns:a14="http://schemas.microsoft.com/office/drawing/2010/main">
                <a:noFill/>
              </a14:hiddenFill>
            </a:ext>
          </a:extLst>
        </p:spPr>
      </p:cxnSp>
      <p:cxnSp>
        <p:nvCxnSpPr>
          <p:cNvPr id="52" name="直接连接符 51">
            <a:extLst>
              <a:ext uri="{FF2B5EF4-FFF2-40B4-BE49-F238E27FC236}">
                <a16:creationId xmlns:a16="http://schemas.microsoft.com/office/drawing/2014/main" id="{078401E2-076E-4244-B6E1-9E4C27D2BF49}"/>
              </a:ext>
            </a:extLst>
          </p:cNvPr>
          <p:cNvCxnSpPr>
            <a:cxnSpLocks noChangeShapeType="1"/>
          </p:cNvCxnSpPr>
          <p:nvPr/>
        </p:nvCxnSpPr>
        <p:spPr bwMode="auto">
          <a:xfrm>
            <a:off x="360363" y="1125538"/>
            <a:ext cx="8582025" cy="0"/>
          </a:xfrm>
          <a:prstGeom prst="line">
            <a:avLst/>
          </a:prstGeom>
          <a:noFill/>
          <a:ln w="9525" algn="ctr">
            <a:solidFill>
              <a:srgbClr val="8585E0"/>
            </a:solidFill>
            <a:round/>
            <a:headEnd/>
            <a:tailEnd/>
          </a:ln>
          <a:extLst>
            <a:ext uri="{909E8E84-426E-40DD-AFC4-6F175D3DCCD1}">
              <a14:hiddenFill xmlns:a14="http://schemas.microsoft.com/office/drawing/2010/main">
                <a:noFill/>
              </a14:hiddenFill>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2"/>
                                        </p:tgtEl>
                                        <p:attrNameLst>
                                          <p:attrName>style.visibility</p:attrName>
                                        </p:attrNameLst>
                                      </p:cBhvr>
                                      <p:to>
                                        <p:strVal val="visible"/>
                                      </p:to>
                                    </p:set>
                                    <p:animEffect transition="in" filter="fade">
                                      <p:cBhvr>
                                        <p:cTn id="10" dur="500"/>
                                        <p:tgtEl>
                                          <p:spTgt spid="52"/>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470062">
                                            <p:txEl>
                                              <p:pRg st="0" end="0"/>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childTnLst>
                          </p:cTn>
                        </p:par>
                        <p:par>
                          <p:cTn id="19" fill="hold" nodeType="afterGroup">
                            <p:stCondLst>
                              <p:cond delay="0"/>
                            </p:stCondLst>
                            <p:childTnLst>
                              <p:par>
                                <p:cTn id="20" presetID="1" presetClass="entr" presetSubtype="0" fill="hold" grpId="0" nodeType="afterEffect">
                                  <p:stCondLst>
                                    <p:cond delay="0"/>
                                  </p:stCondLst>
                                  <p:childTnLst>
                                    <p:set>
                                      <p:cBhvr>
                                        <p:cTn id="21" dur="1" fill="hold">
                                          <p:stCondLst>
                                            <p:cond delay="499"/>
                                          </p:stCondLst>
                                        </p:cTn>
                                        <p:tgtEl>
                                          <p:spTgt spid="470062">
                                            <p:txEl>
                                              <p:pRg st="1" end="1"/>
                                            </p:txEl>
                                          </p:spTgt>
                                        </p:tgtEl>
                                        <p:attrNameLst>
                                          <p:attrName>style.visibility</p:attrName>
                                        </p:attrNameLst>
                                      </p:cBhvr>
                                      <p:to>
                                        <p:strVal val="visible"/>
                                      </p:to>
                                    </p:set>
                                  </p:childTnLst>
                                </p:cTn>
                              </p:par>
                            </p:childTnLst>
                          </p:cTn>
                        </p:par>
                      </p:childTnLst>
                    </p:cTn>
                  </p:par>
                  <p:par>
                    <p:cTn id="22" fill="hold" nodeType="clickPar">
                      <p:stCondLst>
                        <p:cond delay="indefinite"/>
                      </p:stCondLst>
                      <p:childTnLst>
                        <p:par>
                          <p:cTn id="23" fill="hold" nodeType="withGroup">
                            <p:stCondLst>
                              <p:cond delay="0"/>
                            </p:stCondLst>
                            <p:childTnLst>
                              <p:par>
                                <p:cTn id="24" presetID="1" presetClass="entr" presetSubtype="0" fill="hold" nodeType="clickEffect">
                                  <p:stCondLst>
                                    <p:cond delay="0"/>
                                  </p:stCondLst>
                                  <p:childTnLst>
                                    <p:set>
                                      <p:cBhvr>
                                        <p:cTn id="25" dur="1" fill="hold">
                                          <p:stCondLst>
                                            <p:cond delay="0"/>
                                          </p:stCondLst>
                                        </p:cTn>
                                        <p:tgtEl>
                                          <p:spTgt spid="48"/>
                                        </p:tgtEl>
                                        <p:attrNameLst>
                                          <p:attrName>style.visibility</p:attrName>
                                        </p:attrNameLst>
                                      </p:cBhvr>
                                      <p:to>
                                        <p:strVal val="visible"/>
                                      </p:to>
                                    </p:set>
                                  </p:childTnLst>
                                </p:cTn>
                              </p:par>
                            </p:childTnLst>
                          </p:cTn>
                        </p:par>
                        <p:par>
                          <p:cTn id="26" fill="hold" nodeType="afterGroup">
                            <p:stCondLst>
                              <p:cond delay="0"/>
                            </p:stCondLst>
                            <p:childTnLst>
                              <p:par>
                                <p:cTn id="27" presetID="1" presetClass="entr" presetSubtype="0" fill="hold" grpId="0" nodeType="afterEffect">
                                  <p:stCondLst>
                                    <p:cond delay="0"/>
                                  </p:stCondLst>
                                  <p:childTnLst>
                                    <p:set>
                                      <p:cBhvr>
                                        <p:cTn id="28" dur="1" fill="hold">
                                          <p:stCondLst>
                                            <p:cond delay="499"/>
                                          </p:stCondLst>
                                        </p:cTn>
                                        <p:tgtEl>
                                          <p:spTgt spid="470062">
                                            <p:txEl>
                                              <p:pRg st="2" end="2"/>
                                            </p:txEl>
                                          </p:spTgt>
                                        </p:tgtEl>
                                        <p:attrNameLst>
                                          <p:attrName>style.visibility</p:attrName>
                                        </p:attrNameLst>
                                      </p:cBhvr>
                                      <p:to>
                                        <p:strVal val="visible"/>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nodeType="clickEffect">
                                  <p:stCondLst>
                                    <p:cond delay="0"/>
                                  </p:stCondLst>
                                  <p:childTnLst>
                                    <p:set>
                                      <p:cBhvr>
                                        <p:cTn id="32" dur="1" fill="hold">
                                          <p:stCondLst>
                                            <p:cond delay="0"/>
                                          </p:stCondLst>
                                        </p:cTn>
                                        <p:tgtEl>
                                          <p:spTgt spid="49"/>
                                        </p:tgtEl>
                                        <p:attrNameLst>
                                          <p:attrName>style.visibility</p:attrName>
                                        </p:attrNameLst>
                                      </p:cBhvr>
                                      <p:to>
                                        <p:strVal val="visible"/>
                                      </p:to>
                                    </p:set>
                                  </p:childTnLst>
                                </p:cTn>
                              </p:par>
                            </p:childTnLst>
                          </p:cTn>
                        </p:par>
                        <p:par>
                          <p:cTn id="33" fill="hold" nodeType="afterGroup">
                            <p:stCondLst>
                              <p:cond delay="0"/>
                            </p:stCondLst>
                            <p:childTnLst>
                              <p:par>
                                <p:cTn id="34" presetID="1" presetClass="entr" presetSubtype="0" fill="hold" grpId="0" nodeType="afterEffect">
                                  <p:stCondLst>
                                    <p:cond delay="0"/>
                                  </p:stCondLst>
                                  <p:childTnLst>
                                    <p:set>
                                      <p:cBhvr>
                                        <p:cTn id="35" dur="1" fill="hold">
                                          <p:stCondLst>
                                            <p:cond delay="499"/>
                                          </p:stCondLst>
                                        </p:cTn>
                                        <p:tgtEl>
                                          <p:spTgt spid="470062">
                                            <p:txEl>
                                              <p:pRg st="3" end="3"/>
                                            </p:txEl>
                                          </p:spTgt>
                                        </p:tgtEl>
                                        <p:attrNameLst>
                                          <p:attrName>style.visibility</p:attrName>
                                        </p:attrNameLst>
                                      </p:cBhvr>
                                      <p:to>
                                        <p:strVal val="visible"/>
                                      </p:to>
                                    </p:set>
                                  </p:childTnLst>
                                </p:cTn>
                              </p:par>
                            </p:childTnLst>
                          </p:cTn>
                        </p:par>
                      </p:childTnLst>
                    </p:cTn>
                  </p:par>
                  <p:par>
                    <p:cTn id="36" fill="hold" nodeType="clickPar">
                      <p:stCondLst>
                        <p:cond delay="indefinite"/>
                      </p:stCondLst>
                      <p:childTnLst>
                        <p:par>
                          <p:cTn id="37" fill="hold" nodeType="withGroup">
                            <p:stCondLst>
                              <p:cond delay="0"/>
                            </p:stCondLst>
                            <p:childTnLst>
                              <p:par>
                                <p:cTn id="38" presetID="1" presetClass="entr" presetSubtype="0" fill="hold" grpId="0" nodeType="clickEffect">
                                  <p:stCondLst>
                                    <p:cond delay="0"/>
                                  </p:stCondLst>
                                  <p:childTnLst>
                                    <p:set>
                                      <p:cBhvr>
                                        <p:cTn id="39" dur="1" fill="hold">
                                          <p:stCondLst>
                                            <p:cond delay="499"/>
                                          </p:stCondLst>
                                        </p:cTn>
                                        <p:tgtEl>
                                          <p:spTgt spid="470061"/>
                                        </p:tgtEl>
                                        <p:attrNameLst>
                                          <p:attrName>style.visibility</p:attrName>
                                        </p:attrNameLst>
                                      </p:cBhvr>
                                      <p:to>
                                        <p:strVal val="visible"/>
                                      </p:to>
                                    </p:set>
                                  </p:childTnLst>
                                </p:cTn>
                              </p:par>
                            </p:childTnLst>
                          </p:cTn>
                        </p:par>
                      </p:childTnLst>
                    </p:cTn>
                  </p:par>
                  <p:par>
                    <p:cTn id="40" fill="hold" nodeType="clickPar">
                      <p:stCondLst>
                        <p:cond delay="indefinite"/>
                      </p:stCondLst>
                      <p:childTnLst>
                        <p:par>
                          <p:cTn id="41" fill="hold" nodeType="withGroup">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500"/>
                                        <p:tgtEl>
                                          <p:spTgt spid="45"/>
                                        </p:tgtEl>
                                      </p:cBhvr>
                                    </p:animEffect>
                                  </p:childTnLst>
                                </p:cTn>
                              </p:par>
                            </p:childTnLst>
                          </p:cTn>
                        </p:par>
                      </p:childTnLst>
                    </p:cTn>
                  </p:par>
                  <p:par>
                    <p:cTn id="45" fill="hold" nodeType="clickPar">
                      <p:stCondLst>
                        <p:cond delay="indefinite"/>
                      </p:stCondLst>
                      <p:childTnLst>
                        <p:par>
                          <p:cTn id="46" fill="hold" nodeType="withGroup">
                            <p:stCondLst>
                              <p:cond delay="0"/>
                            </p:stCondLst>
                            <p:childTnLst>
                              <p:par>
                                <p:cTn id="47" presetID="16" presetClass="entr" presetSubtype="37" fill="hold" nodeType="clickEffect">
                                  <p:stCondLst>
                                    <p:cond delay="0"/>
                                  </p:stCondLst>
                                  <p:childTnLst>
                                    <p:set>
                                      <p:cBhvr>
                                        <p:cTn id="48" dur="1" fill="hold">
                                          <p:stCondLst>
                                            <p:cond delay="0"/>
                                          </p:stCondLst>
                                        </p:cTn>
                                        <p:tgtEl>
                                          <p:spTgt spid="2"/>
                                        </p:tgtEl>
                                        <p:attrNameLst>
                                          <p:attrName>style.visibility</p:attrName>
                                        </p:attrNameLst>
                                      </p:cBhvr>
                                      <p:to>
                                        <p:strVal val="visible"/>
                                      </p:to>
                                    </p:set>
                                    <p:animEffect transition="in" filter="barn(outVertical)">
                                      <p:cBhvr>
                                        <p:cTn id="4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70061" grpId="0"/>
      <p:bldP spid="470062"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44" name="Rectangle 4">
            <a:extLst>
              <a:ext uri="{FF2B5EF4-FFF2-40B4-BE49-F238E27FC236}">
                <a16:creationId xmlns:a16="http://schemas.microsoft.com/office/drawing/2014/main" id="{CDF7EF0C-9982-41B0-A4EA-32CE56C1808B}"/>
              </a:ext>
            </a:extLst>
          </p:cNvPr>
          <p:cNvSpPr>
            <a:spLocks noChangeArrowheads="1"/>
          </p:cNvSpPr>
          <p:nvPr/>
        </p:nvSpPr>
        <p:spPr bwMode="auto">
          <a:xfrm>
            <a:off x="382588" y="1166813"/>
            <a:ext cx="6673850" cy="563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nSpc>
                <a:spcPct val="130000"/>
              </a:lnSpc>
            </a:pPr>
            <a:r>
              <a:rPr lang="en-US" altLang="zh-CN" sz="2400">
                <a:ea typeface="微软雅黑" panose="020B0503020204020204" pitchFamily="34" charset="-122"/>
                <a:sym typeface="+mn-lt"/>
              </a:rPr>
              <a:t>4</a:t>
            </a:r>
            <a:r>
              <a:rPr lang="zh-CN" altLang="en-US" sz="2400">
                <a:ea typeface="微软雅黑" panose="020B0503020204020204" pitchFamily="34" charset="-122"/>
                <a:sym typeface="+mn-lt"/>
              </a:rPr>
              <a:t>、头指针、头结点和首元结点 </a:t>
            </a:r>
          </a:p>
        </p:txBody>
      </p:sp>
      <p:sp>
        <p:nvSpPr>
          <p:cNvPr id="471097" name="Text Box 57">
            <a:extLst>
              <a:ext uri="{FF2B5EF4-FFF2-40B4-BE49-F238E27FC236}">
                <a16:creationId xmlns:a16="http://schemas.microsoft.com/office/drawing/2014/main" id="{EF1AEA0C-464A-4D6F-AA44-048ECEC97344}"/>
              </a:ext>
            </a:extLst>
          </p:cNvPr>
          <p:cNvSpPr txBox="1">
            <a:spLocks noChangeArrowheads="1"/>
          </p:cNvSpPr>
          <p:nvPr/>
        </p:nvSpPr>
        <p:spPr bwMode="auto">
          <a:xfrm>
            <a:off x="0" y="3927475"/>
            <a:ext cx="9144000" cy="2381250"/>
          </a:xfrm>
          <a:prstGeom prst="rect">
            <a:avLst/>
          </a:prstGeom>
          <a:solidFill>
            <a:schemeClr val="bg2">
              <a:lumMod val="20000"/>
              <a:lumOff val="80000"/>
            </a:schemeClr>
          </a:solidFill>
          <a:ln>
            <a:noFill/>
          </a:ln>
        </p:spPr>
        <p:txBody>
          <a:bodyPr>
            <a:spAutoFit/>
          </a:bodyPr>
          <a:lstStyle>
            <a:lvl1pPr marL="4318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pPr>
            <a:r>
              <a:rPr lang="zh-CN" altLang="en-US" u="sng">
                <a:solidFill>
                  <a:srgbClr val="FF0000"/>
                </a:solidFill>
                <a:sym typeface="+mn-lt"/>
              </a:rPr>
              <a:t>头指针</a:t>
            </a:r>
            <a:r>
              <a:rPr lang="zh-CN" altLang="en-US">
                <a:sym typeface="+mn-lt"/>
              </a:rPr>
              <a:t>是指向链表中第一个结点的指针</a:t>
            </a:r>
          </a:p>
          <a:p>
            <a:pPr eaLnBrk="1" hangingPunct="1">
              <a:spcBef>
                <a:spcPct val="50000"/>
              </a:spcBef>
            </a:pPr>
            <a:r>
              <a:rPr lang="zh-CN" altLang="en-US" u="sng">
                <a:solidFill>
                  <a:srgbClr val="FF0000"/>
                </a:solidFill>
                <a:sym typeface="+mn-lt"/>
              </a:rPr>
              <a:t>首元结点</a:t>
            </a:r>
            <a:r>
              <a:rPr lang="zh-CN" altLang="en-US">
                <a:sym typeface="+mn-lt"/>
              </a:rPr>
              <a:t>是指链表中存储第一个数据元素</a:t>
            </a:r>
            <a:r>
              <a:rPr lang="en-US" altLang="zh-CN">
                <a:sym typeface="+mn-lt"/>
              </a:rPr>
              <a:t>a</a:t>
            </a:r>
            <a:r>
              <a:rPr lang="en-US" altLang="zh-CN" baseline="-30000">
                <a:sym typeface="+mn-lt"/>
              </a:rPr>
              <a:t>1</a:t>
            </a:r>
            <a:r>
              <a:rPr lang="zh-CN" altLang="en-US">
                <a:sym typeface="+mn-lt"/>
              </a:rPr>
              <a:t>的结点</a:t>
            </a:r>
          </a:p>
          <a:p>
            <a:pPr eaLnBrk="1" hangingPunct="1">
              <a:spcBef>
                <a:spcPct val="50000"/>
              </a:spcBef>
            </a:pPr>
            <a:r>
              <a:rPr lang="zh-CN" altLang="en-US" u="sng">
                <a:solidFill>
                  <a:srgbClr val="FF0000"/>
                </a:solidFill>
                <a:sym typeface="+mn-lt"/>
              </a:rPr>
              <a:t>头结点</a:t>
            </a:r>
            <a:r>
              <a:rPr lang="zh-CN" altLang="en-US">
                <a:sym typeface="+mn-lt"/>
              </a:rPr>
              <a:t>是在链表的首元结点之前附设的一个结点；数据域内只放空表标志和表长等信息</a:t>
            </a:r>
          </a:p>
        </p:txBody>
      </p:sp>
      <p:sp>
        <p:nvSpPr>
          <p:cNvPr id="56" name="Rectangle 4">
            <a:extLst>
              <a:ext uri="{FF2B5EF4-FFF2-40B4-BE49-F238E27FC236}">
                <a16:creationId xmlns:a16="http://schemas.microsoft.com/office/drawing/2014/main" id="{74CA64B6-C7C7-4AD7-BC72-A7FE7DBEC2F0}"/>
              </a:ext>
            </a:extLst>
          </p:cNvPr>
          <p:cNvSpPr>
            <a:spLocks noChangeArrowheads="1"/>
          </p:cNvSpPr>
          <p:nvPr/>
        </p:nvSpPr>
        <p:spPr bwMode="auto">
          <a:xfrm>
            <a:off x="900113" y="63500"/>
            <a:ext cx="5334000" cy="808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与链式存储有关的术语</a:t>
            </a:r>
          </a:p>
        </p:txBody>
      </p:sp>
      <p:grpSp>
        <p:nvGrpSpPr>
          <p:cNvPr id="86021" name="组合 1">
            <a:extLst>
              <a:ext uri="{FF2B5EF4-FFF2-40B4-BE49-F238E27FC236}">
                <a16:creationId xmlns:a16="http://schemas.microsoft.com/office/drawing/2014/main" id="{628D7BEF-93A2-5E4A-A933-715742ACC60E}"/>
              </a:ext>
            </a:extLst>
          </p:cNvPr>
          <p:cNvGrpSpPr>
            <a:grpSpLocks/>
          </p:cNvGrpSpPr>
          <p:nvPr/>
        </p:nvGrpSpPr>
        <p:grpSpPr bwMode="auto">
          <a:xfrm>
            <a:off x="431800" y="1933575"/>
            <a:ext cx="8383588" cy="1609725"/>
            <a:chOff x="467544" y="1569492"/>
            <a:chExt cx="8382967" cy="1609886"/>
          </a:xfrm>
        </p:grpSpPr>
        <p:sp>
          <p:nvSpPr>
            <p:cNvPr id="81925" name="Line 6">
              <a:extLst>
                <a:ext uri="{FF2B5EF4-FFF2-40B4-BE49-F238E27FC236}">
                  <a16:creationId xmlns:a16="http://schemas.microsoft.com/office/drawing/2014/main" id="{88D97E89-B405-4B4D-A7D1-EFA4BD914B0E}"/>
                </a:ext>
              </a:extLst>
            </p:cNvPr>
            <p:cNvSpPr>
              <a:spLocks noChangeShapeType="1"/>
            </p:cNvSpPr>
            <p:nvPr/>
          </p:nvSpPr>
          <p:spPr bwMode="auto">
            <a:xfrm flipV="1">
              <a:off x="1012017" y="2349033"/>
              <a:ext cx="0" cy="287366"/>
            </a:xfrm>
            <a:prstGeom prst="line">
              <a:avLst/>
            </a:prstGeom>
            <a:noFill/>
            <a:ln w="25400">
              <a:solidFill>
                <a:schemeClr val="accent1"/>
              </a:solidFill>
              <a:round/>
              <a:headEnd/>
              <a:tailEnd type="triangle" w="med" len="me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26" name="Rectangle 7">
              <a:extLst>
                <a:ext uri="{FF2B5EF4-FFF2-40B4-BE49-F238E27FC236}">
                  <a16:creationId xmlns:a16="http://schemas.microsoft.com/office/drawing/2014/main" id="{08888BDB-0690-49A9-929B-638DD57C5069}"/>
                </a:ext>
              </a:extLst>
            </p:cNvPr>
            <p:cNvSpPr>
              <a:spLocks noChangeArrowheads="1"/>
            </p:cNvSpPr>
            <p:nvPr/>
          </p:nvSpPr>
          <p:spPr bwMode="auto">
            <a:xfrm>
              <a:off x="467544" y="2636399"/>
              <a:ext cx="1049260" cy="54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spcBef>
                  <a:spcPct val="50000"/>
                </a:spcBef>
              </a:pPr>
              <a:r>
                <a:rPr lang="zh-CN" altLang="en-US">
                  <a:solidFill>
                    <a:srgbClr val="FF0000"/>
                  </a:solidFill>
                  <a:sym typeface="+mn-lt"/>
                </a:rPr>
                <a:t>头指针</a:t>
              </a:r>
            </a:p>
          </p:txBody>
        </p:sp>
        <p:sp>
          <p:nvSpPr>
            <p:cNvPr id="81927" name="Rectangle 8">
              <a:extLst>
                <a:ext uri="{FF2B5EF4-FFF2-40B4-BE49-F238E27FC236}">
                  <a16:creationId xmlns:a16="http://schemas.microsoft.com/office/drawing/2014/main" id="{005F4025-B4BD-4E90-BFF1-CD5DF6F61074}"/>
                </a:ext>
              </a:extLst>
            </p:cNvPr>
            <p:cNvSpPr>
              <a:spLocks noChangeArrowheads="1"/>
            </p:cNvSpPr>
            <p:nvPr/>
          </p:nvSpPr>
          <p:spPr bwMode="auto">
            <a:xfrm>
              <a:off x="1927936" y="2636399"/>
              <a:ext cx="1049260" cy="54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spcBef>
                  <a:spcPct val="50000"/>
                </a:spcBef>
              </a:pPr>
              <a:r>
                <a:rPr lang="zh-CN" altLang="en-US">
                  <a:solidFill>
                    <a:srgbClr val="FF0000"/>
                  </a:solidFill>
                  <a:sym typeface="+mn-lt"/>
                </a:rPr>
                <a:t>头结点</a:t>
              </a:r>
            </a:p>
          </p:txBody>
        </p:sp>
        <p:sp>
          <p:nvSpPr>
            <p:cNvPr id="81929" name="Rectangle 10">
              <a:extLst>
                <a:ext uri="{FF2B5EF4-FFF2-40B4-BE49-F238E27FC236}">
                  <a16:creationId xmlns:a16="http://schemas.microsoft.com/office/drawing/2014/main" id="{44BF85CC-48BC-4368-8733-3CDFEE437150}"/>
                </a:ext>
              </a:extLst>
            </p:cNvPr>
            <p:cNvSpPr>
              <a:spLocks noChangeArrowheads="1"/>
            </p:cNvSpPr>
            <p:nvPr/>
          </p:nvSpPr>
          <p:spPr bwMode="auto">
            <a:xfrm>
              <a:off x="3410551" y="2636399"/>
              <a:ext cx="1339751" cy="54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spcBef>
                  <a:spcPct val="50000"/>
                </a:spcBef>
              </a:pPr>
              <a:r>
                <a:rPr lang="zh-CN" altLang="en-US">
                  <a:solidFill>
                    <a:srgbClr val="FF0000"/>
                  </a:solidFill>
                  <a:sym typeface="+mn-lt"/>
                </a:rPr>
                <a:t>首元结点</a:t>
              </a:r>
            </a:p>
          </p:txBody>
        </p:sp>
        <p:sp>
          <p:nvSpPr>
            <p:cNvPr id="81932" name="Rectangle 13">
              <a:extLst>
                <a:ext uri="{FF2B5EF4-FFF2-40B4-BE49-F238E27FC236}">
                  <a16:creationId xmlns:a16="http://schemas.microsoft.com/office/drawing/2014/main" id="{A7D16F69-BA5D-479D-A507-8EF515DBC735}"/>
                </a:ext>
              </a:extLst>
            </p:cNvPr>
            <p:cNvSpPr>
              <a:spLocks noChangeArrowheads="1"/>
            </p:cNvSpPr>
            <p:nvPr/>
          </p:nvSpPr>
          <p:spPr bwMode="auto">
            <a:xfrm>
              <a:off x="2880365" y="1698093"/>
              <a:ext cx="209534" cy="49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endParaRPr lang="zh-CN" altLang="zh-CN">
                <a:latin typeface="+mn-lt"/>
                <a:ea typeface="+mn-ea"/>
                <a:cs typeface="+mn-ea"/>
                <a:sym typeface="+mn-lt"/>
              </a:endParaRPr>
            </a:p>
          </p:txBody>
        </p:sp>
        <p:sp>
          <p:nvSpPr>
            <p:cNvPr id="81933" name="Rectangle 14">
              <a:extLst>
                <a:ext uri="{FF2B5EF4-FFF2-40B4-BE49-F238E27FC236}">
                  <a16:creationId xmlns:a16="http://schemas.microsoft.com/office/drawing/2014/main" id="{121E5E14-8782-41A7-AEDD-4AD2D3DAEF95}"/>
                </a:ext>
              </a:extLst>
            </p:cNvPr>
            <p:cNvSpPr>
              <a:spLocks noChangeArrowheads="1"/>
            </p:cNvSpPr>
            <p:nvPr/>
          </p:nvSpPr>
          <p:spPr bwMode="auto">
            <a:xfrm>
              <a:off x="3559765" y="1632998"/>
              <a:ext cx="757182" cy="4318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spcBef>
                  <a:spcPct val="20000"/>
                </a:spcBef>
                <a:defRPr/>
              </a:pPr>
              <a:r>
                <a:rPr lang="en-US" altLang="zh-CN">
                  <a:solidFill>
                    <a:schemeClr val="accent1"/>
                  </a:solidFill>
                  <a:latin typeface="+mn-lt"/>
                  <a:ea typeface="+mn-ea"/>
                  <a:cs typeface="+mn-ea"/>
                  <a:sym typeface="+mn-lt"/>
                </a:rPr>
                <a:t>a</a:t>
              </a:r>
              <a:r>
                <a:rPr lang="en-US" altLang="zh-CN" baseline="-8000">
                  <a:solidFill>
                    <a:schemeClr val="accent1"/>
                  </a:solidFill>
                  <a:latin typeface="+mn-lt"/>
                  <a:ea typeface="+mn-ea"/>
                  <a:cs typeface="+mn-ea"/>
                  <a:sym typeface="+mn-lt"/>
                </a:rPr>
                <a:t>1</a:t>
              </a:r>
            </a:p>
          </p:txBody>
        </p:sp>
        <p:sp>
          <p:nvSpPr>
            <p:cNvPr id="81934" name="Line 15">
              <a:extLst>
                <a:ext uri="{FF2B5EF4-FFF2-40B4-BE49-F238E27FC236}">
                  <a16:creationId xmlns:a16="http://schemas.microsoft.com/office/drawing/2014/main" id="{FE52BB1E-CAC1-4C3B-9979-E1FF87A51BB1}"/>
                </a:ext>
              </a:extLst>
            </p:cNvPr>
            <p:cNvSpPr>
              <a:spLocks noChangeShapeType="1"/>
            </p:cNvSpPr>
            <p:nvPr/>
          </p:nvSpPr>
          <p:spPr bwMode="auto">
            <a:xfrm>
              <a:off x="1862854" y="2193442"/>
              <a:ext cx="122704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35" name="Line 16">
              <a:extLst>
                <a:ext uri="{FF2B5EF4-FFF2-40B4-BE49-F238E27FC236}">
                  <a16:creationId xmlns:a16="http://schemas.microsoft.com/office/drawing/2014/main" id="{7603D987-99BF-48A7-9547-CB9D32BA8E5C}"/>
                </a:ext>
              </a:extLst>
            </p:cNvPr>
            <p:cNvSpPr>
              <a:spLocks noChangeShapeType="1"/>
            </p:cNvSpPr>
            <p:nvPr/>
          </p:nvSpPr>
          <p:spPr bwMode="auto">
            <a:xfrm>
              <a:off x="1862854" y="1701268"/>
              <a:ext cx="122704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36" name="Line 17">
              <a:extLst>
                <a:ext uri="{FF2B5EF4-FFF2-40B4-BE49-F238E27FC236}">
                  <a16:creationId xmlns:a16="http://schemas.microsoft.com/office/drawing/2014/main" id="{CE3FCDF4-72D2-42BB-A120-0E3A1A8A486D}"/>
                </a:ext>
              </a:extLst>
            </p:cNvPr>
            <p:cNvSpPr>
              <a:spLocks noChangeShapeType="1"/>
            </p:cNvSpPr>
            <p:nvPr/>
          </p:nvSpPr>
          <p:spPr bwMode="auto">
            <a:xfrm>
              <a:off x="1862854" y="1698093"/>
              <a:ext cx="0" cy="49535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37" name="Line 18">
              <a:extLst>
                <a:ext uri="{FF2B5EF4-FFF2-40B4-BE49-F238E27FC236}">
                  <a16:creationId xmlns:a16="http://schemas.microsoft.com/office/drawing/2014/main" id="{4D2B2123-667E-4893-A8DA-BA8E484BCB31}"/>
                </a:ext>
              </a:extLst>
            </p:cNvPr>
            <p:cNvSpPr>
              <a:spLocks noChangeShapeType="1"/>
            </p:cNvSpPr>
            <p:nvPr/>
          </p:nvSpPr>
          <p:spPr bwMode="auto">
            <a:xfrm>
              <a:off x="2699404" y="1698093"/>
              <a:ext cx="0" cy="49535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38" name="Line 19">
              <a:extLst>
                <a:ext uri="{FF2B5EF4-FFF2-40B4-BE49-F238E27FC236}">
                  <a16:creationId xmlns:a16="http://schemas.microsoft.com/office/drawing/2014/main" id="{46CC0CFD-BFE5-4B6D-B749-32F26DD9A0EF}"/>
                </a:ext>
              </a:extLst>
            </p:cNvPr>
            <p:cNvSpPr>
              <a:spLocks noChangeShapeType="1"/>
            </p:cNvSpPr>
            <p:nvPr/>
          </p:nvSpPr>
          <p:spPr bwMode="auto">
            <a:xfrm>
              <a:off x="3089900" y="1698093"/>
              <a:ext cx="0" cy="49535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39" name="Rectangle 20">
              <a:extLst>
                <a:ext uri="{FF2B5EF4-FFF2-40B4-BE49-F238E27FC236}">
                  <a16:creationId xmlns:a16="http://schemas.microsoft.com/office/drawing/2014/main" id="{7C8313B4-681D-48E9-BEEA-50C39C6ECE58}"/>
                </a:ext>
              </a:extLst>
            </p:cNvPr>
            <p:cNvSpPr>
              <a:spLocks noChangeArrowheads="1"/>
            </p:cNvSpPr>
            <p:nvPr/>
          </p:nvSpPr>
          <p:spPr bwMode="auto">
            <a:xfrm>
              <a:off x="554851" y="1634587"/>
              <a:ext cx="828614" cy="4302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spcBef>
                  <a:spcPct val="20000"/>
                </a:spcBef>
                <a:defRPr/>
              </a:pPr>
              <a:r>
                <a:rPr lang="en-US" altLang="zh-CN" dirty="0">
                  <a:latin typeface="+mn-lt"/>
                  <a:ea typeface="+mn-ea"/>
                  <a:cs typeface="+mn-ea"/>
                  <a:sym typeface="+mn-lt"/>
                </a:rPr>
                <a:t>head</a:t>
              </a:r>
            </a:p>
          </p:txBody>
        </p:sp>
        <p:sp>
          <p:nvSpPr>
            <p:cNvPr id="81940" name="Line 21">
              <a:extLst>
                <a:ext uri="{FF2B5EF4-FFF2-40B4-BE49-F238E27FC236}">
                  <a16:creationId xmlns:a16="http://schemas.microsoft.com/office/drawing/2014/main" id="{0CF9AFF5-5B5B-4573-A89F-0DFFE75C9BB5}"/>
                </a:ext>
              </a:extLst>
            </p:cNvPr>
            <p:cNvSpPr>
              <a:spLocks noChangeShapeType="1"/>
            </p:cNvSpPr>
            <p:nvPr/>
          </p:nvSpPr>
          <p:spPr bwMode="auto">
            <a:xfrm>
              <a:off x="554851" y="2193442"/>
              <a:ext cx="828614"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41" name="Line 22">
              <a:extLst>
                <a:ext uri="{FF2B5EF4-FFF2-40B4-BE49-F238E27FC236}">
                  <a16:creationId xmlns:a16="http://schemas.microsoft.com/office/drawing/2014/main" id="{BE0AD7DF-3059-4265-8084-9833690B7F7F}"/>
                </a:ext>
              </a:extLst>
            </p:cNvPr>
            <p:cNvSpPr>
              <a:spLocks noChangeShapeType="1"/>
            </p:cNvSpPr>
            <p:nvPr/>
          </p:nvSpPr>
          <p:spPr bwMode="auto">
            <a:xfrm>
              <a:off x="558025" y="1701268"/>
              <a:ext cx="830200"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42" name="Line 23">
              <a:extLst>
                <a:ext uri="{FF2B5EF4-FFF2-40B4-BE49-F238E27FC236}">
                  <a16:creationId xmlns:a16="http://schemas.microsoft.com/office/drawing/2014/main" id="{5A3B4016-CC0B-4098-A14B-D0094FE44854}"/>
                </a:ext>
              </a:extLst>
            </p:cNvPr>
            <p:cNvSpPr>
              <a:spLocks noChangeShapeType="1"/>
            </p:cNvSpPr>
            <p:nvPr/>
          </p:nvSpPr>
          <p:spPr bwMode="auto">
            <a:xfrm flipH="1">
              <a:off x="554851" y="1706031"/>
              <a:ext cx="3175" cy="487412"/>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43" name="Line 24">
              <a:extLst>
                <a:ext uri="{FF2B5EF4-FFF2-40B4-BE49-F238E27FC236}">
                  <a16:creationId xmlns:a16="http://schemas.microsoft.com/office/drawing/2014/main" id="{3BEFF5C9-F6F9-43A9-8799-90B40C1ECCF0}"/>
                </a:ext>
              </a:extLst>
            </p:cNvPr>
            <p:cNvSpPr>
              <a:spLocks noChangeShapeType="1"/>
            </p:cNvSpPr>
            <p:nvPr/>
          </p:nvSpPr>
          <p:spPr bwMode="auto">
            <a:xfrm>
              <a:off x="1383464" y="1706031"/>
              <a:ext cx="0" cy="487412"/>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44" name="Line 25">
              <a:extLst>
                <a:ext uri="{FF2B5EF4-FFF2-40B4-BE49-F238E27FC236}">
                  <a16:creationId xmlns:a16="http://schemas.microsoft.com/office/drawing/2014/main" id="{BA5E4CA4-80A2-492B-9A60-D8BAFEE46D4E}"/>
                </a:ext>
              </a:extLst>
            </p:cNvPr>
            <p:cNvSpPr>
              <a:spLocks noChangeShapeType="1"/>
            </p:cNvSpPr>
            <p:nvPr/>
          </p:nvSpPr>
          <p:spPr bwMode="auto">
            <a:xfrm>
              <a:off x="1358066" y="1929891"/>
              <a:ext cx="433355"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45" name="Rectangle 26">
              <a:extLst>
                <a:ext uri="{FF2B5EF4-FFF2-40B4-BE49-F238E27FC236}">
                  <a16:creationId xmlns:a16="http://schemas.microsoft.com/office/drawing/2014/main" id="{ABC27F8C-0835-4152-9907-B8AAA7DAA1B5}"/>
                </a:ext>
              </a:extLst>
            </p:cNvPr>
            <p:cNvSpPr>
              <a:spLocks noChangeArrowheads="1"/>
            </p:cNvSpPr>
            <p:nvPr/>
          </p:nvSpPr>
          <p:spPr bwMode="auto">
            <a:xfrm>
              <a:off x="4502670" y="1704443"/>
              <a:ext cx="246045" cy="488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endParaRPr lang="zh-CN" altLang="zh-CN">
                <a:latin typeface="+mn-lt"/>
                <a:ea typeface="+mn-ea"/>
                <a:cs typeface="+mn-ea"/>
                <a:sym typeface="+mn-lt"/>
              </a:endParaRPr>
            </a:p>
          </p:txBody>
        </p:sp>
        <p:sp>
          <p:nvSpPr>
            <p:cNvPr id="81946" name="Rectangle 27">
              <a:extLst>
                <a:ext uri="{FF2B5EF4-FFF2-40B4-BE49-F238E27FC236}">
                  <a16:creationId xmlns:a16="http://schemas.microsoft.com/office/drawing/2014/main" id="{B30B88BA-AACE-464B-81AC-9ADEDE6D5FA3}"/>
                </a:ext>
              </a:extLst>
            </p:cNvPr>
            <p:cNvSpPr>
              <a:spLocks noChangeArrowheads="1"/>
            </p:cNvSpPr>
            <p:nvPr/>
          </p:nvSpPr>
          <p:spPr bwMode="auto">
            <a:xfrm>
              <a:off x="5070953" y="1601245"/>
              <a:ext cx="600031" cy="488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spcBef>
                  <a:spcPct val="20000"/>
                </a:spcBef>
                <a:defRPr/>
              </a:pPr>
              <a:r>
                <a:rPr lang="en-US" altLang="zh-CN">
                  <a:solidFill>
                    <a:schemeClr val="accent1"/>
                  </a:solidFill>
                  <a:latin typeface="+mn-lt"/>
                  <a:ea typeface="+mn-ea"/>
                  <a:cs typeface="+mn-ea"/>
                  <a:sym typeface="+mn-lt"/>
                </a:rPr>
                <a:t>a</a:t>
              </a:r>
              <a:r>
                <a:rPr lang="en-US" altLang="zh-CN" baseline="-8000">
                  <a:solidFill>
                    <a:schemeClr val="accent1"/>
                  </a:solidFill>
                  <a:latin typeface="+mn-lt"/>
                  <a:ea typeface="+mn-ea"/>
                  <a:cs typeface="+mn-ea"/>
                  <a:sym typeface="+mn-lt"/>
                </a:rPr>
                <a:t>2</a:t>
              </a:r>
            </a:p>
          </p:txBody>
        </p:sp>
        <p:sp>
          <p:nvSpPr>
            <p:cNvPr id="81947" name="Line 28">
              <a:extLst>
                <a:ext uri="{FF2B5EF4-FFF2-40B4-BE49-F238E27FC236}">
                  <a16:creationId xmlns:a16="http://schemas.microsoft.com/office/drawing/2014/main" id="{16DAD01E-A4AB-4AA8-863E-AD83F14C8C17}"/>
                </a:ext>
              </a:extLst>
            </p:cNvPr>
            <p:cNvSpPr>
              <a:spLocks noChangeShapeType="1"/>
            </p:cNvSpPr>
            <p:nvPr/>
          </p:nvSpPr>
          <p:spPr bwMode="auto">
            <a:xfrm>
              <a:off x="3521668" y="2193442"/>
              <a:ext cx="981002"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48" name="Line 29">
              <a:extLst>
                <a:ext uri="{FF2B5EF4-FFF2-40B4-BE49-F238E27FC236}">
                  <a16:creationId xmlns:a16="http://schemas.microsoft.com/office/drawing/2014/main" id="{A04CCFC1-E219-47BB-8AE8-A4550B26098E}"/>
                </a:ext>
              </a:extLst>
            </p:cNvPr>
            <p:cNvSpPr>
              <a:spLocks noChangeShapeType="1"/>
            </p:cNvSpPr>
            <p:nvPr/>
          </p:nvSpPr>
          <p:spPr bwMode="auto">
            <a:xfrm>
              <a:off x="3521668" y="1701268"/>
              <a:ext cx="981002" cy="4762"/>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49" name="Line 30">
              <a:extLst>
                <a:ext uri="{FF2B5EF4-FFF2-40B4-BE49-F238E27FC236}">
                  <a16:creationId xmlns:a16="http://schemas.microsoft.com/office/drawing/2014/main" id="{83407E55-E0A0-4C5C-A0B6-01FE21346EF6}"/>
                </a:ext>
              </a:extLst>
            </p:cNvPr>
            <p:cNvSpPr>
              <a:spLocks noChangeShapeType="1"/>
            </p:cNvSpPr>
            <p:nvPr/>
          </p:nvSpPr>
          <p:spPr bwMode="auto">
            <a:xfrm>
              <a:off x="3521668" y="1704443"/>
              <a:ext cx="0" cy="488999"/>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50" name="Line 31">
              <a:extLst>
                <a:ext uri="{FF2B5EF4-FFF2-40B4-BE49-F238E27FC236}">
                  <a16:creationId xmlns:a16="http://schemas.microsoft.com/office/drawing/2014/main" id="{6EB08394-406D-44DB-A465-3DBDE521A84D}"/>
                </a:ext>
              </a:extLst>
            </p:cNvPr>
            <p:cNvSpPr>
              <a:spLocks noChangeShapeType="1"/>
            </p:cNvSpPr>
            <p:nvPr/>
          </p:nvSpPr>
          <p:spPr bwMode="auto">
            <a:xfrm>
              <a:off x="4278850" y="1704443"/>
              <a:ext cx="0" cy="488999"/>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51" name="Line 32">
              <a:extLst>
                <a:ext uri="{FF2B5EF4-FFF2-40B4-BE49-F238E27FC236}">
                  <a16:creationId xmlns:a16="http://schemas.microsoft.com/office/drawing/2014/main" id="{26933267-DEDB-4B71-8598-A19630E0B8EA}"/>
                </a:ext>
              </a:extLst>
            </p:cNvPr>
            <p:cNvSpPr>
              <a:spLocks noChangeShapeType="1"/>
            </p:cNvSpPr>
            <p:nvPr/>
          </p:nvSpPr>
          <p:spPr bwMode="auto">
            <a:xfrm>
              <a:off x="4502670" y="1704443"/>
              <a:ext cx="0" cy="488999"/>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52" name="Line 33">
              <a:extLst>
                <a:ext uri="{FF2B5EF4-FFF2-40B4-BE49-F238E27FC236}">
                  <a16:creationId xmlns:a16="http://schemas.microsoft.com/office/drawing/2014/main" id="{7190A318-5F21-4242-885E-28A94DA9E6DD}"/>
                </a:ext>
              </a:extLst>
            </p:cNvPr>
            <p:cNvSpPr>
              <a:spLocks noChangeShapeType="1"/>
            </p:cNvSpPr>
            <p:nvPr/>
          </p:nvSpPr>
          <p:spPr bwMode="auto">
            <a:xfrm>
              <a:off x="6482136" y="2185504"/>
              <a:ext cx="1009575" cy="7939"/>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53" name="Line 34">
              <a:extLst>
                <a:ext uri="{FF2B5EF4-FFF2-40B4-BE49-F238E27FC236}">
                  <a16:creationId xmlns:a16="http://schemas.microsoft.com/office/drawing/2014/main" id="{A20877A8-17A1-4013-95F5-0F692FCA3EC0}"/>
                </a:ext>
              </a:extLst>
            </p:cNvPr>
            <p:cNvSpPr>
              <a:spLocks noChangeShapeType="1"/>
            </p:cNvSpPr>
            <p:nvPr/>
          </p:nvSpPr>
          <p:spPr bwMode="auto">
            <a:xfrm>
              <a:off x="6482136" y="1698093"/>
              <a:ext cx="1009575" cy="3175"/>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54" name="Line 35">
              <a:extLst>
                <a:ext uri="{FF2B5EF4-FFF2-40B4-BE49-F238E27FC236}">
                  <a16:creationId xmlns:a16="http://schemas.microsoft.com/office/drawing/2014/main" id="{3BB7A0A5-78AE-48B1-B2FC-33B5DA069C2B}"/>
                </a:ext>
              </a:extLst>
            </p:cNvPr>
            <p:cNvSpPr>
              <a:spLocks noChangeShapeType="1"/>
            </p:cNvSpPr>
            <p:nvPr/>
          </p:nvSpPr>
          <p:spPr bwMode="auto">
            <a:xfrm>
              <a:off x="6482136" y="1698093"/>
              <a:ext cx="0" cy="49535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55" name="Line 36">
              <a:extLst>
                <a:ext uri="{FF2B5EF4-FFF2-40B4-BE49-F238E27FC236}">
                  <a16:creationId xmlns:a16="http://schemas.microsoft.com/office/drawing/2014/main" id="{DD63CDD5-0C14-4F33-A52D-B68A9ED109D6}"/>
                </a:ext>
              </a:extLst>
            </p:cNvPr>
            <p:cNvSpPr>
              <a:spLocks noChangeShapeType="1"/>
            </p:cNvSpPr>
            <p:nvPr/>
          </p:nvSpPr>
          <p:spPr bwMode="auto">
            <a:xfrm>
              <a:off x="7182172" y="1698093"/>
              <a:ext cx="0" cy="49535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56" name="Line 37">
              <a:extLst>
                <a:ext uri="{FF2B5EF4-FFF2-40B4-BE49-F238E27FC236}">
                  <a16:creationId xmlns:a16="http://schemas.microsoft.com/office/drawing/2014/main" id="{32FA6E23-AF3B-4B9B-95C5-900FA3E8EC22}"/>
                </a:ext>
              </a:extLst>
            </p:cNvPr>
            <p:cNvSpPr>
              <a:spLocks noChangeShapeType="1"/>
            </p:cNvSpPr>
            <p:nvPr/>
          </p:nvSpPr>
          <p:spPr bwMode="auto">
            <a:xfrm>
              <a:off x="7491712" y="1723495"/>
              <a:ext cx="0" cy="46994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57" name="Rectangle 38">
              <a:extLst>
                <a:ext uri="{FF2B5EF4-FFF2-40B4-BE49-F238E27FC236}">
                  <a16:creationId xmlns:a16="http://schemas.microsoft.com/office/drawing/2014/main" id="{02B06F36-9AFC-4C1B-87CF-B2D05586A378}"/>
                </a:ext>
              </a:extLst>
            </p:cNvPr>
            <p:cNvSpPr>
              <a:spLocks noChangeArrowheads="1"/>
            </p:cNvSpPr>
            <p:nvPr/>
          </p:nvSpPr>
          <p:spPr bwMode="auto">
            <a:xfrm>
              <a:off x="5955125" y="1698093"/>
              <a:ext cx="244457" cy="49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endParaRPr lang="zh-CN" altLang="zh-CN">
                <a:latin typeface="+mn-lt"/>
                <a:ea typeface="+mn-ea"/>
                <a:cs typeface="+mn-ea"/>
                <a:sym typeface="+mn-lt"/>
              </a:endParaRPr>
            </a:p>
          </p:txBody>
        </p:sp>
        <p:sp>
          <p:nvSpPr>
            <p:cNvPr id="81958" name="Rectangle 39">
              <a:extLst>
                <a:ext uri="{FF2B5EF4-FFF2-40B4-BE49-F238E27FC236}">
                  <a16:creationId xmlns:a16="http://schemas.microsoft.com/office/drawing/2014/main" id="{C4CDBA1D-7F2F-43D0-9F8F-F8BD4A4A9D6F}"/>
                </a:ext>
              </a:extLst>
            </p:cNvPr>
            <p:cNvSpPr>
              <a:spLocks noChangeArrowheads="1"/>
            </p:cNvSpPr>
            <p:nvPr/>
          </p:nvSpPr>
          <p:spPr bwMode="auto">
            <a:xfrm>
              <a:off x="6507535" y="1569492"/>
              <a:ext cx="700035" cy="49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spcBef>
                  <a:spcPct val="20000"/>
                </a:spcBef>
                <a:defRPr/>
              </a:pPr>
              <a:r>
                <a:rPr lang="en-US" altLang="zh-CN">
                  <a:latin typeface="+mn-lt"/>
                  <a:ea typeface="+mn-ea"/>
                  <a:cs typeface="+mn-ea"/>
                  <a:sym typeface="+mn-lt"/>
                </a:rPr>
                <a:t>…</a:t>
              </a:r>
            </a:p>
          </p:txBody>
        </p:sp>
        <p:sp>
          <p:nvSpPr>
            <p:cNvPr id="81959" name="Line 40">
              <a:extLst>
                <a:ext uri="{FF2B5EF4-FFF2-40B4-BE49-F238E27FC236}">
                  <a16:creationId xmlns:a16="http://schemas.microsoft.com/office/drawing/2014/main" id="{AD26AA8E-8273-4453-886E-72C3AD81F314}"/>
                </a:ext>
              </a:extLst>
            </p:cNvPr>
            <p:cNvSpPr>
              <a:spLocks noChangeShapeType="1"/>
            </p:cNvSpPr>
            <p:nvPr/>
          </p:nvSpPr>
          <p:spPr bwMode="auto">
            <a:xfrm>
              <a:off x="5045555" y="2193442"/>
              <a:ext cx="909571"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60" name="Line 41">
              <a:extLst>
                <a:ext uri="{FF2B5EF4-FFF2-40B4-BE49-F238E27FC236}">
                  <a16:creationId xmlns:a16="http://schemas.microsoft.com/office/drawing/2014/main" id="{6FD76625-DD58-414C-AAE7-5F5EAF587A58}"/>
                </a:ext>
              </a:extLst>
            </p:cNvPr>
            <p:cNvSpPr>
              <a:spLocks noChangeShapeType="1"/>
            </p:cNvSpPr>
            <p:nvPr/>
          </p:nvSpPr>
          <p:spPr bwMode="auto">
            <a:xfrm flipV="1">
              <a:off x="5045555" y="1701268"/>
              <a:ext cx="909571" cy="158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61" name="Line 42">
              <a:extLst>
                <a:ext uri="{FF2B5EF4-FFF2-40B4-BE49-F238E27FC236}">
                  <a16:creationId xmlns:a16="http://schemas.microsoft.com/office/drawing/2014/main" id="{56CC211A-60B1-477F-8A94-B847FF4D83EE}"/>
                </a:ext>
              </a:extLst>
            </p:cNvPr>
            <p:cNvSpPr>
              <a:spLocks noChangeShapeType="1"/>
            </p:cNvSpPr>
            <p:nvPr/>
          </p:nvSpPr>
          <p:spPr bwMode="auto">
            <a:xfrm>
              <a:off x="5045555" y="1698093"/>
              <a:ext cx="0" cy="49535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62" name="Line 43">
              <a:extLst>
                <a:ext uri="{FF2B5EF4-FFF2-40B4-BE49-F238E27FC236}">
                  <a16:creationId xmlns:a16="http://schemas.microsoft.com/office/drawing/2014/main" id="{75710723-6458-4375-93B3-98ED23104A1F}"/>
                </a:ext>
              </a:extLst>
            </p:cNvPr>
            <p:cNvSpPr>
              <a:spLocks noChangeShapeType="1"/>
            </p:cNvSpPr>
            <p:nvPr/>
          </p:nvSpPr>
          <p:spPr bwMode="auto">
            <a:xfrm>
              <a:off x="5645585" y="1698093"/>
              <a:ext cx="0" cy="49535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63" name="Line 44">
              <a:extLst>
                <a:ext uri="{FF2B5EF4-FFF2-40B4-BE49-F238E27FC236}">
                  <a16:creationId xmlns:a16="http://schemas.microsoft.com/office/drawing/2014/main" id="{C4D8E2E8-5DA1-4152-B101-781A4253490B}"/>
                </a:ext>
              </a:extLst>
            </p:cNvPr>
            <p:cNvSpPr>
              <a:spLocks noChangeShapeType="1"/>
            </p:cNvSpPr>
            <p:nvPr/>
          </p:nvSpPr>
          <p:spPr bwMode="auto">
            <a:xfrm>
              <a:off x="5955125" y="1698093"/>
              <a:ext cx="0" cy="49535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64" name="Line 45">
              <a:extLst>
                <a:ext uri="{FF2B5EF4-FFF2-40B4-BE49-F238E27FC236}">
                  <a16:creationId xmlns:a16="http://schemas.microsoft.com/office/drawing/2014/main" id="{BBAB9BE5-C183-4B3A-BE39-F5A17780CAFC}"/>
                </a:ext>
              </a:extLst>
            </p:cNvPr>
            <p:cNvSpPr>
              <a:spLocks noChangeShapeType="1"/>
            </p:cNvSpPr>
            <p:nvPr/>
          </p:nvSpPr>
          <p:spPr bwMode="auto">
            <a:xfrm>
              <a:off x="2945448" y="1929891"/>
              <a:ext cx="576219"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65" name="Line 46">
              <a:extLst>
                <a:ext uri="{FF2B5EF4-FFF2-40B4-BE49-F238E27FC236}">
                  <a16:creationId xmlns:a16="http://schemas.microsoft.com/office/drawing/2014/main" id="{1813A45A-867D-494E-85F2-04089D0F23F8}"/>
                </a:ext>
              </a:extLst>
            </p:cNvPr>
            <p:cNvSpPr>
              <a:spLocks noChangeShapeType="1"/>
            </p:cNvSpPr>
            <p:nvPr/>
          </p:nvSpPr>
          <p:spPr bwMode="auto">
            <a:xfrm>
              <a:off x="4459811" y="1929891"/>
              <a:ext cx="576219"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66" name="Line 47">
              <a:extLst>
                <a:ext uri="{FF2B5EF4-FFF2-40B4-BE49-F238E27FC236}">
                  <a16:creationId xmlns:a16="http://schemas.microsoft.com/office/drawing/2014/main" id="{777F8619-7102-4DC9-9A69-6535AE6B41C3}"/>
                </a:ext>
              </a:extLst>
            </p:cNvPr>
            <p:cNvSpPr>
              <a:spLocks noChangeShapeType="1"/>
            </p:cNvSpPr>
            <p:nvPr/>
          </p:nvSpPr>
          <p:spPr bwMode="auto">
            <a:xfrm>
              <a:off x="5845596" y="1929891"/>
              <a:ext cx="576220"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67" name="Rectangle 48">
              <a:extLst>
                <a:ext uri="{FF2B5EF4-FFF2-40B4-BE49-F238E27FC236}">
                  <a16:creationId xmlns:a16="http://schemas.microsoft.com/office/drawing/2014/main" id="{A76A7827-2DFA-4BB4-BAB7-C8A286433B51}"/>
                </a:ext>
              </a:extLst>
            </p:cNvPr>
            <p:cNvSpPr>
              <a:spLocks noChangeArrowheads="1"/>
            </p:cNvSpPr>
            <p:nvPr/>
          </p:nvSpPr>
          <p:spPr bwMode="auto">
            <a:xfrm>
              <a:off x="1862854" y="1645700"/>
              <a:ext cx="803215" cy="49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spcBef>
                  <a:spcPct val="20000"/>
                </a:spcBef>
                <a:defRPr/>
              </a:pPr>
              <a:r>
                <a:rPr lang="en-US" altLang="zh-CN">
                  <a:latin typeface="+mn-lt"/>
                  <a:ea typeface="+mn-ea"/>
                  <a:cs typeface="+mn-ea"/>
                  <a:sym typeface="+mn-lt"/>
                </a:rPr>
                <a:t>info</a:t>
              </a:r>
            </a:p>
          </p:txBody>
        </p:sp>
        <p:sp>
          <p:nvSpPr>
            <p:cNvPr id="81968" name="Rectangle 49">
              <a:extLst>
                <a:ext uri="{FF2B5EF4-FFF2-40B4-BE49-F238E27FC236}">
                  <a16:creationId xmlns:a16="http://schemas.microsoft.com/office/drawing/2014/main" id="{AD9D5AAF-FA39-4B3B-A900-58F0794F8909}"/>
                </a:ext>
              </a:extLst>
            </p:cNvPr>
            <p:cNvSpPr>
              <a:spLocks noChangeArrowheads="1"/>
            </p:cNvSpPr>
            <p:nvPr/>
          </p:nvSpPr>
          <p:spPr bwMode="auto">
            <a:xfrm>
              <a:off x="7840936" y="1588544"/>
              <a:ext cx="479389" cy="488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spcBef>
                  <a:spcPct val="20000"/>
                </a:spcBef>
                <a:defRPr/>
              </a:pPr>
              <a:r>
                <a:rPr lang="en-US" altLang="zh-CN">
                  <a:solidFill>
                    <a:schemeClr val="accent1"/>
                  </a:solidFill>
                  <a:latin typeface="+mn-lt"/>
                  <a:ea typeface="+mn-ea"/>
                  <a:cs typeface="+mn-ea"/>
                  <a:sym typeface="+mn-lt"/>
                </a:rPr>
                <a:t>a</a:t>
              </a:r>
              <a:r>
                <a:rPr lang="en-US" altLang="zh-CN" baseline="-8000">
                  <a:solidFill>
                    <a:schemeClr val="accent1"/>
                  </a:solidFill>
                  <a:latin typeface="+mn-lt"/>
                  <a:ea typeface="+mn-ea"/>
                  <a:cs typeface="+mn-ea"/>
                  <a:sym typeface="+mn-lt"/>
                </a:rPr>
                <a:t>n</a:t>
              </a:r>
            </a:p>
          </p:txBody>
        </p:sp>
        <p:sp>
          <p:nvSpPr>
            <p:cNvPr id="81969" name="Rectangle 50">
              <a:extLst>
                <a:ext uri="{FF2B5EF4-FFF2-40B4-BE49-F238E27FC236}">
                  <a16:creationId xmlns:a16="http://schemas.microsoft.com/office/drawing/2014/main" id="{D33426C8-5DBA-41B3-911D-A17FFC39379E}"/>
                </a:ext>
              </a:extLst>
            </p:cNvPr>
            <p:cNvSpPr>
              <a:spLocks noChangeArrowheads="1"/>
            </p:cNvSpPr>
            <p:nvPr/>
          </p:nvSpPr>
          <p:spPr bwMode="auto">
            <a:xfrm>
              <a:off x="8409219" y="1698093"/>
              <a:ext cx="441292" cy="49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r>
                <a:rPr lang="en-US" altLang="zh-CN" dirty="0">
                  <a:latin typeface="+mn-lt"/>
                  <a:ea typeface="+mn-ea"/>
                  <a:cs typeface="+mn-ea"/>
                  <a:sym typeface="+mn-lt"/>
                </a:rPr>
                <a:t>^</a:t>
              </a:r>
            </a:p>
          </p:txBody>
        </p:sp>
        <p:sp>
          <p:nvSpPr>
            <p:cNvPr id="81970" name="Line 51">
              <a:extLst>
                <a:ext uri="{FF2B5EF4-FFF2-40B4-BE49-F238E27FC236}">
                  <a16:creationId xmlns:a16="http://schemas.microsoft.com/office/drawing/2014/main" id="{110ADC05-5597-4BD0-A512-6F55B9515A14}"/>
                </a:ext>
              </a:extLst>
            </p:cNvPr>
            <p:cNvSpPr>
              <a:spLocks noChangeShapeType="1"/>
            </p:cNvSpPr>
            <p:nvPr/>
          </p:nvSpPr>
          <p:spPr bwMode="auto">
            <a:xfrm flipV="1">
              <a:off x="7779027" y="2183916"/>
              <a:ext cx="1001639" cy="95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71" name="Line 52">
              <a:extLst>
                <a:ext uri="{FF2B5EF4-FFF2-40B4-BE49-F238E27FC236}">
                  <a16:creationId xmlns:a16="http://schemas.microsoft.com/office/drawing/2014/main" id="{5B379BBA-D855-41AE-AA23-3112451ACD7A}"/>
                </a:ext>
              </a:extLst>
            </p:cNvPr>
            <p:cNvSpPr>
              <a:spLocks noChangeShapeType="1"/>
            </p:cNvSpPr>
            <p:nvPr/>
          </p:nvSpPr>
          <p:spPr bwMode="auto">
            <a:xfrm>
              <a:off x="7780615" y="1688567"/>
              <a:ext cx="979414"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72" name="Line 53">
              <a:extLst>
                <a:ext uri="{FF2B5EF4-FFF2-40B4-BE49-F238E27FC236}">
                  <a16:creationId xmlns:a16="http://schemas.microsoft.com/office/drawing/2014/main" id="{14B84A30-A566-45F5-90AE-DB11830E85E1}"/>
                </a:ext>
              </a:extLst>
            </p:cNvPr>
            <p:cNvSpPr>
              <a:spLocks noChangeShapeType="1"/>
            </p:cNvSpPr>
            <p:nvPr/>
          </p:nvSpPr>
          <p:spPr bwMode="auto">
            <a:xfrm>
              <a:off x="7779027" y="1696505"/>
              <a:ext cx="0" cy="496938"/>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73" name="Line 54">
              <a:extLst>
                <a:ext uri="{FF2B5EF4-FFF2-40B4-BE49-F238E27FC236}">
                  <a16:creationId xmlns:a16="http://schemas.microsoft.com/office/drawing/2014/main" id="{D7F1D545-4927-4365-A7A8-81EFE512DF2D}"/>
                </a:ext>
              </a:extLst>
            </p:cNvPr>
            <p:cNvSpPr>
              <a:spLocks noChangeShapeType="1"/>
            </p:cNvSpPr>
            <p:nvPr/>
          </p:nvSpPr>
          <p:spPr bwMode="auto">
            <a:xfrm>
              <a:off x="8407631" y="1698093"/>
              <a:ext cx="1588" cy="49535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74" name="Line 55">
              <a:extLst>
                <a:ext uri="{FF2B5EF4-FFF2-40B4-BE49-F238E27FC236}">
                  <a16:creationId xmlns:a16="http://schemas.microsoft.com/office/drawing/2014/main" id="{9316D645-D536-4D32-ACEF-E504DD01D82F}"/>
                </a:ext>
              </a:extLst>
            </p:cNvPr>
            <p:cNvSpPr>
              <a:spLocks noChangeShapeType="1"/>
            </p:cNvSpPr>
            <p:nvPr/>
          </p:nvSpPr>
          <p:spPr bwMode="auto">
            <a:xfrm>
              <a:off x="8780666" y="1698093"/>
              <a:ext cx="0" cy="49535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1975" name="Line 56">
              <a:extLst>
                <a:ext uri="{FF2B5EF4-FFF2-40B4-BE49-F238E27FC236}">
                  <a16:creationId xmlns:a16="http://schemas.microsoft.com/office/drawing/2014/main" id="{21789708-501B-4E8F-B6FF-21A06F9DAAF6}"/>
                </a:ext>
              </a:extLst>
            </p:cNvPr>
            <p:cNvSpPr>
              <a:spLocks noChangeShapeType="1"/>
            </p:cNvSpPr>
            <p:nvPr/>
          </p:nvSpPr>
          <p:spPr bwMode="auto">
            <a:xfrm>
              <a:off x="7202808" y="1929891"/>
              <a:ext cx="577807" cy="1587"/>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57" name="Line 6">
              <a:extLst>
                <a:ext uri="{FF2B5EF4-FFF2-40B4-BE49-F238E27FC236}">
                  <a16:creationId xmlns:a16="http://schemas.microsoft.com/office/drawing/2014/main" id="{76C25FBF-FBA9-4891-BC55-6F5C100703DD}"/>
                </a:ext>
              </a:extLst>
            </p:cNvPr>
            <p:cNvSpPr>
              <a:spLocks noChangeShapeType="1"/>
            </p:cNvSpPr>
            <p:nvPr/>
          </p:nvSpPr>
          <p:spPr bwMode="auto">
            <a:xfrm flipV="1">
              <a:off x="2412088" y="2349033"/>
              <a:ext cx="0" cy="287366"/>
            </a:xfrm>
            <a:prstGeom prst="line">
              <a:avLst/>
            </a:prstGeom>
            <a:noFill/>
            <a:ln w="254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58" name="Line 6">
              <a:extLst>
                <a:ext uri="{FF2B5EF4-FFF2-40B4-BE49-F238E27FC236}">
                  <a16:creationId xmlns:a16="http://schemas.microsoft.com/office/drawing/2014/main" id="{2E5688B8-4CC1-4E87-AF8E-2A7E8A48F521}"/>
                </a:ext>
              </a:extLst>
            </p:cNvPr>
            <p:cNvSpPr>
              <a:spLocks noChangeShapeType="1"/>
            </p:cNvSpPr>
            <p:nvPr/>
          </p:nvSpPr>
          <p:spPr bwMode="auto">
            <a:xfrm flipV="1">
              <a:off x="3996296" y="2349033"/>
              <a:ext cx="0" cy="287366"/>
            </a:xfrm>
            <a:prstGeom prst="line">
              <a:avLst/>
            </a:prstGeom>
            <a:noFill/>
            <a:ln w="254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8" presetClass="entr" presetSubtype="6" fill="hold" grpId="0" nodeType="clickEffect">
                                  <p:stCondLst>
                                    <p:cond delay="0"/>
                                  </p:stCondLst>
                                  <p:childTnLst>
                                    <p:set>
                                      <p:cBhvr>
                                        <p:cTn id="6" dur="1" fill="hold">
                                          <p:stCondLst>
                                            <p:cond delay="0"/>
                                          </p:stCondLst>
                                        </p:cTn>
                                        <p:tgtEl>
                                          <p:spTgt spid="471097">
                                            <p:bg/>
                                          </p:spTgt>
                                        </p:tgtEl>
                                        <p:attrNameLst>
                                          <p:attrName>style.visibility</p:attrName>
                                        </p:attrNameLst>
                                      </p:cBhvr>
                                      <p:to>
                                        <p:strVal val="visible"/>
                                      </p:to>
                                    </p:set>
                                    <p:animEffect transition="in" filter="strips(downRight)">
                                      <p:cBhvr>
                                        <p:cTn id="7" dur="500"/>
                                        <p:tgtEl>
                                          <p:spTgt spid="471097">
                                            <p:bg/>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8" presetClass="entr" presetSubtype="6" fill="hold" grpId="0" nodeType="clickEffect">
                                  <p:stCondLst>
                                    <p:cond delay="0"/>
                                  </p:stCondLst>
                                  <p:childTnLst>
                                    <p:set>
                                      <p:cBhvr>
                                        <p:cTn id="11" dur="1" fill="hold">
                                          <p:stCondLst>
                                            <p:cond delay="0"/>
                                          </p:stCondLst>
                                        </p:cTn>
                                        <p:tgtEl>
                                          <p:spTgt spid="471097">
                                            <p:txEl>
                                              <p:pRg st="0" end="0"/>
                                            </p:txEl>
                                          </p:spTgt>
                                        </p:tgtEl>
                                        <p:attrNameLst>
                                          <p:attrName>style.visibility</p:attrName>
                                        </p:attrNameLst>
                                      </p:cBhvr>
                                      <p:to>
                                        <p:strVal val="visible"/>
                                      </p:to>
                                    </p:set>
                                    <p:animEffect transition="in" filter="strips(downRight)">
                                      <p:cBhvr>
                                        <p:cTn id="12" dur="500"/>
                                        <p:tgtEl>
                                          <p:spTgt spid="471097">
                                            <p:txEl>
                                              <p:pRg st="0" end="0"/>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8" presetClass="entr" presetSubtype="6" fill="hold" grpId="0" nodeType="clickEffect">
                                  <p:stCondLst>
                                    <p:cond delay="0"/>
                                  </p:stCondLst>
                                  <p:childTnLst>
                                    <p:set>
                                      <p:cBhvr>
                                        <p:cTn id="16" dur="1" fill="hold">
                                          <p:stCondLst>
                                            <p:cond delay="0"/>
                                          </p:stCondLst>
                                        </p:cTn>
                                        <p:tgtEl>
                                          <p:spTgt spid="471097">
                                            <p:txEl>
                                              <p:pRg st="1" end="1"/>
                                            </p:txEl>
                                          </p:spTgt>
                                        </p:tgtEl>
                                        <p:attrNameLst>
                                          <p:attrName>style.visibility</p:attrName>
                                        </p:attrNameLst>
                                      </p:cBhvr>
                                      <p:to>
                                        <p:strVal val="visible"/>
                                      </p:to>
                                    </p:set>
                                    <p:animEffect transition="in" filter="strips(downRight)">
                                      <p:cBhvr>
                                        <p:cTn id="17" dur="500"/>
                                        <p:tgtEl>
                                          <p:spTgt spid="471097">
                                            <p:txEl>
                                              <p:pRg st="1" end="1"/>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8" presetClass="entr" presetSubtype="6" fill="hold" grpId="0" nodeType="clickEffect">
                                  <p:stCondLst>
                                    <p:cond delay="0"/>
                                  </p:stCondLst>
                                  <p:childTnLst>
                                    <p:set>
                                      <p:cBhvr>
                                        <p:cTn id="21" dur="1" fill="hold">
                                          <p:stCondLst>
                                            <p:cond delay="0"/>
                                          </p:stCondLst>
                                        </p:cTn>
                                        <p:tgtEl>
                                          <p:spTgt spid="471097">
                                            <p:txEl>
                                              <p:pRg st="2" end="2"/>
                                            </p:txEl>
                                          </p:spTgt>
                                        </p:tgtEl>
                                        <p:attrNameLst>
                                          <p:attrName>style.visibility</p:attrName>
                                        </p:attrNameLst>
                                      </p:cBhvr>
                                      <p:to>
                                        <p:strVal val="visible"/>
                                      </p:to>
                                    </p:set>
                                    <p:animEffect transition="in" filter="strips(downRight)">
                                      <p:cBhvr>
                                        <p:cTn id="22" dur="500"/>
                                        <p:tgtEl>
                                          <p:spTgt spid="47109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1097" grpId="0" build="p"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4">
            <a:extLst>
              <a:ext uri="{FF2B5EF4-FFF2-40B4-BE49-F238E27FC236}">
                <a16:creationId xmlns:a16="http://schemas.microsoft.com/office/drawing/2014/main" id="{4A717D2F-0053-4E9D-BB03-33DAA9E32EFD}"/>
              </a:ext>
            </a:extLst>
          </p:cNvPr>
          <p:cNvSpPr>
            <a:spLocks noChangeArrowheads="1"/>
          </p:cNvSpPr>
          <p:nvPr/>
        </p:nvSpPr>
        <p:spPr bwMode="auto">
          <a:xfrm>
            <a:off x="266700" y="990600"/>
            <a:ext cx="8534400" cy="511175"/>
          </a:xfrm>
          <a:prstGeom prst="roundRect">
            <a:avLst/>
          </a:prstGeom>
          <a:solidFill>
            <a:srgbClr val="9476B6"/>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olidFill>
                  <a:schemeClr val="bg1"/>
                </a:solidFill>
                <a:sym typeface="+mn-lt"/>
              </a:rPr>
              <a:t>上例链表的逻辑结构示意图有以下</a:t>
            </a:r>
            <a:r>
              <a:rPr lang="zh-CN" altLang="en-US">
                <a:solidFill>
                  <a:srgbClr val="FFFF00"/>
                </a:solidFill>
                <a:sym typeface="+mn-lt"/>
              </a:rPr>
              <a:t>两种形式：</a:t>
            </a:r>
          </a:p>
        </p:txBody>
      </p:sp>
      <p:sp>
        <p:nvSpPr>
          <p:cNvPr id="474117" name="Rectangle 5">
            <a:extLst>
              <a:ext uri="{FF2B5EF4-FFF2-40B4-BE49-F238E27FC236}">
                <a16:creationId xmlns:a16="http://schemas.microsoft.com/office/drawing/2014/main" id="{B0EB2F9F-0BA5-41A5-9594-E74526EB280F}"/>
              </a:ext>
            </a:extLst>
          </p:cNvPr>
          <p:cNvSpPr>
            <a:spLocks noChangeArrowheads="1"/>
          </p:cNvSpPr>
          <p:nvPr/>
        </p:nvSpPr>
        <p:spPr bwMode="auto">
          <a:xfrm>
            <a:off x="265113" y="1787525"/>
            <a:ext cx="441325"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000" dirty="0">
                <a:solidFill>
                  <a:srgbClr val="0000FF"/>
                </a:solidFill>
                <a:latin typeface="+mn-lt"/>
                <a:ea typeface="+mn-ea"/>
                <a:cs typeface="+mn-ea"/>
                <a:sym typeface="+mn-lt"/>
              </a:rPr>
              <a:t>①</a:t>
            </a:r>
          </a:p>
        </p:txBody>
      </p:sp>
      <p:grpSp>
        <p:nvGrpSpPr>
          <p:cNvPr id="2" name="Group 6">
            <a:extLst>
              <a:ext uri="{FF2B5EF4-FFF2-40B4-BE49-F238E27FC236}">
                <a16:creationId xmlns:a16="http://schemas.microsoft.com/office/drawing/2014/main" id="{832101BC-3066-BF47-8CD7-E3CF197AC36A}"/>
              </a:ext>
            </a:extLst>
          </p:cNvPr>
          <p:cNvGrpSpPr>
            <a:grpSpLocks/>
          </p:cNvGrpSpPr>
          <p:nvPr/>
        </p:nvGrpSpPr>
        <p:grpSpPr bwMode="auto">
          <a:xfrm>
            <a:off x="893763" y="1800225"/>
            <a:ext cx="7316787" cy="1733550"/>
            <a:chOff x="336" y="480"/>
            <a:chExt cx="5040" cy="1194"/>
          </a:xfrm>
        </p:grpSpPr>
        <p:sp>
          <p:nvSpPr>
            <p:cNvPr id="83035" name="Rectangle 7">
              <a:extLst>
                <a:ext uri="{FF2B5EF4-FFF2-40B4-BE49-F238E27FC236}">
                  <a16:creationId xmlns:a16="http://schemas.microsoft.com/office/drawing/2014/main" id="{90B35A4F-2F0A-4C40-AD02-82E30EE3B5A1}"/>
                </a:ext>
              </a:extLst>
            </p:cNvPr>
            <p:cNvSpPr>
              <a:spLocks noChangeArrowheads="1"/>
            </p:cNvSpPr>
            <p:nvPr/>
          </p:nvSpPr>
          <p:spPr bwMode="auto">
            <a:xfrm>
              <a:off x="1756" y="774"/>
              <a:ext cx="164"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3036" name="Rectangle 8">
              <a:extLst>
                <a:ext uri="{FF2B5EF4-FFF2-40B4-BE49-F238E27FC236}">
                  <a16:creationId xmlns:a16="http://schemas.microsoft.com/office/drawing/2014/main" id="{E94D08D6-0DC0-417C-8D24-0F6F8111E1D2}"/>
                </a:ext>
              </a:extLst>
            </p:cNvPr>
            <p:cNvSpPr>
              <a:spLocks noChangeArrowheads="1"/>
            </p:cNvSpPr>
            <p:nvPr/>
          </p:nvSpPr>
          <p:spPr bwMode="auto">
            <a:xfrm>
              <a:off x="1104" y="774"/>
              <a:ext cx="653"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ZHAO</a:t>
              </a:r>
            </a:p>
          </p:txBody>
        </p:sp>
        <p:sp>
          <p:nvSpPr>
            <p:cNvPr id="83037" name="Line 9">
              <a:extLst>
                <a:ext uri="{FF2B5EF4-FFF2-40B4-BE49-F238E27FC236}">
                  <a16:creationId xmlns:a16="http://schemas.microsoft.com/office/drawing/2014/main" id="{003C3F02-5C6D-482C-A126-EC4212C3A4DB}"/>
                </a:ext>
              </a:extLst>
            </p:cNvPr>
            <p:cNvSpPr>
              <a:spLocks noChangeShapeType="1"/>
            </p:cNvSpPr>
            <p:nvPr/>
          </p:nvSpPr>
          <p:spPr bwMode="auto">
            <a:xfrm>
              <a:off x="1104" y="774"/>
              <a:ext cx="817"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38" name="Line 10">
              <a:extLst>
                <a:ext uri="{FF2B5EF4-FFF2-40B4-BE49-F238E27FC236}">
                  <a16:creationId xmlns:a16="http://schemas.microsoft.com/office/drawing/2014/main" id="{F6E9098D-5EE3-41DD-AB60-9D481F687598}"/>
                </a:ext>
              </a:extLst>
            </p:cNvPr>
            <p:cNvSpPr>
              <a:spLocks noChangeShapeType="1"/>
            </p:cNvSpPr>
            <p:nvPr/>
          </p:nvSpPr>
          <p:spPr bwMode="auto">
            <a:xfrm>
              <a:off x="1104" y="1104"/>
              <a:ext cx="817"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39" name="Line 11">
              <a:extLst>
                <a:ext uri="{FF2B5EF4-FFF2-40B4-BE49-F238E27FC236}">
                  <a16:creationId xmlns:a16="http://schemas.microsoft.com/office/drawing/2014/main" id="{BB52096E-6692-4C7D-835B-CC48FD70C8E3}"/>
                </a:ext>
              </a:extLst>
            </p:cNvPr>
            <p:cNvSpPr>
              <a:spLocks noChangeShapeType="1"/>
            </p:cNvSpPr>
            <p:nvPr/>
          </p:nvSpPr>
          <p:spPr bwMode="auto">
            <a:xfrm>
              <a:off x="1104" y="774"/>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40" name="Line 12">
              <a:extLst>
                <a:ext uri="{FF2B5EF4-FFF2-40B4-BE49-F238E27FC236}">
                  <a16:creationId xmlns:a16="http://schemas.microsoft.com/office/drawing/2014/main" id="{57BADFC7-F4D4-4E01-9090-3BC5EA12DEE3}"/>
                </a:ext>
              </a:extLst>
            </p:cNvPr>
            <p:cNvSpPr>
              <a:spLocks noChangeShapeType="1"/>
            </p:cNvSpPr>
            <p:nvPr/>
          </p:nvSpPr>
          <p:spPr bwMode="auto">
            <a:xfrm>
              <a:off x="1756" y="774"/>
              <a:ext cx="0" cy="33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41" name="Line 13">
              <a:extLst>
                <a:ext uri="{FF2B5EF4-FFF2-40B4-BE49-F238E27FC236}">
                  <a16:creationId xmlns:a16="http://schemas.microsoft.com/office/drawing/2014/main" id="{3EB17A32-9C56-4BAD-83C3-6B18BEEB5B2F}"/>
                </a:ext>
              </a:extLst>
            </p:cNvPr>
            <p:cNvSpPr>
              <a:spLocks noChangeShapeType="1"/>
            </p:cNvSpPr>
            <p:nvPr/>
          </p:nvSpPr>
          <p:spPr bwMode="auto">
            <a:xfrm>
              <a:off x="1920" y="774"/>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42" name="Rectangle 14">
              <a:extLst>
                <a:ext uri="{FF2B5EF4-FFF2-40B4-BE49-F238E27FC236}">
                  <a16:creationId xmlns:a16="http://schemas.microsoft.com/office/drawing/2014/main" id="{4D72F50D-9309-4805-9A2C-E75BC0A5E7B9}"/>
                </a:ext>
              </a:extLst>
            </p:cNvPr>
            <p:cNvSpPr>
              <a:spLocks noChangeArrowheads="1"/>
            </p:cNvSpPr>
            <p:nvPr/>
          </p:nvSpPr>
          <p:spPr bwMode="auto">
            <a:xfrm>
              <a:off x="624" y="528"/>
              <a:ext cx="291" cy="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3043" name="Line 15">
              <a:extLst>
                <a:ext uri="{FF2B5EF4-FFF2-40B4-BE49-F238E27FC236}">
                  <a16:creationId xmlns:a16="http://schemas.microsoft.com/office/drawing/2014/main" id="{4EE5EED5-8C72-4FE9-A328-48051F9918F3}"/>
                </a:ext>
              </a:extLst>
            </p:cNvPr>
            <p:cNvSpPr>
              <a:spLocks noChangeShapeType="1"/>
            </p:cNvSpPr>
            <p:nvPr/>
          </p:nvSpPr>
          <p:spPr bwMode="auto">
            <a:xfrm>
              <a:off x="624" y="528"/>
              <a:ext cx="291"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44" name="Line 16">
              <a:extLst>
                <a:ext uri="{FF2B5EF4-FFF2-40B4-BE49-F238E27FC236}">
                  <a16:creationId xmlns:a16="http://schemas.microsoft.com/office/drawing/2014/main" id="{C2EE66BB-3FC3-4F4B-A690-DC238DBA0B13}"/>
                </a:ext>
              </a:extLst>
            </p:cNvPr>
            <p:cNvSpPr>
              <a:spLocks noChangeShapeType="1"/>
            </p:cNvSpPr>
            <p:nvPr/>
          </p:nvSpPr>
          <p:spPr bwMode="auto">
            <a:xfrm>
              <a:off x="624" y="815"/>
              <a:ext cx="291"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45" name="Line 17">
              <a:extLst>
                <a:ext uri="{FF2B5EF4-FFF2-40B4-BE49-F238E27FC236}">
                  <a16:creationId xmlns:a16="http://schemas.microsoft.com/office/drawing/2014/main" id="{CA19F96E-2022-4F03-80F8-10407B26715C}"/>
                </a:ext>
              </a:extLst>
            </p:cNvPr>
            <p:cNvSpPr>
              <a:spLocks noChangeShapeType="1"/>
            </p:cNvSpPr>
            <p:nvPr/>
          </p:nvSpPr>
          <p:spPr bwMode="auto">
            <a:xfrm>
              <a:off x="624" y="528"/>
              <a:ext cx="0" cy="285"/>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46" name="Line 18">
              <a:extLst>
                <a:ext uri="{FF2B5EF4-FFF2-40B4-BE49-F238E27FC236}">
                  <a16:creationId xmlns:a16="http://schemas.microsoft.com/office/drawing/2014/main" id="{35656DBB-6638-41D6-9E6E-F6DD3A6BF788}"/>
                </a:ext>
              </a:extLst>
            </p:cNvPr>
            <p:cNvSpPr>
              <a:spLocks noChangeShapeType="1"/>
            </p:cNvSpPr>
            <p:nvPr/>
          </p:nvSpPr>
          <p:spPr bwMode="auto">
            <a:xfrm>
              <a:off x="912" y="528"/>
              <a:ext cx="0" cy="285"/>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47" name="Line 19">
              <a:extLst>
                <a:ext uri="{FF2B5EF4-FFF2-40B4-BE49-F238E27FC236}">
                  <a16:creationId xmlns:a16="http://schemas.microsoft.com/office/drawing/2014/main" id="{FCFC5E45-BE01-4277-9A6C-8856E0B81988}"/>
                </a:ext>
              </a:extLst>
            </p:cNvPr>
            <p:cNvSpPr>
              <a:spLocks noChangeShapeType="1"/>
            </p:cNvSpPr>
            <p:nvPr/>
          </p:nvSpPr>
          <p:spPr bwMode="auto">
            <a:xfrm>
              <a:off x="768" y="678"/>
              <a:ext cx="0" cy="282"/>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48" name="Line 20">
              <a:extLst>
                <a:ext uri="{FF2B5EF4-FFF2-40B4-BE49-F238E27FC236}">
                  <a16:creationId xmlns:a16="http://schemas.microsoft.com/office/drawing/2014/main" id="{45BB4974-03CD-4409-953A-B53E969DEBCB}"/>
                </a:ext>
              </a:extLst>
            </p:cNvPr>
            <p:cNvSpPr>
              <a:spLocks noChangeShapeType="1"/>
            </p:cNvSpPr>
            <p:nvPr/>
          </p:nvSpPr>
          <p:spPr bwMode="auto">
            <a:xfrm>
              <a:off x="768" y="960"/>
              <a:ext cx="288"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49" name="Rectangle 21">
              <a:extLst>
                <a:ext uri="{FF2B5EF4-FFF2-40B4-BE49-F238E27FC236}">
                  <a16:creationId xmlns:a16="http://schemas.microsoft.com/office/drawing/2014/main" id="{AF70E209-BA9E-49BB-9887-05869846CCE6}"/>
                </a:ext>
              </a:extLst>
            </p:cNvPr>
            <p:cNvSpPr>
              <a:spLocks noChangeArrowheads="1"/>
            </p:cNvSpPr>
            <p:nvPr/>
          </p:nvSpPr>
          <p:spPr bwMode="auto">
            <a:xfrm>
              <a:off x="2861" y="768"/>
              <a:ext cx="163"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3050" name="Rectangle 22">
              <a:extLst>
                <a:ext uri="{FF2B5EF4-FFF2-40B4-BE49-F238E27FC236}">
                  <a16:creationId xmlns:a16="http://schemas.microsoft.com/office/drawing/2014/main" id="{374D70D0-109C-4CC3-AE95-A26480E7C937}"/>
                </a:ext>
              </a:extLst>
            </p:cNvPr>
            <p:cNvSpPr>
              <a:spLocks noChangeArrowheads="1"/>
            </p:cNvSpPr>
            <p:nvPr/>
          </p:nvSpPr>
          <p:spPr bwMode="auto">
            <a:xfrm>
              <a:off x="2208" y="768"/>
              <a:ext cx="653"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QIAN</a:t>
              </a:r>
            </a:p>
          </p:txBody>
        </p:sp>
        <p:sp>
          <p:nvSpPr>
            <p:cNvPr id="83051" name="Line 23">
              <a:extLst>
                <a:ext uri="{FF2B5EF4-FFF2-40B4-BE49-F238E27FC236}">
                  <a16:creationId xmlns:a16="http://schemas.microsoft.com/office/drawing/2014/main" id="{60C0240D-06BF-4B76-9EA7-4E01A66B37B5}"/>
                </a:ext>
              </a:extLst>
            </p:cNvPr>
            <p:cNvSpPr>
              <a:spLocks noChangeShapeType="1"/>
            </p:cNvSpPr>
            <p:nvPr/>
          </p:nvSpPr>
          <p:spPr bwMode="auto">
            <a:xfrm>
              <a:off x="2208" y="768"/>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52" name="Line 24">
              <a:extLst>
                <a:ext uri="{FF2B5EF4-FFF2-40B4-BE49-F238E27FC236}">
                  <a16:creationId xmlns:a16="http://schemas.microsoft.com/office/drawing/2014/main" id="{FB1F649C-BB8E-4107-8CD9-98EC4E03CEA0}"/>
                </a:ext>
              </a:extLst>
            </p:cNvPr>
            <p:cNvSpPr>
              <a:spLocks noChangeShapeType="1"/>
            </p:cNvSpPr>
            <p:nvPr/>
          </p:nvSpPr>
          <p:spPr bwMode="auto">
            <a:xfrm>
              <a:off x="2208" y="1094"/>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53" name="Line 25">
              <a:extLst>
                <a:ext uri="{FF2B5EF4-FFF2-40B4-BE49-F238E27FC236}">
                  <a16:creationId xmlns:a16="http://schemas.microsoft.com/office/drawing/2014/main" id="{9326752A-FC37-493B-8434-5C8284534595}"/>
                </a:ext>
              </a:extLst>
            </p:cNvPr>
            <p:cNvSpPr>
              <a:spLocks noChangeShapeType="1"/>
            </p:cNvSpPr>
            <p:nvPr/>
          </p:nvSpPr>
          <p:spPr bwMode="auto">
            <a:xfrm>
              <a:off x="2208" y="768"/>
              <a:ext cx="0" cy="32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54" name="Line 26">
              <a:extLst>
                <a:ext uri="{FF2B5EF4-FFF2-40B4-BE49-F238E27FC236}">
                  <a16:creationId xmlns:a16="http://schemas.microsoft.com/office/drawing/2014/main" id="{DB9AEB0F-8C05-4FFF-92EF-BE18D3B971FF}"/>
                </a:ext>
              </a:extLst>
            </p:cNvPr>
            <p:cNvSpPr>
              <a:spLocks noChangeShapeType="1"/>
            </p:cNvSpPr>
            <p:nvPr/>
          </p:nvSpPr>
          <p:spPr bwMode="auto">
            <a:xfrm>
              <a:off x="2861" y="768"/>
              <a:ext cx="0" cy="327"/>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55" name="Line 27">
              <a:extLst>
                <a:ext uri="{FF2B5EF4-FFF2-40B4-BE49-F238E27FC236}">
                  <a16:creationId xmlns:a16="http://schemas.microsoft.com/office/drawing/2014/main" id="{C6E2C908-CDB8-4959-94B8-70825992F042}"/>
                </a:ext>
              </a:extLst>
            </p:cNvPr>
            <p:cNvSpPr>
              <a:spLocks noChangeShapeType="1"/>
            </p:cNvSpPr>
            <p:nvPr/>
          </p:nvSpPr>
          <p:spPr bwMode="auto">
            <a:xfrm>
              <a:off x="3024" y="768"/>
              <a:ext cx="0" cy="32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56" name="Rectangle 28">
              <a:extLst>
                <a:ext uri="{FF2B5EF4-FFF2-40B4-BE49-F238E27FC236}">
                  <a16:creationId xmlns:a16="http://schemas.microsoft.com/office/drawing/2014/main" id="{9FC18463-BA08-405B-9C02-86ABEA894F35}"/>
                </a:ext>
              </a:extLst>
            </p:cNvPr>
            <p:cNvSpPr>
              <a:spLocks noChangeArrowheads="1"/>
            </p:cNvSpPr>
            <p:nvPr/>
          </p:nvSpPr>
          <p:spPr bwMode="auto">
            <a:xfrm>
              <a:off x="5021" y="768"/>
              <a:ext cx="163"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3057" name="Rectangle 29">
              <a:extLst>
                <a:ext uri="{FF2B5EF4-FFF2-40B4-BE49-F238E27FC236}">
                  <a16:creationId xmlns:a16="http://schemas.microsoft.com/office/drawing/2014/main" id="{01497637-C6B6-49DD-B5A2-121E4DA2AFCA}"/>
                </a:ext>
              </a:extLst>
            </p:cNvPr>
            <p:cNvSpPr>
              <a:spLocks noChangeArrowheads="1"/>
            </p:cNvSpPr>
            <p:nvPr/>
          </p:nvSpPr>
          <p:spPr bwMode="auto">
            <a:xfrm>
              <a:off x="4368" y="768"/>
              <a:ext cx="653"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LI</a:t>
              </a:r>
            </a:p>
          </p:txBody>
        </p:sp>
        <p:sp>
          <p:nvSpPr>
            <p:cNvPr id="83058" name="Line 30">
              <a:extLst>
                <a:ext uri="{FF2B5EF4-FFF2-40B4-BE49-F238E27FC236}">
                  <a16:creationId xmlns:a16="http://schemas.microsoft.com/office/drawing/2014/main" id="{C3343E8D-56FD-41B6-8EE1-F90686A72E07}"/>
                </a:ext>
              </a:extLst>
            </p:cNvPr>
            <p:cNvSpPr>
              <a:spLocks noChangeShapeType="1"/>
            </p:cNvSpPr>
            <p:nvPr/>
          </p:nvSpPr>
          <p:spPr bwMode="auto">
            <a:xfrm>
              <a:off x="4368" y="768"/>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59" name="Line 31">
              <a:extLst>
                <a:ext uri="{FF2B5EF4-FFF2-40B4-BE49-F238E27FC236}">
                  <a16:creationId xmlns:a16="http://schemas.microsoft.com/office/drawing/2014/main" id="{A069B101-A4FA-43FD-82F5-B7A9206D5C2E}"/>
                </a:ext>
              </a:extLst>
            </p:cNvPr>
            <p:cNvSpPr>
              <a:spLocks noChangeShapeType="1"/>
            </p:cNvSpPr>
            <p:nvPr/>
          </p:nvSpPr>
          <p:spPr bwMode="auto">
            <a:xfrm>
              <a:off x="4368" y="1098"/>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60" name="Line 32">
              <a:extLst>
                <a:ext uri="{FF2B5EF4-FFF2-40B4-BE49-F238E27FC236}">
                  <a16:creationId xmlns:a16="http://schemas.microsoft.com/office/drawing/2014/main" id="{BCAFE137-FEE5-4B82-B192-0266068E02CB}"/>
                </a:ext>
              </a:extLst>
            </p:cNvPr>
            <p:cNvSpPr>
              <a:spLocks noChangeShapeType="1"/>
            </p:cNvSpPr>
            <p:nvPr/>
          </p:nvSpPr>
          <p:spPr bwMode="auto">
            <a:xfrm>
              <a:off x="4368" y="768"/>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61" name="Line 33">
              <a:extLst>
                <a:ext uri="{FF2B5EF4-FFF2-40B4-BE49-F238E27FC236}">
                  <a16:creationId xmlns:a16="http://schemas.microsoft.com/office/drawing/2014/main" id="{307FABC1-281C-4208-9B0D-50309F4E4768}"/>
                </a:ext>
              </a:extLst>
            </p:cNvPr>
            <p:cNvSpPr>
              <a:spLocks noChangeShapeType="1"/>
            </p:cNvSpPr>
            <p:nvPr/>
          </p:nvSpPr>
          <p:spPr bwMode="auto">
            <a:xfrm>
              <a:off x="5021" y="768"/>
              <a:ext cx="0" cy="33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62" name="Line 34">
              <a:extLst>
                <a:ext uri="{FF2B5EF4-FFF2-40B4-BE49-F238E27FC236}">
                  <a16:creationId xmlns:a16="http://schemas.microsoft.com/office/drawing/2014/main" id="{8501193B-928F-49D4-AD6C-2BDE8E26070B}"/>
                </a:ext>
              </a:extLst>
            </p:cNvPr>
            <p:cNvSpPr>
              <a:spLocks noChangeShapeType="1"/>
            </p:cNvSpPr>
            <p:nvPr/>
          </p:nvSpPr>
          <p:spPr bwMode="auto">
            <a:xfrm>
              <a:off x="5184" y="768"/>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63" name="Rectangle 35">
              <a:extLst>
                <a:ext uri="{FF2B5EF4-FFF2-40B4-BE49-F238E27FC236}">
                  <a16:creationId xmlns:a16="http://schemas.microsoft.com/office/drawing/2014/main" id="{0CFE449C-C8E1-4FC3-B00B-592DDE58820B}"/>
                </a:ext>
              </a:extLst>
            </p:cNvPr>
            <p:cNvSpPr>
              <a:spLocks noChangeArrowheads="1"/>
            </p:cNvSpPr>
            <p:nvPr/>
          </p:nvSpPr>
          <p:spPr bwMode="auto">
            <a:xfrm>
              <a:off x="3917" y="768"/>
              <a:ext cx="163"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3064" name="Rectangle 36">
              <a:extLst>
                <a:ext uri="{FF2B5EF4-FFF2-40B4-BE49-F238E27FC236}">
                  <a16:creationId xmlns:a16="http://schemas.microsoft.com/office/drawing/2014/main" id="{DDF953AC-632E-47B9-AB9D-0B7E0821908C}"/>
                </a:ext>
              </a:extLst>
            </p:cNvPr>
            <p:cNvSpPr>
              <a:spLocks noChangeArrowheads="1"/>
            </p:cNvSpPr>
            <p:nvPr/>
          </p:nvSpPr>
          <p:spPr bwMode="auto">
            <a:xfrm>
              <a:off x="3313" y="768"/>
              <a:ext cx="608"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SUN</a:t>
              </a:r>
            </a:p>
          </p:txBody>
        </p:sp>
        <p:sp>
          <p:nvSpPr>
            <p:cNvPr id="83065" name="Line 37">
              <a:extLst>
                <a:ext uri="{FF2B5EF4-FFF2-40B4-BE49-F238E27FC236}">
                  <a16:creationId xmlns:a16="http://schemas.microsoft.com/office/drawing/2014/main" id="{6BD55AA4-6B95-4A05-87BD-35CDB5F5BBAD}"/>
                </a:ext>
              </a:extLst>
            </p:cNvPr>
            <p:cNvSpPr>
              <a:spLocks noChangeShapeType="1"/>
            </p:cNvSpPr>
            <p:nvPr/>
          </p:nvSpPr>
          <p:spPr bwMode="auto">
            <a:xfrm>
              <a:off x="3313" y="768"/>
              <a:ext cx="771"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66" name="Line 38">
              <a:extLst>
                <a:ext uri="{FF2B5EF4-FFF2-40B4-BE49-F238E27FC236}">
                  <a16:creationId xmlns:a16="http://schemas.microsoft.com/office/drawing/2014/main" id="{A52CE5FC-84B3-43B3-8383-D3EE2510DF81}"/>
                </a:ext>
              </a:extLst>
            </p:cNvPr>
            <p:cNvSpPr>
              <a:spLocks noChangeShapeType="1"/>
            </p:cNvSpPr>
            <p:nvPr/>
          </p:nvSpPr>
          <p:spPr bwMode="auto">
            <a:xfrm>
              <a:off x="3313" y="1098"/>
              <a:ext cx="771"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67" name="Line 39">
              <a:extLst>
                <a:ext uri="{FF2B5EF4-FFF2-40B4-BE49-F238E27FC236}">
                  <a16:creationId xmlns:a16="http://schemas.microsoft.com/office/drawing/2014/main" id="{4B864F35-0BAE-4EAD-A026-B6EC780FD1FC}"/>
                </a:ext>
              </a:extLst>
            </p:cNvPr>
            <p:cNvSpPr>
              <a:spLocks noChangeShapeType="1"/>
            </p:cNvSpPr>
            <p:nvPr/>
          </p:nvSpPr>
          <p:spPr bwMode="auto">
            <a:xfrm>
              <a:off x="3313" y="768"/>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68" name="Line 40">
              <a:extLst>
                <a:ext uri="{FF2B5EF4-FFF2-40B4-BE49-F238E27FC236}">
                  <a16:creationId xmlns:a16="http://schemas.microsoft.com/office/drawing/2014/main" id="{D6AD9BA6-ECC4-47EC-8A12-C9A5D4DBBA9D}"/>
                </a:ext>
              </a:extLst>
            </p:cNvPr>
            <p:cNvSpPr>
              <a:spLocks noChangeShapeType="1"/>
            </p:cNvSpPr>
            <p:nvPr/>
          </p:nvSpPr>
          <p:spPr bwMode="auto">
            <a:xfrm>
              <a:off x="3917" y="768"/>
              <a:ext cx="0" cy="33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69" name="Line 41">
              <a:extLst>
                <a:ext uri="{FF2B5EF4-FFF2-40B4-BE49-F238E27FC236}">
                  <a16:creationId xmlns:a16="http://schemas.microsoft.com/office/drawing/2014/main" id="{6E4DE14A-6CA4-48E4-845D-BC629319241A}"/>
                </a:ext>
              </a:extLst>
            </p:cNvPr>
            <p:cNvSpPr>
              <a:spLocks noChangeShapeType="1"/>
            </p:cNvSpPr>
            <p:nvPr/>
          </p:nvSpPr>
          <p:spPr bwMode="auto">
            <a:xfrm>
              <a:off x="4080" y="768"/>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70" name="Rectangle 42">
              <a:extLst>
                <a:ext uri="{FF2B5EF4-FFF2-40B4-BE49-F238E27FC236}">
                  <a16:creationId xmlns:a16="http://schemas.microsoft.com/office/drawing/2014/main" id="{CBC3C3C4-C8FF-437F-82C3-19E88D900AF1}"/>
                </a:ext>
              </a:extLst>
            </p:cNvPr>
            <p:cNvSpPr>
              <a:spLocks noChangeArrowheads="1"/>
            </p:cNvSpPr>
            <p:nvPr/>
          </p:nvSpPr>
          <p:spPr bwMode="auto">
            <a:xfrm>
              <a:off x="1278" y="1348"/>
              <a:ext cx="117"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3071" name="Rectangle 43">
              <a:extLst>
                <a:ext uri="{FF2B5EF4-FFF2-40B4-BE49-F238E27FC236}">
                  <a16:creationId xmlns:a16="http://schemas.microsoft.com/office/drawing/2014/main" id="{7F8426B2-5B8F-4980-8D41-690B84747F81}"/>
                </a:ext>
              </a:extLst>
            </p:cNvPr>
            <p:cNvSpPr>
              <a:spLocks noChangeArrowheads="1"/>
            </p:cNvSpPr>
            <p:nvPr/>
          </p:nvSpPr>
          <p:spPr bwMode="auto">
            <a:xfrm>
              <a:off x="575" y="1348"/>
              <a:ext cx="702"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ZHOU</a:t>
              </a:r>
            </a:p>
          </p:txBody>
        </p:sp>
        <p:sp>
          <p:nvSpPr>
            <p:cNvPr id="83072" name="Line 44">
              <a:extLst>
                <a:ext uri="{FF2B5EF4-FFF2-40B4-BE49-F238E27FC236}">
                  <a16:creationId xmlns:a16="http://schemas.microsoft.com/office/drawing/2014/main" id="{88184745-0543-49DE-986E-F0A5314E34B4}"/>
                </a:ext>
              </a:extLst>
            </p:cNvPr>
            <p:cNvSpPr>
              <a:spLocks noChangeShapeType="1"/>
            </p:cNvSpPr>
            <p:nvPr/>
          </p:nvSpPr>
          <p:spPr bwMode="auto">
            <a:xfrm>
              <a:off x="575" y="1348"/>
              <a:ext cx="818"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73" name="Line 45">
              <a:extLst>
                <a:ext uri="{FF2B5EF4-FFF2-40B4-BE49-F238E27FC236}">
                  <a16:creationId xmlns:a16="http://schemas.microsoft.com/office/drawing/2014/main" id="{3D68ABED-E523-4925-B296-C0FEBC22C334}"/>
                </a:ext>
              </a:extLst>
            </p:cNvPr>
            <p:cNvSpPr>
              <a:spLocks noChangeShapeType="1"/>
            </p:cNvSpPr>
            <p:nvPr/>
          </p:nvSpPr>
          <p:spPr bwMode="auto">
            <a:xfrm>
              <a:off x="575" y="1674"/>
              <a:ext cx="818"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74" name="Line 46">
              <a:extLst>
                <a:ext uri="{FF2B5EF4-FFF2-40B4-BE49-F238E27FC236}">
                  <a16:creationId xmlns:a16="http://schemas.microsoft.com/office/drawing/2014/main" id="{7A83C17E-974B-42A4-8226-69F2DF5FE4CC}"/>
                </a:ext>
              </a:extLst>
            </p:cNvPr>
            <p:cNvSpPr>
              <a:spLocks noChangeShapeType="1"/>
            </p:cNvSpPr>
            <p:nvPr/>
          </p:nvSpPr>
          <p:spPr bwMode="auto">
            <a:xfrm>
              <a:off x="575" y="1348"/>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75" name="Line 47">
              <a:extLst>
                <a:ext uri="{FF2B5EF4-FFF2-40B4-BE49-F238E27FC236}">
                  <a16:creationId xmlns:a16="http://schemas.microsoft.com/office/drawing/2014/main" id="{BBAB030B-7D8D-496A-B0F4-76E4B3667399}"/>
                </a:ext>
              </a:extLst>
            </p:cNvPr>
            <p:cNvSpPr>
              <a:spLocks noChangeShapeType="1"/>
            </p:cNvSpPr>
            <p:nvPr/>
          </p:nvSpPr>
          <p:spPr bwMode="auto">
            <a:xfrm>
              <a:off x="1278" y="1348"/>
              <a:ext cx="0" cy="326"/>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76" name="Line 48">
              <a:extLst>
                <a:ext uri="{FF2B5EF4-FFF2-40B4-BE49-F238E27FC236}">
                  <a16:creationId xmlns:a16="http://schemas.microsoft.com/office/drawing/2014/main" id="{5529E7F9-92CF-4DEC-9209-05199FBA1D60}"/>
                </a:ext>
              </a:extLst>
            </p:cNvPr>
            <p:cNvSpPr>
              <a:spLocks noChangeShapeType="1"/>
            </p:cNvSpPr>
            <p:nvPr/>
          </p:nvSpPr>
          <p:spPr bwMode="auto">
            <a:xfrm>
              <a:off x="1393" y="1348"/>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77" name="Rectangle 49">
              <a:extLst>
                <a:ext uri="{FF2B5EF4-FFF2-40B4-BE49-F238E27FC236}">
                  <a16:creationId xmlns:a16="http://schemas.microsoft.com/office/drawing/2014/main" id="{23FE5DCE-AADC-434B-B62E-A0C80623555F}"/>
                </a:ext>
              </a:extLst>
            </p:cNvPr>
            <p:cNvSpPr>
              <a:spLocks noChangeArrowheads="1"/>
            </p:cNvSpPr>
            <p:nvPr/>
          </p:nvSpPr>
          <p:spPr bwMode="auto">
            <a:xfrm>
              <a:off x="2381" y="1348"/>
              <a:ext cx="163"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3078" name="Rectangle 50">
              <a:extLst>
                <a:ext uri="{FF2B5EF4-FFF2-40B4-BE49-F238E27FC236}">
                  <a16:creationId xmlns:a16="http://schemas.microsoft.com/office/drawing/2014/main" id="{8BB60A18-B809-49A2-BC50-C1D7CE3BD4EF}"/>
                </a:ext>
              </a:extLst>
            </p:cNvPr>
            <p:cNvSpPr>
              <a:spLocks noChangeArrowheads="1"/>
            </p:cNvSpPr>
            <p:nvPr/>
          </p:nvSpPr>
          <p:spPr bwMode="auto">
            <a:xfrm>
              <a:off x="1728" y="1348"/>
              <a:ext cx="653"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dirty="0">
                  <a:latin typeface="+mn-lt"/>
                  <a:ea typeface="+mn-ea"/>
                  <a:cs typeface="+mn-ea"/>
                  <a:sym typeface="+mn-lt"/>
                </a:rPr>
                <a:t>WU</a:t>
              </a:r>
            </a:p>
          </p:txBody>
        </p:sp>
        <p:sp>
          <p:nvSpPr>
            <p:cNvPr id="83079" name="Line 51">
              <a:extLst>
                <a:ext uri="{FF2B5EF4-FFF2-40B4-BE49-F238E27FC236}">
                  <a16:creationId xmlns:a16="http://schemas.microsoft.com/office/drawing/2014/main" id="{E608D99A-EF82-486A-9FD5-CCDCD0DD112F}"/>
                </a:ext>
              </a:extLst>
            </p:cNvPr>
            <p:cNvSpPr>
              <a:spLocks noChangeShapeType="1"/>
            </p:cNvSpPr>
            <p:nvPr/>
          </p:nvSpPr>
          <p:spPr bwMode="auto">
            <a:xfrm>
              <a:off x="1728" y="1348"/>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80" name="Line 52">
              <a:extLst>
                <a:ext uri="{FF2B5EF4-FFF2-40B4-BE49-F238E27FC236}">
                  <a16:creationId xmlns:a16="http://schemas.microsoft.com/office/drawing/2014/main" id="{031D4FAC-BAF6-409F-94CA-CD6B7E9A458A}"/>
                </a:ext>
              </a:extLst>
            </p:cNvPr>
            <p:cNvSpPr>
              <a:spLocks noChangeShapeType="1"/>
            </p:cNvSpPr>
            <p:nvPr/>
          </p:nvSpPr>
          <p:spPr bwMode="auto">
            <a:xfrm>
              <a:off x="1728" y="1674"/>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81" name="Line 53">
              <a:extLst>
                <a:ext uri="{FF2B5EF4-FFF2-40B4-BE49-F238E27FC236}">
                  <a16:creationId xmlns:a16="http://schemas.microsoft.com/office/drawing/2014/main" id="{18A91F1A-CA23-4EFA-B7FC-257910E9FE70}"/>
                </a:ext>
              </a:extLst>
            </p:cNvPr>
            <p:cNvSpPr>
              <a:spLocks noChangeShapeType="1"/>
            </p:cNvSpPr>
            <p:nvPr/>
          </p:nvSpPr>
          <p:spPr bwMode="auto">
            <a:xfrm>
              <a:off x="1728" y="1348"/>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82" name="Line 54">
              <a:extLst>
                <a:ext uri="{FF2B5EF4-FFF2-40B4-BE49-F238E27FC236}">
                  <a16:creationId xmlns:a16="http://schemas.microsoft.com/office/drawing/2014/main" id="{6AA6A40D-D784-4BDD-AAC5-CBFFFEC11E15}"/>
                </a:ext>
              </a:extLst>
            </p:cNvPr>
            <p:cNvSpPr>
              <a:spLocks noChangeShapeType="1"/>
            </p:cNvSpPr>
            <p:nvPr/>
          </p:nvSpPr>
          <p:spPr bwMode="auto">
            <a:xfrm>
              <a:off x="2381" y="1348"/>
              <a:ext cx="0" cy="326"/>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83" name="Line 55">
              <a:extLst>
                <a:ext uri="{FF2B5EF4-FFF2-40B4-BE49-F238E27FC236}">
                  <a16:creationId xmlns:a16="http://schemas.microsoft.com/office/drawing/2014/main" id="{CB4D37C7-1768-48C8-AD4D-3868A8FB89CD}"/>
                </a:ext>
              </a:extLst>
            </p:cNvPr>
            <p:cNvSpPr>
              <a:spLocks noChangeShapeType="1"/>
            </p:cNvSpPr>
            <p:nvPr/>
          </p:nvSpPr>
          <p:spPr bwMode="auto">
            <a:xfrm>
              <a:off x="2544" y="1348"/>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84" name="Rectangle 56">
              <a:extLst>
                <a:ext uri="{FF2B5EF4-FFF2-40B4-BE49-F238E27FC236}">
                  <a16:creationId xmlns:a16="http://schemas.microsoft.com/office/drawing/2014/main" id="{C1F83370-A956-46CC-9ABD-20998BD3C1A1}"/>
                </a:ext>
              </a:extLst>
            </p:cNvPr>
            <p:cNvSpPr>
              <a:spLocks noChangeArrowheads="1"/>
            </p:cNvSpPr>
            <p:nvPr/>
          </p:nvSpPr>
          <p:spPr bwMode="auto">
            <a:xfrm>
              <a:off x="3715" y="1338"/>
              <a:ext cx="221"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3085" name="Rectangle 57">
              <a:extLst>
                <a:ext uri="{FF2B5EF4-FFF2-40B4-BE49-F238E27FC236}">
                  <a16:creationId xmlns:a16="http://schemas.microsoft.com/office/drawing/2014/main" id="{E62A12ED-76AF-4815-AB2B-716F3F687658}"/>
                </a:ext>
              </a:extLst>
            </p:cNvPr>
            <p:cNvSpPr>
              <a:spLocks noChangeArrowheads="1"/>
            </p:cNvSpPr>
            <p:nvPr/>
          </p:nvSpPr>
          <p:spPr bwMode="auto">
            <a:xfrm>
              <a:off x="2832" y="1338"/>
              <a:ext cx="877"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ZHENG</a:t>
              </a:r>
            </a:p>
          </p:txBody>
        </p:sp>
        <p:sp>
          <p:nvSpPr>
            <p:cNvPr id="83086" name="Line 58">
              <a:extLst>
                <a:ext uri="{FF2B5EF4-FFF2-40B4-BE49-F238E27FC236}">
                  <a16:creationId xmlns:a16="http://schemas.microsoft.com/office/drawing/2014/main" id="{A9E0BFE1-1DA9-408B-8336-1E4568EABC77}"/>
                </a:ext>
              </a:extLst>
            </p:cNvPr>
            <p:cNvSpPr>
              <a:spLocks noChangeShapeType="1"/>
            </p:cNvSpPr>
            <p:nvPr/>
          </p:nvSpPr>
          <p:spPr bwMode="auto">
            <a:xfrm>
              <a:off x="2832" y="1338"/>
              <a:ext cx="1099"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87" name="Line 59">
              <a:extLst>
                <a:ext uri="{FF2B5EF4-FFF2-40B4-BE49-F238E27FC236}">
                  <a16:creationId xmlns:a16="http://schemas.microsoft.com/office/drawing/2014/main" id="{0A4FF47E-5FA0-4B18-8963-AE9EE6089149}"/>
                </a:ext>
              </a:extLst>
            </p:cNvPr>
            <p:cNvSpPr>
              <a:spLocks noChangeShapeType="1"/>
            </p:cNvSpPr>
            <p:nvPr/>
          </p:nvSpPr>
          <p:spPr bwMode="auto">
            <a:xfrm>
              <a:off x="2832" y="1664"/>
              <a:ext cx="1099"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88" name="Line 60">
              <a:extLst>
                <a:ext uri="{FF2B5EF4-FFF2-40B4-BE49-F238E27FC236}">
                  <a16:creationId xmlns:a16="http://schemas.microsoft.com/office/drawing/2014/main" id="{055760B9-4B37-42E9-A614-7CA6E6F07F64}"/>
                </a:ext>
              </a:extLst>
            </p:cNvPr>
            <p:cNvSpPr>
              <a:spLocks noChangeShapeType="1"/>
            </p:cNvSpPr>
            <p:nvPr/>
          </p:nvSpPr>
          <p:spPr bwMode="auto">
            <a:xfrm>
              <a:off x="2832" y="1338"/>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89" name="Line 61">
              <a:extLst>
                <a:ext uri="{FF2B5EF4-FFF2-40B4-BE49-F238E27FC236}">
                  <a16:creationId xmlns:a16="http://schemas.microsoft.com/office/drawing/2014/main" id="{07E05302-5E9A-4973-BECA-2E3382B99728}"/>
                </a:ext>
              </a:extLst>
            </p:cNvPr>
            <p:cNvSpPr>
              <a:spLocks noChangeShapeType="1"/>
            </p:cNvSpPr>
            <p:nvPr/>
          </p:nvSpPr>
          <p:spPr bwMode="auto">
            <a:xfrm>
              <a:off x="3715" y="1338"/>
              <a:ext cx="0" cy="326"/>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90" name="Line 62">
              <a:extLst>
                <a:ext uri="{FF2B5EF4-FFF2-40B4-BE49-F238E27FC236}">
                  <a16:creationId xmlns:a16="http://schemas.microsoft.com/office/drawing/2014/main" id="{9025C70E-A065-46D7-9D6C-2076F649292A}"/>
                </a:ext>
              </a:extLst>
            </p:cNvPr>
            <p:cNvSpPr>
              <a:spLocks noChangeShapeType="1"/>
            </p:cNvSpPr>
            <p:nvPr/>
          </p:nvSpPr>
          <p:spPr bwMode="auto">
            <a:xfrm>
              <a:off x="3936" y="1338"/>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91" name="Rectangle 63">
              <a:extLst>
                <a:ext uri="{FF2B5EF4-FFF2-40B4-BE49-F238E27FC236}">
                  <a16:creationId xmlns:a16="http://schemas.microsoft.com/office/drawing/2014/main" id="{FA946B1A-11D9-419C-A318-15A513CC6510}"/>
                </a:ext>
              </a:extLst>
            </p:cNvPr>
            <p:cNvSpPr>
              <a:spLocks noChangeArrowheads="1"/>
            </p:cNvSpPr>
            <p:nvPr/>
          </p:nvSpPr>
          <p:spPr bwMode="auto">
            <a:xfrm>
              <a:off x="5098" y="1344"/>
              <a:ext cx="278" cy="2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a:t>
              </a:r>
            </a:p>
          </p:txBody>
        </p:sp>
        <p:sp>
          <p:nvSpPr>
            <p:cNvPr id="83092" name="Rectangle 64">
              <a:extLst>
                <a:ext uri="{FF2B5EF4-FFF2-40B4-BE49-F238E27FC236}">
                  <a16:creationId xmlns:a16="http://schemas.microsoft.com/office/drawing/2014/main" id="{2C90DA39-2213-4275-B981-E3EA8E2510B0}"/>
                </a:ext>
              </a:extLst>
            </p:cNvPr>
            <p:cNvSpPr>
              <a:spLocks noChangeArrowheads="1"/>
            </p:cNvSpPr>
            <p:nvPr/>
          </p:nvSpPr>
          <p:spPr bwMode="auto">
            <a:xfrm>
              <a:off x="4320" y="1344"/>
              <a:ext cx="782" cy="2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WANG</a:t>
              </a:r>
            </a:p>
          </p:txBody>
        </p:sp>
        <p:sp>
          <p:nvSpPr>
            <p:cNvPr id="83093" name="Line 65">
              <a:extLst>
                <a:ext uri="{FF2B5EF4-FFF2-40B4-BE49-F238E27FC236}">
                  <a16:creationId xmlns:a16="http://schemas.microsoft.com/office/drawing/2014/main" id="{B0C19EE4-04AC-4557-A755-ABDE0BB45715}"/>
                </a:ext>
              </a:extLst>
            </p:cNvPr>
            <p:cNvSpPr>
              <a:spLocks noChangeShapeType="1"/>
            </p:cNvSpPr>
            <p:nvPr/>
          </p:nvSpPr>
          <p:spPr bwMode="auto">
            <a:xfrm>
              <a:off x="4320" y="1344"/>
              <a:ext cx="105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94" name="Line 66">
              <a:extLst>
                <a:ext uri="{FF2B5EF4-FFF2-40B4-BE49-F238E27FC236}">
                  <a16:creationId xmlns:a16="http://schemas.microsoft.com/office/drawing/2014/main" id="{DA795C55-46D1-498A-8936-E285DF91A50A}"/>
                </a:ext>
              </a:extLst>
            </p:cNvPr>
            <p:cNvSpPr>
              <a:spLocks noChangeShapeType="1"/>
            </p:cNvSpPr>
            <p:nvPr/>
          </p:nvSpPr>
          <p:spPr bwMode="auto">
            <a:xfrm>
              <a:off x="4320" y="1631"/>
              <a:ext cx="105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95" name="Line 67">
              <a:extLst>
                <a:ext uri="{FF2B5EF4-FFF2-40B4-BE49-F238E27FC236}">
                  <a16:creationId xmlns:a16="http://schemas.microsoft.com/office/drawing/2014/main" id="{4EBE996C-5F5F-4CC4-873A-6EA2743B2E99}"/>
                </a:ext>
              </a:extLst>
            </p:cNvPr>
            <p:cNvSpPr>
              <a:spLocks noChangeShapeType="1"/>
            </p:cNvSpPr>
            <p:nvPr/>
          </p:nvSpPr>
          <p:spPr bwMode="auto">
            <a:xfrm>
              <a:off x="4320" y="1344"/>
              <a:ext cx="0" cy="29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96" name="Line 68">
              <a:extLst>
                <a:ext uri="{FF2B5EF4-FFF2-40B4-BE49-F238E27FC236}">
                  <a16:creationId xmlns:a16="http://schemas.microsoft.com/office/drawing/2014/main" id="{11515983-681D-453A-AAA8-0FC494718442}"/>
                </a:ext>
              </a:extLst>
            </p:cNvPr>
            <p:cNvSpPr>
              <a:spLocks noChangeShapeType="1"/>
            </p:cNvSpPr>
            <p:nvPr/>
          </p:nvSpPr>
          <p:spPr bwMode="auto">
            <a:xfrm>
              <a:off x="5098" y="1344"/>
              <a:ext cx="0" cy="29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97" name="Line 69">
              <a:extLst>
                <a:ext uri="{FF2B5EF4-FFF2-40B4-BE49-F238E27FC236}">
                  <a16:creationId xmlns:a16="http://schemas.microsoft.com/office/drawing/2014/main" id="{7A20C101-4FD1-4152-887E-E1CAE820633D}"/>
                </a:ext>
              </a:extLst>
            </p:cNvPr>
            <p:cNvSpPr>
              <a:spLocks noChangeShapeType="1"/>
            </p:cNvSpPr>
            <p:nvPr/>
          </p:nvSpPr>
          <p:spPr bwMode="auto">
            <a:xfrm>
              <a:off x="5376" y="1344"/>
              <a:ext cx="0" cy="29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98" name="Line 70">
              <a:extLst>
                <a:ext uri="{FF2B5EF4-FFF2-40B4-BE49-F238E27FC236}">
                  <a16:creationId xmlns:a16="http://schemas.microsoft.com/office/drawing/2014/main" id="{7F045FF2-97A5-4D5E-8827-10B42EF80865}"/>
                </a:ext>
              </a:extLst>
            </p:cNvPr>
            <p:cNvSpPr>
              <a:spLocks noChangeShapeType="1"/>
            </p:cNvSpPr>
            <p:nvPr/>
          </p:nvSpPr>
          <p:spPr bwMode="auto">
            <a:xfrm>
              <a:off x="1824" y="912"/>
              <a:ext cx="384"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99" name="Line 71">
              <a:extLst>
                <a:ext uri="{FF2B5EF4-FFF2-40B4-BE49-F238E27FC236}">
                  <a16:creationId xmlns:a16="http://schemas.microsoft.com/office/drawing/2014/main" id="{3BC4955D-9E2D-4A8C-93A8-72F4270C32F4}"/>
                </a:ext>
              </a:extLst>
            </p:cNvPr>
            <p:cNvSpPr>
              <a:spLocks noChangeShapeType="1"/>
            </p:cNvSpPr>
            <p:nvPr/>
          </p:nvSpPr>
          <p:spPr bwMode="auto">
            <a:xfrm>
              <a:off x="2928" y="912"/>
              <a:ext cx="385"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100" name="Line 72">
              <a:extLst>
                <a:ext uri="{FF2B5EF4-FFF2-40B4-BE49-F238E27FC236}">
                  <a16:creationId xmlns:a16="http://schemas.microsoft.com/office/drawing/2014/main" id="{D60B8E5F-5FF8-42BC-8A27-5A97C6C38298}"/>
                </a:ext>
              </a:extLst>
            </p:cNvPr>
            <p:cNvSpPr>
              <a:spLocks noChangeShapeType="1"/>
            </p:cNvSpPr>
            <p:nvPr/>
          </p:nvSpPr>
          <p:spPr bwMode="auto">
            <a:xfrm>
              <a:off x="3984" y="912"/>
              <a:ext cx="384"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101" name="Line 73">
              <a:extLst>
                <a:ext uri="{FF2B5EF4-FFF2-40B4-BE49-F238E27FC236}">
                  <a16:creationId xmlns:a16="http://schemas.microsoft.com/office/drawing/2014/main" id="{E12A2A63-2AC5-4864-A3E2-D65FF74044C0}"/>
                </a:ext>
              </a:extLst>
            </p:cNvPr>
            <p:cNvSpPr>
              <a:spLocks noChangeShapeType="1"/>
            </p:cNvSpPr>
            <p:nvPr/>
          </p:nvSpPr>
          <p:spPr bwMode="auto">
            <a:xfrm>
              <a:off x="5088" y="960"/>
              <a:ext cx="235"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102" name="Line 74">
              <a:extLst>
                <a:ext uri="{FF2B5EF4-FFF2-40B4-BE49-F238E27FC236}">
                  <a16:creationId xmlns:a16="http://schemas.microsoft.com/office/drawing/2014/main" id="{AC2C4D3C-45FC-4F45-89D9-82D59E1E7BC8}"/>
                </a:ext>
              </a:extLst>
            </p:cNvPr>
            <p:cNvSpPr>
              <a:spLocks noChangeShapeType="1"/>
            </p:cNvSpPr>
            <p:nvPr/>
          </p:nvSpPr>
          <p:spPr bwMode="auto">
            <a:xfrm flipH="1">
              <a:off x="5328" y="960"/>
              <a:ext cx="0" cy="192"/>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103" name="Line 75">
              <a:extLst>
                <a:ext uri="{FF2B5EF4-FFF2-40B4-BE49-F238E27FC236}">
                  <a16:creationId xmlns:a16="http://schemas.microsoft.com/office/drawing/2014/main" id="{202F09BB-587E-46A5-98DE-F92F87F14B42}"/>
                </a:ext>
              </a:extLst>
            </p:cNvPr>
            <p:cNvSpPr>
              <a:spLocks noChangeShapeType="1"/>
            </p:cNvSpPr>
            <p:nvPr/>
          </p:nvSpPr>
          <p:spPr bwMode="auto">
            <a:xfrm flipH="1" flipV="1">
              <a:off x="336" y="1152"/>
              <a:ext cx="4992"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104" name="Line 76">
              <a:extLst>
                <a:ext uri="{FF2B5EF4-FFF2-40B4-BE49-F238E27FC236}">
                  <a16:creationId xmlns:a16="http://schemas.microsoft.com/office/drawing/2014/main" id="{DB7E9AAD-D0D5-4652-9557-3B576263E398}"/>
                </a:ext>
              </a:extLst>
            </p:cNvPr>
            <p:cNvSpPr>
              <a:spLocks noChangeShapeType="1"/>
            </p:cNvSpPr>
            <p:nvPr/>
          </p:nvSpPr>
          <p:spPr bwMode="auto">
            <a:xfrm>
              <a:off x="336" y="1152"/>
              <a:ext cx="0" cy="384"/>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105" name="Line 77">
              <a:extLst>
                <a:ext uri="{FF2B5EF4-FFF2-40B4-BE49-F238E27FC236}">
                  <a16:creationId xmlns:a16="http://schemas.microsoft.com/office/drawing/2014/main" id="{D0B3E631-78DC-41F6-ABC8-C57ACAA3B72D}"/>
                </a:ext>
              </a:extLst>
            </p:cNvPr>
            <p:cNvSpPr>
              <a:spLocks noChangeShapeType="1"/>
            </p:cNvSpPr>
            <p:nvPr/>
          </p:nvSpPr>
          <p:spPr bwMode="auto">
            <a:xfrm flipV="1">
              <a:off x="336" y="1536"/>
              <a:ext cx="192"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106" name="Line 78">
              <a:extLst>
                <a:ext uri="{FF2B5EF4-FFF2-40B4-BE49-F238E27FC236}">
                  <a16:creationId xmlns:a16="http://schemas.microsoft.com/office/drawing/2014/main" id="{DD9DBDCE-B9D1-46F1-BA5A-FA44E3272B5A}"/>
                </a:ext>
              </a:extLst>
            </p:cNvPr>
            <p:cNvSpPr>
              <a:spLocks noChangeShapeType="1"/>
            </p:cNvSpPr>
            <p:nvPr/>
          </p:nvSpPr>
          <p:spPr bwMode="auto">
            <a:xfrm>
              <a:off x="1344" y="1482"/>
              <a:ext cx="336"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107" name="Line 79">
              <a:extLst>
                <a:ext uri="{FF2B5EF4-FFF2-40B4-BE49-F238E27FC236}">
                  <a16:creationId xmlns:a16="http://schemas.microsoft.com/office/drawing/2014/main" id="{F44D7CCB-A72D-48CB-AC0E-EBFB23255ABA}"/>
                </a:ext>
              </a:extLst>
            </p:cNvPr>
            <p:cNvSpPr>
              <a:spLocks noChangeShapeType="1"/>
            </p:cNvSpPr>
            <p:nvPr/>
          </p:nvSpPr>
          <p:spPr bwMode="auto">
            <a:xfrm>
              <a:off x="2448" y="1482"/>
              <a:ext cx="385"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108" name="Line 80">
              <a:extLst>
                <a:ext uri="{FF2B5EF4-FFF2-40B4-BE49-F238E27FC236}">
                  <a16:creationId xmlns:a16="http://schemas.microsoft.com/office/drawing/2014/main" id="{DFE3B212-15D2-44C9-87B9-45611966D622}"/>
                </a:ext>
              </a:extLst>
            </p:cNvPr>
            <p:cNvSpPr>
              <a:spLocks noChangeShapeType="1"/>
            </p:cNvSpPr>
            <p:nvPr/>
          </p:nvSpPr>
          <p:spPr bwMode="auto">
            <a:xfrm>
              <a:off x="3888" y="1482"/>
              <a:ext cx="384" cy="11"/>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109" name="Rectangle 81">
              <a:extLst>
                <a:ext uri="{FF2B5EF4-FFF2-40B4-BE49-F238E27FC236}">
                  <a16:creationId xmlns:a16="http://schemas.microsoft.com/office/drawing/2014/main" id="{C3A00E2C-E8EA-4A62-8F92-C9DE168BD18E}"/>
                </a:ext>
              </a:extLst>
            </p:cNvPr>
            <p:cNvSpPr>
              <a:spLocks noChangeArrowheads="1"/>
            </p:cNvSpPr>
            <p:nvPr/>
          </p:nvSpPr>
          <p:spPr bwMode="auto">
            <a:xfrm>
              <a:off x="912" y="480"/>
              <a:ext cx="255" cy="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000">
                  <a:solidFill>
                    <a:schemeClr val="accent1"/>
                  </a:solidFill>
                  <a:latin typeface="+mn-lt"/>
                  <a:ea typeface="+mn-ea"/>
                  <a:cs typeface="+mn-ea"/>
                  <a:sym typeface="+mn-lt"/>
                </a:rPr>
                <a:t>H</a:t>
              </a:r>
            </a:p>
          </p:txBody>
        </p:sp>
        <p:sp>
          <p:nvSpPr>
            <p:cNvPr id="83110" name="Oval 82">
              <a:extLst>
                <a:ext uri="{FF2B5EF4-FFF2-40B4-BE49-F238E27FC236}">
                  <a16:creationId xmlns:a16="http://schemas.microsoft.com/office/drawing/2014/main" id="{97CD5ADC-D19A-4F9F-95E8-ACE95ADC9FAE}"/>
                </a:ext>
              </a:extLst>
            </p:cNvPr>
            <p:cNvSpPr>
              <a:spLocks noChangeAspect="1" noChangeArrowheads="1"/>
            </p:cNvSpPr>
            <p:nvPr/>
          </p:nvSpPr>
          <p:spPr bwMode="auto">
            <a:xfrm>
              <a:off x="720" y="610"/>
              <a:ext cx="68" cy="68"/>
            </a:xfrm>
            <a:prstGeom prst="ellipse">
              <a:avLst/>
            </a:prstGeom>
            <a:solidFill>
              <a:schemeClr val="tx1"/>
            </a:solidFill>
            <a:ln w="9525">
              <a:solidFill>
                <a:schemeClr val="tx1"/>
              </a:solidFill>
              <a:round/>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000">
                <a:latin typeface="+mn-lt"/>
                <a:ea typeface="+mn-ea"/>
                <a:cs typeface="+mn-ea"/>
                <a:sym typeface="+mn-lt"/>
              </a:endParaRPr>
            </a:p>
          </p:txBody>
        </p:sp>
      </p:grpSp>
      <p:sp>
        <p:nvSpPr>
          <p:cNvPr id="474195" name="Rectangle 83">
            <a:extLst>
              <a:ext uri="{FF2B5EF4-FFF2-40B4-BE49-F238E27FC236}">
                <a16:creationId xmlns:a16="http://schemas.microsoft.com/office/drawing/2014/main" id="{18764E17-145B-4A8D-B7F8-87657C00C98D}"/>
              </a:ext>
            </a:extLst>
          </p:cNvPr>
          <p:cNvSpPr>
            <a:spLocks noChangeArrowheads="1"/>
          </p:cNvSpPr>
          <p:nvPr/>
        </p:nvSpPr>
        <p:spPr bwMode="auto">
          <a:xfrm>
            <a:off x="298450" y="4011613"/>
            <a:ext cx="542925"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000" dirty="0">
                <a:solidFill>
                  <a:srgbClr val="0000FF"/>
                </a:solidFill>
                <a:latin typeface="+mn-lt"/>
                <a:ea typeface="+mn-ea"/>
                <a:cs typeface="+mn-ea"/>
                <a:sym typeface="+mn-lt"/>
              </a:rPr>
              <a:t>②</a:t>
            </a:r>
          </a:p>
        </p:txBody>
      </p:sp>
      <p:grpSp>
        <p:nvGrpSpPr>
          <p:cNvPr id="3" name="Group 84">
            <a:extLst>
              <a:ext uri="{FF2B5EF4-FFF2-40B4-BE49-F238E27FC236}">
                <a16:creationId xmlns:a16="http://schemas.microsoft.com/office/drawing/2014/main" id="{83783EF0-848F-8A4C-AE27-141BB1019701}"/>
              </a:ext>
            </a:extLst>
          </p:cNvPr>
          <p:cNvGrpSpPr>
            <a:grpSpLocks/>
          </p:cNvGrpSpPr>
          <p:nvPr/>
        </p:nvGrpSpPr>
        <p:grpSpPr bwMode="auto">
          <a:xfrm>
            <a:off x="1112838" y="3873500"/>
            <a:ext cx="7026275" cy="1981200"/>
            <a:chOff x="480" y="1920"/>
            <a:chExt cx="5088" cy="1434"/>
          </a:xfrm>
        </p:grpSpPr>
        <p:sp>
          <p:nvSpPr>
            <p:cNvPr id="82952" name="Rectangle 85">
              <a:extLst>
                <a:ext uri="{FF2B5EF4-FFF2-40B4-BE49-F238E27FC236}">
                  <a16:creationId xmlns:a16="http://schemas.microsoft.com/office/drawing/2014/main" id="{FC8C5C79-580F-4DAC-B86A-F4951C50293A}"/>
                </a:ext>
              </a:extLst>
            </p:cNvPr>
            <p:cNvSpPr>
              <a:spLocks noChangeArrowheads="1"/>
            </p:cNvSpPr>
            <p:nvPr/>
          </p:nvSpPr>
          <p:spPr bwMode="auto">
            <a:xfrm>
              <a:off x="912" y="2304"/>
              <a:ext cx="336" cy="337"/>
            </a:xfrm>
            <a:prstGeom prst="rect">
              <a:avLst/>
            </a:prstGeom>
            <a:solidFill>
              <a:srgbClr val="0000FF"/>
            </a:solidFill>
            <a:ln w="12700">
              <a:solidFill>
                <a:schemeClr val="hlink"/>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endParaRPr lang="zh-CN" altLang="zh-CN" sz="2000">
                <a:solidFill>
                  <a:schemeClr val="bg1"/>
                </a:solidFill>
                <a:latin typeface="+mn-lt"/>
                <a:ea typeface="+mn-ea"/>
                <a:cs typeface="+mn-ea"/>
                <a:sym typeface="+mn-lt"/>
              </a:endParaRPr>
            </a:p>
          </p:txBody>
        </p:sp>
        <p:sp>
          <p:nvSpPr>
            <p:cNvPr id="82953" name="Rectangle 86">
              <a:extLst>
                <a:ext uri="{FF2B5EF4-FFF2-40B4-BE49-F238E27FC236}">
                  <a16:creationId xmlns:a16="http://schemas.microsoft.com/office/drawing/2014/main" id="{B301E2C7-6D37-4A45-AFFE-062D16F904EB}"/>
                </a:ext>
              </a:extLst>
            </p:cNvPr>
            <p:cNvSpPr>
              <a:spLocks noChangeArrowheads="1"/>
            </p:cNvSpPr>
            <p:nvPr/>
          </p:nvSpPr>
          <p:spPr bwMode="auto">
            <a:xfrm>
              <a:off x="1248" y="2304"/>
              <a:ext cx="144" cy="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2954" name="Line 87">
              <a:extLst>
                <a:ext uri="{FF2B5EF4-FFF2-40B4-BE49-F238E27FC236}">
                  <a16:creationId xmlns:a16="http://schemas.microsoft.com/office/drawing/2014/main" id="{8152EB4A-769B-43AD-8732-8076FFED9B28}"/>
                </a:ext>
              </a:extLst>
            </p:cNvPr>
            <p:cNvSpPr>
              <a:spLocks noChangeShapeType="1"/>
            </p:cNvSpPr>
            <p:nvPr/>
          </p:nvSpPr>
          <p:spPr bwMode="auto">
            <a:xfrm>
              <a:off x="1248" y="2304"/>
              <a:ext cx="144" cy="0"/>
            </a:xfrm>
            <a:prstGeom prst="line">
              <a:avLst/>
            </a:prstGeom>
            <a:noFill/>
            <a:ln w="12700" cap="sq">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55" name="Line 88">
              <a:extLst>
                <a:ext uri="{FF2B5EF4-FFF2-40B4-BE49-F238E27FC236}">
                  <a16:creationId xmlns:a16="http://schemas.microsoft.com/office/drawing/2014/main" id="{06F21939-46FD-43AE-A273-B9FF7D8B7DFF}"/>
                </a:ext>
              </a:extLst>
            </p:cNvPr>
            <p:cNvSpPr>
              <a:spLocks noChangeShapeType="1"/>
            </p:cNvSpPr>
            <p:nvPr/>
          </p:nvSpPr>
          <p:spPr bwMode="auto">
            <a:xfrm>
              <a:off x="1248" y="2640"/>
              <a:ext cx="144" cy="0"/>
            </a:xfrm>
            <a:prstGeom prst="line">
              <a:avLst/>
            </a:prstGeom>
            <a:noFill/>
            <a:ln w="12700" cap="sq">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56" name="Line 89">
              <a:extLst>
                <a:ext uri="{FF2B5EF4-FFF2-40B4-BE49-F238E27FC236}">
                  <a16:creationId xmlns:a16="http://schemas.microsoft.com/office/drawing/2014/main" id="{C9004F99-A68F-441D-BD61-C7DA91448F32}"/>
                </a:ext>
              </a:extLst>
            </p:cNvPr>
            <p:cNvSpPr>
              <a:spLocks noChangeShapeType="1"/>
            </p:cNvSpPr>
            <p:nvPr/>
          </p:nvSpPr>
          <p:spPr bwMode="auto">
            <a:xfrm>
              <a:off x="1248" y="2304"/>
              <a:ext cx="0" cy="337"/>
            </a:xfrm>
            <a:prstGeom prst="line">
              <a:avLst/>
            </a:prstGeom>
            <a:noFill/>
            <a:ln w="12700" cap="sq">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57" name="Line 90">
              <a:extLst>
                <a:ext uri="{FF2B5EF4-FFF2-40B4-BE49-F238E27FC236}">
                  <a16:creationId xmlns:a16="http://schemas.microsoft.com/office/drawing/2014/main" id="{61EC84CC-7004-4E88-9A30-8C7B73B447E9}"/>
                </a:ext>
              </a:extLst>
            </p:cNvPr>
            <p:cNvSpPr>
              <a:spLocks noChangeShapeType="1"/>
            </p:cNvSpPr>
            <p:nvPr/>
          </p:nvSpPr>
          <p:spPr bwMode="auto">
            <a:xfrm>
              <a:off x="1392" y="2304"/>
              <a:ext cx="0" cy="337"/>
            </a:xfrm>
            <a:prstGeom prst="line">
              <a:avLst/>
            </a:prstGeom>
            <a:noFill/>
            <a:ln w="12700" cap="sq">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58" name="Rectangle 91">
              <a:extLst>
                <a:ext uri="{FF2B5EF4-FFF2-40B4-BE49-F238E27FC236}">
                  <a16:creationId xmlns:a16="http://schemas.microsoft.com/office/drawing/2014/main" id="{BBD4C4E1-6434-4A4F-A249-ABEB6B51912D}"/>
                </a:ext>
              </a:extLst>
            </p:cNvPr>
            <p:cNvSpPr>
              <a:spLocks noChangeArrowheads="1"/>
            </p:cNvSpPr>
            <p:nvPr/>
          </p:nvSpPr>
          <p:spPr bwMode="auto">
            <a:xfrm>
              <a:off x="2320" y="2310"/>
              <a:ext cx="162"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2959" name="Rectangle 92">
              <a:extLst>
                <a:ext uri="{FF2B5EF4-FFF2-40B4-BE49-F238E27FC236}">
                  <a16:creationId xmlns:a16="http://schemas.microsoft.com/office/drawing/2014/main" id="{079728FD-2139-44CA-8C30-D82EA14A9D62}"/>
                </a:ext>
              </a:extLst>
            </p:cNvPr>
            <p:cNvSpPr>
              <a:spLocks noChangeArrowheads="1"/>
            </p:cNvSpPr>
            <p:nvPr/>
          </p:nvSpPr>
          <p:spPr bwMode="auto">
            <a:xfrm>
              <a:off x="1668" y="2310"/>
              <a:ext cx="653"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ZHAO</a:t>
              </a:r>
            </a:p>
          </p:txBody>
        </p:sp>
        <p:sp>
          <p:nvSpPr>
            <p:cNvPr id="82960" name="Line 93">
              <a:extLst>
                <a:ext uri="{FF2B5EF4-FFF2-40B4-BE49-F238E27FC236}">
                  <a16:creationId xmlns:a16="http://schemas.microsoft.com/office/drawing/2014/main" id="{AE20F7FF-6E31-4122-8B9C-471265706EAB}"/>
                </a:ext>
              </a:extLst>
            </p:cNvPr>
            <p:cNvSpPr>
              <a:spLocks noChangeShapeType="1"/>
            </p:cNvSpPr>
            <p:nvPr/>
          </p:nvSpPr>
          <p:spPr bwMode="auto">
            <a:xfrm>
              <a:off x="1668" y="2310"/>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61" name="Line 94">
              <a:extLst>
                <a:ext uri="{FF2B5EF4-FFF2-40B4-BE49-F238E27FC236}">
                  <a16:creationId xmlns:a16="http://schemas.microsoft.com/office/drawing/2014/main" id="{71D4414E-FD5A-405D-97D3-31593ED787FE}"/>
                </a:ext>
              </a:extLst>
            </p:cNvPr>
            <p:cNvSpPr>
              <a:spLocks noChangeShapeType="1"/>
            </p:cNvSpPr>
            <p:nvPr/>
          </p:nvSpPr>
          <p:spPr bwMode="auto">
            <a:xfrm>
              <a:off x="1668" y="2640"/>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62" name="Line 95">
              <a:extLst>
                <a:ext uri="{FF2B5EF4-FFF2-40B4-BE49-F238E27FC236}">
                  <a16:creationId xmlns:a16="http://schemas.microsoft.com/office/drawing/2014/main" id="{FACDED71-4D93-4882-86DE-7ED40CAA366E}"/>
                </a:ext>
              </a:extLst>
            </p:cNvPr>
            <p:cNvSpPr>
              <a:spLocks noChangeShapeType="1"/>
            </p:cNvSpPr>
            <p:nvPr/>
          </p:nvSpPr>
          <p:spPr bwMode="auto">
            <a:xfrm>
              <a:off x="1668" y="2310"/>
              <a:ext cx="0" cy="331"/>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63" name="Line 96">
              <a:extLst>
                <a:ext uri="{FF2B5EF4-FFF2-40B4-BE49-F238E27FC236}">
                  <a16:creationId xmlns:a16="http://schemas.microsoft.com/office/drawing/2014/main" id="{F6518C60-D2AD-4F6F-B600-9B1A1EF65CFA}"/>
                </a:ext>
              </a:extLst>
            </p:cNvPr>
            <p:cNvSpPr>
              <a:spLocks noChangeShapeType="1"/>
            </p:cNvSpPr>
            <p:nvPr/>
          </p:nvSpPr>
          <p:spPr bwMode="auto">
            <a:xfrm>
              <a:off x="2320" y="2310"/>
              <a:ext cx="0" cy="331"/>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nchor="ctr"/>
            <a:lstStyle/>
            <a:p>
              <a:pPr algn="ctr">
                <a:defRPr/>
              </a:pPr>
              <a:endParaRPr lang="zh-CN" altLang="en-US" sz="2000">
                <a:latin typeface="+mn-lt"/>
                <a:ea typeface="+mn-ea"/>
                <a:cs typeface="+mn-ea"/>
                <a:sym typeface="+mn-lt"/>
              </a:endParaRPr>
            </a:p>
          </p:txBody>
        </p:sp>
        <p:sp>
          <p:nvSpPr>
            <p:cNvPr id="82964" name="Line 97">
              <a:extLst>
                <a:ext uri="{FF2B5EF4-FFF2-40B4-BE49-F238E27FC236}">
                  <a16:creationId xmlns:a16="http://schemas.microsoft.com/office/drawing/2014/main" id="{F3A811FF-C083-4EC1-8B0E-5D1F1DC8E490}"/>
                </a:ext>
              </a:extLst>
            </p:cNvPr>
            <p:cNvSpPr>
              <a:spLocks noChangeShapeType="1"/>
            </p:cNvSpPr>
            <p:nvPr/>
          </p:nvSpPr>
          <p:spPr bwMode="auto">
            <a:xfrm>
              <a:off x="2484" y="2310"/>
              <a:ext cx="0" cy="331"/>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65" name="Line 98">
              <a:extLst>
                <a:ext uri="{FF2B5EF4-FFF2-40B4-BE49-F238E27FC236}">
                  <a16:creationId xmlns:a16="http://schemas.microsoft.com/office/drawing/2014/main" id="{693E06F9-4167-4EBA-8A52-4D5D4E4DFE6A}"/>
                </a:ext>
              </a:extLst>
            </p:cNvPr>
            <p:cNvSpPr>
              <a:spLocks noChangeShapeType="1"/>
            </p:cNvSpPr>
            <p:nvPr/>
          </p:nvSpPr>
          <p:spPr bwMode="auto">
            <a:xfrm>
              <a:off x="1332" y="2449"/>
              <a:ext cx="290"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66" name="Rectangle 99">
              <a:extLst>
                <a:ext uri="{FF2B5EF4-FFF2-40B4-BE49-F238E27FC236}">
                  <a16:creationId xmlns:a16="http://schemas.microsoft.com/office/drawing/2014/main" id="{66C69AAD-5091-4A03-8EE5-DAFF1A78F3FE}"/>
                </a:ext>
              </a:extLst>
            </p:cNvPr>
            <p:cNvSpPr>
              <a:spLocks noChangeArrowheads="1"/>
            </p:cNvSpPr>
            <p:nvPr/>
          </p:nvSpPr>
          <p:spPr bwMode="auto">
            <a:xfrm>
              <a:off x="3425" y="2304"/>
              <a:ext cx="163"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2967" name="Rectangle 100">
              <a:extLst>
                <a:ext uri="{FF2B5EF4-FFF2-40B4-BE49-F238E27FC236}">
                  <a16:creationId xmlns:a16="http://schemas.microsoft.com/office/drawing/2014/main" id="{2ECC2CB4-E71B-4FDC-869C-BA012973FA13}"/>
                </a:ext>
              </a:extLst>
            </p:cNvPr>
            <p:cNvSpPr>
              <a:spLocks noChangeArrowheads="1"/>
            </p:cNvSpPr>
            <p:nvPr/>
          </p:nvSpPr>
          <p:spPr bwMode="auto">
            <a:xfrm>
              <a:off x="2772" y="2304"/>
              <a:ext cx="653"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QIAN</a:t>
              </a:r>
            </a:p>
          </p:txBody>
        </p:sp>
        <p:sp>
          <p:nvSpPr>
            <p:cNvPr id="82968" name="Line 101">
              <a:extLst>
                <a:ext uri="{FF2B5EF4-FFF2-40B4-BE49-F238E27FC236}">
                  <a16:creationId xmlns:a16="http://schemas.microsoft.com/office/drawing/2014/main" id="{0C1AA29D-BE51-4969-97CE-8C859C1416E0}"/>
                </a:ext>
              </a:extLst>
            </p:cNvPr>
            <p:cNvSpPr>
              <a:spLocks noChangeShapeType="1"/>
            </p:cNvSpPr>
            <p:nvPr/>
          </p:nvSpPr>
          <p:spPr bwMode="auto">
            <a:xfrm>
              <a:off x="2772" y="2304"/>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69" name="Line 102">
              <a:extLst>
                <a:ext uri="{FF2B5EF4-FFF2-40B4-BE49-F238E27FC236}">
                  <a16:creationId xmlns:a16="http://schemas.microsoft.com/office/drawing/2014/main" id="{2D8FC310-BA22-470C-9468-148346CCE529}"/>
                </a:ext>
              </a:extLst>
            </p:cNvPr>
            <p:cNvSpPr>
              <a:spLocks noChangeShapeType="1"/>
            </p:cNvSpPr>
            <p:nvPr/>
          </p:nvSpPr>
          <p:spPr bwMode="auto">
            <a:xfrm>
              <a:off x="2772" y="2630"/>
              <a:ext cx="81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70" name="Line 103">
              <a:extLst>
                <a:ext uri="{FF2B5EF4-FFF2-40B4-BE49-F238E27FC236}">
                  <a16:creationId xmlns:a16="http://schemas.microsoft.com/office/drawing/2014/main" id="{51EB9F3D-CB76-4479-8CC1-A2D1C4172D9B}"/>
                </a:ext>
              </a:extLst>
            </p:cNvPr>
            <p:cNvSpPr>
              <a:spLocks noChangeShapeType="1"/>
            </p:cNvSpPr>
            <p:nvPr/>
          </p:nvSpPr>
          <p:spPr bwMode="auto">
            <a:xfrm>
              <a:off x="2772" y="2304"/>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71" name="Line 104">
              <a:extLst>
                <a:ext uri="{FF2B5EF4-FFF2-40B4-BE49-F238E27FC236}">
                  <a16:creationId xmlns:a16="http://schemas.microsoft.com/office/drawing/2014/main" id="{AD8696D9-EC71-4703-9FFA-CEE4D113F7B8}"/>
                </a:ext>
              </a:extLst>
            </p:cNvPr>
            <p:cNvSpPr>
              <a:spLocks noChangeShapeType="1"/>
            </p:cNvSpPr>
            <p:nvPr/>
          </p:nvSpPr>
          <p:spPr bwMode="auto">
            <a:xfrm>
              <a:off x="3425" y="2304"/>
              <a:ext cx="0" cy="326"/>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72" name="Line 105">
              <a:extLst>
                <a:ext uri="{FF2B5EF4-FFF2-40B4-BE49-F238E27FC236}">
                  <a16:creationId xmlns:a16="http://schemas.microsoft.com/office/drawing/2014/main" id="{C6B530DF-3394-4708-AC16-AFB43D460CE0}"/>
                </a:ext>
              </a:extLst>
            </p:cNvPr>
            <p:cNvSpPr>
              <a:spLocks noChangeShapeType="1"/>
            </p:cNvSpPr>
            <p:nvPr/>
          </p:nvSpPr>
          <p:spPr bwMode="auto">
            <a:xfrm>
              <a:off x="3588" y="2304"/>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73" name="Rectangle 106">
              <a:extLst>
                <a:ext uri="{FF2B5EF4-FFF2-40B4-BE49-F238E27FC236}">
                  <a16:creationId xmlns:a16="http://schemas.microsoft.com/office/drawing/2014/main" id="{A02F8F1B-B219-45B9-95E3-8B485136D266}"/>
                </a:ext>
              </a:extLst>
            </p:cNvPr>
            <p:cNvSpPr>
              <a:spLocks noChangeArrowheads="1"/>
            </p:cNvSpPr>
            <p:nvPr/>
          </p:nvSpPr>
          <p:spPr bwMode="auto">
            <a:xfrm>
              <a:off x="5309" y="2304"/>
              <a:ext cx="115"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2974" name="Rectangle 107">
              <a:extLst>
                <a:ext uri="{FF2B5EF4-FFF2-40B4-BE49-F238E27FC236}">
                  <a16:creationId xmlns:a16="http://schemas.microsoft.com/office/drawing/2014/main" id="{789336F6-03B1-4741-9E30-20DF1E6CF36A}"/>
                </a:ext>
              </a:extLst>
            </p:cNvPr>
            <p:cNvSpPr>
              <a:spLocks noChangeArrowheads="1"/>
            </p:cNvSpPr>
            <p:nvPr/>
          </p:nvSpPr>
          <p:spPr bwMode="auto">
            <a:xfrm>
              <a:off x="4932" y="2304"/>
              <a:ext cx="377"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LI</a:t>
              </a:r>
            </a:p>
          </p:txBody>
        </p:sp>
        <p:sp>
          <p:nvSpPr>
            <p:cNvPr id="82975" name="Line 108">
              <a:extLst>
                <a:ext uri="{FF2B5EF4-FFF2-40B4-BE49-F238E27FC236}">
                  <a16:creationId xmlns:a16="http://schemas.microsoft.com/office/drawing/2014/main" id="{A420F681-99D4-4789-A0C2-010060080216}"/>
                </a:ext>
              </a:extLst>
            </p:cNvPr>
            <p:cNvSpPr>
              <a:spLocks noChangeShapeType="1"/>
            </p:cNvSpPr>
            <p:nvPr/>
          </p:nvSpPr>
          <p:spPr bwMode="auto">
            <a:xfrm>
              <a:off x="4932" y="2304"/>
              <a:ext cx="492"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76" name="Line 109">
              <a:extLst>
                <a:ext uri="{FF2B5EF4-FFF2-40B4-BE49-F238E27FC236}">
                  <a16:creationId xmlns:a16="http://schemas.microsoft.com/office/drawing/2014/main" id="{456567FE-AEC3-4429-B197-ABC53945880D}"/>
                </a:ext>
              </a:extLst>
            </p:cNvPr>
            <p:cNvSpPr>
              <a:spLocks noChangeShapeType="1"/>
            </p:cNvSpPr>
            <p:nvPr/>
          </p:nvSpPr>
          <p:spPr bwMode="auto">
            <a:xfrm>
              <a:off x="4932" y="2634"/>
              <a:ext cx="492"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77" name="Line 110">
              <a:extLst>
                <a:ext uri="{FF2B5EF4-FFF2-40B4-BE49-F238E27FC236}">
                  <a16:creationId xmlns:a16="http://schemas.microsoft.com/office/drawing/2014/main" id="{51234D4F-324B-426B-B68A-63EBB09053F2}"/>
                </a:ext>
              </a:extLst>
            </p:cNvPr>
            <p:cNvSpPr>
              <a:spLocks noChangeShapeType="1"/>
            </p:cNvSpPr>
            <p:nvPr/>
          </p:nvSpPr>
          <p:spPr bwMode="auto">
            <a:xfrm>
              <a:off x="4932" y="2304"/>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78" name="Line 111">
              <a:extLst>
                <a:ext uri="{FF2B5EF4-FFF2-40B4-BE49-F238E27FC236}">
                  <a16:creationId xmlns:a16="http://schemas.microsoft.com/office/drawing/2014/main" id="{E3B02424-6703-49F0-855C-A87BF7F59723}"/>
                </a:ext>
              </a:extLst>
            </p:cNvPr>
            <p:cNvSpPr>
              <a:spLocks noChangeShapeType="1"/>
            </p:cNvSpPr>
            <p:nvPr/>
          </p:nvSpPr>
          <p:spPr bwMode="auto">
            <a:xfrm>
              <a:off x="5309" y="2304"/>
              <a:ext cx="0" cy="33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79" name="Line 112">
              <a:extLst>
                <a:ext uri="{FF2B5EF4-FFF2-40B4-BE49-F238E27FC236}">
                  <a16:creationId xmlns:a16="http://schemas.microsoft.com/office/drawing/2014/main" id="{DBF1F04C-E9BE-410E-A24D-69EBD3296B65}"/>
                </a:ext>
              </a:extLst>
            </p:cNvPr>
            <p:cNvSpPr>
              <a:spLocks noChangeShapeType="1"/>
            </p:cNvSpPr>
            <p:nvPr/>
          </p:nvSpPr>
          <p:spPr bwMode="auto">
            <a:xfrm>
              <a:off x="5424" y="2304"/>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80" name="Rectangle 113">
              <a:extLst>
                <a:ext uri="{FF2B5EF4-FFF2-40B4-BE49-F238E27FC236}">
                  <a16:creationId xmlns:a16="http://schemas.microsoft.com/office/drawing/2014/main" id="{D7175B01-3E08-40DC-8145-553C22450CBB}"/>
                </a:ext>
              </a:extLst>
            </p:cNvPr>
            <p:cNvSpPr>
              <a:spLocks noChangeArrowheads="1"/>
            </p:cNvSpPr>
            <p:nvPr/>
          </p:nvSpPr>
          <p:spPr bwMode="auto">
            <a:xfrm>
              <a:off x="4444" y="2304"/>
              <a:ext cx="152"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2981" name="Rectangle 114">
              <a:extLst>
                <a:ext uri="{FF2B5EF4-FFF2-40B4-BE49-F238E27FC236}">
                  <a16:creationId xmlns:a16="http://schemas.microsoft.com/office/drawing/2014/main" id="{2782DFDF-5D95-4251-A1A7-E3567F8E504F}"/>
                </a:ext>
              </a:extLst>
            </p:cNvPr>
            <p:cNvSpPr>
              <a:spLocks noChangeArrowheads="1"/>
            </p:cNvSpPr>
            <p:nvPr/>
          </p:nvSpPr>
          <p:spPr bwMode="auto">
            <a:xfrm>
              <a:off x="3876" y="2304"/>
              <a:ext cx="568"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SUN</a:t>
              </a:r>
            </a:p>
          </p:txBody>
        </p:sp>
        <p:sp>
          <p:nvSpPr>
            <p:cNvPr id="82982" name="Line 115">
              <a:extLst>
                <a:ext uri="{FF2B5EF4-FFF2-40B4-BE49-F238E27FC236}">
                  <a16:creationId xmlns:a16="http://schemas.microsoft.com/office/drawing/2014/main" id="{518C7DE8-A603-48CB-A958-FC227E143709}"/>
                </a:ext>
              </a:extLst>
            </p:cNvPr>
            <p:cNvSpPr>
              <a:spLocks noChangeShapeType="1"/>
            </p:cNvSpPr>
            <p:nvPr/>
          </p:nvSpPr>
          <p:spPr bwMode="auto">
            <a:xfrm>
              <a:off x="3876" y="2304"/>
              <a:ext cx="720"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83" name="Line 116">
              <a:extLst>
                <a:ext uri="{FF2B5EF4-FFF2-40B4-BE49-F238E27FC236}">
                  <a16:creationId xmlns:a16="http://schemas.microsoft.com/office/drawing/2014/main" id="{52C3EB3F-398D-4610-8C26-7075F8509EC5}"/>
                </a:ext>
              </a:extLst>
            </p:cNvPr>
            <p:cNvSpPr>
              <a:spLocks noChangeShapeType="1"/>
            </p:cNvSpPr>
            <p:nvPr/>
          </p:nvSpPr>
          <p:spPr bwMode="auto">
            <a:xfrm>
              <a:off x="3876" y="2634"/>
              <a:ext cx="720"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84" name="Line 117">
              <a:extLst>
                <a:ext uri="{FF2B5EF4-FFF2-40B4-BE49-F238E27FC236}">
                  <a16:creationId xmlns:a16="http://schemas.microsoft.com/office/drawing/2014/main" id="{936F923C-5E01-400F-AAA8-B3AEB4388620}"/>
                </a:ext>
              </a:extLst>
            </p:cNvPr>
            <p:cNvSpPr>
              <a:spLocks noChangeShapeType="1"/>
            </p:cNvSpPr>
            <p:nvPr/>
          </p:nvSpPr>
          <p:spPr bwMode="auto">
            <a:xfrm>
              <a:off x="3876" y="2304"/>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85" name="Line 118">
              <a:extLst>
                <a:ext uri="{FF2B5EF4-FFF2-40B4-BE49-F238E27FC236}">
                  <a16:creationId xmlns:a16="http://schemas.microsoft.com/office/drawing/2014/main" id="{CBE62A15-6BF4-418C-B33B-0B697C50B917}"/>
                </a:ext>
              </a:extLst>
            </p:cNvPr>
            <p:cNvSpPr>
              <a:spLocks noChangeShapeType="1"/>
            </p:cNvSpPr>
            <p:nvPr/>
          </p:nvSpPr>
          <p:spPr bwMode="auto">
            <a:xfrm>
              <a:off x="4444" y="2304"/>
              <a:ext cx="0" cy="33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86" name="Line 119">
              <a:extLst>
                <a:ext uri="{FF2B5EF4-FFF2-40B4-BE49-F238E27FC236}">
                  <a16:creationId xmlns:a16="http://schemas.microsoft.com/office/drawing/2014/main" id="{F2996F05-5EAB-4438-B58B-D4FECF640868}"/>
                </a:ext>
              </a:extLst>
            </p:cNvPr>
            <p:cNvSpPr>
              <a:spLocks noChangeShapeType="1"/>
            </p:cNvSpPr>
            <p:nvPr/>
          </p:nvSpPr>
          <p:spPr bwMode="auto">
            <a:xfrm>
              <a:off x="4595" y="2304"/>
              <a:ext cx="0" cy="33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87" name="Rectangle 120">
              <a:extLst>
                <a:ext uri="{FF2B5EF4-FFF2-40B4-BE49-F238E27FC236}">
                  <a16:creationId xmlns:a16="http://schemas.microsoft.com/office/drawing/2014/main" id="{965567EF-F2EA-48E2-9D1C-4F0816FA8256}"/>
                </a:ext>
              </a:extLst>
            </p:cNvPr>
            <p:cNvSpPr>
              <a:spLocks noChangeArrowheads="1"/>
            </p:cNvSpPr>
            <p:nvPr/>
          </p:nvSpPr>
          <p:spPr bwMode="auto">
            <a:xfrm>
              <a:off x="1566" y="3028"/>
              <a:ext cx="115"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2988" name="Rectangle 121">
              <a:extLst>
                <a:ext uri="{FF2B5EF4-FFF2-40B4-BE49-F238E27FC236}">
                  <a16:creationId xmlns:a16="http://schemas.microsoft.com/office/drawing/2014/main" id="{F4FA7F2D-9034-46A3-935D-914309DEA74A}"/>
                </a:ext>
              </a:extLst>
            </p:cNvPr>
            <p:cNvSpPr>
              <a:spLocks noChangeArrowheads="1"/>
            </p:cNvSpPr>
            <p:nvPr/>
          </p:nvSpPr>
          <p:spPr bwMode="auto">
            <a:xfrm>
              <a:off x="864" y="3028"/>
              <a:ext cx="702"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dirty="0">
                  <a:latin typeface="+mn-lt"/>
                  <a:ea typeface="+mn-ea"/>
                  <a:cs typeface="+mn-ea"/>
                  <a:sym typeface="+mn-lt"/>
                </a:rPr>
                <a:t>ZHOU</a:t>
              </a:r>
            </a:p>
          </p:txBody>
        </p:sp>
        <p:sp>
          <p:nvSpPr>
            <p:cNvPr id="82989" name="Line 122">
              <a:extLst>
                <a:ext uri="{FF2B5EF4-FFF2-40B4-BE49-F238E27FC236}">
                  <a16:creationId xmlns:a16="http://schemas.microsoft.com/office/drawing/2014/main" id="{4BFE9125-E03A-4564-8ADD-0707F03B5DCE}"/>
                </a:ext>
              </a:extLst>
            </p:cNvPr>
            <p:cNvSpPr>
              <a:spLocks noChangeShapeType="1"/>
            </p:cNvSpPr>
            <p:nvPr/>
          </p:nvSpPr>
          <p:spPr bwMode="auto">
            <a:xfrm>
              <a:off x="864" y="3028"/>
              <a:ext cx="817"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90" name="Line 123">
              <a:extLst>
                <a:ext uri="{FF2B5EF4-FFF2-40B4-BE49-F238E27FC236}">
                  <a16:creationId xmlns:a16="http://schemas.microsoft.com/office/drawing/2014/main" id="{C73F480F-53B3-473A-B3E6-9F0DAABC89A8}"/>
                </a:ext>
              </a:extLst>
            </p:cNvPr>
            <p:cNvSpPr>
              <a:spLocks noChangeShapeType="1"/>
            </p:cNvSpPr>
            <p:nvPr/>
          </p:nvSpPr>
          <p:spPr bwMode="auto">
            <a:xfrm>
              <a:off x="864" y="3354"/>
              <a:ext cx="817"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91" name="Line 124">
              <a:extLst>
                <a:ext uri="{FF2B5EF4-FFF2-40B4-BE49-F238E27FC236}">
                  <a16:creationId xmlns:a16="http://schemas.microsoft.com/office/drawing/2014/main" id="{EE4D0F6B-8B53-4060-A0BA-3DE698CE39A0}"/>
                </a:ext>
              </a:extLst>
            </p:cNvPr>
            <p:cNvSpPr>
              <a:spLocks noChangeShapeType="1"/>
            </p:cNvSpPr>
            <p:nvPr/>
          </p:nvSpPr>
          <p:spPr bwMode="auto">
            <a:xfrm>
              <a:off x="864" y="3028"/>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92" name="Line 125">
              <a:extLst>
                <a:ext uri="{FF2B5EF4-FFF2-40B4-BE49-F238E27FC236}">
                  <a16:creationId xmlns:a16="http://schemas.microsoft.com/office/drawing/2014/main" id="{084E6FDD-692B-43AB-8081-AE9248408713}"/>
                </a:ext>
              </a:extLst>
            </p:cNvPr>
            <p:cNvSpPr>
              <a:spLocks noChangeShapeType="1"/>
            </p:cNvSpPr>
            <p:nvPr/>
          </p:nvSpPr>
          <p:spPr bwMode="auto">
            <a:xfrm>
              <a:off x="1566" y="3028"/>
              <a:ext cx="0" cy="326"/>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93" name="Line 126">
              <a:extLst>
                <a:ext uri="{FF2B5EF4-FFF2-40B4-BE49-F238E27FC236}">
                  <a16:creationId xmlns:a16="http://schemas.microsoft.com/office/drawing/2014/main" id="{2C646D55-41AB-455E-9406-DFB1106BE4CE}"/>
                </a:ext>
              </a:extLst>
            </p:cNvPr>
            <p:cNvSpPr>
              <a:spLocks noChangeShapeType="1"/>
            </p:cNvSpPr>
            <p:nvPr/>
          </p:nvSpPr>
          <p:spPr bwMode="auto">
            <a:xfrm>
              <a:off x="1681" y="3028"/>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94" name="Rectangle 127">
              <a:extLst>
                <a:ext uri="{FF2B5EF4-FFF2-40B4-BE49-F238E27FC236}">
                  <a16:creationId xmlns:a16="http://schemas.microsoft.com/office/drawing/2014/main" id="{569065F1-111F-49D1-97FE-8AB9C51B4C29}"/>
                </a:ext>
              </a:extLst>
            </p:cNvPr>
            <p:cNvSpPr>
              <a:spLocks noChangeArrowheads="1"/>
            </p:cNvSpPr>
            <p:nvPr/>
          </p:nvSpPr>
          <p:spPr bwMode="auto">
            <a:xfrm>
              <a:off x="2489" y="3028"/>
              <a:ext cx="116"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2995" name="Rectangle 128">
              <a:extLst>
                <a:ext uri="{FF2B5EF4-FFF2-40B4-BE49-F238E27FC236}">
                  <a16:creationId xmlns:a16="http://schemas.microsoft.com/office/drawing/2014/main" id="{EF78A248-9695-45D0-AF54-A69415247035}"/>
                </a:ext>
              </a:extLst>
            </p:cNvPr>
            <p:cNvSpPr>
              <a:spLocks noChangeArrowheads="1"/>
            </p:cNvSpPr>
            <p:nvPr/>
          </p:nvSpPr>
          <p:spPr bwMode="auto">
            <a:xfrm>
              <a:off x="2016" y="3028"/>
              <a:ext cx="474"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dirty="0">
                  <a:latin typeface="+mn-lt"/>
                  <a:ea typeface="+mn-ea"/>
                  <a:cs typeface="+mn-ea"/>
                  <a:sym typeface="+mn-lt"/>
                </a:rPr>
                <a:t>WU</a:t>
              </a:r>
            </a:p>
          </p:txBody>
        </p:sp>
        <p:sp>
          <p:nvSpPr>
            <p:cNvPr id="82996" name="Line 129">
              <a:extLst>
                <a:ext uri="{FF2B5EF4-FFF2-40B4-BE49-F238E27FC236}">
                  <a16:creationId xmlns:a16="http://schemas.microsoft.com/office/drawing/2014/main" id="{A34E2A65-527C-49AC-BB8F-B82525131E2B}"/>
                </a:ext>
              </a:extLst>
            </p:cNvPr>
            <p:cNvSpPr>
              <a:spLocks noChangeShapeType="1"/>
            </p:cNvSpPr>
            <p:nvPr/>
          </p:nvSpPr>
          <p:spPr bwMode="auto">
            <a:xfrm>
              <a:off x="2016" y="3028"/>
              <a:ext cx="590"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97" name="Line 130">
              <a:extLst>
                <a:ext uri="{FF2B5EF4-FFF2-40B4-BE49-F238E27FC236}">
                  <a16:creationId xmlns:a16="http://schemas.microsoft.com/office/drawing/2014/main" id="{25D47B39-7251-4506-8AD2-9E6DD2A37CA3}"/>
                </a:ext>
              </a:extLst>
            </p:cNvPr>
            <p:cNvSpPr>
              <a:spLocks noChangeShapeType="1"/>
            </p:cNvSpPr>
            <p:nvPr/>
          </p:nvSpPr>
          <p:spPr bwMode="auto">
            <a:xfrm>
              <a:off x="2016" y="3354"/>
              <a:ext cx="590"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98" name="Line 131">
              <a:extLst>
                <a:ext uri="{FF2B5EF4-FFF2-40B4-BE49-F238E27FC236}">
                  <a16:creationId xmlns:a16="http://schemas.microsoft.com/office/drawing/2014/main" id="{8DC246D5-403C-498F-ADDA-C3AD23814824}"/>
                </a:ext>
              </a:extLst>
            </p:cNvPr>
            <p:cNvSpPr>
              <a:spLocks noChangeShapeType="1"/>
            </p:cNvSpPr>
            <p:nvPr/>
          </p:nvSpPr>
          <p:spPr bwMode="auto">
            <a:xfrm>
              <a:off x="2016" y="3028"/>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2999" name="Line 132">
              <a:extLst>
                <a:ext uri="{FF2B5EF4-FFF2-40B4-BE49-F238E27FC236}">
                  <a16:creationId xmlns:a16="http://schemas.microsoft.com/office/drawing/2014/main" id="{9A2A4541-9017-4702-B17D-66314A1892CA}"/>
                </a:ext>
              </a:extLst>
            </p:cNvPr>
            <p:cNvSpPr>
              <a:spLocks noChangeShapeType="1"/>
            </p:cNvSpPr>
            <p:nvPr/>
          </p:nvSpPr>
          <p:spPr bwMode="auto">
            <a:xfrm>
              <a:off x="2489" y="3028"/>
              <a:ext cx="0" cy="326"/>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00" name="Line 133">
              <a:extLst>
                <a:ext uri="{FF2B5EF4-FFF2-40B4-BE49-F238E27FC236}">
                  <a16:creationId xmlns:a16="http://schemas.microsoft.com/office/drawing/2014/main" id="{3D0F008C-4619-46C2-9797-23B3132AC4FD}"/>
                </a:ext>
              </a:extLst>
            </p:cNvPr>
            <p:cNvSpPr>
              <a:spLocks noChangeShapeType="1"/>
            </p:cNvSpPr>
            <p:nvPr/>
          </p:nvSpPr>
          <p:spPr bwMode="auto">
            <a:xfrm>
              <a:off x="2606" y="3028"/>
              <a:ext cx="0" cy="326"/>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01" name="Rectangle 134">
              <a:extLst>
                <a:ext uri="{FF2B5EF4-FFF2-40B4-BE49-F238E27FC236}">
                  <a16:creationId xmlns:a16="http://schemas.microsoft.com/office/drawing/2014/main" id="{BB4DE8DE-B62E-4ED1-B15D-D4B376828EF8}"/>
                </a:ext>
              </a:extLst>
            </p:cNvPr>
            <p:cNvSpPr>
              <a:spLocks noChangeArrowheads="1"/>
            </p:cNvSpPr>
            <p:nvPr/>
          </p:nvSpPr>
          <p:spPr bwMode="auto">
            <a:xfrm>
              <a:off x="3648" y="3018"/>
              <a:ext cx="192" cy="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3002" name="Rectangle 135">
              <a:extLst>
                <a:ext uri="{FF2B5EF4-FFF2-40B4-BE49-F238E27FC236}">
                  <a16:creationId xmlns:a16="http://schemas.microsoft.com/office/drawing/2014/main" id="{1C401293-DAB0-41C2-9757-512D7DCC5F7D}"/>
                </a:ext>
              </a:extLst>
            </p:cNvPr>
            <p:cNvSpPr>
              <a:spLocks noChangeArrowheads="1"/>
            </p:cNvSpPr>
            <p:nvPr/>
          </p:nvSpPr>
          <p:spPr bwMode="auto">
            <a:xfrm>
              <a:off x="2880" y="3018"/>
              <a:ext cx="768" cy="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ZHENG</a:t>
              </a:r>
            </a:p>
          </p:txBody>
        </p:sp>
        <p:sp>
          <p:nvSpPr>
            <p:cNvPr id="83003" name="Line 136">
              <a:extLst>
                <a:ext uri="{FF2B5EF4-FFF2-40B4-BE49-F238E27FC236}">
                  <a16:creationId xmlns:a16="http://schemas.microsoft.com/office/drawing/2014/main" id="{07BCF225-E666-4935-9054-B23AB52850E1}"/>
                </a:ext>
              </a:extLst>
            </p:cNvPr>
            <p:cNvSpPr>
              <a:spLocks noChangeShapeType="1"/>
            </p:cNvSpPr>
            <p:nvPr/>
          </p:nvSpPr>
          <p:spPr bwMode="auto">
            <a:xfrm>
              <a:off x="2880" y="3018"/>
              <a:ext cx="960"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04" name="Line 137">
              <a:extLst>
                <a:ext uri="{FF2B5EF4-FFF2-40B4-BE49-F238E27FC236}">
                  <a16:creationId xmlns:a16="http://schemas.microsoft.com/office/drawing/2014/main" id="{18CF97C4-7296-4022-97A0-1FCA5CAD0694}"/>
                </a:ext>
              </a:extLst>
            </p:cNvPr>
            <p:cNvSpPr>
              <a:spLocks noChangeShapeType="1"/>
            </p:cNvSpPr>
            <p:nvPr/>
          </p:nvSpPr>
          <p:spPr bwMode="auto">
            <a:xfrm>
              <a:off x="2880" y="3344"/>
              <a:ext cx="960"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05" name="Line 138">
              <a:extLst>
                <a:ext uri="{FF2B5EF4-FFF2-40B4-BE49-F238E27FC236}">
                  <a16:creationId xmlns:a16="http://schemas.microsoft.com/office/drawing/2014/main" id="{E8C9B5E4-015F-4AAC-B528-8479736FA4DA}"/>
                </a:ext>
              </a:extLst>
            </p:cNvPr>
            <p:cNvSpPr>
              <a:spLocks noChangeShapeType="1"/>
            </p:cNvSpPr>
            <p:nvPr/>
          </p:nvSpPr>
          <p:spPr bwMode="auto">
            <a:xfrm>
              <a:off x="2880" y="3018"/>
              <a:ext cx="0" cy="324"/>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06" name="Line 139">
              <a:extLst>
                <a:ext uri="{FF2B5EF4-FFF2-40B4-BE49-F238E27FC236}">
                  <a16:creationId xmlns:a16="http://schemas.microsoft.com/office/drawing/2014/main" id="{937DB490-387C-4B5D-BE6C-2C5FF3121BD5}"/>
                </a:ext>
              </a:extLst>
            </p:cNvPr>
            <p:cNvSpPr>
              <a:spLocks noChangeShapeType="1"/>
            </p:cNvSpPr>
            <p:nvPr/>
          </p:nvSpPr>
          <p:spPr bwMode="auto">
            <a:xfrm>
              <a:off x="3648" y="3018"/>
              <a:ext cx="0" cy="324"/>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07" name="Line 140">
              <a:extLst>
                <a:ext uri="{FF2B5EF4-FFF2-40B4-BE49-F238E27FC236}">
                  <a16:creationId xmlns:a16="http://schemas.microsoft.com/office/drawing/2014/main" id="{84B55B30-75E5-4403-B87D-E93955E831E6}"/>
                </a:ext>
              </a:extLst>
            </p:cNvPr>
            <p:cNvSpPr>
              <a:spLocks noChangeShapeType="1"/>
            </p:cNvSpPr>
            <p:nvPr/>
          </p:nvSpPr>
          <p:spPr bwMode="auto">
            <a:xfrm>
              <a:off x="3840" y="3018"/>
              <a:ext cx="0" cy="324"/>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08" name="Rectangle 141">
              <a:extLst>
                <a:ext uri="{FF2B5EF4-FFF2-40B4-BE49-F238E27FC236}">
                  <a16:creationId xmlns:a16="http://schemas.microsoft.com/office/drawing/2014/main" id="{8600662F-E7A4-40EB-B272-0004AE196F6D}"/>
                </a:ext>
              </a:extLst>
            </p:cNvPr>
            <p:cNvSpPr>
              <a:spLocks noChangeArrowheads="1"/>
            </p:cNvSpPr>
            <p:nvPr/>
          </p:nvSpPr>
          <p:spPr bwMode="auto">
            <a:xfrm>
              <a:off x="4906" y="3024"/>
              <a:ext cx="278" cy="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a:t>
              </a:r>
            </a:p>
          </p:txBody>
        </p:sp>
        <p:sp>
          <p:nvSpPr>
            <p:cNvPr id="83009" name="Rectangle 142">
              <a:extLst>
                <a:ext uri="{FF2B5EF4-FFF2-40B4-BE49-F238E27FC236}">
                  <a16:creationId xmlns:a16="http://schemas.microsoft.com/office/drawing/2014/main" id="{659EE78D-828E-4108-AB62-596BF23FC4C2}"/>
                </a:ext>
              </a:extLst>
            </p:cNvPr>
            <p:cNvSpPr>
              <a:spLocks noChangeArrowheads="1"/>
            </p:cNvSpPr>
            <p:nvPr/>
          </p:nvSpPr>
          <p:spPr bwMode="auto">
            <a:xfrm>
              <a:off x="4128" y="3024"/>
              <a:ext cx="778" cy="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000">
                  <a:latin typeface="+mn-lt"/>
                  <a:ea typeface="+mn-ea"/>
                  <a:cs typeface="+mn-ea"/>
                  <a:sym typeface="+mn-lt"/>
                </a:rPr>
                <a:t>WANG</a:t>
              </a:r>
            </a:p>
          </p:txBody>
        </p:sp>
        <p:sp>
          <p:nvSpPr>
            <p:cNvPr id="83010" name="Line 143">
              <a:extLst>
                <a:ext uri="{FF2B5EF4-FFF2-40B4-BE49-F238E27FC236}">
                  <a16:creationId xmlns:a16="http://schemas.microsoft.com/office/drawing/2014/main" id="{5F59D4EC-17F1-4270-80E9-46086F80D995}"/>
                </a:ext>
              </a:extLst>
            </p:cNvPr>
            <p:cNvSpPr>
              <a:spLocks noChangeShapeType="1"/>
            </p:cNvSpPr>
            <p:nvPr/>
          </p:nvSpPr>
          <p:spPr bwMode="auto">
            <a:xfrm>
              <a:off x="4128" y="3024"/>
              <a:ext cx="105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11" name="Line 144">
              <a:extLst>
                <a:ext uri="{FF2B5EF4-FFF2-40B4-BE49-F238E27FC236}">
                  <a16:creationId xmlns:a16="http://schemas.microsoft.com/office/drawing/2014/main" id="{2A264BBA-5D86-4978-92D1-ED6DDE84024E}"/>
                </a:ext>
              </a:extLst>
            </p:cNvPr>
            <p:cNvSpPr>
              <a:spLocks noChangeShapeType="1"/>
            </p:cNvSpPr>
            <p:nvPr/>
          </p:nvSpPr>
          <p:spPr bwMode="auto">
            <a:xfrm>
              <a:off x="4128" y="3311"/>
              <a:ext cx="1056"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12" name="Line 145">
              <a:extLst>
                <a:ext uri="{FF2B5EF4-FFF2-40B4-BE49-F238E27FC236}">
                  <a16:creationId xmlns:a16="http://schemas.microsoft.com/office/drawing/2014/main" id="{AF8B09B2-C246-4F1D-A7F9-6C258C06EEF1}"/>
                </a:ext>
              </a:extLst>
            </p:cNvPr>
            <p:cNvSpPr>
              <a:spLocks noChangeShapeType="1"/>
            </p:cNvSpPr>
            <p:nvPr/>
          </p:nvSpPr>
          <p:spPr bwMode="auto">
            <a:xfrm>
              <a:off x="4128" y="3024"/>
              <a:ext cx="0" cy="28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13" name="Line 146">
              <a:extLst>
                <a:ext uri="{FF2B5EF4-FFF2-40B4-BE49-F238E27FC236}">
                  <a16:creationId xmlns:a16="http://schemas.microsoft.com/office/drawing/2014/main" id="{B77FA3A5-6273-430A-9B93-8B30316DCDDB}"/>
                </a:ext>
              </a:extLst>
            </p:cNvPr>
            <p:cNvSpPr>
              <a:spLocks noChangeShapeType="1"/>
            </p:cNvSpPr>
            <p:nvPr/>
          </p:nvSpPr>
          <p:spPr bwMode="auto">
            <a:xfrm>
              <a:off x="4906" y="3024"/>
              <a:ext cx="0" cy="287"/>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14" name="Line 147">
              <a:extLst>
                <a:ext uri="{FF2B5EF4-FFF2-40B4-BE49-F238E27FC236}">
                  <a16:creationId xmlns:a16="http://schemas.microsoft.com/office/drawing/2014/main" id="{60E6E47B-8B2B-4664-BACA-1C9BC0D8F954}"/>
                </a:ext>
              </a:extLst>
            </p:cNvPr>
            <p:cNvSpPr>
              <a:spLocks noChangeShapeType="1"/>
            </p:cNvSpPr>
            <p:nvPr/>
          </p:nvSpPr>
          <p:spPr bwMode="auto">
            <a:xfrm>
              <a:off x="5184" y="3024"/>
              <a:ext cx="0" cy="28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15" name="Line 148">
              <a:extLst>
                <a:ext uri="{FF2B5EF4-FFF2-40B4-BE49-F238E27FC236}">
                  <a16:creationId xmlns:a16="http://schemas.microsoft.com/office/drawing/2014/main" id="{17814CE9-35C8-4C3E-9628-FD32B806C8DF}"/>
                </a:ext>
              </a:extLst>
            </p:cNvPr>
            <p:cNvSpPr>
              <a:spLocks noChangeShapeType="1"/>
            </p:cNvSpPr>
            <p:nvPr/>
          </p:nvSpPr>
          <p:spPr bwMode="auto">
            <a:xfrm>
              <a:off x="2388" y="2449"/>
              <a:ext cx="384"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16" name="Line 149">
              <a:extLst>
                <a:ext uri="{FF2B5EF4-FFF2-40B4-BE49-F238E27FC236}">
                  <a16:creationId xmlns:a16="http://schemas.microsoft.com/office/drawing/2014/main" id="{DACECC03-0175-4B27-A338-72FCFF072E22}"/>
                </a:ext>
              </a:extLst>
            </p:cNvPr>
            <p:cNvSpPr>
              <a:spLocks noChangeShapeType="1"/>
            </p:cNvSpPr>
            <p:nvPr/>
          </p:nvSpPr>
          <p:spPr bwMode="auto">
            <a:xfrm>
              <a:off x="3492" y="2449"/>
              <a:ext cx="384"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17" name="Line 150">
              <a:extLst>
                <a:ext uri="{FF2B5EF4-FFF2-40B4-BE49-F238E27FC236}">
                  <a16:creationId xmlns:a16="http://schemas.microsoft.com/office/drawing/2014/main" id="{265DC917-41B1-4982-A5A9-14EBD1F6B36D}"/>
                </a:ext>
              </a:extLst>
            </p:cNvPr>
            <p:cNvSpPr>
              <a:spLocks noChangeShapeType="1"/>
            </p:cNvSpPr>
            <p:nvPr/>
          </p:nvSpPr>
          <p:spPr bwMode="auto">
            <a:xfrm>
              <a:off x="4548" y="2449"/>
              <a:ext cx="384"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18" name="Line 151">
              <a:extLst>
                <a:ext uri="{FF2B5EF4-FFF2-40B4-BE49-F238E27FC236}">
                  <a16:creationId xmlns:a16="http://schemas.microsoft.com/office/drawing/2014/main" id="{0D261210-EE84-4AE0-819A-FA9ABB4C9F9A}"/>
                </a:ext>
              </a:extLst>
            </p:cNvPr>
            <p:cNvSpPr>
              <a:spLocks noChangeShapeType="1"/>
            </p:cNvSpPr>
            <p:nvPr/>
          </p:nvSpPr>
          <p:spPr bwMode="auto">
            <a:xfrm>
              <a:off x="5328" y="2449"/>
              <a:ext cx="240"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19" name="Line 152">
              <a:extLst>
                <a:ext uri="{FF2B5EF4-FFF2-40B4-BE49-F238E27FC236}">
                  <a16:creationId xmlns:a16="http://schemas.microsoft.com/office/drawing/2014/main" id="{EDEA7222-CDE5-403A-9692-FF99FE81C3E5}"/>
                </a:ext>
              </a:extLst>
            </p:cNvPr>
            <p:cNvSpPr>
              <a:spLocks noChangeShapeType="1"/>
            </p:cNvSpPr>
            <p:nvPr/>
          </p:nvSpPr>
          <p:spPr bwMode="auto">
            <a:xfrm flipH="1">
              <a:off x="5568" y="2449"/>
              <a:ext cx="0" cy="38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20" name="Line 153">
              <a:extLst>
                <a:ext uri="{FF2B5EF4-FFF2-40B4-BE49-F238E27FC236}">
                  <a16:creationId xmlns:a16="http://schemas.microsoft.com/office/drawing/2014/main" id="{E898FAC5-D55A-4050-8EB9-57E193D9345C}"/>
                </a:ext>
              </a:extLst>
            </p:cNvPr>
            <p:cNvSpPr>
              <a:spLocks noChangeShapeType="1"/>
            </p:cNvSpPr>
            <p:nvPr/>
          </p:nvSpPr>
          <p:spPr bwMode="auto">
            <a:xfrm flipH="1">
              <a:off x="624" y="2825"/>
              <a:ext cx="4944" cy="7"/>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21" name="Line 154">
              <a:extLst>
                <a:ext uri="{FF2B5EF4-FFF2-40B4-BE49-F238E27FC236}">
                  <a16:creationId xmlns:a16="http://schemas.microsoft.com/office/drawing/2014/main" id="{A1759FAF-E867-422A-9FDF-0176A95E125B}"/>
                </a:ext>
              </a:extLst>
            </p:cNvPr>
            <p:cNvSpPr>
              <a:spLocks noChangeShapeType="1"/>
            </p:cNvSpPr>
            <p:nvPr/>
          </p:nvSpPr>
          <p:spPr bwMode="auto">
            <a:xfrm>
              <a:off x="624" y="2832"/>
              <a:ext cx="0" cy="384"/>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22" name="Line 155">
              <a:extLst>
                <a:ext uri="{FF2B5EF4-FFF2-40B4-BE49-F238E27FC236}">
                  <a16:creationId xmlns:a16="http://schemas.microsoft.com/office/drawing/2014/main" id="{83803217-EA5B-46BB-BF14-5AB85D8BAC16}"/>
                </a:ext>
              </a:extLst>
            </p:cNvPr>
            <p:cNvSpPr>
              <a:spLocks noChangeShapeType="1"/>
            </p:cNvSpPr>
            <p:nvPr/>
          </p:nvSpPr>
          <p:spPr bwMode="auto">
            <a:xfrm flipV="1">
              <a:off x="624" y="3216"/>
              <a:ext cx="192"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23" name="Line 156">
              <a:extLst>
                <a:ext uri="{FF2B5EF4-FFF2-40B4-BE49-F238E27FC236}">
                  <a16:creationId xmlns:a16="http://schemas.microsoft.com/office/drawing/2014/main" id="{34D2432E-4837-4317-A2F8-D056C2C23B7B}"/>
                </a:ext>
              </a:extLst>
            </p:cNvPr>
            <p:cNvSpPr>
              <a:spLocks noChangeShapeType="1"/>
            </p:cNvSpPr>
            <p:nvPr/>
          </p:nvSpPr>
          <p:spPr bwMode="auto">
            <a:xfrm>
              <a:off x="1632" y="3162"/>
              <a:ext cx="336"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24" name="Line 157">
              <a:extLst>
                <a:ext uri="{FF2B5EF4-FFF2-40B4-BE49-F238E27FC236}">
                  <a16:creationId xmlns:a16="http://schemas.microsoft.com/office/drawing/2014/main" id="{D929D164-28CC-4F1B-AC3B-6A5DDF4037DA}"/>
                </a:ext>
              </a:extLst>
            </p:cNvPr>
            <p:cNvSpPr>
              <a:spLocks noChangeShapeType="1"/>
            </p:cNvSpPr>
            <p:nvPr/>
          </p:nvSpPr>
          <p:spPr bwMode="auto">
            <a:xfrm>
              <a:off x="2543" y="3162"/>
              <a:ext cx="384"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25" name="Line 158">
              <a:extLst>
                <a:ext uri="{FF2B5EF4-FFF2-40B4-BE49-F238E27FC236}">
                  <a16:creationId xmlns:a16="http://schemas.microsoft.com/office/drawing/2014/main" id="{3B4E92F0-263B-4543-8635-5FF67384EDF9}"/>
                </a:ext>
              </a:extLst>
            </p:cNvPr>
            <p:cNvSpPr>
              <a:spLocks noChangeShapeType="1"/>
            </p:cNvSpPr>
            <p:nvPr/>
          </p:nvSpPr>
          <p:spPr bwMode="auto">
            <a:xfrm>
              <a:off x="3744" y="3162"/>
              <a:ext cx="384" cy="6"/>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26" name="Rectangle 159">
              <a:extLst>
                <a:ext uri="{FF2B5EF4-FFF2-40B4-BE49-F238E27FC236}">
                  <a16:creationId xmlns:a16="http://schemas.microsoft.com/office/drawing/2014/main" id="{9A8F06B3-D354-4C06-8E70-6AB1A21878E7}"/>
                </a:ext>
              </a:extLst>
            </p:cNvPr>
            <p:cNvSpPr>
              <a:spLocks noChangeArrowheads="1"/>
            </p:cNvSpPr>
            <p:nvPr/>
          </p:nvSpPr>
          <p:spPr bwMode="auto">
            <a:xfrm>
              <a:off x="480" y="2064"/>
              <a:ext cx="289" cy="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latin typeface="+mn-lt"/>
                <a:ea typeface="+mn-ea"/>
                <a:cs typeface="+mn-ea"/>
                <a:sym typeface="+mn-lt"/>
              </a:endParaRPr>
            </a:p>
          </p:txBody>
        </p:sp>
        <p:sp>
          <p:nvSpPr>
            <p:cNvPr id="83027" name="Line 160">
              <a:extLst>
                <a:ext uri="{FF2B5EF4-FFF2-40B4-BE49-F238E27FC236}">
                  <a16:creationId xmlns:a16="http://schemas.microsoft.com/office/drawing/2014/main" id="{82DB2D7B-9285-4994-8599-4DA9DF887302}"/>
                </a:ext>
              </a:extLst>
            </p:cNvPr>
            <p:cNvSpPr>
              <a:spLocks noChangeShapeType="1"/>
            </p:cNvSpPr>
            <p:nvPr/>
          </p:nvSpPr>
          <p:spPr bwMode="auto">
            <a:xfrm>
              <a:off x="480" y="2064"/>
              <a:ext cx="289"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28" name="Line 161">
              <a:extLst>
                <a:ext uri="{FF2B5EF4-FFF2-40B4-BE49-F238E27FC236}">
                  <a16:creationId xmlns:a16="http://schemas.microsoft.com/office/drawing/2014/main" id="{4FC89AAD-1A90-4D29-8073-F78BB5280E50}"/>
                </a:ext>
              </a:extLst>
            </p:cNvPr>
            <p:cNvSpPr>
              <a:spLocks noChangeShapeType="1"/>
            </p:cNvSpPr>
            <p:nvPr/>
          </p:nvSpPr>
          <p:spPr bwMode="auto">
            <a:xfrm>
              <a:off x="480" y="2351"/>
              <a:ext cx="289"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29" name="Line 162">
              <a:extLst>
                <a:ext uri="{FF2B5EF4-FFF2-40B4-BE49-F238E27FC236}">
                  <a16:creationId xmlns:a16="http://schemas.microsoft.com/office/drawing/2014/main" id="{7C97F572-FBCC-49B3-A276-26F68F5DD4C7}"/>
                </a:ext>
              </a:extLst>
            </p:cNvPr>
            <p:cNvSpPr>
              <a:spLocks noChangeShapeType="1"/>
            </p:cNvSpPr>
            <p:nvPr/>
          </p:nvSpPr>
          <p:spPr bwMode="auto">
            <a:xfrm>
              <a:off x="480" y="2064"/>
              <a:ext cx="0" cy="28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30" name="Line 163">
              <a:extLst>
                <a:ext uri="{FF2B5EF4-FFF2-40B4-BE49-F238E27FC236}">
                  <a16:creationId xmlns:a16="http://schemas.microsoft.com/office/drawing/2014/main" id="{4333E58E-9470-416D-A2F4-6FE02BE7438F}"/>
                </a:ext>
              </a:extLst>
            </p:cNvPr>
            <p:cNvSpPr>
              <a:spLocks noChangeShapeType="1"/>
            </p:cNvSpPr>
            <p:nvPr/>
          </p:nvSpPr>
          <p:spPr bwMode="auto">
            <a:xfrm>
              <a:off x="769" y="2064"/>
              <a:ext cx="0" cy="28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31" name="Line 164">
              <a:extLst>
                <a:ext uri="{FF2B5EF4-FFF2-40B4-BE49-F238E27FC236}">
                  <a16:creationId xmlns:a16="http://schemas.microsoft.com/office/drawing/2014/main" id="{DFA8EF62-BA2F-43F3-8897-FBB42DE80045}"/>
                </a:ext>
              </a:extLst>
            </p:cNvPr>
            <p:cNvSpPr>
              <a:spLocks noChangeShapeType="1"/>
            </p:cNvSpPr>
            <p:nvPr/>
          </p:nvSpPr>
          <p:spPr bwMode="auto">
            <a:xfrm>
              <a:off x="624" y="2214"/>
              <a:ext cx="0" cy="282"/>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32" name="Line 165">
              <a:extLst>
                <a:ext uri="{FF2B5EF4-FFF2-40B4-BE49-F238E27FC236}">
                  <a16:creationId xmlns:a16="http://schemas.microsoft.com/office/drawing/2014/main" id="{B981A4AA-2B8F-4A9A-ACB8-DF4C7D148049}"/>
                </a:ext>
              </a:extLst>
            </p:cNvPr>
            <p:cNvSpPr>
              <a:spLocks noChangeShapeType="1"/>
            </p:cNvSpPr>
            <p:nvPr/>
          </p:nvSpPr>
          <p:spPr bwMode="auto">
            <a:xfrm>
              <a:off x="624" y="2496"/>
              <a:ext cx="291"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000">
                <a:latin typeface="+mn-lt"/>
                <a:ea typeface="+mn-ea"/>
                <a:cs typeface="+mn-ea"/>
                <a:sym typeface="+mn-lt"/>
              </a:endParaRPr>
            </a:p>
          </p:txBody>
        </p:sp>
        <p:sp>
          <p:nvSpPr>
            <p:cNvPr id="83033" name="Rectangle 166">
              <a:extLst>
                <a:ext uri="{FF2B5EF4-FFF2-40B4-BE49-F238E27FC236}">
                  <a16:creationId xmlns:a16="http://schemas.microsoft.com/office/drawing/2014/main" id="{0BCA84AB-6140-426F-9C8E-5D95AB296D6D}"/>
                </a:ext>
              </a:extLst>
            </p:cNvPr>
            <p:cNvSpPr>
              <a:spLocks noChangeArrowheads="1"/>
            </p:cNvSpPr>
            <p:nvPr/>
          </p:nvSpPr>
          <p:spPr bwMode="auto">
            <a:xfrm>
              <a:off x="816" y="1920"/>
              <a:ext cx="255"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000">
                  <a:solidFill>
                    <a:schemeClr val="accent1"/>
                  </a:solidFill>
                  <a:latin typeface="+mn-lt"/>
                  <a:ea typeface="+mn-ea"/>
                  <a:cs typeface="+mn-ea"/>
                  <a:sym typeface="+mn-lt"/>
                </a:rPr>
                <a:t>H</a:t>
              </a:r>
            </a:p>
          </p:txBody>
        </p:sp>
        <p:sp>
          <p:nvSpPr>
            <p:cNvPr id="83034" name="Oval 167">
              <a:extLst>
                <a:ext uri="{FF2B5EF4-FFF2-40B4-BE49-F238E27FC236}">
                  <a16:creationId xmlns:a16="http://schemas.microsoft.com/office/drawing/2014/main" id="{37368391-5F94-4C60-9B55-079EBAB1220F}"/>
                </a:ext>
              </a:extLst>
            </p:cNvPr>
            <p:cNvSpPr>
              <a:spLocks noChangeAspect="1" noChangeArrowheads="1"/>
            </p:cNvSpPr>
            <p:nvPr/>
          </p:nvSpPr>
          <p:spPr bwMode="auto">
            <a:xfrm>
              <a:off x="577" y="2146"/>
              <a:ext cx="69" cy="68"/>
            </a:xfrm>
            <a:prstGeom prst="ellipse">
              <a:avLst/>
            </a:prstGeom>
            <a:solidFill>
              <a:schemeClr val="tx1"/>
            </a:solidFill>
            <a:ln w="9525">
              <a:solidFill>
                <a:schemeClr val="tx1"/>
              </a:solidFill>
              <a:round/>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000">
                <a:latin typeface="+mn-lt"/>
                <a:ea typeface="+mn-ea"/>
                <a:cs typeface="+mn-ea"/>
                <a:sym typeface="+mn-lt"/>
              </a:endParaRPr>
            </a:p>
          </p:txBody>
        </p:sp>
      </p:grpSp>
      <p:sp>
        <p:nvSpPr>
          <p:cNvPr id="474280" name="Text Box 168">
            <a:extLst>
              <a:ext uri="{FF2B5EF4-FFF2-40B4-BE49-F238E27FC236}">
                <a16:creationId xmlns:a16="http://schemas.microsoft.com/office/drawing/2014/main" id="{BECA05ED-AB91-4199-A9FF-15C3BEDD2196}"/>
              </a:ext>
            </a:extLst>
          </p:cNvPr>
          <p:cNvSpPr txBox="1">
            <a:spLocks noChangeArrowheads="1"/>
          </p:cNvSpPr>
          <p:nvPr/>
        </p:nvSpPr>
        <p:spPr bwMode="auto">
          <a:xfrm>
            <a:off x="219075" y="6219825"/>
            <a:ext cx="55626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olidFill>
                  <a:schemeClr val="tx2"/>
                </a:solidFill>
                <a:sym typeface="+mn-lt"/>
              </a:rPr>
              <a:t>区别：</a:t>
            </a:r>
            <a:r>
              <a:rPr lang="zh-CN" altLang="en-US">
                <a:solidFill>
                  <a:srgbClr val="0000FF"/>
                </a:solidFill>
                <a:sym typeface="+mn-lt"/>
              </a:rPr>
              <a:t>①</a:t>
            </a:r>
            <a:r>
              <a:rPr lang="zh-CN" altLang="en-US">
                <a:solidFill>
                  <a:schemeClr val="accent1"/>
                </a:solidFill>
                <a:sym typeface="+mn-lt"/>
              </a:rPr>
              <a:t> </a:t>
            </a:r>
            <a:r>
              <a:rPr lang="zh-CN" altLang="en-US">
                <a:solidFill>
                  <a:schemeClr val="tx2"/>
                </a:solidFill>
                <a:sym typeface="+mn-lt"/>
              </a:rPr>
              <a:t>无头结点   </a:t>
            </a:r>
            <a:r>
              <a:rPr lang="zh-CN" altLang="en-US">
                <a:solidFill>
                  <a:srgbClr val="0000FF"/>
                </a:solidFill>
                <a:sym typeface="+mn-lt"/>
              </a:rPr>
              <a:t> ② </a:t>
            </a:r>
            <a:r>
              <a:rPr lang="zh-CN" altLang="en-US">
                <a:solidFill>
                  <a:schemeClr val="tx2"/>
                </a:solidFill>
                <a:sym typeface="+mn-lt"/>
              </a:rPr>
              <a:t>有头结点</a:t>
            </a:r>
          </a:p>
        </p:txBody>
      </p:sp>
      <p:sp>
        <p:nvSpPr>
          <p:cNvPr id="167" name="Rectangle 4">
            <a:extLst>
              <a:ext uri="{FF2B5EF4-FFF2-40B4-BE49-F238E27FC236}">
                <a16:creationId xmlns:a16="http://schemas.microsoft.com/office/drawing/2014/main" id="{917E2A0E-87FA-42C9-A9D1-DBDB3D8A36BE}"/>
              </a:ext>
            </a:extLst>
          </p:cNvPr>
          <p:cNvSpPr>
            <a:spLocks noChangeArrowheads="1"/>
          </p:cNvSpPr>
          <p:nvPr/>
        </p:nvSpPr>
        <p:spPr bwMode="auto">
          <a:xfrm>
            <a:off x="900113" y="63500"/>
            <a:ext cx="5334000" cy="808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与链式存储有关的术语</a:t>
            </a:r>
          </a:p>
        </p:txBody>
      </p:sp>
      <p:sp>
        <p:nvSpPr>
          <p:cNvPr id="87049" name="矩形 4">
            <a:extLst>
              <a:ext uri="{FF2B5EF4-FFF2-40B4-BE49-F238E27FC236}">
                <a16:creationId xmlns:a16="http://schemas.microsoft.com/office/drawing/2014/main" id="{C0ABD127-D2A3-864A-95D8-A5DDB99882E8}"/>
              </a:ext>
            </a:extLst>
          </p:cNvPr>
          <p:cNvSpPr>
            <a:spLocks noChangeArrowheads="1"/>
          </p:cNvSpPr>
          <p:nvPr/>
        </p:nvSpPr>
        <p:spPr bwMode="auto">
          <a:xfrm>
            <a:off x="266700" y="1700213"/>
            <a:ext cx="8534400" cy="4321175"/>
          </a:xfrm>
          <a:prstGeom prst="rect">
            <a:avLst/>
          </a:prstGeom>
          <a:noFill/>
          <a:ln w="38100" algn="ctr">
            <a:solidFill>
              <a:srgbClr val="9476B6"/>
            </a:solidFill>
            <a:round/>
            <a:headEnd/>
            <a:tailEnd/>
          </a:ln>
          <a:extLst>
            <a:ext uri="{909E8E84-426E-40DD-AFC4-6F175D3DCCD1}">
              <a14:hiddenFill xmlns:a14="http://schemas.microsoft.com/office/drawing/2010/main">
                <a:solidFill>
                  <a:srgbClr val="FFFFFF"/>
                </a:solidFill>
              </a14:hiddenFill>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afterEffect">
                                  <p:stCondLst>
                                    <p:cond delay="1000"/>
                                  </p:stCondLst>
                                  <p:childTnLst>
                                    <p:set>
                                      <p:cBhvr>
                                        <p:cTn id="6" dur="1" fill="hold">
                                          <p:stCondLst>
                                            <p:cond delay="499"/>
                                          </p:stCondLst>
                                        </p:cTn>
                                        <p:tgtEl>
                                          <p:spTgt spid="474117"/>
                                        </p:tgtEl>
                                        <p:attrNameLst>
                                          <p:attrName>style.visibility</p:attrName>
                                        </p:attrNameLst>
                                      </p:cBhvr>
                                      <p:to>
                                        <p:strVal val="visible"/>
                                      </p:to>
                                    </p:set>
                                  </p:childTnLst>
                                </p:cTn>
                              </p:par>
                            </p:childTnLst>
                          </p:cTn>
                        </p:par>
                        <p:par>
                          <p:cTn id="7" fill="hold" nodeType="afterGroup">
                            <p:stCondLst>
                              <p:cond delay="1500"/>
                            </p:stCondLst>
                            <p:childTnLst>
                              <p:par>
                                <p:cTn id="8" presetID="16" presetClass="entr" presetSubtype="37" fill="hold" nodeType="afterEffect">
                                  <p:stCondLst>
                                    <p:cond delay="1000"/>
                                  </p:stCondLst>
                                  <p:childTnLst>
                                    <p:set>
                                      <p:cBhvr>
                                        <p:cTn id="9" dur="1" fill="hold">
                                          <p:stCondLst>
                                            <p:cond delay="0"/>
                                          </p:stCondLst>
                                        </p:cTn>
                                        <p:tgtEl>
                                          <p:spTgt spid="2"/>
                                        </p:tgtEl>
                                        <p:attrNameLst>
                                          <p:attrName>style.visibility</p:attrName>
                                        </p:attrNameLst>
                                      </p:cBhvr>
                                      <p:to>
                                        <p:strVal val="visible"/>
                                      </p:to>
                                    </p:set>
                                    <p:animEffect transition="in" filter="barn(outVertical)">
                                      <p:cBhvr>
                                        <p:cTn id="10" dur="500"/>
                                        <p:tgtEl>
                                          <p:spTgt spid="2"/>
                                        </p:tgtEl>
                                      </p:cBhvr>
                                    </p:animEffect>
                                  </p:childTnLst>
                                </p:cTn>
                              </p:par>
                            </p:childTnLst>
                          </p:cTn>
                        </p:par>
                        <p:par>
                          <p:cTn id="11" fill="hold" nodeType="afterGroup">
                            <p:stCondLst>
                              <p:cond delay="3000"/>
                            </p:stCondLst>
                            <p:childTnLst>
                              <p:par>
                                <p:cTn id="12" presetID="1" presetClass="entr" presetSubtype="0" fill="hold" grpId="0" nodeType="afterEffect">
                                  <p:stCondLst>
                                    <p:cond delay="1000"/>
                                  </p:stCondLst>
                                  <p:childTnLst>
                                    <p:set>
                                      <p:cBhvr>
                                        <p:cTn id="13" dur="1" fill="hold">
                                          <p:stCondLst>
                                            <p:cond delay="499"/>
                                          </p:stCondLst>
                                        </p:cTn>
                                        <p:tgtEl>
                                          <p:spTgt spid="474195"/>
                                        </p:tgtEl>
                                        <p:attrNameLst>
                                          <p:attrName>style.visibility</p:attrName>
                                        </p:attrNameLst>
                                      </p:cBhvr>
                                      <p:to>
                                        <p:strVal val="visible"/>
                                      </p:to>
                                    </p:set>
                                  </p:childTnLst>
                                </p:cTn>
                              </p:par>
                            </p:childTnLst>
                          </p:cTn>
                        </p:par>
                        <p:par>
                          <p:cTn id="14" fill="hold" nodeType="afterGroup">
                            <p:stCondLst>
                              <p:cond delay="4500"/>
                            </p:stCondLst>
                            <p:childTnLst>
                              <p:par>
                                <p:cTn id="15" presetID="16" presetClass="entr" presetSubtype="37" fill="hold" nodeType="afterEffect">
                                  <p:stCondLst>
                                    <p:cond delay="1000"/>
                                  </p:stCondLst>
                                  <p:childTnLst>
                                    <p:set>
                                      <p:cBhvr>
                                        <p:cTn id="16" dur="1" fill="hold">
                                          <p:stCondLst>
                                            <p:cond delay="0"/>
                                          </p:stCondLst>
                                        </p:cTn>
                                        <p:tgtEl>
                                          <p:spTgt spid="3"/>
                                        </p:tgtEl>
                                        <p:attrNameLst>
                                          <p:attrName>style.visibility</p:attrName>
                                        </p:attrNameLst>
                                      </p:cBhvr>
                                      <p:to>
                                        <p:strVal val="visible"/>
                                      </p:to>
                                    </p:set>
                                    <p:animEffect transition="in" filter="barn(outVertical)">
                                      <p:cBhvr>
                                        <p:cTn id="17" dur="500"/>
                                        <p:tgtEl>
                                          <p:spTgt spid="3"/>
                                        </p:tgtEl>
                                      </p:cBhvr>
                                    </p:animEffect>
                                  </p:childTnLst>
                                </p:cTn>
                              </p:par>
                            </p:childTnLst>
                          </p:cTn>
                        </p:par>
                        <p:par>
                          <p:cTn id="18" fill="hold" nodeType="afterGroup">
                            <p:stCondLst>
                              <p:cond delay="6000"/>
                            </p:stCondLst>
                            <p:childTnLst>
                              <p:par>
                                <p:cTn id="19" presetID="1" presetClass="entr" presetSubtype="0" fill="hold" grpId="0" nodeType="afterEffect">
                                  <p:stCondLst>
                                    <p:cond delay="1000"/>
                                  </p:stCondLst>
                                  <p:iterate type="wd">
                                    <p:tmAbs val="300"/>
                                  </p:iterate>
                                  <p:childTnLst>
                                    <p:set>
                                      <p:cBhvr>
                                        <p:cTn id="20" dur="1" fill="hold">
                                          <p:stCondLst>
                                            <p:cond delay="299"/>
                                          </p:stCondLst>
                                        </p:cTn>
                                        <p:tgtEl>
                                          <p:spTgt spid="4742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4117" grpId="0"/>
      <p:bldP spid="474195" grpId="0"/>
      <p:bldP spid="474280"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48A244CC-0665-4603-9FA1-34AED01FD06D}"/>
              </a:ext>
            </a:extLst>
          </p:cNvPr>
          <p:cNvSpPr/>
          <p:nvPr/>
        </p:nvSpPr>
        <p:spPr bwMode="auto">
          <a:xfrm>
            <a:off x="0" y="2852738"/>
            <a:ext cx="9144000" cy="2808287"/>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83970" name="Rectangle 5">
            <a:extLst>
              <a:ext uri="{FF2B5EF4-FFF2-40B4-BE49-F238E27FC236}">
                <a16:creationId xmlns:a16="http://schemas.microsoft.com/office/drawing/2014/main" id="{04F328C5-B999-4E59-99A8-6FAA3B0EEB1F}"/>
              </a:ext>
            </a:extLst>
          </p:cNvPr>
          <p:cNvSpPr>
            <a:spLocks noChangeArrowheads="1"/>
          </p:cNvSpPr>
          <p:nvPr/>
        </p:nvSpPr>
        <p:spPr bwMode="auto">
          <a:xfrm>
            <a:off x="466725" y="1250950"/>
            <a:ext cx="4953000" cy="461963"/>
          </a:xfrm>
          <a:prstGeom prst="rect">
            <a:avLst/>
          </a:prstGeom>
          <a:noFill/>
          <a:ln w="9525">
            <a:no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zh-CN" altLang="en-US" dirty="0">
                <a:latin typeface="+mn-lt"/>
                <a:ea typeface="+mn-ea"/>
                <a:cs typeface="+mn-ea"/>
                <a:sym typeface="+mn-lt"/>
              </a:rPr>
              <a:t>讨论</a:t>
            </a:r>
            <a:r>
              <a:rPr lang="en-US" altLang="zh-CN" dirty="0">
                <a:latin typeface="+mn-lt"/>
                <a:ea typeface="+mn-ea"/>
                <a:cs typeface="+mn-ea"/>
                <a:sym typeface="+mn-lt"/>
              </a:rPr>
              <a:t>1. </a:t>
            </a:r>
            <a:r>
              <a:rPr lang="zh-CN" altLang="en-US" dirty="0">
                <a:latin typeface="+mn-lt"/>
                <a:ea typeface="+mn-ea"/>
                <a:cs typeface="+mn-ea"/>
                <a:sym typeface="+mn-lt"/>
              </a:rPr>
              <a:t>如何表示</a:t>
            </a:r>
            <a:r>
              <a:rPr lang="zh-CN" altLang="en-US" dirty="0">
                <a:solidFill>
                  <a:srgbClr val="FF3300"/>
                </a:solidFill>
                <a:latin typeface="+mn-lt"/>
                <a:ea typeface="+mn-ea"/>
                <a:cs typeface="+mn-ea"/>
                <a:sym typeface="+mn-lt"/>
              </a:rPr>
              <a:t>空表</a:t>
            </a:r>
            <a:r>
              <a:rPr lang="zh-CN" altLang="en-US" dirty="0">
                <a:latin typeface="+mn-lt"/>
                <a:ea typeface="+mn-ea"/>
                <a:cs typeface="+mn-ea"/>
                <a:sym typeface="+mn-lt"/>
              </a:rPr>
              <a:t>？</a:t>
            </a:r>
          </a:p>
        </p:txBody>
      </p:sp>
      <p:sp>
        <p:nvSpPr>
          <p:cNvPr id="83971" name="Rectangle 7">
            <a:extLst>
              <a:ext uri="{FF2B5EF4-FFF2-40B4-BE49-F238E27FC236}">
                <a16:creationId xmlns:a16="http://schemas.microsoft.com/office/drawing/2014/main" id="{5E28BBE2-4304-499C-B6DB-CD01C144643C}"/>
              </a:ext>
            </a:extLst>
          </p:cNvPr>
          <p:cNvSpPr>
            <a:spLocks noChangeArrowheads="1"/>
          </p:cNvSpPr>
          <p:nvPr/>
        </p:nvSpPr>
        <p:spPr bwMode="auto">
          <a:xfrm>
            <a:off x="477838" y="1998663"/>
            <a:ext cx="6831012"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ym typeface="+mn-lt"/>
              </a:rPr>
              <a:t>有头结点时，</a:t>
            </a:r>
            <a:r>
              <a:rPr lang="zh-CN" altLang="en-US">
                <a:solidFill>
                  <a:srgbClr val="FF3300"/>
                </a:solidFill>
                <a:sym typeface="+mn-lt"/>
              </a:rPr>
              <a:t>当头结点的指针域为空</a:t>
            </a:r>
            <a:r>
              <a:rPr lang="zh-CN" altLang="en-US">
                <a:sym typeface="+mn-lt"/>
              </a:rPr>
              <a:t>时表示空表</a:t>
            </a:r>
          </a:p>
        </p:txBody>
      </p:sp>
      <p:sp>
        <p:nvSpPr>
          <p:cNvPr id="83980" name="Rectangle 10">
            <a:extLst>
              <a:ext uri="{FF2B5EF4-FFF2-40B4-BE49-F238E27FC236}">
                <a16:creationId xmlns:a16="http://schemas.microsoft.com/office/drawing/2014/main" id="{8054CC89-E991-4998-9FD6-1BC0421A49D0}"/>
              </a:ext>
            </a:extLst>
          </p:cNvPr>
          <p:cNvSpPr>
            <a:spLocks noChangeArrowheads="1"/>
          </p:cNvSpPr>
          <p:nvPr/>
        </p:nvSpPr>
        <p:spPr bwMode="auto">
          <a:xfrm>
            <a:off x="7508875" y="3917950"/>
            <a:ext cx="381000" cy="533400"/>
          </a:xfrm>
          <a:prstGeom prst="rect">
            <a:avLst/>
          </a:prstGeom>
          <a:solidFill>
            <a:schemeClr val="bg2"/>
          </a:solidFill>
          <a:ln w="28575">
            <a:solidFill>
              <a:schemeClr val="tx1">
                <a:lumMod val="95000"/>
                <a:lumOff val="5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endParaRPr kumimoji="1" lang="zh-CN" altLang="zh-CN">
              <a:latin typeface="+mn-lt"/>
              <a:ea typeface="+mn-ea"/>
              <a:cs typeface="+mn-ea"/>
              <a:sym typeface="+mn-lt"/>
            </a:endParaRPr>
          </a:p>
        </p:txBody>
      </p:sp>
      <p:sp>
        <p:nvSpPr>
          <p:cNvPr id="83981" name="Rectangle 11">
            <a:extLst>
              <a:ext uri="{FF2B5EF4-FFF2-40B4-BE49-F238E27FC236}">
                <a16:creationId xmlns:a16="http://schemas.microsoft.com/office/drawing/2014/main" id="{73DF614E-8CAF-4EF3-82B8-4E6392A41BAC}"/>
              </a:ext>
            </a:extLst>
          </p:cNvPr>
          <p:cNvSpPr>
            <a:spLocks noChangeArrowheads="1"/>
          </p:cNvSpPr>
          <p:nvPr/>
        </p:nvSpPr>
        <p:spPr bwMode="auto">
          <a:xfrm>
            <a:off x="5070475" y="3917950"/>
            <a:ext cx="457200" cy="533400"/>
          </a:xfrm>
          <a:prstGeom prst="rect">
            <a:avLst/>
          </a:prstGeom>
          <a:solidFill>
            <a:srgbClr val="FFFFCC"/>
          </a:solidFill>
          <a:ln w="28575">
            <a:solidFill>
              <a:schemeClr val="tx1">
                <a:lumMod val="95000"/>
                <a:lumOff val="5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endParaRPr kumimoji="1" lang="zh-CN" altLang="zh-CN">
              <a:latin typeface="+mn-lt"/>
              <a:ea typeface="+mn-ea"/>
              <a:cs typeface="+mn-ea"/>
              <a:sym typeface="+mn-lt"/>
            </a:endParaRPr>
          </a:p>
        </p:txBody>
      </p:sp>
      <p:sp>
        <p:nvSpPr>
          <p:cNvPr id="83982" name="Rectangle 12">
            <a:extLst>
              <a:ext uri="{FF2B5EF4-FFF2-40B4-BE49-F238E27FC236}">
                <a16:creationId xmlns:a16="http://schemas.microsoft.com/office/drawing/2014/main" id="{5AF6184D-456E-42C6-AE86-895D5981E2DD}"/>
              </a:ext>
            </a:extLst>
          </p:cNvPr>
          <p:cNvSpPr>
            <a:spLocks noChangeArrowheads="1"/>
          </p:cNvSpPr>
          <p:nvPr/>
        </p:nvSpPr>
        <p:spPr bwMode="auto">
          <a:xfrm>
            <a:off x="3165475" y="3917950"/>
            <a:ext cx="381000" cy="533400"/>
          </a:xfrm>
          <a:prstGeom prst="rect">
            <a:avLst/>
          </a:prstGeom>
          <a:solidFill>
            <a:srgbClr val="FFFFCC"/>
          </a:solidFill>
          <a:ln w="28575">
            <a:solidFill>
              <a:schemeClr val="tx1">
                <a:lumMod val="95000"/>
                <a:lumOff val="5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endParaRPr kumimoji="1" lang="zh-CN" altLang="zh-CN">
              <a:latin typeface="+mn-lt"/>
              <a:ea typeface="+mn-ea"/>
              <a:cs typeface="+mn-ea"/>
              <a:sym typeface="+mn-lt"/>
            </a:endParaRPr>
          </a:p>
        </p:txBody>
      </p:sp>
      <p:sp>
        <p:nvSpPr>
          <p:cNvPr id="83983" name="Rectangle 13">
            <a:extLst>
              <a:ext uri="{FF2B5EF4-FFF2-40B4-BE49-F238E27FC236}">
                <a16:creationId xmlns:a16="http://schemas.microsoft.com/office/drawing/2014/main" id="{568514A0-EE73-4EC6-A53C-969EA96168CE}"/>
              </a:ext>
            </a:extLst>
          </p:cNvPr>
          <p:cNvSpPr>
            <a:spLocks noChangeArrowheads="1"/>
          </p:cNvSpPr>
          <p:nvPr/>
        </p:nvSpPr>
        <p:spPr bwMode="auto">
          <a:xfrm>
            <a:off x="1946275" y="3917950"/>
            <a:ext cx="381000" cy="533400"/>
          </a:xfrm>
          <a:prstGeom prst="rect">
            <a:avLst/>
          </a:prstGeom>
          <a:solidFill>
            <a:schemeClr val="bg2"/>
          </a:solidFill>
          <a:ln w="28575">
            <a:solidFill>
              <a:schemeClr val="tx1">
                <a:lumMod val="95000"/>
                <a:lumOff val="5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endParaRPr kumimoji="1" lang="zh-CN" altLang="zh-CN">
              <a:latin typeface="+mn-lt"/>
              <a:ea typeface="+mn-ea"/>
              <a:cs typeface="+mn-ea"/>
              <a:sym typeface="+mn-lt"/>
            </a:endParaRPr>
          </a:p>
        </p:txBody>
      </p:sp>
      <p:sp>
        <p:nvSpPr>
          <p:cNvPr id="566286" name="Text Box 14">
            <a:extLst>
              <a:ext uri="{FF2B5EF4-FFF2-40B4-BE49-F238E27FC236}">
                <a16:creationId xmlns:a16="http://schemas.microsoft.com/office/drawing/2014/main" id="{58382E05-C421-488D-85B3-1E4DB649F495}"/>
              </a:ext>
            </a:extLst>
          </p:cNvPr>
          <p:cNvSpPr txBox="1">
            <a:spLocks noChangeArrowheads="1"/>
          </p:cNvSpPr>
          <p:nvPr/>
        </p:nvSpPr>
        <p:spPr bwMode="auto">
          <a:xfrm>
            <a:off x="2962275" y="4611688"/>
            <a:ext cx="2676525" cy="482600"/>
          </a:xfrm>
          <a:prstGeom prst="rect">
            <a:avLst/>
          </a:prstGeom>
          <a:noFill/>
          <a:ln w="9525">
            <a:noFill/>
            <a:miter lim="800000"/>
          </a:ln>
        </p:spPr>
        <p:txBody>
          <a:bodyPr wrap="none" lIns="112947" tIns="56473" rIns="112947" bIns="56473">
            <a:spAutoFit/>
          </a:bodyPr>
          <a:lstStyle/>
          <a:p>
            <a:pPr defTabSz="1128395" eaLnBrk="1" hangingPunct="1">
              <a:defRPr/>
            </a:pPr>
            <a:r>
              <a:rPr kumimoji="1" lang="zh-CN" altLang="en-US" sz="2400" dirty="0">
                <a:solidFill>
                  <a:srgbClr val="9900CC"/>
                </a:solidFill>
                <a:latin typeface="+mn-lt"/>
                <a:ea typeface="+mn-ea"/>
                <a:cs typeface="+mn-ea"/>
                <a:sym typeface="+mn-lt"/>
              </a:rPr>
              <a:t>非空表	         空表</a:t>
            </a:r>
            <a:endParaRPr kumimoji="1" lang="zh-CN" altLang="en-US" sz="2400" dirty="0">
              <a:latin typeface="+mn-lt"/>
              <a:ea typeface="+mn-ea"/>
              <a:cs typeface="+mn-ea"/>
              <a:sym typeface="+mn-lt"/>
            </a:endParaRPr>
          </a:p>
        </p:txBody>
      </p:sp>
      <p:sp>
        <p:nvSpPr>
          <p:cNvPr id="83985" name="Rectangle 15">
            <a:extLst>
              <a:ext uri="{FF2B5EF4-FFF2-40B4-BE49-F238E27FC236}">
                <a16:creationId xmlns:a16="http://schemas.microsoft.com/office/drawing/2014/main" id="{0CE81DA9-96A3-4411-96FC-40F36903E711}"/>
              </a:ext>
            </a:extLst>
          </p:cNvPr>
          <p:cNvSpPr>
            <a:spLocks noChangeArrowheads="1"/>
          </p:cNvSpPr>
          <p:nvPr/>
        </p:nvSpPr>
        <p:spPr bwMode="auto">
          <a:xfrm>
            <a:off x="3546475" y="3917950"/>
            <a:ext cx="304800" cy="533400"/>
          </a:xfrm>
          <a:prstGeom prst="rect">
            <a:avLst/>
          </a:prstGeom>
          <a:solidFill>
            <a:srgbClr val="FFFFCC"/>
          </a:solidFill>
          <a:ln w="28575">
            <a:solidFill>
              <a:schemeClr val="tx1">
                <a:lumMod val="95000"/>
                <a:lumOff val="5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endParaRPr kumimoji="1" lang="zh-CN" altLang="zh-CN">
              <a:latin typeface="+mn-lt"/>
              <a:ea typeface="+mn-ea"/>
              <a:cs typeface="+mn-ea"/>
              <a:sym typeface="+mn-lt"/>
            </a:endParaRPr>
          </a:p>
        </p:txBody>
      </p:sp>
      <p:sp>
        <p:nvSpPr>
          <p:cNvPr id="83986" name="Line 16">
            <a:extLst>
              <a:ext uri="{FF2B5EF4-FFF2-40B4-BE49-F238E27FC236}">
                <a16:creationId xmlns:a16="http://schemas.microsoft.com/office/drawing/2014/main" id="{C204B294-4FFD-4E40-9797-A6B2CC2BE18A}"/>
              </a:ext>
            </a:extLst>
          </p:cNvPr>
          <p:cNvSpPr>
            <a:spLocks noChangeShapeType="1"/>
          </p:cNvSpPr>
          <p:nvPr/>
        </p:nvSpPr>
        <p:spPr bwMode="auto">
          <a:xfrm>
            <a:off x="3775075" y="4146550"/>
            <a:ext cx="457200" cy="0"/>
          </a:xfrm>
          <a:prstGeom prst="line">
            <a:avLst/>
          </a:prstGeom>
          <a:noFill/>
          <a:ln w="38100">
            <a:solidFill>
              <a:schemeClr val="tx2"/>
            </a:solidFill>
            <a:round/>
            <a:headEnd/>
            <a:tailEnd/>
          </a:ln>
          <a:effectLst/>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3987" name="Line 17">
            <a:extLst>
              <a:ext uri="{FF2B5EF4-FFF2-40B4-BE49-F238E27FC236}">
                <a16:creationId xmlns:a16="http://schemas.microsoft.com/office/drawing/2014/main" id="{56490439-F494-474E-AB8E-D8722863EC76}"/>
              </a:ext>
            </a:extLst>
          </p:cNvPr>
          <p:cNvSpPr>
            <a:spLocks noChangeShapeType="1"/>
          </p:cNvSpPr>
          <p:nvPr/>
        </p:nvSpPr>
        <p:spPr bwMode="auto">
          <a:xfrm>
            <a:off x="4232275" y="4146550"/>
            <a:ext cx="457200" cy="0"/>
          </a:xfrm>
          <a:prstGeom prst="line">
            <a:avLst/>
          </a:prstGeom>
          <a:noFill/>
          <a:ln w="38100">
            <a:solidFill>
              <a:schemeClr val="tx2"/>
            </a:solidFill>
            <a:prstDash val="sysDot"/>
            <a:round/>
            <a:headEnd/>
            <a:tailEnd/>
          </a:ln>
          <a:effectLst/>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3988" name="Line 18">
            <a:extLst>
              <a:ext uri="{FF2B5EF4-FFF2-40B4-BE49-F238E27FC236}">
                <a16:creationId xmlns:a16="http://schemas.microsoft.com/office/drawing/2014/main" id="{F0D39DEC-6C5A-4E0C-AD9F-7559403AE201}"/>
              </a:ext>
            </a:extLst>
          </p:cNvPr>
          <p:cNvSpPr>
            <a:spLocks noChangeShapeType="1"/>
          </p:cNvSpPr>
          <p:nvPr/>
        </p:nvSpPr>
        <p:spPr bwMode="auto">
          <a:xfrm>
            <a:off x="4689475" y="4146550"/>
            <a:ext cx="381000" cy="0"/>
          </a:xfrm>
          <a:prstGeom prst="line">
            <a:avLst/>
          </a:prstGeom>
          <a:noFill/>
          <a:ln w="38100">
            <a:solidFill>
              <a:schemeClr val="tx2"/>
            </a:solidFill>
            <a:round/>
            <a:headEnd/>
            <a:tailEnd type="triangle" w="sm" len="lg"/>
          </a:ln>
          <a:effectLst/>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3989" name="Rectangle 19">
            <a:extLst>
              <a:ext uri="{FF2B5EF4-FFF2-40B4-BE49-F238E27FC236}">
                <a16:creationId xmlns:a16="http://schemas.microsoft.com/office/drawing/2014/main" id="{69E384E2-9993-4B24-A3FD-88EC31CAB697}"/>
              </a:ext>
            </a:extLst>
          </p:cNvPr>
          <p:cNvSpPr>
            <a:spLocks noChangeArrowheads="1"/>
          </p:cNvSpPr>
          <p:nvPr/>
        </p:nvSpPr>
        <p:spPr bwMode="auto">
          <a:xfrm>
            <a:off x="5527675" y="3917950"/>
            <a:ext cx="304800" cy="533400"/>
          </a:xfrm>
          <a:prstGeom prst="rect">
            <a:avLst/>
          </a:prstGeom>
          <a:solidFill>
            <a:srgbClr val="FFFFCC"/>
          </a:solidFill>
          <a:ln w="28575">
            <a:solidFill>
              <a:schemeClr val="tx1">
                <a:lumMod val="95000"/>
                <a:lumOff val="5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r>
              <a:rPr kumimoji="1" lang="en-US" altLang="zh-CN">
                <a:solidFill>
                  <a:schemeClr val="accent2"/>
                </a:solidFill>
                <a:latin typeface="+mn-lt"/>
                <a:ea typeface="+mn-ea"/>
                <a:cs typeface="+mn-ea"/>
                <a:sym typeface="+mn-lt"/>
              </a:rPr>
              <a:t>0</a:t>
            </a:r>
            <a:endParaRPr kumimoji="1" lang="en-US" altLang="zh-CN">
              <a:latin typeface="+mn-lt"/>
              <a:ea typeface="+mn-ea"/>
              <a:cs typeface="+mn-ea"/>
              <a:sym typeface="+mn-lt"/>
            </a:endParaRPr>
          </a:p>
        </p:txBody>
      </p:sp>
      <p:sp>
        <p:nvSpPr>
          <p:cNvPr id="83990" name="Text Box 20">
            <a:extLst>
              <a:ext uri="{FF2B5EF4-FFF2-40B4-BE49-F238E27FC236}">
                <a16:creationId xmlns:a16="http://schemas.microsoft.com/office/drawing/2014/main" id="{D65FD2F0-232B-44DF-8A01-B2416B9402B2}"/>
              </a:ext>
            </a:extLst>
          </p:cNvPr>
          <p:cNvSpPr txBox="1">
            <a:spLocks noChangeArrowheads="1"/>
          </p:cNvSpPr>
          <p:nvPr/>
        </p:nvSpPr>
        <p:spPr bwMode="auto">
          <a:xfrm>
            <a:off x="5070475" y="3856038"/>
            <a:ext cx="520700" cy="4619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a:solidFill>
                  <a:schemeClr val="accent2"/>
                </a:solidFill>
                <a:latin typeface="+mn-lt"/>
                <a:ea typeface="+mn-ea"/>
                <a:cs typeface="+mn-ea"/>
                <a:sym typeface="+mn-lt"/>
              </a:rPr>
              <a:t>a</a:t>
            </a:r>
            <a:r>
              <a:rPr lang="en-US" altLang="zh-CN" i="1" baseline="-25000">
                <a:solidFill>
                  <a:schemeClr val="accent2"/>
                </a:solidFill>
                <a:latin typeface="+mn-lt"/>
                <a:ea typeface="+mn-ea"/>
                <a:cs typeface="+mn-ea"/>
                <a:sym typeface="+mn-lt"/>
              </a:rPr>
              <a:t>n</a:t>
            </a:r>
            <a:endParaRPr lang="en-US" altLang="zh-CN">
              <a:solidFill>
                <a:schemeClr val="accent2"/>
              </a:solidFill>
              <a:latin typeface="+mn-lt"/>
              <a:ea typeface="+mn-ea"/>
              <a:cs typeface="+mn-ea"/>
              <a:sym typeface="+mn-lt"/>
            </a:endParaRPr>
          </a:p>
        </p:txBody>
      </p:sp>
      <p:sp>
        <p:nvSpPr>
          <p:cNvPr id="83991" name="Text Box 21">
            <a:extLst>
              <a:ext uri="{FF2B5EF4-FFF2-40B4-BE49-F238E27FC236}">
                <a16:creationId xmlns:a16="http://schemas.microsoft.com/office/drawing/2014/main" id="{D5FCC256-94CD-46C8-ABE1-854381885804}"/>
              </a:ext>
            </a:extLst>
          </p:cNvPr>
          <p:cNvSpPr txBox="1">
            <a:spLocks noChangeArrowheads="1"/>
          </p:cNvSpPr>
          <p:nvPr/>
        </p:nvSpPr>
        <p:spPr bwMode="auto">
          <a:xfrm>
            <a:off x="3140075" y="3841750"/>
            <a:ext cx="558800" cy="461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a:solidFill>
                  <a:schemeClr val="accent2"/>
                </a:solidFill>
                <a:latin typeface="+mn-lt"/>
                <a:ea typeface="+mn-ea"/>
                <a:cs typeface="+mn-ea"/>
                <a:sym typeface="+mn-lt"/>
              </a:rPr>
              <a:t>a</a:t>
            </a:r>
            <a:r>
              <a:rPr lang="en-US" altLang="zh-CN" i="1" baseline="-25000">
                <a:solidFill>
                  <a:schemeClr val="accent2"/>
                </a:solidFill>
                <a:latin typeface="+mn-lt"/>
                <a:ea typeface="+mn-ea"/>
                <a:cs typeface="+mn-ea"/>
                <a:sym typeface="+mn-lt"/>
              </a:rPr>
              <a:t>0</a:t>
            </a:r>
            <a:endParaRPr lang="en-US" altLang="zh-CN" baseline="-25000">
              <a:latin typeface="+mn-lt"/>
              <a:ea typeface="+mn-ea"/>
              <a:cs typeface="+mn-ea"/>
              <a:sym typeface="+mn-lt"/>
            </a:endParaRPr>
          </a:p>
        </p:txBody>
      </p:sp>
      <p:sp>
        <p:nvSpPr>
          <p:cNvPr id="83992" name="Rectangle 22">
            <a:extLst>
              <a:ext uri="{FF2B5EF4-FFF2-40B4-BE49-F238E27FC236}">
                <a16:creationId xmlns:a16="http://schemas.microsoft.com/office/drawing/2014/main" id="{0D71423B-8C0E-431D-AEF6-07EA0BDF3D29}"/>
              </a:ext>
            </a:extLst>
          </p:cNvPr>
          <p:cNvSpPr>
            <a:spLocks noChangeArrowheads="1"/>
          </p:cNvSpPr>
          <p:nvPr/>
        </p:nvSpPr>
        <p:spPr bwMode="auto">
          <a:xfrm>
            <a:off x="2327275" y="3917950"/>
            <a:ext cx="304800" cy="533400"/>
          </a:xfrm>
          <a:prstGeom prst="rect">
            <a:avLst/>
          </a:prstGeom>
          <a:solidFill>
            <a:srgbClr val="FFFFCC"/>
          </a:solidFill>
          <a:ln w="28575">
            <a:solidFill>
              <a:schemeClr val="tx1">
                <a:lumMod val="95000"/>
                <a:lumOff val="5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endParaRPr kumimoji="1" lang="zh-CN" altLang="zh-CN">
              <a:latin typeface="+mn-lt"/>
              <a:ea typeface="+mn-ea"/>
              <a:cs typeface="+mn-ea"/>
              <a:sym typeface="+mn-lt"/>
            </a:endParaRPr>
          </a:p>
        </p:txBody>
      </p:sp>
      <p:sp>
        <p:nvSpPr>
          <p:cNvPr id="83993" name="Line 23">
            <a:extLst>
              <a:ext uri="{FF2B5EF4-FFF2-40B4-BE49-F238E27FC236}">
                <a16:creationId xmlns:a16="http://schemas.microsoft.com/office/drawing/2014/main" id="{B753DA7A-3837-4EC8-8CE8-95B4522A68CD}"/>
              </a:ext>
            </a:extLst>
          </p:cNvPr>
          <p:cNvSpPr>
            <a:spLocks noChangeShapeType="1"/>
          </p:cNvSpPr>
          <p:nvPr/>
        </p:nvSpPr>
        <p:spPr bwMode="auto">
          <a:xfrm>
            <a:off x="2479675" y="4146550"/>
            <a:ext cx="685800" cy="0"/>
          </a:xfrm>
          <a:prstGeom prst="line">
            <a:avLst/>
          </a:prstGeom>
          <a:noFill/>
          <a:ln w="38100">
            <a:solidFill>
              <a:schemeClr val="tx2"/>
            </a:solidFill>
            <a:round/>
            <a:headEnd/>
            <a:tailEnd type="triangle" w="sm" len="lg"/>
          </a:ln>
          <a:effectLst/>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3994" name="Line 24">
            <a:extLst>
              <a:ext uri="{FF2B5EF4-FFF2-40B4-BE49-F238E27FC236}">
                <a16:creationId xmlns:a16="http://schemas.microsoft.com/office/drawing/2014/main" id="{7BA5AD09-E0FF-4A6B-BB2D-604C323389F9}"/>
              </a:ext>
            </a:extLst>
          </p:cNvPr>
          <p:cNvSpPr>
            <a:spLocks noChangeShapeType="1"/>
          </p:cNvSpPr>
          <p:nvPr/>
        </p:nvSpPr>
        <p:spPr bwMode="auto">
          <a:xfrm>
            <a:off x="1565275" y="4146550"/>
            <a:ext cx="381000" cy="0"/>
          </a:xfrm>
          <a:prstGeom prst="line">
            <a:avLst/>
          </a:prstGeom>
          <a:noFill/>
          <a:ln w="38100">
            <a:solidFill>
              <a:schemeClr val="tx2"/>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3995" name="Text Box 25">
            <a:extLst>
              <a:ext uri="{FF2B5EF4-FFF2-40B4-BE49-F238E27FC236}">
                <a16:creationId xmlns:a16="http://schemas.microsoft.com/office/drawing/2014/main" id="{554798D6-D836-42F7-89E0-44ADC2D8E79B}"/>
              </a:ext>
            </a:extLst>
          </p:cNvPr>
          <p:cNvSpPr txBox="1">
            <a:spLocks noChangeArrowheads="1"/>
          </p:cNvSpPr>
          <p:nvPr/>
        </p:nvSpPr>
        <p:spPr bwMode="auto">
          <a:xfrm>
            <a:off x="803275" y="3856038"/>
            <a:ext cx="765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dirty="0">
                <a:solidFill>
                  <a:srgbClr val="FF3300"/>
                </a:solidFill>
                <a:latin typeface="+mn-lt"/>
                <a:ea typeface="+mn-ea"/>
                <a:cs typeface="+mn-ea"/>
                <a:sym typeface="+mn-lt"/>
              </a:rPr>
              <a:t>head</a:t>
            </a:r>
            <a:endParaRPr lang="en-US" altLang="zh-CN" dirty="0">
              <a:latin typeface="+mn-lt"/>
              <a:ea typeface="+mn-ea"/>
              <a:cs typeface="+mn-ea"/>
              <a:sym typeface="+mn-lt"/>
            </a:endParaRPr>
          </a:p>
        </p:txBody>
      </p:sp>
      <p:sp>
        <p:nvSpPr>
          <p:cNvPr id="83996" name="Line 26">
            <a:extLst>
              <a:ext uri="{FF2B5EF4-FFF2-40B4-BE49-F238E27FC236}">
                <a16:creationId xmlns:a16="http://schemas.microsoft.com/office/drawing/2014/main" id="{0C2DC78C-633E-48F2-9983-597A2AA40870}"/>
              </a:ext>
            </a:extLst>
          </p:cNvPr>
          <p:cNvSpPr>
            <a:spLocks noChangeShapeType="1"/>
          </p:cNvSpPr>
          <p:nvPr/>
        </p:nvSpPr>
        <p:spPr bwMode="auto">
          <a:xfrm>
            <a:off x="7127875" y="4146550"/>
            <a:ext cx="381000" cy="0"/>
          </a:xfrm>
          <a:prstGeom prst="line">
            <a:avLst/>
          </a:prstGeom>
          <a:noFill/>
          <a:ln w="38100">
            <a:solidFill>
              <a:schemeClr val="tx2"/>
            </a:solidFill>
            <a:round/>
            <a:headEnd/>
            <a:tailEnd type="triangle" w="sm" len="lg"/>
          </a:ln>
          <a:effectLst/>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3997" name="Text Box 27">
            <a:extLst>
              <a:ext uri="{FF2B5EF4-FFF2-40B4-BE49-F238E27FC236}">
                <a16:creationId xmlns:a16="http://schemas.microsoft.com/office/drawing/2014/main" id="{DD17AA4C-B68F-4E7C-A839-BB6E1BB4B0A6}"/>
              </a:ext>
            </a:extLst>
          </p:cNvPr>
          <p:cNvSpPr txBox="1">
            <a:spLocks noChangeArrowheads="1"/>
          </p:cNvSpPr>
          <p:nvPr/>
        </p:nvSpPr>
        <p:spPr bwMode="auto">
          <a:xfrm>
            <a:off x="6351588" y="3841750"/>
            <a:ext cx="765175" cy="461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solidFill>
                  <a:srgbClr val="FF3300"/>
                </a:solidFill>
                <a:latin typeface="+mn-lt"/>
                <a:ea typeface="+mn-ea"/>
                <a:cs typeface="+mn-ea"/>
                <a:sym typeface="+mn-lt"/>
              </a:rPr>
              <a:t>head</a:t>
            </a:r>
            <a:endParaRPr lang="en-US" altLang="zh-CN">
              <a:latin typeface="+mn-lt"/>
              <a:ea typeface="+mn-ea"/>
              <a:cs typeface="+mn-ea"/>
              <a:sym typeface="+mn-lt"/>
            </a:endParaRPr>
          </a:p>
        </p:txBody>
      </p:sp>
      <p:sp>
        <p:nvSpPr>
          <p:cNvPr id="83998" name="Rectangle 28">
            <a:extLst>
              <a:ext uri="{FF2B5EF4-FFF2-40B4-BE49-F238E27FC236}">
                <a16:creationId xmlns:a16="http://schemas.microsoft.com/office/drawing/2014/main" id="{30657DE6-213E-481C-9690-51DB8097248C}"/>
              </a:ext>
            </a:extLst>
          </p:cNvPr>
          <p:cNvSpPr>
            <a:spLocks noChangeArrowheads="1"/>
          </p:cNvSpPr>
          <p:nvPr/>
        </p:nvSpPr>
        <p:spPr bwMode="auto">
          <a:xfrm>
            <a:off x="7889875" y="3917950"/>
            <a:ext cx="304800" cy="533400"/>
          </a:xfrm>
          <a:prstGeom prst="rect">
            <a:avLst/>
          </a:prstGeom>
          <a:solidFill>
            <a:srgbClr val="FFFFCC"/>
          </a:solidFill>
          <a:ln w="28575">
            <a:solidFill>
              <a:schemeClr val="tx1">
                <a:lumMod val="95000"/>
                <a:lumOff val="5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r>
              <a:rPr lang="en-US" altLang="zh-CN">
                <a:latin typeface="+mn-lt"/>
                <a:ea typeface="+mn-ea"/>
                <a:cs typeface="+mn-ea"/>
                <a:sym typeface="+mn-lt"/>
              </a:rPr>
              <a:t>^</a:t>
            </a:r>
          </a:p>
        </p:txBody>
      </p:sp>
      <p:sp>
        <p:nvSpPr>
          <p:cNvPr id="83999" name="AutoShape 29">
            <a:extLst>
              <a:ext uri="{FF2B5EF4-FFF2-40B4-BE49-F238E27FC236}">
                <a16:creationId xmlns:a16="http://schemas.microsoft.com/office/drawing/2014/main" id="{D41325E2-A324-4CEE-8386-C4C3A1DF130F}"/>
              </a:ext>
            </a:extLst>
          </p:cNvPr>
          <p:cNvSpPr>
            <a:spLocks/>
          </p:cNvSpPr>
          <p:nvPr/>
        </p:nvSpPr>
        <p:spPr bwMode="auto">
          <a:xfrm>
            <a:off x="477838" y="4733925"/>
            <a:ext cx="1316037" cy="609600"/>
          </a:xfrm>
          <a:prstGeom prst="borderCallout2">
            <a:avLst>
              <a:gd name="adj1" fmla="val 18750"/>
              <a:gd name="adj2" fmla="val 108333"/>
              <a:gd name="adj3" fmla="val 18750"/>
              <a:gd name="adj4" fmla="val 116148"/>
              <a:gd name="adj5" fmla="val -40106"/>
              <a:gd name="adj6" fmla="val 124134"/>
            </a:avLst>
          </a:prstGeom>
          <a:solidFill>
            <a:schemeClr val="accent1"/>
          </a:solidFill>
          <a:ln w="38100">
            <a:noFill/>
            <a:miter lim="800000"/>
            <a:headEnd type="triangle" w="sm" len="med"/>
            <a:tailEnd/>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r>
              <a:rPr lang="zh-CN" altLang="en-US" sz="2000">
                <a:solidFill>
                  <a:schemeClr val="bg1"/>
                </a:solidFill>
                <a:sym typeface="+mn-lt"/>
              </a:rPr>
              <a:t>表头结点</a:t>
            </a:r>
          </a:p>
        </p:txBody>
      </p:sp>
      <p:sp>
        <p:nvSpPr>
          <p:cNvPr id="84000" name="AutoShape 30">
            <a:extLst>
              <a:ext uri="{FF2B5EF4-FFF2-40B4-BE49-F238E27FC236}">
                <a16:creationId xmlns:a16="http://schemas.microsoft.com/office/drawing/2014/main" id="{C38FD1C6-6D73-4EF0-B7F0-13A030EA5142}"/>
              </a:ext>
            </a:extLst>
          </p:cNvPr>
          <p:cNvSpPr>
            <a:spLocks/>
          </p:cNvSpPr>
          <p:nvPr/>
        </p:nvSpPr>
        <p:spPr bwMode="auto">
          <a:xfrm>
            <a:off x="3765550" y="3087688"/>
            <a:ext cx="1682750" cy="569912"/>
          </a:xfrm>
          <a:prstGeom prst="borderCallout2">
            <a:avLst>
              <a:gd name="adj1" fmla="val 18750"/>
              <a:gd name="adj2" fmla="val -6639"/>
              <a:gd name="adj3" fmla="val 18750"/>
              <a:gd name="adj4" fmla="val -25032"/>
              <a:gd name="adj5" fmla="val 113023"/>
              <a:gd name="adj6" fmla="val -44259"/>
            </a:avLst>
          </a:prstGeom>
          <a:solidFill>
            <a:schemeClr val="accent1"/>
          </a:solidFill>
          <a:ln w="38100">
            <a:noFill/>
            <a:miter lim="800000"/>
            <a:headEnd type="triangle" w="sm" len="med"/>
            <a:tailEnd/>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r>
              <a:rPr lang="zh-CN" altLang="en-US" sz="2000">
                <a:solidFill>
                  <a:schemeClr val="bg1"/>
                </a:solidFill>
                <a:sym typeface="+mn-lt"/>
              </a:rPr>
              <a:t>第一个结点</a:t>
            </a:r>
          </a:p>
        </p:txBody>
      </p:sp>
      <p:sp>
        <p:nvSpPr>
          <p:cNvPr id="83978" name="Line 32">
            <a:extLst>
              <a:ext uri="{FF2B5EF4-FFF2-40B4-BE49-F238E27FC236}">
                <a16:creationId xmlns:a16="http://schemas.microsoft.com/office/drawing/2014/main" id="{945B9323-CC32-4034-BEC4-E5F3F2DED687}"/>
              </a:ext>
            </a:extLst>
          </p:cNvPr>
          <p:cNvSpPr>
            <a:spLocks noChangeShapeType="1"/>
          </p:cNvSpPr>
          <p:nvPr/>
        </p:nvSpPr>
        <p:spPr bwMode="auto">
          <a:xfrm flipV="1">
            <a:off x="7699375" y="4667250"/>
            <a:ext cx="0" cy="427038"/>
          </a:xfrm>
          <a:prstGeom prst="line">
            <a:avLst/>
          </a:prstGeom>
          <a:noFill/>
          <a:ln w="57150">
            <a:solidFill>
              <a:schemeClr val="hlink"/>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83976" name="Line 35">
            <a:extLst>
              <a:ext uri="{FF2B5EF4-FFF2-40B4-BE49-F238E27FC236}">
                <a16:creationId xmlns:a16="http://schemas.microsoft.com/office/drawing/2014/main" id="{07E83C4B-A1B3-466C-8538-D8BEE6D9438E}"/>
              </a:ext>
            </a:extLst>
          </p:cNvPr>
          <p:cNvSpPr>
            <a:spLocks noChangeShapeType="1"/>
          </p:cNvSpPr>
          <p:nvPr/>
        </p:nvSpPr>
        <p:spPr bwMode="auto">
          <a:xfrm flipV="1">
            <a:off x="5700713" y="4667250"/>
            <a:ext cx="0" cy="427038"/>
          </a:xfrm>
          <a:prstGeom prst="line">
            <a:avLst/>
          </a:prstGeom>
          <a:noFill/>
          <a:ln w="57150">
            <a:solidFill>
              <a:schemeClr val="hlink"/>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33" name="Rectangle 4">
            <a:extLst>
              <a:ext uri="{FF2B5EF4-FFF2-40B4-BE49-F238E27FC236}">
                <a16:creationId xmlns:a16="http://schemas.microsoft.com/office/drawing/2014/main" id="{5B2477BB-4AD0-4092-B691-02936AD71BEB}"/>
              </a:ext>
            </a:extLst>
          </p:cNvPr>
          <p:cNvSpPr>
            <a:spLocks noChangeArrowheads="1"/>
          </p:cNvSpPr>
          <p:nvPr/>
        </p:nvSpPr>
        <p:spPr bwMode="auto">
          <a:xfrm>
            <a:off x="900113" y="63500"/>
            <a:ext cx="5334000" cy="808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与链式存储有关的术语</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4">
            <a:extLst>
              <a:ext uri="{FF2B5EF4-FFF2-40B4-BE49-F238E27FC236}">
                <a16:creationId xmlns:a16="http://schemas.microsoft.com/office/drawing/2014/main" id="{A85AABF8-41C6-47D8-8526-816030A46DE8}"/>
              </a:ext>
            </a:extLst>
          </p:cNvPr>
          <p:cNvSpPr>
            <a:spLocks noChangeArrowheads="1"/>
          </p:cNvSpPr>
          <p:nvPr/>
        </p:nvSpPr>
        <p:spPr bwMode="auto">
          <a:xfrm>
            <a:off x="611188" y="1390650"/>
            <a:ext cx="7848600" cy="573088"/>
          </a:xfrm>
          <a:prstGeom prst="rect">
            <a:avLst/>
          </a:prstGeom>
          <a:solidFill>
            <a:srgbClr val="9476B6"/>
          </a:solidFill>
          <a:ln w="9525">
            <a:no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r>
              <a:rPr lang="zh-CN" altLang="en-US">
                <a:solidFill>
                  <a:schemeClr val="bg1"/>
                </a:solidFill>
                <a:sym typeface="+mn-lt"/>
              </a:rPr>
              <a:t>讨论</a:t>
            </a:r>
            <a:r>
              <a:rPr lang="en-US" altLang="zh-CN">
                <a:solidFill>
                  <a:schemeClr val="bg1"/>
                </a:solidFill>
                <a:sym typeface="+mn-lt"/>
              </a:rPr>
              <a:t>2. </a:t>
            </a:r>
            <a:r>
              <a:rPr lang="zh-CN" altLang="en-US">
                <a:solidFill>
                  <a:schemeClr val="bg1"/>
                </a:solidFill>
                <a:sym typeface="+mn-lt"/>
              </a:rPr>
              <a:t>在链表中设置</a:t>
            </a:r>
            <a:r>
              <a:rPr lang="zh-CN" altLang="en-US">
                <a:solidFill>
                  <a:srgbClr val="FFFF00"/>
                </a:solidFill>
                <a:sym typeface="+mn-lt"/>
              </a:rPr>
              <a:t>头结点</a:t>
            </a:r>
            <a:r>
              <a:rPr lang="zh-CN" altLang="en-US">
                <a:solidFill>
                  <a:schemeClr val="bg1"/>
                </a:solidFill>
                <a:sym typeface="+mn-lt"/>
              </a:rPr>
              <a:t>有什么好处？</a:t>
            </a:r>
          </a:p>
        </p:txBody>
      </p:sp>
      <p:sp>
        <p:nvSpPr>
          <p:cNvPr id="567301" name="Rectangle 5">
            <a:extLst>
              <a:ext uri="{FF2B5EF4-FFF2-40B4-BE49-F238E27FC236}">
                <a16:creationId xmlns:a16="http://schemas.microsoft.com/office/drawing/2014/main" id="{022EDF57-DBC3-41BF-BE76-CF800E9B15D3}"/>
              </a:ext>
            </a:extLst>
          </p:cNvPr>
          <p:cNvSpPr>
            <a:spLocks noChangeArrowheads="1"/>
          </p:cNvSpPr>
          <p:nvPr/>
        </p:nvSpPr>
        <p:spPr bwMode="auto">
          <a:xfrm>
            <a:off x="604838" y="2276475"/>
            <a:ext cx="8167687" cy="1533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r>
              <a:rPr lang="en-US" altLang="zh-CN">
                <a:sym typeface="+mn-lt"/>
              </a:rPr>
              <a:t>⒈</a:t>
            </a:r>
            <a:r>
              <a:rPr lang="zh-CN" altLang="en-US">
                <a:sym typeface="+mn-lt"/>
              </a:rPr>
              <a:t>便于</a:t>
            </a:r>
            <a:r>
              <a:rPr lang="zh-CN" altLang="en-US">
                <a:solidFill>
                  <a:srgbClr val="FF3300"/>
                </a:solidFill>
                <a:sym typeface="+mn-lt"/>
              </a:rPr>
              <a:t>首元结点</a:t>
            </a:r>
            <a:r>
              <a:rPr lang="zh-CN" altLang="en-US">
                <a:sym typeface="+mn-lt"/>
              </a:rPr>
              <a:t>的处理</a:t>
            </a:r>
          </a:p>
          <a:p>
            <a:pPr eaLnBrk="1" hangingPunct="1"/>
            <a:r>
              <a:rPr lang="zh-CN" altLang="en-US">
                <a:sym typeface="+mn-lt"/>
              </a:rPr>
              <a:t>首元结点的地址保存在头结点的指针域中</a:t>
            </a:r>
            <a:r>
              <a:rPr lang="en-US" altLang="zh-CN">
                <a:sym typeface="+mn-lt"/>
              </a:rPr>
              <a:t>,</a:t>
            </a:r>
            <a:r>
              <a:rPr lang="zh-CN" altLang="en-US">
                <a:sym typeface="+mn-lt"/>
              </a:rPr>
              <a:t>所以在链表的第一个位置上的操作和其它位置一致，无须进行特殊处理</a:t>
            </a:r>
            <a:r>
              <a:rPr lang="en-US" altLang="zh-CN">
                <a:sym typeface="+mn-lt"/>
              </a:rPr>
              <a:t>;</a:t>
            </a:r>
          </a:p>
        </p:txBody>
      </p:sp>
      <p:sp>
        <p:nvSpPr>
          <p:cNvPr id="567302" name="Rectangle 6">
            <a:extLst>
              <a:ext uri="{FF2B5EF4-FFF2-40B4-BE49-F238E27FC236}">
                <a16:creationId xmlns:a16="http://schemas.microsoft.com/office/drawing/2014/main" id="{78B46C5E-F456-47C7-BD94-95AE067EFD62}"/>
              </a:ext>
            </a:extLst>
          </p:cNvPr>
          <p:cNvSpPr>
            <a:spLocks noChangeArrowheads="1"/>
          </p:cNvSpPr>
          <p:nvPr/>
        </p:nvSpPr>
        <p:spPr bwMode="auto">
          <a:xfrm>
            <a:off x="611188" y="4005263"/>
            <a:ext cx="7848600" cy="153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r>
              <a:rPr lang="en-US" altLang="zh-CN">
                <a:sym typeface="+mn-lt"/>
              </a:rPr>
              <a:t>⒉</a:t>
            </a:r>
            <a:r>
              <a:rPr lang="zh-CN" altLang="en-US">
                <a:sym typeface="+mn-lt"/>
              </a:rPr>
              <a:t>便于</a:t>
            </a:r>
            <a:r>
              <a:rPr lang="zh-CN" altLang="en-US">
                <a:solidFill>
                  <a:srgbClr val="FF3300"/>
                </a:solidFill>
                <a:sym typeface="+mn-lt"/>
              </a:rPr>
              <a:t>空表和非空表</a:t>
            </a:r>
            <a:r>
              <a:rPr lang="zh-CN" altLang="en-US">
                <a:sym typeface="+mn-lt"/>
              </a:rPr>
              <a:t>的统一处理</a:t>
            </a:r>
          </a:p>
          <a:p>
            <a:pPr eaLnBrk="1" hangingPunct="1"/>
            <a:r>
              <a:rPr lang="zh-CN" altLang="en-US">
                <a:sym typeface="+mn-lt"/>
              </a:rPr>
              <a:t>无论链表是否为空，头指针都是指向头结点的非空指针，因此空表和非空表的处理也就统一了。</a:t>
            </a:r>
          </a:p>
        </p:txBody>
      </p:sp>
      <p:sp>
        <p:nvSpPr>
          <p:cNvPr id="5" name="Rectangle 4">
            <a:extLst>
              <a:ext uri="{FF2B5EF4-FFF2-40B4-BE49-F238E27FC236}">
                <a16:creationId xmlns:a16="http://schemas.microsoft.com/office/drawing/2014/main" id="{EB04B81B-63F4-4F8F-BB99-C724B6074D11}"/>
              </a:ext>
            </a:extLst>
          </p:cNvPr>
          <p:cNvSpPr>
            <a:spLocks noChangeArrowheads="1"/>
          </p:cNvSpPr>
          <p:nvPr/>
        </p:nvSpPr>
        <p:spPr bwMode="auto">
          <a:xfrm>
            <a:off x="900113" y="63500"/>
            <a:ext cx="5334000" cy="808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与链式存储有关的术语</a:t>
            </a:r>
          </a:p>
        </p:txBody>
      </p:sp>
      <p:grpSp>
        <p:nvGrpSpPr>
          <p:cNvPr id="10" name="组合 9">
            <a:extLst>
              <a:ext uri="{FF2B5EF4-FFF2-40B4-BE49-F238E27FC236}">
                <a16:creationId xmlns:a16="http://schemas.microsoft.com/office/drawing/2014/main" id="{C6590223-262E-C341-A790-F9635DB2CA24}"/>
              </a:ext>
            </a:extLst>
          </p:cNvPr>
          <p:cNvGrpSpPr>
            <a:grpSpLocks/>
          </p:cNvGrpSpPr>
          <p:nvPr/>
        </p:nvGrpSpPr>
        <p:grpSpPr bwMode="auto">
          <a:xfrm>
            <a:off x="0" y="6380163"/>
            <a:ext cx="9144000" cy="431800"/>
            <a:chOff x="0" y="6379908"/>
            <a:chExt cx="9144000" cy="432048"/>
          </a:xfrm>
        </p:grpSpPr>
        <p:grpSp>
          <p:nvGrpSpPr>
            <p:cNvPr id="89095" name="组合 5">
              <a:extLst>
                <a:ext uri="{FF2B5EF4-FFF2-40B4-BE49-F238E27FC236}">
                  <a16:creationId xmlns:a16="http://schemas.microsoft.com/office/drawing/2014/main" id="{34767C0B-009A-BC40-B338-351DB9A91FF4}"/>
                </a:ext>
              </a:extLst>
            </p:cNvPr>
            <p:cNvGrpSpPr>
              <a:grpSpLocks/>
            </p:cNvGrpSpPr>
            <p:nvPr/>
          </p:nvGrpSpPr>
          <p:grpSpPr bwMode="auto">
            <a:xfrm>
              <a:off x="0" y="6379908"/>
              <a:ext cx="9144000" cy="432048"/>
              <a:chOff x="0" y="6165304"/>
              <a:chExt cx="9144000" cy="432048"/>
            </a:xfrm>
          </p:grpSpPr>
          <p:cxnSp>
            <p:nvCxnSpPr>
              <p:cNvPr id="89097" name="直接连接符 6">
                <a:extLst>
                  <a:ext uri="{FF2B5EF4-FFF2-40B4-BE49-F238E27FC236}">
                    <a16:creationId xmlns:a16="http://schemas.microsoft.com/office/drawing/2014/main" id="{6D3DAEEB-2BE3-EA48-A338-304F56369FBA}"/>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14" name="直接连接符 13">
                <a:extLst>
                  <a:ext uri="{FF2B5EF4-FFF2-40B4-BE49-F238E27FC236}">
                    <a16:creationId xmlns:a16="http://schemas.microsoft.com/office/drawing/2014/main" id="{C87FB46B-71C1-4EA2-A080-83A2525F5849}"/>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89099" name="直接连接符 8">
                <a:extLst>
                  <a:ext uri="{FF2B5EF4-FFF2-40B4-BE49-F238E27FC236}">
                    <a16:creationId xmlns:a16="http://schemas.microsoft.com/office/drawing/2014/main" id="{43FD0CF3-B9CE-5944-B3EE-236F8FC6DC38}"/>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12" name="Shape 26">
              <a:extLst>
                <a:ext uri="{FF2B5EF4-FFF2-40B4-BE49-F238E27FC236}">
                  <a16:creationId xmlns:a16="http://schemas.microsoft.com/office/drawing/2014/main" id="{DDB94F6C-CB67-4350-90CA-FDDB4443A8FC}"/>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567301"/>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567302"/>
                                        </p:tgtEl>
                                        <p:attrNameLst>
                                          <p:attrName>style.visibility</p:attrName>
                                        </p:attrNameLst>
                                      </p:cBhvr>
                                      <p:to>
                                        <p:strVal val="visible"/>
                                      </p:to>
                                    </p:set>
                                  </p:childTnLst>
                                </p:cTn>
                              </p:par>
                            </p:childTnLst>
                          </p:cTn>
                        </p:par>
                        <p:par>
                          <p:cTn id="11" fill="hold" nodeType="afterGroup">
                            <p:stCondLst>
                              <p:cond delay="500"/>
                            </p:stCondLst>
                            <p:childTnLst>
                              <p:par>
                                <p:cTn id="12" presetID="2" presetClass="entr" presetSubtype="4" fill="hold" nodeType="afterEffect">
                                  <p:stCondLst>
                                    <p:cond delay="0"/>
                                  </p:stCondLst>
                                  <p:childTnLst>
                                    <p:set>
                                      <p:cBhvr>
                                        <p:cTn id="13" dur="1" fill="hold">
                                          <p:stCondLst>
                                            <p:cond delay="0"/>
                                          </p:stCondLst>
                                        </p:cTn>
                                        <p:tgtEl>
                                          <p:spTgt spid="10"/>
                                        </p:tgtEl>
                                        <p:attrNameLst>
                                          <p:attrName>style.visibility</p:attrName>
                                        </p:attrNameLst>
                                      </p:cBhvr>
                                      <p:to>
                                        <p:strVal val="visible"/>
                                      </p:to>
                                    </p:set>
                                    <p:anim calcmode="lin" valueType="num">
                                      <p:cBhvr additive="base">
                                        <p:cTn id="14" dur="500" fill="hold"/>
                                        <p:tgtEl>
                                          <p:spTgt spid="10"/>
                                        </p:tgtEl>
                                        <p:attrNameLst>
                                          <p:attrName>ppt_x</p:attrName>
                                        </p:attrNameLst>
                                      </p:cBhvr>
                                      <p:tavLst>
                                        <p:tav tm="0">
                                          <p:val>
                                            <p:strVal val="#ppt_x"/>
                                          </p:val>
                                        </p:tav>
                                        <p:tav tm="100000">
                                          <p:val>
                                            <p:strVal val="#ppt_x"/>
                                          </p:val>
                                        </p:tav>
                                      </p:tavLst>
                                    </p:anim>
                                    <p:anim calcmode="lin" valueType="num">
                                      <p:cBhvr additive="base">
                                        <p:cTn id="15"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7301" grpId="0"/>
      <p:bldP spid="567302"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164" name="Rectangle 4">
            <a:extLst>
              <a:ext uri="{FF2B5EF4-FFF2-40B4-BE49-F238E27FC236}">
                <a16:creationId xmlns:a16="http://schemas.microsoft.com/office/drawing/2014/main" id="{C1490240-A94C-4B68-938B-BC87BEF19985}"/>
              </a:ext>
            </a:extLst>
          </p:cNvPr>
          <p:cNvSpPr>
            <a:spLocks noChangeArrowheads="1"/>
          </p:cNvSpPr>
          <p:nvPr/>
        </p:nvSpPr>
        <p:spPr bwMode="auto">
          <a:xfrm>
            <a:off x="482600" y="1360488"/>
            <a:ext cx="8337550" cy="609600"/>
          </a:xfrm>
          <a:prstGeom prst="roundRect">
            <a:avLst/>
          </a:prstGeom>
          <a:solidFill>
            <a:srgbClr val="9476B6"/>
          </a:solidFill>
          <a:ln w="9525">
            <a:noFill/>
            <a:miter lim="800000"/>
            <a:headEnd/>
            <a:tailEnd/>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r>
              <a:rPr lang="zh-CN" altLang="en-US">
                <a:solidFill>
                  <a:schemeClr val="bg1"/>
                </a:solidFill>
                <a:sym typeface="+mn-lt"/>
              </a:rPr>
              <a:t>讨论</a:t>
            </a:r>
            <a:r>
              <a:rPr lang="en-US" altLang="zh-CN">
                <a:solidFill>
                  <a:schemeClr val="bg1"/>
                </a:solidFill>
                <a:sym typeface="+mn-lt"/>
              </a:rPr>
              <a:t>3. </a:t>
            </a:r>
            <a:r>
              <a:rPr lang="zh-CN" altLang="en-US">
                <a:solidFill>
                  <a:schemeClr val="bg1"/>
                </a:solidFill>
                <a:sym typeface="+mn-lt"/>
              </a:rPr>
              <a:t>头结点的</a:t>
            </a:r>
            <a:r>
              <a:rPr lang="zh-CN" altLang="en-US">
                <a:solidFill>
                  <a:srgbClr val="FFFF00"/>
                </a:solidFill>
                <a:sym typeface="+mn-lt"/>
              </a:rPr>
              <a:t>数据域</a:t>
            </a:r>
            <a:r>
              <a:rPr lang="zh-CN" altLang="en-US">
                <a:solidFill>
                  <a:schemeClr val="bg1"/>
                </a:solidFill>
                <a:sym typeface="+mn-lt"/>
              </a:rPr>
              <a:t>内装的是什么？</a:t>
            </a:r>
          </a:p>
        </p:txBody>
      </p:sp>
      <p:sp>
        <p:nvSpPr>
          <p:cNvPr id="476165" name="Rectangle 5">
            <a:extLst>
              <a:ext uri="{FF2B5EF4-FFF2-40B4-BE49-F238E27FC236}">
                <a16:creationId xmlns:a16="http://schemas.microsoft.com/office/drawing/2014/main" id="{BA194C3D-7FD1-42AD-96B4-AA9AEE2D4230}"/>
              </a:ext>
            </a:extLst>
          </p:cNvPr>
          <p:cNvSpPr>
            <a:spLocks noChangeArrowheads="1"/>
          </p:cNvSpPr>
          <p:nvPr/>
        </p:nvSpPr>
        <p:spPr bwMode="auto">
          <a:xfrm>
            <a:off x="482600" y="2016125"/>
            <a:ext cx="8337550" cy="1165225"/>
          </a:xfrm>
          <a:prstGeom prst="roundRect">
            <a:avLst/>
          </a:prstGeom>
          <a:solidFill>
            <a:schemeClr val="bg2">
              <a:lumMod val="20000"/>
              <a:lumOff val="80000"/>
            </a:schemeClr>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r>
              <a:rPr lang="en-US" altLang="zh-CN">
                <a:sym typeface="+mn-lt"/>
              </a:rPr>
              <a:t> </a:t>
            </a:r>
            <a:r>
              <a:rPr lang="zh-CN" altLang="en-US">
                <a:sym typeface="+mn-lt"/>
              </a:rPr>
              <a:t>头结点的</a:t>
            </a:r>
            <a:r>
              <a:rPr lang="zh-CN" altLang="en-US">
                <a:solidFill>
                  <a:srgbClr val="FF3300"/>
                </a:solidFill>
                <a:sym typeface="+mn-lt"/>
              </a:rPr>
              <a:t>数据域</a:t>
            </a:r>
            <a:r>
              <a:rPr lang="zh-CN" altLang="en-US">
                <a:sym typeface="+mn-lt"/>
              </a:rPr>
              <a:t>可以为空，也可存放线性表</a:t>
            </a:r>
            <a:r>
              <a:rPr lang="zh-CN" altLang="en-US">
                <a:solidFill>
                  <a:srgbClr val="FF3300"/>
                </a:solidFill>
                <a:sym typeface="+mn-lt"/>
              </a:rPr>
              <a:t>长度</a:t>
            </a:r>
            <a:r>
              <a:rPr lang="zh-CN" altLang="en-US">
                <a:sym typeface="+mn-lt"/>
              </a:rPr>
              <a:t>等附加信息，但此结点不能计入链表长度值。</a:t>
            </a:r>
          </a:p>
        </p:txBody>
      </p:sp>
      <p:sp>
        <p:nvSpPr>
          <p:cNvPr id="476167" name="AutoShape 7">
            <a:extLst>
              <a:ext uri="{FF2B5EF4-FFF2-40B4-BE49-F238E27FC236}">
                <a16:creationId xmlns:a16="http://schemas.microsoft.com/office/drawing/2014/main" id="{3CB5BBE7-364C-4887-B181-8798566CDDE4}"/>
              </a:ext>
            </a:extLst>
          </p:cNvPr>
          <p:cNvSpPr>
            <a:spLocks noChangeArrowheads="1"/>
          </p:cNvSpPr>
          <p:nvPr/>
        </p:nvSpPr>
        <p:spPr bwMode="auto">
          <a:xfrm>
            <a:off x="1893888" y="4843463"/>
            <a:ext cx="2819400" cy="1201737"/>
          </a:xfrm>
          <a:prstGeom prst="cloudCallout">
            <a:avLst>
              <a:gd name="adj1" fmla="val 73311"/>
              <a:gd name="adj2" fmla="val -74091"/>
            </a:avLst>
          </a:prstGeom>
          <a:solidFill>
            <a:srgbClr val="EAEAEA"/>
          </a:solidFill>
          <a:ln w="38100">
            <a:solidFill>
              <a:schemeClr val="accent1">
                <a:lumMod val="60000"/>
                <a:lumOff val="40000"/>
              </a:schemeClr>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r>
              <a:rPr lang="zh-CN" altLang="en-US" sz="2200">
                <a:sym typeface="+mn-lt"/>
              </a:rPr>
              <a:t>头结点的数据域</a:t>
            </a:r>
          </a:p>
        </p:txBody>
      </p:sp>
      <p:grpSp>
        <p:nvGrpSpPr>
          <p:cNvPr id="2" name="Group 8">
            <a:extLst>
              <a:ext uri="{FF2B5EF4-FFF2-40B4-BE49-F238E27FC236}">
                <a16:creationId xmlns:a16="http://schemas.microsoft.com/office/drawing/2014/main" id="{A94398C3-1B23-7C4F-90D4-02AA3C498ABC}"/>
              </a:ext>
            </a:extLst>
          </p:cNvPr>
          <p:cNvGrpSpPr>
            <a:grpSpLocks/>
          </p:cNvGrpSpPr>
          <p:nvPr/>
        </p:nvGrpSpPr>
        <p:grpSpPr bwMode="auto">
          <a:xfrm>
            <a:off x="3492500" y="3679825"/>
            <a:ext cx="3355975" cy="609600"/>
            <a:chOff x="2158" y="1104"/>
            <a:chExt cx="2114" cy="384"/>
          </a:xfrm>
        </p:grpSpPr>
        <p:sp>
          <p:nvSpPr>
            <p:cNvPr id="86022" name="Rectangle 9">
              <a:extLst>
                <a:ext uri="{FF2B5EF4-FFF2-40B4-BE49-F238E27FC236}">
                  <a16:creationId xmlns:a16="http://schemas.microsoft.com/office/drawing/2014/main" id="{062E1893-83DE-4C0D-A9C7-8A0D4BBFA8E6}"/>
                </a:ext>
              </a:extLst>
            </p:cNvPr>
            <p:cNvSpPr>
              <a:spLocks noChangeArrowheads="1"/>
            </p:cNvSpPr>
            <p:nvPr/>
          </p:nvSpPr>
          <p:spPr bwMode="auto">
            <a:xfrm>
              <a:off x="2496" y="1152"/>
              <a:ext cx="288" cy="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endParaRPr lang="zh-CN" altLang="zh-CN">
                <a:latin typeface="+mn-lt"/>
                <a:ea typeface="+mn-ea"/>
                <a:cs typeface="+mn-ea"/>
                <a:sym typeface="+mn-lt"/>
              </a:endParaRPr>
            </a:p>
          </p:txBody>
        </p:sp>
        <p:sp>
          <p:nvSpPr>
            <p:cNvPr id="86023" name="Line 10">
              <a:extLst>
                <a:ext uri="{FF2B5EF4-FFF2-40B4-BE49-F238E27FC236}">
                  <a16:creationId xmlns:a16="http://schemas.microsoft.com/office/drawing/2014/main" id="{129FC3EF-BEF5-4C23-8380-D1E3CBE0B2B3}"/>
                </a:ext>
              </a:extLst>
            </p:cNvPr>
            <p:cNvSpPr>
              <a:spLocks noChangeShapeType="1"/>
            </p:cNvSpPr>
            <p:nvPr/>
          </p:nvSpPr>
          <p:spPr bwMode="auto">
            <a:xfrm>
              <a:off x="2496" y="1152"/>
              <a:ext cx="288"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6024" name="Line 11">
              <a:extLst>
                <a:ext uri="{FF2B5EF4-FFF2-40B4-BE49-F238E27FC236}">
                  <a16:creationId xmlns:a16="http://schemas.microsoft.com/office/drawing/2014/main" id="{0ECF53D2-5F06-406F-A0F4-850D5E1CE7B3}"/>
                </a:ext>
              </a:extLst>
            </p:cNvPr>
            <p:cNvSpPr>
              <a:spLocks noChangeShapeType="1"/>
            </p:cNvSpPr>
            <p:nvPr/>
          </p:nvSpPr>
          <p:spPr bwMode="auto">
            <a:xfrm>
              <a:off x="2496" y="1439"/>
              <a:ext cx="288"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6025" name="Line 12">
              <a:extLst>
                <a:ext uri="{FF2B5EF4-FFF2-40B4-BE49-F238E27FC236}">
                  <a16:creationId xmlns:a16="http://schemas.microsoft.com/office/drawing/2014/main" id="{4A0E64D6-70E6-44F2-BB10-BEF926A13A00}"/>
                </a:ext>
              </a:extLst>
            </p:cNvPr>
            <p:cNvSpPr>
              <a:spLocks noChangeShapeType="1"/>
            </p:cNvSpPr>
            <p:nvPr/>
          </p:nvSpPr>
          <p:spPr bwMode="auto">
            <a:xfrm>
              <a:off x="2496" y="1152"/>
              <a:ext cx="0" cy="28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6026" name="Line 13">
              <a:extLst>
                <a:ext uri="{FF2B5EF4-FFF2-40B4-BE49-F238E27FC236}">
                  <a16:creationId xmlns:a16="http://schemas.microsoft.com/office/drawing/2014/main" id="{A047EA69-ABD9-4885-82A7-D99DBCF95D03}"/>
                </a:ext>
              </a:extLst>
            </p:cNvPr>
            <p:cNvSpPr>
              <a:spLocks noChangeShapeType="1"/>
            </p:cNvSpPr>
            <p:nvPr/>
          </p:nvSpPr>
          <p:spPr bwMode="auto">
            <a:xfrm>
              <a:off x="2784" y="1152"/>
              <a:ext cx="0" cy="287"/>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6027" name="Oval 14">
              <a:extLst>
                <a:ext uri="{FF2B5EF4-FFF2-40B4-BE49-F238E27FC236}">
                  <a16:creationId xmlns:a16="http://schemas.microsoft.com/office/drawing/2014/main" id="{E00187CC-F17E-4D17-BEB3-E9EC2FCE9743}"/>
                </a:ext>
              </a:extLst>
            </p:cNvPr>
            <p:cNvSpPr>
              <a:spLocks noChangeAspect="1" noChangeArrowheads="1"/>
            </p:cNvSpPr>
            <p:nvPr/>
          </p:nvSpPr>
          <p:spPr bwMode="auto">
            <a:xfrm>
              <a:off x="2620" y="1276"/>
              <a:ext cx="68" cy="68"/>
            </a:xfrm>
            <a:prstGeom prst="ellipse">
              <a:avLst/>
            </a:prstGeom>
            <a:solidFill>
              <a:schemeClr val="tx1"/>
            </a:solidFill>
            <a:ln w="9525">
              <a:solidFill>
                <a:schemeClr val="tx1"/>
              </a:solidFill>
              <a:round/>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endParaRPr lang="zh-CN" altLang="en-US">
                <a:latin typeface="+mn-lt"/>
                <a:ea typeface="+mn-ea"/>
                <a:cs typeface="+mn-ea"/>
                <a:sym typeface="+mn-lt"/>
              </a:endParaRPr>
            </a:p>
          </p:txBody>
        </p:sp>
        <p:sp>
          <p:nvSpPr>
            <p:cNvPr id="86028" name="Rectangle 15">
              <a:extLst>
                <a:ext uri="{FF2B5EF4-FFF2-40B4-BE49-F238E27FC236}">
                  <a16:creationId xmlns:a16="http://schemas.microsoft.com/office/drawing/2014/main" id="{D49BC187-D752-46BF-A37C-B3E36D8E1837}"/>
                </a:ext>
              </a:extLst>
            </p:cNvPr>
            <p:cNvSpPr>
              <a:spLocks noChangeArrowheads="1"/>
            </p:cNvSpPr>
            <p:nvPr/>
          </p:nvSpPr>
          <p:spPr bwMode="auto">
            <a:xfrm>
              <a:off x="3264" y="1152"/>
              <a:ext cx="336" cy="336"/>
            </a:xfrm>
            <a:prstGeom prst="rect">
              <a:avLst/>
            </a:prstGeom>
            <a:solidFill>
              <a:schemeClr val="accent1"/>
            </a:solidFill>
            <a:ln w="12700">
              <a:solidFill>
                <a:schemeClr val="hlink"/>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defRPr/>
              </a:pPr>
              <a:endParaRPr lang="zh-CN" altLang="zh-CN">
                <a:solidFill>
                  <a:schemeClr val="bg1"/>
                </a:solidFill>
                <a:latin typeface="+mn-lt"/>
                <a:ea typeface="+mn-ea"/>
                <a:cs typeface="+mn-ea"/>
                <a:sym typeface="+mn-lt"/>
              </a:endParaRPr>
            </a:p>
          </p:txBody>
        </p:sp>
        <p:sp>
          <p:nvSpPr>
            <p:cNvPr id="86029" name="Rectangle 16">
              <a:extLst>
                <a:ext uri="{FF2B5EF4-FFF2-40B4-BE49-F238E27FC236}">
                  <a16:creationId xmlns:a16="http://schemas.microsoft.com/office/drawing/2014/main" id="{90BF7DB1-A929-4FC5-BFD9-DE810640D30D}"/>
                </a:ext>
              </a:extLst>
            </p:cNvPr>
            <p:cNvSpPr>
              <a:spLocks noChangeArrowheads="1"/>
            </p:cNvSpPr>
            <p:nvPr/>
          </p:nvSpPr>
          <p:spPr bwMode="auto">
            <a:xfrm>
              <a:off x="3600" y="1152"/>
              <a:ext cx="240" cy="3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endParaRPr lang="zh-CN" altLang="zh-CN">
                <a:latin typeface="+mn-lt"/>
                <a:ea typeface="+mn-ea"/>
                <a:cs typeface="+mn-ea"/>
                <a:sym typeface="+mn-lt"/>
              </a:endParaRPr>
            </a:p>
          </p:txBody>
        </p:sp>
        <p:sp>
          <p:nvSpPr>
            <p:cNvPr id="86030" name="Line 17">
              <a:extLst>
                <a:ext uri="{FF2B5EF4-FFF2-40B4-BE49-F238E27FC236}">
                  <a16:creationId xmlns:a16="http://schemas.microsoft.com/office/drawing/2014/main" id="{E09E5014-F4B5-4B79-9648-2845F9609587}"/>
                </a:ext>
              </a:extLst>
            </p:cNvPr>
            <p:cNvSpPr>
              <a:spLocks noChangeShapeType="1"/>
            </p:cNvSpPr>
            <p:nvPr/>
          </p:nvSpPr>
          <p:spPr bwMode="auto">
            <a:xfrm>
              <a:off x="3600" y="1152"/>
              <a:ext cx="240" cy="0"/>
            </a:xfrm>
            <a:prstGeom prst="line">
              <a:avLst/>
            </a:prstGeom>
            <a:noFill/>
            <a:ln w="12700" cap="sq">
              <a:solidFill>
                <a:schemeClr val="hlink"/>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6031" name="Line 18">
              <a:extLst>
                <a:ext uri="{FF2B5EF4-FFF2-40B4-BE49-F238E27FC236}">
                  <a16:creationId xmlns:a16="http://schemas.microsoft.com/office/drawing/2014/main" id="{4C8E7DE8-7C46-4C57-9EC5-9D649BF1E80F}"/>
                </a:ext>
              </a:extLst>
            </p:cNvPr>
            <p:cNvSpPr>
              <a:spLocks noChangeShapeType="1"/>
            </p:cNvSpPr>
            <p:nvPr/>
          </p:nvSpPr>
          <p:spPr bwMode="auto">
            <a:xfrm>
              <a:off x="3600" y="1488"/>
              <a:ext cx="240" cy="0"/>
            </a:xfrm>
            <a:prstGeom prst="line">
              <a:avLst/>
            </a:prstGeom>
            <a:noFill/>
            <a:ln w="12700" cap="sq">
              <a:solidFill>
                <a:schemeClr val="hlink"/>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6032" name="Line 19">
              <a:extLst>
                <a:ext uri="{FF2B5EF4-FFF2-40B4-BE49-F238E27FC236}">
                  <a16:creationId xmlns:a16="http://schemas.microsoft.com/office/drawing/2014/main" id="{46DFBD9C-37D7-42F4-B8A4-147C5A00F8F6}"/>
                </a:ext>
              </a:extLst>
            </p:cNvPr>
            <p:cNvSpPr>
              <a:spLocks noChangeShapeType="1"/>
            </p:cNvSpPr>
            <p:nvPr/>
          </p:nvSpPr>
          <p:spPr bwMode="auto">
            <a:xfrm>
              <a:off x="3600" y="1152"/>
              <a:ext cx="0" cy="336"/>
            </a:xfrm>
            <a:prstGeom prst="line">
              <a:avLst/>
            </a:prstGeom>
            <a:noFill/>
            <a:ln w="12700" cap="sq">
              <a:solidFill>
                <a:schemeClr val="hlink"/>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6033" name="Line 20">
              <a:extLst>
                <a:ext uri="{FF2B5EF4-FFF2-40B4-BE49-F238E27FC236}">
                  <a16:creationId xmlns:a16="http://schemas.microsoft.com/office/drawing/2014/main" id="{DF0D6244-F89D-48F0-A7CA-48BA43BA6184}"/>
                </a:ext>
              </a:extLst>
            </p:cNvPr>
            <p:cNvSpPr>
              <a:spLocks noChangeShapeType="1"/>
            </p:cNvSpPr>
            <p:nvPr/>
          </p:nvSpPr>
          <p:spPr bwMode="auto">
            <a:xfrm>
              <a:off x="3840" y="1152"/>
              <a:ext cx="0" cy="336"/>
            </a:xfrm>
            <a:prstGeom prst="line">
              <a:avLst/>
            </a:prstGeom>
            <a:noFill/>
            <a:ln w="12700" cap="sq">
              <a:solidFill>
                <a:schemeClr val="hlink"/>
              </a:solidFill>
              <a:miter lim="800000"/>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6034" name="Line 21">
              <a:extLst>
                <a:ext uri="{FF2B5EF4-FFF2-40B4-BE49-F238E27FC236}">
                  <a16:creationId xmlns:a16="http://schemas.microsoft.com/office/drawing/2014/main" id="{603B3025-AD23-4DB7-A5D1-28B888356B7F}"/>
                </a:ext>
              </a:extLst>
            </p:cNvPr>
            <p:cNvSpPr>
              <a:spLocks noChangeShapeType="1"/>
            </p:cNvSpPr>
            <p:nvPr/>
          </p:nvSpPr>
          <p:spPr bwMode="auto">
            <a:xfrm>
              <a:off x="2688" y="1296"/>
              <a:ext cx="576"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86035" name="Rectangle 22">
              <a:extLst>
                <a:ext uri="{FF2B5EF4-FFF2-40B4-BE49-F238E27FC236}">
                  <a16:creationId xmlns:a16="http://schemas.microsoft.com/office/drawing/2014/main" id="{3B5A4856-7FCD-452F-AF15-037AAF0017F5}"/>
                </a:ext>
              </a:extLst>
            </p:cNvPr>
            <p:cNvSpPr>
              <a:spLocks noChangeArrowheads="1"/>
            </p:cNvSpPr>
            <p:nvPr/>
          </p:nvSpPr>
          <p:spPr bwMode="auto">
            <a:xfrm>
              <a:off x="2158" y="1104"/>
              <a:ext cx="257"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defRPr/>
              </a:pPr>
              <a:r>
                <a:rPr lang="en-US" altLang="zh-CN">
                  <a:solidFill>
                    <a:schemeClr val="accent1"/>
                  </a:solidFill>
                  <a:latin typeface="+mn-lt"/>
                  <a:ea typeface="+mn-ea"/>
                  <a:cs typeface="+mn-ea"/>
                  <a:sym typeface="+mn-lt"/>
                </a:rPr>
                <a:t>H</a:t>
              </a:r>
            </a:p>
          </p:txBody>
        </p:sp>
        <p:sp>
          <p:nvSpPr>
            <p:cNvPr id="86036" name="Line 23">
              <a:extLst>
                <a:ext uri="{FF2B5EF4-FFF2-40B4-BE49-F238E27FC236}">
                  <a16:creationId xmlns:a16="http://schemas.microsoft.com/office/drawing/2014/main" id="{5D2D4EDB-11C9-4D92-A3A0-C74F3ACFE12C}"/>
                </a:ext>
              </a:extLst>
            </p:cNvPr>
            <p:cNvSpPr>
              <a:spLocks noChangeShapeType="1"/>
            </p:cNvSpPr>
            <p:nvPr/>
          </p:nvSpPr>
          <p:spPr bwMode="auto">
            <a:xfrm>
              <a:off x="3696" y="1296"/>
              <a:ext cx="576"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grpSp>
      <p:sp>
        <p:nvSpPr>
          <p:cNvPr id="21" name="Rectangle 4">
            <a:extLst>
              <a:ext uri="{FF2B5EF4-FFF2-40B4-BE49-F238E27FC236}">
                <a16:creationId xmlns:a16="http://schemas.microsoft.com/office/drawing/2014/main" id="{DC3F9971-BF68-4F0A-8DD8-2ED43902244C}"/>
              </a:ext>
            </a:extLst>
          </p:cNvPr>
          <p:cNvSpPr>
            <a:spLocks noChangeArrowheads="1"/>
          </p:cNvSpPr>
          <p:nvPr/>
        </p:nvSpPr>
        <p:spPr bwMode="auto">
          <a:xfrm>
            <a:off x="900113" y="63500"/>
            <a:ext cx="5334000" cy="808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与链式存储有关的术语</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afterEffect">
                                  <p:stCondLst>
                                    <p:cond delay="0"/>
                                  </p:stCondLst>
                                  <p:childTnLst>
                                    <p:set>
                                      <p:cBhvr>
                                        <p:cTn id="6" dur="1" fill="hold">
                                          <p:stCondLst>
                                            <p:cond delay="499"/>
                                          </p:stCondLst>
                                        </p:cTn>
                                        <p:tgtEl>
                                          <p:spTgt spid="47616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476165"/>
                                        </p:tgtEl>
                                        <p:attrNameLst>
                                          <p:attrName>style.visibility</p:attrName>
                                        </p:attrNameLst>
                                      </p:cBhvr>
                                      <p:to>
                                        <p:strVal val="visible"/>
                                      </p:to>
                                    </p:set>
                                  </p:childTnLst>
                                </p:cTn>
                              </p:par>
                            </p:childTnLst>
                          </p:cTn>
                        </p:par>
                        <p:par>
                          <p:cTn id="11" fill="hold" nodeType="afterGroup">
                            <p:stCondLst>
                              <p:cond delay="500"/>
                            </p:stCondLst>
                            <p:childTnLst>
                              <p:par>
                                <p:cTn id="12" presetID="1" presetClass="entr" presetSubtype="0" fill="hold" nodeType="afterEffect">
                                  <p:stCondLst>
                                    <p:cond delay="1000"/>
                                  </p:stCondLst>
                                  <p:childTnLst>
                                    <p:set>
                                      <p:cBhvr>
                                        <p:cTn id="13" dur="1" fill="hold">
                                          <p:stCondLst>
                                            <p:cond delay="499"/>
                                          </p:stCondLst>
                                        </p:cTn>
                                        <p:tgtEl>
                                          <p:spTgt spid="2"/>
                                        </p:tgtEl>
                                        <p:attrNameLst>
                                          <p:attrName>style.visibility</p:attrName>
                                        </p:attrNameLst>
                                      </p:cBhvr>
                                      <p:to>
                                        <p:strVal val="visible"/>
                                      </p:to>
                                    </p:set>
                                  </p:childTnLst>
                                </p:cTn>
                              </p:par>
                            </p:childTnLst>
                          </p:cTn>
                        </p:par>
                        <p:par>
                          <p:cTn id="14" fill="hold" nodeType="afterGroup">
                            <p:stCondLst>
                              <p:cond delay="2000"/>
                            </p:stCondLst>
                            <p:childTnLst>
                              <p:par>
                                <p:cTn id="15" presetID="2" presetClass="entr" presetSubtype="8" fill="hold" grpId="0" nodeType="afterEffect">
                                  <p:stCondLst>
                                    <p:cond delay="1000"/>
                                  </p:stCondLst>
                                  <p:childTnLst>
                                    <p:set>
                                      <p:cBhvr>
                                        <p:cTn id="16" dur="1" fill="hold">
                                          <p:stCondLst>
                                            <p:cond delay="0"/>
                                          </p:stCondLst>
                                        </p:cTn>
                                        <p:tgtEl>
                                          <p:spTgt spid="476167"/>
                                        </p:tgtEl>
                                        <p:attrNameLst>
                                          <p:attrName>style.visibility</p:attrName>
                                        </p:attrNameLst>
                                      </p:cBhvr>
                                      <p:to>
                                        <p:strVal val="visible"/>
                                      </p:to>
                                    </p:set>
                                    <p:anim calcmode="lin" valueType="num">
                                      <p:cBhvr additive="base">
                                        <p:cTn id="17" dur="500" fill="hold"/>
                                        <p:tgtEl>
                                          <p:spTgt spid="476167"/>
                                        </p:tgtEl>
                                        <p:attrNameLst>
                                          <p:attrName>ppt_x</p:attrName>
                                        </p:attrNameLst>
                                      </p:cBhvr>
                                      <p:tavLst>
                                        <p:tav tm="0">
                                          <p:val>
                                            <p:strVal val="0-#ppt_w/2"/>
                                          </p:val>
                                        </p:tav>
                                        <p:tav tm="100000">
                                          <p:val>
                                            <p:strVal val="#ppt_x"/>
                                          </p:val>
                                        </p:tav>
                                      </p:tavLst>
                                    </p:anim>
                                    <p:anim calcmode="lin" valueType="num">
                                      <p:cBhvr additive="base">
                                        <p:cTn id="18" dur="500" fill="hold"/>
                                        <p:tgtEl>
                                          <p:spTgt spid="47616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6164" grpId="0" animBg="1"/>
      <p:bldP spid="476165" grpId="0" animBg="1"/>
      <p:bldP spid="476167"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5">
            <a:extLst>
              <a:ext uri="{FF2B5EF4-FFF2-40B4-BE49-F238E27FC236}">
                <a16:creationId xmlns:a16="http://schemas.microsoft.com/office/drawing/2014/main" id="{9507139C-4A32-47ED-84EC-2620AFB6E384}"/>
              </a:ext>
            </a:extLst>
          </p:cNvPr>
          <p:cNvSpPr>
            <a:spLocks noChangeArrowheads="1"/>
          </p:cNvSpPr>
          <p:nvPr/>
        </p:nvSpPr>
        <p:spPr bwMode="auto">
          <a:xfrm>
            <a:off x="884238" y="1614488"/>
            <a:ext cx="7686675" cy="1052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结点在存储器中的位置是</a:t>
            </a:r>
            <a:r>
              <a:rPr lang="zh-CN" altLang="en-US" u="sng">
                <a:solidFill>
                  <a:srgbClr val="FF0000"/>
                </a:solidFill>
                <a:sym typeface="+mn-lt"/>
              </a:rPr>
              <a:t>任意</a:t>
            </a:r>
            <a:r>
              <a:rPr lang="zh-CN" altLang="en-US">
                <a:sym typeface="+mn-lt"/>
              </a:rPr>
              <a:t>的，即</a:t>
            </a:r>
            <a:r>
              <a:rPr lang="zh-CN" altLang="en-US" u="sng">
                <a:solidFill>
                  <a:srgbClr val="FF0000"/>
                </a:solidFill>
                <a:sym typeface="+mn-lt"/>
              </a:rPr>
              <a:t>逻辑上相邻的数据元素在物理上不一定相邻</a:t>
            </a:r>
          </a:p>
        </p:txBody>
      </p:sp>
      <p:sp>
        <p:nvSpPr>
          <p:cNvPr id="87043" name="Rectangle 6">
            <a:extLst>
              <a:ext uri="{FF2B5EF4-FFF2-40B4-BE49-F238E27FC236}">
                <a16:creationId xmlns:a16="http://schemas.microsoft.com/office/drawing/2014/main" id="{A45A3A1B-1C54-4BF3-A171-3F0C92977FA8}"/>
              </a:ext>
            </a:extLst>
          </p:cNvPr>
          <p:cNvSpPr>
            <a:spLocks noChangeArrowheads="1"/>
          </p:cNvSpPr>
          <p:nvPr/>
        </p:nvSpPr>
        <p:spPr bwMode="auto">
          <a:xfrm>
            <a:off x="900113" y="192088"/>
            <a:ext cx="651668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链表（链式存储结构）的特点</a:t>
            </a:r>
          </a:p>
        </p:txBody>
      </p:sp>
      <p:sp>
        <p:nvSpPr>
          <p:cNvPr id="478216" name="Rectangle 8">
            <a:extLst>
              <a:ext uri="{FF2B5EF4-FFF2-40B4-BE49-F238E27FC236}">
                <a16:creationId xmlns:a16="http://schemas.microsoft.com/office/drawing/2014/main" id="{C93F0FBB-E82A-4BF1-B9EF-67571243A72F}"/>
              </a:ext>
            </a:extLst>
          </p:cNvPr>
          <p:cNvSpPr>
            <a:spLocks noChangeArrowheads="1"/>
          </p:cNvSpPr>
          <p:nvPr/>
        </p:nvSpPr>
        <p:spPr bwMode="auto">
          <a:xfrm>
            <a:off x="849313" y="2836863"/>
            <a:ext cx="7756525" cy="153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访问时只能通过头指针进入链表，并通过每个结点的指针域向后扫描其余结点，所以寻找第一个结点和最后一个结点所花费的时间不等</a:t>
            </a:r>
          </a:p>
        </p:txBody>
      </p:sp>
      <p:sp>
        <p:nvSpPr>
          <p:cNvPr id="478218" name="Rectangle 10">
            <a:extLst>
              <a:ext uri="{FF2B5EF4-FFF2-40B4-BE49-F238E27FC236}">
                <a16:creationId xmlns:a16="http://schemas.microsoft.com/office/drawing/2014/main" id="{43E23034-C6A8-41A5-9CBE-717AC042B991}"/>
              </a:ext>
            </a:extLst>
          </p:cNvPr>
          <p:cNvSpPr>
            <a:spLocks noChangeArrowheads="1"/>
          </p:cNvSpPr>
          <p:nvPr/>
        </p:nvSpPr>
        <p:spPr bwMode="auto">
          <a:xfrm>
            <a:off x="501650" y="4946650"/>
            <a:ext cx="7962900" cy="527050"/>
          </a:xfrm>
          <a:prstGeom prst="rect">
            <a:avLst/>
          </a:prstGeom>
          <a:solidFill>
            <a:srgbClr val="9476B6"/>
          </a:solidFill>
          <a:ln>
            <a:noFill/>
          </a:ln>
        </p:spPr>
        <p:txBody>
          <a:bodyPr anchor="ct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　</a:t>
            </a:r>
            <a:r>
              <a:rPr lang="zh-CN" altLang="en-US">
                <a:solidFill>
                  <a:schemeClr val="bg1"/>
                </a:solidFill>
                <a:sym typeface="+mn-lt"/>
              </a:rPr>
              <a:t>这种存取元素的方法被称为</a:t>
            </a:r>
            <a:r>
              <a:rPr lang="zh-CN" altLang="en-US">
                <a:solidFill>
                  <a:srgbClr val="FFFF00"/>
                </a:solidFill>
                <a:sym typeface="+mn-lt"/>
              </a:rPr>
              <a:t>顺序存取法</a:t>
            </a:r>
          </a:p>
        </p:txBody>
      </p:sp>
      <p:grpSp>
        <p:nvGrpSpPr>
          <p:cNvPr id="91142" name="组合 5">
            <a:extLst>
              <a:ext uri="{FF2B5EF4-FFF2-40B4-BE49-F238E27FC236}">
                <a16:creationId xmlns:a16="http://schemas.microsoft.com/office/drawing/2014/main" id="{889296AF-F0C8-204E-9CD4-9CB2CC3332AB}"/>
              </a:ext>
            </a:extLst>
          </p:cNvPr>
          <p:cNvGrpSpPr>
            <a:grpSpLocks/>
          </p:cNvGrpSpPr>
          <p:nvPr/>
        </p:nvGrpSpPr>
        <p:grpSpPr bwMode="auto">
          <a:xfrm>
            <a:off x="501650" y="1657350"/>
            <a:ext cx="579438" cy="627063"/>
            <a:chOff x="6242320" y="1105727"/>
            <a:chExt cx="579005" cy="626656"/>
          </a:xfrm>
        </p:grpSpPr>
        <p:sp>
          <p:nvSpPr>
            <p:cNvPr id="91149" name="TextBox 6">
              <a:extLst>
                <a:ext uri="{FF2B5EF4-FFF2-40B4-BE49-F238E27FC236}">
                  <a16:creationId xmlns:a16="http://schemas.microsoft.com/office/drawing/2014/main" id="{EDBEC4C5-F40D-034E-80FE-CA81B627946B}"/>
                </a:ext>
              </a:extLst>
            </p:cNvPr>
            <p:cNvSpPr txBox="1">
              <a:spLocks noChangeArrowheads="1"/>
            </p:cNvSpPr>
            <p:nvPr/>
          </p:nvSpPr>
          <p:spPr bwMode="auto">
            <a:xfrm>
              <a:off x="6327224" y="1105727"/>
              <a:ext cx="4484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3200">
                  <a:solidFill>
                    <a:srgbClr val="FFB850"/>
                  </a:solidFill>
                  <a:latin typeface="Impact" panose="020B0806030902050204" pitchFamily="34" charset="0"/>
                </a:rPr>
                <a:t>01</a:t>
              </a:r>
              <a:endParaRPr lang="zh-CN" altLang="en-US" sz="3200">
                <a:solidFill>
                  <a:srgbClr val="FFB850"/>
                </a:solidFill>
                <a:latin typeface="微软雅黑" panose="020B0503020204020204" pitchFamily="34" charset="-122"/>
              </a:endParaRPr>
            </a:p>
          </p:txBody>
        </p:sp>
        <p:sp>
          <p:nvSpPr>
            <p:cNvPr id="91150" name="文本框 7">
              <a:extLst>
                <a:ext uri="{FF2B5EF4-FFF2-40B4-BE49-F238E27FC236}">
                  <a16:creationId xmlns:a16="http://schemas.microsoft.com/office/drawing/2014/main" id="{FADFA281-FCD4-F74C-8255-43C8D5EB92D1}"/>
                </a:ext>
              </a:extLst>
            </p:cNvPr>
            <p:cNvSpPr txBox="1">
              <a:spLocks noChangeArrowheads="1"/>
            </p:cNvSpPr>
            <p:nvPr/>
          </p:nvSpPr>
          <p:spPr bwMode="auto">
            <a:xfrm>
              <a:off x="6242320" y="1516939"/>
              <a:ext cx="57900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800" b="1">
                  <a:solidFill>
                    <a:srgbClr val="818181"/>
                  </a:solidFill>
                  <a:latin typeface="Leelawadee" panose="020B0502040204020203" pitchFamily="34" charset="-34"/>
                  <a:ea typeface="仿宋_GB2312" pitchFamily="49" charset="-122"/>
                  <a:cs typeface="Leelawadee" panose="020B0502040204020203" pitchFamily="34" charset="-34"/>
                </a:rPr>
                <a:t>OPTION</a:t>
              </a:r>
              <a:endParaRPr lang="zh-CN" altLang="en-US" sz="800" b="1">
                <a:solidFill>
                  <a:srgbClr val="818181"/>
                </a:solidFill>
                <a:latin typeface="Leelawadee" panose="020B0502040204020203" pitchFamily="34" charset="-34"/>
                <a:ea typeface="仿宋_GB2312" pitchFamily="49" charset="-122"/>
                <a:cs typeface="Leelawadee" panose="020B0502040204020203" pitchFamily="34" charset="-34"/>
              </a:endParaRPr>
            </a:p>
          </p:txBody>
        </p:sp>
      </p:grpSp>
      <p:grpSp>
        <p:nvGrpSpPr>
          <p:cNvPr id="90119" name="组合 8">
            <a:extLst>
              <a:ext uri="{FF2B5EF4-FFF2-40B4-BE49-F238E27FC236}">
                <a16:creationId xmlns:a16="http://schemas.microsoft.com/office/drawing/2014/main" id="{C3B197AE-73CE-294D-BB67-2DCFE4B6E490}"/>
              </a:ext>
            </a:extLst>
          </p:cNvPr>
          <p:cNvGrpSpPr>
            <a:grpSpLocks/>
          </p:cNvGrpSpPr>
          <p:nvPr/>
        </p:nvGrpSpPr>
        <p:grpSpPr bwMode="auto">
          <a:xfrm>
            <a:off x="490538" y="2935288"/>
            <a:ext cx="579437" cy="631825"/>
            <a:chOff x="6242320" y="2373233"/>
            <a:chExt cx="579005" cy="631762"/>
          </a:xfrm>
        </p:grpSpPr>
        <p:sp>
          <p:nvSpPr>
            <p:cNvPr id="91147" name="TextBox 6">
              <a:extLst>
                <a:ext uri="{FF2B5EF4-FFF2-40B4-BE49-F238E27FC236}">
                  <a16:creationId xmlns:a16="http://schemas.microsoft.com/office/drawing/2014/main" id="{B56C010A-EFE0-C643-ADF7-E9D48175D8AE}"/>
                </a:ext>
              </a:extLst>
            </p:cNvPr>
            <p:cNvSpPr txBox="1">
              <a:spLocks noChangeArrowheads="1"/>
            </p:cNvSpPr>
            <p:nvPr/>
          </p:nvSpPr>
          <p:spPr bwMode="auto">
            <a:xfrm>
              <a:off x="6327224" y="2373233"/>
              <a:ext cx="4484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3200">
                  <a:solidFill>
                    <a:srgbClr val="01ACBE"/>
                  </a:solidFill>
                  <a:latin typeface="Impact" panose="020B0806030902050204" pitchFamily="34" charset="0"/>
                </a:rPr>
                <a:t>02</a:t>
              </a:r>
              <a:endParaRPr lang="zh-CN" altLang="en-US" sz="3200">
                <a:solidFill>
                  <a:srgbClr val="01ACBE"/>
                </a:solidFill>
                <a:latin typeface="微软雅黑" panose="020B0503020204020204" pitchFamily="34" charset="-122"/>
              </a:endParaRPr>
            </a:p>
          </p:txBody>
        </p:sp>
        <p:sp>
          <p:nvSpPr>
            <p:cNvPr id="91148" name="文本框 10">
              <a:extLst>
                <a:ext uri="{FF2B5EF4-FFF2-40B4-BE49-F238E27FC236}">
                  <a16:creationId xmlns:a16="http://schemas.microsoft.com/office/drawing/2014/main" id="{A2A46EEB-0D39-AF48-B8DC-778BD35ADB8B}"/>
                </a:ext>
              </a:extLst>
            </p:cNvPr>
            <p:cNvSpPr txBox="1">
              <a:spLocks noChangeArrowheads="1"/>
            </p:cNvSpPr>
            <p:nvPr/>
          </p:nvSpPr>
          <p:spPr bwMode="auto">
            <a:xfrm>
              <a:off x="6242320" y="2789551"/>
              <a:ext cx="57900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800" b="1">
                  <a:solidFill>
                    <a:srgbClr val="818181"/>
                  </a:solidFill>
                  <a:latin typeface="Leelawadee" panose="020B0502040204020203" pitchFamily="34" charset="-34"/>
                  <a:ea typeface="仿宋_GB2312" pitchFamily="49" charset="-122"/>
                  <a:cs typeface="Leelawadee" panose="020B0502040204020203" pitchFamily="34" charset="-34"/>
                </a:rPr>
                <a:t>OPTION</a:t>
              </a:r>
              <a:endParaRPr lang="zh-CN" altLang="en-US" sz="800" b="1">
                <a:solidFill>
                  <a:srgbClr val="818181"/>
                </a:solidFill>
                <a:latin typeface="Leelawadee" panose="020B0502040204020203" pitchFamily="34" charset="-34"/>
                <a:ea typeface="仿宋_GB2312" pitchFamily="49" charset="-122"/>
                <a:cs typeface="Leelawadee" panose="020B0502040204020203" pitchFamily="34" charset="-34"/>
              </a:endParaRPr>
            </a:p>
          </p:txBody>
        </p:sp>
      </p:grpSp>
      <p:grpSp>
        <p:nvGrpSpPr>
          <p:cNvPr id="90120" name="组合 19">
            <a:extLst>
              <a:ext uri="{FF2B5EF4-FFF2-40B4-BE49-F238E27FC236}">
                <a16:creationId xmlns:a16="http://schemas.microsoft.com/office/drawing/2014/main" id="{AEAF542B-8742-7A47-97C2-CA0AB24BA79B}"/>
              </a:ext>
            </a:extLst>
          </p:cNvPr>
          <p:cNvGrpSpPr>
            <a:grpSpLocks/>
          </p:cNvGrpSpPr>
          <p:nvPr/>
        </p:nvGrpSpPr>
        <p:grpSpPr bwMode="auto">
          <a:xfrm>
            <a:off x="501650" y="2711450"/>
            <a:ext cx="7858125" cy="1766888"/>
            <a:chOff x="6259947" y="1896619"/>
            <a:chExt cx="6224421" cy="1766062"/>
          </a:xfrm>
        </p:grpSpPr>
        <p:cxnSp>
          <p:nvCxnSpPr>
            <p:cNvPr id="21" name="直接连接符 20">
              <a:extLst>
                <a:ext uri="{FF2B5EF4-FFF2-40B4-BE49-F238E27FC236}">
                  <a16:creationId xmlns:a16="http://schemas.microsoft.com/office/drawing/2014/main" id="{0F7189D1-64F4-4228-8800-3B232D86ECB2}"/>
                </a:ext>
              </a:extLst>
            </p:cNvPr>
            <p:cNvCxnSpPr/>
            <p:nvPr/>
          </p:nvCxnSpPr>
          <p:spPr>
            <a:xfrm>
              <a:off x="6327850" y="1896619"/>
              <a:ext cx="6156518" cy="0"/>
            </a:xfrm>
            <a:prstGeom prst="line">
              <a:avLst/>
            </a:prstGeom>
            <a:ln w="12700">
              <a:solidFill>
                <a:schemeClr val="bg2">
                  <a:lumMod val="20000"/>
                  <a:lumOff val="8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23891D5A-3D0C-42D0-AD7C-6D5424E9F660}"/>
                </a:ext>
              </a:extLst>
            </p:cNvPr>
            <p:cNvCxnSpPr/>
            <p:nvPr/>
          </p:nvCxnSpPr>
          <p:spPr>
            <a:xfrm flipV="1">
              <a:off x="6259947" y="3608731"/>
              <a:ext cx="6224421" cy="53950"/>
            </a:xfrm>
            <a:prstGeom prst="line">
              <a:avLst/>
            </a:prstGeom>
            <a:ln w="12700">
              <a:solidFill>
                <a:schemeClr val="bg2">
                  <a:lumMod val="20000"/>
                  <a:lumOff val="8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78216"/>
                                        </p:tgtEl>
                                        <p:attrNameLst>
                                          <p:attrName>style.visibility</p:attrName>
                                        </p:attrNameLst>
                                      </p:cBhvr>
                                      <p:to>
                                        <p:strVal val="visible"/>
                                      </p:to>
                                    </p:set>
                                    <p:animEffect transition="in" filter="box(in)">
                                      <p:cBhvr>
                                        <p:cTn id="7" dur="500"/>
                                        <p:tgtEl>
                                          <p:spTgt spid="478216"/>
                                        </p:tgtEl>
                                      </p:cBhvr>
                                    </p:animEffect>
                                  </p:childTnLst>
                                </p:cTn>
                              </p:par>
                              <p:par>
                                <p:cTn id="8" presetID="4" presetClass="entr" presetSubtype="16" fill="hold" nodeType="withEffect">
                                  <p:stCondLst>
                                    <p:cond delay="0"/>
                                  </p:stCondLst>
                                  <p:childTnLst>
                                    <p:set>
                                      <p:cBhvr>
                                        <p:cTn id="9" dur="1" fill="hold">
                                          <p:stCondLst>
                                            <p:cond delay="0"/>
                                          </p:stCondLst>
                                        </p:cTn>
                                        <p:tgtEl>
                                          <p:spTgt spid="90119"/>
                                        </p:tgtEl>
                                        <p:attrNameLst>
                                          <p:attrName>style.visibility</p:attrName>
                                        </p:attrNameLst>
                                      </p:cBhvr>
                                      <p:to>
                                        <p:strVal val="visible"/>
                                      </p:to>
                                    </p:set>
                                    <p:animEffect transition="in" filter="box(in)">
                                      <p:cBhvr>
                                        <p:cTn id="10" dur="500"/>
                                        <p:tgtEl>
                                          <p:spTgt spid="90119"/>
                                        </p:tgtEl>
                                      </p:cBhvr>
                                    </p:animEffect>
                                  </p:childTnLst>
                                </p:cTn>
                              </p:par>
                              <p:par>
                                <p:cTn id="11" presetID="4" presetClass="entr" presetSubtype="16" fill="hold" nodeType="withEffect">
                                  <p:stCondLst>
                                    <p:cond delay="0"/>
                                  </p:stCondLst>
                                  <p:childTnLst>
                                    <p:set>
                                      <p:cBhvr>
                                        <p:cTn id="12" dur="1" fill="hold">
                                          <p:stCondLst>
                                            <p:cond delay="0"/>
                                          </p:stCondLst>
                                        </p:cTn>
                                        <p:tgtEl>
                                          <p:spTgt spid="90120"/>
                                        </p:tgtEl>
                                        <p:attrNameLst>
                                          <p:attrName>style.visibility</p:attrName>
                                        </p:attrNameLst>
                                      </p:cBhvr>
                                      <p:to>
                                        <p:strVal val="visible"/>
                                      </p:to>
                                    </p:set>
                                    <p:animEffect transition="in" filter="box(in)">
                                      <p:cBhvr>
                                        <p:cTn id="13" dur="500"/>
                                        <p:tgtEl>
                                          <p:spTgt spid="90120"/>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478218"/>
                                        </p:tgtEl>
                                        <p:attrNameLst>
                                          <p:attrName>style.visibility</p:attrName>
                                        </p:attrNameLst>
                                      </p:cBhvr>
                                      <p:to>
                                        <p:strVal val="visible"/>
                                      </p:to>
                                    </p:set>
                                    <p:anim calcmode="lin" valueType="num">
                                      <p:cBhvr additive="base">
                                        <p:cTn id="18" dur="500" fill="hold"/>
                                        <p:tgtEl>
                                          <p:spTgt spid="478218"/>
                                        </p:tgtEl>
                                        <p:attrNameLst>
                                          <p:attrName>ppt_x</p:attrName>
                                        </p:attrNameLst>
                                      </p:cBhvr>
                                      <p:tavLst>
                                        <p:tav tm="0">
                                          <p:val>
                                            <p:strVal val="#ppt_x"/>
                                          </p:val>
                                        </p:tav>
                                        <p:tav tm="100000">
                                          <p:val>
                                            <p:strVal val="#ppt_x"/>
                                          </p:val>
                                        </p:tav>
                                      </p:tavLst>
                                    </p:anim>
                                    <p:anim calcmode="lin" valueType="num">
                                      <p:cBhvr additive="base">
                                        <p:cTn id="19" dur="500" fill="hold"/>
                                        <p:tgtEl>
                                          <p:spTgt spid="4782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8216" grpId="0"/>
      <p:bldP spid="478218"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7" name="Rectangle 7">
            <a:extLst>
              <a:ext uri="{FF2B5EF4-FFF2-40B4-BE49-F238E27FC236}">
                <a16:creationId xmlns:a16="http://schemas.microsoft.com/office/drawing/2014/main" id="{76C7505D-385A-419D-BB32-EA38AC697222}"/>
              </a:ext>
            </a:extLst>
          </p:cNvPr>
          <p:cNvSpPr>
            <a:spLocks noChangeArrowheads="1"/>
          </p:cNvSpPr>
          <p:nvPr/>
        </p:nvSpPr>
        <p:spPr bwMode="auto">
          <a:xfrm>
            <a:off x="900113" y="163513"/>
            <a:ext cx="52197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链表的优缺点</a:t>
            </a:r>
          </a:p>
        </p:txBody>
      </p:sp>
      <p:sp>
        <p:nvSpPr>
          <p:cNvPr id="92163" name="椭圆 9">
            <a:extLst>
              <a:ext uri="{FF2B5EF4-FFF2-40B4-BE49-F238E27FC236}">
                <a16:creationId xmlns:a16="http://schemas.microsoft.com/office/drawing/2014/main" id="{8E1B405D-73EB-1044-827D-1BCE6553E639}"/>
              </a:ext>
            </a:extLst>
          </p:cNvPr>
          <p:cNvSpPr>
            <a:spLocks noChangeArrowheads="1"/>
          </p:cNvSpPr>
          <p:nvPr/>
        </p:nvSpPr>
        <p:spPr bwMode="auto">
          <a:xfrm>
            <a:off x="900113" y="2387600"/>
            <a:ext cx="96837" cy="155575"/>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92164" name="椭圆 3">
            <a:extLst>
              <a:ext uri="{FF2B5EF4-FFF2-40B4-BE49-F238E27FC236}">
                <a16:creationId xmlns:a16="http://schemas.microsoft.com/office/drawing/2014/main" id="{C7640A43-090A-E841-B920-71AE09583C08}"/>
              </a:ext>
            </a:extLst>
          </p:cNvPr>
          <p:cNvSpPr>
            <a:spLocks noChangeArrowheads="1"/>
          </p:cNvSpPr>
          <p:nvPr/>
        </p:nvSpPr>
        <p:spPr bwMode="auto">
          <a:xfrm>
            <a:off x="1439863" y="5314950"/>
            <a:ext cx="95250" cy="157163"/>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92165" name="椭圆 4">
            <a:extLst>
              <a:ext uri="{FF2B5EF4-FFF2-40B4-BE49-F238E27FC236}">
                <a16:creationId xmlns:a16="http://schemas.microsoft.com/office/drawing/2014/main" id="{AE2F8D47-8EC1-424C-AD09-6D36AA71D405}"/>
              </a:ext>
            </a:extLst>
          </p:cNvPr>
          <p:cNvSpPr>
            <a:spLocks noChangeArrowheads="1"/>
          </p:cNvSpPr>
          <p:nvPr/>
        </p:nvSpPr>
        <p:spPr bwMode="auto">
          <a:xfrm>
            <a:off x="901700" y="5303838"/>
            <a:ext cx="96838" cy="157162"/>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92166" name="椭圆 6">
            <a:extLst>
              <a:ext uri="{FF2B5EF4-FFF2-40B4-BE49-F238E27FC236}">
                <a16:creationId xmlns:a16="http://schemas.microsoft.com/office/drawing/2014/main" id="{3A773E90-D2BD-F84C-8072-862203FB4157}"/>
              </a:ext>
            </a:extLst>
          </p:cNvPr>
          <p:cNvSpPr>
            <a:spLocks noChangeArrowheads="1"/>
          </p:cNvSpPr>
          <p:nvPr/>
        </p:nvSpPr>
        <p:spPr bwMode="auto">
          <a:xfrm>
            <a:off x="306388" y="5297488"/>
            <a:ext cx="95250" cy="155575"/>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92167" name="椭圆 8">
            <a:extLst>
              <a:ext uri="{FF2B5EF4-FFF2-40B4-BE49-F238E27FC236}">
                <a16:creationId xmlns:a16="http://schemas.microsoft.com/office/drawing/2014/main" id="{FA18F40A-DBFA-704B-B616-5AC91EC9CD75}"/>
              </a:ext>
            </a:extLst>
          </p:cNvPr>
          <p:cNvSpPr>
            <a:spLocks noChangeArrowheads="1"/>
          </p:cNvSpPr>
          <p:nvPr/>
        </p:nvSpPr>
        <p:spPr bwMode="auto">
          <a:xfrm>
            <a:off x="1436688" y="2398713"/>
            <a:ext cx="95250" cy="157162"/>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92168" name="椭圆 11">
            <a:extLst>
              <a:ext uri="{FF2B5EF4-FFF2-40B4-BE49-F238E27FC236}">
                <a16:creationId xmlns:a16="http://schemas.microsoft.com/office/drawing/2014/main" id="{6E606EC8-AABF-9040-B674-961B29BB6290}"/>
              </a:ext>
            </a:extLst>
          </p:cNvPr>
          <p:cNvSpPr>
            <a:spLocks noChangeArrowheads="1"/>
          </p:cNvSpPr>
          <p:nvPr/>
        </p:nvSpPr>
        <p:spPr bwMode="auto">
          <a:xfrm>
            <a:off x="301625" y="2386013"/>
            <a:ext cx="96838" cy="155575"/>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10" name="矩形 9">
            <a:extLst>
              <a:ext uri="{FF2B5EF4-FFF2-40B4-BE49-F238E27FC236}">
                <a16:creationId xmlns:a16="http://schemas.microsoft.com/office/drawing/2014/main" id="{C36AEC62-8200-4CB9-B5CD-DFD0380AC5C9}"/>
              </a:ext>
            </a:extLst>
          </p:cNvPr>
          <p:cNvSpPr>
            <a:spLocks noChangeArrowheads="1"/>
          </p:cNvSpPr>
          <p:nvPr/>
        </p:nvSpPr>
        <p:spPr bwMode="auto">
          <a:xfrm>
            <a:off x="0" y="2497138"/>
            <a:ext cx="9144000" cy="2867025"/>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lIns="4248000" rIns="252000" anchor="ctr"/>
          <a:lstStyle/>
          <a:p>
            <a:pPr algn="just" eaLnBrk="1" hangingPunct="1">
              <a:lnSpc>
                <a:spcPct val="130000"/>
              </a:lnSpc>
              <a:spcBef>
                <a:spcPts val="600"/>
              </a:spcBef>
              <a:spcAft>
                <a:spcPts val="600"/>
              </a:spcAft>
              <a:defRPr/>
            </a:pPr>
            <a:endParaRPr lang="zh-CN" altLang="en-US" dirty="0">
              <a:solidFill>
                <a:schemeClr val="tx1">
                  <a:lumMod val="65000"/>
                  <a:lumOff val="35000"/>
                </a:schemeClr>
              </a:solidFill>
              <a:latin typeface="微软雅黑" pitchFamily="34" charset="-122"/>
              <a:ea typeface="微软雅黑" pitchFamily="34" charset="-122"/>
            </a:endParaRPr>
          </a:p>
        </p:txBody>
      </p:sp>
      <p:sp>
        <p:nvSpPr>
          <p:cNvPr id="92170" name="圆角矩形 15">
            <a:extLst>
              <a:ext uri="{FF2B5EF4-FFF2-40B4-BE49-F238E27FC236}">
                <a16:creationId xmlns:a16="http://schemas.microsoft.com/office/drawing/2014/main" id="{CED88090-56C1-864D-961B-D440C7678BBF}"/>
              </a:ext>
            </a:extLst>
          </p:cNvPr>
          <p:cNvSpPr>
            <a:spLocks noChangeArrowheads="1"/>
          </p:cNvSpPr>
          <p:nvPr/>
        </p:nvSpPr>
        <p:spPr bwMode="auto">
          <a:xfrm>
            <a:off x="927100" y="2387600"/>
            <a:ext cx="493713" cy="3073400"/>
          </a:xfrm>
          <a:custGeom>
            <a:avLst/>
            <a:gdLst>
              <a:gd name="T0" fmla="*/ 2413 w 738285"/>
              <a:gd name="T1" fmla="*/ 7929 h 4248500"/>
              <a:gd name="T2" fmla="*/ 334 w 738285"/>
              <a:gd name="T3" fmla="*/ 1 h 4248500"/>
              <a:gd name="T4" fmla="*/ 16857 w 738285"/>
              <a:gd name="T5" fmla="*/ 1 h 4248500"/>
              <a:gd name="T6" fmla="*/ 19746 w 738285"/>
              <a:gd name="T7" fmla="*/ 5861 h 4248500"/>
              <a:gd name="T8" fmla="*/ 19746 w 738285"/>
              <a:gd name="T9" fmla="*/ 224647 h 4248500"/>
              <a:gd name="T10" fmla="*/ 16857 w 738285"/>
              <a:gd name="T11" fmla="*/ 230508 h 4248500"/>
              <a:gd name="T12" fmla="*/ 971 w 738285"/>
              <a:gd name="T13" fmla="*/ 230508 h 4248500"/>
              <a:gd name="T14" fmla="*/ 2413 w 738285"/>
              <a:gd name="T15" fmla="*/ 224647 h 4248500"/>
              <a:gd name="T16" fmla="*/ 2413 w 738285"/>
              <a:gd name="T17" fmla="*/ 7929 h 424850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8285"/>
              <a:gd name="T28" fmla="*/ 0 h 4248500"/>
              <a:gd name="T29" fmla="*/ 738285 w 738285"/>
              <a:gd name="T30" fmla="*/ 4248500 h 424850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8285" h="4248500">
                <a:moveTo>
                  <a:pt x="90213" y="146124"/>
                </a:moveTo>
                <a:cubicBezTo>
                  <a:pt x="128313" y="-4018"/>
                  <a:pt x="-47164" y="10"/>
                  <a:pt x="12490" y="10"/>
                </a:cubicBezTo>
                <a:lnTo>
                  <a:pt x="630271" y="10"/>
                </a:lnTo>
                <a:cubicBezTo>
                  <a:pt x="689925" y="10"/>
                  <a:pt x="738285" y="48370"/>
                  <a:pt x="738285" y="108024"/>
                </a:cubicBezTo>
                <a:lnTo>
                  <a:pt x="738285" y="4140468"/>
                </a:lnTo>
                <a:cubicBezTo>
                  <a:pt x="738285" y="4200122"/>
                  <a:pt x="689925" y="4248482"/>
                  <a:pt x="630271" y="4248482"/>
                </a:cubicBezTo>
                <a:lnTo>
                  <a:pt x="36302" y="4248482"/>
                </a:lnTo>
                <a:cubicBezTo>
                  <a:pt x="-23352" y="4248482"/>
                  <a:pt x="94976" y="4252509"/>
                  <a:pt x="90213" y="4140468"/>
                </a:cubicBezTo>
                <a:lnTo>
                  <a:pt x="90213" y="146124"/>
                </a:lnTo>
                <a:close/>
              </a:path>
            </a:pathLst>
          </a:custGeom>
          <a:solidFill>
            <a:srgbClr val="FFC000"/>
          </a:solidFill>
          <a:ln>
            <a:noFill/>
          </a:ln>
          <a:extLst>
            <a:ext uri="{91240B29-F687-4F45-9708-019B960494DF}">
              <a14:hiddenLine xmlns:a14="http://schemas.microsoft.com/office/drawing/2010/main" w="9525">
                <a:solidFill>
                  <a:srgbClr val="000000"/>
                </a:solidFill>
                <a:round/>
                <a:headEnd/>
                <a:tailEnd/>
              </a14:hiddenLine>
            </a:ext>
          </a:extLst>
        </p:spPr>
        <p:txBody>
          <a:bodyPr vert="eaVert" lIns="72000" tIns="0" rIns="0" bIns="0" anchor="ctr"/>
          <a:lstStyle/>
          <a:p>
            <a:endParaRPr lang="en-US"/>
          </a:p>
        </p:txBody>
      </p:sp>
      <p:sp>
        <p:nvSpPr>
          <p:cNvPr id="92171" name="圆角矩形 15">
            <a:extLst>
              <a:ext uri="{FF2B5EF4-FFF2-40B4-BE49-F238E27FC236}">
                <a16:creationId xmlns:a16="http://schemas.microsoft.com/office/drawing/2014/main" id="{D58E33AA-7557-AA4E-AD05-3C431FC77CFA}"/>
              </a:ext>
            </a:extLst>
          </p:cNvPr>
          <p:cNvSpPr>
            <a:spLocks noChangeArrowheads="1"/>
          </p:cNvSpPr>
          <p:nvPr/>
        </p:nvSpPr>
        <p:spPr bwMode="auto">
          <a:xfrm>
            <a:off x="331788" y="2382838"/>
            <a:ext cx="492125" cy="3073400"/>
          </a:xfrm>
          <a:custGeom>
            <a:avLst/>
            <a:gdLst>
              <a:gd name="T0" fmla="*/ 2344 w 738285"/>
              <a:gd name="T1" fmla="*/ 7929 h 4248500"/>
              <a:gd name="T2" fmla="*/ 325 w 738285"/>
              <a:gd name="T3" fmla="*/ 1 h 4248500"/>
              <a:gd name="T4" fmla="*/ 16375 w 738285"/>
              <a:gd name="T5" fmla="*/ 1 h 4248500"/>
              <a:gd name="T6" fmla="*/ 19181 w 738285"/>
              <a:gd name="T7" fmla="*/ 5861 h 4248500"/>
              <a:gd name="T8" fmla="*/ 19181 w 738285"/>
              <a:gd name="T9" fmla="*/ 224647 h 4248500"/>
              <a:gd name="T10" fmla="*/ 16375 w 738285"/>
              <a:gd name="T11" fmla="*/ 230508 h 4248500"/>
              <a:gd name="T12" fmla="*/ 943 w 738285"/>
              <a:gd name="T13" fmla="*/ 230508 h 4248500"/>
              <a:gd name="T14" fmla="*/ 2344 w 738285"/>
              <a:gd name="T15" fmla="*/ 224647 h 4248500"/>
              <a:gd name="T16" fmla="*/ 2344 w 738285"/>
              <a:gd name="T17" fmla="*/ 7929 h 424850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8285"/>
              <a:gd name="T28" fmla="*/ 0 h 4248500"/>
              <a:gd name="T29" fmla="*/ 738285 w 738285"/>
              <a:gd name="T30" fmla="*/ 4248500 h 424850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8285" h="4248500">
                <a:moveTo>
                  <a:pt x="90213" y="146124"/>
                </a:moveTo>
                <a:cubicBezTo>
                  <a:pt x="128313" y="-4018"/>
                  <a:pt x="-47164" y="10"/>
                  <a:pt x="12490" y="10"/>
                </a:cubicBezTo>
                <a:lnTo>
                  <a:pt x="630271" y="10"/>
                </a:lnTo>
                <a:cubicBezTo>
                  <a:pt x="689925" y="10"/>
                  <a:pt x="738285" y="48370"/>
                  <a:pt x="738285" y="108024"/>
                </a:cubicBezTo>
                <a:lnTo>
                  <a:pt x="738285" y="4140468"/>
                </a:lnTo>
                <a:cubicBezTo>
                  <a:pt x="738285" y="4200122"/>
                  <a:pt x="689925" y="4248482"/>
                  <a:pt x="630271" y="4248482"/>
                </a:cubicBezTo>
                <a:lnTo>
                  <a:pt x="36302" y="4248482"/>
                </a:lnTo>
                <a:cubicBezTo>
                  <a:pt x="-23352" y="4248482"/>
                  <a:pt x="94976" y="4252509"/>
                  <a:pt x="90213" y="4140468"/>
                </a:cubicBezTo>
                <a:lnTo>
                  <a:pt x="90213" y="146124"/>
                </a:lnTo>
                <a:close/>
              </a:path>
            </a:pathLst>
          </a:custGeom>
          <a:solidFill>
            <a:srgbClr val="9476B6"/>
          </a:solidFill>
          <a:ln>
            <a:noFill/>
          </a:ln>
          <a:extLst>
            <a:ext uri="{91240B29-F687-4F45-9708-019B960494DF}">
              <a14:hiddenLine xmlns:a14="http://schemas.microsoft.com/office/drawing/2010/main" w="9525">
                <a:solidFill>
                  <a:srgbClr val="000000"/>
                </a:solidFill>
                <a:round/>
                <a:headEnd/>
                <a:tailEnd/>
              </a14:hiddenLine>
            </a:ext>
          </a:extLst>
        </p:spPr>
        <p:txBody>
          <a:bodyPr vert="eaVert" lIns="72000" tIns="0" rIns="0" bIns="0" anchor="ctr"/>
          <a:lstStyle/>
          <a:p>
            <a:endParaRPr lang="en-US"/>
          </a:p>
        </p:txBody>
      </p:sp>
      <p:sp>
        <p:nvSpPr>
          <p:cNvPr id="13" name="圆角矩形 15">
            <a:extLst>
              <a:ext uri="{FF2B5EF4-FFF2-40B4-BE49-F238E27FC236}">
                <a16:creationId xmlns:a16="http://schemas.microsoft.com/office/drawing/2014/main" id="{925B1B83-69C6-4DCC-8EE7-9ECD2283B065}"/>
              </a:ext>
            </a:extLst>
          </p:cNvPr>
          <p:cNvSpPr>
            <a:spLocks noChangeArrowheads="1"/>
          </p:cNvSpPr>
          <p:nvPr/>
        </p:nvSpPr>
        <p:spPr bwMode="auto">
          <a:xfrm>
            <a:off x="1465263" y="2398713"/>
            <a:ext cx="492125" cy="3073400"/>
          </a:xfrm>
          <a:custGeom>
            <a:avLst/>
            <a:gdLst>
              <a:gd name="T0" fmla="*/ 26719 w 738285"/>
              <a:gd name="T1" fmla="*/ 55318 h 4248500"/>
              <a:gd name="T2" fmla="*/ 3700 w 738285"/>
              <a:gd name="T3" fmla="*/ 4 h 4248500"/>
              <a:gd name="T4" fmla="*/ 186673 w 738285"/>
              <a:gd name="T5" fmla="*/ 4 h 4248500"/>
              <a:gd name="T6" fmla="*/ 218664 w 738285"/>
              <a:gd name="T7" fmla="*/ 40895 h 4248500"/>
              <a:gd name="T8" fmla="*/ 218664 w 738285"/>
              <a:gd name="T9" fmla="*/ 1567472 h 4248500"/>
              <a:gd name="T10" fmla="*/ 186673 w 738285"/>
              <a:gd name="T11" fmla="*/ 1608364 h 4248500"/>
              <a:gd name="T12" fmla="*/ 10752 w 738285"/>
              <a:gd name="T13" fmla="*/ 1608364 h 4248500"/>
              <a:gd name="T14" fmla="*/ 26719 w 738285"/>
              <a:gd name="T15" fmla="*/ 1567472 h 4248500"/>
              <a:gd name="T16" fmla="*/ 26719 w 738285"/>
              <a:gd name="T17" fmla="*/ 55318 h 424850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8285"/>
              <a:gd name="T28" fmla="*/ 0 h 4248500"/>
              <a:gd name="T29" fmla="*/ 738285 w 738285"/>
              <a:gd name="T30" fmla="*/ 4248500 h 424850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8285" h="4248500">
                <a:moveTo>
                  <a:pt x="90213" y="146124"/>
                </a:moveTo>
                <a:cubicBezTo>
                  <a:pt x="128313" y="-4018"/>
                  <a:pt x="-47164" y="10"/>
                  <a:pt x="12490" y="10"/>
                </a:cubicBezTo>
                <a:lnTo>
                  <a:pt x="630271" y="10"/>
                </a:lnTo>
                <a:cubicBezTo>
                  <a:pt x="689925" y="10"/>
                  <a:pt x="738285" y="48370"/>
                  <a:pt x="738285" y="108024"/>
                </a:cubicBezTo>
                <a:lnTo>
                  <a:pt x="738285" y="4140468"/>
                </a:lnTo>
                <a:cubicBezTo>
                  <a:pt x="738285" y="4200122"/>
                  <a:pt x="689925" y="4248482"/>
                  <a:pt x="630271" y="4248482"/>
                </a:cubicBezTo>
                <a:lnTo>
                  <a:pt x="36302" y="4248482"/>
                </a:lnTo>
                <a:cubicBezTo>
                  <a:pt x="-23352" y="4248482"/>
                  <a:pt x="94976" y="4252509"/>
                  <a:pt x="90213" y="4140468"/>
                </a:cubicBezTo>
                <a:lnTo>
                  <a:pt x="90213" y="146124"/>
                </a:lnTo>
                <a:close/>
              </a:path>
            </a:pathLst>
          </a:custGeom>
          <a:solidFill>
            <a:schemeClr val="bg2">
              <a:lumMod val="60000"/>
              <a:lumOff val="40000"/>
            </a:schemeClr>
          </a:solidFill>
          <a:ln>
            <a:noFill/>
          </a:ln>
        </p:spPr>
        <p:txBody>
          <a:bodyPr vert="eaVert" lIns="72000" tIns="0" rIns="0" bIns="0" anchor="ctr"/>
          <a:lstStyle/>
          <a:p>
            <a:pPr algn="ctr" eaLnBrk="1" hangingPunct="1">
              <a:defRPr/>
            </a:pPr>
            <a:endParaRPr lang="zh-CN" altLang="en-US" dirty="0">
              <a:solidFill>
                <a:srgbClr val="FFFFFF"/>
              </a:solidFill>
              <a:latin typeface="微软雅黑" pitchFamily="34" charset="-122"/>
              <a:ea typeface="微软雅黑" pitchFamily="34" charset="-122"/>
            </a:endParaRPr>
          </a:p>
        </p:txBody>
      </p:sp>
      <p:sp>
        <p:nvSpPr>
          <p:cNvPr id="464901" name="Rectangle 5">
            <a:extLst>
              <a:ext uri="{FF2B5EF4-FFF2-40B4-BE49-F238E27FC236}">
                <a16:creationId xmlns:a16="http://schemas.microsoft.com/office/drawing/2014/main" id="{26EA7F7A-90CB-46C6-B0C8-D9EFDB4E7771}"/>
              </a:ext>
            </a:extLst>
          </p:cNvPr>
          <p:cNvSpPr>
            <a:spLocks noChangeArrowheads="1"/>
          </p:cNvSpPr>
          <p:nvPr/>
        </p:nvSpPr>
        <p:spPr bwMode="auto">
          <a:xfrm>
            <a:off x="2154238" y="3000375"/>
            <a:ext cx="6784975" cy="1860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a:solidFill>
                  <a:schemeClr val="accent2"/>
                </a:solidFill>
                <a:sym typeface="+mn-lt"/>
              </a:rPr>
              <a:t>优点</a:t>
            </a:r>
          </a:p>
          <a:p>
            <a:pPr lvl="1"/>
            <a:r>
              <a:rPr lang="zh-CN" altLang="en-US" sz="2400">
                <a:sym typeface="+mn-lt"/>
              </a:rPr>
              <a:t>数据元素的个数可以自由扩充</a:t>
            </a:r>
          </a:p>
          <a:p>
            <a:pPr lvl="1"/>
            <a:r>
              <a:rPr lang="zh-CN" altLang="en-US" sz="2400">
                <a:sym typeface="+mn-lt"/>
              </a:rPr>
              <a:t>插入、删除等操作不必移动数据，只需修改链接指针，修改效率较高</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64901">
                                            <p:txEl>
                                              <p:pRg st="0" end="0"/>
                                            </p:txEl>
                                          </p:spTgt>
                                        </p:tgtEl>
                                        <p:attrNameLst>
                                          <p:attrName>style.visibility</p:attrName>
                                        </p:attrNameLst>
                                      </p:cBhvr>
                                      <p:to>
                                        <p:strVal val="visible"/>
                                      </p:to>
                                    </p:set>
                                    <p:anim calcmode="lin" valueType="num">
                                      <p:cBhvr additive="base">
                                        <p:cTn id="7" dur="500" fill="hold"/>
                                        <p:tgtEl>
                                          <p:spTgt spid="46490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46490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464901">
                                            <p:txEl>
                                              <p:pRg st="1" end="1"/>
                                            </p:txEl>
                                          </p:spTgt>
                                        </p:tgtEl>
                                        <p:attrNameLst>
                                          <p:attrName>style.visibility</p:attrName>
                                        </p:attrNameLst>
                                      </p:cBhvr>
                                      <p:to>
                                        <p:strVal val="visible"/>
                                      </p:to>
                                    </p:set>
                                    <p:anim calcmode="lin" valueType="num">
                                      <p:cBhvr additive="base">
                                        <p:cTn id="13" dur="500" fill="hold"/>
                                        <p:tgtEl>
                                          <p:spTgt spid="46490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46490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464901">
                                            <p:txEl>
                                              <p:pRg st="2" end="2"/>
                                            </p:txEl>
                                          </p:spTgt>
                                        </p:tgtEl>
                                        <p:attrNameLst>
                                          <p:attrName>style.visibility</p:attrName>
                                        </p:attrNameLst>
                                      </p:cBhvr>
                                      <p:to>
                                        <p:strVal val="visible"/>
                                      </p:to>
                                    </p:set>
                                    <p:anim calcmode="lin" valueType="num">
                                      <p:cBhvr additive="base">
                                        <p:cTn id="19" dur="500" fill="hold"/>
                                        <p:tgtEl>
                                          <p:spTgt spid="46490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464901">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4901" grpId="0" build="p" bldLvl="2"/>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椭圆 9">
            <a:extLst>
              <a:ext uri="{FF2B5EF4-FFF2-40B4-BE49-F238E27FC236}">
                <a16:creationId xmlns:a16="http://schemas.microsoft.com/office/drawing/2014/main" id="{CDD03F14-DC54-B146-A5FB-1EC4E3147646}"/>
              </a:ext>
            </a:extLst>
          </p:cNvPr>
          <p:cNvSpPr>
            <a:spLocks noChangeArrowheads="1"/>
          </p:cNvSpPr>
          <p:nvPr/>
        </p:nvSpPr>
        <p:spPr bwMode="auto">
          <a:xfrm>
            <a:off x="900113" y="1311275"/>
            <a:ext cx="96837" cy="155575"/>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93187" name="椭圆 3">
            <a:extLst>
              <a:ext uri="{FF2B5EF4-FFF2-40B4-BE49-F238E27FC236}">
                <a16:creationId xmlns:a16="http://schemas.microsoft.com/office/drawing/2014/main" id="{30D55940-89D3-5F45-8C5B-B1CFF2E78E3A}"/>
              </a:ext>
            </a:extLst>
          </p:cNvPr>
          <p:cNvSpPr>
            <a:spLocks noChangeArrowheads="1"/>
          </p:cNvSpPr>
          <p:nvPr/>
        </p:nvSpPr>
        <p:spPr bwMode="auto">
          <a:xfrm>
            <a:off x="1439863" y="4238625"/>
            <a:ext cx="95250" cy="157163"/>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93188" name="椭圆 4">
            <a:extLst>
              <a:ext uri="{FF2B5EF4-FFF2-40B4-BE49-F238E27FC236}">
                <a16:creationId xmlns:a16="http://schemas.microsoft.com/office/drawing/2014/main" id="{0000E4D3-9080-FF4E-A6B6-92CAFDF5792F}"/>
              </a:ext>
            </a:extLst>
          </p:cNvPr>
          <p:cNvSpPr>
            <a:spLocks noChangeArrowheads="1"/>
          </p:cNvSpPr>
          <p:nvPr/>
        </p:nvSpPr>
        <p:spPr bwMode="auto">
          <a:xfrm>
            <a:off x="901700" y="4227513"/>
            <a:ext cx="96838" cy="157162"/>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93189" name="椭圆 12">
            <a:extLst>
              <a:ext uri="{FF2B5EF4-FFF2-40B4-BE49-F238E27FC236}">
                <a16:creationId xmlns:a16="http://schemas.microsoft.com/office/drawing/2014/main" id="{5180E1C7-0A15-DC43-9C3D-FB8B3A7D3BE9}"/>
              </a:ext>
            </a:extLst>
          </p:cNvPr>
          <p:cNvSpPr>
            <a:spLocks noChangeArrowheads="1"/>
          </p:cNvSpPr>
          <p:nvPr/>
        </p:nvSpPr>
        <p:spPr bwMode="auto">
          <a:xfrm>
            <a:off x="306388" y="4221163"/>
            <a:ext cx="95250" cy="155575"/>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93190" name="椭圆 8">
            <a:extLst>
              <a:ext uri="{FF2B5EF4-FFF2-40B4-BE49-F238E27FC236}">
                <a16:creationId xmlns:a16="http://schemas.microsoft.com/office/drawing/2014/main" id="{656E3832-3F65-044A-8011-55985AE165E6}"/>
              </a:ext>
            </a:extLst>
          </p:cNvPr>
          <p:cNvSpPr>
            <a:spLocks noChangeArrowheads="1"/>
          </p:cNvSpPr>
          <p:nvPr/>
        </p:nvSpPr>
        <p:spPr bwMode="auto">
          <a:xfrm>
            <a:off x="1436688" y="1322388"/>
            <a:ext cx="95250" cy="157162"/>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93191" name="椭圆 11">
            <a:extLst>
              <a:ext uri="{FF2B5EF4-FFF2-40B4-BE49-F238E27FC236}">
                <a16:creationId xmlns:a16="http://schemas.microsoft.com/office/drawing/2014/main" id="{653E92C6-604E-B845-BCDF-7F2428C2A41F}"/>
              </a:ext>
            </a:extLst>
          </p:cNvPr>
          <p:cNvSpPr>
            <a:spLocks noChangeArrowheads="1"/>
          </p:cNvSpPr>
          <p:nvPr/>
        </p:nvSpPr>
        <p:spPr bwMode="auto">
          <a:xfrm>
            <a:off x="301625" y="1309688"/>
            <a:ext cx="96838" cy="155575"/>
          </a:xfrm>
          <a:prstGeom prst="ellipse">
            <a:avLst/>
          </a:prstGeom>
          <a:solidFill>
            <a:srgbClr val="595959"/>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pPr>
            <a:endParaRPr lang="zh-CN" altLang="en-US" sz="2800">
              <a:solidFill>
                <a:srgbClr val="FFFFFF"/>
              </a:solidFill>
              <a:latin typeface="Arial Narrow" panose="020B0604020202020204" pitchFamily="34" charset="0"/>
            </a:endParaRPr>
          </a:p>
        </p:txBody>
      </p:sp>
      <p:sp>
        <p:nvSpPr>
          <p:cNvPr id="16" name="矩形 15">
            <a:extLst>
              <a:ext uri="{FF2B5EF4-FFF2-40B4-BE49-F238E27FC236}">
                <a16:creationId xmlns:a16="http://schemas.microsoft.com/office/drawing/2014/main" id="{7F988C01-9F9A-4311-957D-79B0D8878EDE}"/>
              </a:ext>
            </a:extLst>
          </p:cNvPr>
          <p:cNvSpPr>
            <a:spLocks noChangeArrowheads="1"/>
          </p:cNvSpPr>
          <p:nvPr/>
        </p:nvSpPr>
        <p:spPr bwMode="auto">
          <a:xfrm>
            <a:off x="0" y="1420813"/>
            <a:ext cx="9144000" cy="2867025"/>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lIns="4248000" rIns="252000" anchor="ctr"/>
          <a:lstStyle/>
          <a:p>
            <a:pPr algn="just" eaLnBrk="1" hangingPunct="1">
              <a:lnSpc>
                <a:spcPct val="130000"/>
              </a:lnSpc>
              <a:spcBef>
                <a:spcPts val="600"/>
              </a:spcBef>
              <a:spcAft>
                <a:spcPts val="600"/>
              </a:spcAft>
              <a:defRPr/>
            </a:pPr>
            <a:endParaRPr lang="zh-CN" altLang="en-US" dirty="0">
              <a:solidFill>
                <a:schemeClr val="tx1">
                  <a:lumMod val="65000"/>
                  <a:lumOff val="35000"/>
                </a:schemeClr>
              </a:solidFill>
              <a:latin typeface="微软雅黑" pitchFamily="34" charset="-122"/>
              <a:ea typeface="微软雅黑" pitchFamily="34" charset="-122"/>
            </a:endParaRPr>
          </a:p>
        </p:txBody>
      </p:sp>
      <p:sp>
        <p:nvSpPr>
          <p:cNvPr id="93193" name="圆角矩形 15">
            <a:extLst>
              <a:ext uri="{FF2B5EF4-FFF2-40B4-BE49-F238E27FC236}">
                <a16:creationId xmlns:a16="http://schemas.microsoft.com/office/drawing/2014/main" id="{C4B914CA-6C83-654D-8959-F9CB4B3DFCC9}"/>
              </a:ext>
            </a:extLst>
          </p:cNvPr>
          <p:cNvSpPr>
            <a:spLocks noChangeArrowheads="1"/>
          </p:cNvSpPr>
          <p:nvPr/>
        </p:nvSpPr>
        <p:spPr bwMode="auto">
          <a:xfrm>
            <a:off x="927100" y="1311275"/>
            <a:ext cx="493713" cy="3073400"/>
          </a:xfrm>
          <a:custGeom>
            <a:avLst/>
            <a:gdLst>
              <a:gd name="T0" fmla="*/ 2413 w 738285"/>
              <a:gd name="T1" fmla="*/ 7929 h 4248500"/>
              <a:gd name="T2" fmla="*/ 334 w 738285"/>
              <a:gd name="T3" fmla="*/ 1 h 4248500"/>
              <a:gd name="T4" fmla="*/ 16857 w 738285"/>
              <a:gd name="T5" fmla="*/ 1 h 4248500"/>
              <a:gd name="T6" fmla="*/ 19746 w 738285"/>
              <a:gd name="T7" fmla="*/ 5861 h 4248500"/>
              <a:gd name="T8" fmla="*/ 19746 w 738285"/>
              <a:gd name="T9" fmla="*/ 224647 h 4248500"/>
              <a:gd name="T10" fmla="*/ 16857 w 738285"/>
              <a:gd name="T11" fmla="*/ 230508 h 4248500"/>
              <a:gd name="T12" fmla="*/ 971 w 738285"/>
              <a:gd name="T13" fmla="*/ 230508 h 4248500"/>
              <a:gd name="T14" fmla="*/ 2413 w 738285"/>
              <a:gd name="T15" fmla="*/ 224647 h 4248500"/>
              <a:gd name="T16" fmla="*/ 2413 w 738285"/>
              <a:gd name="T17" fmla="*/ 7929 h 424850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8285"/>
              <a:gd name="T28" fmla="*/ 0 h 4248500"/>
              <a:gd name="T29" fmla="*/ 738285 w 738285"/>
              <a:gd name="T30" fmla="*/ 4248500 h 424850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8285" h="4248500">
                <a:moveTo>
                  <a:pt x="90213" y="146124"/>
                </a:moveTo>
                <a:cubicBezTo>
                  <a:pt x="128313" y="-4018"/>
                  <a:pt x="-47164" y="10"/>
                  <a:pt x="12490" y="10"/>
                </a:cubicBezTo>
                <a:lnTo>
                  <a:pt x="630271" y="10"/>
                </a:lnTo>
                <a:cubicBezTo>
                  <a:pt x="689925" y="10"/>
                  <a:pt x="738285" y="48370"/>
                  <a:pt x="738285" y="108024"/>
                </a:cubicBezTo>
                <a:lnTo>
                  <a:pt x="738285" y="4140468"/>
                </a:lnTo>
                <a:cubicBezTo>
                  <a:pt x="738285" y="4200122"/>
                  <a:pt x="689925" y="4248482"/>
                  <a:pt x="630271" y="4248482"/>
                </a:cubicBezTo>
                <a:lnTo>
                  <a:pt x="36302" y="4248482"/>
                </a:lnTo>
                <a:cubicBezTo>
                  <a:pt x="-23352" y="4248482"/>
                  <a:pt x="94976" y="4252509"/>
                  <a:pt x="90213" y="4140468"/>
                </a:cubicBezTo>
                <a:lnTo>
                  <a:pt x="90213" y="146124"/>
                </a:lnTo>
                <a:close/>
              </a:path>
            </a:pathLst>
          </a:custGeom>
          <a:solidFill>
            <a:srgbClr val="FFC000"/>
          </a:solidFill>
          <a:ln>
            <a:noFill/>
          </a:ln>
          <a:extLst>
            <a:ext uri="{91240B29-F687-4F45-9708-019B960494DF}">
              <a14:hiddenLine xmlns:a14="http://schemas.microsoft.com/office/drawing/2010/main" w="9525">
                <a:solidFill>
                  <a:srgbClr val="000000"/>
                </a:solidFill>
                <a:round/>
                <a:headEnd/>
                <a:tailEnd/>
              </a14:hiddenLine>
            </a:ext>
          </a:extLst>
        </p:spPr>
        <p:txBody>
          <a:bodyPr vert="eaVert" lIns="72000" tIns="0" rIns="0" bIns="0" anchor="ctr"/>
          <a:lstStyle/>
          <a:p>
            <a:endParaRPr lang="en-US"/>
          </a:p>
        </p:txBody>
      </p:sp>
      <p:sp>
        <p:nvSpPr>
          <p:cNvPr id="93194" name="圆角矩形 15">
            <a:extLst>
              <a:ext uri="{FF2B5EF4-FFF2-40B4-BE49-F238E27FC236}">
                <a16:creationId xmlns:a16="http://schemas.microsoft.com/office/drawing/2014/main" id="{C9737324-1A31-344C-B198-427ADCFA12BB}"/>
              </a:ext>
            </a:extLst>
          </p:cNvPr>
          <p:cNvSpPr>
            <a:spLocks noChangeArrowheads="1"/>
          </p:cNvSpPr>
          <p:nvPr/>
        </p:nvSpPr>
        <p:spPr bwMode="auto">
          <a:xfrm>
            <a:off x="331788" y="1306513"/>
            <a:ext cx="492125" cy="3073400"/>
          </a:xfrm>
          <a:custGeom>
            <a:avLst/>
            <a:gdLst>
              <a:gd name="T0" fmla="*/ 2344 w 738285"/>
              <a:gd name="T1" fmla="*/ 7929 h 4248500"/>
              <a:gd name="T2" fmla="*/ 325 w 738285"/>
              <a:gd name="T3" fmla="*/ 1 h 4248500"/>
              <a:gd name="T4" fmla="*/ 16375 w 738285"/>
              <a:gd name="T5" fmla="*/ 1 h 4248500"/>
              <a:gd name="T6" fmla="*/ 19181 w 738285"/>
              <a:gd name="T7" fmla="*/ 5861 h 4248500"/>
              <a:gd name="T8" fmla="*/ 19181 w 738285"/>
              <a:gd name="T9" fmla="*/ 224647 h 4248500"/>
              <a:gd name="T10" fmla="*/ 16375 w 738285"/>
              <a:gd name="T11" fmla="*/ 230508 h 4248500"/>
              <a:gd name="T12" fmla="*/ 943 w 738285"/>
              <a:gd name="T13" fmla="*/ 230508 h 4248500"/>
              <a:gd name="T14" fmla="*/ 2344 w 738285"/>
              <a:gd name="T15" fmla="*/ 224647 h 4248500"/>
              <a:gd name="T16" fmla="*/ 2344 w 738285"/>
              <a:gd name="T17" fmla="*/ 7929 h 424850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8285"/>
              <a:gd name="T28" fmla="*/ 0 h 4248500"/>
              <a:gd name="T29" fmla="*/ 738285 w 738285"/>
              <a:gd name="T30" fmla="*/ 4248500 h 424850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8285" h="4248500">
                <a:moveTo>
                  <a:pt x="90213" y="146124"/>
                </a:moveTo>
                <a:cubicBezTo>
                  <a:pt x="128313" y="-4018"/>
                  <a:pt x="-47164" y="10"/>
                  <a:pt x="12490" y="10"/>
                </a:cubicBezTo>
                <a:lnTo>
                  <a:pt x="630271" y="10"/>
                </a:lnTo>
                <a:cubicBezTo>
                  <a:pt x="689925" y="10"/>
                  <a:pt x="738285" y="48370"/>
                  <a:pt x="738285" y="108024"/>
                </a:cubicBezTo>
                <a:lnTo>
                  <a:pt x="738285" y="4140468"/>
                </a:lnTo>
                <a:cubicBezTo>
                  <a:pt x="738285" y="4200122"/>
                  <a:pt x="689925" y="4248482"/>
                  <a:pt x="630271" y="4248482"/>
                </a:cubicBezTo>
                <a:lnTo>
                  <a:pt x="36302" y="4248482"/>
                </a:lnTo>
                <a:cubicBezTo>
                  <a:pt x="-23352" y="4248482"/>
                  <a:pt x="94976" y="4252509"/>
                  <a:pt x="90213" y="4140468"/>
                </a:cubicBezTo>
                <a:lnTo>
                  <a:pt x="90213" y="146124"/>
                </a:lnTo>
                <a:close/>
              </a:path>
            </a:pathLst>
          </a:custGeom>
          <a:solidFill>
            <a:srgbClr val="9476B6"/>
          </a:solidFill>
          <a:ln>
            <a:noFill/>
          </a:ln>
          <a:extLst>
            <a:ext uri="{91240B29-F687-4F45-9708-019B960494DF}">
              <a14:hiddenLine xmlns:a14="http://schemas.microsoft.com/office/drawing/2010/main" w="9525">
                <a:solidFill>
                  <a:srgbClr val="000000"/>
                </a:solidFill>
                <a:round/>
                <a:headEnd/>
                <a:tailEnd/>
              </a14:hiddenLine>
            </a:ext>
          </a:extLst>
        </p:spPr>
        <p:txBody>
          <a:bodyPr vert="eaVert" lIns="72000" tIns="0" rIns="0" bIns="0" anchor="ctr"/>
          <a:lstStyle/>
          <a:p>
            <a:endParaRPr lang="en-US"/>
          </a:p>
        </p:txBody>
      </p:sp>
      <p:sp>
        <p:nvSpPr>
          <p:cNvPr id="19" name="圆角矩形 15">
            <a:extLst>
              <a:ext uri="{FF2B5EF4-FFF2-40B4-BE49-F238E27FC236}">
                <a16:creationId xmlns:a16="http://schemas.microsoft.com/office/drawing/2014/main" id="{F8026C21-766D-4393-BC00-D3C1F5427D2D}"/>
              </a:ext>
            </a:extLst>
          </p:cNvPr>
          <p:cNvSpPr>
            <a:spLocks noChangeArrowheads="1"/>
          </p:cNvSpPr>
          <p:nvPr/>
        </p:nvSpPr>
        <p:spPr bwMode="auto">
          <a:xfrm>
            <a:off x="1465263" y="1322388"/>
            <a:ext cx="492125" cy="3073400"/>
          </a:xfrm>
          <a:custGeom>
            <a:avLst/>
            <a:gdLst>
              <a:gd name="T0" fmla="*/ 26719 w 738285"/>
              <a:gd name="T1" fmla="*/ 55318 h 4248500"/>
              <a:gd name="T2" fmla="*/ 3700 w 738285"/>
              <a:gd name="T3" fmla="*/ 4 h 4248500"/>
              <a:gd name="T4" fmla="*/ 186673 w 738285"/>
              <a:gd name="T5" fmla="*/ 4 h 4248500"/>
              <a:gd name="T6" fmla="*/ 218664 w 738285"/>
              <a:gd name="T7" fmla="*/ 40895 h 4248500"/>
              <a:gd name="T8" fmla="*/ 218664 w 738285"/>
              <a:gd name="T9" fmla="*/ 1567472 h 4248500"/>
              <a:gd name="T10" fmla="*/ 186673 w 738285"/>
              <a:gd name="T11" fmla="*/ 1608364 h 4248500"/>
              <a:gd name="T12" fmla="*/ 10752 w 738285"/>
              <a:gd name="T13" fmla="*/ 1608364 h 4248500"/>
              <a:gd name="T14" fmla="*/ 26719 w 738285"/>
              <a:gd name="T15" fmla="*/ 1567472 h 4248500"/>
              <a:gd name="T16" fmla="*/ 26719 w 738285"/>
              <a:gd name="T17" fmla="*/ 55318 h 424850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8285"/>
              <a:gd name="T28" fmla="*/ 0 h 4248500"/>
              <a:gd name="T29" fmla="*/ 738285 w 738285"/>
              <a:gd name="T30" fmla="*/ 4248500 h 424850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8285" h="4248500">
                <a:moveTo>
                  <a:pt x="90213" y="146124"/>
                </a:moveTo>
                <a:cubicBezTo>
                  <a:pt x="128313" y="-4018"/>
                  <a:pt x="-47164" y="10"/>
                  <a:pt x="12490" y="10"/>
                </a:cubicBezTo>
                <a:lnTo>
                  <a:pt x="630271" y="10"/>
                </a:lnTo>
                <a:cubicBezTo>
                  <a:pt x="689925" y="10"/>
                  <a:pt x="738285" y="48370"/>
                  <a:pt x="738285" y="108024"/>
                </a:cubicBezTo>
                <a:lnTo>
                  <a:pt x="738285" y="4140468"/>
                </a:lnTo>
                <a:cubicBezTo>
                  <a:pt x="738285" y="4200122"/>
                  <a:pt x="689925" y="4248482"/>
                  <a:pt x="630271" y="4248482"/>
                </a:cubicBezTo>
                <a:lnTo>
                  <a:pt x="36302" y="4248482"/>
                </a:lnTo>
                <a:cubicBezTo>
                  <a:pt x="-23352" y="4248482"/>
                  <a:pt x="94976" y="4252509"/>
                  <a:pt x="90213" y="4140468"/>
                </a:cubicBezTo>
                <a:lnTo>
                  <a:pt x="90213" y="146124"/>
                </a:lnTo>
                <a:close/>
              </a:path>
            </a:pathLst>
          </a:custGeom>
          <a:solidFill>
            <a:schemeClr val="bg2">
              <a:lumMod val="60000"/>
              <a:lumOff val="40000"/>
            </a:schemeClr>
          </a:solidFill>
          <a:ln>
            <a:noFill/>
          </a:ln>
        </p:spPr>
        <p:txBody>
          <a:bodyPr vert="eaVert" lIns="72000" tIns="0" rIns="0" bIns="0" anchor="ctr"/>
          <a:lstStyle/>
          <a:p>
            <a:pPr algn="ctr" eaLnBrk="1" hangingPunct="1">
              <a:defRPr/>
            </a:pPr>
            <a:endParaRPr lang="zh-CN" altLang="en-US" dirty="0">
              <a:solidFill>
                <a:srgbClr val="FFFFFF"/>
              </a:solidFill>
              <a:latin typeface="微软雅黑" pitchFamily="34" charset="-122"/>
              <a:ea typeface="微软雅黑" pitchFamily="34" charset="-122"/>
            </a:endParaRPr>
          </a:p>
        </p:txBody>
      </p:sp>
      <p:sp>
        <p:nvSpPr>
          <p:cNvPr id="482309" name="Rectangle 5">
            <a:extLst>
              <a:ext uri="{FF2B5EF4-FFF2-40B4-BE49-F238E27FC236}">
                <a16:creationId xmlns:a16="http://schemas.microsoft.com/office/drawing/2014/main" id="{3925182E-A4CC-4DA0-B3F3-0BE0F1F7C19E}"/>
              </a:ext>
            </a:extLst>
          </p:cNvPr>
          <p:cNvSpPr>
            <a:spLocks noChangeArrowheads="1"/>
          </p:cNvSpPr>
          <p:nvPr/>
        </p:nvSpPr>
        <p:spPr bwMode="auto">
          <a:xfrm>
            <a:off x="2241550" y="1565275"/>
            <a:ext cx="6434138" cy="2493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800100" indent="-34290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r>
              <a:rPr lang="zh-CN" altLang="en-US">
                <a:solidFill>
                  <a:schemeClr val="accent2"/>
                </a:solidFill>
                <a:sym typeface="+mn-lt"/>
              </a:rPr>
              <a:t>缺点</a:t>
            </a:r>
          </a:p>
          <a:p>
            <a:pPr lvl="1" eaLnBrk="1" hangingPunct="1">
              <a:lnSpc>
                <a:spcPct val="130000"/>
              </a:lnSpc>
              <a:spcBef>
                <a:spcPct val="0"/>
              </a:spcBef>
              <a:buClr>
                <a:srgbClr val="FF3300"/>
              </a:buClr>
              <a:buFont typeface="Wingdings" pitchFamily="2" charset="2"/>
              <a:buChar char="l"/>
            </a:pPr>
            <a:r>
              <a:rPr lang="zh-CN" altLang="en-US" sz="2400">
                <a:sym typeface="+mn-lt"/>
              </a:rPr>
              <a:t>存储密度小</a:t>
            </a:r>
          </a:p>
          <a:p>
            <a:pPr lvl="1" eaLnBrk="1" hangingPunct="1">
              <a:lnSpc>
                <a:spcPct val="130000"/>
              </a:lnSpc>
              <a:spcBef>
                <a:spcPct val="0"/>
              </a:spcBef>
              <a:buClr>
                <a:srgbClr val="FF3300"/>
              </a:buClr>
              <a:buFont typeface="Wingdings" pitchFamily="2" charset="2"/>
              <a:buChar char="l"/>
            </a:pPr>
            <a:r>
              <a:rPr lang="zh-CN" altLang="en-US" sz="2400">
                <a:sym typeface="+mn-lt"/>
              </a:rPr>
              <a:t>存取效率不高，必须采用</a:t>
            </a:r>
            <a:r>
              <a:rPr lang="zh-CN" altLang="en-US" sz="2400">
                <a:solidFill>
                  <a:srgbClr val="FF0000"/>
                </a:solidFill>
                <a:sym typeface="+mn-lt"/>
              </a:rPr>
              <a:t>顺序存取</a:t>
            </a:r>
            <a:r>
              <a:rPr lang="zh-CN" altLang="en-US" sz="2400">
                <a:sym typeface="+mn-lt"/>
              </a:rPr>
              <a:t>，即存取数据元素时，只能按链表的顺序进行访问</a:t>
            </a:r>
            <a:r>
              <a:rPr lang="zh-CN" altLang="en-US" sz="2400">
                <a:solidFill>
                  <a:srgbClr val="FF0000"/>
                </a:solidFill>
                <a:sym typeface="+mn-lt"/>
              </a:rPr>
              <a:t>（顺藤摸瓜）</a:t>
            </a:r>
          </a:p>
        </p:txBody>
      </p:sp>
      <p:grpSp>
        <p:nvGrpSpPr>
          <p:cNvPr id="93197" name="Group 6">
            <a:extLst>
              <a:ext uri="{FF2B5EF4-FFF2-40B4-BE49-F238E27FC236}">
                <a16:creationId xmlns:a16="http://schemas.microsoft.com/office/drawing/2014/main" id="{9C0A1F83-297B-404F-A205-9A523A14E1F2}"/>
              </a:ext>
            </a:extLst>
          </p:cNvPr>
          <p:cNvGrpSpPr>
            <a:grpSpLocks/>
          </p:cNvGrpSpPr>
          <p:nvPr/>
        </p:nvGrpSpPr>
        <p:grpSpPr bwMode="auto">
          <a:xfrm>
            <a:off x="301625" y="4784725"/>
            <a:ext cx="8567738" cy="1863725"/>
            <a:chOff x="0" y="1563"/>
            <a:chExt cx="5248" cy="948"/>
          </a:xfrm>
        </p:grpSpPr>
        <p:pic>
          <p:nvPicPr>
            <p:cNvPr id="93199" name="Picture 7" descr="2-1字母链式存储图">
              <a:extLst>
                <a:ext uri="{FF2B5EF4-FFF2-40B4-BE49-F238E27FC236}">
                  <a16:creationId xmlns:a16="http://schemas.microsoft.com/office/drawing/2014/main" id="{BAED4740-BAE6-534D-99E2-40A27B2F42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29062"/>
            <a:stretch>
              <a:fillRect/>
            </a:stretch>
          </p:blipFill>
          <p:spPr bwMode="auto">
            <a:xfrm>
              <a:off x="0" y="1563"/>
              <a:ext cx="5248" cy="9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9094" name="Line 8">
              <a:extLst>
                <a:ext uri="{FF2B5EF4-FFF2-40B4-BE49-F238E27FC236}">
                  <a16:creationId xmlns:a16="http://schemas.microsoft.com/office/drawing/2014/main" id="{5528C62A-C70E-4E64-B28C-39F70D3A5840}"/>
                </a:ext>
              </a:extLst>
            </p:cNvPr>
            <p:cNvSpPr>
              <a:spLocks noChangeShapeType="1"/>
            </p:cNvSpPr>
            <p:nvPr/>
          </p:nvSpPr>
          <p:spPr bwMode="auto">
            <a:xfrm>
              <a:off x="3321" y="1805"/>
              <a:ext cx="0" cy="25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89095" name="Line 9">
              <a:extLst>
                <a:ext uri="{FF2B5EF4-FFF2-40B4-BE49-F238E27FC236}">
                  <a16:creationId xmlns:a16="http://schemas.microsoft.com/office/drawing/2014/main" id="{4A1E5F03-3075-4EDA-BB2B-C1A2F829AD07}"/>
                </a:ext>
              </a:extLst>
            </p:cNvPr>
            <p:cNvSpPr>
              <a:spLocks noChangeShapeType="1"/>
            </p:cNvSpPr>
            <p:nvPr/>
          </p:nvSpPr>
          <p:spPr bwMode="auto">
            <a:xfrm>
              <a:off x="4443" y="1805"/>
              <a:ext cx="0" cy="23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89096" name="Line 10">
              <a:extLst>
                <a:ext uri="{FF2B5EF4-FFF2-40B4-BE49-F238E27FC236}">
                  <a16:creationId xmlns:a16="http://schemas.microsoft.com/office/drawing/2014/main" id="{BE6F7C6D-D1DD-4B90-86BB-514D3B9E5AD7}"/>
                </a:ext>
              </a:extLst>
            </p:cNvPr>
            <p:cNvSpPr>
              <a:spLocks noChangeShapeType="1"/>
            </p:cNvSpPr>
            <p:nvPr/>
          </p:nvSpPr>
          <p:spPr bwMode="auto">
            <a:xfrm>
              <a:off x="1191" y="1795"/>
              <a:ext cx="0" cy="24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89097" name="AutoShape 11">
              <a:extLst>
                <a:ext uri="{FF2B5EF4-FFF2-40B4-BE49-F238E27FC236}">
                  <a16:creationId xmlns:a16="http://schemas.microsoft.com/office/drawing/2014/main" id="{1B0AA9BF-E077-4DA6-BD6E-4E321CD62F65}"/>
                </a:ext>
              </a:extLst>
            </p:cNvPr>
            <p:cNvSpPr>
              <a:spLocks noChangeArrowheads="1"/>
            </p:cNvSpPr>
            <p:nvPr/>
          </p:nvSpPr>
          <p:spPr bwMode="auto">
            <a:xfrm>
              <a:off x="4692" y="2101"/>
              <a:ext cx="113" cy="182"/>
            </a:xfrm>
            <a:prstGeom prst="downArrow">
              <a:avLst>
                <a:gd name="adj1" fmla="val 50000"/>
                <a:gd name="adj2" fmla="val 32771"/>
              </a:avLst>
            </a:prstGeom>
            <a:solidFill>
              <a:schemeClr val="accent1"/>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89092" name="Rectangle 12">
            <a:extLst>
              <a:ext uri="{FF2B5EF4-FFF2-40B4-BE49-F238E27FC236}">
                <a16:creationId xmlns:a16="http://schemas.microsoft.com/office/drawing/2014/main" id="{063C57F5-355D-4A6D-9716-84D0965383AC}"/>
              </a:ext>
            </a:extLst>
          </p:cNvPr>
          <p:cNvSpPr>
            <a:spLocks noChangeArrowheads="1"/>
          </p:cNvSpPr>
          <p:nvPr/>
        </p:nvSpPr>
        <p:spPr bwMode="auto">
          <a:xfrm>
            <a:off x="900113" y="128588"/>
            <a:ext cx="52197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链表的优缺点</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82309">
                                            <p:txEl>
                                              <p:pRg st="0" end="0"/>
                                            </p:txEl>
                                          </p:spTgt>
                                        </p:tgtEl>
                                        <p:attrNameLst>
                                          <p:attrName>style.visibility</p:attrName>
                                        </p:attrNameLst>
                                      </p:cBhvr>
                                      <p:to>
                                        <p:strVal val="visible"/>
                                      </p:to>
                                    </p:set>
                                    <p:anim calcmode="lin" valueType="num">
                                      <p:cBhvr additive="base">
                                        <p:cTn id="7" dur="500" fill="hold"/>
                                        <p:tgtEl>
                                          <p:spTgt spid="48230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48230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482309">
                                            <p:txEl>
                                              <p:pRg st="1" end="1"/>
                                            </p:txEl>
                                          </p:spTgt>
                                        </p:tgtEl>
                                        <p:attrNameLst>
                                          <p:attrName>style.visibility</p:attrName>
                                        </p:attrNameLst>
                                      </p:cBhvr>
                                      <p:to>
                                        <p:strVal val="visible"/>
                                      </p:to>
                                    </p:set>
                                    <p:anim calcmode="lin" valueType="num">
                                      <p:cBhvr additive="base">
                                        <p:cTn id="13" dur="500" fill="hold"/>
                                        <p:tgtEl>
                                          <p:spTgt spid="48230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48230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482309">
                                            <p:txEl>
                                              <p:pRg st="2" end="2"/>
                                            </p:txEl>
                                          </p:spTgt>
                                        </p:tgtEl>
                                        <p:attrNameLst>
                                          <p:attrName>style.visibility</p:attrName>
                                        </p:attrNameLst>
                                      </p:cBhvr>
                                      <p:to>
                                        <p:strVal val="visible"/>
                                      </p:to>
                                    </p:set>
                                    <p:anim calcmode="lin" valueType="num">
                                      <p:cBhvr additive="base">
                                        <p:cTn id="19" dur="500" fill="hold"/>
                                        <p:tgtEl>
                                          <p:spTgt spid="48230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482309">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2309" grpId="0" build="p" bldLvl="2"/>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4">
            <a:extLst>
              <a:ext uri="{FF2B5EF4-FFF2-40B4-BE49-F238E27FC236}">
                <a16:creationId xmlns:a16="http://schemas.microsoft.com/office/drawing/2014/main" id="{BB428472-4E82-48C8-BD37-2A493EC6AAA6}"/>
              </a:ext>
            </a:extLst>
          </p:cNvPr>
          <p:cNvSpPr>
            <a:spLocks noChangeArrowheads="1"/>
          </p:cNvSpPr>
          <p:nvPr/>
        </p:nvSpPr>
        <p:spPr bwMode="auto">
          <a:xfrm>
            <a:off x="900113" y="150813"/>
            <a:ext cx="2339975"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dirty="0">
                <a:solidFill>
                  <a:schemeClr val="bg1"/>
                </a:solidFill>
                <a:latin typeface="+mn-lt"/>
                <a:ea typeface="+mn-ea"/>
                <a:cs typeface="+mn-ea"/>
                <a:sym typeface="+mn-lt"/>
              </a:rPr>
              <a:t>练习</a:t>
            </a:r>
          </a:p>
        </p:txBody>
      </p:sp>
      <p:sp>
        <p:nvSpPr>
          <p:cNvPr id="480261" name="Rectangle 5">
            <a:extLst>
              <a:ext uri="{FF2B5EF4-FFF2-40B4-BE49-F238E27FC236}">
                <a16:creationId xmlns:a16="http://schemas.microsoft.com/office/drawing/2014/main" id="{93D1A399-15B8-4405-AC5C-C3D7CE4AC517}"/>
              </a:ext>
            </a:extLst>
          </p:cNvPr>
          <p:cNvSpPr>
            <a:spLocks noChangeArrowheads="1"/>
          </p:cNvSpPr>
          <p:nvPr/>
        </p:nvSpPr>
        <p:spPr bwMode="auto">
          <a:xfrm>
            <a:off x="909638" y="1196975"/>
            <a:ext cx="8016875" cy="4824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55600" indent="-3556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en-US" altLang="zh-CN">
                <a:sym typeface="+mn-lt"/>
              </a:rPr>
              <a:t>1.  </a:t>
            </a:r>
            <a:r>
              <a:rPr lang="zh-CN" altLang="en-US">
                <a:sym typeface="+mn-lt"/>
              </a:rPr>
              <a:t>链表的每个结点中都恰好包含一个指针。  </a:t>
            </a:r>
          </a:p>
          <a:p>
            <a:pPr>
              <a:spcBef>
                <a:spcPct val="20000"/>
              </a:spcBef>
            </a:pPr>
            <a:r>
              <a:rPr lang="en-US" altLang="zh-CN">
                <a:sym typeface="+mn-lt"/>
              </a:rPr>
              <a:t>2.  </a:t>
            </a:r>
            <a:r>
              <a:rPr lang="zh-CN" altLang="en-US">
                <a:sym typeface="+mn-lt"/>
              </a:rPr>
              <a:t>顺序表结构适宜于进行顺序存取，而链表适宜于进行随机存取。</a:t>
            </a:r>
          </a:p>
          <a:p>
            <a:pPr>
              <a:spcBef>
                <a:spcPct val="20000"/>
              </a:spcBef>
            </a:pPr>
            <a:r>
              <a:rPr lang="en-US" altLang="zh-CN">
                <a:sym typeface="+mn-lt"/>
              </a:rPr>
              <a:t>3.  </a:t>
            </a:r>
            <a:r>
              <a:rPr lang="zh-CN" altLang="en-US">
                <a:sym typeface="+mn-lt"/>
              </a:rPr>
              <a:t>顺序存储方式的优点是存储密度大，且插入、删除运算效率高。</a:t>
            </a:r>
          </a:p>
          <a:p>
            <a:pPr>
              <a:spcBef>
                <a:spcPct val="20000"/>
              </a:spcBef>
            </a:pPr>
            <a:r>
              <a:rPr lang="en-US" altLang="zh-CN">
                <a:sym typeface="+mn-lt"/>
              </a:rPr>
              <a:t>4.  </a:t>
            </a:r>
            <a:r>
              <a:rPr lang="zh-CN" altLang="en-US">
                <a:sym typeface="+mn-lt"/>
              </a:rPr>
              <a:t>线性表若采用链式存储时，结点之间和结点内部的存储空间都是可以不连续的。 </a:t>
            </a:r>
          </a:p>
          <a:p>
            <a:pPr>
              <a:spcBef>
                <a:spcPct val="20000"/>
              </a:spcBef>
            </a:pPr>
            <a:r>
              <a:rPr lang="en-US" altLang="zh-CN">
                <a:sym typeface="+mn-lt"/>
              </a:rPr>
              <a:t>5.  </a:t>
            </a:r>
            <a:r>
              <a:rPr lang="zh-CN" altLang="en-US">
                <a:sym typeface="+mn-lt"/>
              </a:rPr>
              <a:t>线性表的每个结点只能是一个简单类型，而链表的每个结点可以是一个复杂类型</a:t>
            </a:r>
          </a:p>
        </p:txBody>
      </p:sp>
      <p:sp>
        <p:nvSpPr>
          <p:cNvPr id="480264" name="Rectangle 8">
            <a:extLst>
              <a:ext uri="{FF2B5EF4-FFF2-40B4-BE49-F238E27FC236}">
                <a16:creationId xmlns:a16="http://schemas.microsoft.com/office/drawing/2014/main" id="{037FB2D8-F664-4E54-97EF-6C253A4944B2}"/>
              </a:ext>
            </a:extLst>
          </p:cNvPr>
          <p:cNvSpPr>
            <a:spLocks noChangeArrowheads="1"/>
          </p:cNvSpPr>
          <p:nvPr/>
        </p:nvSpPr>
        <p:spPr bwMode="auto">
          <a:xfrm>
            <a:off x="-50800" y="1420813"/>
            <a:ext cx="950913" cy="156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9600" b="1" dirty="0">
                <a:solidFill>
                  <a:srgbClr val="FF0000"/>
                </a:solidFill>
                <a:latin typeface="+mn-lt"/>
                <a:ea typeface="+mn-ea"/>
                <a:cs typeface="+mn-ea"/>
                <a:sym typeface="+mn-lt"/>
              </a:rPr>
              <a:t>×</a:t>
            </a:r>
            <a:r>
              <a:rPr lang="en-US" altLang="zh-CN" sz="2800" dirty="0">
                <a:latin typeface="+mn-lt"/>
                <a:ea typeface="+mn-ea"/>
                <a:cs typeface="+mn-ea"/>
                <a:sym typeface="+mn-lt"/>
              </a:rPr>
              <a:t> </a:t>
            </a:r>
          </a:p>
        </p:txBody>
      </p:sp>
      <p:grpSp>
        <p:nvGrpSpPr>
          <p:cNvPr id="5" name="组合 4">
            <a:extLst>
              <a:ext uri="{FF2B5EF4-FFF2-40B4-BE49-F238E27FC236}">
                <a16:creationId xmlns:a16="http://schemas.microsoft.com/office/drawing/2014/main" id="{A17A7402-F8E3-E744-B996-EA6027889579}"/>
              </a:ext>
            </a:extLst>
          </p:cNvPr>
          <p:cNvGrpSpPr>
            <a:grpSpLocks/>
          </p:cNvGrpSpPr>
          <p:nvPr/>
        </p:nvGrpSpPr>
        <p:grpSpPr bwMode="auto">
          <a:xfrm>
            <a:off x="0" y="6380163"/>
            <a:ext cx="9144000" cy="431800"/>
            <a:chOff x="0" y="6379908"/>
            <a:chExt cx="9144000" cy="432048"/>
          </a:xfrm>
        </p:grpSpPr>
        <p:grpSp>
          <p:nvGrpSpPr>
            <p:cNvPr id="94214" name="组合 5">
              <a:extLst>
                <a:ext uri="{FF2B5EF4-FFF2-40B4-BE49-F238E27FC236}">
                  <a16:creationId xmlns:a16="http://schemas.microsoft.com/office/drawing/2014/main" id="{53C9169B-B223-2844-9376-34E46FC0A300}"/>
                </a:ext>
              </a:extLst>
            </p:cNvPr>
            <p:cNvGrpSpPr>
              <a:grpSpLocks/>
            </p:cNvGrpSpPr>
            <p:nvPr/>
          </p:nvGrpSpPr>
          <p:grpSpPr bwMode="auto">
            <a:xfrm>
              <a:off x="0" y="6379908"/>
              <a:ext cx="9144000" cy="432048"/>
              <a:chOff x="0" y="6165304"/>
              <a:chExt cx="9144000" cy="432048"/>
            </a:xfrm>
          </p:grpSpPr>
          <p:cxnSp>
            <p:nvCxnSpPr>
              <p:cNvPr id="94216" name="直接连接符 6">
                <a:extLst>
                  <a:ext uri="{FF2B5EF4-FFF2-40B4-BE49-F238E27FC236}">
                    <a16:creationId xmlns:a16="http://schemas.microsoft.com/office/drawing/2014/main" id="{2A26BF74-88A6-EA45-A453-6D2C6926B40A}"/>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9" name="直接连接符 8">
                <a:extLst>
                  <a:ext uri="{FF2B5EF4-FFF2-40B4-BE49-F238E27FC236}">
                    <a16:creationId xmlns:a16="http://schemas.microsoft.com/office/drawing/2014/main" id="{D1C8490C-D43B-4B18-998E-E4031144D341}"/>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94218" name="直接连接符 8">
                <a:extLst>
                  <a:ext uri="{FF2B5EF4-FFF2-40B4-BE49-F238E27FC236}">
                    <a16:creationId xmlns:a16="http://schemas.microsoft.com/office/drawing/2014/main" id="{0BCECE98-78DE-314B-85E1-D873B95B11DE}"/>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7" name="Shape 26">
              <a:extLst>
                <a:ext uri="{FF2B5EF4-FFF2-40B4-BE49-F238E27FC236}">
                  <a16:creationId xmlns:a16="http://schemas.microsoft.com/office/drawing/2014/main" id="{AFC5450A-ABBB-496D-97AD-8E3F93DE3715}"/>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80261">
                                            <p:txEl>
                                              <p:pRg st="0" end="0"/>
                                            </p:txEl>
                                          </p:spTgt>
                                        </p:tgtEl>
                                        <p:attrNameLst>
                                          <p:attrName>style.visibility</p:attrName>
                                        </p:attrNameLst>
                                      </p:cBhvr>
                                      <p:to>
                                        <p:strVal val="visible"/>
                                      </p:to>
                                    </p:set>
                                    <p:anim calcmode="lin" valueType="num">
                                      <p:cBhvr additive="base">
                                        <p:cTn id="7" dur="1000" fill="hold"/>
                                        <p:tgtEl>
                                          <p:spTgt spid="480261">
                                            <p:txEl>
                                              <p:pRg st="0" end="0"/>
                                            </p:txEl>
                                          </p:spTgt>
                                        </p:tgtEl>
                                        <p:attrNameLst>
                                          <p:attrName>ppt_x</p:attrName>
                                        </p:attrNameLst>
                                      </p:cBhvr>
                                      <p:tavLst>
                                        <p:tav tm="0">
                                          <p:val>
                                            <p:strVal val="0-#ppt_w/2"/>
                                          </p:val>
                                        </p:tav>
                                        <p:tav tm="100000">
                                          <p:val>
                                            <p:strVal val="#ppt_x"/>
                                          </p:val>
                                        </p:tav>
                                      </p:tavLst>
                                    </p:anim>
                                    <p:anim calcmode="lin" valueType="num">
                                      <p:cBhvr additive="base">
                                        <p:cTn id="8" dur="1000" fill="hold"/>
                                        <p:tgtEl>
                                          <p:spTgt spid="48026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480261">
                                            <p:txEl>
                                              <p:pRg st="1" end="1"/>
                                            </p:txEl>
                                          </p:spTgt>
                                        </p:tgtEl>
                                        <p:attrNameLst>
                                          <p:attrName>style.visibility</p:attrName>
                                        </p:attrNameLst>
                                      </p:cBhvr>
                                      <p:to>
                                        <p:strVal val="visible"/>
                                      </p:to>
                                    </p:set>
                                    <p:anim calcmode="lin" valueType="num">
                                      <p:cBhvr additive="base">
                                        <p:cTn id="13" dur="1000" fill="hold"/>
                                        <p:tgtEl>
                                          <p:spTgt spid="480261">
                                            <p:txEl>
                                              <p:pRg st="1" end="1"/>
                                            </p:txEl>
                                          </p:spTgt>
                                        </p:tgtEl>
                                        <p:attrNameLst>
                                          <p:attrName>ppt_x</p:attrName>
                                        </p:attrNameLst>
                                      </p:cBhvr>
                                      <p:tavLst>
                                        <p:tav tm="0">
                                          <p:val>
                                            <p:strVal val="0-#ppt_w/2"/>
                                          </p:val>
                                        </p:tav>
                                        <p:tav tm="100000">
                                          <p:val>
                                            <p:strVal val="#ppt_x"/>
                                          </p:val>
                                        </p:tav>
                                      </p:tavLst>
                                    </p:anim>
                                    <p:anim calcmode="lin" valueType="num">
                                      <p:cBhvr additive="base">
                                        <p:cTn id="14" dur="1000" fill="hold"/>
                                        <p:tgtEl>
                                          <p:spTgt spid="48026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480261">
                                            <p:txEl>
                                              <p:pRg st="2" end="2"/>
                                            </p:txEl>
                                          </p:spTgt>
                                        </p:tgtEl>
                                        <p:attrNameLst>
                                          <p:attrName>style.visibility</p:attrName>
                                        </p:attrNameLst>
                                      </p:cBhvr>
                                      <p:to>
                                        <p:strVal val="visible"/>
                                      </p:to>
                                    </p:set>
                                    <p:anim calcmode="lin" valueType="num">
                                      <p:cBhvr additive="base">
                                        <p:cTn id="19" dur="1000" fill="hold"/>
                                        <p:tgtEl>
                                          <p:spTgt spid="480261">
                                            <p:txEl>
                                              <p:pRg st="2" end="2"/>
                                            </p:txEl>
                                          </p:spTgt>
                                        </p:tgtEl>
                                        <p:attrNameLst>
                                          <p:attrName>ppt_x</p:attrName>
                                        </p:attrNameLst>
                                      </p:cBhvr>
                                      <p:tavLst>
                                        <p:tav tm="0">
                                          <p:val>
                                            <p:strVal val="0-#ppt_w/2"/>
                                          </p:val>
                                        </p:tav>
                                        <p:tav tm="100000">
                                          <p:val>
                                            <p:strVal val="#ppt_x"/>
                                          </p:val>
                                        </p:tav>
                                      </p:tavLst>
                                    </p:anim>
                                    <p:anim calcmode="lin" valueType="num">
                                      <p:cBhvr additive="base">
                                        <p:cTn id="20" dur="1000" fill="hold"/>
                                        <p:tgtEl>
                                          <p:spTgt spid="48026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480261">
                                            <p:txEl>
                                              <p:pRg st="3" end="3"/>
                                            </p:txEl>
                                          </p:spTgt>
                                        </p:tgtEl>
                                        <p:attrNameLst>
                                          <p:attrName>style.visibility</p:attrName>
                                        </p:attrNameLst>
                                      </p:cBhvr>
                                      <p:to>
                                        <p:strVal val="visible"/>
                                      </p:to>
                                    </p:set>
                                    <p:anim calcmode="lin" valueType="num">
                                      <p:cBhvr additive="base">
                                        <p:cTn id="25" dur="1000" fill="hold"/>
                                        <p:tgtEl>
                                          <p:spTgt spid="480261">
                                            <p:txEl>
                                              <p:pRg st="3" end="3"/>
                                            </p:txEl>
                                          </p:spTgt>
                                        </p:tgtEl>
                                        <p:attrNameLst>
                                          <p:attrName>ppt_x</p:attrName>
                                        </p:attrNameLst>
                                      </p:cBhvr>
                                      <p:tavLst>
                                        <p:tav tm="0">
                                          <p:val>
                                            <p:strVal val="0-#ppt_w/2"/>
                                          </p:val>
                                        </p:tav>
                                        <p:tav tm="100000">
                                          <p:val>
                                            <p:strVal val="#ppt_x"/>
                                          </p:val>
                                        </p:tav>
                                      </p:tavLst>
                                    </p:anim>
                                    <p:anim calcmode="lin" valueType="num">
                                      <p:cBhvr additive="base">
                                        <p:cTn id="26" dur="1000" fill="hold"/>
                                        <p:tgtEl>
                                          <p:spTgt spid="48026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480261">
                                            <p:txEl>
                                              <p:pRg st="4" end="4"/>
                                            </p:txEl>
                                          </p:spTgt>
                                        </p:tgtEl>
                                        <p:attrNameLst>
                                          <p:attrName>style.visibility</p:attrName>
                                        </p:attrNameLst>
                                      </p:cBhvr>
                                      <p:to>
                                        <p:strVal val="visible"/>
                                      </p:to>
                                    </p:set>
                                    <p:anim calcmode="lin" valueType="num">
                                      <p:cBhvr additive="base">
                                        <p:cTn id="31" dur="1000" fill="hold"/>
                                        <p:tgtEl>
                                          <p:spTgt spid="480261">
                                            <p:txEl>
                                              <p:pRg st="4" end="4"/>
                                            </p:txEl>
                                          </p:spTgt>
                                        </p:tgtEl>
                                        <p:attrNameLst>
                                          <p:attrName>ppt_x</p:attrName>
                                        </p:attrNameLst>
                                      </p:cBhvr>
                                      <p:tavLst>
                                        <p:tav tm="0">
                                          <p:val>
                                            <p:strVal val="0-#ppt_w/2"/>
                                          </p:val>
                                        </p:tav>
                                        <p:tav tm="100000">
                                          <p:val>
                                            <p:strVal val="#ppt_x"/>
                                          </p:val>
                                        </p:tav>
                                      </p:tavLst>
                                    </p:anim>
                                    <p:anim calcmode="lin" valueType="num">
                                      <p:cBhvr additive="base">
                                        <p:cTn id="32" dur="1000" fill="hold"/>
                                        <p:tgtEl>
                                          <p:spTgt spid="480261">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16" presetClass="entr" presetSubtype="21" fill="hold" grpId="0" nodeType="clickEffect">
                                  <p:stCondLst>
                                    <p:cond delay="0"/>
                                  </p:stCondLst>
                                  <p:childTnLst>
                                    <p:set>
                                      <p:cBhvr>
                                        <p:cTn id="36" dur="1" fill="hold">
                                          <p:stCondLst>
                                            <p:cond delay="0"/>
                                          </p:stCondLst>
                                        </p:cTn>
                                        <p:tgtEl>
                                          <p:spTgt spid="480264"/>
                                        </p:tgtEl>
                                        <p:attrNameLst>
                                          <p:attrName>style.visibility</p:attrName>
                                        </p:attrNameLst>
                                      </p:cBhvr>
                                      <p:to>
                                        <p:strVal val="visible"/>
                                      </p:to>
                                    </p:set>
                                    <p:animEffect transition="in" filter="barn(inVertical)">
                                      <p:cBhvr>
                                        <p:cTn id="37" dur="500"/>
                                        <p:tgtEl>
                                          <p:spTgt spid="480264"/>
                                        </p:tgtEl>
                                      </p:cBhvr>
                                    </p:animEffect>
                                  </p:childTnLst>
                                </p:cTn>
                              </p:par>
                            </p:childTnLst>
                          </p:cTn>
                        </p:par>
                        <p:par>
                          <p:cTn id="38" fill="hold" nodeType="afterGroup">
                            <p:stCondLst>
                              <p:cond delay="500"/>
                            </p:stCondLst>
                            <p:childTnLst>
                              <p:par>
                                <p:cTn id="39" presetID="2" presetClass="entr" presetSubtype="4" fill="hold" nodeType="afterEffect">
                                  <p:stCondLst>
                                    <p:cond delay="0"/>
                                  </p:stCondLst>
                                  <p:childTnLst>
                                    <p:set>
                                      <p:cBhvr>
                                        <p:cTn id="40" dur="1" fill="hold">
                                          <p:stCondLst>
                                            <p:cond delay="0"/>
                                          </p:stCondLst>
                                        </p:cTn>
                                        <p:tgtEl>
                                          <p:spTgt spid="5"/>
                                        </p:tgtEl>
                                        <p:attrNameLst>
                                          <p:attrName>style.visibility</p:attrName>
                                        </p:attrNameLst>
                                      </p:cBhvr>
                                      <p:to>
                                        <p:strVal val="visible"/>
                                      </p:to>
                                    </p:set>
                                    <p:anim calcmode="lin" valueType="num">
                                      <p:cBhvr additive="base">
                                        <p:cTn id="41" dur="500" fill="hold"/>
                                        <p:tgtEl>
                                          <p:spTgt spid="5"/>
                                        </p:tgtEl>
                                        <p:attrNameLst>
                                          <p:attrName>ppt_x</p:attrName>
                                        </p:attrNameLst>
                                      </p:cBhvr>
                                      <p:tavLst>
                                        <p:tav tm="0">
                                          <p:val>
                                            <p:strVal val="#ppt_x"/>
                                          </p:val>
                                        </p:tav>
                                        <p:tav tm="100000">
                                          <p:val>
                                            <p:strVal val="#ppt_x"/>
                                          </p:val>
                                        </p:tav>
                                      </p:tavLst>
                                    </p:anim>
                                    <p:anim calcmode="lin" valueType="num">
                                      <p:cBhvr additive="base">
                                        <p:cTn id="4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0261" grpId="0" build="p"/>
      <p:bldP spid="480264"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矩形 1">
            <a:extLst>
              <a:ext uri="{FF2B5EF4-FFF2-40B4-BE49-F238E27FC236}">
                <a16:creationId xmlns:a16="http://schemas.microsoft.com/office/drawing/2014/main" id="{A31AACB2-3A55-FA40-B92D-FCD91EDB7EF6}"/>
              </a:ext>
            </a:extLst>
          </p:cNvPr>
          <p:cNvSpPr>
            <a:spLocks noChangeArrowheads="1"/>
          </p:cNvSpPr>
          <p:nvPr/>
        </p:nvSpPr>
        <p:spPr bwMode="auto">
          <a:xfrm>
            <a:off x="0" y="3794125"/>
            <a:ext cx="9144000" cy="2374900"/>
          </a:xfrm>
          <a:prstGeom prst="rect">
            <a:avLst/>
          </a:prstGeom>
          <a:solidFill>
            <a:schemeClr val="accent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91138" name="Rectangle 4">
            <a:extLst>
              <a:ext uri="{FF2B5EF4-FFF2-40B4-BE49-F238E27FC236}">
                <a16:creationId xmlns:a16="http://schemas.microsoft.com/office/drawing/2014/main" id="{C6BFBE22-1E9F-4CE6-949F-915390B7245E}"/>
              </a:ext>
            </a:extLst>
          </p:cNvPr>
          <p:cNvSpPr>
            <a:spLocks noChangeArrowheads="1"/>
          </p:cNvSpPr>
          <p:nvPr/>
        </p:nvSpPr>
        <p:spPr bwMode="auto">
          <a:xfrm>
            <a:off x="814388" y="155575"/>
            <a:ext cx="7165975"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单链表的定义和实现</a:t>
            </a:r>
          </a:p>
        </p:txBody>
      </p:sp>
      <p:graphicFrame>
        <p:nvGraphicFramePr>
          <p:cNvPr id="95236" name="Object 36">
            <a:extLst>
              <a:ext uri="{FF2B5EF4-FFF2-40B4-BE49-F238E27FC236}">
                <a16:creationId xmlns:a16="http://schemas.microsoft.com/office/drawing/2014/main" id="{0FFB2F6C-B049-4743-81EC-040567B2B6B0}"/>
              </a:ext>
            </a:extLst>
          </p:cNvPr>
          <p:cNvGraphicFramePr>
            <a:graphicFrameLocks/>
          </p:cNvGraphicFramePr>
          <p:nvPr/>
        </p:nvGraphicFramePr>
        <p:xfrm>
          <a:off x="1981200" y="1557338"/>
          <a:ext cx="6632575" cy="750887"/>
        </p:xfrm>
        <a:graphic>
          <a:graphicData uri="http://schemas.openxmlformats.org/presentationml/2006/ole">
            <mc:AlternateContent xmlns:mc="http://schemas.openxmlformats.org/markup-compatibility/2006">
              <mc:Choice xmlns:v="urn:schemas-microsoft-com:vml" Requires="v">
                <p:oleObj spid="_x0000_s95245" r:id="rId3" imgW="5257800" imgH="558800" progId="Visio.Drawing.11">
                  <p:embed/>
                </p:oleObj>
              </mc:Choice>
              <mc:Fallback>
                <p:oleObj r:id="rId3" imgW="5257800" imgH="558800" progId="Visio.Drawing.11">
                  <p:embed/>
                  <p:pic>
                    <p:nvPicPr>
                      <p:cNvPr id="0" name="Object 36"/>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81200" y="1557338"/>
                        <a:ext cx="6632575" cy="750887"/>
                      </a:xfrm>
                      <a:prstGeom prst="rect">
                        <a:avLst/>
                      </a:prstGeom>
                      <a:solidFill>
                        <a:srgbClr val="EAEAEA"/>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95237" name="Object 37">
            <a:extLst>
              <a:ext uri="{FF2B5EF4-FFF2-40B4-BE49-F238E27FC236}">
                <a16:creationId xmlns:a16="http://schemas.microsoft.com/office/drawing/2014/main" id="{65523B5B-EFB5-D842-965F-C491D6B95342}"/>
              </a:ext>
            </a:extLst>
          </p:cNvPr>
          <p:cNvGraphicFramePr>
            <a:graphicFrameLocks/>
          </p:cNvGraphicFramePr>
          <p:nvPr/>
        </p:nvGraphicFramePr>
        <p:xfrm>
          <a:off x="1981200" y="2576513"/>
          <a:ext cx="1752600" cy="533400"/>
        </p:xfrm>
        <a:graphic>
          <a:graphicData uri="http://schemas.openxmlformats.org/presentationml/2006/ole">
            <mc:AlternateContent xmlns:mc="http://schemas.openxmlformats.org/markup-compatibility/2006">
              <mc:Choice xmlns:v="urn:schemas-microsoft-com:vml" Requires="v">
                <p:oleObj spid="_x0000_s95246" r:id="rId5" imgW="1295400" imgH="393700" progId="Visio.Drawing.11">
                  <p:embed/>
                </p:oleObj>
              </mc:Choice>
              <mc:Fallback>
                <p:oleObj r:id="rId5" imgW="1295400" imgH="393700" progId="Visio.Drawing.11">
                  <p:embed/>
                  <p:pic>
                    <p:nvPicPr>
                      <p:cNvPr id="0" name="Object 37"/>
                      <p:cNvPicPr>
                        <a:picLocks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81200" y="2576513"/>
                        <a:ext cx="1752600" cy="533400"/>
                      </a:xfrm>
                      <a:prstGeom prst="rect">
                        <a:avLst/>
                      </a:prstGeom>
                      <a:solidFill>
                        <a:srgbClr val="EAEAEA"/>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1143" name="Text Box 38">
            <a:extLst>
              <a:ext uri="{FF2B5EF4-FFF2-40B4-BE49-F238E27FC236}">
                <a16:creationId xmlns:a16="http://schemas.microsoft.com/office/drawing/2014/main" id="{06131A59-B78F-4450-8306-FBDDE74D50D2}"/>
              </a:ext>
            </a:extLst>
          </p:cNvPr>
          <p:cNvSpPr txBox="1">
            <a:spLocks noChangeArrowheads="1"/>
          </p:cNvSpPr>
          <p:nvPr/>
        </p:nvSpPr>
        <p:spPr bwMode="auto">
          <a:xfrm>
            <a:off x="609600" y="1657350"/>
            <a:ext cx="11080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zh-CN" altLang="en-US" dirty="0">
                <a:solidFill>
                  <a:schemeClr val="tx1">
                    <a:lumMod val="95000"/>
                    <a:lumOff val="5000"/>
                  </a:schemeClr>
                </a:solidFill>
                <a:latin typeface="+mn-lt"/>
                <a:ea typeface="+mn-ea"/>
                <a:cs typeface="+mn-ea"/>
                <a:sym typeface="+mn-lt"/>
              </a:rPr>
              <a:t>非空表</a:t>
            </a:r>
          </a:p>
        </p:txBody>
      </p:sp>
      <p:sp>
        <p:nvSpPr>
          <p:cNvPr id="91144" name="Text Box 39">
            <a:extLst>
              <a:ext uri="{FF2B5EF4-FFF2-40B4-BE49-F238E27FC236}">
                <a16:creationId xmlns:a16="http://schemas.microsoft.com/office/drawing/2014/main" id="{458882F1-92FC-4F7B-9CEC-CEDA26842FCB}"/>
              </a:ext>
            </a:extLst>
          </p:cNvPr>
          <p:cNvSpPr txBox="1">
            <a:spLocks noChangeArrowheads="1"/>
          </p:cNvSpPr>
          <p:nvPr/>
        </p:nvSpPr>
        <p:spPr bwMode="auto">
          <a:xfrm>
            <a:off x="762000" y="2611438"/>
            <a:ext cx="8001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zh-CN" altLang="en-US" dirty="0">
                <a:solidFill>
                  <a:schemeClr val="tx1">
                    <a:lumMod val="95000"/>
                    <a:lumOff val="5000"/>
                  </a:schemeClr>
                </a:solidFill>
                <a:latin typeface="+mn-lt"/>
                <a:ea typeface="+mn-ea"/>
                <a:cs typeface="+mn-ea"/>
                <a:sym typeface="+mn-lt"/>
              </a:rPr>
              <a:t>空表</a:t>
            </a:r>
          </a:p>
        </p:txBody>
      </p:sp>
      <p:sp>
        <p:nvSpPr>
          <p:cNvPr id="91145" name="Rectangle 41">
            <a:extLst>
              <a:ext uri="{FF2B5EF4-FFF2-40B4-BE49-F238E27FC236}">
                <a16:creationId xmlns:a16="http://schemas.microsoft.com/office/drawing/2014/main" id="{D9D9AD0D-D895-4C69-8355-8FA410CA7189}"/>
              </a:ext>
            </a:extLst>
          </p:cNvPr>
          <p:cNvSpPr>
            <a:spLocks noChangeArrowheads="1"/>
          </p:cNvSpPr>
          <p:nvPr/>
        </p:nvSpPr>
        <p:spPr bwMode="auto">
          <a:xfrm>
            <a:off x="609600" y="4081463"/>
            <a:ext cx="8004175" cy="1717675"/>
          </a:xfrm>
          <a:prstGeom prst="rect">
            <a:avLst/>
          </a:prstGeom>
          <a:noFill/>
          <a:ln>
            <a:noFill/>
          </a:ln>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50000"/>
              </a:spcBef>
              <a:buClr>
                <a:schemeClr val="bg1"/>
              </a:buClr>
              <a:buFont typeface="Wingdings" pitchFamily="2" charset="2"/>
              <a:buChar char="u"/>
            </a:pPr>
            <a:r>
              <a:rPr lang="zh-CN" altLang="en-US">
                <a:solidFill>
                  <a:schemeClr val="bg1"/>
                </a:solidFill>
                <a:sym typeface="+mn-lt"/>
              </a:rPr>
              <a:t> 单链表是由表头唯一确定，因此单链表可以用头指针的  </a:t>
            </a:r>
            <a:br>
              <a:rPr lang="en-US" altLang="zh-CN">
                <a:solidFill>
                  <a:schemeClr val="bg1"/>
                </a:solidFill>
                <a:sym typeface="+mn-lt"/>
              </a:rPr>
            </a:br>
            <a:r>
              <a:rPr lang="en-US" altLang="zh-CN">
                <a:solidFill>
                  <a:schemeClr val="bg1"/>
                </a:solidFill>
                <a:sym typeface="+mn-lt"/>
              </a:rPr>
              <a:t> </a:t>
            </a:r>
            <a:r>
              <a:rPr lang="zh-CN" altLang="en-US">
                <a:solidFill>
                  <a:schemeClr val="bg1"/>
                </a:solidFill>
                <a:sym typeface="+mn-lt"/>
              </a:rPr>
              <a:t>名字来命名</a:t>
            </a:r>
          </a:p>
          <a:p>
            <a:pPr eaLnBrk="1" hangingPunct="1">
              <a:spcBef>
                <a:spcPct val="50000"/>
              </a:spcBef>
              <a:buClr>
                <a:schemeClr val="bg1"/>
              </a:buClr>
              <a:buFont typeface="Wingdings" pitchFamily="2" charset="2"/>
              <a:buChar char="u"/>
            </a:pPr>
            <a:r>
              <a:rPr lang="zh-CN" altLang="en-US">
                <a:solidFill>
                  <a:schemeClr val="bg1"/>
                </a:solidFill>
                <a:sym typeface="+mn-lt"/>
              </a:rPr>
              <a:t> 若头指针名是</a:t>
            </a:r>
            <a:r>
              <a:rPr lang="en-US" altLang="zh-CN">
                <a:solidFill>
                  <a:schemeClr val="bg1"/>
                </a:solidFill>
                <a:sym typeface="+mn-lt"/>
              </a:rPr>
              <a:t>L</a:t>
            </a:r>
            <a:r>
              <a:rPr lang="zh-CN" altLang="en-US">
                <a:solidFill>
                  <a:schemeClr val="bg1"/>
                </a:solidFill>
                <a:sym typeface="+mn-lt"/>
              </a:rPr>
              <a:t>，则把链表称为表</a:t>
            </a:r>
            <a:r>
              <a:rPr lang="en-US" altLang="zh-CN">
                <a:solidFill>
                  <a:schemeClr val="bg1"/>
                </a:solidFill>
                <a:sym typeface="+mn-lt"/>
              </a:rPr>
              <a:t>L </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4FB23E1E-408C-43D3-98E4-2DC3ACC3FF11}"/>
              </a:ext>
            </a:extLst>
          </p:cNvPr>
          <p:cNvSpPr/>
          <p:nvPr/>
        </p:nvSpPr>
        <p:spPr bwMode="auto">
          <a:xfrm>
            <a:off x="0" y="4797425"/>
            <a:ext cx="9144000" cy="1665288"/>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92162" name="Rectangle 5">
            <a:extLst>
              <a:ext uri="{FF2B5EF4-FFF2-40B4-BE49-F238E27FC236}">
                <a16:creationId xmlns:a16="http://schemas.microsoft.com/office/drawing/2014/main" id="{ECA1E3DC-F998-4A99-9668-A56DCCDA9B16}"/>
              </a:ext>
            </a:extLst>
          </p:cNvPr>
          <p:cNvSpPr>
            <a:spLocks noChangeArrowheads="1"/>
          </p:cNvSpPr>
          <p:nvPr/>
        </p:nvSpPr>
        <p:spPr bwMode="auto">
          <a:xfrm>
            <a:off x="971550" y="1144588"/>
            <a:ext cx="6457950" cy="302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a:spcBef>
                <a:spcPct val="20000"/>
              </a:spcBef>
            </a:pPr>
            <a:r>
              <a:rPr lang="en-US" altLang="zh-CN">
                <a:sym typeface="+mn-lt"/>
              </a:rPr>
              <a:t>typedef struct Lnode</a:t>
            </a:r>
          </a:p>
          <a:p>
            <a:pPr algn="just">
              <a:spcBef>
                <a:spcPct val="20000"/>
              </a:spcBef>
            </a:pPr>
            <a:r>
              <a:rPr lang="en-US" altLang="zh-CN">
                <a:sym typeface="+mn-lt"/>
              </a:rPr>
              <a:t>{</a:t>
            </a:r>
          </a:p>
          <a:p>
            <a:pPr algn="just">
              <a:spcBef>
                <a:spcPct val="20000"/>
              </a:spcBef>
            </a:pPr>
            <a:r>
              <a:rPr lang="en-US" altLang="zh-CN">
                <a:sym typeface="+mn-lt"/>
              </a:rPr>
              <a:t>     ElemType   data;       </a:t>
            </a:r>
            <a:r>
              <a:rPr lang="en-US" altLang="zh-CN">
                <a:solidFill>
                  <a:schemeClr val="accent2"/>
                </a:solidFill>
                <a:sym typeface="+mn-lt"/>
              </a:rPr>
              <a:t>//</a:t>
            </a:r>
            <a:r>
              <a:rPr lang="zh-CN" altLang="en-US">
                <a:solidFill>
                  <a:schemeClr val="accent2"/>
                </a:solidFill>
                <a:sym typeface="+mn-lt"/>
              </a:rPr>
              <a:t>数据域</a:t>
            </a:r>
          </a:p>
          <a:p>
            <a:pPr algn="just">
              <a:spcBef>
                <a:spcPct val="20000"/>
              </a:spcBef>
            </a:pPr>
            <a:r>
              <a:rPr lang="zh-CN" altLang="en-US">
                <a:sym typeface="+mn-lt"/>
              </a:rPr>
              <a:t>     </a:t>
            </a:r>
            <a:r>
              <a:rPr lang="en-US" altLang="zh-CN">
                <a:sym typeface="+mn-lt"/>
              </a:rPr>
              <a:t>struct LNode  *next;   </a:t>
            </a:r>
            <a:r>
              <a:rPr lang="en-US" altLang="zh-CN">
                <a:solidFill>
                  <a:schemeClr val="accent2"/>
                </a:solidFill>
                <a:sym typeface="+mn-lt"/>
              </a:rPr>
              <a:t>//</a:t>
            </a:r>
            <a:r>
              <a:rPr lang="zh-CN" altLang="en-US">
                <a:solidFill>
                  <a:schemeClr val="accent2"/>
                </a:solidFill>
                <a:sym typeface="+mn-lt"/>
              </a:rPr>
              <a:t>指针域</a:t>
            </a:r>
          </a:p>
          <a:p>
            <a:pPr algn="just">
              <a:spcBef>
                <a:spcPct val="20000"/>
              </a:spcBef>
            </a:pPr>
            <a:r>
              <a:rPr lang="en-US" altLang="zh-CN">
                <a:sym typeface="+mn-lt"/>
              </a:rPr>
              <a:t>}LNode,*LinkList;   </a:t>
            </a:r>
          </a:p>
          <a:p>
            <a:pPr algn="just">
              <a:spcBef>
                <a:spcPct val="20000"/>
              </a:spcBef>
            </a:pPr>
            <a:r>
              <a:rPr lang="en-US" altLang="zh-CN">
                <a:solidFill>
                  <a:schemeClr val="accent2"/>
                </a:solidFill>
                <a:sym typeface="+mn-lt"/>
              </a:rPr>
              <a:t>// *LinkList</a:t>
            </a:r>
            <a:r>
              <a:rPr lang="zh-CN" altLang="en-US">
                <a:solidFill>
                  <a:schemeClr val="accent2"/>
                </a:solidFill>
                <a:sym typeface="+mn-lt"/>
              </a:rPr>
              <a:t>为</a:t>
            </a:r>
            <a:r>
              <a:rPr lang="en-US" altLang="zh-CN">
                <a:solidFill>
                  <a:schemeClr val="accent2"/>
                </a:solidFill>
                <a:sym typeface="+mn-lt"/>
              </a:rPr>
              <a:t>Lnode</a:t>
            </a:r>
            <a:r>
              <a:rPr lang="zh-CN" altLang="en-US">
                <a:solidFill>
                  <a:schemeClr val="accent2"/>
                </a:solidFill>
                <a:sym typeface="+mn-lt"/>
              </a:rPr>
              <a:t>类型的指针</a:t>
            </a:r>
          </a:p>
          <a:p>
            <a:pPr>
              <a:spcBef>
                <a:spcPct val="20000"/>
              </a:spcBef>
            </a:pPr>
            <a:endParaRPr lang="en-US" altLang="zh-CN">
              <a:sym typeface="+mn-lt"/>
            </a:endParaRPr>
          </a:p>
        </p:txBody>
      </p:sp>
      <p:sp>
        <p:nvSpPr>
          <p:cNvPr id="92163" name="Rectangle 6">
            <a:extLst>
              <a:ext uri="{FF2B5EF4-FFF2-40B4-BE49-F238E27FC236}">
                <a16:creationId xmlns:a16="http://schemas.microsoft.com/office/drawing/2014/main" id="{1E22952F-C698-40BB-9FD5-D1FE1BD18465}"/>
              </a:ext>
            </a:extLst>
          </p:cNvPr>
          <p:cNvSpPr>
            <a:spLocks noChangeArrowheads="1"/>
          </p:cNvSpPr>
          <p:nvPr/>
        </p:nvSpPr>
        <p:spPr bwMode="auto">
          <a:xfrm>
            <a:off x="785813" y="157163"/>
            <a:ext cx="730885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单链表的存储结构定义</a:t>
            </a:r>
          </a:p>
        </p:txBody>
      </p:sp>
      <p:grpSp>
        <p:nvGrpSpPr>
          <p:cNvPr id="2" name="Group 10">
            <a:extLst>
              <a:ext uri="{FF2B5EF4-FFF2-40B4-BE49-F238E27FC236}">
                <a16:creationId xmlns:a16="http://schemas.microsoft.com/office/drawing/2014/main" id="{34618D77-2359-044C-B89B-DFE647DF00F6}"/>
              </a:ext>
            </a:extLst>
          </p:cNvPr>
          <p:cNvGrpSpPr>
            <a:grpSpLocks/>
          </p:cNvGrpSpPr>
          <p:nvPr/>
        </p:nvGrpSpPr>
        <p:grpSpPr bwMode="auto">
          <a:xfrm>
            <a:off x="1727200" y="5372100"/>
            <a:ext cx="5159375" cy="461963"/>
            <a:chOff x="521" y="2841"/>
            <a:chExt cx="3250" cy="291"/>
          </a:xfrm>
        </p:grpSpPr>
        <p:sp>
          <p:nvSpPr>
            <p:cNvPr id="92165" name="Rectangle 7">
              <a:extLst>
                <a:ext uri="{FF2B5EF4-FFF2-40B4-BE49-F238E27FC236}">
                  <a16:creationId xmlns:a16="http://schemas.microsoft.com/office/drawing/2014/main" id="{32455FBF-CB13-4769-869B-3F210BF34A31}"/>
                </a:ext>
              </a:extLst>
            </p:cNvPr>
            <p:cNvSpPr>
              <a:spLocks noChangeArrowheads="1"/>
            </p:cNvSpPr>
            <p:nvPr/>
          </p:nvSpPr>
          <p:spPr bwMode="auto">
            <a:xfrm>
              <a:off x="521" y="2841"/>
              <a:ext cx="930" cy="291"/>
            </a:xfrm>
            <a:prstGeom prst="rect">
              <a:avLst/>
            </a:prstGeom>
            <a:solidFill>
              <a:schemeClr val="accent2">
                <a:lumMod val="40000"/>
                <a:lumOff val="6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LNode *p</a:t>
              </a:r>
            </a:p>
          </p:txBody>
        </p:sp>
        <p:sp>
          <p:nvSpPr>
            <p:cNvPr id="92166" name="Rectangle 8">
              <a:extLst>
                <a:ext uri="{FF2B5EF4-FFF2-40B4-BE49-F238E27FC236}">
                  <a16:creationId xmlns:a16="http://schemas.microsoft.com/office/drawing/2014/main" id="{C39A296E-4344-4F09-AF67-14301EDDFD98}"/>
                </a:ext>
              </a:extLst>
            </p:cNvPr>
            <p:cNvSpPr>
              <a:spLocks noChangeArrowheads="1"/>
            </p:cNvSpPr>
            <p:nvPr/>
          </p:nvSpPr>
          <p:spPr bwMode="auto">
            <a:xfrm>
              <a:off x="2843" y="2841"/>
              <a:ext cx="928" cy="291"/>
            </a:xfrm>
            <a:prstGeom prst="rect">
              <a:avLst/>
            </a:prstGeom>
            <a:solidFill>
              <a:schemeClr val="accent2">
                <a:lumMod val="40000"/>
                <a:lumOff val="6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dirty="0" err="1">
                  <a:solidFill>
                    <a:srgbClr val="FF0000"/>
                  </a:solidFill>
                  <a:latin typeface="+mn-lt"/>
                  <a:ea typeface="+mn-ea"/>
                  <a:cs typeface="+mn-ea"/>
                  <a:sym typeface="+mn-lt"/>
                </a:rPr>
                <a:t>LinkList</a:t>
              </a:r>
              <a:r>
                <a:rPr lang="en-US" altLang="zh-CN" dirty="0">
                  <a:latin typeface="+mn-lt"/>
                  <a:ea typeface="+mn-ea"/>
                  <a:cs typeface="+mn-ea"/>
                  <a:sym typeface="+mn-lt"/>
                </a:rPr>
                <a:t> </a:t>
              </a:r>
              <a:r>
                <a:rPr lang="en-US" altLang="zh-CN" dirty="0">
                  <a:solidFill>
                    <a:srgbClr val="FF0000"/>
                  </a:solidFill>
                  <a:latin typeface="+mn-lt"/>
                  <a:ea typeface="+mn-ea"/>
                  <a:cs typeface="+mn-ea"/>
                  <a:sym typeface="+mn-lt"/>
                </a:rPr>
                <a:t>p</a:t>
              </a:r>
            </a:p>
          </p:txBody>
        </p:sp>
        <p:sp>
          <p:nvSpPr>
            <p:cNvPr id="92167" name="AutoShape 9">
              <a:extLst>
                <a:ext uri="{FF2B5EF4-FFF2-40B4-BE49-F238E27FC236}">
                  <a16:creationId xmlns:a16="http://schemas.microsoft.com/office/drawing/2014/main" id="{230107D6-B46B-41E1-9500-3B159F9EE644}"/>
                </a:ext>
              </a:extLst>
            </p:cNvPr>
            <p:cNvSpPr>
              <a:spLocks noChangeArrowheads="1"/>
            </p:cNvSpPr>
            <p:nvPr/>
          </p:nvSpPr>
          <p:spPr bwMode="auto">
            <a:xfrm>
              <a:off x="1957" y="2895"/>
              <a:ext cx="499" cy="182"/>
            </a:xfrm>
            <a:prstGeom prst="leftRightArrow">
              <a:avLst>
                <a:gd name="adj1" fmla="val 50000"/>
                <a:gd name="adj2" fmla="val 54810"/>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6" presetClass="emph" presetSubtype="0" fill="hold" nodeType="clickEffect">
                                  <p:stCondLst>
                                    <p:cond delay="0"/>
                                  </p:stCondLst>
                                  <p:childTnLst>
                                    <p:animScale>
                                      <p:cBhvr>
                                        <p:cTn id="11" dur="2000" fill="hold"/>
                                        <p:tgtEl>
                                          <p:spTgt spid="2"/>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2FBDE2D4-46CD-4144-8509-F529FBB8A820}"/>
              </a:ext>
            </a:extLst>
          </p:cNvPr>
          <p:cNvSpPr/>
          <p:nvPr/>
        </p:nvSpPr>
        <p:spPr bwMode="auto">
          <a:xfrm>
            <a:off x="530225" y="1927225"/>
            <a:ext cx="8040688" cy="1430338"/>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93186" name="Rectangle 6">
            <a:extLst>
              <a:ext uri="{FF2B5EF4-FFF2-40B4-BE49-F238E27FC236}">
                <a16:creationId xmlns:a16="http://schemas.microsoft.com/office/drawing/2014/main" id="{8914B93A-93CE-4880-8F50-8182DCDCC6FF}"/>
              </a:ext>
            </a:extLst>
          </p:cNvPr>
          <p:cNvSpPr>
            <a:spLocks noChangeArrowheads="1"/>
          </p:cNvSpPr>
          <p:nvPr/>
        </p:nvSpPr>
        <p:spPr bwMode="auto">
          <a:xfrm>
            <a:off x="5426075" y="2087563"/>
            <a:ext cx="1423988" cy="461962"/>
          </a:xfrm>
          <a:prstGeom prst="rect">
            <a:avLst/>
          </a:prstGeom>
          <a:noFill/>
          <a:ln>
            <a:noFill/>
          </a:ln>
        </p:spPr>
        <p:txBody>
          <a:bodyPr wrap="none">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dirty="0" err="1">
                <a:solidFill>
                  <a:srgbClr val="FF0000"/>
                </a:solidFill>
                <a:latin typeface="+mn-lt"/>
                <a:ea typeface="+mn-ea"/>
                <a:cs typeface="+mn-ea"/>
                <a:sym typeface="+mn-lt"/>
              </a:rPr>
              <a:t>LNode</a:t>
            </a:r>
            <a:r>
              <a:rPr lang="en-US" altLang="zh-CN" dirty="0">
                <a:solidFill>
                  <a:srgbClr val="FF0000"/>
                </a:solidFill>
                <a:latin typeface="+mn-lt"/>
                <a:ea typeface="+mn-ea"/>
                <a:cs typeface="+mn-ea"/>
                <a:sym typeface="+mn-lt"/>
              </a:rPr>
              <a:t> *p</a:t>
            </a:r>
          </a:p>
        </p:txBody>
      </p:sp>
      <p:sp>
        <p:nvSpPr>
          <p:cNvPr id="93187" name="Rectangle 9">
            <a:extLst>
              <a:ext uri="{FF2B5EF4-FFF2-40B4-BE49-F238E27FC236}">
                <a16:creationId xmlns:a16="http://schemas.microsoft.com/office/drawing/2014/main" id="{15331654-5E5A-4258-AD60-DA32610CAC36}"/>
              </a:ext>
            </a:extLst>
          </p:cNvPr>
          <p:cNvSpPr>
            <a:spLocks noChangeArrowheads="1"/>
          </p:cNvSpPr>
          <p:nvPr/>
        </p:nvSpPr>
        <p:spPr bwMode="auto">
          <a:xfrm>
            <a:off x="519113" y="1465263"/>
            <a:ext cx="8062912" cy="461962"/>
          </a:xfrm>
          <a:prstGeom prst="rect">
            <a:avLst/>
          </a:prstGeom>
          <a:solidFill>
            <a:srgbClr val="9476B6"/>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olidFill>
                  <a:schemeClr val="bg1"/>
                </a:solidFill>
                <a:sym typeface="+mn-lt"/>
              </a:rPr>
              <a:t>注意区分指针变量和结点变量两个不同的概念</a:t>
            </a:r>
          </a:p>
        </p:txBody>
      </p:sp>
      <p:grpSp>
        <p:nvGrpSpPr>
          <p:cNvPr id="2" name="Group 12">
            <a:extLst>
              <a:ext uri="{FF2B5EF4-FFF2-40B4-BE49-F238E27FC236}">
                <a16:creationId xmlns:a16="http://schemas.microsoft.com/office/drawing/2014/main" id="{36EDC2AE-D392-4648-867E-7D35ACE58BE9}"/>
              </a:ext>
            </a:extLst>
          </p:cNvPr>
          <p:cNvGrpSpPr>
            <a:grpSpLocks/>
          </p:cNvGrpSpPr>
          <p:nvPr/>
        </p:nvGrpSpPr>
        <p:grpSpPr bwMode="auto">
          <a:xfrm>
            <a:off x="508000" y="4005263"/>
            <a:ext cx="8096250" cy="1708150"/>
            <a:chOff x="329" y="1942"/>
            <a:chExt cx="5100" cy="1076"/>
          </a:xfrm>
        </p:grpSpPr>
        <p:sp>
          <p:nvSpPr>
            <p:cNvPr id="93189" name="Rectangle 10">
              <a:extLst>
                <a:ext uri="{FF2B5EF4-FFF2-40B4-BE49-F238E27FC236}">
                  <a16:creationId xmlns:a16="http://schemas.microsoft.com/office/drawing/2014/main" id="{15C13D11-A42E-426F-B121-8A7ACDC30343}"/>
                </a:ext>
              </a:extLst>
            </p:cNvPr>
            <p:cNvSpPr>
              <a:spLocks noChangeArrowheads="1"/>
            </p:cNvSpPr>
            <p:nvPr/>
          </p:nvSpPr>
          <p:spPr bwMode="auto">
            <a:xfrm>
              <a:off x="329" y="2622"/>
              <a:ext cx="5093" cy="396"/>
            </a:xfrm>
            <a:prstGeom prst="rect">
              <a:avLst/>
            </a:prstGeom>
            <a:solidFill>
              <a:schemeClr val="bg2">
                <a:lumMod val="20000"/>
                <a:lumOff val="8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buFont typeface="Wingdings" panose="05000000000000000000" pitchFamily="2" charset="2"/>
                <a:buNone/>
                <a:defRPr/>
              </a:pPr>
              <a:r>
                <a:rPr lang="zh-CN" altLang="en-US" dirty="0">
                  <a:latin typeface="+mn-lt"/>
                  <a:ea typeface="+mn-ea"/>
                  <a:cs typeface="+mn-ea"/>
                  <a:sym typeface="+mn-lt"/>
                </a:rPr>
                <a:t>若</a:t>
              </a:r>
              <a:r>
                <a:rPr lang="en-US" altLang="zh-CN" dirty="0">
                  <a:latin typeface="+mn-lt"/>
                  <a:ea typeface="+mn-ea"/>
                  <a:cs typeface="+mn-ea"/>
                  <a:sym typeface="+mn-lt"/>
                </a:rPr>
                <a:t>p-&gt;data=</a:t>
              </a:r>
              <a:r>
                <a:rPr lang="en-US" altLang="zh-CN" dirty="0" err="1">
                  <a:latin typeface="+mn-lt"/>
                  <a:ea typeface="+mn-ea"/>
                  <a:cs typeface="+mn-ea"/>
                  <a:sym typeface="+mn-lt"/>
                </a:rPr>
                <a:t>a</a:t>
              </a:r>
              <a:r>
                <a:rPr lang="en-US" altLang="zh-CN" baseline="-25000" dirty="0" err="1">
                  <a:latin typeface="+mn-lt"/>
                  <a:ea typeface="+mn-ea"/>
                  <a:cs typeface="+mn-ea"/>
                  <a:sym typeface="+mn-lt"/>
                </a:rPr>
                <a:t>i</a:t>
              </a:r>
              <a:r>
                <a:rPr lang="en-US" altLang="zh-CN" baseline="-25000" dirty="0">
                  <a:latin typeface="+mn-lt"/>
                  <a:ea typeface="+mn-ea"/>
                  <a:cs typeface="+mn-ea"/>
                  <a:sym typeface="+mn-lt"/>
                </a:rPr>
                <a:t>, </a:t>
              </a:r>
              <a:r>
                <a:rPr lang="zh-CN" altLang="en-US" dirty="0">
                  <a:latin typeface="+mn-lt"/>
                  <a:ea typeface="+mn-ea"/>
                  <a:cs typeface="+mn-ea"/>
                  <a:sym typeface="+mn-lt"/>
                </a:rPr>
                <a:t>则</a:t>
              </a:r>
              <a:r>
                <a:rPr lang="en-US" altLang="zh-CN" dirty="0">
                  <a:latin typeface="+mn-lt"/>
                  <a:ea typeface="+mn-ea"/>
                  <a:cs typeface="+mn-ea"/>
                  <a:sym typeface="+mn-lt"/>
                </a:rPr>
                <a:t>p-&gt;next-&gt;data=a</a:t>
              </a:r>
              <a:r>
                <a:rPr lang="en-US" altLang="zh-CN" baseline="-25000" dirty="0">
                  <a:latin typeface="+mn-lt"/>
                  <a:ea typeface="+mn-ea"/>
                  <a:cs typeface="+mn-ea"/>
                  <a:sym typeface="+mn-lt"/>
                </a:rPr>
                <a:t>i+1</a:t>
              </a:r>
            </a:p>
          </p:txBody>
        </p:sp>
        <p:graphicFrame>
          <p:nvGraphicFramePr>
            <p:cNvPr id="97289" name="Object 11">
              <a:extLst>
                <a:ext uri="{FF2B5EF4-FFF2-40B4-BE49-F238E27FC236}">
                  <a16:creationId xmlns:a16="http://schemas.microsoft.com/office/drawing/2014/main" id="{3526472B-58B2-D248-AB1A-AFD7BE3DE548}"/>
                </a:ext>
              </a:extLst>
            </p:cNvPr>
            <p:cNvGraphicFramePr>
              <a:graphicFrameLocks/>
            </p:cNvGraphicFramePr>
            <p:nvPr/>
          </p:nvGraphicFramePr>
          <p:xfrm>
            <a:off x="336" y="1942"/>
            <a:ext cx="5093" cy="609"/>
          </p:xfrm>
          <a:graphic>
            <a:graphicData uri="http://schemas.openxmlformats.org/presentationml/2006/ole">
              <mc:AlternateContent xmlns:mc="http://schemas.openxmlformats.org/markup-compatibility/2006">
                <mc:Choice xmlns:v="urn:schemas-microsoft-com:vml" Requires="v">
                  <p:oleObj spid="_x0000_s97292" r:id="rId3" imgW="5257800" imgH="558800" progId="Visio.Drawing.11">
                    <p:embed/>
                  </p:oleObj>
                </mc:Choice>
                <mc:Fallback>
                  <p:oleObj r:id="rId3" imgW="5257800" imgH="558800" progId="Visio.Drawing.11">
                    <p:embed/>
                    <p:pic>
                      <p:nvPicPr>
                        <p:cNvPr id="0" name="Object 11"/>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 y="1942"/>
                          <a:ext cx="5093" cy="60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sp>
        <p:nvSpPr>
          <p:cNvPr id="7" name="Rectangle 6">
            <a:extLst>
              <a:ext uri="{FF2B5EF4-FFF2-40B4-BE49-F238E27FC236}">
                <a16:creationId xmlns:a16="http://schemas.microsoft.com/office/drawing/2014/main" id="{F8CA8C52-BF4A-4D73-830D-3470314175B0}"/>
              </a:ext>
            </a:extLst>
          </p:cNvPr>
          <p:cNvSpPr>
            <a:spLocks noChangeArrowheads="1"/>
          </p:cNvSpPr>
          <p:nvPr/>
        </p:nvSpPr>
        <p:spPr bwMode="auto">
          <a:xfrm>
            <a:off x="785813" y="157163"/>
            <a:ext cx="730885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单链表的存储结构定义</a:t>
            </a:r>
          </a:p>
        </p:txBody>
      </p:sp>
      <p:sp>
        <p:nvSpPr>
          <p:cNvPr id="8" name="Rectangle 9">
            <a:extLst>
              <a:ext uri="{FF2B5EF4-FFF2-40B4-BE49-F238E27FC236}">
                <a16:creationId xmlns:a16="http://schemas.microsoft.com/office/drawing/2014/main" id="{D0FBAFCA-0910-4A1F-83CA-14BEF78EFC43}"/>
              </a:ext>
            </a:extLst>
          </p:cNvPr>
          <p:cNvSpPr>
            <a:spLocks noChangeArrowheads="1"/>
          </p:cNvSpPr>
          <p:nvPr/>
        </p:nvSpPr>
        <p:spPr bwMode="auto">
          <a:xfrm>
            <a:off x="1106488" y="2087563"/>
            <a:ext cx="4270375"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ym typeface="+mn-lt"/>
              </a:rPr>
              <a:t>指针变量</a:t>
            </a:r>
            <a:r>
              <a:rPr lang="en-US" altLang="zh-CN">
                <a:sym typeface="+mn-lt"/>
              </a:rPr>
              <a:t>p</a:t>
            </a:r>
            <a:r>
              <a:rPr lang="zh-CN" altLang="en-US">
                <a:sym typeface="+mn-lt"/>
              </a:rPr>
              <a:t>：表示结点地址</a:t>
            </a:r>
          </a:p>
          <a:p>
            <a:pPr eaLnBrk="1" hangingPunct="1">
              <a:lnSpc>
                <a:spcPct val="100000"/>
              </a:lnSpc>
              <a:spcBef>
                <a:spcPct val="50000"/>
              </a:spcBef>
            </a:pPr>
            <a:r>
              <a:rPr lang="zh-CN" altLang="en-US">
                <a:sym typeface="+mn-lt"/>
              </a:rPr>
              <a:t>结点变量*</a:t>
            </a:r>
            <a:r>
              <a:rPr lang="en-US" altLang="zh-CN">
                <a:sym typeface="+mn-lt"/>
              </a:rPr>
              <a:t>p</a:t>
            </a:r>
            <a:r>
              <a:rPr lang="zh-CN" altLang="en-US">
                <a:sym typeface="+mn-lt"/>
              </a:rPr>
              <a:t>：表示一个结点</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8">
            <a:extLst>
              <a:ext uri="{FF2B5EF4-FFF2-40B4-BE49-F238E27FC236}">
                <a16:creationId xmlns:a16="http://schemas.microsoft.com/office/drawing/2014/main" id="{FC1B4A78-7DF4-4780-9F4A-2F406DD0228C}"/>
              </a:ext>
            </a:extLst>
          </p:cNvPr>
          <p:cNvSpPr>
            <a:spLocks noChangeArrowheads="1"/>
          </p:cNvSpPr>
          <p:nvPr/>
        </p:nvSpPr>
        <p:spPr bwMode="auto">
          <a:xfrm>
            <a:off x="827088" y="166688"/>
            <a:ext cx="716438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单链表基本操作的实现</a:t>
            </a:r>
          </a:p>
        </p:txBody>
      </p:sp>
      <p:sp>
        <p:nvSpPr>
          <p:cNvPr id="6" name="Rectangle 5">
            <a:extLst>
              <a:ext uri="{FF2B5EF4-FFF2-40B4-BE49-F238E27FC236}">
                <a16:creationId xmlns:a16="http://schemas.microsoft.com/office/drawing/2014/main" id="{CCEFB8CA-D77C-42C1-BD2E-C1F3656246BC}"/>
              </a:ext>
            </a:extLst>
          </p:cNvPr>
          <p:cNvSpPr>
            <a:spLocks noRot="1" noChangeArrowheads="1"/>
          </p:cNvSpPr>
          <p:nvPr/>
        </p:nvSpPr>
        <p:spPr bwMode="auto">
          <a:xfrm>
            <a:off x="3949700" y="1303338"/>
            <a:ext cx="1433513" cy="547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0" indent="0" eaLnBrk="1" hangingPunct="1">
              <a:spcBef>
                <a:spcPct val="20000"/>
              </a:spcBef>
              <a:defRPr/>
            </a:pPr>
            <a:r>
              <a:rPr lang="zh-CN" altLang="en-US" dirty="0">
                <a:latin typeface="+mn-lt"/>
                <a:ea typeface="+mn-ea"/>
                <a:cs typeface="+mn-ea"/>
                <a:sym typeface="+mn-lt"/>
              </a:rPr>
              <a:t>初始化</a:t>
            </a:r>
          </a:p>
        </p:txBody>
      </p:sp>
      <p:grpSp>
        <p:nvGrpSpPr>
          <p:cNvPr id="98308" name="组合 6">
            <a:extLst>
              <a:ext uri="{FF2B5EF4-FFF2-40B4-BE49-F238E27FC236}">
                <a16:creationId xmlns:a16="http://schemas.microsoft.com/office/drawing/2014/main" id="{0444E91D-F73C-6549-A11F-7D9558533493}"/>
              </a:ext>
            </a:extLst>
          </p:cNvPr>
          <p:cNvGrpSpPr>
            <a:grpSpLocks/>
          </p:cNvGrpSpPr>
          <p:nvPr/>
        </p:nvGrpSpPr>
        <p:grpSpPr bwMode="auto">
          <a:xfrm>
            <a:off x="2368550" y="1871663"/>
            <a:ext cx="4125913" cy="3935412"/>
            <a:chOff x="2160837" y="1533022"/>
            <a:chExt cx="4126962" cy="3935794"/>
          </a:xfrm>
        </p:grpSpPr>
        <p:sp>
          <p:nvSpPr>
            <p:cNvPr id="98314" name="Freeform 7">
              <a:extLst>
                <a:ext uri="{FF2B5EF4-FFF2-40B4-BE49-F238E27FC236}">
                  <a16:creationId xmlns:a16="http://schemas.microsoft.com/office/drawing/2014/main" id="{34AD2109-3796-074C-97FF-162E9FF8C1F2}"/>
                </a:ext>
              </a:extLst>
            </p:cNvPr>
            <p:cNvSpPr>
              <a:spLocks noChangeArrowheads="1"/>
            </p:cNvSpPr>
            <p:nvPr/>
          </p:nvSpPr>
          <p:spPr bwMode="auto">
            <a:xfrm>
              <a:off x="3532259" y="1533022"/>
              <a:ext cx="1384120" cy="1221599"/>
            </a:xfrm>
            <a:custGeom>
              <a:avLst/>
              <a:gdLst>
                <a:gd name="T0" fmla="*/ 2147483646 w 2684"/>
                <a:gd name="T1" fmla="*/ 2147483646 h 2365"/>
                <a:gd name="T2" fmla="*/ 2147483646 w 2684"/>
                <a:gd name="T3" fmla="*/ 0 h 2365"/>
                <a:gd name="T4" fmla="*/ 0 w 2684"/>
                <a:gd name="T5" fmla="*/ 2147483646 h 2365"/>
                <a:gd name="T6" fmla="*/ 2147483646 w 2684"/>
                <a:gd name="T7" fmla="*/ 2147483646 h 2365"/>
                <a:gd name="T8" fmla="*/ 0 60000 65536"/>
                <a:gd name="T9" fmla="*/ 0 60000 65536"/>
                <a:gd name="T10" fmla="*/ 0 60000 65536"/>
                <a:gd name="T11" fmla="*/ 0 60000 65536"/>
                <a:gd name="T12" fmla="*/ 0 w 2684"/>
                <a:gd name="T13" fmla="*/ 0 h 2365"/>
                <a:gd name="T14" fmla="*/ 2684 w 2684"/>
                <a:gd name="T15" fmla="*/ 2365 h 2365"/>
              </a:gdLst>
              <a:ahLst/>
              <a:cxnLst>
                <a:cxn ang="T8">
                  <a:pos x="T0" y="T1"/>
                </a:cxn>
                <a:cxn ang="T9">
                  <a:pos x="T2" y="T3"/>
                </a:cxn>
                <a:cxn ang="T10">
                  <a:pos x="T4" y="T5"/>
                </a:cxn>
                <a:cxn ang="T11">
                  <a:pos x="T6" y="T7"/>
                </a:cxn>
              </a:cxnLst>
              <a:rect l="T12" t="T13" r="T14" b="T15"/>
              <a:pathLst>
                <a:path w="2684" h="2365">
                  <a:moveTo>
                    <a:pt x="2684" y="2365"/>
                  </a:moveTo>
                  <a:lnTo>
                    <a:pt x="1342" y="0"/>
                  </a:lnTo>
                  <a:lnTo>
                    <a:pt x="0" y="2365"/>
                  </a:lnTo>
                  <a:lnTo>
                    <a:pt x="2684" y="2365"/>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98315" name="Freeform 8">
              <a:extLst>
                <a:ext uri="{FF2B5EF4-FFF2-40B4-BE49-F238E27FC236}">
                  <a16:creationId xmlns:a16="http://schemas.microsoft.com/office/drawing/2014/main" id="{4DBFAAFE-6C30-CE43-B442-9C4F43B01A26}"/>
                </a:ext>
              </a:extLst>
            </p:cNvPr>
            <p:cNvSpPr>
              <a:spLocks noChangeArrowheads="1"/>
            </p:cNvSpPr>
            <p:nvPr/>
          </p:nvSpPr>
          <p:spPr bwMode="auto">
            <a:xfrm>
              <a:off x="2160837" y="2754620"/>
              <a:ext cx="1371421" cy="1321106"/>
            </a:xfrm>
            <a:custGeom>
              <a:avLst/>
              <a:gdLst>
                <a:gd name="T0" fmla="*/ 2147483646 w 2664"/>
                <a:gd name="T1" fmla="*/ 0 h 2553"/>
                <a:gd name="T2" fmla="*/ 0 w 2664"/>
                <a:gd name="T3" fmla="*/ 2147483646 h 2553"/>
                <a:gd name="T4" fmla="*/ 2147483646 w 2664"/>
                <a:gd name="T5" fmla="*/ 2147483646 h 2553"/>
                <a:gd name="T6" fmla="*/ 2147483646 w 2664"/>
                <a:gd name="T7" fmla="*/ 0 h 2553"/>
                <a:gd name="T8" fmla="*/ 0 60000 65536"/>
                <a:gd name="T9" fmla="*/ 0 60000 65536"/>
                <a:gd name="T10" fmla="*/ 0 60000 65536"/>
                <a:gd name="T11" fmla="*/ 0 60000 65536"/>
                <a:gd name="T12" fmla="*/ 0 w 2664"/>
                <a:gd name="T13" fmla="*/ 0 h 2553"/>
                <a:gd name="T14" fmla="*/ 2664 w 2664"/>
                <a:gd name="T15" fmla="*/ 2553 h 2553"/>
              </a:gdLst>
              <a:ahLst/>
              <a:cxnLst>
                <a:cxn ang="T8">
                  <a:pos x="T0" y="T1"/>
                </a:cxn>
                <a:cxn ang="T9">
                  <a:pos x="T2" y="T3"/>
                </a:cxn>
                <a:cxn ang="T10">
                  <a:pos x="T4" y="T5"/>
                </a:cxn>
                <a:cxn ang="T11">
                  <a:pos x="T6" y="T7"/>
                </a:cxn>
              </a:cxnLst>
              <a:rect l="T12" t="T13" r="T14" b="T15"/>
              <a:pathLst>
                <a:path w="2664" h="2553">
                  <a:moveTo>
                    <a:pt x="2664" y="0"/>
                  </a:moveTo>
                  <a:lnTo>
                    <a:pt x="0" y="546"/>
                  </a:lnTo>
                  <a:lnTo>
                    <a:pt x="1835" y="2553"/>
                  </a:lnTo>
                  <a:lnTo>
                    <a:pt x="2664" y="0"/>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98316" name="Freeform 9">
              <a:extLst>
                <a:ext uri="{FF2B5EF4-FFF2-40B4-BE49-F238E27FC236}">
                  <a16:creationId xmlns:a16="http://schemas.microsoft.com/office/drawing/2014/main" id="{63CF81B1-2796-414A-97E9-C1470CC5EA69}"/>
                </a:ext>
              </a:extLst>
            </p:cNvPr>
            <p:cNvSpPr>
              <a:spLocks noChangeArrowheads="1"/>
            </p:cNvSpPr>
            <p:nvPr/>
          </p:nvSpPr>
          <p:spPr bwMode="auto">
            <a:xfrm>
              <a:off x="2948135" y="4075727"/>
              <a:ext cx="1274067" cy="1393089"/>
            </a:xfrm>
            <a:custGeom>
              <a:avLst/>
              <a:gdLst>
                <a:gd name="T0" fmla="*/ 2147483646 w 2476"/>
                <a:gd name="T1" fmla="*/ 0 h 2702"/>
                <a:gd name="T2" fmla="*/ 0 w 2476"/>
                <a:gd name="T3" fmla="*/ 2147483646 h 2702"/>
                <a:gd name="T4" fmla="*/ 2147483646 w 2476"/>
                <a:gd name="T5" fmla="*/ 2147483646 h 2702"/>
                <a:gd name="T6" fmla="*/ 2147483646 w 2476"/>
                <a:gd name="T7" fmla="*/ 0 h 2702"/>
                <a:gd name="T8" fmla="*/ 0 60000 65536"/>
                <a:gd name="T9" fmla="*/ 0 60000 65536"/>
                <a:gd name="T10" fmla="*/ 0 60000 65536"/>
                <a:gd name="T11" fmla="*/ 0 60000 65536"/>
                <a:gd name="T12" fmla="*/ 0 w 2476"/>
                <a:gd name="T13" fmla="*/ 0 h 2702"/>
                <a:gd name="T14" fmla="*/ 2476 w 2476"/>
                <a:gd name="T15" fmla="*/ 2702 h 2702"/>
              </a:gdLst>
              <a:ahLst/>
              <a:cxnLst>
                <a:cxn ang="T8">
                  <a:pos x="T0" y="T1"/>
                </a:cxn>
                <a:cxn ang="T9">
                  <a:pos x="T2" y="T3"/>
                </a:cxn>
                <a:cxn ang="T10">
                  <a:pos x="T4" y="T5"/>
                </a:cxn>
                <a:cxn ang="T11">
                  <a:pos x="T6" y="T7"/>
                </a:cxn>
              </a:cxnLst>
              <a:rect l="T12" t="T13" r="T14" b="T15"/>
              <a:pathLst>
                <a:path w="2476" h="2702">
                  <a:moveTo>
                    <a:pt x="305" y="0"/>
                  </a:moveTo>
                  <a:lnTo>
                    <a:pt x="0" y="2702"/>
                  </a:lnTo>
                  <a:lnTo>
                    <a:pt x="2476" y="1578"/>
                  </a:lnTo>
                  <a:lnTo>
                    <a:pt x="305" y="0"/>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98317" name="Freeform 10">
              <a:extLst>
                <a:ext uri="{FF2B5EF4-FFF2-40B4-BE49-F238E27FC236}">
                  <a16:creationId xmlns:a16="http://schemas.microsoft.com/office/drawing/2014/main" id="{4D2B7BF9-685F-1546-9CA5-2074BBCB0EBD}"/>
                </a:ext>
              </a:extLst>
            </p:cNvPr>
            <p:cNvSpPr>
              <a:spLocks noChangeArrowheads="1"/>
            </p:cNvSpPr>
            <p:nvPr/>
          </p:nvSpPr>
          <p:spPr bwMode="auto">
            <a:xfrm>
              <a:off x="4222202" y="4075727"/>
              <a:ext cx="1278300" cy="1393089"/>
            </a:xfrm>
            <a:custGeom>
              <a:avLst/>
              <a:gdLst>
                <a:gd name="T0" fmla="*/ 0 w 2476"/>
                <a:gd name="T1" fmla="*/ 2147483646 h 2702"/>
                <a:gd name="T2" fmla="*/ 2147483646 w 2476"/>
                <a:gd name="T3" fmla="*/ 2147483646 h 2702"/>
                <a:gd name="T4" fmla="*/ 2147483646 w 2476"/>
                <a:gd name="T5" fmla="*/ 0 h 2702"/>
                <a:gd name="T6" fmla="*/ 0 w 2476"/>
                <a:gd name="T7" fmla="*/ 2147483646 h 2702"/>
                <a:gd name="T8" fmla="*/ 0 60000 65536"/>
                <a:gd name="T9" fmla="*/ 0 60000 65536"/>
                <a:gd name="T10" fmla="*/ 0 60000 65536"/>
                <a:gd name="T11" fmla="*/ 0 60000 65536"/>
                <a:gd name="T12" fmla="*/ 0 w 2476"/>
                <a:gd name="T13" fmla="*/ 0 h 2702"/>
                <a:gd name="T14" fmla="*/ 2476 w 2476"/>
                <a:gd name="T15" fmla="*/ 2702 h 2702"/>
              </a:gdLst>
              <a:ahLst/>
              <a:cxnLst>
                <a:cxn ang="T8">
                  <a:pos x="T0" y="T1"/>
                </a:cxn>
                <a:cxn ang="T9">
                  <a:pos x="T2" y="T3"/>
                </a:cxn>
                <a:cxn ang="T10">
                  <a:pos x="T4" y="T5"/>
                </a:cxn>
                <a:cxn ang="T11">
                  <a:pos x="T6" y="T7"/>
                </a:cxn>
              </a:cxnLst>
              <a:rect l="T12" t="T13" r="T14" b="T15"/>
              <a:pathLst>
                <a:path w="2476" h="2702">
                  <a:moveTo>
                    <a:pt x="0" y="1578"/>
                  </a:moveTo>
                  <a:lnTo>
                    <a:pt x="2476" y="2702"/>
                  </a:lnTo>
                  <a:lnTo>
                    <a:pt x="2172" y="0"/>
                  </a:lnTo>
                  <a:lnTo>
                    <a:pt x="0" y="1578"/>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98318" name="Freeform 11">
              <a:extLst>
                <a:ext uri="{FF2B5EF4-FFF2-40B4-BE49-F238E27FC236}">
                  <a16:creationId xmlns:a16="http://schemas.microsoft.com/office/drawing/2014/main" id="{5F9A58BB-B8DF-9847-B4B8-AC53C204617C}"/>
                </a:ext>
              </a:extLst>
            </p:cNvPr>
            <p:cNvSpPr>
              <a:spLocks noChangeArrowheads="1"/>
            </p:cNvSpPr>
            <p:nvPr/>
          </p:nvSpPr>
          <p:spPr bwMode="auto">
            <a:xfrm>
              <a:off x="4916378" y="2754620"/>
              <a:ext cx="1371421" cy="1321106"/>
            </a:xfrm>
            <a:custGeom>
              <a:avLst/>
              <a:gdLst>
                <a:gd name="T0" fmla="*/ 2147483646 w 2664"/>
                <a:gd name="T1" fmla="*/ 2147483646 h 2553"/>
                <a:gd name="T2" fmla="*/ 2147483646 w 2664"/>
                <a:gd name="T3" fmla="*/ 2147483646 h 2553"/>
                <a:gd name="T4" fmla="*/ 0 w 2664"/>
                <a:gd name="T5" fmla="*/ 0 h 2553"/>
                <a:gd name="T6" fmla="*/ 2147483646 w 2664"/>
                <a:gd name="T7" fmla="*/ 2147483646 h 2553"/>
                <a:gd name="T8" fmla="*/ 0 60000 65536"/>
                <a:gd name="T9" fmla="*/ 0 60000 65536"/>
                <a:gd name="T10" fmla="*/ 0 60000 65536"/>
                <a:gd name="T11" fmla="*/ 0 60000 65536"/>
                <a:gd name="T12" fmla="*/ 0 w 2664"/>
                <a:gd name="T13" fmla="*/ 0 h 2553"/>
                <a:gd name="T14" fmla="*/ 2664 w 2664"/>
                <a:gd name="T15" fmla="*/ 2553 h 2553"/>
              </a:gdLst>
              <a:ahLst/>
              <a:cxnLst>
                <a:cxn ang="T8">
                  <a:pos x="T0" y="T1"/>
                </a:cxn>
                <a:cxn ang="T9">
                  <a:pos x="T2" y="T3"/>
                </a:cxn>
                <a:cxn ang="T10">
                  <a:pos x="T4" y="T5"/>
                </a:cxn>
                <a:cxn ang="T11">
                  <a:pos x="T6" y="T7"/>
                </a:cxn>
              </a:cxnLst>
              <a:rect l="T12" t="T13" r="T14" b="T15"/>
              <a:pathLst>
                <a:path w="2664" h="2553">
                  <a:moveTo>
                    <a:pt x="830" y="2553"/>
                  </a:moveTo>
                  <a:lnTo>
                    <a:pt x="2664" y="546"/>
                  </a:lnTo>
                  <a:lnTo>
                    <a:pt x="0" y="0"/>
                  </a:lnTo>
                  <a:lnTo>
                    <a:pt x="830" y="2553"/>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98319" name="矩形 12">
              <a:extLst>
                <a:ext uri="{FF2B5EF4-FFF2-40B4-BE49-F238E27FC236}">
                  <a16:creationId xmlns:a16="http://schemas.microsoft.com/office/drawing/2014/main" id="{13550F0F-4292-ED40-8858-1BF23E66A6EF}"/>
                </a:ext>
              </a:extLst>
            </p:cNvPr>
            <p:cNvSpPr>
              <a:spLocks noChangeArrowheads="1"/>
            </p:cNvSpPr>
            <p:nvPr/>
          </p:nvSpPr>
          <p:spPr bwMode="auto">
            <a:xfrm>
              <a:off x="3983051" y="2091951"/>
              <a:ext cx="476187"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600">
                  <a:solidFill>
                    <a:schemeClr val="bg1"/>
                  </a:solidFill>
                  <a:latin typeface="Swiss911 UCm BT"/>
                  <a:ea typeface="仿宋_GB2312" pitchFamily="49" charset="-122"/>
                  <a:sym typeface="Swiss911 UCm BT"/>
                </a:rPr>
                <a:t>01</a:t>
              </a:r>
              <a:endParaRPr lang="zh-CN" altLang="en-US" sz="3600">
                <a:solidFill>
                  <a:schemeClr val="bg1"/>
                </a:solidFill>
                <a:latin typeface="Swiss911 UCm BT"/>
                <a:ea typeface="仿宋_GB2312" pitchFamily="49" charset="-122"/>
                <a:sym typeface="Swiss911 UCm BT"/>
              </a:endParaRPr>
            </a:p>
          </p:txBody>
        </p:sp>
        <p:sp>
          <p:nvSpPr>
            <p:cNvPr id="98320" name="矩形 13">
              <a:extLst>
                <a:ext uri="{FF2B5EF4-FFF2-40B4-BE49-F238E27FC236}">
                  <a16:creationId xmlns:a16="http://schemas.microsoft.com/office/drawing/2014/main" id="{676C6B5C-3045-9E43-8A97-55C27156D48A}"/>
                </a:ext>
              </a:extLst>
            </p:cNvPr>
            <p:cNvSpPr>
              <a:spLocks noChangeArrowheads="1"/>
            </p:cNvSpPr>
            <p:nvPr/>
          </p:nvSpPr>
          <p:spPr bwMode="auto">
            <a:xfrm>
              <a:off x="5263466" y="3004445"/>
              <a:ext cx="476189"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600">
                  <a:solidFill>
                    <a:schemeClr val="bg1"/>
                  </a:solidFill>
                  <a:latin typeface="Swiss911 UCm BT"/>
                  <a:ea typeface="仿宋_GB2312" pitchFamily="49" charset="-122"/>
                  <a:sym typeface="Swiss911 UCm BT"/>
                </a:rPr>
                <a:t>02</a:t>
              </a:r>
              <a:endParaRPr lang="zh-CN" altLang="en-US" sz="3600">
                <a:solidFill>
                  <a:schemeClr val="bg1"/>
                </a:solidFill>
                <a:latin typeface="Swiss911 UCm BT"/>
                <a:ea typeface="仿宋_GB2312" pitchFamily="49" charset="-122"/>
                <a:sym typeface="Swiss911 UCm BT"/>
              </a:endParaRPr>
            </a:p>
          </p:txBody>
        </p:sp>
        <p:sp>
          <p:nvSpPr>
            <p:cNvPr id="98321" name="矩形 14">
              <a:extLst>
                <a:ext uri="{FF2B5EF4-FFF2-40B4-BE49-F238E27FC236}">
                  <a16:creationId xmlns:a16="http://schemas.microsoft.com/office/drawing/2014/main" id="{F867AB89-B598-2945-9273-2623B5D55236}"/>
                </a:ext>
              </a:extLst>
            </p:cNvPr>
            <p:cNvSpPr>
              <a:spLocks noChangeArrowheads="1"/>
            </p:cNvSpPr>
            <p:nvPr/>
          </p:nvSpPr>
          <p:spPr bwMode="auto">
            <a:xfrm>
              <a:off x="4785161" y="4524563"/>
              <a:ext cx="476189"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600">
                  <a:solidFill>
                    <a:schemeClr val="bg1"/>
                  </a:solidFill>
                  <a:latin typeface="Swiss911 UCm BT"/>
                  <a:ea typeface="仿宋_GB2312" pitchFamily="49" charset="-122"/>
                  <a:sym typeface="Swiss911 UCm BT"/>
                </a:rPr>
                <a:t>03</a:t>
              </a:r>
              <a:endParaRPr lang="zh-CN" altLang="en-US" sz="3600">
                <a:solidFill>
                  <a:schemeClr val="bg1"/>
                </a:solidFill>
                <a:latin typeface="Swiss911 UCm BT"/>
                <a:ea typeface="仿宋_GB2312" pitchFamily="49" charset="-122"/>
                <a:sym typeface="Swiss911 UCm BT"/>
              </a:endParaRPr>
            </a:p>
          </p:txBody>
        </p:sp>
        <p:sp>
          <p:nvSpPr>
            <p:cNvPr id="98322" name="矩形 15">
              <a:extLst>
                <a:ext uri="{FF2B5EF4-FFF2-40B4-BE49-F238E27FC236}">
                  <a16:creationId xmlns:a16="http://schemas.microsoft.com/office/drawing/2014/main" id="{0051980B-04AC-4D44-911C-627F97638D86}"/>
                </a:ext>
              </a:extLst>
            </p:cNvPr>
            <p:cNvSpPr>
              <a:spLocks noChangeArrowheads="1"/>
            </p:cNvSpPr>
            <p:nvPr/>
          </p:nvSpPr>
          <p:spPr bwMode="auto">
            <a:xfrm>
              <a:off x="3106865" y="4543619"/>
              <a:ext cx="476187"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600">
                  <a:solidFill>
                    <a:schemeClr val="bg1"/>
                  </a:solidFill>
                  <a:latin typeface="Swiss911 UCm BT"/>
                  <a:ea typeface="仿宋_GB2312" pitchFamily="49" charset="-122"/>
                  <a:sym typeface="Swiss911 UCm BT"/>
                </a:rPr>
                <a:t>04</a:t>
              </a:r>
              <a:endParaRPr lang="zh-CN" altLang="en-US" sz="3600">
                <a:solidFill>
                  <a:schemeClr val="bg1"/>
                </a:solidFill>
                <a:latin typeface="Swiss911 UCm BT"/>
                <a:ea typeface="仿宋_GB2312" pitchFamily="49" charset="-122"/>
                <a:sym typeface="Swiss911 UCm BT"/>
              </a:endParaRPr>
            </a:p>
          </p:txBody>
        </p:sp>
        <p:sp>
          <p:nvSpPr>
            <p:cNvPr id="98323" name="矩形 16">
              <a:extLst>
                <a:ext uri="{FF2B5EF4-FFF2-40B4-BE49-F238E27FC236}">
                  <a16:creationId xmlns:a16="http://schemas.microsoft.com/office/drawing/2014/main" id="{B4FA75E9-DD53-4144-AA42-80A34B6B0154}"/>
                </a:ext>
              </a:extLst>
            </p:cNvPr>
            <p:cNvSpPr>
              <a:spLocks noChangeArrowheads="1"/>
            </p:cNvSpPr>
            <p:nvPr/>
          </p:nvSpPr>
          <p:spPr bwMode="auto">
            <a:xfrm>
              <a:off x="2708983" y="3017148"/>
              <a:ext cx="476187"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600">
                  <a:solidFill>
                    <a:schemeClr val="bg1"/>
                  </a:solidFill>
                  <a:latin typeface="Swiss911 UCm BT"/>
                  <a:ea typeface="仿宋_GB2312" pitchFamily="49" charset="-122"/>
                  <a:sym typeface="Swiss911 UCm BT"/>
                </a:rPr>
                <a:t>05</a:t>
              </a:r>
              <a:endParaRPr lang="zh-CN" altLang="en-US" sz="3600">
                <a:solidFill>
                  <a:schemeClr val="bg1"/>
                </a:solidFill>
                <a:latin typeface="Swiss911 UCm BT"/>
                <a:ea typeface="仿宋_GB2312" pitchFamily="49" charset="-122"/>
                <a:sym typeface="Swiss911 UCm BT"/>
              </a:endParaRPr>
            </a:p>
          </p:txBody>
        </p:sp>
      </p:grpSp>
      <p:sp>
        <p:nvSpPr>
          <p:cNvPr id="18" name="Rectangle 5">
            <a:extLst>
              <a:ext uri="{FF2B5EF4-FFF2-40B4-BE49-F238E27FC236}">
                <a16:creationId xmlns:a16="http://schemas.microsoft.com/office/drawing/2014/main" id="{E5FBBCB8-70C2-4F3A-AF31-0138F2DEE180}"/>
              </a:ext>
            </a:extLst>
          </p:cNvPr>
          <p:cNvSpPr>
            <a:spLocks noRot="1" noChangeArrowheads="1"/>
          </p:cNvSpPr>
          <p:nvPr/>
        </p:nvSpPr>
        <p:spPr bwMode="auto">
          <a:xfrm>
            <a:off x="6702425" y="3092450"/>
            <a:ext cx="973138" cy="57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取值      </a:t>
            </a:r>
          </a:p>
        </p:txBody>
      </p:sp>
      <p:sp>
        <p:nvSpPr>
          <p:cNvPr id="19" name="Rectangle 5">
            <a:extLst>
              <a:ext uri="{FF2B5EF4-FFF2-40B4-BE49-F238E27FC236}">
                <a16:creationId xmlns:a16="http://schemas.microsoft.com/office/drawing/2014/main" id="{6763A0AF-C054-45BB-8B7F-EA796A830589}"/>
              </a:ext>
            </a:extLst>
          </p:cNvPr>
          <p:cNvSpPr>
            <a:spLocks noRot="1" noChangeArrowheads="1"/>
          </p:cNvSpPr>
          <p:nvPr/>
        </p:nvSpPr>
        <p:spPr bwMode="auto">
          <a:xfrm>
            <a:off x="5413375" y="5834063"/>
            <a:ext cx="1062038" cy="477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查找</a:t>
            </a:r>
            <a:endParaRPr lang="en-US" altLang="zh-CN">
              <a:sym typeface="+mn-lt"/>
            </a:endParaRPr>
          </a:p>
        </p:txBody>
      </p:sp>
      <p:sp>
        <p:nvSpPr>
          <p:cNvPr id="20" name="Rectangle 5">
            <a:extLst>
              <a:ext uri="{FF2B5EF4-FFF2-40B4-BE49-F238E27FC236}">
                <a16:creationId xmlns:a16="http://schemas.microsoft.com/office/drawing/2014/main" id="{E547FC84-885E-4716-9054-175F005B3422}"/>
              </a:ext>
            </a:extLst>
          </p:cNvPr>
          <p:cNvSpPr>
            <a:spLocks noRot="1" noChangeArrowheads="1"/>
          </p:cNvSpPr>
          <p:nvPr/>
        </p:nvSpPr>
        <p:spPr bwMode="auto">
          <a:xfrm>
            <a:off x="2314575" y="5807075"/>
            <a:ext cx="92551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0" indent="0">
              <a:spcBef>
                <a:spcPct val="20000"/>
              </a:spcBef>
              <a:defRPr/>
            </a:pPr>
            <a:r>
              <a:rPr lang="en-US" altLang="zh-CN" b="1" dirty="0">
                <a:cs typeface="+mn-ea"/>
                <a:sym typeface="+mn-lt"/>
              </a:rPr>
              <a:t> </a:t>
            </a:r>
            <a:r>
              <a:rPr lang="zh-CN" altLang="en-US" dirty="0">
                <a:latin typeface="+mn-lt"/>
                <a:ea typeface="+mn-ea"/>
                <a:cs typeface="+mn-ea"/>
                <a:sym typeface="+mn-lt"/>
              </a:rPr>
              <a:t>插入</a:t>
            </a:r>
            <a:endParaRPr lang="en-US" altLang="zh-CN" dirty="0">
              <a:latin typeface="+mn-lt"/>
              <a:ea typeface="+mn-ea"/>
              <a:cs typeface="+mn-ea"/>
              <a:sym typeface="+mn-lt"/>
            </a:endParaRPr>
          </a:p>
        </p:txBody>
      </p:sp>
      <p:sp>
        <p:nvSpPr>
          <p:cNvPr id="21" name="Rectangle 5">
            <a:extLst>
              <a:ext uri="{FF2B5EF4-FFF2-40B4-BE49-F238E27FC236}">
                <a16:creationId xmlns:a16="http://schemas.microsoft.com/office/drawing/2014/main" id="{29D9F8F0-2A00-4C54-B91F-177CB3BC4815}"/>
              </a:ext>
            </a:extLst>
          </p:cNvPr>
          <p:cNvSpPr>
            <a:spLocks noRot="1" noChangeArrowheads="1"/>
          </p:cNvSpPr>
          <p:nvPr/>
        </p:nvSpPr>
        <p:spPr bwMode="auto">
          <a:xfrm>
            <a:off x="1436688" y="3074988"/>
            <a:ext cx="931862" cy="50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删除</a:t>
            </a:r>
          </a:p>
        </p:txBody>
      </p:sp>
      <p:sp>
        <p:nvSpPr>
          <p:cNvPr id="22" name="Rectangle 8">
            <a:extLst>
              <a:ext uri="{FF2B5EF4-FFF2-40B4-BE49-F238E27FC236}">
                <a16:creationId xmlns:a16="http://schemas.microsoft.com/office/drawing/2014/main" id="{786B968C-7AA5-4380-85E5-56D858ADEBA3}"/>
              </a:ext>
            </a:extLst>
          </p:cNvPr>
          <p:cNvSpPr>
            <a:spLocks noChangeArrowheads="1"/>
          </p:cNvSpPr>
          <p:nvPr/>
        </p:nvSpPr>
        <p:spPr bwMode="auto">
          <a:xfrm>
            <a:off x="3635375" y="3463925"/>
            <a:ext cx="1628775" cy="1208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a:r>
              <a:rPr lang="zh-CN" altLang="en-US">
                <a:solidFill>
                  <a:srgbClr val="0D0D0D"/>
                </a:solidFill>
                <a:ea typeface="微软雅黑" panose="020B0503020204020204" pitchFamily="34" charset="-122"/>
                <a:sym typeface="+mn-lt"/>
              </a:rPr>
              <a:t>基本操作的实现</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4">
            <a:extLst>
              <a:ext uri="{FF2B5EF4-FFF2-40B4-BE49-F238E27FC236}">
                <a16:creationId xmlns:a16="http://schemas.microsoft.com/office/drawing/2014/main" id="{3438D1F3-7E08-4776-9A5A-56C1922AD07C}"/>
              </a:ext>
            </a:extLst>
          </p:cNvPr>
          <p:cNvSpPr>
            <a:spLocks noChangeArrowheads="1"/>
          </p:cNvSpPr>
          <p:nvPr/>
        </p:nvSpPr>
        <p:spPr bwMode="auto">
          <a:xfrm>
            <a:off x="357188" y="1119188"/>
            <a:ext cx="8534400" cy="487362"/>
          </a:xfrm>
          <a:prstGeom prst="rect">
            <a:avLst/>
          </a:prstGeom>
          <a:solidFill>
            <a:schemeClr val="accent1">
              <a:lumMod val="60000"/>
              <a:lumOff val="40000"/>
            </a:schemeClr>
          </a:solidFill>
          <a:ln>
            <a:noFill/>
          </a:ln>
        </p:spPr>
        <p:txBody>
          <a:bodyPr anchor="ct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en-US" altLang="zh-CN">
                <a:solidFill>
                  <a:schemeClr val="bg1"/>
                </a:solidFill>
                <a:sym typeface="+mn-lt"/>
              </a:rPr>
              <a:t>【</a:t>
            </a:r>
            <a:r>
              <a:rPr lang="zh-CN" altLang="en-US">
                <a:solidFill>
                  <a:schemeClr val="bg1"/>
                </a:solidFill>
                <a:sym typeface="+mn-lt"/>
              </a:rPr>
              <a:t>算法步骤</a:t>
            </a:r>
            <a:r>
              <a:rPr lang="en-US" altLang="zh-CN">
                <a:solidFill>
                  <a:schemeClr val="bg1"/>
                </a:solidFill>
                <a:sym typeface="+mn-lt"/>
              </a:rPr>
              <a:t>】</a:t>
            </a:r>
          </a:p>
        </p:txBody>
      </p:sp>
      <p:sp>
        <p:nvSpPr>
          <p:cNvPr id="488454" name="Rectangle 6">
            <a:extLst>
              <a:ext uri="{FF2B5EF4-FFF2-40B4-BE49-F238E27FC236}">
                <a16:creationId xmlns:a16="http://schemas.microsoft.com/office/drawing/2014/main" id="{7099086B-8233-42BA-8DB7-7F54E9FD96BB}"/>
              </a:ext>
            </a:extLst>
          </p:cNvPr>
          <p:cNvSpPr>
            <a:spLocks noChangeArrowheads="1"/>
          </p:cNvSpPr>
          <p:nvPr/>
        </p:nvSpPr>
        <p:spPr bwMode="auto">
          <a:xfrm>
            <a:off x="325438" y="3181350"/>
            <a:ext cx="8534400" cy="554038"/>
          </a:xfrm>
          <a:prstGeom prst="rect">
            <a:avLst/>
          </a:prstGeom>
          <a:solidFill>
            <a:schemeClr val="accent1">
              <a:lumMod val="60000"/>
              <a:lumOff val="40000"/>
            </a:schemeClr>
          </a:solidFill>
          <a:ln w="57150">
            <a:noFill/>
            <a:miter lim="800000"/>
            <a:headEnd/>
            <a:tailEnd/>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r>
              <a:rPr lang="en-US" altLang="zh-CN" dirty="0">
                <a:solidFill>
                  <a:schemeClr val="bg1"/>
                </a:solidFill>
                <a:latin typeface="+mn-lt"/>
                <a:ea typeface="+mn-ea"/>
                <a:cs typeface="+mn-ea"/>
                <a:sym typeface="+mn-lt"/>
              </a:rPr>
              <a:t>【</a:t>
            </a:r>
            <a:r>
              <a:rPr lang="zh-CN" altLang="en-US" dirty="0">
                <a:solidFill>
                  <a:schemeClr val="bg1"/>
                </a:solidFill>
                <a:latin typeface="+mn-lt"/>
                <a:ea typeface="+mn-ea"/>
                <a:cs typeface="+mn-ea"/>
                <a:sym typeface="+mn-lt"/>
              </a:rPr>
              <a:t>算法描述</a:t>
            </a:r>
            <a:r>
              <a:rPr lang="en-US" altLang="zh-CN" dirty="0">
                <a:solidFill>
                  <a:schemeClr val="bg1"/>
                </a:solidFill>
                <a:latin typeface="+mn-lt"/>
                <a:ea typeface="+mn-ea"/>
                <a:cs typeface="+mn-ea"/>
                <a:sym typeface="+mn-lt"/>
              </a:rPr>
              <a:t>】</a:t>
            </a:r>
          </a:p>
        </p:txBody>
      </p:sp>
      <p:sp>
        <p:nvSpPr>
          <p:cNvPr id="5" name="Rectangle 8">
            <a:extLst>
              <a:ext uri="{FF2B5EF4-FFF2-40B4-BE49-F238E27FC236}">
                <a16:creationId xmlns:a16="http://schemas.microsoft.com/office/drawing/2014/main" id="{92D3667A-DC3F-420E-90CD-9CAE2AE91239}"/>
              </a:ext>
            </a:extLst>
          </p:cNvPr>
          <p:cNvSpPr>
            <a:spLocks noChangeArrowheads="1"/>
          </p:cNvSpPr>
          <p:nvPr/>
        </p:nvSpPr>
        <p:spPr bwMode="auto">
          <a:xfrm>
            <a:off x="827088" y="166688"/>
            <a:ext cx="716438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初始化</a:t>
            </a:r>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构造一个空表 </a:t>
            </a:r>
            <a:r>
              <a:rPr lang="en-US" altLang="zh-CN">
                <a:solidFill>
                  <a:schemeClr val="bg1"/>
                </a:solidFill>
                <a:ea typeface="微软雅黑" panose="020B0503020204020204" pitchFamily="34" charset="-122"/>
                <a:sym typeface="+mn-lt"/>
              </a:rPr>
              <a:t>)</a:t>
            </a:r>
          </a:p>
        </p:txBody>
      </p:sp>
      <p:sp>
        <p:nvSpPr>
          <p:cNvPr id="6" name="Rectangle 6">
            <a:extLst>
              <a:ext uri="{FF2B5EF4-FFF2-40B4-BE49-F238E27FC236}">
                <a16:creationId xmlns:a16="http://schemas.microsoft.com/office/drawing/2014/main" id="{B97B254F-746D-4440-8061-BCFB9C645FE0}"/>
              </a:ext>
            </a:extLst>
          </p:cNvPr>
          <p:cNvSpPr>
            <a:spLocks noChangeArrowheads="1"/>
          </p:cNvSpPr>
          <p:nvPr/>
        </p:nvSpPr>
        <p:spPr bwMode="auto">
          <a:xfrm>
            <a:off x="325438" y="3811588"/>
            <a:ext cx="8534400" cy="2825750"/>
          </a:xfrm>
          <a:prstGeom prst="rect">
            <a:avLst/>
          </a:prstGeom>
          <a:solidFill>
            <a:schemeClr val="bg2">
              <a:lumMod val="20000"/>
              <a:lumOff val="80000"/>
            </a:schemeClr>
          </a:solidFill>
          <a:ln w="57150">
            <a:noFill/>
            <a:miter lim="800000"/>
            <a:headEnd/>
            <a:tailEnd/>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r>
              <a:rPr lang="en-US" altLang="zh-CN" dirty="0">
                <a:latin typeface="+mn-lt"/>
                <a:ea typeface="+mn-ea"/>
                <a:cs typeface="+mn-ea"/>
                <a:sym typeface="+mn-lt"/>
              </a:rPr>
              <a:t>Status </a:t>
            </a:r>
            <a:r>
              <a:rPr lang="en-US" altLang="zh-CN" dirty="0" err="1">
                <a:latin typeface="+mn-lt"/>
                <a:ea typeface="+mn-ea"/>
                <a:cs typeface="+mn-ea"/>
                <a:sym typeface="+mn-lt"/>
              </a:rPr>
              <a:t>InitList_L</a:t>
            </a:r>
            <a:r>
              <a:rPr lang="en-US" altLang="zh-CN" dirty="0">
                <a:latin typeface="+mn-lt"/>
                <a:ea typeface="+mn-ea"/>
                <a:cs typeface="+mn-ea"/>
                <a:sym typeface="+mn-lt"/>
              </a:rPr>
              <a:t>(</a:t>
            </a:r>
            <a:r>
              <a:rPr lang="en-US" altLang="zh-CN" dirty="0" err="1">
                <a:latin typeface="+mn-lt"/>
                <a:ea typeface="+mn-ea"/>
                <a:cs typeface="+mn-ea"/>
                <a:sym typeface="+mn-lt"/>
              </a:rPr>
              <a:t>LinkList</a:t>
            </a:r>
            <a:r>
              <a:rPr lang="en-US" altLang="zh-CN" dirty="0">
                <a:latin typeface="+mn-lt"/>
                <a:ea typeface="+mn-ea"/>
                <a:cs typeface="+mn-ea"/>
                <a:sym typeface="+mn-lt"/>
              </a:rPr>
              <a:t> &amp;L){ </a:t>
            </a:r>
          </a:p>
          <a:p>
            <a:pPr>
              <a:spcBef>
                <a:spcPct val="20000"/>
              </a:spcBef>
              <a:defRPr/>
            </a:pPr>
            <a:r>
              <a:rPr lang="en-US" altLang="zh-CN" dirty="0">
                <a:latin typeface="+mn-lt"/>
                <a:ea typeface="+mn-ea"/>
                <a:cs typeface="+mn-ea"/>
                <a:sym typeface="+mn-lt"/>
              </a:rPr>
              <a:t>   </a:t>
            </a:r>
            <a:r>
              <a:rPr lang="en-US" altLang="zh-CN" dirty="0">
                <a:solidFill>
                  <a:srgbClr val="FF0000"/>
                </a:solidFill>
                <a:latin typeface="+mn-lt"/>
                <a:ea typeface="+mn-ea"/>
                <a:cs typeface="+mn-ea"/>
                <a:sym typeface="+mn-lt"/>
              </a:rPr>
              <a:t>L=new </a:t>
            </a:r>
            <a:r>
              <a:rPr lang="en-US" altLang="zh-CN" dirty="0" err="1">
                <a:solidFill>
                  <a:srgbClr val="FF0000"/>
                </a:solidFill>
                <a:latin typeface="+mn-lt"/>
                <a:ea typeface="+mn-ea"/>
                <a:cs typeface="+mn-ea"/>
                <a:sym typeface="+mn-lt"/>
              </a:rPr>
              <a:t>LNode</a:t>
            </a:r>
            <a:r>
              <a:rPr lang="en-US" altLang="zh-CN" dirty="0">
                <a:solidFill>
                  <a:srgbClr val="FF0000"/>
                </a:solidFill>
                <a:latin typeface="+mn-lt"/>
                <a:ea typeface="+mn-ea"/>
                <a:cs typeface="+mn-ea"/>
                <a:sym typeface="+mn-lt"/>
              </a:rPr>
              <a:t>;                    	</a:t>
            </a:r>
          </a:p>
          <a:p>
            <a:pPr>
              <a:spcBef>
                <a:spcPct val="20000"/>
              </a:spcBef>
              <a:defRPr/>
            </a:pPr>
            <a:r>
              <a:rPr lang="en-US" altLang="zh-CN" dirty="0">
                <a:solidFill>
                  <a:srgbClr val="FF0000"/>
                </a:solidFill>
                <a:latin typeface="+mn-lt"/>
                <a:ea typeface="+mn-ea"/>
                <a:cs typeface="+mn-ea"/>
                <a:sym typeface="+mn-lt"/>
              </a:rPr>
              <a:t>   L-&gt;next=NULL;</a:t>
            </a:r>
            <a:r>
              <a:rPr lang="zh-CN" altLang="en-US" dirty="0">
                <a:solidFill>
                  <a:srgbClr val="FF0000"/>
                </a:solidFill>
                <a:latin typeface="+mn-lt"/>
                <a:ea typeface="+mn-ea"/>
                <a:cs typeface="+mn-ea"/>
                <a:sym typeface="+mn-lt"/>
              </a:rPr>
              <a:t>　</a:t>
            </a:r>
            <a:r>
              <a:rPr lang="zh-CN" altLang="en-US" dirty="0">
                <a:latin typeface="+mn-lt"/>
                <a:ea typeface="+mn-ea"/>
                <a:cs typeface="+mn-ea"/>
                <a:sym typeface="+mn-lt"/>
              </a:rPr>
              <a:t>　　　　</a:t>
            </a:r>
          </a:p>
          <a:p>
            <a:pPr>
              <a:spcBef>
                <a:spcPct val="20000"/>
              </a:spcBef>
              <a:defRPr/>
            </a:pPr>
            <a:r>
              <a:rPr lang="zh-CN" altLang="en-US" dirty="0">
                <a:latin typeface="+mn-lt"/>
                <a:ea typeface="+mn-ea"/>
                <a:cs typeface="+mn-ea"/>
                <a:sym typeface="+mn-lt"/>
              </a:rPr>
              <a:t>   </a:t>
            </a:r>
            <a:r>
              <a:rPr lang="en-US" altLang="zh-CN" dirty="0">
                <a:latin typeface="+mn-lt"/>
                <a:ea typeface="+mn-ea"/>
                <a:cs typeface="+mn-ea"/>
                <a:sym typeface="+mn-lt"/>
              </a:rPr>
              <a:t>return OK; </a:t>
            </a:r>
          </a:p>
          <a:p>
            <a:pPr>
              <a:spcBef>
                <a:spcPct val="20000"/>
              </a:spcBef>
              <a:defRPr/>
            </a:pPr>
            <a:r>
              <a:rPr lang="en-US" altLang="zh-CN" dirty="0">
                <a:latin typeface="+mn-lt"/>
                <a:ea typeface="+mn-ea"/>
                <a:cs typeface="+mn-ea"/>
                <a:sym typeface="+mn-lt"/>
              </a:rPr>
              <a:t>} </a:t>
            </a:r>
          </a:p>
        </p:txBody>
      </p:sp>
      <p:sp>
        <p:nvSpPr>
          <p:cNvPr id="7" name="Rectangle 4">
            <a:extLst>
              <a:ext uri="{FF2B5EF4-FFF2-40B4-BE49-F238E27FC236}">
                <a16:creationId xmlns:a16="http://schemas.microsoft.com/office/drawing/2014/main" id="{A058EC07-D820-495A-A160-F2104C8BE198}"/>
              </a:ext>
            </a:extLst>
          </p:cNvPr>
          <p:cNvSpPr>
            <a:spLocks noChangeArrowheads="1"/>
          </p:cNvSpPr>
          <p:nvPr/>
        </p:nvSpPr>
        <p:spPr bwMode="auto">
          <a:xfrm>
            <a:off x="325438" y="1663700"/>
            <a:ext cx="8534400" cy="1177925"/>
          </a:xfrm>
          <a:prstGeom prst="rect">
            <a:avLst/>
          </a:prstGeom>
          <a:solidFill>
            <a:schemeClr val="bg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a:t>
            </a:r>
            <a:r>
              <a:rPr lang="en-US" altLang="zh-CN">
                <a:sym typeface="+mn-lt"/>
              </a:rPr>
              <a:t>1</a:t>
            </a:r>
            <a:r>
              <a:rPr lang="zh-CN" altLang="en-US">
                <a:sym typeface="+mn-lt"/>
              </a:rPr>
              <a:t>）生成新结点作头结点，用头指针</a:t>
            </a:r>
            <a:r>
              <a:rPr lang="en-US" altLang="zh-CN">
                <a:sym typeface="+mn-lt"/>
              </a:rPr>
              <a:t>L</a:t>
            </a:r>
            <a:r>
              <a:rPr lang="zh-CN" altLang="en-US">
                <a:sym typeface="+mn-lt"/>
              </a:rPr>
              <a:t>指向头结点。</a:t>
            </a:r>
          </a:p>
          <a:p>
            <a:pPr>
              <a:spcBef>
                <a:spcPct val="20000"/>
              </a:spcBef>
            </a:pPr>
            <a:r>
              <a:rPr lang="zh-CN" altLang="en-US">
                <a:sym typeface="+mn-lt"/>
              </a:rPr>
              <a:t>（</a:t>
            </a:r>
            <a:r>
              <a:rPr lang="en-US" altLang="zh-CN">
                <a:sym typeface="+mn-lt"/>
              </a:rPr>
              <a:t>2</a:t>
            </a:r>
            <a:r>
              <a:rPr lang="zh-CN" altLang="en-US">
                <a:sym typeface="+mn-lt"/>
              </a:rPr>
              <a:t>）头结点的指针域置空。</a:t>
            </a:r>
          </a:p>
        </p:txBody>
      </p:sp>
      <p:graphicFrame>
        <p:nvGraphicFramePr>
          <p:cNvPr id="99335" name="Object 5">
            <a:extLst>
              <a:ext uri="{FF2B5EF4-FFF2-40B4-BE49-F238E27FC236}">
                <a16:creationId xmlns:a16="http://schemas.microsoft.com/office/drawing/2014/main" id="{FBFBC4EC-F159-7842-AD18-F10E2B6C5DEF}"/>
              </a:ext>
            </a:extLst>
          </p:cNvPr>
          <p:cNvGraphicFramePr>
            <a:graphicFrameLocks/>
          </p:cNvGraphicFramePr>
          <p:nvPr/>
        </p:nvGraphicFramePr>
        <p:xfrm>
          <a:off x="7115175" y="2281238"/>
          <a:ext cx="1752600" cy="533400"/>
        </p:xfrm>
        <a:graphic>
          <a:graphicData uri="http://schemas.openxmlformats.org/presentationml/2006/ole">
            <mc:AlternateContent xmlns:mc="http://schemas.openxmlformats.org/markup-compatibility/2006">
              <mc:Choice xmlns:v="urn:schemas-microsoft-com:vml" Requires="v">
                <p:oleObj spid="_x0000_s99338" r:id="rId3" imgW="1295400" imgH="393700" progId="Visio.Drawing.11">
                  <p:embed/>
                </p:oleObj>
              </mc:Choice>
              <mc:Fallback>
                <p:oleObj r:id="rId3" imgW="1295400" imgH="393700" progId="Visio.Drawing.11">
                  <p:embed/>
                  <p:pic>
                    <p:nvPicPr>
                      <p:cNvPr id="0" name="Object 5"/>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15175" y="2281238"/>
                        <a:ext cx="1752600" cy="533400"/>
                      </a:xfrm>
                      <a:prstGeom prst="rect">
                        <a:avLst/>
                      </a:prstGeom>
                      <a:solidFill>
                        <a:srgbClr val="C4B3D7"/>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88454"/>
                                        </p:tgtEl>
                                        <p:attrNameLst>
                                          <p:attrName>style.visibility</p:attrName>
                                        </p:attrNameLst>
                                      </p:cBhvr>
                                      <p:to>
                                        <p:strVal val="visible"/>
                                      </p:to>
                                    </p:set>
                                    <p:anim calcmode="lin" valueType="num">
                                      <p:cBhvr additive="base">
                                        <p:cTn id="7" dur="500" fill="hold"/>
                                        <p:tgtEl>
                                          <p:spTgt spid="488454"/>
                                        </p:tgtEl>
                                        <p:attrNameLst>
                                          <p:attrName>ppt_x</p:attrName>
                                        </p:attrNameLst>
                                      </p:cBhvr>
                                      <p:tavLst>
                                        <p:tav tm="0">
                                          <p:val>
                                            <p:strVal val="#ppt_x"/>
                                          </p:val>
                                        </p:tav>
                                        <p:tav tm="100000">
                                          <p:val>
                                            <p:strVal val="#ppt_x"/>
                                          </p:val>
                                        </p:tav>
                                      </p:tavLst>
                                    </p:anim>
                                    <p:anim calcmode="lin" valueType="num">
                                      <p:cBhvr additive="base">
                                        <p:cTn id="8" dur="500" fill="hold"/>
                                        <p:tgtEl>
                                          <p:spTgt spid="488454"/>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8454" grpId="0" animBg="1"/>
      <p:bldP spid="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4">
            <a:extLst>
              <a:ext uri="{FF2B5EF4-FFF2-40B4-BE49-F238E27FC236}">
                <a16:creationId xmlns:a16="http://schemas.microsoft.com/office/drawing/2014/main" id="{81635E02-1268-41FB-B9E8-9A911726A5E9}"/>
              </a:ext>
            </a:extLst>
          </p:cNvPr>
          <p:cNvSpPr>
            <a:spLocks noChangeArrowheads="1"/>
          </p:cNvSpPr>
          <p:nvPr/>
        </p:nvSpPr>
        <p:spPr bwMode="auto">
          <a:xfrm>
            <a:off x="847725" y="1557338"/>
            <a:ext cx="7804150" cy="4824412"/>
          </a:xfrm>
          <a:prstGeom prst="rect">
            <a:avLst/>
          </a:prstGeom>
          <a:solidFill>
            <a:schemeClr val="bg2">
              <a:lumMod val="20000"/>
              <a:lumOff val="80000"/>
            </a:schemeClr>
          </a:solidFill>
          <a:ln w="28575">
            <a:solidFill>
              <a:srgbClr val="9476B6"/>
            </a:solidFill>
            <a:miter lim="800000"/>
            <a:headEnd/>
            <a:tailEnd/>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defRPr/>
            </a:pPr>
            <a:r>
              <a:rPr lang="en-US" altLang="zh-CN" sz="2200" dirty="0">
                <a:latin typeface="+mn-lt"/>
                <a:ea typeface="+mn-ea"/>
                <a:cs typeface="+mn-ea"/>
                <a:sym typeface="+mn-lt"/>
              </a:rPr>
              <a:t>Status </a:t>
            </a:r>
            <a:r>
              <a:rPr lang="en-US" altLang="zh-CN" sz="2200" dirty="0" err="1">
                <a:latin typeface="+mn-lt"/>
                <a:ea typeface="+mn-ea"/>
                <a:cs typeface="+mn-ea"/>
                <a:sym typeface="+mn-lt"/>
              </a:rPr>
              <a:t>DestroyList_L</a:t>
            </a:r>
            <a:r>
              <a:rPr lang="en-US" altLang="zh-CN" sz="2200" dirty="0">
                <a:latin typeface="+mn-lt"/>
                <a:ea typeface="+mn-ea"/>
                <a:cs typeface="+mn-ea"/>
                <a:sym typeface="+mn-lt"/>
              </a:rPr>
              <a:t>(</a:t>
            </a:r>
            <a:r>
              <a:rPr lang="en-US" altLang="zh-CN" sz="2200" dirty="0" err="1">
                <a:latin typeface="+mn-lt"/>
                <a:ea typeface="+mn-ea"/>
                <a:cs typeface="+mn-ea"/>
                <a:sym typeface="+mn-lt"/>
              </a:rPr>
              <a:t>LinkList</a:t>
            </a:r>
            <a:r>
              <a:rPr lang="en-US" altLang="zh-CN" sz="2200" dirty="0">
                <a:latin typeface="+mn-lt"/>
                <a:ea typeface="+mn-ea"/>
                <a:cs typeface="+mn-ea"/>
                <a:sym typeface="+mn-lt"/>
              </a:rPr>
              <a:t> &amp;L)</a:t>
            </a:r>
          </a:p>
          <a:p>
            <a:pPr>
              <a:defRPr/>
            </a:pPr>
            <a:r>
              <a:rPr lang="en-US" altLang="zh-CN" sz="2200" dirty="0">
                <a:latin typeface="+mn-lt"/>
                <a:ea typeface="+mn-ea"/>
                <a:cs typeface="+mn-ea"/>
                <a:sym typeface="+mn-lt"/>
              </a:rPr>
              <a:t>{</a:t>
            </a:r>
          </a:p>
          <a:p>
            <a:pPr>
              <a:defRPr/>
            </a:pPr>
            <a:r>
              <a:rPr lang="en-US" altLang="zh-CN" sz="2200" dirty="0">
                <a:latin typeface="+mn-lt"/>
                <a:ea typeface="+mn-ea"/>
                <a:cs typeface="+mn-ea"/>
                <a:sym typeface="+mn-lt"/>
              </a:rPr>
              <a:t>    </a:t>
            </a:r>
            <a:r>
              <a:rPr lang="en-US" altLang="zh-CN" sz="2200" dirty="0" err="1">
                <a:latin typeface="+mn-lt"/>
                <a:ea typeface="+mn-ea"/>
                <a:cs typeface="+mn-ea"/>
                <a:sym typeface="+mn-lt"/>
              </a:rPr>
              <a:t>LinkList</a:t>
            </a:r>
            <a:r>
              <a:rPr lang="en-US" altLang="zh-CN" sz="2200" dirty="0">
                <a:latin typeface="+mn-lt"/>
                <a:ea typeface="+mn-ea"/>
                <a:cs typeface="+mn-ea"/>
                <a:sym typeface="+mn-lt"/>
              </a:rPr>
              <a:t> p;</a:t>
            </a:r>
          </a:p>
          <a:p>
            <a:pPr>
              <a:defRPr/>
            </a:pPr>
            <a:r>
              <a:rPr lang="en-US" altLang="zh-CN" sz="2200" dirty="0">
                <a:latin typeface="+mn-lt"/>
                <a:ea typeface="+mn-ea"/>
                <a:cs typeface="+mn-ea"/>
                <a:sym typeface="+mn-lt"/>
              </a:rPr>
              <a:t>       while(L)</a:t>
            </a:r>
          </a:p>
          <a:p>
            <a:pPr>
              <a:defRPr/>
            </a:pPr>
            <a:r>
              <a:rPr lang="en-US" altLang="zh-CN" sz="2200" dirty="0">
                <a:latin typeface="+mn-lt"/>
                <a:ea typeface="+mn-ea"/>
                <a:cs typeface="+mn-ea"/>
                <a:sym typeface="+mn-lt"/>
              </a:rPr>
              <a:t>        {</a:t>
            </a:r>
          </a:p>
          <a:p>
            <a:pPr>
              <a:defRPr/>
            </a:pPr>
            <a:r>
              <a:rPr lang="en-US" altLang="zh-CN" sz="2200" dirty="0">
                <a:latin typeface="+mn-lt"/>
                <a:ea typeface="+mn-ea"/>
                <a:cs typeface="+mn-ea"/>
                <a:sym typeface="+mn-lt"/>
              </a:rPr>
              <a:t>            p=L;  </a:t>
            </a:r>
          </a:p>
          <a:p>
            <a:pPr>
              <a:defRPr/>
            </a:pPr>
            <a:r>
              <a:rPr lang="en-US" altLang="zh-CN" sz="2200" dirty="0">
                <a:latin typeface="+mn-lt"/>
                <a:ea typeface="+mn-ea"/>
                <a:cs typeface="+mn-ea"/>
                <a:sym typeface="+mn-lt"/>
              </a:rPr>
              <a:t>            L=L-&gt;next;</a:t>
            </a:r>
          </a:p>
          <a:p>
            <a:pPr>
              <a:defRPr/>
            </a:pPr>
            <a:r>
              <a:rPr lang="en-US" altLang="zh-CN" sz="2200" dirty="0">
                <a:latin typeface="+mn-lt"/>
                <a:ea typeface="+mn-ea"/>
                <a:cs typeface="+mn-ea"/>
                <a:sym typeface="+mn-lt"/>
              </a:rPr>
              <a:t>            delete p;  </a:t>
            </a:r>
          </a:p>
          <a:p>
            <a:pPr>
              <a:defRPr/>
            </a:pPr>
            <a:r>
              <a:rPr lang="en-US" altLang="zh-CN" sz="2200" dirty="0">
                <a:latin typeface="+mn-lt"/>
                <a:ea typeface="+mn-ea"/>
                <a:cs typeface="+mn-ea"/>
                <a:sym typeface="+mn-lt"/>
              </a:rPr>
              <a:t>        }</a:t>
            </a:r>
          </a:p>
          <a:p>
            <a:pPr>
              <a:defRPr/>
            </a:pPr>
            <a:r>
              <a:rPr lang="en-US" altLang="zh-CN" sz="2200" dirty="0">
                <a:latin typeface="+mn-lt"/>
                <a:ea typeface="+mn-ea"/>
                <a:cs typeface="+mn-ea"/>
                <a:sym typeface="+mn-lt"/>
              </a:rPr>
              <a:t>     return OK;</a:t>
            </a:r>
          </a:p>
          <a:p>
            <a:pPr>
              <a:defRPr/>
            </a:pPr>
            <a:r>
              <a:rPr lang="en-US" altLang="zh-CN" sz="2200" dirty="0">
                <a:latin typeface="+mn-lt"/>
                <a:ea typeface="+mn-ea"/>
                <a:cs typeface="+mn-ea"/>
                <a:sym typeface="+mn-lt"/>
              </a:rPr>
              <a:t> }</a:t>
            </a:r>
          </a:p>
        </p:txBody>
      </p:sp>
      <p:sp>
        <p:nvSpPr>
          <p:cNvPr id="96259" name="Rectangle 6">
            <a:extLst>
              <a:ext uri="{FF2B5EF4-FFF2-40B4-BE49-F238E27FC236}">
                <a16:creationId xmlns:a16="http://schemas.microsoft.com/office/drawing/2014/main" id="{C913124E-ED0B-4C0F-AD06-3328192ED535}"/>
              </a:ext>
            </a:extLst>
          </p:cNvPr>
          <p:cNvSpPr>
            <a:spLocks noChangeArrowheads="1"/>
          </p:cNvSpPr>
          <p:nvPr/>
        </p:nvSpPr>
        <p:spPr bwMode="auto">
          <a:xfrm>
            <a:off x="873125" y="201613"/>
            <a:ext cx="74295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补充：几个简单基本操作的算法实现</a:t>
            </a:r>
          </a:p>
        </p:txBody>
      </p:sp>
      <p:sp>
        <p:nvSpPr>
          <p:cNvPr id="6" name="Rectangle 4">
            <a:extLst>
              <a:ext uri="{FF2B5EF4-FFF2-40B4-BE49-F238E27FC236}">
                <a16:creationId xmlns:a16="http://schemas.microsoft.com/office/drawing/2014/main" id="{95B8F5FD-99DF-4EBC-9DC6-9C61C6CA467C}"/>
              </a:ext>
            </a:extLst>
          </p:cNvPr>
          <p:cNvSpPr>
            <a:spLocks noChangeArrowheads="1"/>
          </p:cNvSpPr>
          <p:nvPr/>
        </p:nvSpPr>
        <p:spPr bwMode="auto">
          <a:xfrm>
            <a:off x="873125" y="981075"/>
            <a:ext cx="9620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olidFill>
                  <a:srgbClr val="FF0000"/>
                </a:solidFill>
                <a:sym typeface="+mn-lt"/>
              </a:rPr>
              <a:t>销毁</a:t>
            </a:r>
          </a:p>
        </p:txBody>
      </p:sp>
      <p:grpSp>
        <p:nvGrpSpPr>
          <p:cNvPr id="100357" name="组合 6">
            <a:extLst>
              <a:ext uri="{FF2B5EF4-FFF2-40B4-BE49-F238E27FC236}">
                <a16:creationId xmlns:a16="http://schemas.microsoft.com/office/drawing/2014/main" id="{18E84307-D9C2-4043-AE4A-7B57A82D771E}"/>
              </a:ext>
            </a:extLst>
          </p:cNvPr>
          <p:cNvGrpSpPr>
            <a:grpSpLocks/>
          </p:cNvGrpSpPr>
          <p:nvPr/>
        </p:nvGrpSpPr>
        <p:grpSpPr bwMode="auto">
          <a:xfrm flipH="1">
            <a:off x="5402263" y="5080000"/>
            <a:ext cx="3228975" cy="1301750"/>
            <a:chOff x="-8805" y="5407865"/>
            <a:chExt cx="3213509" cy="1301644"/>
          </a:xfrm>
        </p:grpSpPr>
        <p:sp>
          <p:nvSpPr>
            <p:cNvPr id="8" name="矩形 7">
              <a:extLst>
                <a:ext uri="{FF2B5EF4-FFF2-40B4-BE49-F238E27FC236}">
                  <a16:creationId xmlns:a16="http://schemas.microsoft.com/office/drawing/2014/main" id="{4DC0F1EE-78A2-46CD-88E9-575B251C32B2}"/>
                </a:ext>
              </a:extLst>
            </p:cNvPr>
            <p:cNvSpPr/>
            <p:nvPr/>
          </p:nvSpPr>
          <p:spPr>
            <a:xfrm>
              <a:off x="2015043" y="5522156"/>
              <a:ext cx="267002" cy="287315"/>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9" name="矩形 8">
              <a:extLst>
                <a:ext uri="{FF2B5EF4-FFF2-40B4-BE49-F238E27FC236}">
                  <a16:creationId xmlns:a16="http://schemas.microsoft.com/office/drawing/2014/main" id="{E7075604-D11C-4559-9F65-6D750900CB26}"/>
                </a:ext>
              </a:extLst>
            </p:cNvPr>
            <p:cNvSpPr/>
            <p:nvPr/>
          </p:nvSpPr>
          <p:spPr>
            <a:xfrm>
              <a:off x="367210" y="5522156"/>
              <a:ext cx="267003" cy="287315"/>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0" name="矩形 9">
              <a:extLst>
                <a:ext uri="{FF2B5EF4-FFF2-40B4-BE49-F238E27FC236}">
                  <a16:creationId xmlns:a16="http://schemas.microsoft.com/office/drawing/2014/main" id="{83B054BA-2578-4B89-939F-2B33D0160ADD}"/>
                </a:ext>
              </a:extLst>
            </p:cNvPr>
            <p:cNvSpPr/>
            <p:nvPr/>
          </p:nvSpPr>
          <p:spPr>
            <a:xfrm>
              <a:off x="-8805" y="5666607"/>
              <a:ext cx="496087" cy="533357"/>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1" name="矩形 10">
              <a:extLst>
                <a:ext uri="{FF2B5EF4-FFF2-40B4-BE49-F238E27FC236}">
                  <a16:creationId xmlns:a16="http://schemas.microsoft.com/office/drawing/2014/main" id="{AC1B586C-649B-4EAD-8F5B-79B8DCEB6AC2}"/>
                </a:ext>
              </a:extLst>
            </p:cNvPr>
            <p:cNvSpPr/>
            <p:nvPr/>
          </p:nvSpPr>
          <p:spPr>
            <a:xfrm>
              <a:off x="2338921" y="6007891"/>
              <a:ext cx="267003" cy="287315"/>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2" name="矩形 11">
              <a:extLst>
                <a:ext uri="{FF2B5EF4-FFF2-40B4-BE49-F238E27FC236}">
                  <a16:creationId xmlns:a16="http://schemas.microsoft.com/office/drawing/2014/main" id="{16FCFD09-5E65-4D3B-AFCA-F69A3259498A}"/>
                </a:ext>
              </a:extLst>
            </p:cNvPr>
            <p:cNvSpPr/>
            <p:nvPr/>
          </p:nvSpPr>
          <p:spPr>
            <a:xfrm>
              <a:off x="2015043" y="6422195"/>
              <a:ext cx="267002" cy="28731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3" name="矩形 12">
              <a:extLst>
                <a:ext uri="{FF2B5EF4-FFF2-40B4-BE49-F238E27FC236}">
                  <a16:creationId xmlns:a16="http://schemas.microsoft.com/office/drawing/2014/main" id="{757C3D4B-3A03-4A3C-BA05-A83972F77DF0}"/>
                </a:ext>
              </a:extLst>
            </p:cNvPr>
            <p:cNvSpPr/>
            <p:nvPr/>
          </p:nvSpPr>
          <p:spPr>
            <a:xfrm>
              <a:off x="2605924" y="5407865"/>
              <a:ext cx="107433" cy="11429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4" name="矩形 13">
              <a:extLst>
                <a:ext uri="{FF2B5EF4-FFF2-40B4-BE49-F238E27FC236}">
                  <a16:creationId xmlns:a16="http://schemas.microsoft.com/office/drawing/2014/main" id="{E2B5B8A5-AD09-4E8A-A1C3-2ED12EF55592}"/>
                </a:ext>
              </a:extLst>
            </p:cNvPr>
            <p:cNvSpPr/>
            <p:nvPr/>
          </p:nvSpPr>
          <p:spPr>
            <a:xfrm>
              <a:off x="1882331" y="5720578"/>
              <a:ext cx="267002" cy="287314"/>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5" name="矩形 14">
              <a:extLst>
                <a:ext uri="{FF2B5EF4-FFF2-40B4-BE49-F238E27FC236}">
                  <a16:creationId xmlns:a16="http://schemas.microsoft.com/office/drawing/2014/main" id="{64F28256-5E34-4A5D-8948-9EA1FF9DEAF5}"/>
                </a:ext>
              </a:extLst>
            </p:cNvPr>
            <p:cNvSpPr/>
            <p:nvPr/>
          </p:nvSpPr>
          <p:spPr>
            <a:xfrm flipV="1">
              <a:off x="1172957" y="6007891"/>
              <a:ext cx="267003" cy="28731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6" name="矩形 15">
              <a:extLst>
                <a:ext uri="{FF2B5EF4-FFF2-40B4-BE49-F238E27FC236}">
                  <a16:creationId xmlns:a16="http://schemas.microsoft.com/office/drawing/2014/main" id="{10C0C3CF-42E9-48BF-9B96-6FA7259B7238}"/>
                </a:ext>
              </a:extLst>
            </p:cNvPr>
            <p:cNvSpPr/>
            <p:nvPr/>
          </p:nvSpPr>
          <p:spPr>
            <a:xfrm>
              <a:off x="3048295" y="6292031"/>
              <a:ext cx="156409" cy="136514"/>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4">
            <a:extLst>
              <a:ext uri="{FF2B5EF4-FFF2-40B4-BE49-F238E27FC236}">
                <a16:creationId xmlns:a16="http://schemas.microsoft.com/office/drawing/2014/main" id="{2FA99241-C04D-4F4E-BCD8-8CD3C2EA4D93}"/>
              </a:ext>
            </a:extLst>
          </p:cNvPr>
          <p:cNvSpPr>
            <a:spLocks noChangeArrowheads="1"/>
          </p:cNvSpPr>
          <p:nvPr/>
        </p:nvSpPr>
        <p:spPr bwMode="auto">
          <a:xfrm>
            <a:off x="827088" y="1773238"/>
            <a:ext cx="7561262" cy="4679950"/>
          </a:xfrm>
          <a:prstGeom prst="rect">
            <a:avLst/>
          </a:prstGeom>
          <a:solidFill>
            <a:schemeClr val="bg2">
              <a:lumMod val="20000"/>
              <a:lumOff val="80000"/>
            </a:schemeClr>
          </a:solidFill>
          <a:ln>
            <a:solidFill>
              <a:srgbClr val="9476B6"/>
            </a:solid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a:sym typeface="+mn-lt"/>
              </a:rPr>
              <a:t>Status ClearList(LinkList &amp; L){</a:t>
            </a:r>
          </a:p>
          <a:p>
            <a:pPr>
              <a:lnSpc>
                <a:spcPct val="100000"/>
              </a:lnSpc>
              <a:spcBef>
                <a:spcPct val="20000"/>
              </a:spcBef>
            </a:pPr>
            <a:r>
              <a:rPr lang="en-US" altLang="zh-CN">
                <a:sym typeface="+mn-lt"/>
              </a:rPr>
              <a:t>  </a:t>
            </a:r>
            <a:r>
              <a:rPr lang="en-US" altLang="zh-CN">
                <a:solidFill>
                  <a:schemeClr val="hlink"/>
                </a:solidFill>
                <a:sym typeface="+mn-lt"/>
              </a:rPr>
              <a:t>// </a:t>
            </a:r>
            <a:r>
              <a:rPr lang="zh-CN" altLang="en-US">
                <a:solidFill>
                  <a:schemeClr val="hlink"/>
                </a:solidFill>
                <a:sym typeface="+mn-lt"/>
              </a:rPr>
              <a:t>将</a:t>
            </a:r>
            <a:r>
              <a:rPr lang="en-US" altLang="zh-CN">
                <a:solidFill>
                  <a:schemeClr val="hlink"/>
                </a:solidFill>
                <a:sym typeface="+mn-lt"/>
              </a:rPr>
              <a:t>L</a:t>
            </a:r>
            <a:r>
              <a:rPr lang="zh-CN" altLang="en-US">
                <a:solidFill>
                  <a:schemeClr val="hlink"/>
                </a:solidFill>
                <a:sym typeface="+mn-lt"/>
              </a:rPr>
              <a:t>重置为空表 </a:t>
            </a:r>
          </a:p>
          <a:p>
            <a:pPr>
              <a:lnSpc>
                <a:spcPct val="100000"/>
              </a:lnSpc>
              <a:spcBef>
                <a:spcPct val="20000"/>
              </a:spcBef>
            </a:pPr>
            <a:r>
              <a:rPr lang="zh-CN" altLang="en-US">
                <a:sym typeface="+mn-lt"/>
              </a:rPr>
              <a:t>   </a:t>
            </a:r>
            <a:r>
              <a:rPr lang="en-US" altLang="zh-CN">
                <a:sym typeface="+mn-lt"/>
              </a:rPr>
              <a:t>LinkList p,q;</a:t>
            </a:r>
          </a:p>
          <a:p>
            <a:pPr>
              <a:lnSpc>
                <a:spcPct val="100000"/>
              </a:lnSpc>
              <a:spcBef>
                <a:spcPct val="20000"/>
              </a:spcBef>
            </a:pPr>
            <a:r>
              <a:rPr lang="en-US" altLang="zh-CN">
                <a:sym typeface="+mn-lt"/>
              </a:rPr>
              <a:t>   p=L-&gt;next;   </a:t>
            </a:r>
            <a:r>
              <a:rPr lang="en-US" altLang="zh-CN">
                <a:solidFill>
                  <a:schemeClr val="hlink"/>
                </a:solidFill>
                <a:sym typeface="+mn-lt"/>
              </a:rPr>
              <a:t>//p</a:t>
            </a:r>
            <a:r>
              <a:rPr lang="zh-CN" altLang="en-US">
                <a:solidFill>
                  <a:schemeClr val="hlink"/>
                </a:solidFill>
                <a:sym typeface="+mn-lt"/>
              </a:rPr>
              <a:t>指向第一个结点</a:t>
            </a:r>
          </a:p>
          <a:p>
            <a:pPr>
              <a:lnSpc>
                <a:spcPct val="100000"/>
              </a:lnSpc>
              <a:spcBef>
                <a:spcPct val="20000"/>
              </a:spcBef>
            </a:pPr>
            <a:r>
              <a:rPr lang="zh-CN" altLang="en-US">
                <a:sym typeface="+mn-lt"/>
              </a:rPr>
              <a:t>   </a:t>
            </a:r>
            <a:r>
              <a:rPr lang="en-US" altLang="zh-CN">
                <a:sym typeface="+mn-lt"/>
              </a:rPr>
              <a:t>while(p)       </a:t>
            </a:r>
            <a:r>
              <a:rPr lang="en-US" altLang="zh-CN">
                <a:solidFill>
                  <a:schemeClr val="hlink"/>
                </a:solidFill>
                <a:sym typeface="+mn-lt"/>
              </a:rPr>
              <a:t>//</a:t>
            </a:r>
            <a:r>
              <a:rPr lang="zh-CN" altLang="en-US">
                <a:solidFill>
                  <a:schemeClr val="hlink"/>
                </a:solidFill>
                <a:sym typeface="+mn-lt"/>
              </a:rPr>
              <a:t>没到表尾 </a:t>
            </a:r>
          </a:p>
          <a:p>
            <a:pPr>
              <a:lnSpc>
                <a:spcPct val="100000"/>
              </a:lnSpc>
              <a:spcBef>
                <a:spcPct val="20000"/>
              </a:spcBef>
            </a:pPr>
            <a:r>
              <a:rPr lang="zh-CN" altLang="en-US">
                <a:sym typeface="+mn-lt"/>
              </a:rPr>
              <a:t>      </a:t>
            </a:r>
            <a:r>
              <a:rPr lang="en-US" altLang="zh-CN">
                <a:sym typeface="+mn-lt"/>
              </a:rPr>
              <a:t>{  q=p-&gt;next; delete p;     p=q;   }</a:t>
            </a:r>
          </a:p>
          <a:p>
            <a:pPr>
              <a:lnSpc>
                <a:spcPct val="100000"/>
              </a:lnSpc>
              <a:spcBef>
                <a:spcPct val="20000"/>
              </a:spcBef>
            </a:pPr>
            <a:r>
              <a:rPr lang="en-US" altLang="zh-CN">
                <a:sym typeface="+mn-lt"/>
              </a:rPr>
              <a:t>   L-&gt;next=NULL;   </a:t>
            </a:r>
            <a:r>
              <a:rPr lang="en-US" altLang="zh-CN">
                <a:solidFill>
                  <a:schemeClr val="hlink"/>
                </a:solidFill>
                <a:sym typeface="+mn-lt"/>
              </a:rPr>
              <a:t>//</a:t>
            </a:r>
            <a:r>
              <a:rPr lang="zh-CN" altLang="en-US">
                <a:solidFill>
                  <a:schemeClr val="hlink"/>
                </a:solidFill>
                <a:sym typeface="+mn-lt"/>
              </a:rPr>
              <a:t>头结点指针域为空 </a:t>
            </a:r>
          </a:p>
          <a:p>
            <a:pPr>
              <a:lnSpc>
                <a:spcPct val="100000"/>
              </a:lnSpc>
              <a:spcBef>
                <a:spcPct val="20000"/>
              </a:spcBef>
            </a:pPr>
            <a:r>
              <a:rPr lang="zh-CN" altLang="en-US">
                <a:sym typeface="+mn-lt"/>
              </a:rPr>
              <a:t>   </a:t>
            </a:r>
            <a:r>
              <a:rPr lang="en-US" altLang="zh-CN">
                <a:sym typeface="+mn-lt"/>
              </a:rPr>
              <a:t>return OK;</a:t>
            </a:r>
          </a:p>
          <a:p>
            <a:pPr>
              <a:lnSpc>
                <a:spcPct val="100000"/>
              </a:lnSpc>
              <a:spcBef>
                <a:spcPct val="20000"/>
              </a:spcBef>
            </a:pPr>
            <a:r>
              <a:rPr lang="en-US" altLang="zh-CN">
                <a:sym typeface="+mn-lt"/>
              </a:rPr>
              <a:t> }</a:t>
            </a:r>
          </a:p>
        </p:txBody>
      </p:sp>
      <p:sp>
        <p:nvSpPr>
          <p:cNvPr id="97283" name="Rectangle 6">
            <a:extLst>
              <a:ext uri="{FF2B5EF4-FFF2-40B4-BE49-F238E27FC236}">
                <a16:creationId xmlns:a16="http://schemas.microsoft.com/office/drawing/2014/main" id="{F80EF9FD-CEE0-47B4-B0B8-9FB3767D0AEE}"/>
              </a:ext>
            </a:extLst>
          </p:cNvPr>
          <p:cNvSpPr>
            <a:spLocks noChangeArrowheads="1"/>
          </p:cNvSpPr>
          <p:nvPr/>
        </p:nvSpPr>
        <p:spPr bwMode="auto">
          <a:xfrm>
            <a:off x="827088" y="204788"/>
            <a:ext cx="74295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补充：几个简单基本操作的算法实现</a:t>
            </a:r>
          </a:p>
        </p:txBody>
      </p:sp>
      <p:grpSp>
        <p:nvGrpSpPr>
          <p:cNvPr id="101380" name="组合 3">
            <a:extLst>
              <a:ext uri="{FF2B5EF4-FFF2-40B4-BE49-F238E27FC236}">
                <a16:creationId xmlns:a16="http://schemas.microsoft.com/office/drawing/2014/main" id="{33182766-FCF2-FB44-AA24-E091B414A16B}"/>
              </a:ext>
            </a:extLst>
          </p:cNvPr>
          <p:cNvGrpSpPr>
            <a:grpSpLocks/>
          </p:cNvGrpSpPr>
          <p:nvPr/>
        </p:nvGrpSpPr>
        <p:grpSpPr bwMode="auto">
          <a:xfrm flipH="1">
            <a:off x="5168900" y="5221288"/>
            <a:ext cx="3230563" cy="1301750"/>
            <a:chOff x="-8805" y="5407865"/>
            <a:chExt cx="3213509" cy="1301644"/>
          </a:xfrm>
        </p:grpSpPr>
        <p:sp>
          <p:nvSpPr>
            <p:cNvPr id="5" name="矩形 4">
              <a:extLst>
                <a:ext uri="{FF2B5EF4-FFF2-40B4-BE49-F238E27FC236}">
                  <a16:creationId xmlns:a16="http://schemas.microsoft.com/office/drawing/2014/main" id="{8C979FEF-48CC-4DF7-A630-208FDA58C16B}"/>
                </a:ext>
              </a:extLst>
            </p:cNvPr>
            <p:cNvSpPr/>
            <p:nvPr/>
          </p:nvSpPr>
          <p:spPr>
            <a:xfrm>
              <a:off x="2015626" y="5522156"/>
              <a:ext cx="266872" cy="287314"/>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6" name="矩形 5">
              <a:extLst>
                <a:ext uri="{FF2B5EF4-FFF2-40B4-BE49-F238E27FC236}">
                  <a16:creationId xmlns:a16="http://schemas.microsoft.com/office/drawing/2014/main" id="{C31EBDAD-92FE-489F-9BAD-2C7524C4F316}"/>
                </a:ext>
              </a:extLst>
            </p:cNvPr>
            <p:cNvSpPr/>
            <p:nvPr/>
          </p:nvSpPr>
          <p:spPr>
            <a:xfrm>
              <a:off x="367025" y="5522156"/>
              <a:ext cx="266872" cy="287314"/>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7" name="矩形 6">
              <a:extLst>
                <a:ext uri="{FF2B5EF4-FFF2-40B4-BE49-F238E27FC236}">
                  <a16:creationId xmlns:a16="http://schemas.microsoft.com/office/drawing/2014/main" id="{68D22267-C880-4ABF-B855-8A4B40F3957A}"/>
                </a:ext>
              </a:extLst>
            </p:cNvPr>
            <p:cNvSpPr/>
            <p:nvPr/>
          </p:nvSpPr>
          <p:spPr>
            <a:xfrm>
              <a:off x="-8805" y="5666606"/>
              <a:ext cx="495844" cy="533357"/>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8" name="矩形 7">
              <a:extLst>
                <a:ext uri="{FF2B5EF4-FFF2-40B4-BE49-F238E27FC236}">
                  <a16:creationId xmlns:a16="http://schemas.microsoft.com/office/drawing/2014/main" id="{3D12DBA5-7371-4BD3-A631-0B00338D95DA}"/>
                </a:ext>
              </a:extLst>
            </p:cNvPr>
            <p:cNvSpPr/>
            <p:nvPr/>
          </p:nvSpPr>
          <p:spPr>
            <a:xfrm>
              <a:off x="2339346" y="6007891"/>
              <a:ext cx="266871" cy="287314"/>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9" name="矩形 8">
              <a:extLst>
                <a:ext uri="{FF2B5EF4-FFF2-40B4-BE49-F238E27FC236}">
                  <a16:creationId xmlns:a16="http://schemas.microsoft.com/office/drawing/2014/main" id="{E72316BE-9061-4105-B223-55475E7BC882}"/>
                </a:ext>
              </a:extLst>
            </p:cNvPr>
            <p:cNvSpPr/>
            <p:nvPr/>
          </p:nvSpPr>
          <p:spPr>
            <a:xfrm>
              <a:off x="2015626" y="6422194"/>
              <a:ext cx="266872" cy="28731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0" name="矩形 9">
              <a:extLst>
                <a:ext uri="{FF2B5EF4-FFF2-40B4-BE49-F238E27FC236}">
                  <a16:creationId xmlns:a16="http://schemas.microsoft.com/office/drawing/2014/main" id="{551CADE6-5D6A-4761-9A89-11D3A97B0E4F}"/>
                </a:ext>
              </a:extLst>
            </p:cNvPr>
            <p:cNvSpPr/>
            <p:nvPr/>
          </p:nvSpPr>
          <p:spPr>
            <a:xfrm>
              <a:off x="2606217" y="5407865"/>
              <a:ext cx="107380" cy="11429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1" name="矩形 10">
              <a:extLst>
                <a:ext uri="{FF2B5EF4-FFF2-40B4-BE49-F238E27FC236}">
                  <a16:creationId xmlns:a16="http://schemas.microsoft.com/office/drawing/2014/main" id="{D56DEE22-6AE3-4841-AC84-0E8260EECD3B}"/>
                </a:ext>
              </a:extLst>
            </p:cNvPr>
            <p:cNvSpPr/>
            <p:nvPr/>
          </p:nvSpPr>
          <p:spPr>
            <a:xfrm>
              <a:off x="1882980" y="5720577"/>
              <a:ext cx="266872" cy="287315"/>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2" name="矩形 11">
              <a:extLst>
                <a:ext uri="{FF2B5EF4-FFF2-40B4-BE49-F238E27FC236}">
                  <a16:creationId xmlns:a16="http://schemas.microsoft.com/office/drawing/2014/main" id="{6F2D815B-3DA6-48D0-80AD-8E27C37BF171}"/>
                </a:ext>
              </a:extLst>
            </p:cNvPr>
            <p:cNvSpPr/>
            <p:nvPr/>
          </p:nvSpPr>
          <p:spPr>
            <a:xfrm flipV="1">
              <a:off x="1173956" y="6007891"/>
              <a:ext cx="266871" cy="28731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3" name="矩形 12">
              <a:extLst>
                <a:ext uri="{FF2B5EF4-FFF2-40B4-BE49-F238E27FC236}">
                  <a16:creationId xmlns:a16="http://schemas.microsoft.com/office/drawing/2014/main" id="{5462EEAF-A417-4299-AF45-74509D29DA25}"/>
                </a:ext>
              </a:extLst>
            </p:cNvPr>
            <p:cNvSpPr/>
            <p:nvPr/>
          </p:nvSpPr>
          <p:spPr>
            <a:xfrm>
              <a:off x="3048371" y="6292030"/>
              <a:ext cx="156333" cy="136514"/>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sp>
        <p:nvSpPr>
          <p:cNvPr id="14" name="Rectangle 4">
            <a:extLst>
              <a:ext uri="{FF2B5EF4-FFF2-40B4-BE49-F238E27FC236}">
                <a16:creationId xmlns:a16="http://schemas.microsoft.com/office/drawing/2014/main" id="{C1F500A3-DD8E-4A79-BDD4-6BF8BDD40602}"/>
              </a:ext>
            </a:extLst>
          </p:cNvPr>
          <p:cNvSpPr>
            <a:spLocks noChangeArrowheads="1"/>
          </p:cNvSpPr>
          <p:nvPr/>
        </p:nvSpPr>
        <p:spPr bwMode="auto">
          <a:xfrm>
            <a:off x="827088" y="1171575"/>
            <a:ext cx="259238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zh-CN" altLang="en-US" dirty="0">
                <a:solidFill>
                  <a:schemeClr val="hlink"/>
                </a:solidFill>
                <a:cs typeface="+mn-ea"/>
                <a:sym typeface="+mn-lt"/>
              </a:rPr>
              <a:t>清空</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44">
            <a:extLst>
              <a:ext uri="{FF2B5EF4-FFF2-40B4-BE49-F238E27FC236}">
                <a16:creationId xmlns:a16="http://schemas.microsoft.com/office/drawing/2014/main" id="{B0E1A17E-9FED-244E-BF1E-C7F9B8A34E2F}"/>
              </a:ext>
            </a:extLst>
          </p:cNvPr>
          <p:cNvGrpSpPr>
            <a:grpSpLocks/>
          </p:cNvGrpSpPr>
          <p:nvPr/>
        </p:nvGrpSpPr>
        <p:grpSpPr bwMode="auto">
          <a:xfrm>
            <a:off x="5878513" y="4067175"/>
            <a:ext cx="1420812" cy="765175"/>
            <a:chOff x="3928" y="1757"/>
            <a:chExt cx="895" cy="482"/>
          </a:xfrm>
        </p:grpSpPr>
        <p:grpSp>
          <p:nvGrpSpPr>
            <p:cNvPr id="102446" name="Group 140">
              <a:extLst>
                <a:ext uri="{FF2B5EF4-FFF2-40B4-BE49-F238E27FC236}">
                  <a16:creationId xmlns:a16="http://schemas.microsoft.com/office/drawing/2014/main" id="{E1219012-98CE-DA47-BC96-AE44D2D77A24}"/>
                </a:ext>
              </a:extLst>
            </p:cNvPr>
            <p:cNvGrpSpPr>
              <a:grpSpLocks/>
            </p:cNvGrpSpPr>
            <p:nvPr/>
          </p:nvGrpSpPr>
          <p:grpSpPr bwMode="auto">
            <a:xfrm>
              <a:off x="4595" y="1757"/>
              <a:ext cx="228" cy="482"/>
              <a:chOff x="1790" y="1783"/>
              <a:chExt cx="228" cy="482"/>
            </a:xfrm>
          </p:grpSpPr>
          <p:sp>
            <p:nvSpPr>
              <p:cNvPr id="98352" name="Line 141">
                <a:extLst>
                  <a:ext uri="{FF2B5EF4-FFF2-40B4-BE49-F238E27FC236}">
                    <a16:creationId xmlns:a16="http://schemas.microsoft.com/office/drawing/2014/main" id="{1E19C183-5095-4135-A743-619CB5592155}"/>
                  </a:ext>
                </a:extLst>
              </p:cNvPr>
              <p:cNvSpPr>
                <a:spLocks noChangeShapeType="1"/>
              </p:cNvSpPr>
              <p:nvPr/>
            </p:nvSpPr>
            <p:spPr bwMode="auto">
              <a:xfrm flipH="1" flipV="1">
                <a:off x="1872" y="1783"/>
                <a:ext cx="0" cy="197"/>
              </a:xfrm>
              <a:prstGeom prst="line">
                <a:avLst/>
              </a:prstGeom>
              <a:noFill/>
              <a:ln w="222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98353" name="Text Box 142">
                <a:extLst>
                  <a:ext uri="{FF2B5EF4-FFF2-40B4-BE49-F238E27FC236}">
                    <a16:creationId xmlns:a16="http://schemas.microsoft.com/office/drawing/2014/main" id="{E8DD96B2-A4DE-4D40-B129-233F5AECBEC0}"/>
                  </a:ext>
                </a:extLst>
              </p:cNvPr>
              <p:cNvSpPr txBox="1">
                <a:spLocks noChangeArrowheads="1"/>
              </p:cNvSpPr>
              <p:nvPr/>
            </p:nvSpPr>
            <p:spPr bwMode="auto">
              <a:xfrm>
                <a:off x="1790" y="1934"/>
                <a:ext cx="228"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p</a:t>
                </a:r>
              </a:p>
            </p:txBody>
          </p:sp>
        </p:grpSp>
        <p:sp>
          <p:nvSpPr>
            <p:cNvPr id="98351" name="Rectangle 143">
              <a:extLst>
                <a:ext uri="{FF2B5EF4-FFF2-40B4-BE49-F238E27FC236}">
                  <a16:creationId xmlns:a16="http://schemas.microsoft.com/office/drawing/2014/main" id="{B9B29F32-7122-419D-947B-63CB2790EE6E}"/>
                </a:ext>
              </a:extLst>
            </p:cNvPr>
            <p:cNvSpPr>
              <a:spLocks noChangeArrowheads="1"/>
            </p:cNvSpPr>
            <p:nvPr/>
          </p:nvSpPr>
          <p:spPr bwMode="auto">
            <a:xfrm>
              <a:off x="3928" y="1834"/>
              <a:ext cx="322" cy="331"/>
            </a:xfrm>
            <a:prstGeom prst="rect">
              <a:avLst/>
            </a:prstGeom>
            <a:solidFill>
              <a:schemeClr val="bg1"/>
            </a:solidFill>
            <a:ln w="38100">
              <a:solidFill>
                <a:schemeClr val="bg1"/>
              </a:solidFill>
              <a:miter lim="800000"/>
              <a:headEnd/>
              <a:tailEnd/>
            </a:ln>
          </p:spPr>
          <p:txBody>
            <a:bodyPr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02403" name="Group 115">
            <a:extLst>
              <a:ext uri="{FF2B5EF4-FFF2-40B4-BE49-F238E27FC236}">
                <a16:creationId xmlns:a16="http://schemas.microsoft.com/office/drawing/2014/main" id="{C43B26ED-BEEC-D544-AB7B-26A058AECB21}"/>
              </a:ext>
            </a:extLst>
          </p:cNvPr>
          <p:cNvGrpSpPr>
            <a:grpSpLocks/>
          </p:cNvGrpSpPr>
          <p:nvPr/>
        </p:nvGrpSpPr>
        <p:grpSpPr bwMode="auto">
          <a:xfrm>
            <a:off x="539750" y="3535363"/>
            <a:ext cx="6297613" cy="654050"/>
            <a:chOff x="1793" y="55"/>
            <a:chExt cx="3967" cy="412"/>
          </a:xfrm>
        </p:grpSpPr>
        <p:sp>
          <p:nvSpPr>
            <p:cNvPr id="98333" name="Text Box 94">
              <a:extLst>
                <a:ext uri="{FF2B5EF4-FFF2-40B4-BE49-F238E27FC236}">
                  <a16:creationId xmlns:a16="http://schemas.microsoft.com/office/drawing/2014/main" id="{A8871AD3-7972-460A-BBB9-0E8A7D0D887C}"/>
                </a:ext>
              </a:extLst>
            </p:cNvPr>
            <p:cNvSpPr txBox="1">
              <a:spLocks noChangeArrowheads="1"/>
            </p:cNvSpPr>
            <p:nvPr/>
          </p:nvSpPr>
          <p:spPr bwMode="auto">
            <a:xfrm>
              <a:off x="1793" y="100"/>
              <a:ext cx="172"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20000"/>
                </a:spcBef>
                <a:defRPr/>
              </a:pPr>
              <a:r>
                <a:rPr lang="en-US" altLang="zh-CN" sz="2800">
                  <a:solidFill>
                    <a:srgbClr val="000000"/>
                  </a:solidFill>
                  <a:latin typeface="+mn-lt"/>
                  <a:ea typeface="+mn-ea"/>
                  <a:cs typeface="+mn-ea"/>
                  <a:sym typeface="+mn-lt"/>
                </a:rPr>
                <a:t>L</a:t>
              </a:r>
            </a:p>
          </p:txBody>
        </p:sp>
        <p:sp>
          <p:nvSpPr>
            <p:cNvPr id="98334" name="Line 95">
              <a:extLst>
                <a:ext uri="{FF2B5EF4-FFF2-40B4-BE49-F238E27FC236}">
                  <a16:creationId xmlns:a16="http://schemas.microsoft.com/office/drawing/2014/main" id="{E99D4B3B-4C61-4A1D-A081-D728818FC9A2}"/>
                </a:ext>
              </a:extLst>
            </p:cNvPr>
            <p:cNvSpPr>
              <a:spLocks noChangeShapeType="1"/>
            </p:cNvSpPr>
            <p:nvPr/>
          </p:nvSpPr>
          <p:spPr bwMode="auto">
            <a:xfrm>
              <a:off x="1980" y="264"/>
              <a:ext cx="219" cy="0"/>
            </a:xfrm>
            <a:prstGeom prst="line">
              <a:avLst/>
            </a:prstGeom>
            <a:noFill/>
            <a:ln w="222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98335" name="Rectangle 96">
              <a:extLst>
                <a:ext uri="{FF2B5EF4-FFF2-40B4-BE49-F238E27FC236}">
                  <a16:creationId xmlns:a16="http://schemas.microsoft.com/office/drawing/2014/main" id="{9A21C824-A649-45CE-9F8C-9F2582B3E761}"/>
                </a:ext>
              </a:extLst>
            </p:cNvPr>
            <p:cNvSpPr>
              <a:spLocks noChangeArrowheads="1"/>
            </p:cNvSpPr>
            <p:nvPr/>
          </p:nvSpPr>
          <p:spPr bwMode="auto">
            <a:xfrm>
              <a:off x="2959" y="101"/>
              <a:ext cx="545" cy="330"/>
            </a:xfrm>
            <a:prstGeom prst="rect">
              <a:avLst/>
            </a:prstGeom>
            <a:noFill/>
            <a:ln w="222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98336" name="Text Box 98">
              <a:extLst>
                <a:ext uri="{FF2B5EF4-FFF2-40B4-BE49-F238E27FC236}">
                  <a16:creationId xmlns:a16="http://schemas.microsoft.com/office/drawing/2014/main" id="{7E55AC74-FBBE-4463-AF3B-AC83A2389E57}"/>
                </a:ext>
              </a:extLst>
            </p:cNvPr>
            <p:cNvSpPr txBox="1">
              <a:spLocks noChangeArrowheads="1"/>
            </p:cNvSpPr>
            <p:nvPr/>
          </p:nvSpPr>
          <p:spPr bwMode="auto">
            <a:xfrm>
              <a:off x="2998" y="105"/>
              <a:ext cx="273"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20000"/>
                </a:spcBef>
                <a:defRPr/>
              </a:pPr>
              <a:r>
                <a:rPr lang="en-US" altLang="zh-CN" sz="2800">
                  <a:solidFill>
                    <a:srgbClr val="000000"/>
                  </a:solidFill>
                  <a:latin typeface="+mn-lt"/>
                  <a:ea typeface="+mn-ea"/>
                  <a:cs typeface="+mn-ea"/>
                  <a:sym typeface="+mn-lt"/>
                </a:rPr>
                <a:t>a</a:t>
              </a:r>
              <a:r>
                <a:rPr lang="en-US" altLang="zh-CN" sz="1400">
                  <a:solidFill>
                    <a:srgbClr val="000000"/>
                  </a:solidFill>
                  <a:latin typeface="+mn-lt"/>
                  <a:ea typeface="+mn-ea"/>
                  <a:cs typeface="+mn-ea"/>
                  <a:sym typeface="+mn-lt"/>
                </a:rPr>
                <a:t>1</a:t>
              </a:r>
              <a:endParaRPr lang="en-US" altLang="zh-CN" sz="2800">
                <a:solidFill>
                  <a:srgbClr val="000000"/>
                </a:solidFill>
                <a:latin typeface="+mn-lt"/>
                <a:ea typeface="+mn-ea"/>
                <a:cs typeface="+mn-ea"/>
                <a:sym typeface="+mn-lt"/>
              </a:endParaRPr>
            </a:p>
          </p:txBody>
        </p:sp>
        <p:sp>
          <p:nvSpPr>
            <p:cNvPr id="98337" name="Rectangle 99">
              <a:extLst>
                <a:ext uri="{FF2B5EF4-FFF2-40B4-BE49-F238E27FC236}">
                  <a16:creationId xmlns:a16="http://schemas.microsoft.com/office/drawing/2014/main" id="{704C5813-B121-4320-964F-68DD257F5E55}"/>
                </a:ext>
              </a:extLst>
            </p:cNvPr>
            <p:cNvSpPr>
              <a:spLocks noChangeArrowheads="1"/>
            </p:cNvSpPr>
            <p:nvPr/>
          </p:nvSpPr>
          <p:spPr bwMode="auto">
            <a:xfrm>
              <a:off x="3756" y="108"/>
              <a:ext cx="545" cy="330"/>
            </a:xfrm>
            <a:prstGeom prst="rect">
              <a:avLst/>
            </a:prstGeom>
            <a:noFill/>
            <a:ln w="222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98338" name="Text Box 101">
              <a:extLst>
                <a:ext uri="{FF2B5EF4-FFF2-40B4-BE49-F238E27FC236}">
                  <a16:creationId xmlns:a16="http://schemas.microsoft.com/office/drawing/2014/main" id="{AF4669FF-E591-4EE2-84F1-01F02B5F1CD1}"/>
                </a:ext>
              </a:extLst>
            </p:cNvPr>
            <p:cNvSpPr txBox="1">
              <a:spLocks noChangeArrowheads="1"/>
            </p:cNvSpPr>
            <p:nvPr/>
          </p:nvSpPr>
          <p:spPr bwMode="auto">
            <a:xfrm>
              <a:off x="3793" y="112"/>
              <a:ext cx="273"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20000"/>
                </a:spcBef>
                <a:defRPr/>
              </a:pPr>
              <a:r>
                <a:rPr lang="en-US" altLang="zh-CN" sz="2800">
                  <a:solidFill>
                    <a:srgbClr val="000000"/>
                  </a:solidFill>
                  <a:latin typeface="+mn-lt"/>
                  <a:ea typeface="+mn-ea"/>
                  <a:cs typeface="+mn-ea"/>
                  <a:sym typeface="+mn-lt"/>
                </a:rPr>
                <a:t>a</a:t>
              </a:r>
              <a:r>
                <a:rPr lang="en-US" altLang="zh-CN" sz="1400">
                  <a:solidFill>
                    <a:srgbClr val="000000"/>
                  </a:solidFill>
                  <a:latin typeface="+mn-lt"/>
                  <a:ea typeface="+mn-ea"/>
                  <a:cs typeface="+mn-ea"/>
                  <a:sym typeface="+mn-lt"/>
                </a:rPr>
                <a:t>2</a:t>
              </a:r>
              <a:endParaRPr lang="en-US" altLang="zh-CN" sz="2800">
                <a:solidFill>
                  <a:srgbClr val="000000"/>
                </a:solidFill>
                <a:latin typeface="+mn-lt"/>
                <a:ea typeface="+mn-ea"/>
                <a:cs typeface="+mn-ea"/>
                <a:sym typeface="+mn-lt"/>
              </a:endParaRPr>
            </a:p>
          </p:txBody>
        </p:sp>
        <p:sp>
          <p:nvSpPr>
            <p:cNvPr id="98339" name="Line 102">
              <a:extLst>
                <a:ext uri="{FF2B5EF4-FFF2-40B4-BE49-F238E27FC236}">
                  <a16:creationId xmlns:a16="http://schemas.microsoft.com/office/drawing/2014/main" id="{74448002-71AA-430C-8391-CFC9B2535C9C}"/>
                </a:ext>
              </a:extLst>
            </p:cNvPr>
            <p:cNvSpPr>
              <a:spLocks noChangeShapeType="1"/>
            </p:cNvSpPr>
            <p:nvPr/>
          </p:nvSpPr>
          <p:spPr bwMode="auto">
            <a:xfrm>
              <a:off x="2618" y="262"/>
              <a:ext cx="345" cy="0"/>
            </a:xfrm>
            <a:prstGeom prst="line">
              <a:avLst/>
            </a:prstGeom>
            <a:noFill/>
            <a:ln w="222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98340" name="Line 103">
              <a:extLst>
                <a:ext uri="{FF2B5EF4-FFF2-40B4-BE49-F238E27FC236}">
                  <a16:creationId xmlns:a16="http://schemas.microsoft.com/office/drawing/2014/main" id="{AFE6492C-A811-47FB-BD42-6706620A9200}"/>
                </a:ext>
              </a:extLst>
            </p:cNvPr>
            <p:cNvSpPr>
              <a:spLocks noChangeShapeType="1"/>
            </p:cNvSpPr>
            <p:nvPr/>
          </p:nvSpPr>
          <p:spPr bwMode="auto">
            <a:xfrm>
              <a:off x="3373" y="262"/>
              <a:ext cx="381" cy="0"/>
            </a:xfrm>
            <a:prstGeom prst="line">
              <a:avLst/>
            </a:prstGeom>
            <a:noFill/>
            <a:ln w="222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98341" name="Rectangle 104" descr="宽上对角线">
              <a:extLst>
                <a:ext uri="{FF2B5EF4-FFF2-40B4-BE49-F238E27FC236}">
                  <a16:creationId xmlns:a16="http://schemas.microsoft.com/office/drawing/2014/main" id="{B295986E-E7B7-4EBF-A652-AAC3BC40153E}"/>
                </a:ext>
              </a:extLst>
            </p:cNvPr>
            <p:cNvSpPr>
              <a:spLocks noChangeArrowheads="1"/>
            </p:cNvSpPr>
            <p:nvPr/>
          </p:nvSpPr>
          <p:spPr bwMode="auto">
            <a:xfrm>
              <a:off x="2470" y="87"/>
              <a:ext cx="282" cy="330"/>
            </a:xfrm>
            <a:prstGeom prst="rect">
              <a:avLst/>
            </a:prstGeom>
            <a:noFill/>
            <a:ln w="222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98342" name="Rectangle 105" descr="浅色上对角线">
              <a:extLst>
                <a:ext uri="{FF2B5EF4-FFF2-40B4-BE49-F238E27FC236}">
                  <a16:creationId xmlns:a16="http://schemas.microsoft.com/office/drawing/2014/main" id="{CC7804AD-96F5-9745-AFC5-EC26CCB0CF90}"/>
                </a:ext>
              </a:extLst>
            </p:cNvPr>
            <p:cNvSpPr>
              <a:spLocks noChangeArrowheads="1"/>
            </p:cNvSpPr>
            <p:nvPr/>
          </p:nvSpPr>
          <p:spPr bwMode="auto">
            <a:xfrm>
              <a:off x="2187" y="86"/>
              <a:ext cx="282" cy="330"/>
            </a:xfrm>
            <a:prstGeom prst="rect">
              <a:avLst/>
            </a:prstGeom>
            <a:blipFill dpi="0" rotWithShape="0">
              <a:blip r:embed="rId2"/>
              <a:srcRect/>
              <a:tile tx="0" ty="0" sx="100000" sy="100000" flip="none" algn="tl"/>
            </a:blipFill>
            <a:ln w="22225">
              <a:solidFill>
                <a:schemeClr val="tx1"/>
              </a:solidFill>
              <a:miter lim="800000"/>
              <a:headEnd/>
              <a:tailEnd/>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98343" name="Text Box 107">
              <a:extLst>
                <a:ext uri="{FF2B5EF4-FFF2-40B4-BE49-F238E27FC236}">
                  <a16:creationId xmlns:a16="http://schemas.microsoft.com/office/drawing/2014/main" id="{BA6476FE-EA75-449B-A833-7FCBD625C27F}"/>
                </a:ext>
              </a:extLst>
            </p:cNvPr>
            <p:cNvSpPr txBox="1">
              <a:spLocks noChangeArrowheads="1"/>
            </p:cNvSpPr>
            <p:nvPr/>
          </p:nvSpPr>
          <p:spPr bwMode="auto">
            <a:xfrm>
              <a:off x="4440" y="55"/>
              <a:ext cx="512" cy="330"/>
            </a:xfrm>
            <a:prstGeom prst="rect">
              <a:avLst/>
            </a:prstGeom>
            <a:noFill/>
            <a:ln>
              <a:noFill/>
            </a:ln>
            <a:effectLst>
              <a:outerShdw dist="107763" dir="2700000" algn="ctr" rotWithShape="0">
                <a:schemeClr val="bg2"/>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20000"/>
                </a:spcBef>
                <a:defRPr/>
              </a:pPr>
              <a:r>
                <a:rPr lang="en-US" altLang="zh-CN" sz="2800">
                  <a:solidFill>
                    <a:srgbClr val="000000"/>
                  </a:solidFill>
                  <a:latin typeface="+mn-lt"/>
                  <a:ea typeface="+mn-ea"/>
                  <a:cs typeface="+mn-ea"/>
                  <a:sym typeface="+mn-lt"/>
                </a:rPr>
                <a:t>…...</a:t>
              </a:r>
            </a:p>
          </p:txBody>
        </p:sp>
        <p:sp>
          <p:nvSpPr>
            <p:cNvPr id="98344" name="Line 108">
              <a:extLst>
                <a:ext uri="{FF2B5EF4-FFF2-40B4-BE49-F238E27FC236}">
                  <a16:creationId xmlns:a16="http://schemas.microsoft.com/office/drawing/2014/main" id="{6FA44AB2-95E0-4C91-8BDE-A956531CE305}"/>
                </a:ext>
              </a:extLst>
            </p:cNvPr>
            <p:cNvSpPr>
              <a:spLocks noChangeShapeType="1"/>
            </p:cNvSpPr>
            <p:nvPr/>
          </p:nvSpPr>
          <p:spPr bwMode="auto">
            <a:xfrm>
              <a:off x="4839" y="266"/>
              <a:ext cx="373" cy="0"/>
            </a:xfrm>
            <a:prstGeom prst="line">
              <a:avLst/>
            </a:prstGeom>
            <a:noFill/>
            <a:ln w="222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98345" name="Line 111">
              <a:extLst>
                <a:ext uri="{FF2B5EF4-FFF2-40B4-BE49-F238E27FC236}">
                  <a16:creationId xmlns:a16="http://schemas.microsoft.com/office/drawing/2014/main" id="{ED2F50FC-8B76-4E72-A1E6-23E555D53398}"/>
                </a:ext>
              </a:extLst>
            </p:cNvPr>
            <p:cNvSpPr>
              <a:spLocks noChangeShapeType="1"/>
            </p:cNvSpPr>
            <p:nvPr/>
          </p:nvSpPr>
          <p:spPr bwMode="auto">
            <a:xfrm>
              <a:off x="4263" y="273"/>
              <a:ext cx="264" cy="0"/>
            </a:xfrm>
            <a:prstGeom prst="line">
              <a:avLst/>
            </a:prstGeom>
            <a:noFill/>
            <a:ln w="222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98346" name="Line 112">
              <a:extLst>
                <a:ext uri="{FF2B5EF4-FFF2-40B4-BE49-F238E27FC236}">
                  <a16:creationId xmlns:a16="http://schemas.microsoft.com/office/drawing/2014/main" id="{F0EBD12E-0B42-42A5-91C8-0C545F144F4A}"/>
                </a:ext>
              </a:extLst>
            </p:cNvPr>
            <p:cNvSpPr>
              <a:spLocks noChangeShapeType="1"/>
            </p:cNvSpPr>
            <p:nvPr/>
          </p:nvSpPr>
          <p:spPr bwMode="auto">
            <a:xfrm>
              <a:off x="3239" y="142"/>
              <a:ext cx="0" cy="240"/>
            </a:xfrm>
            <a:prstGeom prst="line">
              <a:avLst/>
            </a:prstGeom>
            <a:noFill/>
            <a:ln w="22225">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98347" name="Line 113">
              <a:extLst>
                <a:ext uri="{FF2B5EF4-FFF2-40B4-BE49-F238E27FC236}">
                  <a16:creationId xmlns:a16="http://schemas.microsoft.com/office/drawing/2014/main" id="{C270B6DE-DB51-4224-BD12-25A338C8CB38}"/>
                </a:ext>
              </a:extLst>
            </p:cNvPr>
            <p:cNvSpPr>
              <a:spLocks noChangeShapeType="1"/>
            </p:cNvSpPr>
            <p:nvPr/>
          </p:nvSpPr>
          <p:spPr bwMode="auto">
            <a:xfrm>
              <a:off x="4024" y="155"/>
              <a:ext cx="0" cy="240"/>
            </a:xfrm>
            <a:prstGeom prst="line">
              <a:avLst/>
            </a:prstGeom>
            <a:noFill/>
            <a:ln w="22225">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98348" name="Line 114">
              <a:extLst>
                <a:ext uri="{FF2B5EF4-FFF2-40B4-BE49-F238E27FC236}">
                  <a16:creationId xmlns:a16="http://schemas.microsoft.com/office/drawing/2014/main" id="{26B71BD6-B372-423D-B272-C99CFF6D1309}"/>
                </a:ext>
              </a:extLst>
            </p:cNvPr>
            <p:cNvSpPr>
              <a:spLocks noChangeShapeType="1"/>
            </p:cNvSpPr>
            <p:nvPr/>
          </p:nvSpPr>
          <p:spPr bwMode="auto">
            <a:xfrm>
              <a:off x="5489" y="153"/>
              <a:ext cx="0" cy="240"/>
            </a:xfrm>
            <a:prstGeom prst="line">
              <a:avLst/>
            </a:prstGeom>
            <a:noFill/>
            <a:ln w="22225">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98349" name="Rectangle 106">
              <a:extLst>
                <a:ext uri="{FF2B5EF4-FFF2-40B4-BE49-F238E27FC236}">
                  <a16:creationId xmlns:a16="http://schemas.microsoft.com/office/drawing/2014/main" id="{F6006ECE-D32D-46E1-8FD9-1C001A617D3B}"/>
                </a:ext>
              </a:extLst>
            </p:cNvPr>
            <p:cNvSpPr>
              <a:spLocks noChangeArrowheads="1"/>
            </p:cNvSpPr>
            <p:nvPr/>
          </p:nvSpPr>
          <p:spPr bwMode="auto">
            <a:xfrm>
              <a:off x="5215" y="137"/>
              <a:ext cx="545" cy="330"/>
            </a:xfrm>
            <a:prstGeom prst="rect">
              <a:avLst/>
            </a:prstGeom>
            <a:noFill/>
            <a:ln w="222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20000"/>
                </a:spcBef>
                <a:defRPr/>
              </a:pPr>
              <a:r>
                <a:rPr lang="en-US" altLang="zh-CN" sz="2800" dirty="0">
                  <a:solidFill>
                    <a:srgbClr val="000000"/>
                  </a:solidFill>
                  <a:latin typeface="+mn-lt"/>
                  <a:ea typeface="+mn-ea"/>
                  <a:cs typeface="+mn-ea"/>
                  <a:sym typeface="+mn-lt"/>
                </a:rPr>
                <a:t>     ^</a:t>
              </a:r>
            </a:p>
          </p:txBody>
        </p:sp>
      </p:grpSp>
      <p:grpSp>
        <p:nvGrpSpPr>
          <p:cNvPr id="5" name="Group 119">
            <a:extLst>
              <a:ext uri="{FF2B5EF4-FFF2-40B4-BE49-F238E27FC236}">
                <a16:creationId xmlns:a16="http://schemas.microsoft.com/office/drawing/2014/main" id="{70E89EC8-8283-C14F-A907-82B6917C15A2}"/>
              </a:ext>
            </a:extLst>
          </p:cNvPr>
          <p:cNvGrpSpPr>
            <a:grpSpLocks/>
          </p:cNvGrpSpPr>
          <p:nvPr/>
        </p:nvGrpSpPr>
        <p:grpSpPr bwMode="auto">
          <a:xfrm>
            <a:off x="2470150" y="4067175"/>
            <a:ext cx="361950" cy="704850"/>
            <a:chOff x="1790" y="1821"/>
            <a:chExt cx="228" cy="444"/>
          </a:xfrm>
        </p:grpSpPr>
        <p:sp>
          <p:nvSpPr>
            <p:cNvPr id="98331" name="Line 117">
              <a:extLst>
                <a:ext uri="{FF2B5EF4-FFF2-40B4-BE49-F238E27FC236}">
                  <a16:creationId xmlns:a16="http://schemas.microsoft.com/office/drawing/2014/main" id="{E2D5755A-7ACE-498F-B5D3-2C37CE1109E9}"/>
                </a:ext>
              </a:extLst>
            </p:cNvPr>
            <p:cNvSpPr>
              <a:spLocks noChangeShapeType="1"/>
            </p:cNvSpPr>
            <p:nvPr/>
          </p:nvSpPr>
          <p:spPr bwMode="auto">
            <a:xfrm flipH="1" flipV="1">
              <a:off x="1872" y="1821"/>
              <a:ext cx="8" cy="195"/>
            </a:xfrm>
            <a:prstGeom prst="line">
              <a:avLst/>
            </a:prstGeom>
            <a:noFill/>
            <a:ln w="222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98332" name="Text Box 118">
              <a:extLst>
                <a:ext uri="{FF2B5EF4-FFF2-40B4-BE49-F238E27FC236}">
                  <a16:creationId xmlns:a16="http://schemas.microsoft.com/office/drawing/2014/main" id="{18907B34-E1BD-4FA7-BE73-8FA8040C3D2B}"/>
                </a:ext>
              </a:extLst>
            </p:cNvPr>
            <p:cNvSpPr txBox="1">
              <a:spLocks noChangeArrowheads="1"/>
            </p:cNvSpPr>
            <p:nvPr/>
          </p:nvSpPr>
          <p:spPr bwMode="auto">
            <a:xfrm>
              <a:off x="1790" y="1934"/>
              <a:ext cx="228"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a:latin typeface="+mn-lt"/>
                  <a:ea typeface="+mn-ea"/>
                  <a:cs typeface="+mn-ea"/>
                  <a:sym typeface="+mn-lt"/>
                </a:rPr>
                <a:t>p</a:t>
              </a:r>
            </a:p>
          </p:txBody>
        </p:sp>
      </p:grpSp>
      <p:grpSp>
        <p:nvGrpSpPr>
          <p:cNvPr id="6" name="Group 129">
            <a:extLst>
              <a:ext uri="{FF2B5EF4-FFF2-40B4-BE49-F238E27FC236}">
                <a16:creationId xmlns:a16="http://schemas.microsoft.com/office/drawing/2014/main" id="{EAB2B94E-9413-ED43-B58A-241B9B973B24}"/>
              </a:ext>
            </a:extLst>
          </p:cNvPr>
          <p:cNvGrpSpPr>
            <a:grpSpLocks/>
          </p:cNvGrpSpPr>
          <p:nvPr/>
        </p:nvGrpSpPr>
        <p:grpSpPr bwMode="auto">
          <a:xfrm>
            <a:off x="708025" y="4168775"/>
            <a:ext cx="623888" cy="604838"/>
            <a:chOff x="663" y="2046"/>
            <a:chExt cx="393" cy="381"/>
          </a:xfrm>
        </p:grpSpPr>
        <p:sp>
          <p:nvSpPr>
            <p:cNvPr id="98329" name="Text Box 120">
              <a:extLst>
                <a:ext uri="{FF2B5EF4-FFF2-40B4-BE49-F238E27FC236}">
                  <a16:creationId xmlns:a16="http://schemas.microsoft.com/office/drawing/2014/main" id="{479CD81F-169B-42C7-9AF6-9A89C20AC698}"/>
                </a:ext>
              </a:extLst>
            </p:cNvPr>
            <p:cNvSpPr txBox="1">
              <a:spLocks noChangeArrowheads="1"/>
            </p:cNvSpPr>
            <p:nvPr/>
          </p:nvSpPr>
          <p:spPr bwMode="auto">
            <a:xfrm>
              <a:off x="663" y="2096"/>
              <a:ext cx="177"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a:latin typeface="+mn-lt"/>
                  <a:ea typeface="+mn-ea"/>
                  <a:cs typeface="+mn-ea"/>
                  <a:sym typeface="+mn-lt"/>
                </a:rPr>
                <a:t>i</a:t>
              </a:r>
            </a:p>
          </p:txBody>
        </p:sp>
        <p:sp>
          <p:nvSpPr>
            <p:cNvPr id="98330" name="Rectangle 121">
              <a:extLst>
                <a:ext uri="{FF2B5EF4-FFF2-40B4-BE49-F238E27FC236}">
                  <a16:creationId xmlns:a16="http://schemas.microsoft.com/office/drawing/2014/main" id="{94C9C170-E6D4-410B-BB96-4124B79EBF20}"/>
                </a:ext>
              </a:extLst>
            </p:cNvPr>
            <p:cNvSpPr>
              <a:spLocks noChangeArrowheads="1"/>
            </p:cNvSpPr>
            <p:nvPr/>
          </p:nvSpPr>
          <p:spPr bwMode="auto">
            <a:xfrm>
              <a:off x="850" y="2046"/>
              <a:ext cx="206" cy="331"/>
            </a:xfrm>
            <a:prstGeom prst="rect">
              <a:avLst/>
            </a:prstGeom>
            <a:solidFill>
              <a:schemeClr val="bg1"/>
            </a:solidFill>
            <a:ln w="38100">
              <a:solidFill>
                <a:schemeClr val="tx1"/>
              </a:solidFill>
              <a:miter lim="800000"/>
              <a:headEnd/>
              <a:tailEnd/>
            </a:ln>
          </p:spPr>
          <p:txBody>
            <a:bodyPr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defRPr/>
              </a:pPr>
              <a:r>
                <a:rPr lang="en-US" altLang="zh-CN" sz="2800">
                  <a:latin typeface="+mn-lt"/>
                  <a:ea typeface="+mn-ea"/>
                  <a:cs typeface="+mn-ea"/>
                  <a:sym typeface="+mn-lt"/>
                </a:rPr>
                <a:t>0</a:t>
              </a:r>
            </a:p>
          </p:txBody>
        </p:sp>
      </p:grpSp>
      <p:sp>
        <p:nvSpPr>
          <p:cNvPr id="33" name="Text Box 123">
            <a:extLst>
              <a:ext uri="{FF2B5EF4-FFF2-40B4-BE49-F238E27FC236}">
                <a16:creationId xmlns:a16="http://schemas.microsoft.com/office/drawing/2014/main" id="{023724FA-86E4-45CD-9F60-5E3A2ADA9480}"/>
              </a:ext>
            </a:extLst>
          </p:cNvPr>
          <p:cNvSpPr txBox="1">
            <a:spLocks noChangeArrowheads="1"/>
          </p:cNvSpPr>
          <p:nvPr/>
        </p:nvSpPr>
        <p:spPr bwMode="auto">
          <a:xfrm>
            <a:off x="1017588" y="4222750"/>
            <a:ext cx="227012" cy="525463"/>
          </a:xfrm>
          <a:prstGeom prst="rect">
            <a:avLst/>
          </a:prstGeom>
          <a:solidFill>
            <a:schemeClr val="bg1"/>
          </a:solidFill>
          <a:ln>
            <a:noFill/>
          </a:ln>
          <a:extLst>
            <a:ext uri="{91240B29-F687-4F45-9708-019B960494DF}">
              <a14:hiddenLine xmlns:a14="http://schemas.microsoft.com/office/drawing/2010/main" w="38100">
                <a:solidFill>
                  <a:srgbClr val="000000"/>
                </a:solidFill>
                <a:miter lim="800000"/>
                <a:headEnd/>
                <a:tailEnd/>
              </a14:hiddenLine>
            </a:ext>
          </a:extLst>
        </p:spPr>
        <p:txBody>
          <a:bodyPr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a:latin typeface="+mn-lt"/>
                <a:ea typeface="+mn-ea"/>
                <a:cs typeface="+mn-ea"/>
                <a:sym typeface="+mn-lt"/>
              </a:rPr>
              <a:t>1</a:t>
            </a:r>
          </a:p>
        </p:txBody>
      </p:sp>
      <p:grpSp>
        <p:nvGrpSpPr>
          <p:cNvPr id="7" name="Group 130">
            <a:extLst>
              <a:ext uri="{FF2B5EF4-FFF2-40B4-BE49-F238E27FC236}">
                <a16:creationId xmlns:a16="http://schemas.microsoft.com/office/drawing/2014/main" id="{E3A1AAF5-F1FA-B34D-87ED-18DCC82B4E0E}"/>
              </a:ext>
            </a:extLst>
          </p:cNvPr>
          <p:cNvGrpSpPr>
            <a:grpSpLocks/>
          </p:cNvGrpSpPr>
          <p:nvPr/>
        </p:nvGrpSpPr>
        <p:grpSpPr bwMode="auto">
          <a:xfrm>
            <a:off x="2414588" y="4044950"/>
            <a:ext cx="1768475" cy="779463"/>
            <a:chOff x="1746" y="1807"/>
            <a:chExt cx="1114" cy="346"/>
          </a:xfrm>
        </p:grpSpPr>
        <p:grpSp>
          <p:nvGrpSpPr>
            <p:cNvPr id="102421" name="Group 125">
              <a:extLst>
                <a:ext uri="{FF2B5EF4-FFF2-40B4-BE49-F238E27FC236}">
                  <a16:creationId xmlns:a16="http://schemas.microsoft.com/office/drawing/2014/main" id="{435277B4-4191-D74F-A94C-CFCD78AA95EE}"/>
                </a:ext>
              </a:extLst>
            </p:cNvPr>
            <p:cNvGrpSpPr>
              <a:grpSpLocks/>
            </p:cNvGrpSpPr>
            <p:nvPr/>
          </p:nvGrpSpPr>
          <p:grpSpPr bwMode="auto">
            <a:xfrm>
              <a:off x="2632" y="1807"/>
              <a:ext cx="228" cy="346"/>
              <a:chOff x="1790" y="1821"/>
              <a:chExt cx="228" cy="346"/>
            </a:xfrm>
          </p:grpSpPr>
          <p:sp>
            <p:nvSpPr>
              <p:cNvPr id="98327" name="Line 126">
                <a:extLst>
                  <a:ext uri="{FF2B5EF4-FFF2-40B4-BE49-F238E27FC236}">
                    <a16:creationId xmlns:a16="http://schemas.microsoft.com/office/drawing/2014/main" id="{7BB7D5AE-32BC-4091-943E-1D7B8B581B1C}"/>
                  </a:ext>
                </a:extLst>
              </p:cNvPr>
              <p:cNvSpPr>
                <a:spLocks noChangeShapeType="1"/>
              </p:cNvSpPr>
              <p:nvPr/>
            </p:nvSpPr>
            <p:spPr bwMode="auto">
              <a:xfrm flipH="1" flipV="1">
                <a:off x="1872" y="1821"/>
                <a:ext cx="8" cy="195"/>
              </a:xfrm>
              <a:prstGeom prst="line">
                <a:avLst/>
              </a:prstGeom>
              <a:noFill/>
              <a:ln w="222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98328" name="Text Box 127">
                <a:extLst>
                  <a:ext uri="{FF2B5EF4-FFF2-40B4-BE49-F238E27FC236}">
                    <a16:creationId xmlns:a16="http://schemas.microsoft.com/office/drawing/2014/main" id="{23AD5DA8-9238-407A-99A6-45CCBF545031}"/>
                  </a:ext>
                </a:extLst>
              </p:cNvPr>
              <p:cNvSpPr txBox="1">
                <a:spLocks noChangeArrowheads="1"/>
              </p:cNvSpPr>
              <p:nvPr/>
            </p:nvSpPr>
            <p:spPr bwMode="auto">
              <a:xfrm>
                <a:off x="1790" y="1934"/>
                <a:ext cx="228"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a:latin typeface="+mn-lt"/>
                    <a:ea typeface="+mn-ea"/>
                    <a:cs typeface="+mn-ea"/>
                    <a:sym typeface="+mn-lt"/>
                  </a:rPr>
                  <a:t>p</a:t>
                </a:r>
              </a:p>
            </p:txBody>
          </p:sp>
        </p:grpSp>
        <p:sp>
          <p:nvSpPr>
            <p:cNvPr id="98326" name="Rectangle 128">
              <a:extLst>
                <a:ext uri="{FF2B5EF4-FFF2-40B4-BE49-F238E27FC236}">
                  <a16:creationId xmlns:a16="http://schemas.microsoft.com/office/drawing/2014/main" id="{36ECE51C-25D5-41F6-8789-A9777AAD7215}"/>
                </a:ext>
              </a:extLst>
            </p:cNvPr>
            <p:cNvSpPr>
              <a:spLocks noChangeArrowheads="1"/>
            </p:cNvSpPr>
            <p:nvPr/>
          </p:nvSpPr>
          <p:spPr bwMode="auto">
            <a:xfrm>
              <a:off x="1746" y="1886"/>
              <a:ext cx="322" cy="233"/>
            </a:xfrm>
            <a:prstGeom prst="rect">
              <a:avLst/>
            </a:prstGeom>
            <a:solidFill>
              <a:schemeClr val="bg1"/>
            </a:solidFill>
            <a:ln w="38100">
              <a:solidFill>
                <a:schemeClr val="bg1"/>
              </a:solidFill>
              <a:miter lim="800000"/>
              <a:headEnd/>
              <a:tailEnd/>
            </a:ln>
          </p:spPr>
          <p:txBody>
            <a:bodyPr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39" name="Text Box 131">
            <a:extLst>
              <a:ext uri="{FF2B5EF4-FFF2-40B4-BE49-F238E27FC236}">
                <a16:creationId xmlns:a16="http://schemas.microsoft.com/office/drawing/2014/main" id="{C6345C83-7771-4F72-A111-AF008D8A3AF2}"/>
              </a:ext>
            </a:extLst>
          </p:cNvPr>
          <p:cNvSpPr txBox="1">
            <a:spLocks noChangeArrowheads="1"/>
          </p:cNvSpPr>
          <p:nvPr/>
        </p:nvSpPr>
        <p:spPr bwMode="auto">
          <a:xfrm>
            <a:off x="1044575" y="4222750"/>
            <a:ext cx="227013" cy="525463"/>
          </a:xfrm>
          <a:prstGeom prst="rect">
            <a:avLst/>
          </a:prstGeom>
          <a:solidFill>
            <a:schemeClr val="bg1"/>
          </a:solidFill>
          <a:ln>
            <a:noFill/>
          </a:ln>
          <a:extLst>
            <a:ext uri="{91240B29-F687-4F45-9708-019B960494DF}">
              <a14:hiddenLine xmlns:a14="http://schemas.microsoft.com/office/drawing/2010/main" w="38100">
                <a:solidFill>
                  <a:srgbClr val="000000"/>
                </a:solidFill>
                <a:miter lim="800000"/>
                <a:headEnd/>
                <a:tailEnd/>
              </a14:hiddenLine>
            </a:ext>
          </a:extLst>
        </p:spPr>
        <p:txBody>
          <a:bodyPr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a:latin typeface="+mn-lt"/>
                <a:ea typeface="+mn-ea"/>
                <a:cs typeface="+mn-ea"/>
                <a:sym typeface="+mn-lt"/>
              </a:rPr>
              <a:t>2</a:t>
            </a:r>
          </a:p>
        </p:txBody>
      </p:sp>
      <p:grpSp>
        <p:nvGrpSpPr>
          <p:cNvPr id="9" name="Group 137">
            <a:extLst>
              <a:ext uri="{FF2B5EF4-FFF2-40B4-BE49-F238E27FC236}">
                <a16:creationId xmlns:a16="http://schemas.microsoft.com/office/drawing/2014/main" id="{83FCB3BD-0E8E-F044-9408-86CD787F705B}"/>
              </a:ext>
            </a:extLst>
          </p:cNvPr>
          <p:cNvGrpSpPr>
            <a:grpSpLocks/>
          </p:cNvGrpSpPr>
          <p:nvPr/>
        </p:nvGrpSpPr>
        <p:grpSpPr bwMode="auto">
          <a:xfrm>
            <a:off x="3830638" y="4062413"/>
            <a:ext cx="2576512" cy="773112"/>
            <a:chOff x="2638" y="1818"/>
            <a:chExt cx="1623" cy="351"/>
          </a:xfrm>
        </p:grpSpPr>
        <p:sp>
          <p:nvSpPr>
            <p:cNvPr id="98322" name="Rectangle 136">
              <a:extLst>
                <a:ext uri="{FF2B5EF4-FFF2-40B4-BE49-F238E27FC236}">
                  <a16:creationId xmlns:a16="http://schemas.microsoft.com/office/drawing/2014/main" id="{34865C15-AFBA-400C-B570-03907DA72B29}"/>
                </a:ext>
              </a:extLst>
            </p:cNvPr>
            <p:cNvSpPr>
              <a:spLocks noChangeArrowheads="1"/>
            </p:cNvSpPr>
            <p:nvPr/>
          </p:nvSpPr>
          <p:spPr bwMode="auto">
            <a:xfrm>
              <a:off x="2638" y="1878"/>
              <a:ext cx="331" cy="276"/>
            </a:xfrm>
            <a:prstGeom prst="rect">
              <a:avLst/>
            </a:prstGeom>
            <a:solidFill>
              <a:schemeClr val="bg1"/>
            </a:solidFill>
            <a:ln w="38100">
              <a:solidFill>
                <a:schemeClr val="bg1"/>
              </a:solidFill>
              <a:miter lim="800000"/>
              <a:headEnd/>
              <a:tailEnd/>
            </a:ln>
          </p:spPr>
          <p:txBody>
            <a:bodyPr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nvGrpSpPr>
            <p:cNvPr id="102418" name="Group 133">
              <a:extLst>
                <a:ext uri="{FF2B5EF4-FFF2-40B4-BE49-F238E27FC236}">
                  <a16:creationId xmlns:a16="http://schemas.microsoft.com/office/drawing/2014/main" id="{A9C946D2-7553-9B44-9EAB-04799C5E39EC}"/>
                </a:ext>
              </a:extLst>
            </p:cNvPr>
            <p:cNvGrpSpPr>
              <a:grpSpLocks/>
            </p:cNvGrpSpPr>
            <p:nvPr/>
          </p:nvGrpSpPr>
          <p:grpSpPr bwMode="auto">
            <a:xfrm>
              <a:off x="4033" y="1818"/>
              <a:ext cx="228" cy="351"/>
              <a:chOff x="1790" y="1821"/>
              <a:chExt cx="228" cy="351"/>
            </a:xfrm>
          </p:grpSpPr>
          <p:sp>
            <p:nvSpPr>
              <p:cNvPr id="98323" name="Line 134">
                <a:extLst>
                  <a:ext uri="{FF2B5EF4-FFF2-40B4-BE49-F238E27FC236}">
                    <a16:creationId xmlns:a16="http://schemas.microsoft.com/office/drawing/2014/main" id="{7F1ACF1C-8979-4A17-A2FE-1B43D559F43C}"/>
                  </a:ext>
                </a:extLst>
              </p:cNvPr>
              <p:cNvSpPr>
                <a:spLocks noChangeShapeType="1"/>
              </p:cNvSpPr>
              <p:nvPr/>
            </p:nvSpPr>
            <p:spPr bwMode="auto">
              <a:xfrm flipH="1" flipV="1">
                <a:off x="1872" y="1821"/>
                <a:ext cx="0" cy="156"/>
              </a:xfrm>
              <a:prstGeom prst="line">
                <a:avLst/>
              </a:prstGeom>
              <a:noFill/>
              <a:ln w="222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98324" name="Text Box 135">
                <a:extLst>
                  <a:ext uri="{FF2B5EF4-FFF2-40B4-BE49-F238E27FC236}">
                    <a16:creationId xmlns:a16="http://schemas.microsoft.com/office/drawing/2014/main" id="{D8F4F80B-65E0-4CFE-9370-4254979A8D83}"/>
                  </a:ext>
                </a:extLst>
              </p:cNvPr>
              <p:cNvSpPr txBox="1">
                <a:spLocks noChangeArrowheads="1"/>
              </p:cNvSpPr>
              <p:nvPr/>
            </p:nvSpPr>
            <p:spPr bwMode="auto">
              <a:xfrm>
                <a:off x="1790" y="1934"/>
                <a:ext cx="228" cy="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p</a:t>
                </a:r>
              </a:p>
            </p:txBody>
          </p:sp>
        </p:grpSp>
      </p:grpSp>
      <p:sp>
        <p:nvSpPr>
          <p:cNvPr id="45" name="Text Box 138">
            <a:extLst>
              <a:ext uri="{FF2B5EF4-FFF2-40B4-BE49-F238E27FC236}">
                <a16:creationId xmlns:a16="http://schemas.microsoft.com/office/drawing/2014/main" id="{948FC957-DAF6-4C06-8D9B-55159FA933EF}"/>
              </a:ext>
            </a:extLst>
          </p:cNvPr>
          <p:cNvSpPr txBox="1">
            <a:spLocks noChangeArrowheads="1"/>
          </p:cNvSpPr>
          <p:nvPr/>
        </p:nvSpPr>
        <p:spPr bwMode="auto">
          <a:xfrm>
            <a:off x="1028700" y="4148138"/>
            <a:ext cx="268288" cy="463550"/>
          </a:xfrm>
          <a:prstGeom prst="rect">
            <a:avLst/>
          </a:prstGeom>
          <a:solidFill>
            <a:schemeClr val="bg1"/>
          </a:solidFill>
          <a:ln>
            <a:noFill/>
          </a:ln>
          <a:extLst>
            <a:ext uri="{91240B29-F687-4F45-9708-019B960494DF}">
              <a14:hiddenLine xmlns:a14="http://schemas.microsoft.com/office/drawing/2010/main" w="38100">
                <a:solidFill>
                  <a:srgbClr val="000000"/>
                </a:solidFill>
                <a:miter lim="800000"/>
                <a:headEnd/>
                <a:tailEnd/>
              </a14:hiddenLine>
            </a:ext>
          </a:extLst>
        </p:spPr>
        <p:txBody>
          <a:bodyPr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n</a:t>
            </a:r>
          </a:p>
        </p:txBody>
      </p:sp>
      <p:sp>
        <p:nvSpPr>
          <p:cNvPr id="46" name="Text Box 145">
            <a:extLst>
              <a:ext uri="{FF2B5EF4-FFF2-40B4-BE49-F238E27FC236}">
                <a16:creationId xmlns:a16="http://schemas.microsoft.com/office/drawing/2014/main" id="{4EC327F3-FDB4-4AD4-8C74-69D07BD24040}"/>
              </a:ext>
            </a:extLst>
          </p:cNvPr>
          <p:cNvSpPr txBox="1">
            <a:spLocks noChangeArrowheads="1"/>
          </p:cNvSpPr>
          <p:nvPr/>
        </p:nvSpPr>
        <p:spPr bwMode="auto">
          <a:xfrm>
            <a:off x="7123113" y="4308475"/>
            <a:ext cx="1544637" cy="525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a:t>
            </a:r>
            <a:r>
              <a:rPr lang="en-US" altLang="zh-CN" sz="2800" dirty="0">
                <a:solidFill>
                  <a:srgbClr val="FF0000"/>
                </a:solidFill>
                <a:latin typeface="+mn-lt"/>
                <a:ea typeface="+mn-ea"/>
                <a:cs typeface="+mn-ea"/>
                <a:sym typeface="+mn-lt"/>
              </a:rPr>
              <a:t>NULL</a:t>
            </a:r>
          </a:p>
        </p:txBody>
      </p:sp>
      <p:sp>
        <p:nvSpPr>
          <p:cNvPr id="98316" name="Text Box 98">
            <a:extLst>
              <a:ext uri="{FF2B5EF4-FFF2-40B4-BE49-F238E27FC236}">
                <a16:creationId xmlns:a16="http://schemas.microsoft.com/office/drawing/2014/main" id="{59BB9452-C323-41B1-A1B2-DFC8E1C34399}"/>
              </a:ext>
            </a:extLst>
          </p:cNvPr>
          <p:cNvSpPr txBox="1">
            <a:spLocks noChangeArrowheads="1"/>
          </p:cNvSpPr>
          <p:nvPr/>
        </p:nvSpPr>
        <p:spPr bwMode="auto">
          <a:xfrm>
            <a:off x="5961063" y="3648075"/>
            <a:ext cx="44132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20000"/>
              </a:spcBef>
              <a:defRPr/>
            </a:pPr>
            <a:r>
              <a:rPr lang="en-US" altLang="zh-CN" sz="2800" dirty="0">
                <a:solidFill>
                  <a:srgbClr val="000000"/>
                </a:solidFill>
                <a:latin typeface="+mn-lt"/>
                <a:ea typeface="+mn-ea"/>
                <a:cs typeface="+mn-ea"/>
                <a:sym typeface="+mn-lt"/>
              </a:rPr>
              <a:t>a</a:t>
            </a:r>
            <a:r>
              <a:rPr lang="en-US" altLang="zh-CN" sz="1400" dirty="0">
                <a:solidFill>
                  <a:srgbClr val="000000"/>
                </a:solidFill>
                <a:latin typeface="+mn-lt"/>
                <a:ea typeface="+mn-ea"/>
                <a:cs typeface="+mn-ea"/>
                <a:sym typeface="+mn-lt"/>
              </a:rPr>
              <a:t>n</a:t>
            </a:r>
            <a:endParaRPr lang="en-US" altLang="zh-CN" sz="2800" dirty="0">
              <a:solidFill>
                <a:srgbClr val="000000"/>
              </a:solidFill>
              <a:latin typeface="+mn-lt"/>
              <a:ea typeface="+mn-ea"/>
              <a:cs typeface="+mn-ea"/>
              <a:sym typeface="+mn-lt"/>
            </a:endParaRPr>
          </a:p>
        </p:txBody>
      </p:sp>
      <p:sp>
        <p:nvSpPr>
          <p:cNvPr id="98317" name="矩形 48">
            <a:extLst>
              <a:ext uri="{FF2B5EF4-FFF2-40B4-BE49-F238E27FC236}">
                <a16:creationId xmlns:a16="http://schemas.microsoft.com/office/drawing/2014/main" id="{32EFE93E-11DD-4520-8D80-B32EA04E6C82}"/>
              </a:ext>
            </a:extLst>
          </p:cNvPr>
          <p:cNvSpPr>
            <a:spLocks noChangeArrowheads="1"/>
          </p:cNvSpPr>
          <p:nvPr/>
        </p:nvSpPr>
        <p:spPr bwMode="auto">
          <a:xfrm>
            <a:off x="787400" y="1119188"/>
            <a:ext cx="12620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sz="2800">
                <a:solidFill>
                  <a:srgbClr val="0D0D0D"/>
                </a:solidFill>
                <a:sym typeface="+mn-lt"/>
              </a:rPr>
              <a:t>求表长</a:t>
            </a:r>
          </a:p>
        </p:txBody>
      </p:sp>
      <p:sp>
        <p:nvSpPr>
          <p:cNvPr id="50" name="Rectangle 4">
            <a:extLst>
              <a:ext uri="{FF2B5EF4-FFF2-40B4-BE49-F238E27FC236}">
                <a16:creationId xmlns:a16="http://schemas.microsoft.com/office/drawing/2014/main" id="{8CF3F7D3-0A3B-4EA2-8444-98A6F29CEFCC}"/>
              </a:ext>
            </a:extLst>
          </p:cNvPr>
          <p:cNvSpPr>
            <a:spLocks noChangeArrowheads="1"/>
          </p:cNvSpPr>
          <p:nvPr/>
        </p:nvSpPr>
        <p:spPr bwMode="auto">
          <a:xfrm>
            <a:off x="0" y="5067300"/>
            <a:ext cx="9144000" cy="1571625"/>
          </a:xfrm>
          <a:prstGeom prst="rect">
            <a:avLst/>
          </a:prstGeom>
          <a:solidFill>
            <a:srgbClr val="B8D4EC"/>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720000">
              <a:lnSpc>
                <a:spcPct val="100000"/>
              </a:lnSpc>
              <a:spcBef>
                <a:spcPct val="20000"/>
              </a:spcBef>
              <a:defRPr/>
            </a:pPr>
            <a:r>
              <a:rPr lang="en-US" altLang="zh-CN" sz="2800" dirty="0">
                <a:solidFill>
                  <a:srgbClr val="FF0000"/>
                </a:solidFill>
                <a:latin typeface="+mn-lt"/>
                <a:ea typeface="+mn-ea"/>
                <a:cs typeface="+mn-ea"/>
                <a:sym typeface="+mn-lt"/>
              </a:rPr>
              <a:t>p=L-&gt;next;  </a:t>
            </a:r>
            <a:endParaRPr lang="zh-CN" altLang="en-US" dirty="0">
              <a:solidFill>
                <a:srgbClr val="FF0000"/>
              </a:solidFill>
              <a:latin typeface="+mn-lt"/>
              <a:ea typeface="+mn-ea"/>
              <a:cs typeface="+mn-ea"/>
              <a:sym typeface="+mn-lt"/>
            </a:endParaRPr>
          </a:p>
          <a:p>
            <a:pPr marL="720000">
              <a:lnSpc>
                <a:spcPct val="120000"/>
              </a:lnSpc>
              <a:defRPr/>
            </a:pPr>
            <a:r>
              <a:rPr lang="en-US" altLang="zh-CN" sz="2800" dirty="0" err="1">
                <a:latin typeface="+mn-lt"/>
                <a:ea typeface="+mn-ea"/>
                <a:cs typeface="+mn-ea"/>
                <a:sym typeface="+mn-lt"/>
              </a:rPr>
              <a:t>i</a:t>
            </a:r>
            <a:r>
              <a:rPr lang="en-US" altLang="zh-CN" sz="2800" dirty="0">
                <a:latin typeface="+mn-lt"/>
                <a:ea typeface="+mn-ea"/>
                <a:cs typeface="+mn-ea"/>
                <a:sym typeface="+mn-lt"/>
              </a:rPr>
              <a:t>=0;             </a:t>
            </a:r>
          </a:p>
          <a:p>
            <a:pPr marL="720000">
              <a:lnSpc>
                <a:spcPct val="120000"/>
              </a:lnSpc>
              <a:defRPr/>
            </a:pPr>
            <a:r>
              <a:rPr lang="en-US" altLang="zh-CN" sz="2800" dirty="0">
                <a:solidFill>
                  <a:srgbClr val="FF0000"/>
                </a:solidFill>
                <a:latin typeface="+mn-lt"/>
                <a:ea typeface="+mn-ea"/>
                <a:cs typeface="+mn-ea"/>
                <a:sym typeface="+mn-lt"/>
              </a:rPr>
              <a:t>while(p)</a:t>
            </a:r>
            <a:r>
              <a:rPr lang="en-US" altLang="zh-CN" sz="2800" dirty="0">
                <a:latin typeface="+mn-lt"/>
                <a:ea typeface="+mn-ea"/>
                <a:cs typeface="+mn-ea"/>
                <a:sym typeface="+mn-lt"/>
              </a:rPr>
              <a:t>{</a:t>
            </a:r>
            <a:r>
              <a:rPr lang="en-US" altLang="zh-CN" sz="2800" dirty="0" err="1">
                <a:latin typeface="+mn-lt"/>
                <a:ea typeface="+mn-ea"/>
                <a:cs typeface="+mn-ea"/>
                <a:sym typeface="+mn-lt"/>
              </a:rPr>
              <a:t>i</a:t>
            </a:r>
            <a:r>
              <a:rPr lang="en-US" altLang="zh-CN" sz="2800" dirty="0">
                <a:latin typeface="+mn-lt"/>
                <a:ea typeface="+mn-ea"/>
                <a:cs typeface="+mn-ea"/>
                <a:sym typeface="+mn-lt"/>
              </a:rPr>
              <a:t>++;</a:t>
            </a:r>
            <a:r>
              <a:rPr lang="en-US" altLang="zh-CN" sz="2800" dirty="0">
                <a:solidFill>
                  <a:srgbClr val="FF0000"/>
                </a:solidFill>
                <a:latin typeface="+mn-lt"/>
                <a:ea typeface="+mn-ea"/>
                <a:cs typeface="+mn-ea"/>
                <a:sym typeface="+mn-lt"/>
              </a:rPr>
              <a:t>p=p-&gt;next;</a:t>
            </a:r>
            <a:r>
              <a:rPr lang="en-US" altLang="zh-CN" sz="2800" dirty="0">
                <a:latin typeface="+mn-lt"/>
                <a:ea typeface="+mn-ea"/>
                <a:cs typeface="+mn-ea"/>
                <a:sym typeface="+mn-lt"/>
              </a:rPr>
              <a:t>}    </a:t>
            </a:r>
            <a:endParaRPr lang="en-US" altLang="zh-CN" sz="2800" dirty="0">
              <a:solidFill>
                <a:schemeClr val="accent1"/>
              </a:solidFill>
              <a:latin typeface="+mn-lt"/>
              <a:ea typeface="+mn-ea"/>
              <a:cs typeface="+mn-ea"/>
              <a:sym typeface="+mn-lt"/>
            </a:endParaRPr>
          </a:p>
        </p:txBody>
      </p:sp>
      <p:sp>
        <p:nvSpPr>
          <p:cNvPr id="98319" name="Rectangle 6">
            <a:extLst>
              <a:ext uri="{FF2B5EF4-FFF2-40B4-BE49-F238E27FC236}">
                <a16:creationId xmlns:a16="http://schemas.microsoft.com/office/drawing/2014/main" id="{08E68A0F-F41A-49C6-A2E1-193E7185ADA7}"/>
              </a:ext>
            </a:extLst>
          </p:cNvPr>
          <p:cNvSpPr>
            <a:spLocks noChangeArrowheads="1"/>
          </p:cNvSpPr>
          <p:nvPr/>
        </p:nvSpPr>
        <p:spPr bwMode="auto">
          <a:xfrm>
            <a:off x="768350" y="203200"/>
            <a:ext cx="74295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补充：几个简单基本操作的算法实现</a:t>
            </a:r>
          </a:p>
        </p:txBody>
      </p:sp>
      <p:sp>
        <p:nvSpPr>
          <p:cNvPr id="98320" name="Rectangle 12">
            <a:extLst>
              <a:ext uri="{FF2B5EF4-FFF2-40B4-BE49-F238E27FC236}">
                <a16:creationId xmlns:a16="http://schemas.microsoft.com/office/drawing/2014/main" id="{7DBF7B66-46D6-4D0E-B0C8-1843E38CE220}"/>
              </a:ext>
            </a:extLst>
          </p:cNvPr>
          <p:cNvSpPr>
            <a:spLocks noChangeArrowheads="1"/>
          </p:cNvSpPr>
          <p:nvPr/>
        </p:nvSpPr>
        <p:spPr bwMode="auto">
          <a:xfrm>
            <a:off x="4341813" y="1035050"/>
            <a:ext cx="4291012" cy="2071688"/>
          </a:xfrm>
          <a:prstGeom prst="rect">
            <a:avLst/>
          </a:prstGeom>
          <a:solidFill>
            <a:schemeClr val="bg2">
              <a:lumMod val="20000"/>
              <a:lumOff val="80000"/>
            </a:schemeClr>
          </a:solidFill>
          <a:ln>
            <a:noFill/>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r>
              <a:rPr lang="zh-CN" altLang="en-US">
                <a:solidFill>
                  <a:srgbClr val="FF0000"/>
                </a:solidFill>
                <a:sym typeface="+mn-lt"/>
              </a:rPr>
              <a:t>“数”结点：</a:t>
            </a:r>
            <a:endParaRPr lang="en-US" altLang="zh-CN">
              <a:solidFill>
                <a:srgbClr val="FF0000"/>
              </a:solidFill>
              <a:sym typeface="+mn-lt"/>
            </a:endParaRPr>
          </a:p>
          <a:p>
            <a:pPr>
              <a:buFont typeface="Wingdings" pitchFamily="2" charset="2"/>
              <a:buChar char="l"/>
            </a:pPr>
            <a:r>
              <a:rPr lang="zh-CN" altLang="en-US">
                <a:sym typeface="+mn-lt"/>
              </a:rPr>
              <a:t>指针</a:t>
            </a:r>
            <a:r>
              <a:rPr lang="en-US" altLang="zh-CN">
                <a:sym typeface="+mn-lt"/>
              </a:rPr>
              <a:t>p</a:t>
            </a:r>
            <a:r>
              <a:rPr lang="zh-CN" altLang="en-US">
                <a:sym typeface="+mn-lt"/>
              </a:rPr>
              <a:t>依次指向各个结点</a:t>
            </a:r>
            <a:endParaRPr lang="en-US" altLang="zh-CN">
              <a:sym typeface="+mn-lt"/>
            </a:endParaRPr>
          </a:p>
          <a:p>
            <a:pPr>
              <a:buFont typeface="Wingdings" pitchFamily="2" charset="2"/>
              <a:buChar char="l"/>
            </a:pPr>
            <a:r>
              <a:rPr lang="zh-CN" altLang="en-US">
                <a:sym typeface="+mn-lt"/>
              </a:rPr>
              <a:t>从第一个元素开始“数”</a:t>
            </a:r>
            <a:endParaRPr lang="en-US" altLang="zh-CN">
              <a:sym typeface="+mn-lt"/>
            </a:endParaRPr>
          </a:p>
          <a:p>
            <a:pPr>
              <a:buFont typeface="Wingdings" pitchFamily="2" charset="2"/>
              <a:buChar char="l"/>
            </a:pPr>
            <a:r>
              <a:rPr lang="zh-CN" altLang="en-US">
                <a:sym typeface="+mn-lt"/>
              </a:rPr>
              <a:t> 一直“数”到最后一个结点</a:t>
            </a:r>
            <a:endParaRPr lang="en-US" altLang="zh-CN">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5"/>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3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7"/>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39"/>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45"/>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2"/>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46"/>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4" presetClass="entr" presetSubtype="16" fill="hold" grpId="0" nodeType="clickEffect">
                                  <p:stCondLst>
                                    <p:cond delay="0"/>
                                  </p:stCondLst>
                                  <p:childTnLst>
                                    <p:set>
                                      <p:cBhvr>
                                        <p:cTn id="42" dur="1" fill="hold">
                                          <p:stCondLst>
                                            <p:cond delay="0"/>
                                          </p:stCondLst>
                                        </p:cTn>
                                        <p:tgtEl>
                                          <p:spTgt spid="50"/>
                                        </p:tgtEl>
                                        <p:attrNameLst>
                                          <p:attrName>style.visibility</p:attrName>
                                        </p:attrNameLst>
                                      </p:cBhvr>
                                      <p:to>
                                        <p:strVal val="visible"/>
                                      </p:to>
                                    </p:set>
                                    <p:animEffect transition="in" filter="box(in)">
                                      <p:cBhvr>
                                        <p:cTn id="43"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9" grpId="0" animBg="1"/>
      <p:bldP spid="45" grpId="0" animBg="1"/>
      <p:bldP spid="46" grpId="0"/>
      <p:bldP spid="50"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4">
            <a:extLst>
              <a:ext uri="{FF2B5EF4-FFF2-40B4-BE49-F238E27FC236}">
                <a16:creationId xmlns:a16="http://schemas.microsoft.com/office/drawing/2014/main" id="{5B60A82E-CADC-498A-ADB5-BCACB8B013EA}"/>
              </a:ext>
            </a:extLst>
          </p:cNvPr>
          <p:cNvSpPr>
            <a:spLocks noChangeArrowheads="1"/>
          </p:cNvSpPr>
          <p:nvPr/>
        </p:nvSpPr>
        <p:spPr bwMode="auto">
          <a:xfrm>
            <a:off x="212725" y="1341438"/>
            <a:ext cx="4826000" cy="4895850"/>
          </a:xfrm>
          <a:prstGeom prst="rect">
            <a:avLst/>
          </a:prstGeom>
          <a:solidFill>
            <a:srgbClr val="EAEAEA"/>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sz="2200">
                <a:solidFill>
                  <a:schemeClr val="hlink"/>
                </a:solidFill>
                <a:sym typeface="+mn-lt"/>
              </a:rPr>
              <a:t>求表长</a:t>
            </a:r>
          </a:p>
          <a:p>
            <a:r>
              <a:rPr lang="en-US" altLang="zh-CN" sz="2200">
                <a:sym typeface="+mn-lt"/>
              </a:rPr>
              <a:t>int  ListLength_L(LinkList L){</a:t>
            </a:r>
          </a:p>
          <a:p>
            <a:r>
              <a:rPr lang="en-US" altLang="zh-CN" sz="2200">
                <a:solidFill>
                  <a:schemeClr val="hlink"/>
                </a:solidFill>
                <a:sym typeface="+mn-lt"/>
              </a:rPr>
              <a:t>//</a:t>
            </a:r>
            <a:r>
              <a:rPr lang="zh-CN" altLang="en-US" sz="2200">
                <a:solidFill>
                  <a:schemeClr val="hlink"/>
                </a:solidFill>
                <a:sym typeface="+mn-lt"/>
              </a:rPr>
              <a:t>返回</a:t>
            </a:r>
            <a:r>
              <a:rPr lang="en-US" altLang="zh-CN" sz="2200">
                <a:solidFill>
                  <a:schemeClr val="hlink"/>
                </a:solidFill>
                <a:sym typeface="+mn-lt"/>
              </a:rPr>
              <a:t>L</a:t>
            </a:r>
            <a:r>
              <a:rPr lang="zh-CN" altLang="en-US" sz="2200">
                <a:solidFill>
                  <a:schemeClr val="hlink"/>
                </a:solidFill>
                <a:sym typeface="+mn-lt"/>
              </a:rPr>
              <a:t>中数据元素个数</a:t>
            </a:r>
          </a:p>
          <a:p>
            <a:r>
              <a:rPr lang="zh-CN" altLang="en-US" sz="2200">
                <a:sym typeface="+mn-lt"/>
              </a:rPr>
              <a:t>    </a:t>
            </a:r>
            <a:r>
              <a:rPr lang="en-US" altLang="zh-CN" sz="2200">
                <a:sym typeface="+mn-lt"/>
              </a:rPr>
              <a:t>LinkList p;</a:t>
            </a:r>
          </a:p>
          <a:p>
            <a:r>
              <a:rPr lang="en-US" altLang="zh-CN" sz="2200">
                <a:sym typeface="+mn-lt"/>
              </a:rPr>
              <a:t>    </a:t>
            </a:r>
            <a:r>
              <a:rPr lang="en-US" altLang="zh-CN" sz="2200">
                <a:solidFill>
                  <a:srgbClr val="FF0000"/>
                </a:solidFill>
                <a:sym typeface="+mn-lt"/>
              </a:rPr>
              <a:t>p=L-&gt;next;  </a:t>
            </a:r>
            <a:r>
              <a:rPr lang="en-US" altLang="zh-CN" sz="2200">
                <a:solidFill>
                  <a:schemeClr val="hlink"/>
                </a:solidFill>
                <a:sym typeface="+mn-lt"/>
              </a:rPr>
              <a:t>//p</a:t>
            </a:r>
            <a:r>
              <a:rPr lang="zh-CN" altLang="en-US" sz="2200">
                <a:solidFill>
                  <a:schemeClr val="hlink"/>
                </a:solidFill>
                <a:sym typeface="+mn-lt"/>
              </a:rPr>
              <a:t>指向第一个结点</a:t>
            </a:r>
          </a:p>
          <a:p>
            <a:r>
              <a:rPr lang="zh-CN" altLang="en-US" sz="2200">
                <a:sym typeface="+mn-lt"/>
              </a:rPr>
              <a:t>     </a:t>
            </a:r>
            <a:r>
              <a:rPr lang="en-US" altLang="zh-CN" sz="2200">
                <a:sym typeface="+mn-lt"/>
              </a:rPr>
              <a:t>i=0;             </a:t>
            </a:r>
          </a:p>
          <a:p>
            <a:r>
              <a:rPr lang="en-US" altLang="zh-CN" sz="2200">
                <a:sym typeface="+mn-lt"/>
              </a:rPr>
              <a:t>     </a:t>
            </a:r>
            <a:r>
              <a:rPr lang="en-US" altLang="zh-CN" sz="2200">
                <a:solidFill>
                  <a:srgbClr val="FF0000"/>
                </a:solidFill>
                <a:sym typeface="+mn-lt"/>
              </a:rPr>
              <a:t>while(p)</a:t>
            </a:r>
            <a:r>
              <a:rPr lang="en-US" altLang="zh-CN" sz="2200">
                <a:sym typeface="+mn-lt"/>
              </a:rPr>
              <a:t>{</a:t>
            </a:r>
            <a:r>
              <a:rPr lang="en-US" altLang="zh-CN" sz="2200">
                <a:solidFill>
                  <a:schemeClr val="hlink"/>
                </a:solidFill>
                <a:sym typeface="+mn-lt"/>
              </a:rPr>
              <a:t>//</a:t>
            </a:r>
            <a:r>
              <a:rPr lang="zh-CN" altLang="en-US" sz="2200">
                <a:solidFill>
                  <a:schemeClr val="hlink"/>
                </a:solidFill>
                <a:sym typeface="+mn-lt"/>
              </a:rPr>
              <a:t>遍历单链表</a:t>
            </a:r>
            <a:r>
              <a:rPr lang="en-US" altLang="zh-CN" sz="2200">
                <a:solidFill>
                  <a:schemeClr val="hlink"/>
                </a:solidFill>
                <a:sym typeface="+mn-lt"/>
              </a:rPr>
              <a:t>,</a:t>
            </a:r>
            <a:r>
              <a:rPr lang="zh-CN" altLang="en-US" sz="2200">
                <a:solidFill>
                  <a:schemeClr val="hlink"/>
                </a:solidFill>
                <a:sym typeface="+mn-lt"/>
              </a:rPr>
              <a:t>统计结点数</a:t>
            </a:r>
          </a:p>
          <a:p>
            <a:r>
              <a:rPr lang="zh-CN" altLang="en-US" sz="2200">
                <a:solidFill>
                  <a:schemeClr val="accent1"/>
                </a:solidFill>
                <a:sym typeface="+mn-lt"/>
              </a:rPr>
              <a:t>           </a:t>
            </a:r>
            <a:r>
              <a:rPr lang="en-US" altLang="zh-CN" sz="2200">
                <a:sym typeface="+mn-lt"/>
              </a:rPr>
              <a:t>i++;</a:t>
            </a:r>
          </a:p>
          <a:p>
            <a:r>
              <a:rPr lang="en-US" altLang="zh-CN" sz="2200">
                <a:sym typeface="+mn-lt"/>
              </a:rPr>
              <a:t>           </a:t>
            </a:r>
            <a:r>
              <a:rPr lang="en-US" altLang="zh-CN" sz="2200">
                <a:solidFill>
                  <a:srgbClr val="FF0000"/>
                </a:solidFill>
                <a:sym typeface="+mn-lt"/>
              </a:rPr>
              <a:t>p=p-&gt;next;    </a:t>
            </a:r>
            <a:r>
              <a:rPr lang="en-US" altLang="zh-CN" sz="2200">
                <a:sym typeface="+mn-lt"/>
              </a:rPr>
              <a:t>}</a:t>
            </a:r>
            <a:r>
              <a:rPr lang="en-US" altLang="zh-CN" sz="2200">
                <a:solidFill>
                  <a:schemeClr val="accent1"/>
                </a:solidFill>
                <a:sym typeface="+mn-lt"/>
              </a:rPr>
              <a:t> </a:t>
            </a:r>
          </a:p>
          <a:p>
            <a:r>
              <a:rPr lang="en-US" altLang="zh-CN" sz="2200">
                <a:sym typeface="+mn-lt"/>
              </a:rPr>
              <a:t>    return i;                             </a:t>
            </a:r>
          </a:p>
          <a:p>
            <a:r>
              <a:rPr lang="en-US" altLang="zh-CN" sz="2200">
                <a:sym typeface="+mn-lt"/>
              </a:rPr>
              <a:t> }</a:t>
            </a:r>
          </a:p>
        </p:txBody>
      </p:sp>
      <p:sp>
        <p:nvSpPr>
          <p:cNvPr id="99331" name="Rectangle 12">
            <a:extLst>
              <a:ext uri="{FF2B5EF4-FFF2-40B4-BE49-F238E27FC236}">
                <a16:creationId xmlns:a16="http://schemas.microsoft.com/office/drawing/2014/main" id="{18BFBD27-63F5-4FB8-9617-1D8EDE95E0B6}"/>
              </a:ext>
            </a:extLst>
          </p:cNvPr>
          <p:cNvSpPr>
            <a:spLocks noChangeArrowheads="1"/>
          </p:cNvSpPr>
          <p:nvPr/>
        </p:nvSpPr>
        <p:spPr bwMode="auto">
          <a:xfrm>
            <a:off x="5140325" y="1341438"/>
            <a:ext cx="3816350" cy="4895850"/>
          </a:xfrm>
          <a:prstGeom prst="rect">
            <a:avLst/>
          </a:prstGeom>
          <a:solidFill>
            <a:srgbClr val="CAB5EA"/>
          </a:solidFill>
          <a:ln>
            <a:noFill/>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r>
              <a:rPr lang="zh-CN" altLang="en-US" sz="2200">
                <a:solidFill>
                  <a:srgbClr val="0000FF"/>
                </a:solidFill>
                <a:sym typeface="+mn-lt"/>
              </a:rPr>
              <a:t>“数”结点：</a:t>
            </a:r>
            <a:endParaRPr lang="en-US" altLang="zh-CN" sz="2200">
              <a:solidFill>
                <a:srgbClr val="0000FF"/>
              </a:solidFill>
              <a:sym typeface="+mn-lt"/>
            </a:endParaRPr>
          </a:p>
          <a:p>
            <a:pPr>
              <a:buFont typeface="Wingdings" pitchFamily="2" charset="2"/>
              <a:buChar char="l"/>
            </a:pPr>
            <a:r>
              <a:rPr lang="zh-CN" altLang="en-US" sz="2200">
                <a:sym typeface="+mn-lt"/>
              </a:rPr>
              <a:t>指针</a:t>
            </a:r>
            <a:r>
              <a:rPr lang="en-US" altLang="zh-CN" sz="2200">
                <a:sym typeface="+mn-lt"/>
              </a:rPr>
              <a:t>p</a:t>
            </a:r>
            <a:r>
              <a:rPr lang="zh-CN" altLang="en-US" sz="2200">
                <a:sym typeface="+mn-lt"/>
              </a:rPr>
              <a:t>依次指向各个结点</a:t>
            </a:r>
            <a:endParaRPr lang="en-US" altLang="zh-CN" sz="2200">
              <a:sym typeface="+mn-lt"/>
            </a:endParaRPr>
          </a:p>
          <a:p>
            <a:pPr>
              <a:buFont typeface="Wingdings" pitchFamily="2" charset="2"/>
              <a:buChar char="l"/>
            </a:pPr>
            <a:r>
              <a:rPr lang="zh-CN" altLang="en-US" sz="2200">
                <a:sym typeface="+mn-lt"/>
              </a:rPr>
              <a:t>从第一个元素开始“数”</a:t>
            </a:r>
            <a:endParaRPr lang="en-US" altLang="zh-CN" sz="2200">
              <a:sym typeface="+mn-lt"/>
            </a:endParaRPr>
          </a:p>
          <a:p>
            <a:pPr>
              <a:buFont typeface="Wingdings" pitchFamily="2" charset="2"/>
              <a:buChar char="l"/>
            </a:pPr>
            <a:r>
              <a:rPr lang="zh-CN" altLang="en-US" sz="2200">
                <a:sym typeface="+mn-lt"/>
              </a:rPr>
              <a:t> 一直“数”到最后一个结点</a:t>
            </a:r>
            <a:endParaRPr lang="en-US" altLang="zh-CN" sz="2200">
              <a:sym typeface="+mn-lt"/>
            </a:endParaRPr>
          </a:p>
        </p:txBody>
      </p:sp>
      <p:sp>
        <p:nvSpPr>
          <p:cNvPr id="4" name="Rectangle 6">
            <a:extLst>
              <a:ext uri="{FF2B5EF4-FFF2-40B4-BE49-F238E27FC236}">
                <a16:creationId xmlns:a16="http://schemas.microsoft.com/office/drawing/2014/main" id="{4DAA69B7-728A-41BB-A215-1707AC34EAAC}"/>
              </a:ext>
            </a:extLst>
          </p:cNvPr>
          <p:cNvSpPr>
            <a:spLocks noChangeArrowheads="1"/>
          </p:cNvSpPr>
          <p:nvPr/>
        </p:nvSpPr>
        <p:spPr bwMode="auto">
          <a:xfrm>
            <a:off x="768350" y="203200"/>
            <a:ext cx="74295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补充：几个简单基本操作的算法实现</a:t>
            </a:r>
          </a:p>
        </p:txBody>
      </p:sp>
      <p:sp>
        <p:nvSpPr>
          <p:cNvPr id="103429" name="矩形 1">
            <a:extLst>
              <a:ext uri="{FF2B5EF4-FFF2-40B4-BE49-F238E27FC236}">
                <a16:creationId xmlns:a16="http://schemas.microsoft.com/office/drawing/2014/main" id="{488105B8-C051-2D4E-8245-D0AAD1C97119}"/>
              </a:ext>
            </a:extLst>
          </p:cNvPr>
          <p:cNvSpPr>
            <a:spLocks noChangeArrowheads="1"/>
          </p:cNvSpPr>
          <p:nvPr/>
        </p:nvSpPr>
        <p:spPr bwMode="auto">
          <a:xfrm>
            <a:off x="5151438" y="4221163"/>
            <a:ext cx="3816350" cy="71437"/>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03430" name="矩形 5">
            <a:extLst>
              <a:ext uri="{FF2B5EF4-FFF2-40B4-BE49-F238E27FC236}">
                <a16:creationId xmlns:a16="http://schemas.microsoft.com/office/drawing/2014/main" id="{3B1AE735-67D2-F24A-833F-AEED66005305}"/>
              </a:ext>
            </a:extLst>
          </p:cNvPr>
          <p:cNvSpPr>
            <a:spLocks noChangeArrowheads="1"/>
          </p:cNvSpPr>
          <p:nvPr/>
        </p:nvSpPr>
        <p:spPr bwMode="auto">
          <a:xfrm>
            <a:off x="5151438" y="4437063"/>
            <a:ext cx="3816350" cy="71437"/>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03431" name="矩形 6">
            <a:extLst>
              <a:ext uri="{FF2B5EF4-FFF2-40B4-BE49-F238E27FC236}">
                <a16:creationId xmlns:a16="http://schemas.microsoft.com/office/drawing/2014/main" id="{57AA07A7-A14C-094B-BEB2-BE563271BFAB}"/>
              </a:ext>
            </a:extLst>
          </p:cNvPr>
          <p:cNvSpPr>
            <a:spLocks noChangeArrowheads="1"/>
          </p:cNvSpPr>
          <p:nvPr/>
        </p:nvSpPr>
        <p:spPr bwMode="auto">
          <a:xfrm>
            <a:off x="5151438" y="4652963"/>
            <a:ext cx="3816350" cy="71437"/>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03432" name="矩形 7">
            <a:extLst>
              <a:ext uri="{FF2B5EF4-FFF2-40B4-BE49-F238E27FC236}">
                <a16:creationId xmlns:a16="http://schemas.microsoft.com/office/drawing/2014/main" id="{869AE6F9-9AE5-BC4A-A6FB-D9F8FB704F23}"/>
              </a:ext>
            </a:extLst>
          </p:cNvPr>
          <p:cNvSpPr>
            <a:spLocks noChangeArrowheads="1"/>
          </p:cNvSpPr>
          <p:nvPr/>
        </p:nvSpPr>
        <p:spPr bwMode="auto">
          <a:xfrm>
            <a:off x="5151438" y="4868863"/>
            <a:ext cx="3816350" cy="73025"/>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03433" name="矩形 8">
            <a:extLst>
              <a:ext uri="{FF2B5EF4-FFF2-40B4-BE49-F238E27FC236}">
                <a16:creationId xmlns:a16="http://schemas.microsoft.com/office/drawing/2014/main" id="{125A5F09-6915-794E-9A6B-9ACCCD1B7A3B}"/>
              </a:ext>
            </a:extLst>
          </p:cNvPr>
          <p:cNvSpPr>
            <a:spLocks noChangeArrowheads="1"/>
          </p:cNvSpPr>
          <p:nvPr/>
        </p:nvSpPr>
        <p:spPr bwMode="auto">
          <a:xfrm>
            <a:off x="5151438" y="5121275"/>
            <a:ext cx="3816350" cy="71438"/>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03434" name="矩形 9">
            <a:extLst>
              <a:ext uri="{FF2B5EF4-FFF2-40B4-BE49-F238E27FC236}">
                <a16:creationId xmlns:a16="http://schemas.microsoft.com/office/drawing/2014/main" id="{7581EADE-352B-4945-8AD3-CD5DC7A4FD08}"/>
              </a:ext>
            </a:extLst>
          </p:cNvPr>
          <p:cNvSpPr>
            <a:spLocks noChangeArrowheads="1"/>
          </p:cNvSpPr>
          <p:nvPr/>
        </p:nvSpPr>
        <p:spPr bwMode="auto">
          <a:xfrm>
            <a:off x="5151438" y="5316538"/>
            <a:ext cx="3816350" cy="73025"/>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03435" name="矩形 10">
            <a:extLst>
              <a:ext uri="{FF2B5EF4-FFF2-40B4-BE49-F238E27FC236}">
                <a16:creationId xmlns:a16="http://schemas.microsoft.com/office/drawing/2014/main" id="{6EDAE380-6EB6-7643-A773-A2BB40861176}"/>
              </a:ext>
            </a:extLst>
          </p:cNvPr>
          <p:cNvSpPr>
            <a:spLocks noChangeArrowheads="1"/>
          </p:cNvSpPr>
          <p:nvPr/>
        </p:nvSpPr>
        <p:spPr bwMode="auto">
          <a:xfrm>
            <a:off x="5151438" y="5522913"/>
            <a:ext cx="3816350" cy="71437"/>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03436" name="矩形 11">
            <a:extLst>
              <a:ext uri="{FF2B5EF4-FFF2-40B4-BE49-F238E27FC236}">
                <a16:creationId xmlns:a16="http://schemas.microsoft.com/office/drawing/2014/main" id="{F393B4F5-AE6D-414B-8237-71E56F544692}"/>
              </a:ext>
            </a:extLst>
          </p:cNvPr>
          <p:cNvSpPr>
            <a:spLocks noChangeArrowheads="1"/>
          </p:cNvSpPr>
          <p:nvPr/>
        </p:nvSpPr>
        <p:spPr bwMode="auto">
          <a:xfrm>
            <a:off x="5151438" y="5727700"/>
            <a:ext cx="3816350" cy="73025"/>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03437" name="矩形 12">
            <a:extLst>
              <a:ext uri="{FF2B5EF4-FFF2-40B4-BE49-F238E27FC236}">
                <a16:creationId xmlns:a16="http://schemas.microsoft.com/office/drawing/2014/main" id="{FC64F0EA-652E-084F-8F36-8F513E20D9D5}"/>
              </a:ext>
            </a:extLst>
          </p:cNvPr>
          <p:cNvSpPr>
            <a:spLocks noChangeArrowheads="1"/>
          </p:cNvSpPr>
          <p:nvPr/>
        </p:nvSpPr>
        <p:spPr bwMode="auto">
          <a:xfrm>
            <a:off x="5151438" y="5954713"/>
            <a:ext cx="3816350" cy="71437"/>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543B132F-ED71-4363-9995-C778E8DF2428}"/>
              </a:ext>
            </a:extLst>
          </p:cNvPr>
          <p:cNvSpPr/>
          <p:nvPr/>
        </p:nvSpPr>
        <p:spPr bwMode="auto">
          <a:xfrm>
            <a:off x="0" y="1700213"/>
            <a:ext cx="9144000" cy="4321175"/>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00354" name="Rectangle 4">
            <a:extLst>
              <a:ext uri="{FF2B5EF4-FFF2-40B4-BE49-F238E27FC236}">
                <a16:creationId xmlns:a16="http://schemas.microsoft.com/office/drawing/2014/main" id="{059B60E7-2413-46F5-85F8-2CA2C41630E5}"/>
              </a:ext>
            </a:extLst>
          </p:cNvPr>
          <p:cNvSpPr>
            <a:spLocks noChangeArrowheads="1"/>
          </p:cNvSpPr>
          <p:nvPr/>
        </p:nvSpPr>
        <p:spPr bwMode="auto">
          <a:xfrm>
            <a:off x="768350" y="1052513"/>
            <a:ext cx="8124825" cy="4968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olidFill>
                  <a:schemeClr val="hlink"/>
                </a:solidFill>
                <a:sym typeface="+mn-lt"/>
              </a:rPr>
              <a:t>判断表是否为空</a:t>
            </a:r>
          </a:p>
          <a:p>
            <a:pPr>
              <a:spcBef>
                <a:spcPct val="20000"/>
              </a:spcBef>
            </a:pPr>
            <a:r>
              <a:rPr lang="en-US" altLang="zh-CN">
                <a:sym typeface="+mn-lt"/>
              </a:rPr>
              <a:t>int</a:t>
            </a:r>
            <a:r>
              <a:rPr lang="en-US" altLang="en-US">
                <a:sym typeface="+mn-lt"/>
              </a:rPr>
              <a:t> ListEmpty(LinkList L)</a:t>
            </a:r>
          </a:p>
          <a:p>
            <a:pPr>
              <a:spcBef>
                <a:spcPct val="20000"/>
              </a:spcBef>
            </a:pPr>
            <a:r>
              <a:rPr lang="en-US" altLang="en-US">
                <a:sym typeface="+mn-lt"/>
              </a:rPr>
              <a:t>{ </a:t>
            </a:r>
            <a:endParaRPr lang="en-US" altLang="zh-CN">
              <a:sym typeface="+mn-lt"/>
            </a:endParaRPr>
          </a:p>
          <a:p>
            <a:pPr>
              <a:spcBef>
                <a:spcPct val="20000"/>
              </a:spcBef>
            </a:pPr>
            <a:r>
              <a:rPr lang="en-US" altLang="en-US">
                <a:solidFill>
                  <a:schemeClr val="hlink"/>
                </a:solidFill>
                <a:sym typeface="+mn-lt"/>
              </a:rPr>
              <a:t>	/</a:t>
            </a:r>
            <a:r>
              <a:rPr lang="en-US" altLang="zh-CN">
                <a:solidFill>
                  <a:schemeClr val="hlink"/>
                </a:solidFill>
                <a:sym typeface="+mn-lt"/>
              </a:rPr>
              <a:t>/</a:t>
            </a:r>
            <a:r>
              <a:rPr lang="en-US" altLang="en-US">
                <a:solidFill>
                  <a:schemeClr val="hlink"/>
                </a:solidFill>
                <a:sym typeface="+mn-lt"/>
              </a:rPr>
              <a:t>若L为空表，则返回</a:t>
            </a:r>
            <a:r>
              <a:rPr lang="en-US" altLang="zh-CN">
                <a:solidFill>
                  <a:schemeClr val="hlink"/>
                </a:solidFill>
                <a:sym typeface="+mn-lt"/>
              </a:rPr>
              <a:t>1</a:t>
            </a:r>
            <a:r>
              <a:rPr lang="en-US" altLang="en-US">
                <a:solidFill>
                  <a:schemeClr val="hlink"/>
                </a:solidFill>
                <a:sym typeface="+mn-lt"/>
              </a:rPr>
              <a:t>，否则返回</a:t>
            </a:r>
            <a:r>
              <a:rPr lang="en-US" altLang="zh-CN">
                <a:solidFill>
                  <a:schemeClr val="hlink"/>
                </a:solidFill>
                <a:sym typeface="+mn-lt"/>
              </a:rPr>
              <a:t>0</a:t>
            </a:r>
            <a:r>
              <a:rPr lang="en-US" altLang="en-US">
                <a:solidFill>
                  <a:schemeClr val="hlink"/>
                </a:solidFill>
                <a:sym typeface="+mn-lt"/>
              </a:rPr>
              <a:t> </a:t>
            </a:r>
          </a:p>
          <a:p>
            <a:pPr>
              <a:spcBef>
                <a:spcPct val="20000"/>
              </a:spcBef>
            </a:pPr>
            <a:r>
              <a:rPr lang="en-US" altLang="en-US">
                <a:sym typeface="+mn-lt"/>
              </a:rPr>
              <a:t>   if(L-&gt;next) </a:t>
            </a:r>
            <a:r>
              <a:rPr lang="en-US" altLang="zh-CN">
                <a:sym typeface="+mn-lt"/>
              </a:rPr>
              <a:t>  </a:t>
            </a:r>
            <a:r>
              <a:rPr lang="en-US" altLang="en-US">
                <a:solidFill>
                  <a:schemeClr val="hlink"/>
                </a:solidFill>
                <a:sym typeface="+mn-lt"/>
              </a:rPr>
              <a:t>/</a:t>
            </a:r>
            <a:r>
              <a:rPr lang="en-US" altLang="zh-CN">
                <a:solidFill>
                  <a:schemeClr val="hlink"/>
                </a:solidFill>
                <a:sym typeface="+mn-lt"/>
              </a:rPr>
              <a:t>/</a:t>
            </a:r>
            <a:r>
              <a:rPr lang="en-US" altLang="en-US">
                <a:solidFill>
                  <a:schemeClr val="hlink"/>
                </a:solidFill>
                <a:sym typeface="+mn-lt"/>
              </a:rPr>
              <a:t>非空 </a:t>
            </a:r>
          </a:p>
          <a:p>
            <a:pPr>
              <a:spcBef>
                <a:spcPct val="20000"/>
              </a:spcBef>
            </a:pPr>
            <a:r>
              <a:rPr lang="en-US" altLang="en-US">
                <a:sym typeface="+mn-lt"/>
              </a:rPr>
              <a:t>     return </a:t>
            </a:r>
            <a:r>
              <a:rPr lang="en-US" altLang="zh-CN">
                <a:sym typeface="+mn-lt"/>
              </a:rPr>
              <a:t>0</a:t>
            </a:r>
            <a:r>
              <a:rPr lang="en-US" altLang="en-US">
                <a:sym typeface="+mn-lt"/>
              </a:rPr>
              <a:t>;</a:t>
            </a:r>
          </a:p>
          <a:p>
            <a:pPr>
              <a:spcBef>
                <a:spcPct val="20000"/>
              </a:spcBef>
            </a:pPr>
            <a:r>
              <a:rPr lang="en-US" altLang="en-US">
                <a:sym typeface="+mn-lt"/>
              </a:rPr>
              <a:t>   else</a:t>
            </a:r>
          </a:p>
          <a:p>
            <a:pPr>
              <a:spcBef>
                <a:spcPct val="20000"/>
              </a:spcBef>
            </a:pPr>
            <a:r>
              <a:rPr lang="en-US" altLang="en-US">
                <a:sym typeface="+mn-lt"/>
              </a:rPr>
              <a:t>     return </a:t>
            </a:r>
            <a:r>
              <a:rPr lang="en-US" altLang="zh-CN">
                <a:sym typeface="+mn-lt"/>
              </a:rPr>
              <a:t>1</a:t>
            </a:r>
            <a:r>
              <a:rPr lang="en-US" altLang="en-US">
                <a:sym typeface="+mn-lt"/>
              </a:rPr>
              <a:t>;</a:t>
            </a:r>
          </a:p>
          <a:p>
            <a:pPr>
              <a:spcBef>
                <a:spcPct val="20000"/>
              </a:spcBef>
            </a:pPr>
            <a:r>
              <a:rPr lang="en-US" altLang="en-US">
                <a:sym typeface="+mn-lt"/>
              </a:rPr>
              <a:t> }</a:t>
            </a:r>
          </a:p>
        </p:txBody>
      </p:sp>
      <p:sp>
        <p:nvSpPr>
          <p:cNvPr id="3" name="Rectangle 6">
            <a:extLst>
              <a:ext uri="{FF2B5EF4-FFF2-40B4-BE49-F238E27FC236}">
                <a16:creationId xmlns:a16="http://schemas.microsoft.com/office/drawing/2014/main" id="{99C35D8F-28A4-4854-B299-07B51C8E8F13}"/>
              </a:ext>
            </a:extLst>
          </p:cNvPr>
          <p:cNvSpPr>
            <a:spLocks noChangeArrowheads="1"/>
          </p:cNvSpPr>
          <p:nvPr/>
        </p:nvSpPr>
        <p:spPr bwMode="auto">
          <a:xfrm>
            <a:off x="768350" y="203200"/>
            <a:ext cx="74295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补充：几个简单基本操作的算法实现</a:t>
            </a:r>
          </a:p>
        </p:txBody>
      </p:sp>
      <p:grpSp>
        <p:nvGrpSpPr>
          <p:cNvPr id="4" name="组合 3">
            <a:extLst>
              <a:ext uri="{FF2B5EF4-FFF2-40B4-BE49-F238E27FC236}">
                <a16:creationId xmlns:a16="http://schemas.microsoft.com/office/drawing/2014/main" id="{B944A004-9FFA-FA41-A9B2-536FDA53123B}"/>
              </a:ext>
            </a:extLst>
          </p:cNvPr>
          <p:cNvGrpSpPr>
            <a:grpSpLocks/>
          </p:cNvGrpSpPr>
          <p:nvPr/>
        </p:nvGrpSpPr>
        <p:grpSpPr bwMode="auto">
          <a:xfrm>
            <a:off x="0" y="6380163"/>
            <a:ext cx="9144000" cy="431800"/>
            <a:chOff x="0" y="6379908"/>
            <a:chExt cx="9144000" cy="432048"/>
          </a:xfrm>
        </p:grpSpPr>
        <p:grpSp>
          <p:nvGrpSpPr>
            <p:cNvPr id="104454" name="组合 4">
              <a:extLst>
                <a:ext uri="{FF2B5EF4-FFF2-40B4-BE49-F238E27FC236}">
                  <a16:creationId xmlns:a16="http://schemas.microsoft.com/office/drawing/2014/main" id="{1A59B646-5959-F14F-BF6C-4D0D7EF172CA}"/>
                </a:ext>
              </a:extLst>
            </p:cNvPr>
            <p:cNvGrpSpPr>
              <a:grpSpLocks/>
            </p:cNvGrpSpPr>
            <p:nvPr/>
          </p:nvGrpSpPr>
          <p:grpSpPr bwMode="auto">
            <a:xfrm>
              <a:off x="0" y="6379908"/>
              <a:ext cx="9144000" cy="432048"/>
              <a:chOff x="0" y="6165304"/>
              <a:chExt cx="9144000" cy="432048"/>
            </a:xfrm>
          </p:grpSpPr>
          <p:cxnSp>
            <p:nvCxnSpPr>
              <p:cNvPr id="104456" name="直接连接符 6">
                <a:extLst>
                  <a:ext uri="{FF2B5EF4-FFF2-40B4-BE49-F238E27FC236}">
                    <a16:creationId xmlns:a16="http://schemas.microsoft.com/office/drawing/2014/main" id="{66B72105-46B8-EF49-86D6-BBD5FD7802BB}"/>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8" name="直接连接符 7">
                <a:extLst>
                  <a:ext uri="{FF2B5EF4-FFF2-40B4-BE49-F238E27FC236}">
                    <a16:creationId xmlns:a16="http://schemas.microsoft.com/office/drawing/2014/main" id="{611D6A81-F804-496C-89FD-A715D9EF3737}"/>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104458" name="直接连接符 8">
                <a:extLst>
                  <a:ext uri="{FF2B5EF4-FFF2-40B4-BE49-F238E27FC236}">
                    <a16:creationId xmlns:a16="http://schemas.microsoft.com/office/drawing/2014/main" id="{0B7B06D1-03BA-2942-BB83-CA140C7066E2}"/>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6" name="Shape 26">
              <a:extLst>
                <a:ext uri="{FF2B5EF4-FFF2-40B4-BE49-F238E27FC236}">
                  <a16:creationId xmlns:a16="http://schemas.microsoft.com/office/drawing/2014/main" id="{D0093B27-99BD-4FD4-8C40-5C002A933723}"/>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 presetClass="entr" presetSubtype="4"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9" name="Rectangle 6">
            <a:extLst>
              <a:ext uri="{FF2B5EF4-FFF2-40B4-BE49-F238E27FC236}">
                <a16:creationId xmlns:a16="http://schemas.microsoft.com/office/drawing/2014/main" id="{F7CAB9BA-1DA5-4C0D-8AE6-57D4FBA87D2A}"/>
              </a:ext>
            </a:extLst>
          </p:cNvPr>
          <p:cNvSpPr>
            <a:spLocks noChangeArrowheads="1"/>
          </p:cNvSpPr>
          <p:nvPr/>
        </p:nvSpPr>
        <p:spPr bwMode="auto">
          <a:xfrm>
            <a:off x="935038" y="201613"/>
            <a:ext cx="50768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线性表的重要基本操作</a:t>
            </a:r>
          </a:p>
        </p:txBody>
      </p:sp>
      <p:sp>
        <p:nvSpPr>
          <p:cNvPr id="4" name="Rectangle 5">
            <a:extLst>
              <a:ext uri="{FF2B5EF4-FFF2-40B4-BE49-F238E27FC236}">
                <a16:creationId xmlns:a16="http://schemas.microsoft.com/office/drawing/2014/main" id="{5AFDBD7A-91E9-453D-A5BB-F6B2593B1FCE}"/>
              </a:ext>
            </a:extLst>
          </p:cNvPr>
          <p:cNvSpPr>
            <a:spLocks noRot="1" noChangeArrowheads="1"/>
          </p:cNvSpPr>
          <p:nvPr/>
        </p:nvSpPr>
        <p:spPr bwMode="auto">
          <a:xfrm>
            <a:off x="3708400" y="1131888"/>
            <a:ext cx="1433513" cy="547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0" indent="0" eaLnBrk="1" hangingPunct="1">
              <a:spcBef>
                <a:spcPct val="20000"/>
              </a:spcBef>
              <a:defRPr/>
            </a:pPr>
            <a:r>
              <a:rPr lang="zh-CN" altLang="en-US" dirty="0">
                <a:latin typeface="+mn-lt"/>
                <a:ea typeface="+mn-ea"/>
                <a:cs typeface="+mn-ea"/>
                <a:sym typeface="+mn-lt"/>
              </a:rPr>
              <a:t>初始化</a:t>
            </a:r>
          </a:p>
        </p:txBody>
      </p:sp>
      <p:grpSp>
        <p:nvGrpSpPr>
          <p:cNvPr id="105476" name="组合 4">
            <a:extLst>
              <a:ext uri="{FF2B5EF4-FFF2-40B4-BE49-F238E27FC236}">
                <a16:creationId xmlns:a16="http://schemas.microsoft.com/office/drawing/2014/main" id="{0183A94E-E33A-9C41-B57B-139EC2B57CC8}"/>
              </a:ext>
            </a:extLst>
          </p:cNvPr>
          <p:cNvGrpSpPr>
            <a:grpSpLocks/>
          </p:cNvGrpSpPr>
          <p:nvPr/>
        </p:nvGrpSpPr>
        <p:grpSpPr bwMode="auto">
          <a:xfrm>
            <a:off x="2127250" y="1700213"/>
            <a:ext cx="4125913" cy="3935412"/>
            <a:chOff x="2160837" y="1533022"/>
            <a:chExt cx="4126962" cy="3935794"/>
          </a:xfrm>
        </p:grpSpPr>
        <p:sp>
          <p:nvSpPr>
            <p:cNvPr id="105482" name="Freeform 7">
              <a:extLst>
                <a:ext uri="{FF2B5EF4-FFF2-40B4-BE49-F238E27FC236}">
                  <a16:creationId xmlns:a16="http://schemas.microsoft.com/office/drawing/2014/main" id="{F26F2C63-DF78-054A-BCF9-7B3B6D2C6803}"/>
                </a:ext>
              </a:extLst>
            </p:cNvPr>
            <p:cNvSpPr>
              <a:spLocks noChangeArrowheads="1"/>
            </p:cNvSpPr>
            <p:nvPr/>
          </p:nvSpPr>
          <p:spPr bwMode="auto">
            <a:xfrm>
              <a:off x="3532259" y="1533022"/>
              <a:ext cx="1384120" cy="1221599"/>
            </a:xfrm>
            <a:custGeom>
              <a:avLst/>
              <a:gdLst>
                <a:gd name="T0" fmla="*/ 2147483646 w 2684"/>
                <a:gd name="T1" fmla="*/ 2147483646 h 2365"/>
                <a:gd name="T2" fmla="*/ 2147483646 w 2684"/>
                <a:gd name="T3" fmla="*/ 0 h 2365"/>
                <a:gd name="T4" fmla="*/ 0 w 2684"/>
                <a:gd name="T5" fmla="*/ 2147483646 h 2365"/>
                <a:gd name="T6" fmla="*/ 2147483646 w 2684"/>
                <a:gd name="T7" fmla="*/ 2147483646 h 2365"/>
                <a:gd name="T8" fmla="*/ 0 60000 65536"/>
                <a:gd name="T9" fmla="*/ 0 60000 65536"/>
                <a:gd name="T10" fmla="*/ 0 60000 65536"/>
                <a:gd name="T11" fmla="*/ 0 60000 65536"/>
                <a:gd name="T12" fmla="*/ 0 w 2684"/>
                <a:gd name="T13" fmla="*/ 0 h 2365"/>
                <a:gd name="T14" fmla="*/ 2684 w 2684"/>
                <a:gd name="T15" fmla="*/ 2365 h 2365"/>
              </a:gdLst>
              <a:ahLst/>
              <a:cxnLst>
                <a:cxn ang="T8">
                  <a:pos x="T0" y="T1"/>
                </a:cxn>
                <a:cxn ang="T9">
                  <a:pos x="T2" y="T3"/>
                </a:cxn>
                <a:cxn ang="T10">
                  <a:pos x="T4" y="T5"/>
                </a:cxn>
                <a:cxn ang="T11">
                  <a:pos x="T6" y="T7"/>
                </a:cxn>
              </a:cxnLst>
              <a:rect l="T12" t="T13" r="T14" b="T15"/>
              <a:pathLst>
                <a:path w="2684" h="2365">
                  <a:moveTo>
                    <a:pt x="2684" y="2365"/>
                  </a:moveTo>
                  <a:lnTo>
                    <a:pt x="1342" y="0"/>
                  </a:lnTo>
                  <a:lnTo>
                    <a:pt x="0" y="2365"/>
                  </a:lnTo>
                  <a:lnTo>
                    <a:pt x="2684" y="2365"/>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105483" name="Freeform 8">
              <a:extLst>
                <a:ext uri="{FF2B5EF4-FFF2-40B4-BE49-F238E27FC236}">
                  <a16:creationId xmlns:a16="http://schemas.microsoft.com/office/drawing/2014/main" id="{1457A933-3691-5640-B140-B4E3AE0581E0}"/>
                </a:ext>
              </a:extLst>
            </p:cNvPr>
            <p:cNvSpPr>
              <a:spLocks noChangeArrowheads="1"/>
            </p:cNvSpPr>
            <p:nvPr/>
          </p:nvSpPr>
          <p:spPr bwMode="auto">
            <a:xfrm>
              <a:off x="2160837" y="2754620"/>
              <a:ext cx="1371421" cy="1321106"/>
            </a:xfrm>
            <a:custGeom>
              <a:avLst/>
              <a:gdLst>
                <a:gd name="T0" fmla="*/ 2147483646 w 2664"/>
                <a:gd name="T1" fmla="*/ 0 h 2553"/>
                <a:gd name="T2" fmla="*/ 0 w 2664"/>
                <a:gd name="T3" fmla="*/ 2147483646 h 2553"/>
                <a:gd name="T4" fmla="*/ 2147483646 w 2664"/>
                <a:gd name="T5" fmla="*/ 2147483646 h 2553"/>
                <a:gd name="T6" fmla="*/ 2147483646 w 2664"/>
                <a:gd name="T7" fmla="*/ 0 h 2553"/>
                <a:gd name="T8" fmla="*/ 0 60000 65536"/>
                <a:gd name="T9" fmla="*/ 0 60000 65536"/>
                <a:gd name="T10" fmla="*/ 0 60000 65536"/>
                <a:gd name="T11" fmla="*/ 0 60000 65536"/>
                <a:gd name="T12" fmla="*/ 0 w 2664"/>
                <a:gd name="T13" fmla="*/ 0 h 2553"/>
                <a:gd name="T14" fmla="*/ 2664 w 2664"/>
                <a:gd name="T15" fmla="*/ 2553 h 2553"/>
              </a:gdLst>
              <a:ahLst/>
              <a:cxnLst>
                <a:cxn ang="T8">
                  <a:pos x="T0" y="T1"/>
                </a:cxn>
                <a:cxn ang="T9">
                  <a:pos x="T2" y="T3"/>
                </a:cxn>
                <a:cxn ang="T10">
                  <a:pos x="T4" y="T5"/>
                </a:cxn>
                <a:cxn ang="T11">
                  <a:pos x="T6" y="T7"/>
                </a:cxn>
              </a:cxnLst>
              <a:rect l="T12" t="T13" r="T14" b="T15"/>
              <a:pathLst>
                <a:path w="2664" h="2553">
                  <a:moveTo>
                    <a:pt x="2664" y="0"/>
                  </a:moveTo>
                  <a:lnTo>
                    <a:pt x="0" y="546"/>
                  </a:lnTo>
                  <a:lnTo>
                    <a:pt x="1835" y="2553"/>
                  </a:lnTo>
                  <a:lnTo>
                    <a:pt x="2664" y="0"/>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105484" name="Freeform 9">
              <a:extLst>
                <a:ext uri="{FF2B5EF4-FFF2-40B4-BE49-F238E27FC236}">
                  <a16:creationId xmlns:a16="http://schemas.microsoft.com/office/drawing/2014/main" id="{361093EE-06BE-FC4C-9CF1-EA9F03E687DB}"/>
                </a:ext>
              </a:extLst>
            </p:cNvPr>
            <p:cNvSpPr>
              <a:spLocks noChangeArrowheads="1"/>
            </p:cNvSpPr>
            <p:nvPr/>
          </p:nvSpPr>
          <p:spPr bwMode="auto">
            <a:xfrm>
              <a:off x="2948135" y="4075727"/>
              <a:ext cx="1274067" cy="1393089"/>
            </a:xfrm>
            <a:custGeom>
              <a:avLst/>
              <a:gdLst>
                <a:gd name="T0" fmla="*/ 2147483646 w 2476"/>
                <a:gd name="T1" fmla="*/ 0 h 2702"/>
                <a:gd name="T2" fmla="*/ 0 w 2476"/>
                <a:gd name="T3" fmla="*/ 2147483646 h 2702"/>
                <a:gd name="T4" fmla="*/ 2147483646 w 2476"/>
                <a:gd name="T5" fmla="*/ 2147483646 h 2702"/>
                <a:gd name="T6" fmla="*/ 2147483646 w 2476"/>
                <a:gd name="T7" fmla="*/ 0 h 2702"/>
                <a:gd name="T8" fmla="*/ 0 60000 65536"/>
                <a:gd name="T9" fmla="*/ 0 60000 65536"/>
                <a:gd name="T10" fmla="*/ 0 60000 65536"/>
                <a:gd name="T11" fmla="*/ 0 60000 65536"/>
                <a:gd name="T12" fmla="*/ 0 w 2476"/>
                <a:gd name="T13" fmla="*/ 0 h 2702"/>
                <a:gd name="T14" fmla="*/ 2476 w 2476"/>
                <a:gd name="T15" fmla="*/ 2702 h 2702"/>
              </a:gdLst>
              <a:ahLst/>
              <a:cxnLst>
                <a:cxn ang="T8">
                  <a:pos x="T0" y="T1"/>
                </a:cxn>
                <a:cxn ang="T9">
                  <a:pos x="T2" y="T3"/>
                </a:cxn>
                <a:cxn ang="T10">
                  <a:pos x="T4" y="T5"/>
                </a:cxn>
                <a:cxn ang="T11">
                  <a:pos x="T6" y="T7"/>
                </a:cxn>
              </a:cxnLst>
              <a:rect l="T12" t="T13" r="T14" b="T15"/>
              <a:pathLst>
                <a:path w="2476" h="2702">
                  <a:moveTo>
                    <a:pt x="305" y="0"/>
                  </a:moveTo>
                  <a:lnTo>
                    <a:pt x="0" y="2702"/>
                  </a:lnTo>
                  <a:lnTo>
                    <a:pt x="2476" y="1578"/>
                  </a:lnTo>
                  <a:lnTo>
                    <a:pt x="305" y="0"/>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105485" name="Freeform 10">
              <a:extLst>
                <a:ext uri="{FF2B5EF4-FFF2-40B4-BE49-F238E27FC236}">
                  <a16:creationId xmlns:a16="http://schemas.microsoft.com/office/drawing/2014/main" id="{D1776757-2AAF-0D4E-B072-7EA20EBC8A33}"/>
                </a:ext>
              </a:extLst>
            </p:cNvPr>
            <p:cNvSpPr>
              <a:spLocks noChangeArrowheads="1"/>
            </p:cNvSpPr>
            <p:nvPr/>
          </p:nvSpPr>
          <p:spPr bwMode="auto">
            <a:xfrm>
              <a:off x="4222202" y="4075727"/>
              <a:ext cx="1278300" cy="1393089"/>
            </a:xfrm>
            <a:custGeom>
              <a:avLst/>
              <a:gdLst>
                <a:gd name="T0" fmla="*/ 0 w 2476"/>
                <a:gd name="T1" fmla="*/ 2147483646 h 2702"/>
                <a:gd name="T2" fmla="*/ 2147483646 w 2476"/>
                <a:gd name="T3" fmla="*/ 2147483646 h 2702"/>
                <a:gd name="T4" fmla="*/ 2147483646 w 2476"/>
                <a:gd name="T5" fmla="*/ 0 h 2702"/>
                <a:gd name="T6" fmla="*/ 0 w 2476"/>
                <a:gd name="T7" fmla="*/ 2147483646 h 2702"/>
                <a:gd name="T8" fmla="*/ 0 60000 65536"/>
                <a:gd name="T9" fmla="*/ 0 60000 65536"/>
                <a:gd name="T10" fmla="*/ 0 60000 65536"/>
                <a:gd name="T11" fmla="*/ 0 60000 65536"/>
                <a:gd name="T12" fmla="*/ 0 w 2476"/>
                <a:gd name="T13" fmla="*/ 0 h 2702"/>
                <a:gd name="T14" fmla="*/ 2476 w 2476"/>
                <a:gd name="T15" fmla="*/ 2702 h 2702"/>
              </a:gdLst>
              <a:ahLst/>
              <a:cxnLst>
                <a:cxn ang="T8">
                  <a:pos x="T0" y="T1"/>
                </a:cxn>
                <a:cxn ang="T9">
                  <a:pos x="T2" y="T3"/>
                </a:cxn>
                <a:cxn ang="T10">
                  <a:pos x="T4" y="T5"/>
                </a:cxn>
                <a:cxn ang="T11">
                  <a:pos x="T6" y="T7"/>
                </a:cxn>
              </a:cxnLst>
              <a:rect l="T12" t="T13" r="T14" b="T15"/>
              <a:pathLst>
                <a:path w="2476" h="2702">
                  <a:moveTo>
                    <a:pt x="0" y="1578"/>
                  </a:moveTo>
                  <a:lnTo>
                    <a:pt x="2476" y="2702"/>
                  </a:lnTo>
                  <a:lnTo>
                    <a:pt x="2172" y="0"/>
                  </a:lnTo>
                  <a:lnTo>
                    <a:pt x="0" y="1578"/>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105486" name="Freeform 11">
              <a:extLst>
                <a:ext uri="{FF2B5EF4-FFF2-40B4-BE49-F238E27FC236}">
                  <a16:creationId xmlns:a16="http://schemas.microsoft.com/office/drawing/2014/main" id="{257CB683-8673-534F-8427-82D6B538D0E6}"/>
                </a:ext>
              </a:extLst>
            </p:cNvPr>
            <p:cNvSpPr>
              <a:spLocks noChangeArrowheads="1"/>
            </p:cNvSpPr>
            <p:nvPr/>
          </p:nvSpPr>
          <p:spPr bwMode="auto">
            <a:xfrm>
              <a:off x="4916378" y="2754620"/>
              <a:ext cx="1371421" cy="1321106"/>
            </a:xfrm>
            <a:custGeom>
              <a:avLst/>
              <a:gdLst>
                <a:gd name="T0" fmla="*/ 2147483646 w 2664"/>
                <a:gd name="T1" fmla="*/ 2147483646 h 2553"/>
                <a:gd name="T2" fmla="*/ 2147483646 w 2664"/>
                <a:gd name="T3" fmla="*/ 2147483646 h 2553"/>
                <a:gd name="T4" fmla="*/ 0 w 2664"/>
                <a:gd name="T5" fmla="*/ 0 h 2553"/>
                <a:gd name="T6" fmla="*/ 2147483646 w 2664"/>
                <a:gd name="T7" fmla="*/ 2147483646 h 2553"/>
                <a:gd name="T8" fmla="*/ 0 60000 65536"/>
                <a:gd name="T9" fmla="*/ 0 60000 65536"/>
                <a:gd name="T10" fmla="*/ 0 60000 65536"/>
                <a:gd name="T11" fmla="*/ 0 60000 65536"/>
                <a:gd name="T12" fmla="*/ 0 w 2664"/>
                <a:gd name="T13" fmla="*/ 0 h 2553"/>
                <a:gd name="T14" fmla="*/ 2664 w 2664"/>
                <a:gd name="T15" fmla="*/ 2553 h 2553"/>
              </a:gdLst>
              <a:ahLst/>
              <a:cxnLst>
                <a:cxn ang="T8">
                  <a:pos x="T0" y="T1"/>
                </a:cxn>
                <a:cxn ang="T9">
                  <a:pos x="T2" y="T3"/>
                </a:cxn>
                <a:cxn ang="T10">
                  <a:pos x="T4" y="T5"/>
                </a:cxn>
                <a:cxn ang="T11">
                  <a:pos x="T6" y="T7"/>
                </a:cxn>
              </a:cxnLst>
              <a:rect l="T12" t="T13" r="T14" b="T15"/>
              <a:pathLst>
                <a:path w="2664" h="2553">
                  <a:moveTo>
                    <a:pt x="830" y="2553"/>
                  </a:moveTo>
                  <a:lnTo>
                    <a:pt x="2664" y="546"/>
                  </a:lnTo>
                  <a:lnTo>
                    <a:pt x="0" y="0"/>
                  </a:lnTo>
                  <a:lnTo>
                    <a:pt x="830" y="2553"/>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lIns="121917" tIns="60958" rIns="121917" bIns="60958"/>
            <a:lstStyle/>
            <a:p>
              <a:endParaRPr lang="en-US"/>
            </a:p>
          </p:txBody>
        </p:sp>
        <p:sp>
          <p:nvSpPr>
            <p:cNvPr id="105487" name="矩形 10">
              <a:extLst>
                <a:ext uri="{FF2B5EF4-FFF2-40B4-BE49-F238E27FC236}">
                  <a16:creationId xmlns:a16="http://schemas.microsoft.com/office/drawing/2014/main" id="{60FBCBB1-7677-7942-A62C-FA1281D38D02}"/>
                </a:ext>
              </a:extLst>
            </p:cNvPr>
            <p:cNvSpPr>
              <a:spLocks noChangeArrowheads="1"/>
            </p:cNvSpPr>
            <p:nvPr/>
          </p:nvSpPr>
          <p:spPr bwMode="auto">
            <a:xfrm>
              <a:off x="3983051" y="2091951"/>
              <a:ext cx="476187"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600">
                  <a:solidFill>
                    <a:schemeClr val="bg1"/>
                  </a:solidFill>
                  <a:latin typeface="Swiss911 UCm BT"/>
                  <a:ea typeface="仿宋_GB2312" pitchFamily="49" charset="-122"/>
                  <a:sym typeface="Swiss911 UCm BT"/>
                </a:rPr>
                <a:t>01</a:t>
              </a:r>
              <a:endParaRPr lang="zh-CN" altLang="en-US" sz="3600">
                <a:solidFill>
                  <a:schemeClr val="bg1"/>
                </a:solidFill>
                <a:latin typeface="Swiss911 UCm BT"/>
                <a:ea typeface="仿宋_GB2312" pitchFamily="49" charset="-122"/>
                <a:sym typeface="Swiss911 UCm BT"/>
              </a:endParaRPr>
            </a:p>
          </p:txBody>
        </p:sp>
        <p:sp>
          <p:nvSpPr>
            <p:cNvPr id="105488" name="矩形 11">
              <a:extLst>
                <a:ext uri="{FF2B5EF4-FFF2-40B4-BE49-F238E27FC236}">
                  <a16:creationId xmlns:a16="http://schemas.microsoft.com/office/drawing/2014/main" id="{7B414B1D-0147-264A-B2CF-888944F2B6D0}"/>
                </a:ext>
              </a:extLst>
            </p:cNvPr>
            <p:cNvSpPr>
              <a:spLocks noChangeArrowheads="1"/>
            </p:cNvSpPr>
            <p:nvPr/>
          </p:nvSpPr>
          <p:spPr bwMode="auto">
            <a:xfrm>
              <a:off x="5263466" y="3004445"/>
              <a:ext cx="476189"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600">
                  <a:solidFill>
                    <a:schemeClr val="bg1"/>
                  </a:solidFill>
                  <a:latin typeface="Swiss911 UCm BT"/>
                  <a:ea typeface="仿宋_GB2312" pitchFamily="49" charset="-122"/>
                  <a:sym typeface="Swiss911 UCm BT"/>
                </a:rPr>
                <a:t>02</a:t>
              </a:r>
              <a:endParaRPr lang="zh-CN" altLang="en-US" sz="3600">
                <a:solidFill>
                  <a:schemeClr val="bg1"/>
                </a:solidFill>
                <a:latin typeface="Swiss911 UCm BT"/>
                <a:ea typeface="仿宋_GB2312" pitchFamily="49" charset="-122"/>
                <a:sym typeface="Swiss911 UCm BT"/>
              </a:endParaRPr>
            </a:p>
          </p:txBody>
        </p:sp>
        <p:sp>
          <p:nvSpPr>
            <p:cNvPr id="105489" name="矩形 12">
              <a:extLst>
                <a:ext uri="{FF2B5EF4-FFF2-40B4-BE49-F238E27FC236}">
                  <a16:creationId xmlns:a16="http://schemas.microsoft.com/office/drawing/2014/main" id="{06B3C453-9D35-4B45-973D-04CBD2C54909}"/>
                </a:ext>
              </a:extLst>
            </p:cNvPr>
            <p:cNvSpPr>
              <a:spLocks noChangeArrowheads="1"/>
            </p:cNvSpPr>
            <p:nvPr/>
          </p:nvSpPr>
          <p:spPr bwMode="auto">
            <a:xfrm>
              <a:off x="4785161" y="4524563"/>
              <a:ext cx="476189"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600">
                  <a:solidFill>
                    <a:schemeClr val="bg1"/>
                  </a:solidFill>
                  <a:latin typeface="Swiss911 UCm BT"/>
                  <a:ea typeface="仿宋_GB2312" pitchFamily="49" charset="-122"/>
                  <a:sym typeface="Swiss911 UCm BT"/>
                </a:rPr>
                <a:t>03</a:t>
              </a:r>
              <a:endParaRPr lang="zh-CN" altLang="en-US" sz="3600">
                <a:solidFill>
                  <a:schemeClr val="bg1"/>
                </a:solidFill>
                <a:latin typeface="Swiss911 UCm BT"/>
                <a:ea typeface="仿宋_GB2312" pitchFamily="49" charset="-122"/>
                <a:sym typeface="Swiss911 UCm BT"/>
              </a:endParaRPr>
            </a:p>
          </p:txBody>
        </p:sp>
        <p:sp>
          <p:nvSpPr>
            <p:cNvPr id="105490" name="矩形 13">
              <a:extLst>
                <a:ext uri="{FF2B5EF4-FFF2-40B4-BE49-F238E27FC236}">
                  <a16:creationId xmlns:a16="http://schemas.microsoft.com/office/drawing/2014/main" id="{976D0755-949F-AC43-935F-9043BF5C9768}"/>
                </a:ext>
              </a:extLst>
            </p:cNvPr>
            <p:cNvSpPr>
              <a:spLocks noChangeArrowheads="1"/>
            </p:cNvSpPr>
            <p:nvPr/>
          </p:nvSpPr>
          <p:spPr bwMode="auto">
            <a:xfrm>
              <a:off x="3106865" y="4543619"/>
              <a:ext cx="476187"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600">
                  <a:solidFill>
                    <a:schemeClr val="bg1"/>
                  </a:solidFill>
                  <a:latin typeface="Swiss911 UCm BT"/>
                  <a:ea typeface="仿宋_GB2312" pitchFamily="49" charset="-122"/>
                  <a:sym typeface="Swiss911 UCm BT"/>
                </a:rPr>
                <a:t>04</a:t>
              </a:r>
              <a:endParaRPr lang="zh-CN" altLang="en-US" sz="3600">
                <a:solidFill>
                  <a:schemeClr val="bg1"/>
                </a:solidFill>
                <a:latin typeface="Swiss911 UCm BT"/>
                <a:ea typeface="仿宋_GB2312" pitchFamily="49" charset="-122"/>
                <a:sym typeface="Swiss911 UCm BT"/>
              </a:endParaRPr>
            </a:p>
          </p:txBody>
        </p:sp>
        <p:sp>
          <p:nvSpPr>
            <p:cNvPr id="105491" name="矩形 14">
              <a:extLst>
                <a:ext uri="{FF2B5EF4-FFF2-40B4-BE49-F238E27FC236}">
                  <a16:creationId xmlns:a16="http://schemas.microsoft.com/office/drawing/2014/main" id="{3DACFB73-4665-B94D-BB74-8F9614A1BDEB}"/>
                </a:ext>
              </a:extLst>
            </p:cNvPr>
            <p:cNvSpPr>
              <a:spLocks noChangeArrowheads="1"/>
            </p:cNvSpPr>
            <p:nvPr/>
          </p:nvSpPr>
          <p:spPr bwMode="auto">
            <a:xfrm>
              <a:off x="2708983" y="3017148"/>
              <a:ext cx="476187" cy="575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pPr>
              <a:r>
                <a:rPr lang="en-US" altLang="zh-CN" sz="3600">
                  <a:solidFill>
                    <a:schemeClr val="bg1"/>
                  </a:solidFill>
                  <a:latin typeface="Swiss911 UCm BT"/>
                  <a:ea typeface="仿宋_GB2312" pitchFamily="49" charset="-122"/>
                  <a:sym typeface="Swiss911 UCm BT"/>
                </a:rPr>
                <a:t>05</a:t>
              </a:r>
              <a:endParaRPr lang="zh-CN" altLang="en-US" sz="3600">
                <a:solidFill>
                  <a:schemeClr val="bg1"/>
                </a:solidFill>
                <a:latin typeface="Swiss911 UCm BT"/>
                <a:ea typeface="仿宋_GB2312" pitchFamily="49" charset="-122"/>
                <a:sym typeface="Swiss911 UCm BT"/>
              </a:endParaRPr>
            </a:p>
          </p:txBody>
        </p:sp>
      </p:grpSp>
      <p:sp>
        <p:nvSpPr>
          <p:cNvPr id="16" name="Rectangle 5">
            <a:extLst>
              <a:ext uri="{FF2B5EF4-FFF2-40B4-BE49-F238E27FC236}">
                <a16:creationId xmlns:a16="http://schemas.microsoft.com/office/drawing/2014/main" id="{98A2450C-54D0-4837-97CD-D6E13E79DCB2}"/>
              </a:ext>
            </a:extLst>
          </p:cNvPr>
          <p:cNvSpPr>
            <a:spLocks noRot="1" noChangeArrowheads="1"/>
          </p:cNvSpPr>
          <p:nvPr/>
        </p:nvSpPr>
        <p:spPr bwMode="auto">
          <a:xfrm>
            <a:off x="6461125" y="2921000"/>
            <a:ext cx="973138" cy="57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取值      </a:t>
            </a:r>
          </a:p>
        </p:txBody>
      </p:sp>
      <p:sp>
        <p:nvSpPr>
          <p:cNvPr id="17" name="Rectangle 5">
            <a:extLst>
              <a:ext uri="{FF2B5EF4-FFF2-40B4-BE49-F238E27FC236}">
                <a16:creationId xmlns:a16="http://schemas.microsoft.com/office/drawing/2014/main" id="{F9ED77C3-3981-4788-A90C-63A11D8968C3}"/>
              </a:ext>
            </a:extLst>
          </p:cNvPr>
          <p:cNvSpPr>
            <a:spLocks noRot="1" noChangeArrowheads="1"/>
          </p:cNvSpPr>
          <p:nvPr/>
        </p:nvSpPr>
        <p:spPr bwMode="auto">
          <a:xfrm>
            <a:off x="5172075" y="5662613"/>
            <a:ext cx="1062038" cy="477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查找</a:t>
            </a:r>
            <a:endParaRPr lang="en-US" altLang="zh-CN">
              <a:sym typeface="+mn-lt"/>
            </a:endParaRPr>
          </a:p>
        </p:txBody>
      </p:sp>
      <p:sp>
        <p:nvSpPr>
          <p:cNvPr id="18" name="Rectangle 5">
            <a:extLst>
              <a:ext uri="{FF2B5EF4-FFF2-40B4-BE49-F238E27FC236}">
                <a16:creationId xmlns:a16="http://schemas.microsoft.com/office/drawing/2014/main" id="{96C10031-D0B3-4492-A654-F5D2FE207A58}"/>
              </a:ext>
            </a:extLst>
          </p:cNvPr>
          <p:cNvSpPr>
            <a:spLocks noRot="1" noChangeArrowheads="1"/>
          </p:cNvSpPr>
          <p:nvPr/>
        </p:nvSpPr>
        <p:spPr bwMode="auto">
          <a:xfrm>
            <a:off x="2073275" y="5635625"/>
            <a:ext cx="92551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marL="0" indent="0">
              <a:spcBef>
                <a:spcPct val="20000"/>
              </a:spcBef>
              <a:defRPr/>
            </a:pPr>
            <a:r>
              <a:rPr lang="en-US" altLang="zh-CN" b="1" dirty="0">
                <a:cs typeface="+mn-ea"/>
                <a:sym typeface="+mn-lt"/>
              </a:rPr>
              <a:t> </a:t>
            </a:r>
            <a:r>
              <a:rPr lang="zh-CN" altLang="en-US" dirty="0">
                <a:latin typeface="+mn-lt"/>
                <a:ea typeface="+mn-ea"/>
                <a:cs typeface="+mn-ea"/>
                <a:sym typeface="+mn-lt"/>
              </a:rPr>
              <a:t>插入</a:t>
            </a:r>
            <a:endParaRPr lang="en-US" altLang="zh-CN" dirty="0">
              <a:latin typeface="+mn-lt"/>
              <a:ea typeface="+mn-ea"/>
              <a:cs typeface="+mn-ea"/>
              <a:sym typeface="+mn-lt"/>
            </a:endParaRPr>
          </a:p>
        </p:txBody>
      </p:sp>
      <p:sp>
        <p:nvSpPr>
          <p:cNvPr id="19" name="Rectangle 5">
            <a:extLst>
              <a:ext uri="{FF2B5EF4-FFF2-40B4-BE49-F238E27FC236}">
                <a16:creationId xmlns:a16="http://schemas.microsoft.com/office/drawing/2014/main" id="{C6450382-C229-4CA1-BD27-E9982DAAFA4F}"/>
              </a:ext>
            </a:extLst>
          </p:cNvPr>
          <p:cNvSpPr>
            <a:spLocks noRot="1" noChangeArrowheads="1"/>
          </p:cNvSpPr>
          <p:nvPr/>
        </p:nvSpPr>
        <p:spPr bwMode="auto">
          <a:xfrm>
            <a:off x="1195388" y="2903538"/>
            <a:ext cx="931862" cy="50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删除</a:t>
            </a:r>
          </a:p>
        </p:txBody>
      </p:sp>
      <p:sp>
        <p:nvSpPr>
          <p:cNvPr id="20" name="Rectangle 8">
            <a:extLst>
              <a:ext uri="{FF2B5EF4-FFF2-40B4-BE49-F238E27FC236}">
                <a16:creationId xmlns:a16="http://schemas.microsoft.com/office/drawing/2014/main" id="{DA1E19ED-AB38-463B-9A49-06367C92FCFC}"/>
              </a:ext>
            </a:extLst>
          </p:cNvPr>
          <p:cNvSpPr>
            <a:spLocks noChangeArrowheads="1"/>
          </p:cNvSpPr>
          <p:nvPr/>
        </p:nvSpPr>
        <p:spPr bwMode="auto">
          <a:xfrm>
            <a:off x="3394075" y="3292475"/>
            <a:ext cx="1628775" cy="1208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a:r>
              <a:rPr lang="zh-CN" altLang="en-US">
                <a:solidFill>
                  <a:srgbClr val="0D0D0D"/>
                </a:solidFill>
                <a:ea typeface="微软雅黑" panose="020B0503020204020204" pitchFamily="34" charset="-122"/>
                <a:sym typeface="+mn-lt"/>
              </a:rPr>
              <a:t>基本操作的实现</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5493" name="Rectangle 5">
            <a:extLst>
              <a:ext uri="{FF2B5EF4-FFF2-40B4-BE49-F238E27FC236}">
                <a16:creationId xmlns:a16="http://schemas.microsoft.com/office/drawing/2014/main" id="{32D535BE-DFE0-45C3-B17F-11975854621F}"/>
              </a:ext>
            </a:extLst>
          </p:cNvPr>
          <p:cNvSpPr>
            <a:spLocks noChangeArrowheads="1"/>
          </p:cNvSpPr>
          <p:nvPr/>
        </p:nvSpPr>
        <p:spPr bwMode="auto">
          <a:xfrm>
            <a:off x="3822700" y="2006600"/>
            <a:ext cx="5168900" cy="3268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olidFill>
                  <a:srgbClr val="0000FF"/>
                </a:solidFill>
                <a:sym typeface="+mn-lt"/>
              </a:rPr>
              <a:t>思考：顺序表里如何找到第</a:t>
            </a:r>
            <a:r>
              <a:rPr lang="en-US" altLang="zh-CN">
                <a:solidFill>
                  <a:srgbClr val="0000FF"/>
                </a:solidFill>
                <a:sym typeface="+mn-lt"/>
              </a:rPr>
              <a:t>i</a:t>
            </a:r>
            <a:r>
              <a:rPr lang="zh-CN" altLang="en-US">
                <a:solidFill>
                  <a:srgbClr val="0000FF"/>
                </a:solidFill>
                <a:sym typeface="+mn-lt"/>
              </a:rPr>
              <a:t>个元素？</a:t>
            </a:r>
          </a:p>
          <a:p>
            <a:pPr>
              <a:spcBef>
                <a:spcPct val="20000"/>
              </a:spcBef>
            </a:pPr>
            <a:endParaRPr lang="zh-CN" altLang="en-US">
              <a:sym typeface="+mn-lt"/>
            </a:endParaRPr>
          </a:p>
          <a:p>
            <a:pPr>
              <a:spcBef>
                <a:spcPct val="20000"/>
              </a:spcBef>
            </a:pPr>
            <a:r>
              <a:rPr lang="zh-CN" altLang="en-US">
                <a:sym typeface="+mn-lt"/>
              </a:rPr>
              <a:t>链表的查找：要从链表的头指针出发，顺着链域</a:t>
            </a:r>
            <a:r>
              <a:rPr lang="en-US" altLang="zh-CN">
                <a:sym typeface="+mn-lt"/>
              </a:rPr>
              <a:t>next</a:t>
            </a:r>
            <a:r>
              <a:rPr lang="zh-CN" altLang="en-US">
                <a:sym typeface="+mn-lt"/>
              </a:rPr>
              <a:t>逐个结点往下搜索，直至搜索到第</a:t>
            </a:r>
            <a:r>
              <a:rPr lang="en-US" altLang="zh-CN">
                <a:sym typeface="+mn-lt"/>
              </a:rPr>
              <a:t>i</a:t>
            </a:r>
            <a:r>
              <a:rPr lang="zh-CN" altLang="en-US">
                <a:sym typeface="+mn-lt"/>
              </a:rPr>
              <a:t>个结点为止。因此，链表不是随机存取结构</a:t>
            </a:r>
          </a:p>
        </p:txBody>
      </p:sp>
      <p:sp>
        <p:nvSpPr>
          <p:cNvPr id="4" name="Rectangle 6">
            <a:extLst>
              <a:ext uri="{FF2B5EF4-FFF2-40B4-BE49-F238E27FC236}">
                <a16:creationId xmlns:a16="http://schemas.microsoft.com/office/drawing/2014/main" id="{48D7220F-7985-4265-A315-A74E71DE40B8}"/>
              </a:ext>
            </a:extLst>
          </p:cNvPr>
          <p:cNvSpPr>
            <a:spLocks noChangeArrowheads="1"/>
          </p:cNvSpPr>
          <p:nvPr/>
        </p:nvSpPr>
        <p:spPr bwMode="auto">
          <a:xfrm>
            <a:off x="935038" y="201613"/>
            <a:ext cx="802957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取值（根据位置</a:t>
            </a:r>
            <a:r>
              <a:rPr lang="en-US" altLang="zh-CN">
                <a:solidFill>
                  <a:schemeClr val="bg1"/>
                </a:solidFill>
                <a:ea typeface="微软雅黑" panose="020B0503020204020204" pitchFamily="34" charset="-122"/>
                <a:sym typeface="+mn-lt"/>
              </a:rPr>
              <a:t>i</a:t>
            </a:r>
            <a:r>
              <a:rPr lang="zh-CN" altLang="en-US">
                <a:solidFill>
                  <a:schemeClr val="bg1"/>
                </a:solidFill>
                <a:ea typeface="微软雅黑" panose="020B0503020204020204" pitchFamily="34" charset="-122"/>
                <a:sym typeface="+mn-lt"/>
              </a:rPr>
              <a:t>获取相应位置数据元素的内容）</a:t>
            </a:r>
          </a:p>
        </p:txBody>
      </p:sp>
      <p:grpSp>
        <p:nvGrpSpPr>
          <p:cNvPr id="106500" name="组合 1">
            <a:extLst>
              <a:ext uri="{FF2B5EF4-FFF2-40B4-BE49-F238E27FC236}">
                <a16:creationId xmlns:a16="http://schemas.microsoft.com/office/drawing/2014/main" id="{370AED7B-2188-F645-9CD5-959A536C998C}"/>
              </a:ext>
            </a:extLst>
          </p:cNvPr>
          <p:cNvGrpSpPr>
            <a:grpSpLocks/>
          </p:cNvGrpSpPr>
          <p:nvPr/>
        </p:nvGrpSpPr>
        <p:grpSpPr bwMode="auto">
          <a:xfrm>
            <a:off x="373063" y="1979613"/>
            <a:ext cx="2981325" cy="2986087"/>
            <a:chOff x="403392" y="1494572"/>
            <a:chExt cx="3904228" cy="3913307"/>
          </a:xfrm>
        </p:grpSpPr>
        <p:sp>
          <p:nvSpPr>
            <p:cNvPr id="44" name="Freeform 10">
              <a:extLst>
                <a:ext uri="{FF2B5EF4-FFF2-40B4-BE49-F238E27FC236}">
                  <a16:creationId xmlns:a16="http://schemas.microsoft.com/office/drawing/2014/main" id="{AEDB5912-7470-46C9-B5FB-6B498125728D}"/>
                </a:ext>
              </a:extLst>
            </p:cNvPr>
            <p:cNvSpPr>
              <a:spLocks/>
            </p:cNvSpPr>
            <p:nvPr/>
          </p:nvSpPr>
          <p:spPr bwMode="auto">
            <a:xfrm>
              <a:off x="2349834" y="1497817"/>
              <a:ext cx="1948062" cy="2151021"/>
            </a:xfrm>
            <a:custGeom>
              <a:avLst/>
              <a:gdLst>
                <a:gd name="T0" fmla="*/ 1606 w 3207"/>
                <a:gd name="T1" fmla="*/ 3189 h 3541"/>
                <a:gd name="T2" fmla="*/ 2390 w 3207"/>
                <a:gd name="T3" fmla="*/ 3541 h 3541"/>
                <a:gd name="T4" fmla="*/ 3206 w 3207"/>
                <a:gd name="T5" fmla="*/ 2917 h 3541"/>
                <a:gd name="T6" fmla="*/ 3207 w 3207"/>
                <a:gd name="T7" fmla="*/ 2918 h 3541"/>
                <a:gd name="T8" fmla="*/ 6 w 3207"/>
                <a:gd name="T9" fmla="*/ 5 h 3541"/>
                <a:gd name="T10" fmla="*/ 3 w 3207"/>
                <a:gd name="T11" fmla="*/ 0 h 3541"/>
                <a:gd name="T12" fmla="*/ 6 w 3207"/>
                <a:gd name="T13" fmla="*/ 5 h 3541"/>
                <a:gd name="T14" fmla="*/ 598 w 3207"/>
                <a:gd name="T15" fmla="*/ 805 h 3541"/>
                <a:gd name="T16" fmla="*/ 230 w 3207"/>
                <a:gd name="T17" fmla="*/ 1621 h 3541"/>
                <a:gd name="T18" fmla="*/ 231 w 3207"/>
                <a:gd name="T19" fmla="*/ 1625 h 3541"/>
                <a:gd name="T20" fmla="*/ 1606 w 3207"/>
                <a:gd name="T21" fmla="*/ 3189 h 35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07" h="3541">
                  <a:moveTo>
                    <a:pt x="1606" y="3189"/>
                  </a:moveTo>
                  <a:lnTo>
                    <a:pt x="2390" y="3541"/>
                  </a:lnTo>
                  <a:lnTo>
                    <a:pt x="3206" y="2917"/>
                  </a:lnTo>
                  <a:lnTo>
                    <a:pt x="3207" y="2918"/>
                  </a:lnTo>
                  <a:cubicBezTo>
                    <a:pt x="3055" y="1282"/>
                    <a:pt x="1679" y="0"/>
                    <a:pt x="6" y="5"/>
                  </a:cubicBezTo>
                  <a:lnTo>
                    <a:pt x="3" y="0"/>
                  </a:lnTo>
                  <a:cubicBezTo>
                    <a:pt x="2" y="0"/>
                    <a:pt x="0" y="0"/>
                    <a:pt x="6" y="5"/>
                  </a:cubicBezTo>
                  <a:lnTo>
                    <a:pt x="598" y="805"/>
                  </a:lnTo>
                  <a:lnTo>
                    <a:pt x="230" y="1621"/>
                  </a:lnTo>
                  <a:lnTo>
                    <a:pt x="231" y="1625"/>
                  </a:lnTo>
                  <a:cubicBezTo>
                    <a:pt x="1000" y="1734"/>
                    <a:pt x="1594" y="2388"/>
                    <a:pt x="1606" y="3189"/>
                  </a:cubicBezTo>
                  <a:close/>
                </a:path>
              </a:pathLst>
            </a:custGeom>
            <a:solidFill>
              <a:srgbClr val="01ACBE"/>
            </a:solidFill>
            <a:ln w="15875" cap="flat" cmpd="sng" algn="ctr">
              <a:gradFill>
                <a:gsLst>
                  <a:gs pos="0">
                    <a:srgbClr val="F3F3F3"/>
                  </a:gs>
                  <a:gs pos="100000">
                    <a:sysClr val="window" lastClr="FFFFFF"/>
                  </a:gs>
                </a:gsLst>
                <a:lin ang="5400000" scaled="1"/>
              </a:gradFill>
              <a:prstDash val="solid"/>
            </a:ln>
            <a:effectLst>
              <a:innerShdw blurRad="76200" dist="38100" dir="16200000">
                <a:prstClr val="black">
                  <a:alpha val="37000"/>
                </a:prstClr>
              </a:innerShdw>
            </a:effectLst>
          </p:spPr>
          <p:txBody>
            <a:bodyPr anchor="ctr"/>
            <a:lstStyle/>
            <a:p>
              <a:pPr algn="ctr" eaLnBrk="1" fontAlgn="auto" hangingPunct="1">
                <a:spcBef>
                  <a:spcPts val="0"/>
                </a:spcBef>
                <a:spcAft>
                  <a:spcPts val="0"/>
                </a:spcAft>
                <a:defRPr/>
              </a:pPr>
              <a:endParaRPr lang="zh-CN" altLang="en-US" sz="1800" kern="0">
                <a:solidFill>
                  <a:prstClr val="white"/>
                </a:solidFill>
                <a:latin typeface="Calibri"/>
                <a:ea typeface="宋体" panose="02010600030101010101" pitchFamily="2" charset="-122"/>
              </a:endParaRPr>
            </a:p>
          </p:txBody>
        </p:sp>
        <p:sp>
          <p:nvSpPr>
            <p:cNvPr id="46" name="Freeform 7">
              <a:extLst>
                <a:ext uri="{FF2B5EF4-FFF2-40B4-BE49-F238E27FC236}">
                  <a16:creationId xmlns:a16="http://schemas.microsoft.com/office/drawing/2014/main" id="{94FF56A7-83BB-47F0-8430-0EEF846ABAAA}"/>
                </a:ext>
              </a:extLst>
            </p:cNvPr>
            <p:cNvSpPr>
              <a:spLocks/>
            </p:cNvSpPr>
            <p:nvPr/>
          </p:nvSpPr>
          <p:spPr bwMode="auto">
            <a:xfrm>
              <a:off x="411483" y="1494572"/>
              <a:ext cx="2152268" cy="1948555"/>
            </a:xfrm>
            <a:custGeom>
              <a:avLst/>
              <a:gdLst>
                <a:gd name="T0" fmla="*/ 1625 w 3541"/>
                <a:gd name="T1" fmla="*/ 2978 h 3207"/>
                <a:gd name="T2" fmla="*/ 3189 w 3541"/>
                <a:gd name="T3" fmla="*/ 1591 h 3207"/>
                <a:gd name="T4" fmla="*/ 3541 w 3541"/>
                <a:gd name="T5" fmla="*/ 823 h 3207"/>
                <a:gd name="T6" fmla="*/ 2917 w 3541"/>
                <a:gd name="T7" fmla="*/ 7 h 3207"/>
                <a:gd name="T8" fmla="*/ 2916 w 3541"/>
                <a:gd name="T9" fmla="*/ 0 h 3207"/>
                <a:gd name="T10" fmla="*/ 5 w 3541"/>
                <a:gd name="T11" fmla="*/ 3207 h 3207"/>
                <a:gd name="T12" fmla="*/ 0 w 3541"/>
                <a:gd name="T13" fmla="*/ 3205 h 3207"/>
                <a:gd name="T14" fmla="*/ 5 w 3541"/>
                <a:gd name="T15" fmla="*/ 3207 h 3207"/>
                <a:gd name="T16" fmla="*/ 805 w 3541"/>
                <a:gd name="T17" fmla="*/ 2599 h 3207"/>
                <a:gd name="T18" fmla="*/ 1621 w 3541"/>
                <a:gd name="T19" fmla="*/ 2983 h 3207"/>
                <a:gd name="T20" fmla="*/ 1625 w 3541"/>
                <a:gd name="T21" fmla="*/ 2978 h 3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541" h="3207">
                  <a:moveTo>
                    <a:pt x="1625" y="2978"/>
                  </a:moveTo>
                  <a:cubicBezTo>
                    <a:pt x="1734" y="2207"/>
                    <a:pt x="2388" y="1612"/>
                    <a:pt x="3189" y="1591"/>
                  </a:cubicBezTo>
                  <a:lnTo>
                    <a:pt x="3541" y="823"/>
                  </a:lnTo>
                  <a:lnTo>
                    <a:pt x="2917" y="7"/>
                  </a:lnTo>
                  <a:lnTo>
                    <a:pt x="2916" y="0"/>
                  </a:lnTo>
                  <a:cubicBezTo>
                    <a:pt x="1281" y="152"/>
                    <a:pt x="0" y="1529"/>
                    <a:pt x="5" y="3207"/>
                  </a:cubicBezTo>
                  <a:lnTo>
                    <a:pt x="0" y="3205"/>
                  </a:lnTo>
                  <a:cubicBezTo>
                    <a:pt x="0" y="3206"/>
                    <a:pt x="0" y="3207"/>
                    <a:pt x="5" y="3207"/>
                  </a:cubicBezTo>
                  <a:lnTo>
                    <a:pt x="805" y="2599"/>
                  </a:lnTo>
                  <a:lnTo>
                    <a:pt x="1621" y="2983"/>
                  </a:lnTo>
                  <a:lnTo>
                    <a:pt x="1625" y="2978"/>
                  </a:lnTo>
                  <a:close/>
                </a:path>
              </a:pathLst>
            </a:custGeom>
            <a:solidFill>
              <a:srgbClr val="FFC000"/>
            </a:solidFill>
            <a:ln w="15875" cap="flat" cmpd="sng" algn="ctr">
              <a:gradFill>
                <a:gsLst>
                  <a:gs pos="0">
                    <a:srgbClr val="F3F3F3"/>
                  </a:gs>
                  <a:gs pos="100000">
                    <a:sysClr val="window" lastClr="FFFFFF"/>
                  </a:gs>
                </a:gsLst>
                <a:lin ang="5400000" scaled="1"/>
              </a:gradFill>
              <a:prstDash val="solid"/>
            </a:ln>
            <a:effectLst>
              <a:innerShdw blurRad="76200" dist="38100" dir="16200000">
                <a:prstClr val="black">
                  <a:alpha val="37000"/>
                </a:prstClr>
              </a:innerShdw>
            </a:effectLst>
          </p:spPr>
          <p:txBody>
            <a:bodyPr anchor="ctr"/>
            <a:lstStyle/>
            <a:p>
              <a:pPr algn="ctr" eaLnBrk="1" fontAlgn="auto" hangingPunct="1">
                <a:spcBef>
                  <a:spcPts val="0"/>
                </a:spcBef>
                <a:spcAft>
                  <a:spcPts val="0"/>
                </a:spcAft>
                <a:defRPr/>
              </a:pPr>
              <a:endParaRPr lang="zh-CN" altLang="en-US" sz="1800" kern="0">
                <a:solidFill>
                  <a:prstClr val="white"/>
                </a:solidFill>
                <a:latin typeface="Calibri"/>
                <a:ea typeface="宋体" panose="02010600030101010101" pitchFamily="2" charset="-122"/>
              </a:endParaRPr>
            </a:p>
          </p:txBody>
        </p:sp>
        <p:sp>
          <p:nvSpPr>
            <p:cNvPr id="48" name="Freeform 8">
              <a:extLst>
                <a:ext uri="{FF2B5EF4-FFF2-40B4-BE49-F238E27FC236}">
                  <a16:creationId xmlns:a16="http://schemas.microsoft.com/office/drawing/2014/main" id="{E6D6A748-BEFF-41E1-82CF-345A18CB6F96}"/>
                </a:ext>
              </a:extLst>
            </p:cNvPr>
            <p:cNvSpPr>
              <a:spLocks/>
            </p:cNvSpPr>
            <p:nvPr/>
          </p:nvSpPr>
          <p:spPr bwMode="auto">
            <a:xfrm>
              <a:off x="403392" y="3260096"/>
              <a:ext cx="1949683" cy="2147783"/>
            </a:xfrm>
            <a:custGeom>
              <a:avLst/>
              <a:gdLst>
                <a:gd name="T0" fmla="*/ 2976 w 3207"/>
                <a:gd name="T1" fmla="*/ 1912 h 3537"/>
                <a:gd name="T2" fmla="*/ 1591 w 3207"/>
                <a:gd name="T3" fmla="*/ 352 h 3537"/>
                <a:gd name="T4" fmla="*/ 823 w 3207"/>
                <a:gd name="T5" fmla="*/ 0 h 3537"/>
                <a:gd name="T6" fmla="*/ 7 w 3207"/>
                <a:gd name="T7" fmla="*/ 624 h 3537"/>
                <a:gd name="T8" fmla="*/ 0 w 3207"/>
                <a:gd name="T9" fmla="*/ 619 h 3537"/>
                <a:gd name="T10" fmla="*/ 3207 w 3207"/>
                <a:gd name="T11" fmla="*/ 3536 h 3537"/>
                <a:gd name="T12" fmla="*/ 3204 w 3207"/>
                <a:gd name="T13" fmla="*/ 3537 h 3537"/>
                <a:gd name="T14" fmla="*/ 3207 w 3207"/>
                <a:gd name="T15" fmla="*/ 3536 h 3537"/>
                <a:gd name="T16" fmla="*/ 2599 w 3207"/>
                <a:gd name="T17" fmla="*/ 2736 h 3537"/>
                <a:gd name="T18" fmla="*/ 2983 w 3207"/>
                <a:gd name="T19" fmla="*/ 1904 h 3537"/>
                <a:gd name="T20" fmla="*/ 2976 w 3207"/>
                <a:gd name="T21" fmla="*/ 1912 h 3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07" h="3537">
                  <a:moveTo>
                    <a:pt x="2976" y="1912"/>
                  </a:moveTo>
                  <a:cubicBezTo>
                    <a:pt x="2207" y="1803"/>
                    <a:pt x="1613" y="1150"/>
                    <a:pt x="1591" y="352"/>
                  </a:cubicBezTo>
                  <a:lnTo>
                    <a:pt x="823" y="0"/>
                  </a:lnTo>
                  <a:lnTo>
                    <a:pt x="7" y="624"/>
                  </a:lnTo>
                  <a:lnTo>
                    <a:pt x="0" y="619"/>
                  </a:lnTo>
                  <a:cubicBezTo>
                    <a:pt x="152" y="2256"/>
                    <a:pt x="1528" y="3537"/>
                    <a:pt x="3207" y="3536"/>
                  </a:cubicBezTo>
                  <a:lnTo>
                    <a:pt x="3204" y="3537"/>
                  </a:lnTo>
                  <a:cubicBezTo>
                    <a:pt x="3205" y="3537"/>
                    <a:pt x="3206" y="3537"/>
                    <a:pt x="3207" y="3536"/>
                  </a:cubicBezTo>
                  <a:lnTo>
                    <a:pt x="2599" y="2736"/>
                  </a:lnTo>
                  <a:lnTo>
                    <a:pt x="2983" y="1904"/>
                  </a:lnTo>
                  <a:lnTo>
                    <a:pt x="2976" y="1912"/>
                  </a:lnTo>
                  <a:close/>
                </a:path>
              </a:pathLst>
            </a:custGeom>
            <a:solidFill>
              <a:srgbClr val="960096"/>
            </a:solidFill>
            <a:ln w="15875" cap="flat" cmpd="sng" algn="ctr">
              <a:gradFill>
                <a:gsLst>
                  <a:gs pos="0">
                    <a:srgbClr val="F3F3F3"/>
                  </a:gs>
                  <a:gs pos="100000">
                    <a:sysClr val="window" lastClr="FFFFFF"/>
                  </a:gs>
                </a:gsLst>
                <a:lin ang="5400000" scaled="1"/>
              </a:gradFill>
              <a:prstDash val="solid"/>
            </a:ln>
            <a:effectLst>
              <a:innerShdw blurRad="76200" dist="38100" dir="16200000">
                <a:prstClr val="black">
                  <a:alpha val="37000"/>
                </a:prstClr>
              </a:innerShdw>
            </a:effectLst>
          </p:spPr>
          <p:txBody>
            <a:bodyPr anchor="ctr"/>
            <a:lstStyle/>
            <a:p>
              <a:pPr algn="ctr" eaLnBrk="1" fontAlgn="auto" hangingPunct="1">
                <a:spcBef>
                  <a:spcPts val="0"/>
                </a:spcBef>
                <a:spcAft>
                  <a:spcPts val="0"/>
                </a:spcAft>
                <a:defRPr/>
              </a:pPr>
              <a:endParaRPr lang="zh-CN" altLang="en-US" sz="1800" kern="0">
                <a:solidFill>
                  <a:prstClr val="white"/>
                </a:solidFill>
                <a:latin typeface="Calibri"/>
                <a:ea typeface="宋体" panose="02010600030101010101" pitchFamily="2" charset="-122"/>
              </a:endParaRPr>
            </a:p>
          </p:txBody>
        </p:sp>
        <p:sp>
          <p:nvSpPr>
            <p:cNvPr id="50" name="Freeform 12">
              <a:extLst>
                <a:ext uri="{FF2B5EF4-FFF2-40B4-BE49-F238E27FC236}">
                  <a16:creationId xmlns:a16="http://schemas.microsoft.com/office/drawing/2014/main" id="{6C29C5B0-41AC-4AC9-821C-D8541DF0D556}"/>
                </a:ext>
              </a:extLst>
            </p:cNvPr>
            <p:cNvSpPr>
              <a:spLocks/>
            </p:cNvSpPr>
            <p:nvPr/>
          </p:nvSpPr>
          <p:spPr bwMode="auto">
            <a:xfrm>
              <a:off x="2158593" y="3451228"/>
              <a:ext cx="2149027" cy="1948555"/>
            </a:xfrm>
            <a:custGeom>
              <a:avLst/>
              <a:gdLst>
                <a:gd name="T0" fmla="*/ 1910 w 3536"/>
                <a:gd name="T1" fmla="*/ 230 h 3207"/>
                <a:gd name="T2" fmla="*/ 352 w 3536"/>
                <a:gd name="T3" fmla="*/ 1604 h 3207"/>
                <a:gd name="T4" fmla="*/ 0 w 3536"/>
                <a:gd name="T5" fmla="*/ 2388 h 3207"/>
                <a:gd name="T6" fmla="*/ 624 w 3536"/>
                <a:gd name="T7" fmla="*/ 3204 h 3207"/>
                <a:gd name="T8" fmla="*/ 618 w 3536"/>
                <a:gd name="T9" fmla="*/ 3207 h 3207"/>
                <a:gd name="T10" fmla="*/ 3536 w 3536"/>
                <a:gd name="T11" fmla="*/ 4 h 3207"/>
                <a:gd name="T12" fmla="*/ 3534 w 3536"/>
                <a:gd name="T13" fmla="*/ 2 h 3207"/>
                <a:gd name="T14" fmla="*/ 3536 w 3536"/>
                <a:gd name="T15" fmla="*/ 4 h 3207"/>
                <a:gd name="T16" fmla="*/ 2736 w 3536"/>
                <a:gd name="T17" fmla="*/ 596 h 3207"/>
                <a:gd name="T18" fmla="*/ 1904 w 3536"/>
                <a:gd name="T19" fmla="*/ 228 h 3207"/>
                <a:gd name="T20" fmla="*/ 1910 w 3536"/>
                <a:gd name="T21" fmla="*/ 230 h 3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536" h="3207">
                  <a:moveTo>
                    <a:pt x="1910" y="230"/>
                  </a:moveTo>
                  <a:cubicBezTo>
                    <a:pt x="1801" y="1000"/>
                    <a:pt x="1147" y="1595"/>
                    <a:pt x="352" y="1604"/>
                  </a:cubicBezTo>
                  <a:lnTo>
                    <a:pt x="0" y="2388"/>
                  </a:lnTo>
                  <a:lnTo>
                    <a:pt x="624" y="3204"/>
                  </a:lnTo>
                  <a:lnTo>
                    <a:pt x="618" y="3207"/>
                  </a:lnTo>
                  <a:cubicBezTo>
                    <a:pt x="2254" y="3055"/>
                    <a:pt x="3534" y="1678"/>
                    <a:pt x="3536" y="4"/>
                  </a:cubicBezTo>
                  <a:lnTo>
                    <a:pt x="3534" y="2"/>
                  </a:lnTo>
                  <a:cubicBezTo>
                    <a:pt x="3534" y="1"/>
                    <a:pt x="3534" y="0"/>
                    <a:pt x="3536" y="4"/>
                  </a:cubicBezTo>
                  <a:lnTo>
                    <a:pt x="2736" y="596"/>
                  </a:lnTo>
                  <a:lnTo>
                    <a:pt x="1904" y="228"/>
                  </a:lnTo>
                  <a:lnTo>
                    <a:pt x="1910" y="230"/>
                  </a:lnTo>
                  <a:close/>
                </a:path>
              </a:pathLst>
            </a:custGeom>
            <a:solidFill>
              <a:srgbClr val="C00000"/>
            </a:solidFill>
            <a:ln w="15875" cap="flat" cmpd="sng" algn="ctr">
              <a:gradFill>
                <a:gsLst>
                  <a:gs pos="0">
                    <a:srgbClr val="F3F3F3"/>
                  </a:gs>
                  <a:gs pos="100000">
                    <a:sysClr val="window" lastClr="FFFFFF"/>
                  </a:gs>
                </a:gsLst>
                <a:lin ang="5400000" scaled="1"/>
              </a:gradFill>
              <a:prstDash val="solid"/>
            </a:ln>
            <a:effectLst>
              <a:innerShdw blurRad="76200" dist="38100" dir="16200000">
                <a:prstClr val="black">
                  <a:alpha val="37000"/>
                </a:prstClr>
              </a:innerShdw>
            </a:effectLst>
          </p:spPr>
          <p:txBody>
            <a:bodyPr anchor="ctr"/>
            <a:lstStyle/>
            <a:p>
              <a:pPr algn="ctr" eaLnBrk="1" fontAlgn="auto" hangingPunct="1">
                <a:spcBef>
                  <a:spcPts val="0"/>
                </a:spcBef>
                <a:spcAft>
                  <a:spcPts val="0"/>
                </a:spcAft>
                <a:defRPr/>
              </a:pPr>
              <a:endParaRPr lang="zh-CN" altLang="en-US" sz="1800" kern="0">
                <a:solidFill>
                  <a:prstClr val="white"/>
                </a:solidFill>
                <a:latin typeface="Calibri"/>
                <a:ea typeface="宋体" panose="02010600030101010101" pitchFamily="2" charset="-122"/>
              </a:endParaRPr>
            </a:p>
          </p:txBody>
        </p:sp>
        <p:sp>
          <p:nvSpPr>
            <p:cNvPr id="52" name="椭圆 51">
              <a:extLst>
                <a:ext uri="{FF2B5EF4-FFF2-40B4-BE49-F238E27FC236}">
                  <a16:creationId xmlns:a16="http://schemas.microsoft.com/office/drawing/2014/main" id="{635A27D9-A7A7-40EB-909E-CC54F5E9E752}"/>
                </a:ext>
              </a:extLst>
            </p:cNvPr>
            <p:cNvSpPr/>
            <p:nvPr/>
          </p:nvSpPr>
          <p:spPr>
            <a:xfrm>
              <a:off x="1604059" y="2679937"/>
              <a:ext cx="1527186" cy="1526391"/>
            </a:xfrm>
            <a:prstGeom prst="ellipse">
              <a:avLst/>
            </a:prstGeom>
            <a:solidFill>
              <a:srgbClr val="F5F5F5"/>
            </a:solidFill>
            <a:ln w="22225" cap="flat" cmpd="sng" algn="ctr">
              <a:gradFill flip="none" rotWithShape="1">
                <a:gsLst>
                  <a:gs pos="39000">
                    <a:sysClr val="window" lastClr="FFFFFF"/>
                  </a:gs>
                  <a:gs pos="100000">
                    <a:sysClr val="window" lastClr="FFFFFF">
                      <a:lumMod val="85000"/>
                    </a:sysClr>
                  </a:gs>
                </a:gsLst>
                <a:lin ang="2700000" scaled="1"/>
                <a:tileRect/>
              </a:gradFill>
              <a:prstDash val="solid"/>
            </a:ln>
            <a:effectLst>
              <a:outerShdw blurRad="139700" dist="88900" dir="2700000" algn="tl" rotWithShape="0">
                <a:prstClr val="black">
                  <a:alpha val="14000"/>
                </a:prstClr>
              </a:outerShdw>
            </a:effectLst>
          </p:spPr>
          <p:txBody>
            <a:bodyPr anchor="ctr"/>
            <a:lstStyle/>
            <a:p>
              <a:pPr algn="ctr" eaLnBrk="1" fontAlgn="auto" hangingPunct="1">
                <a:spcBef>
                  <a:spcPts val="0"/>
                </a:spcBef>
                <a:spcAft>
                  <a:spcPts val="0"/>
                </a:spcAft>
                <a:defRPr/>
              </a:pPr>
              <a:endParaRPr lang="zh-CN" altLang="en-US" sz="1800" kern="0">
                <a:solidFill>
                  <a:prstClr val="white"/>
                </a:solidFill>
                <a:latin typeface="Calibri"/>
                <a:ea typeface="宋体" panose="02010600030101010101" pitchFamily="2" charset="-122"/>
              </a:endParaRPr>
            </a:p>
          </p:txBody>
        </p:sp>
        <p:sp>
          <p:nvSpPr>
            <p:cNvPr id="53" name="任意多边形 52">
              <a:extLst>
                <a:ext uri="{FF2B5EF4-FFF2-40B4-BE49-F238E27FC236}">
                  <a16:creationId xmlns:a16="http://schemas.microsoft.com/office/drawing/2014/main" id="{2DB0AEBA-B470-4E67-B83C-FAE57B64D388}"/>
                </a:ext>
              </a:extLst>
            </p:cNvPr>
            <p:cNvSpPr/>
            <p:nvPr/>
          </p:nvSpPr>
          <p:spPr>
            <a:xfrm>
              <a:off x="1918930" y="3063224"/>
              <a:ext cx="898097" cy="659499"/>
            </a:xfrm>
            <a:custGeom>
              <a:avLst/>
              <a:gdLst/>
              <a:ahLst/>
              <a:cxnLst/>
              <a:rect l="l" t="t" r="r" b="b"/>
              <a:pathLst>
                <a:path w="898071" h="658586">
                  <a:moveTo>
                    <a:pt x="359228" y="0"/>
                  </a:moveTo>
                  <a:cubicBezTo>
                    <a:pt x="407874" y="0"/>
                    <a:pt x="452388" y="13565"/>
                    <a:pt x="492770" y="40694"/>
                  </a:cubicBezTo>
                  <a:cubicBezTo>
                    <a:pt x="533152" y="67824"/>
                    <a:pt x="562542" y="103840"/>
                    <a:pt x="580939" y="148744"/>
                  </a:cubicBezTo>
                  <a:cubicBezTo>
                    <a:pt x="603080" y="129410"/>
                    <a:pt x="628962" y="119743"/>
                    <a:pt x="658585" y="119743"/>
                  </a:cubicBezTo>
                  <a:cubicBezTo>
                    <a:pt x="691640" y="119743"/>
                    <a:pt x="719860" y="131437"/>
                    <a:pt x="743247" y="154824"/>
                  </a:cubicBezTo>
                  <a:cubicBezTo>
                    <a:pt x="766634" y="178212"/>
                    <a:pt x="778328" y="206432"/>
                    <a:pt x="778328" y="239486"/>
                  </a:cubicBezTo>
                  <a:cubicBezTo>
                    <a:pt x="778328" y="263185"/>
                    <a:pt x="771936" y="284702"/>
                    <a:pt x="759151" y="304035"/>
                  </a:cubicBezTo>
                  <a:cubicBezTo>
                    <a:pt x="799689" y="313702"/>
                    <a:pt x="832977" y="334828"/>
                    <a:pt x="859014" y="367415"/>
                  </a:cubicBezTo>
                  <a:cubicBezTo>
                    <a:pt x="885053" y="400001"/>
                    <a:pt x="898071" y="437186"/>
                    <a:pt x="898071" y="478972"/>
                  </a:cubicBezTo>
                  <a:cubicBezTo>
                    <a:pt x="898071" y="528553"/>
                    <a:pt x="880530" y="570884"/>
                    <a:pt x="845449" y="605965"/>
                  </a:cubicBezTo>
                  <a:cubicBezTo>
                    <a:pt x="810369" y="641046"/>
                    <a:pt x="768038" y="658586"/>
                    <a:pt x="718456" y="658586"/>
                  </a:cubicBezTo>
                  <a:lnTo>
                    <a:pt x="209550" y="658586"/>
                  </a:lnTo>
                  <a:cubicBezTo>
                    <a:pt x="151861" y="658586"/>
                    <a:pt x="102514" y="638083"/>
                    <a:pt x="61508" y="597078"/>
                  </a:cubicBezTo>
                  <a:cubicBezTo>
                    <a:pt x="20503" y="556072"/>
                    <a:pt x="0" y="506725"/>
                    <a:pt x="0" y="449036"/>
                  </a:cubicBezTo>
                  <a:cubicBezTo>
                    <a:pt x="0" y="408498"/>
                    <a:pt x="10914" y="371079"/>
                    <a:pt x="32742" y="336777"/>
                  </a:cubicBezTo>
                  <a:cubicBezTo>
                    <a:pt x="54570" y="302476"/>
                    <a:pt x="83882" y="276750"/>
                    <a:pt x="120678" y="259599"/>
                  </a:cubicBezTo>
                  <a:cubicBezTo>
                    <a:pt x="120055" y="250244"/>
                    <a:pt x="119742" y="243540"/>
                    <a:pt x="119742" y="239486"/>
                  </a:cubicBezTo>
                  <a:cubicBezTo>
                    <a:pt x="119742" y="173378"/>
                    <a:pt x="143129" y="116937"/>
                    <a:pt x="189904" y="70162"/>
                  </a:cubicBezTo>
                  <a:cubicBezTo>
                    <a:pt x="236679" y="23388"/>
                    <a:pt x="293121" y="0"/>
                    <a:pt x="359228" y="0"/>
                  </a:cubicBezTo>
                  <a:close/>
                  <a:moveTo>
                    <a:pt x="419100" y="164647"/>
                  </a:moveTo>
                  <a:cubicBezTo>
                    <a:pt x="414734" y="164647"/>
                    <a:pt x="411148" y="166050"/>
                    <a:pt x="408341" y="168857"/>
                  </a:cubicBezTo>
                  <a:lnTo>
                    <a:pt x="244163" y="333035"/>
                  </a:lnTo>
                  <a:cubicBezTo>
                    <a:pt x="241045" y="336777"/>
                    <a:pt x="239485" y="340519"/>
                    <a:pt x="239485" y="344261"/>
                  </a:cubicBezTo>
                  <a:cubicBezTo>
                    <a:pt x="239485" y="348627"/>
                    <a:pt x="240889" y="352213"/>
                    <a:pt x="243695" y="355019"/>
                  </a:cubicBezTo>
                  <a:cubicBezTo>
                    <a:pt x="246502" y="357826"/>
                    <a:pt x="250088" y="359229"/>
                    <a:pt x="254453" y="359229"/>
                  </a:cubicBezTo>
                  <a:lnTo>
                    <a:pt x="359228" y="359229"/>
                  </a:lnTo>
                  <a:lnTo>
                    <a:pt x="359228" y="523875"/>
                  </a:lnTo>
                  <a:cubicBezTo>
                    <a:pt x="359228" y="527929"/>
                    <a:pt x="360710" y="531437"/>
                    <a:pt x="363672" y="534400"/>
                  </a:cubicBezTo>
                  <a:cubicBezTo>
                    <a:pt x="366634" y="537362"/>
                    <a:pt x="370142" y="538843"/>
                    <a:pt x="374196" y="538843"/>
                  </a:cubicBezTo>
                  <a:lnTo>
                    <a:pt x="464003" y="538843"/>
                  </a:lnTo>
                  <a:cubicBezTo>
                    <a:pt x="468057" y="538843"/>
                    <a:pt x="471566" y="537362"/>
                    <a:pt x="474527" y="534400"/>
                  </a:cubicBezTo>
                  <a:cubicBezTo>
                    <a:pt x="477490" y="531437"/>
                    <a:pt x="478971" y="527929"/>
                    <a:pt x="478971" y="523875"/>
                  </a:cubicBezTo>
                  <a:lnTo>
                    <a:pt x="478971" y="359229"/>
                  </a:lnTo>
                  <a:lnTo>
                    <a:pt x="583746" y="359229"/>
                  </a:lnTo>
                  <a:cubicBezTo>
                    <a:pt x="587801" y="359229"/>
                    <a:pt x="591308" y="357748"/>
                    <a:pt x="594270" y="354785"/>
                  </a:cubicBezTo>
                  <a:cubicBezTo>
                    <a:pt x="597233" y="351823"/>
                    <a:pt x="598714" y="348315"/>
                    <a:pt x="598714" y="344261"/>
                  </a:cubicBezTo>
                  <a:cubicBezTo>
                    <a:pt x="598714" y="339896"/>
                    <a:pt x="597310" y="336309"/>
                    <a:pt x="594504" y="333503"/>
                  </a:cubicBezTo>
                  <a:lnTo>
                    <a:pt x="429858" y="168857"/>
                  </a:lnTo>
                  <a:cubicBezTo>
                    <a:pt x="427051" y="166050"/>
                    <a:pt x="423465" y="164647"/>
                    <a:pt x="419100" y="164647"/>
                  </a:cubicBezTo>
                  <a:close/>
                </a:path>
              </a:pathLst>
            </a:custGeom>
            <a:solidFill>
              <a:sysClr val="windowText" lastClr="000000">
                <a:lumMod val="50000"/>
                <a:lumOff val="50000"/>
              </a:sysClr>
            </a:solidFill>
            <a:ln w="25400" cap="flat" cmpd="sng" algn="ctr">
              <a:noFill/>
              <a:prstDash val="solid"/>
            </a:ln>
            <a:effectLst/>
          </p:spPr>
          <p:txBody>
            <a:bodyPr anchor="ctr"/>
            <a:lstStyle/>
            <a:p>
              <a:pPr algn="ctr" eaLnBrk="1" fontAlgn="auto" hangingPunct="1">
                <a:spcBef>
                  <a:spcPts val="0"/>
                </a:spcBef>
                <a:spcAft>
                  <a:spcPts val="0"/>
                </a:spcAft>
                <a:defRPr/>
              </a:pPr>
              <a:endParaRPr lang="zh-CN" altLang="en-US" sz="1800" kern="0">
                <a:solidFill>
                  <a:prstClr val="white"/>
                </a:solidFill>
                <a:latin typeface="Calibri"/>
                <a:ea typeface="宋体" panose="02010600030101010101" pitchFamily="2" charset="-122"/>
              </a:endParaRPr>
            </a:p>
          </p:txBody>
        </p:sp>
      </p:grpSp>
      <p:grpSp>
        <p:nvGrpSpPr>
          <p:cNvPr id="105477" name="组合 74">
            <a:extLst>
              <a:ext uri="{FF2B5EF4-FFF2-40B4-BE49-F238E27FC236}">
                <a16:creationId xmlns:a16="http://schemas.microsoft.com/office/drawing/2014/main" id="{F9624037-A08E-6C4C-B416-2BCF9A57D4E5}"/>
              </a:ext>
            </a:extLst>
          </p:cNvPr>
          <p:cNvGrpSpPr>
            <a:grpSpLocks/>
          </p:cNvGrpSpPr>
          <p:nvPr/>
        </p:nvGrpSpPr>
        <p:grpSpPr bwMode="auto">
          <a:xfrm>
            <a:off x="3765550" y="2713038"/>
            <a:ext cx="4983163" cy="2600325"/>
            <a:chOff x="6208125" y="1896619"/>
            <a:chExt cx="3946577" cy="2599844"/>
          </a:xfrm>
        </p:grpSpPr>
        <p:cxnSp>
          <p:nvCxnSpPr>
            <p:cNvPr id="106502" name="直接连接符 75">
              <a:extLst>
                <a:ext uri="{FF2B5EF4-FFF2-40B4-BE49-F238E27FC236}">
                  <a16:creationId xmlns:a16="http://schemas.microsoft.com/office/drawing/2014/main" id="{1C196AD6-8C9B-A44C-8055-F12F3B9E6033}"/>
                </a:ext>
              </a:extLst>
            </p:cNvPr>
            <p:cNvCxnSpPr>
              <a:cxnSpLocks noChangeShapeType="1"/>
            </p:cNvCxnSpPr>
            <p:nvPr/>
          </p:nvCxnSpPr>
          <p:spPr bwMode="auto">
            <a:xfrm>
              <a:off x="6327224" y="1896619"/>
              <a:ext cx="2624395" cy="0"/>
            </a:xfrm>
            <a:prstGeom prst="line">
              <a:avLst/>
            </a:prstGeom>
            <a:noFill/>
            <a:ln w="12700" algn="ctr">
              <a:solidFill>
                <a:srgbClr val="A6A6A6"/>
              </a:solidFill>
              <a:round/>
              <a:headEnd/>
              <a:tailEnd/>
            </a:ln>
            <a:extLst>
              <a:ext uri="{909E8E84-426E-40DD-AFC4-6F175D3DCCD1}">
                <a14:hiddenFill xmlns:a14="http://schemas.microsoft.com/office/drawing/2010/main">
                  <a:noFill/>
                </a14:hiddenFill>
              </a:ext>
            </a:extLst>
          </p:spPr>
        </p:cxnSp>
        <p:cxnSp>
          <p:nvCxnSpPr>
            <p:cNvPr id="77" name="直接连接符 76">
              <a:extLst>
                <a:ext uri="{FF2B5EF4-FFF2-40B4-BE49-F238E27FC236}">
                  <a16:creationId xmlns:a16="http://schemas.microsoft.com/office/drawing/2014/main" id="{8C655852-D133-4571-8308-401931A5F1CF}"/>
                </a:ext>
              </a:extLst>
            </p:cNvPr>
            <p:cNvCxnSpPr/>
            <p:nvPr/>
          </p:nvCxnSpPr>
          <p:spPr>
            <a:xfrm>
              <a:off x="6327566" y="1906142"/>
              <a:ext cx="3827136" cy="0"/>
            </a:xfrm>
            <a:prstGeom prst="line">
              <a:avLst/>
            </a:prstGeom>
            <a:noFill/>
            <a:ln w="12700" cap="flat" cmpd="sng" algn="ctr">
              <a:solidFill>
                <a:schemeClr val="bg2">
                  <a:lumMod val="60000"/>
                  <a:lumOff val="40000"/>
                </a:schemeClr>
              </a:solidFill>
              <a:prstDash val="solid"/>
              <a:headEnd type="none"/>
              <a:tailEnd type="none"/>
            </a:ln>
            <a:effectLst/>
          </p:spPr>
        </p:cxnSp>
        <p:cxnSp>
          <p:nvCxnSpPr>
            <p:cNvPr id="83" name="直接连接符 82">
              <a:extLst>
                <a:ext uri="{FF2B5EF4-FFF2-40B4-BE49-F238E27FC236}">
                  <a16:creationId xmlns:a16="http://schemas.microsoft.com/office/drawing/2014/main" id="{E66148F7-9EA4-418B-97BB-925A5E154EFB}"/>
                </a:ext>
              </a:extLst>
            </p:cNvPr>
            <p:cNvCxnSpPr/>
            <p:nvPr/>
          </p:nvCxnSpPr>
          <p:spPr>
            <a:xfrm>
              <a:off x="6208125" y="4496463"/>
              <a:ext cx="3946577" cy="0"/>
            </a:xfrm>
            <a:prstGeom prst="line">
              <a:avLst/>
            </a:prstGeom>
            <a:noFill/>
            <a:ln w="12700" cap="flat" cmpd="sng" algn="ctr">
              <a:solidFill>
                <a:schemeClr val="bg2">
                  <a:lumMod val="60000"/>
                  <a:lumOff val="40000"/>
                </a:schemeClr>
              </a:solidFill>
              <a:prstDash val="solid"/>
              <a:headEnd type="none"/>
              <a:tailEnd type="none"/>
            </a:ln>
            <a:effectLst/>
          </p:spPr>
        </p:cxn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575493">
                                            <p:txEl>
                                              <p:pRg st="0" end="0"/>
                                            </p:txEl>
                                          </p:spTgt>
                                        </p:tgtEl>
                                        <p:attrNameLst>
                                          <p:attrName>style.visibility</p:attrName>
                                        </p:attrNameLst>
                                      </p:cBhvr>
                                      <p:to>
                                        <p:strVal val="visible"/>
                                      </p:to>
                                    </p:set>
                                    <p:animEffect transition="in" filter="diamond(in)">
                                      <p:cBhvr>
                                        <p:cTn id="7" dur="2000"/>
                                        <p:tgtEl>
                                          <p:spTgt spid="575493">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8" presetClass="entr" presetSubtype="16" fill="hold" nodeType="clickEffect">
                                  <p:stCondLst>
                                    <p:cond delay="0"/>
                                  </p:stCondLst>
                                  <p:childTnLst>
                                    <p:set>
                                      <p:cBhvr>
                                        <p:cTn id="11" dur="1" fill="hold">
                                          <p:stCondLst>
                                            <p:cond delay="0"/>
                                          </p:stCondLst>
                                        </p:cTn>
                                        <p:tgtEl>
                                          <p:spTgt spid="105477"/>
                                        </p:tgtEl>
                                        <p:attrNameLst>
                                          <p:attrName>style.visibility</p:attrName>
                                        </p:attrNameLst>
                                      </p:cBhvr>
                                      <p:to>
                                        <p:strVal val="visible"/>
                                      </p:to>
                                    </p:set>
                                    <p:animEffect transition="in" filter="diamond(in)">
                                      <p:cBhvr>
                                        <p:cTn id="12" dur="2000"/>
                                        <p:tgtEl>
                                          <p:spTgt spid="105477"/>
                                        </p:tgtEl>
                                      </p:cBhvr>
                                    </p:animEffect>
                                  </p:childTnLst>
                                </p:cTn>
                              </p:par>
                            </p:childTnLst>
                          </p:cTn>
                        </p:par>
                        <p:par>
                          <p:cTn id="13" fill="hold" nodeType="afterGroup">
                            <p:stCondLst>
                              <p:cond delay="2000"/>
                            </p:stCondLst>
                            <p:childTnLst>
                              <p:par>
                                <p:cTn id="14" presetID="8" presetClass="entr" presetSubtype="16" fill="hold" grpId="0" nodeType="afterEffect">
                                  <p:stCondLst>
                                    <p:cond delay="0"/>
                                  </p:stCondLst>
                                  <p:childTnLst>
                                    <p:set>
                                      <p:cBhvr>
                                        <p:cTn id="15" dur="1" fill="hold">
                                          <p:stCondLst>
                                            <p:cond delay="0"/>
                                          </p:stCondLst>
                                        </p:cTn>
                                        <p:tgtEl>
                                          <p:spTgt spid="575493">
                                            <p:txEl>
                                              <p:pRg st="2" end="2"/>
                                            </p:txEl>
                                          </p:spTgt>
                                        </p:tgtEl>
                                        <p:attrNameLst>
                                          <p:attrName>style.visibility</p:attrName>
                                        </p:attrNameLst>
                                      </p:cBhvr>
                                      <p:to>
                                        <p:strVal val="visible"/>
                                      </p:to>
                                    </p:set>
                                    <p:animEffect transition="in" filter="diamond(in)">
                                      <p:cBhvr>
                                        <p:cTn id="16" dur="2000"/>
                                        <p:tgtEl>
                                          <p:spTgt spid="57549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5493"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7">
            <a:extLst>
              <a:ext uri="{FF2B5EF4-FFF2-40B4-BE49-F238E27FC236}">
                <a16:creationId xmlns:a16="http://schemas.microsoft.com/office/drawing/2014/main" id="{68C8E673-5D49-8D43-A5F6-7765E711A4AA}"/>
              </a:ext>
            </a:extLst>
          </p:cNvPr>
          <p:cNvGrpSpPr>
            <a:grpSpLocks/>
          </p:cNvGrpSpPr>
          <p:nvPr/>
        </p:nvGrpSpPr>
        <p:grpSpPr bwMode="auto">
          <a:xfrm>
            <a:off x="179388" y="1557338"/>
            <a:ext cx="1098550" cy="1246187"/>
            <a:chOff x="172" y="2095"/>
            <a:chExt cx="692" cy="785"/>
          </a:xfrm>
        </p:grpSpPr>
        <p:sp>
          <p:nvSpPr>
            <p:cNvPr id="103492" name="Rectangle 8">
              <a:extLst>
                <a:ext uri="{FF2B5EF4-FFF2-40B4-BE49-F238E27FC236}">
                  <a16:creationId xmlns:a16="http://schemas.microsoft.com/office/drawing/2014/main" id="{5DF61567-0A84-4108-8BD0-48E8923D26D0}"/>
                </a:ext>
              </a:extLst>
            </p:cNvPr>
            <p:cNvSpPr>
              <a:spLocks noChangeArrowheads="1"/>
            </p:cNvSpPr>
            <p:nvPr/>
          </p:nvSpPr>
          <p:spPr bwMode="auto">
            <a:xfrm>
              <a:off x="433" y="2544"/>
              <a:ext cx="431" cy="336"/>
            </a:xfrm>
            <a:prstGeom prst="rect">
              <a:avLst/>
            </a:prstGeom>
            <a:solidFill>
              <a:srgbClr val="CCFFFF">
                <a:alpha val="50195"/>
              </a:srgbClr>
            </a:solidFill>
            <a:ln w="25400">
              <a:solidFill>
                <a:srgbClr val="00808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endParaRPr lang="zh-CN" altLang="zh-CN">
                <a:latin typeface="+mn-lt"/>
                <a:ea typeface="+mn-ea"/>
                <a:cs typeface="+mn-ea"/>
                <a:sym typeface="+mn-lt"/>
              </a:endParaRPr>
            </a:p>
          </p:txBody>
        </p:sp>
        <p:sp>
          <p:nvSpPr>
            <p:cNvPr id="103493" name="Line 9">
              <a:extLst>
                <a:ext uri="{FF2B5EF4-FFF2-40B4-BE49-F238E27FC236}">
                  <a16:creationId xmlns:a16="http://schemas.microsoft.com/office/drawing/2014/main" id="{EDBC6BF6-C407-49FA-90F8-DF4E43949666}"/>
                </a:ext>
              </a:extLst>
            </p:cNvPr>
            <p:cNvSpPr>
              <a:spLocks noChangeShapeType="1"/>
            </p:cNvSpPr>
            <p:nvPr/>
          </p:nvSpPr>
          <p:spPr bwMode="auto">
            <a:xfrm>
              <a:off x="672" y="2544"/>
              <a:ext cx="0" cy="336"/>
            </a:xfrm>
            <a:prstGeom prst="line">
              <a:avLst/>
            </a:prstGeom>
            <a:noFill/>
            <a:ln w="9525">
              <a:solidFill>
                <a:srgbClr val="008080"/>
              </a:solidFill>
              <a:round/>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103494" name="Text Box 10">
              <a:extLst>
                <a:ext uri="{FF2B5EF4-FFF2-40B4-BE49-F238E27FC236}">
                  <a16:creationId xmlns:a16="http://schemas.microsoft.com/office/drawing/2014/main" id="{1F9A441E-61D4-4BAB-B689-A5A3C9A9697E}"/>
                </a:ext>
              </a:extLst>
            </p:cNvPr>
            <p:cNvSpPr txBox="1">
              <a:spLocks noChangeArrowheads="1"/>
            </p:cNvSpPr>
            <p:nvPr/>
          </p:nvSpPr>
          <p:spPr bwMode="auto">
            <a:xfrm>
              <a:off x="172" y="2095"/>
              <a:ext cx="234" cy="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dirty="0">
                  <a:solidFill>
                    <a:srgbClr val="000099"/>
                  </a:solidFill>
                  <a:latin typeface="+mn-lt"/>
                  <a:ea typeface="+mn-ea"/>
                  <a:cs typeface="+mn-ea"/>
                  <a:sym typeface="+mn-lt"/>
                </a:rPr>
                <a:t>L</a:t>
              </a:r>
              <a:endParaRPr lang="en-US" altLang="zh-CN" dirty="0">
                <a:latin typeface="+mn-lt"/>
                <a:ea typeface="+mn-ea"/>
                <a:cs typeface="+mn-ea"/>
                <a:sym typeface="+mn-lt"/>
              </a:endParaRPr>
            </a:p>
          </p:txBody>
        </p:sp>
        <p:sp>
          <p:nvSpPr>
            <p:cNvPr id="103495" name="Arc 11">
              <a:extLst>
                <a:ext uri="{FF2B5EF4-FFF2-40B4-BE49-F238E27FC236}">
                  <a16:creationId xmlns:a16="http://schemas.microsoft.com/office/drawing/2014/main" id="{A9800436-180D-4839-860C-B48F231E8B25}"/>
                </a:ext>
              </a:extLst>
            </p:cNvPr>
            <p:cNvSpPr>
              <a:spLocks noChangeArrowheads="1"/>
            </p:cNvSpPr>
            <p:nvPr/>
          </p:nvSpPr>
          <p:spPr bwMode="auto">
            <a:xfrm rot="11140854">
              <a:off x="252" y="2432"/>
              <a:ext cx="330" cy="310"/>
            </a:xfrm>
            <a:custGeom>
              <a:avLst/>
              <a:gdLst>
                <a:gd name="T0" fmla="*/ 0 w 21600"/>
                <a:gd name="T1" fmla="*/ 0 h 20719"/>
                <a:gd name="T2" fmla="*/ 0 w 21600"/>
                <a:gd name="T3" fmla="*/ 0 h 20719"/>
                <a:gd name="T4" fmla="*/ 0 w 21600"/>
                <a:gd name="T5" fmla="*/ 0 h 20719"/>
                <a:gd name="T6" fmla="*/ 0 w 21600"/>
                <a:gd name="T7" fmla="*/ 0 h 20719"/>
                <a:gd name="T8" fmla="*/ 0 w 21600"/>
                <a:gd name="T9" fmla="*/ 0 h 20719"/>
                <a:gd name="T10" fmla="*/ 0 w 21600"/>
                <a:gd name="T11" fmla="*/ 0 h 20719"/>
                <a:gd name="T12" fmla="*/ 0 w 21600"/>
                <a:gd name="T13" fmla="*/ 0 h 207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600" h="20719" fill="none">
                  <a:moveTo>
                    <a:pt x="9627" y="0"/>
                  </a:moveTo>
                  <a:cubicBezTo>
                    <a:pt x="16963" y="3652"/>
                    <a:pt x="21600" y="11141"/>
                    <a:pt x="21600" y="19336"/>
                  </a:cubicBezTo>
                  <a:cubicBezTo>
                    <a:pt x="21600" y="19797"/>
                    <a:pt x="21585" y="20258"/>
                    <a:pt x="21555" y="20718"/>
                  </a:cubicBezTo>
                </a:path>
                <a:path w="21600" h="20719" stroke="0">
                  <a:moveTo>
                    <a:pt x="9627" y="0"/>
                  </a:moveTo>
                  <a:cubicBezTo>
                    <a:pt x="16963" y="3652"/>
                    <a:pt x="21600" y="11141"/>
                    <a:pt x="21600" y="19336"/>
                  </a:cubicBezTo>
                  <a:cubicBezTo>
                    <a:pt x="21600" y="19797"/>
                    <a:pt x="21585" y="20258"/>
                    <a:pt x="21555" y="20718"/>
                  </a:cubicBezTo>
                  <a:lnTo>
                    <a:pt x="0" y="19336"/>
                  </a:lnTo>
                  <a:lnTo>
                    <a:pt x="9627" y="0"/>
                  </a:lnTo>
                  <a:close/>
                </a:path>
              </a:pathLst>
            </a:custGeom>
            <a:noFill/>
            <a:ln w="31750">
              <a:solidFill>
                <a:srgbClr val="000099"/>
              </a:solidFill>
              <a:round/>
              <a:headEnd type="triangle" w="med" len="med"/>
              <a:tailEnd type="none" w="med" len="lg"/>
            </a:ln>
            <a:extLst>
              <a:ext uri="{909E8E84-426E-40DD-AFC4-6F175D3DCCD1}">
                <a14:hiddenFill xmlns:a14="http://schemas.microsoft.com/office/drawing/2010/main">
                  <a:solidFill>
                    <a:srgbClr val="FFFFFF"/>
                  </a:solidFill>
                </a14:hiddenFill>
              </a:ext>
            </a:extLst>
          </p:spPr>
          <p:txBody>
            <a:bodyPr/>
            <a:lstStyle/>
            <a:p>
              <a:pPr>
                <a:lnSpc>
                  <a:spcPct val="130000"/>
                </a:lnSpc>
                <a:defRPr/>
              </a:pPr>
              <a:endParaRPr lang="zh-CN" altLang="en-US" sz="2400">
                <a:latin typeface="+mn-lt"/>
                <a:ea typeface="+mn-ea"/>
                <a:cs typeface="+mn-ea"/>
                <a:sym typeface="+mn-lt"/>
              </a:endParaRPr>
            </a:p>
          </p:txBody>
        </p:sp>
      </p:grpSp>
      <p:grpSp>
        <p:nvGrpSpPr>
          <p:cNvPr id="3" name="Group 13">
            <a:extLst>
              <a:ext uri="{FF2B5EF4-FFF2-40B4-BE49-F238E27FC236}">
                <a16:creationId xmlns:a16="http://schemas.microsoft.com/office/drawing/2014/main" id="{E0B8A916-2D5C-434D-8DB4-237019031C02}"/>
              </a:ext>
            </a:extLst>
          </p:cNvPr>
          <p:cNvGrpSpPr>
            <a:grpSpLocks/>
          </p:cNvGrpSpPr>
          <p:nvPr/>
        </p:nvGrpSpPr>
        <p:grpSpPr bwMode="auto">
          <a:xfrm>
            <a:off x="1084263" y="2249488"/>
            <a:ext cx="1371600" cy="533400"/>
            <a:chOff x="768" y="2544"/>
            <a:chExt cx="864" cy="336"/>
          </a:xfrm>
        </p:grpSpPr>
        <p:sp>
          <p:nvSpPr>
            <p:cNvPr id="103489" name="Rectangle 14">
              <a:extLst>
                <a:ext uri="{FF2B5EF4-FFF2-40B4-BE49-F238E27FC236}">
                  <a16:creationId xmlns:a16="http://schemas.microsoft.com/office/drawing/2014/main" id="{A2581860-E897-4CB3-9AD0-AEFE3E3F9199}"/>
                </a:ext>
              </a:extLst>
            </p:cNvPr>
            <p:cNvSpPr>
              <a:spLocks noChangeArrowheads="1"/>
            </p:cNvSpPr>
            <p:nvPr/>
          </p:nvSpPr>
          <p:spPr bwMode="auto">
            <a:xfrm>
              <a:off x="1056" y="2544"/>
              <a:ext cx="576" cy="336"/>
            </a:xfrm>
            <a:prstGeom prst="rect">
              <a:avLst/>
            </a:prstGeom>
            <a:solidFill>
              <a:srgbClr val="CCFFFF">
                <a:alpha val="50195"/>
              </a:srgbClr>
            </a:solidFill>
            <a:ln w="25400">
              <a:solidFill>
                <a:srgbClr val="00808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dirty="0">
                  <a:solidFill>
                    <a:srgbClr val="008080"/>
                  </a:solidFill>
                  <a:latin typeface="+mn-lt"/>
                  <a:ea typeface="+mn-ea"/>
                  <a:cs typeface="+mn-ea"/>
                  <a:sym typeface="+mn-lt"/>
                </a:rPr>
                <a:t> 21</a:t>
              </a:r>
              <a:endParaRPr lang="en-US" altLang="zh-CN" dirty="0">
                <a:latin typeface="+mn-lt"/>
                <a:ea typeface="+mn-ea"/>
                <a:cs typeface="+mn-ea"/>
                <a:sym typeface="+mn-lt"/>
              </a:endParaRPr>
            </a:p>
          </p:txBody>
        </p:sp>
        <p:sp>
          <p:nvSpPr>
            <p:cNvPr id="103490" name="Line 15">
              <a:extLst>
                <a:ext uri="{FF2B5EF4-FFF2-40B4-BE49-F238E27FC236}">
                  <a16:creationId xmlns:a16="http://schemas.microsoft.com/office/drawing/2014/main" id="{70B6A238-E107-4814-9FA3-5421F456671A}"/>
                </a:ext>
              </a:extLst>
            </p:cNvPr>
            <p:cNvSpPr>
              <a:spLocks noChangeShapeType="1"/>
            </p:cNvSpPr>
            <p:nvPr/>
          </p:nvSpPr>
          <p:spPr bwMode="auto">
            <a:xfrm>
              <a:off x="1440" y="2544"/>
              <a:ext cx="0" cy="336"/>
            </a:xfrm>
            <a:prstGeom prst="line">
              <a:avLst/>
            </a:prstGeom>
            <a:noFill/>
            <a:ln w="9525">
              <a:solidFill>
                <a:srgbClr val="008080"/>
              </a:solidFill>
              <a:round/>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103491" name="Line 16">
              <a:extLst>
                <a:ext uri="{FF2B5EF4-FFF2-40B4-BE49-F238E27FC236}">
                  <a16:creationId xmlns:a16="http://schemas.microsoft.com/office/drawing/2014/main" id="{3DC6FBE9-6ED7-46D0-909C-4C371621E16A}"/>
                </a:ext>
              </a:extLst>
            </p:cNvPr>
            <p:cNvSpPr>
              <a:spLocks noChangeShapeType="1"/>
            </p:cNvSpPr>
            <p:nvPr/>
          </p:nvSpPr>
          <p:spPr bwMode="auto">
            <a:xfrm>
              <a:off x="768" y="2736"/>
              <a:ext cx="288" cy="0"/>
            </a:xfrm>
            <a:prstGeom prst="line">
              <a:avLst/>
            </a:prstGeom>
            <a:noFill/>
            <a:ln w="25400">
              <a:solidFill>
                <a:srgbClr val="008080"/>
              </a:solidFill>
              <a:round/>
              <a:headEnd type="oval" w="sm" len="sm"/>
              <a:tailEnd type="triangle" w="med" len="lg"/>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grpSp>
      <p:grpSp>
        <p:nvGrpSpPr>
          <p:cNvPr id="4" name="Group 17">
            <a:extLst>
              <a:ext uri="{FF2B5EF4-FFF2-40B4-BE49-F238E27FC236}">
                <a16:creationId xmlns:a16="http://schemas.microsoft.com/office/drawing/2014/main" id="{C6C28B11-FC4C-8C41-A0BB-2EF4DC5671BC}"/>
              </a:ext>
            </a:extLst>
          </p:cNvPr>
          <p:cNvGrpSpPr>
            <a:grpSpLocks/>
          </p:cNvGrpSpPr>
          <p:nvPr/>
        </p:nvGrpSpPr>
        <p:grpSpPr bwMode="auto">
          <a:xfrm>
            <a:off x="2303463" y="2249488"/>
            <a:ext cx="1371600" cy="533400"/>
            <a:chOff x="1536" y="2544"/>
            <a:chExt cx="864" cy="336"/>
          </a:xfrm>
        </p:grpSpPr>
        <p:sp>
          <p:nvSpPr>
            <p:cNvPr id="103486" name="Rectangle 18">
              <a:extLst>
                <a:ext uri="{FF2B5EF4-FFF2-40B4-BE49-F238E27FC236}">
                  <a16:creationId xmlns:a16="http://schemas.microsoft.com/office/drawing/2014/main" id="{91BD80A0-76F8-4420-A9BA-E8B25FE15DB7}"/>
                </a:ext>
              </a:extLst>
            </p:cNvPr>
            <p:cNvSpPr>
              <a:spLocks noChangeArrowheads="1"/>
            </p:cNvSpPr>
            <p:nvPr/>
          </p:nvSpPr>
          <p:spPr bwMode="auto">
            <a:xfrm>
              <a:off x="1824" y="2544"/>
              <a:ext cx="576" cy="336"/>
            </a:xfrm>
            <a:prstGeom prst="rect">
              <a:avLst/>
            </a:prstGeom>
            <a:solidFill>
              <a:srgbClr val="CCFFFF">
                <a:alpha val="50195"/>
              </a:srgbClr>
            </a:solidFill>
            <a:ln w="25400">
              <a:solidFill>
                <a:srgbClr val="00808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dirty="0">
                  <a:solidFill>
                    <a:srgbClr val="008080"/>
                  </a:solidFill>
                  <a:latin typeface="+mn-lt"/>
                  <a:ea typeface="+mn-ea"/>
                  <a:cs typeface="+mn-ea"/>
                  <a:sym typeface="+mn-lt"/>
                </a:rPr>
                <a:t> 18</a:t>
              </a:r>
              <a:endParaRPr lang="en-US" altLang="zh-CN" dirty="0">
                <a:latin typeface="+mn-lt"/>
                <a:ea typeface="+mn-ea"/>
                <a:cs typeface="+mn-ea"/>
                <a:sym typeface="+mn-lt"/>
              </a:endParaRPr>
            </a:p>
          </p:txBody>
        </p:sp>
        <p:sp>
          <p:nvSpPr>
            <p:cNvPr id="103487" name="Line 19">
              <a:extLst>
                <a:ext uri="{FF2B5EF4-FFF2-40B4-BE49-F238E27FC236}">
                  <a16:creationId xmlns:a16="http://schemas.microsoft.com/office/drawing/2014/main" id="{0F5630FB-B143-4FD0-8573-B87A5CD1849F}"/>
                </a:ext>
              </a:extLst>
            </p:cNvPr>
            <p:cNvSpPr>
              <a:spLocks noChangeShapeType="1"/>
            </p:cNvSpPr>
            <p:nvPr/>
          </p:nvSpPr>
          <p:spPr bwMode="auto">
            <a:xfrm>
              <a:off x="2208" y="2544"/>
              <a:ext cx="0" cy="336"/>
            </a:xfrm>
            <a:prstGeom prst="line">
              <a:avLst/>
            </a:prstGeom>
            <a:noFill/>
            <a:ln w="9525">
              <a:solidFill>
                <a:srgbClr val="008080"/>
              </a:solidFill>
              <a:round/>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103488" name="Line 20">
              <a:extLst>
                <a:ext uri="{FF2B5EF4-FFF2-40B4-BE49-F238E27FC236}">
                  <a16:creationId xmlns:a16="http://schemas.microsoft.com/office/drawing/2014/main" id="{BCDA4E7C-748C-4428-A135-DA2957913309}"/>
                </a:ext>
              </a:extLst>
            </p:cNvPr>
            <p:cNvSpPr>
              <a:spLocks noChangeShapeType="1"/>
            </p:cNvSpPr>
            <p:nvPr/>
          </p:nvSpPr>
          <p:spPr bwMode="auto">
            <a:xfrm>
              <a:off x="1536" y="2736"/>
              <a:ext cx="288" cy="0"/>
            </a:xfrm>
            <a:prstGeom prst="line">
              <a:avLst/>
            </a:prstGeom>
            <a:noFill/>
            <a:ln w="25400">
              <a:solidFill>
                <a:srgbClr val="008080"/>
              </a:solidFill>
              <a:round/>
              <a:headEnd type="oval" w="sm" len="sm"/>
              <a:tailEnd type="triangle" w="med" len="lg"/>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grpSp>
      <p:grpSp>
        <p:nvGrpSpPr>
          <p:cNvPr id="5" name="Group 21">
            <a:extLst>
              <a:ext uri="{FF2B5EF4-FFF2-40B4-BE49-F238E27FC236}">
                <a16:creationId xmlns:a16="http://schemas.microsoft.com/office/drawing/2014/main" id="{4053370D-8346-0142-8487-E3C42F8CB414}"/>
              </a:ext>
            </a:extLst>
          </p:cNvPr>
          <p:cNvGrpSpPr>
            <a:grpSpLocks/>
          </p:cNvGrpSpPr>
          <p:nvPr/>
        </p:nvGrpSpPr>
        <p:grpSpPr bwMode="auto">
          <a:xfrm>
            <a:off x="3522663" y="2249488"/>
            <a:ext cx="1371600" cy="533400"/>
            <a:chOff x="2304" y="2544"/>
            <a:chExt cx="864" cy="336"/>
          </a:xfrm>
        </p:grpSpPr>
        <p:sp>
          <p:nvSpPr>
            <p:cNvPr id="103483" name="Rectangle 22">
              <a:extLst>
                <a:ext uri="{FF2B5EF4-FFF2-40B4-BE49-F238E27FC236}">
                  <a16:creationId xmlns:a16="http://schemas.microsoft.com/office/drawing/2014/main" id="{2590FD98-EC62-43CA-A8A1-EA9E636D7521}"/>
                </a:ext>
              </a:extLst>
            </p:cNvPr>
            <p:cNvSpPr>
              <a:spLocks noChangeArrowheads="1"/>
            </p:cNvSpPr>
            <p:nvPr/>
          </p:nvSpPr>
          <p:spPr bwMode="auto">
            <a:xfrm>
              <a:off x="2592" y="2544"/>
              <a:ext cx="576" cy="336"/>
            </a:xfrm>
            <a:prstGeom prst="rect">
              <a:avLst/>
            </a:prstGeom>
            <a:solidFill>
              <a:srgbClr val="CCFFFF">
                <a:alpha val="50195"/>
              </a:srgbClr>
            </a:solidFill>
            <a:ln w="25400">
              <a:solidFill>
                <a:srgbClr val="00808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dirty="0">
                  <a:latin typeface="+mn-lt"/>
                  <a:ea typeface="+mn-ea"/>
                  <a:cs typeface="+mn-ea"/>
                  <a:sym typeface="+mn-lt"/>
                </a:rPr>
                <a:t> 30</a:t>
              </a:r>
            </a:p>
          </p:txBody>
        </p:sp>
        <p:sp>
          <p:nvSpPr>
            <p:cNvPr id="103484" name="Line 23">
              <a:extLst>
                <a:ext uri="{FF2B5EF4-FFF2-40B4-BE49-F238E27FC236}">
                  <a16:creationId xmlns:a16="http://schemas.microsoft.com/office/drawing/2014/main" id="{E9ED6FD8-382B-4E7B-8096-1654ED9240AE}"/>
                </a:ext>
              </a:extLst>
            </p:cNvPr>
            <p:cNvSpPr>
              <a:spLocks noChangeShapeType="1"/>
            </p:cNvSpPr>
            <p:nvPr/>
          </p:nvSpPr>
          <p:spPr bwMode="auto">
            <a:xfrm>
              <a:off x="2976" y="2544"/>
              <a:ext cx="0" cy="336"/>
            </a:xfrm>
            <a:prstGeom prst="line">
              <a:avLst/>
            </a:prstGeom>
            <a:noFill/>
            <a:ln w="9525">
              <a:solidFill>
                <a:srgbClr val="008080"/>
              </a:solidFill>
              <a:round/>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103485" name="Line 24">
              <a:extLst>
                <a:ext uri="{FF2B5EF4-FFF2-40B4-BE49-F238E27FC236}">
                  <a16:creationId xmlns:a16="http://schemas.microsoft.com/office/drawing/2014/main" id="{E07EA29A-5E93-420F-8954-283E47523CFE}"/>
                </a:ext>
              </a:extLst>
            </p:cNvPr>
            <p:cNvSpPr>
              <a:spLocks noChangeShapeType="1"/>
            </p:cNvSpPr>
            <p:nvPr/>
          </p:nvSpPr>
          <p:spPr bwMode="auto">
            <a:xfrm>
              <a:off x="2304" y="2736"/>
              <a:ext cx="288" cy="0"/>
            </a:xfrm>
            <a:prstGeom prst="line">
              <a:avLst/>
            </a:prstGeom>
            <a:noFill/>
            <a:ln w="25400">
              <a:solidFill>
                <a:srgbClr val="008080"/>
              </a:solidFill>
              <a:round/>
              <a:headEnd type="oval" w="sm" len="sm"/>
              <a:tailEnd type="triangle" w="med" len="lg"/>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grpSp>
      <p:grpSp>
        <p:nvGrpSpPr>
          <p:cNvPr id="6" name="Group 25">
            <a:extLst>
              <a:ext uri="{FF2B5EF4-FFF2-40B4-BE49-F238E27FC236}">
                <a16:creationId xmlns:a16="http://schemas.microsoft.com/office/drawing/2014/main" id="{A32C31AC-63A5-EA43-A22A-57775D98261D}"/>
              </a:ext>
            </a:extLst>
          </p:cNvPr>
          <p:cNvGrpSpPr>
            <a:grpSpLocks/>
          </p:cNvGrpSpPr>
          <p:nvPr/>
        </p:nvGrpSpPr>
        <p:grpSpPr bwMode="auto">
          <a:xfrm>
            <a:off x="4741863" y="2249488"/>
            <a:ext cx="1371600" cy="533400"/>
            <a:chOff x="3072" y="2544"/>
            <a:chExt cx="864" cy="336"/>
          </a:xfrm>
        </p:grpSpPr>
        <p:sp>
          <p:nvSpPr>
            <p:cNvPr id="103480" name="Rectangle 26">
              <a:extLst>
                <a:ext uri="{FF2B5EF4-FFF2-40B4-BE49-F238E27FC236}">
                  <a16:creationId xmlns:a16="http://schemas.microsoft.com/office/drawing/2014/main" id="{7B0C89CA-5292-4497-89F3-35DB9CC04156}"/>
                </a:ext>
              </a:extLst>
            </p:cNvPr>
            <p:cNvSpPr>
              <a:spLocks noChangeArrowheads="1"/>
            </p:cNvSpPr>
            <p:nvPr/>
          </p:nvSpPr>
          <p:spPr bwMode="auto">
            <a:xfrm>
              <a:off x="3360" y="2544"/>
              <a:ext cx="576" cy="336"/>
            </a:xfrm>
            <a:prstGeom prst="rect">
              <a:avLst/>
            </a:prstGeom>
            <a:solidFill>
              <a:srgbClr val="CCFFFF">
                <a:alpha val="50195"/>
              </a:srgbClr>
            </a:solidFill>
            <a:ln w="25400">
              <a:solidFill>
                <a:srgbClr val="00808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dirty="0">
                  <a:solidFill>
                    <a:srgbClr val="008080"/>
                  </a:solidFill>
                  <a:latin typeface="+mn-lt"/>
                  <a:ea typeface="+mn-ea"/>
                  <a:cs typeface="+mn-ea"/>
                  <a:sym typeface="+mn-lt"/>
                </a:rPr>
                <a:t> 75</a:t>
              </a:r>
              <a:endParaRPr lang="en-US" altLang="zh-CN" dirty="0">
                <a:latin typeface="+mn-lt"/>
                <a:ea typeface="+mn-ea"/>
                <a:cs typeface="+mn-ea"/>
                <a:sym typeface="+mn-lt"/>
              </a:endParaRPr>
            </a:p>
          </p:txBody>
        </p:sp>
        <p:sp>
          <p:nvSpPr>
            <p:cNvPr id="103481" name="Line 27">
              <a:extLst>
                <a:ext uri="{FF2B5EF4-FFF2-40B4-BE49-F238E27FC236}">
                  <a16:creationId xmlns:a16="http://schemas.microsoft.com/office/drawing/2014/main" id="{8D6AC22C-CB53-4D15-A95F-F4F9D64FB70A}"/>
                </a:ext>
              </a:extLst>
            </p:cNvPr>
            <p:cNvSpPr>
              <a:spLocks noChangeShapeType="1"/>
            </p:cNvSpPr>
            <p:nvPr/>
          </p:nvSpPr>
          <p:spPr bwMode="auto">
            <a:xfrm>
              <a:off x="3744" y="2544"/>
              <a:ext cx="0" cy="336"/>
            </a:xfrm>
            <a:prstGeom prst="line">
              <a:avLst/>
            </a:prstGeom>
            <a:noFill/>
            <a:ln w="9525">
              <a:solidFill>
                <a:srgbClr val="008080"/>
              </a:solidFill>
              <a:round/>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103482" name="Line 28">
              <a:extLst>
                <a:ext uri="{FF2B5EF4-FFF2-40B4-BE49-F238E27FC236}">
                  <a16:creationId xmlns:a16="http://schemas.microsoft.com/office/drawing/2014/main" id="{C1933B87-AC91-46C3-9FA9-3141ED6C57CD}"/>
                </a:ext>
              </a:extLst>
            </p:cNvPr>
            <p:cNvSpPr>
              <a:spLocks noChangeShapeType="1"/>
            </p:cNvSpPr>
            <p:nvPr/>
          </p:nvSpPr>
          <p:spPr bwMode="auto">
            <a:xfrm>
              <a:off x="3072" y="2736"/>
              <a:ext cx="288" cy="0"/>
            </a:xfrm>
            <a:prstGeom prst="line">
              <a:avLst/>
            </a:prstGeom>
            <a:noFill/>
            <a:ln w="25400">
              <a:solidFill>
                <a:srgbClr val="008080"/>
              </a:solidFill>
              <a:round/>
              <a:headEnd type="oval" w="sm" len="sm"/>
              <a:tailEnd type="triangle" w="med" len="lg"/>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grpSp>
      <p:grpSp>
        <p:nvGrpSpPr>
          <p:cNvPr id="7" name="Group 29">
            <a:extLst>
              <a:ext uri="{FF2B5EF4-FFF2-40B4-BE49-F238E27FC236}">
                <a16:creationId xmlns:a16="http://schemas.microsoft.com/office/drawing/2014/main" id="{F0D0A643-78EC-4444-98FE-CCBEA14DB99E}"/>
              </a:ext>
            </a:extLst>
          </p:cNvPr>
          <p:cNvGrpSpPr>
            <a:grpSpLocks/>
          </p:cNvGrpSpPr>
          <p:nvPr/>
        </p:nvGrpSpPr>
        <p:grpSpPr bwMode="auto">
          <a:xfrm>
            <a:off x="5961063" y="2249488"/>
            <a:ext cx="1371600" cy="533400"/>
            <a:chOff x="3840" y="2544"/>
            <a:chExt cx="864" cy="336"/>
          </a:xfrm>
        </p:grpSpPr>
        <p:sp>
          <p:nvSpPr>
            <p:cNvPr id="103477" name="Rectangle 30">
              <a:extLst>
                <a:ext uri="{FF2B5EF4-FFF2-40B4-BE49-F238E27FC236}">
                  <a16:creationId xmlns:a16="http://schemas.microsoft.com/office/drawing/2014/main" id="{6850D459-2DD7-432D-8020-6AFC3D34EEC5}"/>
                </a:ext>
              </a:extLst>
            </p:cNvPr>
            <p:cNvSpPr>
              <a:spLocks noChangeArrowheads="1"/>
            </p:cNvSpPr>
            <p:nvPr/>
          </p:nvSpPr>
          <p:spPr bwMode="auto">
            <a:xfrm>
              <a:off x="4128" y="2544"/>
              <a:ext cx="576" cy="336"/>
            </a:xfrm>
            <a:prstGeom prst="rect">
              <a:avLst/>
            </a:prstGeom>
            <a:solidFill>
              <a:srgbClr val="CCFFFF">
                <a:alpha val="50195"/>
              </a:srgbClr>
            </a:solidFill>
            <a:ln w="25400">
              <a:solidFill>
                <a:srgbClr val="00808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dirty="0">
                  <a:solidFill>
                    <a:srgbClr val="008080"/>
                  </a:solidFill>
                  <a:latin typeface="+mn-lt"/>
                  <a:ea typeface="+mn-ea"/>
                  <a:cs typeface="+mn-ea"/>
                  <a:sym typeface="+mn-lt"/>
                </a:rPr>
                <a:t> 42</a:t>
              </a:r>
              <a:endParaRPr lang="en-US" altLang="zh-CN" dirty="0">
                <a:latin typeface="+mn-lt"/>
                <a:ea typeface="+mn-ea"/>
                <a:cs typeface="+mn-ea"/>
                <a:sym typeface="+mn-lt"/>
              </a:endParaRPr>
            </a:p>
          </p:txBody>
        </p:sp>
        <p:sp>
          <p:nvSpPr>
            <p:cNvPr id="103478" name="Line 31">
              <a:extLst>
                <a:ext uri="{FF2B5EF4-FFF2-40B4-BE49-F238E27FC236}">
                  <a16:creationId xmlns:a16="http://schemas.microsoft.com/office/drawing/2014/main" id="{2827C309-9277-4091-828A-5904D75E9CF6}"/>
                </a:ext>
              </a:extLst>
            </p:cNvPr>
            <p:cNvSpPr>
              <a:spLocks noChangeShapeType="1"/>
            </p:cNvSpPr>
            <p:nvPr/>
          </p:nvSpPr>
          <p:spPr bwMode="auto">
            <a:xfrm>
              <a:off x="4512" y="2544"/>
              <a:ext cx="0" cy="336"/>
            </a:xfrm>
            <a:prstGeom prst="line">
              <a:avLst/>
            </a:prstGeom>
            <a:noFill/>
            <a:ln w="9525">
              <a:solidFill>
                <a:srgbClr val="008080"/>
              </a:solidFill>
              <a:round/>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103479" name="Line 32">
              <a:extLst>
                <a:ext uri="{FF2B5EF4-FFF2-40B4-BE49-F238E27FC236}">
                  <a16:creationId xmlns:a16="http://schemas.microsoft.com/office/drawing/2014/main" id="{FD1D7D18-62FC-422B-808A-86C168F17EFA}"/>
                </a:ext>
              </a:extLst>
            </p:cNvPr>
            <p:cNvSpPr>
              <a:spLocks noChangeShapeType="1"/>
            </p:cNvSpPr>
            <p:nvPr/>
          </p:nvSpPr>
          <p:spPr bwMode="auto">
            <a:xfrm>
              <a:off x="3840" y="2736"/>
              <a:ext cx="288" cy="0"/>
            </a:xfrm>
            <a:prstGeom prst="line">
              <a:avLst/>
            </a:prstGeom>
            <a:noFill/>
            <a:ln w="25400">
              <a:solidFill>
                <a:srgbClr val="008080"/>
              </a:solidFill>
              <a:round/>
              <a:headEnd type="oval" w="sm" len="sm"/>
              <a:tailEnd type="triangle" w="med" len="lg"/>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grpSp>
      <p:grpSp>
        <p:nvGrpSpPr>
          <p:cNvPr id="8" name="Group 33">
            <a:extLst>
              <a:ext uri="{FF2B5EF4-FFF2-40B4-BE49-F238E27FC236}">
                <a16:creationId xmlns:a16="http://schemas.microsoft.com/office/drawing/2014/main" id="{546229B4-CA48-DF42-86A1-CC6FA81BD1DC}"/>
              </a:ext>
            </a:extLst>
          </p:cNvPr>
          <p:cNvGrpSpPr>
            <a:grpSpLocks/>
          </p:cNvGrpSpPr>
          <p:nvPr/>
        </p:nvGrpSpPr>
        <p:grpSpPr bwMode="auto">
          <a:xfrm>
            <a:off x="7180263" y="2227263"/>
            <a:ext cx="1371600" cy="573087"/>
            <a:chOff x="4608" y="2530"/>
            <a:chExt cx="864" cy="361"/>
          </a:xfrm>
        </p:grpSpPr>
        <p:sp>
          <p:nvSpPr>
            <p:cNvPr id="103473" name="Rectangle 34">
              <a:extLst>
                <a:ext uri="{FF2B5EF4-FFF2-40B4-BE49-F238E27FC236}">
                  <a16:creationId xmlns:a16="http://schemas.microsoft.com/office/drawing/2014/main" id="{7A047BCA-5320-4E27-A7C5-7AFA2FF5049D}"/>
                </a:ext>
              </a:extLst>
            </p:cNvPr>
            <p:cNvSpPr>
              <a:spLocks noChangeArrowheads="1"/>
            </p:cNvSpPr>
            <p:nvPr/>
          </p:nvSpPr>
          <p:spPr bwMode="auto">
            <a:xfrm>
              <a:off x="4896" y="2544"/>
              <a:ext cx="576" cy="336"/>
            </a:xfrm>
            <a:prstGeom prst="rect">
              <a:avLst/>
            </a:prstGeom>
            <a:solidFill>
              <a:srgbClr val="CCFFFF">
                <a:alpha val="50195"/>
              </a:srgbClr>
            </a:solidFill>
            <a:ln w="25400">
              <a:solidFill>
                <a:srgbClr val="00808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dirty="0">
                  <a:solidFill>
                    <a:srgbClr val="008080"/>
                  </a:solidFill>
                  <a:latin typeface="+mn-lt"/>
                  <a:ea typeface="+mn-ea"/>
                  <a:cs typeface="+mn-ea"/>
                  <a:sym typeface="+mn-lt"/>
                </a:rPr>
                <a:t>56</a:t>
              </a:r>
              <a:endParaRPr lang="en-US" altLang="zh-CN" dirty="0">
                <a:latin typeface="+mn-lt"/>
                <a:ea typeface="+mn-ea"/>
                <a:cs typeface="+mn-ea"/>
                <a:sym typeface="+mn-lt"/>
              </a:endParaRPr>
            </a:p>
          </p:txBody>
        </p:sp>
        <p:sp>
          <p:nvSpPr>
            <p:cNvPr id="103474" name="Line 35">
              <a:extLst>
                <a:ext uri="{FF2B5EF4-FFF2-40B4-BE49-F238E27FC236}">
                  <a16:creationId xmlns:a16="http://schemas.microsoft.com/office/drawing/2014/main" id="{4C928833-8941-42DC-93A3-6F248AA3309C}"/>
                </a:ext>
              </a:extLst>
            </p:cNvPr>
            <p:cNvSpPr>
              <a:spLocks noChangeShapeType="1"/>
            </p:cNvSpPr>
            <p:nvPr/>
          </p:nvSpPr>
          <p:spPr bwMode="auto">
            <a:xfrm>
              <a:off x="5204" y="2544"/>
              <a:ext cx="0" cy="336"/>
            </a:xfrm>
            <a:prstGeom prst="line">
              <a:avLst/>
            </a:prstGeom>
            <a:noFill/>
            <a:ln w="9525">
              <a:solidFill>
                <a:srgbClr val="008080"/>
              </a:solidFill>
              <a:round/>
              <a:headEnd/>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103475" name="Text Box 36">
              <a:extLst>
                <a:ext uri="{FF2B5EF4-FFF2-40B4-BE49-F238E27FC236}">
                  <a16:creationId xmlns:a16="http://schemas.microsoft.com/office/drawing/2014/main" id="{88DEB60B-013E-46E2-B6C3-70E2D8784EF7}"/>
                </a:ext>
              </a:extLst>
            </p:cNvPr>
            <p:cNvSpPr txBox="1">
              <a:spLocks noChangeArrowheads="1"/>
            </p:cNvSpPr>
            <p:nvPr/>
          </p:nvSpPr>
          <p:spPr bwMode="auto">
            <a:xfrm flipH="1">
              <a:off x="5159" y="2530"/>
              <a:ext cx="234" cy="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dirty="0">
                  <a:solidFill>
                    <a:srgbClr val="008080"/>
                  </a:solidFill>
                  <a:latin typeface="+mn-lt"/>
                  <a:ea typeface="+mn-ea"/>
                  <a:cs typeface="+mn-ea"/>
                  <a:sym typeface="+mn-lt"/>
                </a:rPr>
                <a:t>∧</a:t>
              </a:r>
              <a:endParaRPr lang="en-US" altLang="zh-CN" dirty="0">
                <a:latin typeface="+mn-lt"/>
                <a:ea typeface="+mn-ea"/>
                <a:cs typeface="+mn-ea"/>
                <a:sym typeface="+mn-lt"/>
              </a:endParaRPr>
            </a:p>
          </p:txBody>
        </p:sp>
        <p:sp>
          <p:nvSpPr>
            <p:cNvPr id="103476" name="Line 37">
              <a:extLst>
                <a:ext uri="{FF2B5EF4-FFF2-40B4-BE49-F238E27FC236}">
                  <a16:creationId xmlns:a16="http://schemas.microsoft.com/office/drawing/2014/main" id="{462EBFE9-A693-4D22-B678-AC72E490EC9E}"/>
                </a:ext>
              </a:extLst>
            </p:cNvPr>
            <p:cNvSpPr>
              <a:spLocks noChangeShapeType="1"/>
            </p:cNvSpPr>
            <p:nvPr/>
          </p:nvSpPr>
          <p:spPr bwMode="auto">
            <a:xfrm>
              <a:off x="4608" y="2736"/>
              <a:ext cx="288" cy="0"/>
            </a:xfrm>
            <a:prstGeom prst="line">
              <a:avLst/>
            </a:prstGeom>
            <a:noFill/>
            <a:ln w="25400">
              <a:solidFill>
                <a:srgbClr val="008080"/>
              </a:solidFill>
              <a:round/>
              <a:headEnd type="oval" w="sm" len="sm"/>
              <a:tailEnd type="triangle" w="med" len="lg"/>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grpSp>
      <p:grpSp>
        <p:nvGrpSpPr>
          <p:cNvPr id="9" name="Group 38">
            <a:extLst>
              <a:ext uri="{FF2B5EF4-FFF2-40B4-BE49-F238E27FC236}">
                <a16:creationId xmlns:a16="http://schemas.microsoft.com/office/drawing/2014/main" id="{B9D1450F-84C1-5A45-A8F7-C08C7309F4EE}"/>
              </a:ext>
            </a:extLst>
          </p:cNvPr>
          <p:cNvGrpSpPr>
            <a:grpSpLocks/>
          </p:cNvGrpSpPr>
          <p:nvPr/>
        </p:nvGrpSpPr>
        <p:grpSpPr bwMode="auto">
          <a:xfrm>
            <a:off x="1789113" y="2859088"/>
            <a:ext cx="338137" cy="990600"/>
            <a:chOff x="1212" y="2880"/>
            <a:chExt cx="213" cy="624"/>
          </a:xfrm>
        </p:grpSpPr>
        <p:sp>
          <p:nvSpPr>
            <p:cNvPr id="103471" name="Line 39">
              <a:extLst>
                <a:ext uri="{FF2B5EF4-FFF2-40B4-BE49-F238E27FC236}">
                  <a16:creationId xmlns:a16="http://schemas.microsoft.com/office/drawing/2014/main" id="{B24C4007-8343-4656-BF5C-96BED7D36BAB}"/>
                </a:ext>
              </a:extLst>
            </p:cNvPr>
            <p:cNvSpPr>
              <a:spLocks noChangeShapeType="1"/>
            </p:cNvSpPr>
            <p:nvPr/>
          </p:nvSpPr>
          <p:spPr bwMode="auto">
            <a:xfrm>
              <a:off x="1248" y="2880"/>
              <a:ext cx="0" cy="624"/>
            </a:xfrm>
            <a:prstGeom prst="line">
              <a:avLst/>
            </a:prstGeom>
            <a:noFill/>
            <a:ln w="31750">
              <a:solidFill>
                <a:srgbClr val="990000"/>
              </a:solidFill>
              <a:round/>
              <a:headEnd type="triangle" w="med" len="lg"/>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103472" name="Text Box 40">
              <a:extLst>
                <a:ext uri="{FF2B5EF4-FFF2-40B4-BE49-F238E27FC236}">
                  <a16:creationId xmlns:a16="http://schemas.microsoft.com/office/drawing/2014/main" id="{4E00E852-BAF2-45EC-9355-D6B9CD0AD2F7}"/>
                </a:ext>
              </a:extLst>
            </p:cNvPr>
            <p:cNvSpPr txBox="1">
              <a:spLocks noChangeArrowheads="1"/>
            </p:cNvSpPr>
            <p:nvPr/>
          </p:nvSpPr>
          <p:spPr bwMode="auto">
            <a:xfrm>
              <a:off x="1212" y="3052"/>
              <a:ext cx="213" cy="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a:solidFill>
                    <a:srgbClr val="990000"/>
                  </a:solidFill>
                  <a:latin typeface="+mn-lt"/>
                  <a:ea typeface="+mn-ea"/>
                  <a:cs typeface="+mn-ea"/>
                  <a:sym typeface="+mn-lt"/>
                </a:rPr>
                <a:t>p</a:t>
              </a:r>
              <a:endParaRPr lang="en-US" altLang="zh-CN">
                <a:latin typeface="+mn-lt"/>
                <a:ea typeface="+mn-ea"/>
                <a:cs typeface="+mn-ea"/>
                <a:sym typeface="+mn-lt"/>
              </a:endParaRPr>
            </a:p>
          </p:txBody>
        </p:sp>
      </p:grpSp>
      <p:grpSp>
        <p:nvGrpSpPr>
          <p:cNvPr id="10" name="Group 41">
            <a:extLst>
              <a:ext uri="{FF2B5EF4-FFF2-40B4-BE49-F238E27FC236}">
                <a16:creationId xmlns:a16="http://schemas.microsoft.com/office/drawing/2014/main" id="{2BBF0494-EE86-0A4C-8629-78AA31C46808}"/>
              </a:ext>
            </a:extLst>
          </p:cNvPr>
          <p:cNvGrpSpPr>
            <a:grpSpLocks/>
          </p:cNvGrpSpPr>
          <p:nvPr/>
        </p:nvGrpSpPr>
        <p:grpSpPr bwMode="auto">
          <a:xfrm>
            <a:off x="2989263" y="2859088"/>
            <a:ext cx="338137" cy="990600"/>
            <a:chOff x="1212" y="2880"/>
            <a:chExt cx="213" cy="624"/>
          </a:xfrm>
        </p:grpSpPr>
        <p:sp>
          <p:nvSpPr>
            <p:cNvPr id="103469" name="Line 42">
              <a:extLst>
                <a:ext uri="{FF2B5EF4-FFF2-40B4-BE49-F238E27FC236}">
                  <a16:creationId xmlns:a16="http://schemas.microsoft.com/office/drawing/2014/main" id="{E79B3386-2F65-4C03-B265-9E9EA395CDE0}"/>
                </a:ext>
              </a:extLst>
            </p:cNvPr>
            <p:cNvSpPr>
              <a:spLocks noChangeShapeType="1"/>
            </p:cNvSpPr>
            <p:nvPr/>
          </p:nvSpPr>
          <p:spPr bwMode="auto">
            <a:xfrm>
              <a:off x="1248" y="2880"/>
              <a:ext cx="0" cy="624"/>
            </a:xfrm>
            <a:prstGeom prst="line">
              <a:avLst/>
            </a:prstGeom>
            <a:noFill/>
            <a:ln w="31750">
              <a:solidFill>
                <a:srgbClr val="990000"/>
              </a:solidFill>
              <a:round/>
              <a:headEnd type="triangle" w="med" len="lg"/>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103470" name="Text Box 43">
              <a:extLst>
                <a:ext uri="{FF2B5EF4-FFF2-40B4-BE49-F238E27FC236}">
                  <a16:creationId xmlns:a16="http://schemas.microsoft.com/office/drawing/2014/main" id="{C01B70F9-FBDF-418F-80B5-868521DBF6A9}"/>
                </a:ext>
              </a:extLst>
            </p:cNvPr>
            <p:cNvSpPr txBox="1">
              <a:spLocks noChangeArrowheads="1"/>
            </p:cNvSpPr>
            <p:nvPr/>
          </p:nvSpPr>
          <p:spPr bwMode="auto">
            <a:xfrm>
              <a:off x="1212" y="3052"/>
              <a:ext cx="213" cy="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a:solidFill>
                    <a:srgbClr val="990000"/>
                  </a:solidFill>
                  <a:latin typeface="+mn-lt"/>
                  <a:ea typeface="+mn-ea"/>
                  <a:cs typeface="+mn-ea"/>
                  <a:sym typeface="+mn-lt"/>
                </a:rPr>
                <a:t>p</a:t>
              </a:r>
              <a:endParaRPr lang="en-US" altLang="zh-CN">
                <a:latin typeface="+mn-lt"/>
                <a:ea typeface="+mn-ea"/>
                <a:cs typeface="+mn-ea"/>
                <a:sym typeface="+mn-lt"/>
              </a:endParaRPr>
            </a:p>
          </p:txBody>
        </p:sp>
      </p:grpSp>
      <p:grpSp>
        <p:nvGrpSpPr>
          <p:cNvPr id="11" name="Group 44">
            <a:extLst>
              <a:ext uri="{FF2B5EF4-FFF2-40B4-BE49-F238E27FC236}">
                <a16:creationId xmlns:a16="http://schemas.microsoft.com/office/drawing/2014/main" id="{5CF88E3C-3323-7E42-BFF9-A54EDA3E8B7F}"/>
              </a:ext>
            </a:extLst>
          </p:cNvPr>
          <p:cNvGrpSpPr>
            <a:grpSpLocks/>
          </p:cNvGrpSpPr>
          <p:nvPr/>
        </p:nvGrpSpPr>
        <p:grpSpPr bwMode="auto">
          <a:xfrm>
            <a:off x="4227513" y="2859088"/>
            <a:ext cx="338137" cy="990600"/>
            <a:chOff x="1212" y="2880"/>
            <a:chExt cx="213" cy="624"/>
          </a:xfrm>
        </p:grpSpPr>
        <p:sp>
          <p:nvSpPr>
            <p:cNvPr id="103467" name="Line 45">
              <a:extLst>
                <a:ext uri="{FF2B5EF4-FFF2-40B4-BE49-F238E27FC236}">
                  <a16:creationId xmlns:a16="http://schemas.microsoft.com/office/drawing/2014/main" id="{B388E56D-8A33-4E7A-B918-94B447AFF45D}"/>
                </a:ext>
              </a:extLst>
            </p:cNvPr>
            <p:cNvSpPr>
              <a:spLocks noChangeShapeType="1"/>
            </p:cNvSpPr>
            <p:nvPr/>
          </p:nvSpPr>
          <p:spPr bwMode="auto">
            <a:xfrm>
              <a:off x="1248" y="2880"/>
              <a:ext cx="0" cy="624"/>
            </a:xfrm>
            <a:prstGeom prst="line">
              <a:avLst/>
            </a:prstGeom>
            <a:noFill/>
            <a:ln w="31750">
              <a:solidFill>
                <a:srgbClr val="990000"/>
              </a:solidFill>
              <a:round/>
              <a:headEnd type="triangle" w="med" len="lg"/>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103468" name="Text Box 46">
              <a:extLst>
                <a:ext uri="{FF2B5EF4-FFF2-40B4-BE49-F238E27FC236}">
                  <a16:creationId xmlns:a16="http://schemas.microsoft.com/office/drawing/2014/main" id="{6458F51A-379B-44D6-96A4-641E446777C7}"/>
                </a:ext>
              </a:extLst>
            </p:cNvPr>
            <p:cNvSpPr txBox="1">
              <a:spLocks noChangeArrowheads="1"/>
            </p:cNvSpPr>
            <p:nvPr/>
          </p:nvSpPr>
          <p:spPr bwMode="auto">
            <a:xfrm>
              <a:off x="1212" y="3052"/>
              <a:ext cx="213" cy="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a:solidFill>
                    <a:srgbClr val="990000"/>
                  </a:solidFill>
                  <a:latin typeface="+mn-lt"/>
                  <a:ea typeface="+mn-ea"/>
                  <a:cs typeface="+mn-ea"/>
                  <a:sym typeface="+mn-lt"/>
                </a:rPr>
                <a:t>p</a:t>
              </a:r>
              <a:endParaRPr lang="en-US" altLang="zh-CN">
                <a:latin typeface="+mn-lt"/>
                <a:ea typeface="+mn-ea"/>
                <a:cs typeface="+mn-ea"/>
                <a:sym typeface="+mn-lt"/>
              </a:endParaRPr>
            </a:p>
          </p:txBody>
        </p:sp>
      </p:grpSp>
      <p:sp>
        <p:nvSpPr>
          <p:cNvPr id="46" name="Text Box 47">
            <a:extLst>
              <a:ext uri="{FF2B5EF4-FFF2-40B4-BE49-F238E27FC236}">
                <a16:creationId xmlns:a16="http://schemas.microsoft.com/office/drawing/2014/main" id="{052718CF-6FC3-4245-BD80-CF8BF2D7F996}"/>
              </a:ext>
            </a:extLst>
          </p:cNvPr>
          <p:cNvSpPr txBox="1">
            <a:spLocks noChangeArrowheads="1"/>
          </p:cNvSpPr>
          <p:nvPr/>
        </p:nvSpPr>
        <p:spPr bwMode="auto">
          <a:xfrm>
            <a:off x="549275" y="3098800"/>
            <a:ext cx="269875" cy="57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a:solidFill>
                  <a:srgbClr val="FF0000"/>
                </a:solidFill>
                <a:latin typeface="+mn-lt"/>
                <a:ea typeface="+mn-ea"/>
                <a:cs typeface="+mn-ea"/>
                <a:sym typeface="+mn-lt"/>
              </a:rPr>
              <a:t>j</a:t>
            </a:r>
            <a:endParaRPr lang="en-US" altLang="zh-CN">
              <a:latin typeface="+mn-lt"/>
              <a:ea typeface="+mn-ea"/>
              <a:cs typeface="+mn-ea"/>
              <a:sym typeface="+mn-lt"/>
            </a:endParaRPr>
          </a:p>
        </p:txBody>
      </p:sp>
      <p:sp>
        <p:nvSpPr>
          <p:cNvPr id="47" name="Text Box 48">
            <a:extLst>
              <a:ext uri="{FF2B5EF4-FFF2-40B4-BE49-F238E27FC236}">
                <a16:creationId xmlns:a16="http://schemas.microsoft.com/office/drawing/2014/main" id="{F45D0D2F-37D3-48D7-94A0-953C235C6BFC}"/>
              </a:ext>
            </a:extLst>
          </p:cNvPr>
          <p:cNvSpPr txBox="1">
            <a:spLocks noChangeArrowheads="1"/>
          </p:cNvSpPr>
          <p:nvPr/>
        </p:nvSpPr>
        <p:spPr bwMode="auto">
          <a:xfrm>
            <a:off x="1036638" y="3106738"/>
            <a:ext cx="641350" cy="571500"/>
          </a:xfrm>
          <a:prstGeom prst="rect">
            <a:avLst/>
          </a:prstGeom>
          <a:solidFill>
            <a:srgbClr val="FFFF99">
              <a:alpha val="50195"/>
            </a:srgbClr>
          </a:solidFill>
          <a:ln w="9525">
            <a:solidFill>
              <a:srgbClr val="990000"/>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spcBef>
                <a:spcPct val="20000"/>
              </a:spcBef>
              <a:defRPr/>
            </a:pPr>
            <a:r>
              <a:rPr lang="en-US" altLang="zh-CN">
                <a:solidFill>
                  <a:srgbClr val="660033"/>
                </a:solidFill>
                <a:latin typeface="+mn-lt"/>
                <a:ea typeface="+mn-ea"/>
                <a:cs typeface="+mn-ea"/>
                <a:sym typeface="+mn-lt"/>
              </a:rPr>
              <a:t>1</a:t>
            </a:r>
            <a:endParaRPr lang="en-US" altLang="zh-CN">
              <a:latin typeface="+mn-lt"/>
              <a:ea typeface="+mn-ea"/>
              <a:cs typeface="+mn-ea"/>
              <a:sym typeface="+mn-lt"/>
            </a:endParaRPr>
          </a:p>
        </p:txBody>
      </p:sp>
      <p:sp>
        <p:nvSpPr>
          <p:cNvPr id="48" name="Text Box 49">
            <a:extLst>
              <a:ext uri="{FF2B5EF4-FFF2-40B4-BE49-F238E27FC236}">
                <a16:creationId xmlns:a16="http://schemas.microsoft.com/office/drawing/2014/main" id="{318A12D6-0AD3-4C3F-A5F5-07926D3A2CFA}"/>
              </a:ext>
            </a:extLst>
          </p:cNvPr>
          <p:cNvSpPr txBox="1">
            <a:spLocks noChangeArrowheads="1"/>
          </p:cNvSpPr>
          <p:nvPr/>
        </p:nvSpPr>
        <p:spPr bwMode="auto">
          <a:xfrm>
            <a:off x="1036638" y="3106738"/>
            <a:ext cx="641350" cy="571500"/>
          </a:xfrm>
          <a:prstGeom prst="rect">
            <a:avLst/>
          </a:prstGeom>
          <a:solidFill>
            <a:srgbClr val="FFFF99"/>
          </a:solidFill>
          <a:ln w="9525">
            <a:solidFill>
              <a:srgbClr val="990000"/>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spcBef>
                <a:spcPct val="20000"/>
              </a:spcBef>
              <a:defRPr/>
            </a:pPr>
            <a:r>
              <a:rPr lang="en-US" altLang="zh-CN">
                <a:solidFill>
                  <a:srgbClr val="660033"/>
                </a:solidFill>
                <a:latin typeface="+mn-lt"/>
                <a:ea typeface="+mn-ea"/>
                <a:cs typeface="+mn-ea"/>
                <a:sym typeface="+mn-lt"/>
              </a:rPr>
              <a:t>2</a:t>
            </a:r>
            <a:endParaRPr lang="en-US" altLang="zh-CN">
              <a:latin typeface="+mn-lt"/>
              <a:ea typeface="+mn-ea"/>
              <a:cs typeface="+mn-ea"/>
              <a:sym typeface="+mn-lt"/>
            </a:endParaRPr>
          </a:p>
        </p:txBody>
      </p:sp>
      <p:sp>
        <p:nvSpPr>
          <p:cNvPr id="49" name="Text Box 50">
            <a:extLst>
              <a:ext uri="{FF2B5EF4-FFF2-40B4-BE49-F238E27FC236}">
                <a16:creationId xmlns:a16="http://schemas.microsoft.com/office/drawing/2014/main" id="{3BA6CC7A-A583-41E1-BAFF-17485E49B772}"/>
              </a:ext>
            </a:extLst>
          </p:cNvPr>
          <p:cNvSpPr txBox="1">
            <a:spLocks noChangeArrowheads="1"/>
          </p:cNvSpPr>
          <p:nvPr/>
        </p:nvSpPr>
        <p:spPr bwMode="auto">
          <a:xfrm>
            <a:off x="1036638" y="3106738"/>
            <a:ext cx="641350" cy="571500"/>
          </a:xfrm>
          <a:prstGeom prst="rect">
            <a:avLst/>
          </a:prstGeom>
          <a:solidFill>
            <a:srgbClr val="FFFF99"/>
          </a:solidFill>
          <a:ln w="9525">
            <a:solidFill>
              <a:srgbClr val="990000"/>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spcBef>
                <a:spcPct val="20000"/>
              </a:spcBef>
              <a:defRPr/>
            </a:pPr>
            <a:r>
              <a:rPr lang="en-US" altLang="zh-CN">
                <a:solidFill>
                  <a:srgbClr val="660033"/>
                </a:solidFill>
                <a:latin typeface="+mn-lt"/>
                <a:ea typeface="+mn-ea"/>
                <a:cs typeface="+mn-ea"/>
                <a:sym typeface="+mn-lt"/>
              </a:rPr>
              <a:t>3</a:t>
            </a:r>
            <a:endParaRPr lang="en-US" altLang="zh-CN">
              <a:latin typeface="+mn-lt"/>
              <a:ea typeface="+mn-ea"/>
              <a:cs typeface="+mn-ea"/>
              <a:sym typeface="+mn-lt"/>
            </a:endParaRPr>
          </a:p>
        </p:txBody>
      </p:sp>
      <p:sp useBgFill="1">
        <p:nvSpPr>
          <p:cNvPr id="50" name="Rectangle 51">
            <a:extLst>
              <a:ext uri="{FF2B5EF4-FFF2-40B4-BE49-F238E27FC236}">
                <a16:creationId xmlns:a16="http://schemas.microsoft.com/office/drawing/2014/main" id="{14EFADDA-5597-4EF4-9B9F-20C7D12AE3B0}"/>
              </a:ext>
            </a:extLst>
          </p:cNvPr>
          <p:cNvSpPr>
            <a:spLocks noChangeArrowheads="1"/>
          </p:cNvSpPr>
          <p:nvPr/>
        </p:nvSpPr>
        <p:spPr bwMode="auto">
          <a:xfrm>
            <a:off x="1811338" y="2851150"/>
            <a:ext cx="457200" cy="125095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endParaRPr lang="zh-CN" altLang="en-US">
              <a:latin typeface="+mn-lt"/>
              <a:ea typeface="+mn-ea"/>
              <a:cs typeface="+mn-ea"/>
              <a:sym typeface="+mn-lt"/>
            </a:endParaRPr>
          </a:p>
        </p:txBody>
      </p:sp>
      <p:sp useBgFill="1">
        <p:nvSpPr>
          <p:cNvPr id="51" name="Rectangle 52">
            <a:extLst>
              <a:ext uri="{FF2B5EF4-FFF2-40B4-BE49-F238E27FC236}">
                <a16:creationId xmlns:a16="http://schemas.microsoft.com/office/drawing/2014/main" id="{388D6165-2B9B-46F9-B394-95D23380003C}"/>
              </a:ext>
            </a:extLst>
          </p:cNvPr>
          <p:cNvSpPr>
            <a:spLocks noChangeArrowheads="1"/>
          </p:cNvSpPr>
          <p:nvPr/>
        </p:nvSpPr>
        <p:spPr bwMode="auto">
          <a:xfrm>
            <a:off x="2979738" y="2859088"/>
            <a:ext cx="457200" cy="11430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endParaRPr lang="zh-CN" altLang="en-US">
              <a:latin typeface="+mn-lt"/>
              <a:ea typeface="+mn-ea"/>
              <a:cs typeface="+mn-ea"/>
              <a:sym typeface="+mn-lt"/>
            </a:endParaRPr>
          </a:p>
        </p:txBody>
      </p:sp>
      <p:grpSp>
        <p:nvGrpSpPr>
          <p:cNvPr id="12" name="Group 64">
            <a:extLst>
              <a:ext uri="{FF2B5EF4-FFF2-40B4-BE49-F238E27FC236}">
                <a16:creationId xmlns:a16="http://schemas.microsoft.com/office/drawing/2014/main" id="{B6694C19-4938-3B43-882C-27518261B138}"/>
              </a:ext>
            </a:extLst>
          </p:cNvPr>
          <p:cNvGrpSpPr>
            <a:grpSpLocks/>
          </p:cNvGrpSpPr>
          <p:nvPr/>
        </p:nvGrpSpPr>
        <p:grpSpPr bwMode="auto">
          <a:xfrm>
            <a:off x="1746250" y="2835275"/>
            <a:ext cx="2843213" cy="1014413"/>
            <a:chOff x="1098" y="2666"/>
            <a:chExt cx="1791" cy="639"/>
          </a:xfrm>
        </p:grpSpPr>
        <p:grpSp>
          <p:nvGrpSpPr>
            <p:cNvPr id="107558" name="Group 59">
              <a:extLst>
                <a:ext uri="{FF2B5EF4-FFF2-40B4-BE49-F238E27FC236}">
                  <a16:creationId xmlns:a16="http://schemas.microsoft.com/office/drawing/2014/main" id="{F435A139-3FD1-C34D-BEA8-0E13509489BC}"/>
                </a:ext>
              </a:extLst>
            </p:cNvPr>
            <p:cNvGrpSpPr>
              <a:grpSpLocks/>
            </p:cNvGrpSpPr>
            <p:nvPr/>
          </p:nvGrpSpPr>
          <p:grpSpPr bwMode="auto">
            <a:xfrm>
              <a:off x="1098" y="2666"/>
              <a:ext cx="213" cy="624"/>
              <a:chOff x="1212" y="2880"/>
              <a:chExt cx="213" cy="624"/>
            </a:xfrm>
          </p:grpSpPr>
          <p:sp>
            <p:nvSpPr>
              <p:cNvPr id="103465" name="Line 60">
                <a:extLst>
                  <a:ext uri="{FF2B5EF4-FFF2-40B4-BE49-F238E27FC236}">
                    <a16:creationId xmlns:a16="http://schemas.microsoft.com/office/drawing/2014/main" id="{348AE44C-BB8E-437C-9E11-A23ECAA3810A}"/>
                  </a:ext>
                </a:extLst>
              </p:cNvPr>
              <p:cNvSpPr>
                <a:spLocks noChangeShapeType="1"/>
              </p:cNvSpPr>
              <p:nvPr/>
            </p:nvSpPr>
            <p:spPr bwMode="auto">
              <a:xfrm>
                <a:off x="1248" y="2880"/>
                <a:ext cx="0" cy="624"/>
              </a:xfrm>
              <a:prstGeom prst="line">
                <a:avLst/>
              </a:prstGeom>
              <a:noFill/>
              <a:ln w="31750">
                <a:solidFill>
                  <a:srgbClr val="990000"/>
                </a:solidFill>
                <a:round/>
                <a:headEnd type="triangle" w="med" len="lg"/>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103466" name="Text Box 61">
                <a:extLst>
                  <a:ext uri="{FF2B5EF4-FFF2-40B4-BE49-F238E27FC236}">
                    <a16:creationId xmlns:a16="http://schemas.microsoft.com/office/drawing/2014/main" id="{D0935B41-688F-49F1-8838-A2840A012AA6}"/>
                  </a:ext>
                </a:extLst>
              </p:cNvPr>
              <p:cNvSpPr txBox="1">
                <a:spLocks noChangeArrowheads="1"/>
              </p:cNvSpPr>
              <p:nvPr/>
            </p:nvSpPr>
            <p:spPr bwMode="auto">
              <a:xfrm>
                <a:off x="1212" y="3052"/>
                <a:ext cx="213" cy="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a:solidFill>
                      <a:srgbClr val="990000"/>
                    </a:solidFill>
                    <a:latin typeface="+mn-lt"/>
                    <a:ea typeface="+mn-ea"/>
                    <a:cs typeface="+mn-ea"/>
                    <a:sym typeface="+mn-lt"/>
                  </a:rPr>
                  <a:t>p</a:t>
                </a:r>
                <a:endParaRPr lang="en-US" altLang="zh-CN">
                  <a:latin typeface="+mn-lt"/>
                  <a:ea typeface="+mn-ea"/>
                  <a:cs typeface="+mn-ea"/>
                  <a:sym typeface="+mn-lt"/>
                </a:endParaRPr>
              </a:p>
            </p:txBody>
          </p:sp>
        </p:grpSp>
        <p:sp>
          <p:nvSpPr>
            <p:cNvPr id="103464" name="Rectangle 63">
              <a:extLst>
                <a:ext uri="{FF2B5EF4-FFF2-40B4-BE49-F238E27FC236}">
                  <a16:creationId xmlns:a16="http://schemas.microsoft.com/office/drawing/2014/main" id="{0E552432-BF76-4630-B541-D6BCCC9649AF}"/>
                </a:ext>
              </a:extLst>
            </p:cNvPr>
            <p:cNvSpPr>
              <a:spLocks noChangeArrowheads="1"/>
            </p:cNvSpPr>
            <p:nvPr/>
          </p:nvSpPr>
          <p:spPr bwMode="auto">
            <a:xfrm>
              <a:off x="2642" y="2701"/>
              <a:ext cx="247" cy="604"/>
            </a:xfrm>
            <a:prstGeom prst="rect">
              <a:avLst/>
            </a:prstGeom>
            <a:solidFill>
              <a:schemeClr val="bg1"/>
            </a:solidFill>
            <a:ln>
              <a:noFill/>
            </a:ln>
            <a:extLst>
              <a:ext uri="{91240B29-F687-4F45-9708-019B960494DF}">
                <a14:hiddenLine xmlns:a14="http://schemas.microsoft.com/office/drawing/2010/main" w="38100">
                  <a:solidFill>
                    <a:srgbClr val="000000"/>
                  </a:solidFill>
                  <a:miter lim="800000"/>
                  <a:headEnd/>
                  <a:tailEnd/>
                </a14:hiddenLine>
              </a:ext>
            </a:extLst>
          </p:spPr>
          <p:txBody>
            <a:bodyPr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endParaRPr lang="zh-CN" altLang="en-US">
                <a:latin typeface="+mn-lt"/>
                <a:ea typeface="+mn-ea"/>
                <a:cs typeface="+mn-ea"/>
                <a:sym typeface="+mn-lt"/>
              </a:endParaRPr>
            </a:p>
          </p:txBody>
        </p:sp>
      </p:grpSp>
      <p:sp>
        <p:nvSpPr>
          <p:cNvPr id="65" name="Text Box 72">
            <a:extLst>
              <a:ext uri="{FF2B5EF4-FFF2-40B4-BE49-F238E27FC236}">
                <a16:creationId xmlns:a16="http://schemas.microsoft.com/office/drawing/2014/main" id="{30A7F20D-95E6-4B3F-9676-E9201F74F51F}"/>
              </a:ext>
            </a:extLst>
          </p:cNvPr>
          <p:cNvSpPr txBox="1">
            <a:spLocks noChangeArrowheads="1"/>
          </p:cNvSpPr>
          <p:nvPr/>
        </p:nvSpPr>
        <p:spPr bwMode="auto">
          <a:xfrm>
            <a:off x="1041400" y="3124200"/>
            <a:ext cx="641350" cy="571500"/>
          </a:xfrm>
          <a:prstGeom prst="rect">
            <a:avLst/>
          </a:prstGeom>
          <a:solidFill>
            <a:srgbClr val="FFFF99"/>
          </a:solidFill>
          <a:ln w="9525">
            <a:solidFill>
              <a:srgbClr val="990000"/>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spcBef>
                <a:spcPct val="20000"/>
              </a:spcBef>
              <a:defRPr/>
            </a:pPr>
            <a:r>
              <a:rPr lang="en-US" altLang="zh-CN">
                <a:solidFill>
                  <a:srgbClr val="660033"/>
                </a:solidFill>
                <a:latin typeface="+mn-lt"/>
                <a:ea typeface="+mn-ea"/>
                <a:cs typeface="+mn-ea"/>
                <a:sym typeface="+mn-lt"/>
              </a:rPr>
              <a:t>1</a:t>
            </a:r>
            <a:endParaRPr lang="en-US" altLang="zh-CN">
              <a:latin typeface="+mn-lt"/>
              <a:ea typeface="+mn-ea"/>
              <a:cs typeface="+mn-ea"/>
              <a:sym typeface="+mn-lt"/>
            </a:endParaRPr>
          </a:p>
        </p:txBody>
      </p:sp>
      <p:sp>
        <p:nvSpPr>
          <p:cNvPr id="66" name="Rectangle 73">
            <a:extLst>
              <a:ext uri="{FF2B5EF4-FFF2-40B4-BE49-F238E27FC236}">
                <a16:creationId xmlns:a16="http://schemas.microsoft.com/office/drawing/2014/main" id="{A0B02CC9-2BC4-4C04-9FCC-DED7C35DF421}"/>
              </a:ext>
            </a:extLst>
          </p:cNvPr>
          <p:cNvSpPr>
            <a:spLocks noChangeArrowheads="1"/>
          </p:cNvSpPr>
          <p:nvPr/>
        </p:nvSpPr>
        <p:spPr bwMode="auto">
          <a:xfrm>
            <a:off x="4041775" y="1679575"/>
            <a:ext cx="593725" cy="57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r>
              <a:rPr lang="en-US" altLang="zh-CN">
                <a:latin typeface="+mn-lt"/>
                <a:ea typeface="+mn-ea"/>
                <a:cs typeface="+mn-ea"/>
                <a:sym typeface="+mn-lt"/>
              </a:rPr>
              <a:t>i=3</a:t>
            </a:r>
          </a:p>
        </p:txBody>
      </p:sp>
      <p:sp>
        <p:nvSpPr>
          <p:cNvPr id="67" name="Rectangle 74">
            <a:extLst>
              <a:ext uri="{FF2B5EF4-FFF2-40B4-BE49-F238E27FC236}">
                <a16:creationId xmlns:a16="http://schemas.microsoft.com/office/drawing/2014/main" id="{073E6A21-C917-45CB-ADA8-A98E2373B9AF}"/>
              </a:ext>
            </a:extLst>
          </p:cNvPr>
          <p:cNvSpPr>
            <a:spLocks noChangeArrowheads="1"/>
          </p:cNvSpPr>
          <p:nvPr/>
        </p:nvSpPr>
        <p:spPr bwMode="auto">
          <a:xfrm>
            <a:off x="6369050" y="1638300"/>
            <a:ext cx="747713" cy="57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r>
              <a:rPr lang="en-US" altLang="zh-CN">
                <a:latin typeface="+mn-lt"/>
                <a:ea typeface="+mn-ea"/>
                <a:cs typeface="+mn-ea"/>
                <a:sym typeface="+mn-lt"/>
              </a:rPr>
              <a:t>i=15</a:t>
            </a:r>
          </a:p>
        </p:txBody>
      </p:sp>
      <p:sp>
        <p:nvSpPr>
          <p:cNvPr id="68" name="Text Box 76">
            <a:extLst>
              <a:ext uri="{FF2B5EF4-FFF2-40B4-BE49-F238E27FC236}">
                <a16:creationId xmlns:a16="http://schemas.microsoft.com/office/drawing/2014/main" id="{02E9FC2A-F573-4968-8B61-E77FC8A2C27E}"/>
              </a:ext>
            </a:extLst>
          </p:cNvPr>
          <p:cNvSpPr txBox="1">
            <a:spLocks noChangeArrowheads="1"/>
          </p:cNvSpPr>
          <p:nvPr/>
        </p:nvSpPr>
        <p:spPr bwMode="auto">
          <a:xfrm>
            <a:off x="1019175" y="3114675"/>
            <a:ext cx="641350" cy="571500"/>
          </a:xfrm>
          <a:prstGeom prst="rect">
            <a:avLst/>
          </a:prstGeom>
          <a:solidFill>
            <a:srgbClr val="FFFF99"/>
          </a:solidFill>
          <a:ln w="9525">
            <a:solidFill>
              <a:srgbClr val="990000"/>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spcBef>
                <a:spcPct val="20000"/>
              </a:spcBef>
              <a:defRPr/>
            </a:pPr>
            <a:r>
              <a:rPr lang="en-US" altLang="zh-CN">
                <a:solidFill>
                  <a:srgbClr val="660033"/>
                </a:solidFill>
                <a:latin typeface="+mn-lt"/>
                <a:ea typeface="+mn-ea"/>
                <a:cs typeface="+mn-ea"/>
                <a:sym typeface="+mn-lt"/>
              </a:rPr>
              <a:t>6</a:t>
            </a:r>
            <a:endParaRPr lang="en-US" altLang="zh-CN">
              <a:latin typeface="+mn-lt"/>
              <a:ea typeface="+mn-ea"/>
              <a:cs typeface="+mn-ea"/>
              <a:sym typeface="+mn-lt"/>
            </a:endParaRPr>
          </a:p>
        </p:txBody>
      </p:sp>
      <p:grpSp>
        <p:nvGrpSpPr>
          <p:cNvPr id="16" name="Group 83">
            <a:extLst>
              <a:ext uri="{FF2B5EF4-FFF2-40B4-BE49-F238E27FC236}">
                <a16:creationId xmlns:a16="http://schemas.microsoft.com/office/drawing/2014/main" id="{6E0D6E12-4634-A249-AC52-B8F2AA19E950}"/>
              </a:ext>
            </a:extLst>
          </p:cNvPr>
          <p:cNvGrpSpPr>
            <a:grpSpLocks/>
          </p:cNvGrpSpPr>
          <p:nvPr/>
        </p:nvGrpSpPr>
        <p:grpSpPr bwMode="auto">
          <a:xfrm>
            <a:off x="7594600" y="2779713"/>
            <a:ext cx="1397000" cy="1046162"/>
            <a:chOff x="4817" y="2622"/>
            <a:chExt cx="880" cy="659"/>
          </a:xfrm>
        </p:grpSpPr>
        <p:grpSp>
          <p:nvGrpSpPr>
            <p:cNvPr id="107554" name="Group 79">
              <a:extLst>
                <a:ext uri="{FF2B5EF4-FFF2-40B4-BE49-F238E27FC236}">
                  <a16:creationId xmlns:a16="http://schemas.microsoft.com/office/drawing/2014/main" id="{A629F8AC-E4C3-DC41-89CC-01C86D5DBE39}"/>
                </a:ext>
              </a:extLst>
            </p:cNvPr>
            <p:cNvGrpSpPr>
              <a:grpSpLocks/>
            </p:cNvGrpSpPr>
            <p:nvPr/>
          </p:nvGrpSpPr>
          <p:grpSpPr bwMode="auto">
            <a:xfrm>
              <a:off x="5484" y="2622"/>
              <a:ext cx="213" cy="624"/>
              <a:chOff x="1212" y="2880"/>
              <a:chExt cx="213" cy="624"/>
            </a:xfrm>
          </p:grpSpPr>
          <p:sp>
            <p:nvSpPr>
              <p:cNvPr id="103457" name="Line 80">
                <a:extLst>
                  <a:ext uri="{FF2B5EF4-FFF2-40B4-BE49-F238E27FC236}">
                    <a16:creationId xmlns:a16="http://schemas.microsoft.com/office/drawing/2014/main" id="{D553E65A-367A-4D2E-9118-4CCB8A99B3FC}"/>
                  </a:ext>
                </a:extLst>
              </p:cNvPr>
              <p:cNvSpPr>
                <a:spLocks noChangeShapeType="1"/>
              </p:cNvSpPr>
              <p:nvPr/>
            </p:nvSpPr>
            <p:spPr bwMode="auto">
              <a:xfrm>
                <a:off x="1248" y="2880"/>
                <a:ext cx="0" cy="624"/>
              </a:xfrm>
              <a:prstGeom prst="line">
                <a:avLst/>
              </a:prstGeom>
              <a:noFill/>
              <a:ln w="31750">
                <a:solidFill>
                  <a:srgbClr val="990000"/>
                </a:solidFill>
                <a:round/>
                <a:headEnd type="triangle" w="med" len="lg"/>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103458" name="Text Box 81">
                <a:extLst>
                  <a:ext uri="{FF2B5EF4-FFF2-40B4-BE49-F238E27FC236}">
                    <a16:creationId xmlns:a16="http://schemas.microsoft.com/office/drawing/2014/main" id="{97A1AE70-FE58-4702-946E-A5DBCE2629BD}"/>
                  </a:ext>
                </a:extLst>
              </p:cNvPr>
              <p:cNvSpPr txBox="1">
                <a:spLocks noChangeArrowheads="1"/>
              </p:cNvSpPr>
              <p:nvPr/>
            </p:nvSpPr>
            <p:spPr bwMode="auto">
              <a:xfrm>
                <a:off x="1212" y="3052"/>
                <a:ext cx="213" cy="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dirty="0">
                    <a:solidFill>
                      <a:srgbClr val="990000"/>
                    </a:solidFill>
                    <a:latin typeface="+mn-lt"/>
                    <a:ea typeface="+mn-ea"/>
                    <a:cs typeface="+mn-ea"/>
                    <a:sym typeface="+mn-lt"/>
                  </a:rPr>
                  <a:t>p</a:t>
                </a:r>
                <a:endParaRPr lang="en-US" altLang="zh-CN" dirty="0">
                  <a:latin typeface="+mn-lt"/>
                  <a:ea typeface="+mn-ea"/>
                  <a:cs typeface="+mn-ea"/>
                  <a:sym typeface="+mn-lt"/>
                </a:endParaRPr>
              </a:p>
            </p:txBody>
          </p:sp>
        </p:grpSp>
        <p:sp>
          <p:nvSpPr>
            <p:cNvPr id="103456" name="Rectangle 82">
              <a:extLst>
                <a:ext uri="{FF2B5EF4-FFF2-40B4-BE49-F238E27FC236}">
                  <a16:creationId xmlns:a16="http://schemas.microsoft.com/office/drawing/2014/main" id="{DD80B118-EE50-49CF-B452-64A235058529}"/>
                </a:ext>
              </a:extLst>
            </p:cNvPr>
            <p:cNvSpPr>
              <a:spLocks noChangeArrowheads="1"/>
            </p:cNvSpPr>
            <p:nvPr/>
          </p:nvSpPr>
          <p:spPr bwMode="auto">
            <a:xfrm>
              <a:off x="4817" y="2658"/>
              <a:ext cx="287" cy="623"/>
            </a:xfrm>
            <a:prstGeom prst="rect">
              <a:avLst/>
            </a:prstGeom>
            <a:solidFill>
              <a:schemeClr val="bg1"/>
            </a:solidFill>
            <a:ln>
              <a:noFill/>
            </a:ln>
            <a:extLst>
              <a:ext uri="{91240B29-F687-4F45-9708-019B960494DF}">
                <a14:hiddenLine xmlns:a14="http://schemas.microsoft.com/office/drawing/2010/main" w="38100">
                  <a:solidFill>
                    <a:srgbClr val="000000"/>
                  </a:solidFill>
                  <a:miter lim="800000"/>
                  <a:headEnd/>
                  <a:tailEnd/>
                </a14:hiddenLine>
              </a:ext>
            </a:extLst>
          </p:spPr>
          <p:txBody>
            <a:bodyPr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endParaRPr lang="zh-CN" altLang="en-US">
                <a:latin typeface="+mn-lt"/>
                <a:ea typeface="+mn-ea"/>
                <a:cs typeface="+mn-ea"/>
                <a:sym typeface="+mn-lt"/>
              </a:endParaRPr>
            </a:p>
          </p:txBody>
        </p:sp>
      </p:grpSp>
      <p:sp>
        <p:nvSpPr>
          <p:cNvPr id="74" name="Text Box 84">
            <a:extLst>
              <a:ext uri="{FF2B5EF4-FFF2-40B4-BE49-F238E27FC236}">
                <a16:creationId xmlns:a16="http://schemas.microsoft.com/office/drawing/2014/main" id="{AFA6A920-7573-43D6-913E-61B8D1642039}"/>
              </a:ext>
            </a:extLst>
          </p:cNvPr>
          <p:cNvSpPr txBox="1">
            <a:spLocks noChangeArrowheads="1"/>
          </p:cNvSpPr>
          <p:nvPr/>
        </p:nvSpPr>
        <p:spPr bwMode="auto">
          <a:xfrm>
            <a:off x="1022350" y="3106738"/>
            <a:ext cx="641350" cy="571500"/>
          </a:xfrm>
          <a:prstGeom prst="rect">
            <a:avLst/>
          </a:prstGeom>
          <a:solidFill>
            <a:srgbClr val="FFFF99"/>
          </a:solidFill>
          <a:ln w="9525">
            <a:solidFill>
              <a:srgbClr val="990000"/>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spcBef>
                <a:spcPct val="20000"/>
              </a:spcBef>
              <a:defRPr/>
            </a:pPr>
            <a:r>
              <a:rPr lang="en-US" altLang="zh-CN">
                <a:solidFill>
                  <a:srgbClr val="660033"/>
                </a:solidFill>
                <a:latin typeface="+mn-lt"/>
                <a:ea typeface="+mn-ea"/>
                <a:cs typeface="+mn-ea"/>
                <a:sym typeface="+mn-lt"/>
              </a:rPr>
              <a:t>7</a:t>
            </a:r>
            <a:endParaRPr lang="en-US" altLang="zh-CN">
              <a:latin typeface="+mn-lt"/>
              <a:ea typeface="+mn-ea"/>
              <a:cs typeface="+mn-ea"/>
              <a:sym typeface="+mn-lt"/>
            </a:endParaRPr>
          </a:p>
        </p:txBody>
      </p:sp>
      <p:sp>
        <p:nvSpPr>
          <p:cNvPr id="103452" name="Text Box 55">
            <a:extLst>
              <a:ext uri="{FF2B5EF4-FFF2-40B4-BE49-F238E27FC236}">
                <a16:creationId xmlns:a16="http://schemas.microsoft.com/office/drawing/2014/main" id="{3028E947-4A7A-421C-B263-A06B20B8E90B}"/>
              </a:ext>
            </a:extLst>
          </p:cNvPr>
          <p:cNvSpPr txBox="1">
            <a:spLocks noChangeArrowheads="1"/>
          </p:cNvSpPr>
          <p:nvPr/>
        </p:nvSpPr>
        <p:spPr bwMode="auto">
          <a:xfrm>
            <a:off x="134938" y="965200"/>
            <a:ext cx="8761412" cy="635000"/>
          </a:xfrm>
          <a:prstGeom prst="roundRect">
            <a:avLst/>
          </a:prstGeom>
          <a:solidFill>
            <a:schemeClr val="accent1">
              <a:lumMod val="60000"/>
              <a:lumOff val="40000"/>
            </a:schemeClr>
          </a:solidFill>
          <a:ln>
            <a:noFill/>
          </a:ln>
        </p:spPr>
        <p:txBody>
          <a:bodyPr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olidFill>
                  <a:schemeClr val="bg1"/>
                </a:solidFill>
                <a:sym typeface="+mn-lt"/>
              </a:rPr>
              <a:t>例：分别取出表中</a:t>
            </a:r>
            <a:r>
              <a:rPr lang="en-US" altLang="zh-CN">
                <a:solidFill>
                  <a:schemeClr val="bg1"/>
                </a:solidFill>
                <a:sym typeface="+mn-lt"/>
              </a:rPr>
              <a:t>i=3</a:t>
            </a:r>
            <a:r>
              <a:rPr lang="zh-CN" altLang="en-US">
                <a:solidFill>
                  <a:schemeClr val="bg1"/>
                </a:solidFill>
                <a:sym typeface="+mn-lt"/>
              </a:rPr>
              <a:t>和</a:t>
            </a:r>
            <a:r>
              <a:rPr lang="en-US" altLang="zh-CN">
                <a:solidFill>
                  <a:schemeClr val="bg1"/>
                </a:solidFill>
                <a:sym typeface="+mn-lt"/>
              </a:rPr>
              <a:t>i=15</a:t>
            </a:r>
            <a:r>
              <a:rPr lang="zh-CN" altLang="en-US">
                <a:solidFill>
                  <a:schemeClr val="bg1"/>
                </a:solidFill>
                <a:sym typeface="+mn-lt"/>
              </a:rPr>
              <a:t>的元素</a:t>
            </a:r>
            <a:endParaRPr lang="en-US" altLang="zh-CN">
              <a:solidFill>
                <a:schemeClr val="bg1"/>
              </a:solidFill>
              <a:sym typeface="+mn-lt"/>
            </a:endParaRPr>
          </a:p>
        </p:txBody>
      </p:sp>
      <p:sp>
        <p:nvSpPr>
          <p:cNvPr id="77" name="Rectangle 4">
            <a:extLst>
              <a:ext uri="{FF2B5EF4-FFF2-40B4-BE49-F238E27FC236}">
                <a16:creationId xmlns:a16="http://schemas.microsoft.com/office/drawing/2014/main" id="{E30A76CD-1263-4A97-9716-93A7ABBA7C7B}"/>
              </a:ext>
            </a:extLst>
          </p:cNvPr>
          <p:cNvSpPr>
            <a:spLocks noChangeArrowheads="1"/>
          </p:cNvSpPr>
          <p:nvPr/>
        </p:nvSpPr>
        <p:spPr bwMode="auto">
          <a:xfrm>
            <a:off x="149225" y="4464050"/>
            <a:ext cx="8747125" cy="2278063"/>
          </a:xfrm>
          <a:prstGeom prst="rect">
            <a:avLst/>
          </a:prstGeom>
          <a:solidFill>
            <a:srgbClr val="EAEAEA"/>
          </a:solidFill>
          <a:ln>
            <a:noFill/>
          </a:ln>
        </p:spPr>
        <p:txBody>
          <a:bodyPr anchor="ctr">
            <a:spAutoFit/>
          </a:bodyPr>
          <a:lstStyle>
            <a:lvl1pPr indent="258763">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buFont typeface="Wingdings" pitchFamily="2" charset="2"/>
              <a:buChar char="ü"/>
            </a:pPr>
            <a:r>
              <a:rPr lang="zh-CN" altLang="en-US" sz="2000">
                <a:sym typeface="+mn-lt"/>
              </a:rPr>
              <a:t>从第</a:t>
            </a:r>
            <a:r>
              <a:rPr lang="en-US" altLang="zh-CN" sz="2000">
                <a:sym typeface="+mn-lt"/>
              </a:rPr>
              <a:t>1</a:t>
            </a:r>
            <a:r>
              <a:rPr lang="zh-CN" altLang="en-US" sz="2000">
                <a:sym typeface="+mn-lt"/>
              </a:rPr>
              <a:t>个结点（</a:t>
            </a:r>
            <a:r>
              <a:rPr lang="en-US" altLang="zh-CN" sz="2000">
                <a:sym typeface="+mn-lt"/>
              </a:rPr>
              <a:t>L-&gt;next</a:t>
            </a:r>
            <a:r>
              <a:rPr lang="zh-CN" altLang="en-US" sz="2000">
                <a:sym typeface="+mn-lt"/>
              </a:rPr>
              <a:t>）顺链扫描，用指针</a:t>
            </a:r>
            <a:r>
              <a:rPr lang="en-US" altLang="zh-CN" sz="2000">
                <a:sym typeface="+mn-lt"/>
              </a:rPr>
              <a:t>p</a:t>
            </a:r>
            <a:r>
              <a:rPr lang="zh-CN" altLang="en-US" sz="2000">
                <a:sym typeface="+mn-lt"/>
              </a:rPr>
              <a:t>指向当前扫描到的结点，</a:t>
            </a:r>
            <a:r>
              <a:rPr lang="en-US" altLang="zh-CN" sz="2000">
                <a:sym typeface="+mn-lt"/>
              </a:rPr>
              <a:t>p</a:t>
            </a:r>
            <a:r>
              <a:rPr lang="zh-CN" altLang="en-US" sz="2000">
                <a:sym typeface="+mn-lt"/>
              </a:rPr>
              <a:t>初值</a:t>
            </a:r>
            <a:r>
              <a:rPr lang="en-US" altLang="zh-CN" sz="2000">
                <a:sym typeface="+mn-lt"/>
              </a:rPr>
              <a:t>p = L-&gt;next</a:t>
            </a:r>
            <a:r>
              <a:rPr lang="zh-CN" altLang="en-US" sz="2000">
                <a:sym typeface="+mn-lt"/>
              </a:rPr>
              <a:t>。</a:t>
            </a:r>
          </a:p>
          <a:p>
            <a:pPr>
              <a:spcBef>
                <a:spcPct val="20000"/>
              </a:spcBef>
              <a:buFont typeface="Wingdings" pitchFamily="2" charset="2"/>
              <a:buChar char="ü"/>
            </a:pPr>
            <a:r>
              <a:rPr lang="en-US" altLang="zh-CN" sz="2000" i="1">
                <a:sym typeface="+mn-lt"/>
              </a:rPr>
              <a:t>j</a:t>
            </a:r>
            <a:r>
              <a:rPr lang="zh-CN" altLang="en-US" sz="2000">
                <a:sym typeface="+mn-lt"/>
              </a:rPr>
              <a:t>做计数器，累计当前扫描过的结点数，</a:t>
            </a:r>
            <a:r>
              <a:rPr lang="en-US" altLang="zh-CN" sz="2000" i="1">
                <a:sym typeface="+mn-lt"/>
              </a:rPr>
              <a:t>j</a:t>
            </a:r>
            <a:r>
              <a:rPr lang="zh-CN" altLang="en-US" sz="2000">
                <a:sym typeface="+mn-lt"/>
              </a:rPr>
              <a:t>初值为</a:t>
            </a:r>
            <a:r>
              <a:rPr lang="en-US" altLang="zh-CN" sz="2000">
                <a:sym typeface="+mn-lt"/>
              </a:rPr>
              <a:t>1</a:t>
            </a:r>
            <a:r>
              <a:rPr lang="zh-CN" altLang="en-US" sz="2000">
                <a:sym typeface="+mn-lt"/>
              </a:rPr>
              <a:t>。</a:t>
            </a:r>
          </a:p>
          <a:p>
            <a:pPr>
              <a:spcBef>
                <a:spcPct val="20000"/>
              </a:spcBef>
              <a:buFont typeface="Wingdings" pitchFamily="2" charset="2"/>
              <a:buChar char="ü"/>
            </a:pPr>
            <a:r>
              <a:rPr lang="zh-CN" altLang="en-US" sz="2000">
                <a:sym typeface="+mn-lt"/>
              </a:rPr>
              <a:t>当</a:t>
            </a:r>
            <a:r>
              <a:rPr lang="en-US" altLang="zh-CN" sz="2000">
                <a:sym typeface="+mn-lt"/>
              </a:rPr>
              <a:t>p</a:t>
            </a:r>
            <a:r>
              <a:rPr lang="zh-CN" altLang="en-US" sz="2000">
                <a:sym typeface="+mn-lt"/>
              </a:rPr>
              <a:t>指向扫描到的下一结点时，计数器</a:t>
            </a:r>
            <a:r>
              <a:rPr lang="en-US" altLang="zh-CN" sz="2000" i="1">
                <a:sym typeface="+mn-lt"/>
              </a:rPr>
              <a:t>j</a:t>
            </a:r>
            <a:r>
              <a:rPr lang="zh-CN" altLang="en-US" sz="2000">
                <a:sym typeface="+mn-lt"/>
              </a:rPr>
              <a:t>加</a:t>
            </a:r>
            <a:r>
              <a:rPr lang="en-US" altLang="zh-CN" sz="2000">
                <a:sym typeface="+mn-lt"/>
              </a:rPr>
              <a:t>1</a:t>
            </a:r>
            <a:r>
              <a:rPr lang="zh-CN" altLang="en-US" sz="2000">
                <a:sym typeface="+mn-lt"/>
              </a:rPr>
              <a:t>。</a:t>
            </a:r>
          </a:p>
          <a:p>
            <a:pPr>
              <a:spcBef>
                <a:spcPct val="20000"/>
              </a:spcBef>
              <a:buFont typeface="Wingdings" pitchFamily="2" charset="2"/>
              <a:buChar char="ü"/>
            </a:pPr>
            <a:r>
              <a:rPr lang="zh-CN" altLang="en-US" sz="2000">
                <a:sym typeface="+mn-lt"/>
              </a:rPr>
              <a:t>当</a:t>
            </a:r>
            <a:r>
              <a:rPr lang="en-US" altLang="zh-CN" sz="2000" i="1">
                <a:sym typeface="+mn-lt"/>
              </a:rPr>
              <a:t>j </a:t>
            </a:r>
            <a:r>
              <a:rPr lang="en-US" altLang="zh-CN" sz="2000">
                <a:sym typeface="+mn-lt"/>
              </a:rPr>
              <a:t>= </a:t>
            </a:r>
            <a:r>
              <a:rPr lang="en-US" altLang="zh-CN" sz="2000" i="1">
                <a:sym typeface="+mn-lt"/>
              </a:rPr>
              <a:t>i</a:t>
            </a:r>
            <a:r>
              <a:rPr lang="zh-CN" altLang="en-US" sz="2000">
                <a:sym typeface="+mn-lt"/>
              </a:rPr>
              <a:t>时，</a:t>
            </a:r>
            <a:r>
              <a:rPr lang="en-US" altLang="zh-CN" sz="2000">
                <a:sym typeface="+mn-lt"/>
              </a:rPr>
              <a:t>p</a:t>
            </a:r>
            <a:r>
              <a:rPr lang="zh-CN" altLang="en-US" sz="2000">
                <a:sym typeface="+mn-lt"/>
              </a:rPr>
              <a:t>所指的结点就是要找的第</a:t>
            </a:r>
            <a:r>
              <a:rPr lang="en-US" altLang="zh-CN" sz="2000" i="1">
                <a:sym typeface="+mn-lt"/>
              </a:rPr>
              <a:t>i</a:t>
            </a:r>
            <a:r>
              <a:rPr lang="zh-CN" altLang="en-US" sz="2000">
                <a:sym typeface="+mn-lt"/>
              </a:rPr>
              <a:t>个结点。</a:t>
            </a:r>
          </a:p>
        </p:txBody>
      </p:sp>
      <p:sp>
        <p:nvSpPr>
          <p:cNvPr id="78" name="Rectangle 5">
            <a:extLst>
              <a:ext uri="{FF2B5EF4-FFF2-40B4-BE49-F238E27FC236}">
                <a16:creationId xmlns:a16="http://schemas.microsoft.com/office/drawing/2014/main" id="{DFDDE7F3-3DC0-4C59-9C79-CFC3C83897CE}"/>
              </a:ext>
            </a:extLst>
          </p:cNvPr>
          <p:cNvSpPr>
            <a:spLocks noChangeArrowheads="1"/>
          </p:cNvSpPr>
          <p:nvPr/>
        </p:nvSpPr>
        <p:spPr bwMode="auto">
          <a:xfrm>
            <a:off x="138113" y="3860800"/>
            <a:ext cx="8758237" cy="547688"/>
          </a:xfrm>
          <a:prstGeom prst="roundRect">
            <a:avLst/>
          </a:prstGeom>
          <a:solidFill>
            <a:schemeClr val="accent1">
              <a:lumMod val="60000"/>
              <a:lumOff val="40000"/>
            </a:schemeClr>
          </a:solidFill>
          <a:ln>
            <a:noFill/>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r>
              <a:rPr lang="en-US" altLang="zh-CN">
                <a:solidFill>
                  <a:schemeClr val="bg1"/>
                </a:solidFill>
                <a:sym typeface="+mn-lt"/>
              </a:rPr>
              <a:t>【</a:t>
            </a:r>
            <a:r>
              <a:rPr lang="zh-CN" altLang="en-US">
                <a:solidFill>
                  <a:schemeClr val="bg1"/>
                </a:solidFill>
                <a:sym typeface="+mn-lt"/>
              </a:rPr>
              <a:t>算法步骤</a:t>
            </a:r>
            <a:r>
              <a:rPr lang="en-US" altLang="zh-CN">
                <a:solidFill>
                  <a:schemeClr val="bg1"/>
                </a:solidFill>
                <a:sym typeface="+mn-lt"/>
              </a:rPr>
              <a:t>】</a:t>
            </a:r>
          </a:p>
        </p:txBody>
      </p:sp>
      <p:sp>
        <p:nvSpPr>
          <p:cNvPr id="72" name="Rectangle 6">
            <a:extLst>
              <a:ext uri="{FF2B5EF4-FFF2-40B4-BE49-F238E27FC236}">
                <a16:creationId xmlns:a16="http://schemas.microsoft.com/office/drawing/2014/main" id="{5FF06BF8-037E-4461-8EF4-6EA75BA4B213}"/>
              </a:ext>
            </a:extLst>
          </p:cNvPr>
          <p:cNvSpPr>
            <a:spLocks noChangeArrowheads="1"/>
          </p:cNvSpPr>
          <p:nvPr/>
        </p:nvSpPr>
        <p:spPr bwMode="auto">
          <a:xfrm>
            <a:off x="935038" y="201613"/>
            <a:ext cx="50768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线性表的重要基本操作</a:t>
            </a:r>
          </a:p>
        </p:txBody>
      </p:sp>
      <p:grpSp>
        <p:nvGrpSpPr>
          <p:cNvPr id="71" name="Group 77">
            <a:extLst>
              <a:ext uri="{FF2B5EF4-FFF2-40B4-BE49-F238E27FC236}">
                <a16:creationId xmlns:a16="http://schemas.microsoft.com/office/drawing/2014/main" id="{2DDBF2E3-83C4-9249-AF43-C28DC9B5B16B}"/>
              </a:ext>
            </a:extLst>
          </p:cNvPr>
          <p:cNvGrpSpPr>
            <a:grpSpLocks/>
          </p:cNvGrpSpPr>
          <p:nvPr/>
        </p:nvGrpSpPr>
        <p:grpSpPr bwMode="auto">
          <a:xfrm>
            <a:off x="1728788" y="2827338"/>
            <a:ext cx="6416675" cy="998537"/>
            <a:chOff x="1079" y="2652"/>
            <a:chExt cx="4042" cy="629"/>
          </a:xfrm>
        </p:grpSpPr>
        <p:grpSp>
          <p:nvGrpSpPr>
            <p:cNvPr id="107550" name="Group 66">
              <a:extLst>
                <a:ext uri="{FF2B5EF4-FFF2-40B4-BE49-F238E27FC236}">
                  <a16:creationId xmlns:a16="http://schemas.microsoft.com/office/drawing/2014/main" id="{EFE185F7-7703-8149-9869-AEB6FF38948B}"/>
                </a:ext>
              </a:extLst>
            </p:cNvPr>
            <p:cNvGrpSpPr>
              <a:grpSpLocks/>
            </p:cNvGrpSpPr>
            <p:nvPr/>
          </p:nvGrpSpPr>
          <p:grpSpPr bwMode="auto">
            <a:xfrm>
              <a:off x="4908" y="2652"/>
              <a:ext cx="213" cy="624"/>
              <a:chOff x="1212" y="2880"/>
              <a:chExt cx="213" cy="624"/>
            </a:xfrm>
          </p:grpSpPr>
          <p:sp>
            <p:nvSpPr>
              <p:cNvPr id="76" name="Line 67">
                <a:extLst>
                  <a:ext uri="{FF2B5EF4-FFF2-40B4-BE49-F238E27FC236}">
                    <a16:creationId xmlns:a16="http://schemas.microsoft.com/office/drawing/2014/main" id="{338F309E-DD40-4A61-9BC4-F62666D890A9}"/>
                  </a:ext>
                </a:extLst>
              </p:cNvPr>
              <p:cNvSpPr>
                <a:spLocks noChangeShapeType="1"/>
              </p:cNvSpPr>
              <p:nvPr/>
            </p:nvSpPr>
            <p:spPr bwMode="auto">
              <a:xfrm>
                <a:off x="1248" y="2880"/>
                <a:ext cx="0" cy="624"/>
              </a:xfrm>
              <a:prstGeom prst="line">
                <a:avLst/>
              </a:prstGeom>
              <a:noFill/>
              <a:ln w="31750">
                <a:solidFill>
                  <a:srgbClr val="990000"/>
                </a:solidFill>
                <a:round/>
                <a:headEnd type="triangle" w="med" len="lg"/>
                <a:tailEnd/>
              </a:ln>
              <a:extLst>
                <a:ext uri="{909E8E84-426E-40DD-AFC4-6F175D3DCCD1}">
                  <a14:hiddenFill xmlns:a14="http://schemas.microsoft.com/office/drawing/2010/main">
                    <a:noFill/>
                  </a14:hiddenFill>
                </a:ext>
              </a:extLst>
            </p:spPr>
            <p:txBody>
              <a:bodyPr/>
              <a:lstStyle/>
              <a:p>
                <a:pPr>
                  <a:lnSpc>
                    <a:spcPct val="130000"/>
                  </a:lnSpc>
                  <a:defRPr/>
                </a:pPr>
                <a:endParaRPr lang="zh-CN" altLang="en-US" sz="2400">
                  <a:latin typeface="+mn-lt"/>
                  <a:ea typeface="+mn-ea"/>
                  <a:cs typeface="+mn-ea"/>
                  <a:sym typeface="+mn-lt"/>
                </a:endParaRPr>
              </a:p>
            </p:txBody>
          </p:sp>
          <p:sp>
            <p:nvSpPr>
              <p:cNvPr id="79" name="Text Box 68">
                <a:extLst>
                  <a:ext uri="{FF2B5EF4-FFF2-40B4-BE49-F238E27FC236}">
                    <a16:creationId xmlns:a16="http://schemas.microsoft.com/office/drawing/2014/main" id="{8C18D970-5E4E-450B-B85F-63D0F5D7FF22}"/>
                  </a:ext>
                </a:extLst>
              </p:cNvPr>
              <p:cNvSpPr txBox="1">
                <a:spLocks noChangeArrowheads="1"/>
              </p:cNvSpPr>
              <p:nvPr/>
            </p:nvSpPr>
            <p:spPr bwMode="auto">
              <a:xfrm>
                <a:off x="1212" y="3052"/>
                <a:ext cx="213" cy="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spcBef>
                    <a:spcPct val="20000"/>
                  </a:spcBef>
                  <a:defRPr/>
                </a:pPr>
                <a:r>
                  <a:rPr lang="en-US" altLang="zh-CN">
                    <a:solidFill>
                      <a:srgbClr val="990000"/>
                    </a:solidFill>
                    <a:latin typeface="+mn-lt"/>
                    <a:ea typeface="+mn-ea"/>
                    <a:cs typeface="+mn-ea"/>
                    <a:sym typeface="+mn-lt"/>
                  </a:rPr>
                  <a:t>p</a:t>
                </a:r>
                <a:endParaRPr lang="en-US" altLang="zh-CN">
                  <a:latin typeface="+mn-lt"/>
                  <a:ea typeface="+mn-ea"/>
                  <a:cs typeface="+mn-ea"/>
                  <a:sym typeface="+mn-lt"/>
                </a:endParaRPr>
              </a:p>
            </p:txBody>
          </p:sp>
        </p:grpSp>
        <p:sp>
          <p:nvSpPr>
            <p:cNvPr id="75" name="Rectangle 69">
              <a:extLst>
                <a:ext uri="{FF2B5EF4-FFF2-40B4-BE49-F238E27FC236}">
                  <a16:creationId xmlns:a16="http://schemas.microsoft.com/office/drawing/2014/main" id="{A270D3BB-3057-4E07-A497-226E157044B2}"/>
                </a:ext>
              </a:extLst>
            </p:cNvPr>
            <p:cNvSpPr>
              <a:spLocks noChangeArrowheads="1"/>
            </p:cNvSpPr>
            <p:nvPr/>
          </p:nvSpPr>
          <p:spPr bwMode="auto">
            <a:xfrm>
              <a:off x="1079" y="2657"/>
              <a:ext cx="251" cy="624"/>
            </a:xfrm>
            <a:prstGeom prst="rect">
              <a:avLst/>
            </a:prstGeom>
            <a:solidFill>
              <a:schemeClr val="bg1"/>
            </a:solidFill>
            <a:ln>
              <a:noFill/>
            </a:ln>
            <a:extLst>
              <a:ext uri="{91240B29-F687-4F45-9708-019B960494DF}">
                <a14:hiddenLine xmlns:a14="http://schemas.microsoft.com/office/drawing/2010/main" w="38100">
                  <a:solidFill>
                    <a:srgbClr val="000000"/>
                  </a:solidFill>
                  <a:miter lim="800000"/>
                  <a:headEnd/>
                  <a:tailEnd/>
                </a14:hiddenLine>
              </a:ext>
            </a:extLst>
          </p:spPr>
          <p:txBody>
            <a:bodyPr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endParaRPr lang="zh-CN" altLang="en-US">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par>
                          <p:cTn id="8" fill="hold" nodeType="afterGroup">
                            <p:stCondLst>
                              <p:cond delay="500"/>
                            </p:stCondLst>
                            <p:childTnLst>
                              <p:par>
                                <p:cTn id="9" presetID="22" presetClass="entr" presetSubtype="8"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left)">
                                      <p:cBhvr>
                                        <p:cTn id="11" dur="500"/>
                                        <p:tgtEl>
                                          <p:spTgt spid="3"/>
                                        </p:tgtEl>
                                      </p:cBhvr>
                                    </p:animEffect>
                                  </p:childTnLst>
                                </p:cTn>
                              </p:par>
                            </p:childTnLst>
                          </p:cTn>
                        </p:par>
                        <p:par>
                          <p:cTn id="12" fill="hold" nodeType="afterGroup">
                            <p:stCondLst>
                              <p:cond delay="1000"/>
                            </p:stCondLst>
                            <p:childTnLst>
                              <p:par>
                                <p:cTn id="13" presetID="22" presetClass="entr" presetSubtype="8"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wipe(left)">
                                      <p:cBhvr>
                                        <p:cTn id="15" dur="500"/>
                                        <p:tgtEl>
                                          <p:spTgt spid="4"/>
                                        </p:tgtEl>
                                      </p:cBhvr>
                                    </p:animEffect>
                                  </p:childTnLst>
                                </p:cTn>
                              </p:par>
                            </p:childTnLst>
                          </p:cTn>
                        </p:par>
                        <p:par>
                          <p:cTn id="16" fill="hold" nodeType="afterGroup">
                            <p:stCondLst>
                              <p:cond delay="1500"/>
                            </p:stCondLst>
                            <p:childTnLst>
                              <p:par>
                                <p:cTn id="17" presetID="22" presetClass="entr" presetSubtype="8" fill="hold"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wipe(left)">
                                      <p:cBhvr>
                                        <p:cTn id="19" dur="500"/>
                                        <p:tgtEl>
                                          <p:spTgt spid="5"/>
                                        </p:tgtEl>
                                      </p:cBhvr>
                                    </p:animEffect>
                                  </p:childTnLst>
                                </p:cTn>
                              </p:par>
                            </p:childTnLst>
                          </p:cTn>
                        </p:par>
                        <p:par>
                          <p:cTn id="20" fill="hold" nodeType="afterGroup">
                            <p:stCondLst>
                              <p:cond delay="2000"/>
                            </p:stCondLst>
                            <p:childTnLst>
                              <p:par>
                                <p:cTn id="21" presetID="22" presetClass="entr" presetSubtype="8"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wipe(left)">
                                      <p:cBhvr>
                                        <p:cTn id="23" dur="500"/>
                                        <p:tgtEl>
                                          <p:spTgt spid="6"/>
                                        </p:tgtEl>
                                      </p:cBhvr>
                                    </p:animEffect>
                                  </p:childTnLst>
                                </p:cTn>
                              </p:par>
                            </p:childTnLst>
                          </p:cTn>
                        </p:par>
                        <p:par>
                          <p:cTn id="24" fill="hold" nodeType="afterGroup">
                            <p:stCondLst>
                              <p:cond delay="2500"/>
                            </p:stCondLst>
                            <p:childTnLst>
                              <p:par>
                                <p:cTn id="25" presetID="22" presetClass="entr" presetSubtype="8" fill="hold"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wipe(left)">
                                      <p:cBhvr>
                                        <p:cTn id="27" dur="500"/>
                                        <p:tgtEl>
                                          <p:spTgt spid="7"/>
                                        </p:tgtEl>
                                      </p:cBhvr>
                                    </p:animEffect>
                                  </p:childTnLst>
                                </p:cTn>
                              </p:par>
                            </p:childTnLst>
                          </p:cTn>
                        </p:par>
                        <p:par>
                          <p:cTn id="28" fill="hold" nodeType="afterGroup">
                            <p:stCondLst>
                              <p:cond delay="3000"/>
                            </p:stCondLst>
                            <p:childTnLst>
                              <p:par>
                                <p:cTn id="29" presetID="22" presetClass="entr" presetSubtype="8" fill="hold" nodeType="after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left)">
                                      <p:cBhvr>
                                        <p:cTn id="31" dur="500"/>
                                        <p:tgtEl>
                                          <p:spTgt spid="8"/>
                                        </p:tgtEl>
                                      </p:cBhvr>
                                    </p:animEffect>
                                  </p:childTnLst>
                                </p:cTn>
                              </p:par>
                            </p:childTnLst>
                          </p:cTn>
                        </p:par>
                      </p:childTnLst>
                    </p:cTn>
                  </p:par>
                  <p:par>
                    <p:cTn id="32" fill="hold" nodeType="clickPar">
                      <p:stCondLst>
                        <p:cond delay="indefinite"/>
                      </p:stCondLst>
                      <p:childTnLst>
                        <p:par>
                          <p:cTn id="33" fill="hold" nodeType="withGroup">
                            <p:stCondLst>
                              <p:cond delay="0"/>
                            </p:stCondLst>
                            <p:childTnLst>
                              <p:par>
                                <p:cTn id="34" presetID="1" presetClass="entr" presetSubtype="0" fill="hold" grpId="0" nodeType="clickEffect">
                                  <p:stCondLst>
                                    <p:cond delay="0"/>
                                  </p:stCondLst>
                                  <p:childTnLst>
                                    <p:set>
                                      <p:cBhvr>
                                        <p:cTn id="35" dur="1" fill="hold">
                                          <p:stCondLst>
                                            <p:cond delay="499"/>
                                          </p:stCondLst>
                                        </p:cTn>
                                        <p:tgtEl>
                                          <p:spTgt spid="66"/>
                                        </p:tgtEl>
                                        <p:attrNameLst>
                                          <p:attrName>style.visibility</p:attrName>
                                        </p:attrNameLst>
                                      </p:cBhvr>
                                      <p:to>
                                        <p:strVal val="visible"/>
                                      </p:to>
                                    </p:set>
                                  </p:childTnLst>
                                </p:cTn>
                              </p:par>
                            </p:childTnLst>
                          </p:cTn>
                        </p:par>
                      </p:childTnLst>
                    </p:cTn>
                  </p:par>
                  <p:par>
                    <p:cTn id="36" fill="hold" nodeType="clickPar">
                      <p:stCondLst>
                        <p:cond delay="indefinite"/>
                      </p:stCondLst>
                      <p:childTnLst>
                        <p:par>
                          <p:cTn id="37" fill="hold" nodeType="withGroup">
                            <p:stCondLst>
                              <p:cond delay="0"/>
                            </p:stCondLst>
                            <p:childTnLst>
                              <p:par>
                                <p:cTn id="38" presetID="22" presetClass="entr" presetSubtype="8" fill="hold"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500"/>
                                        <p:tgtEl>
                                          <p:spTgt spid="9"/>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46"/>
                                        </p:tgtEl>
                                        <p:attrNameLst>
                                          <p:attrName>style.visibility</p:attrName>
                                        </p:attrNameLst>
                                      </p:cBhvr>
                                      <p:to>
                                        <p:strVal val="visible"/>
                                      </p:to>
                                    </p:set>
                                    <p:animEffect transition="in" filter="wipe(left)">
                                      <p:cBhvr>
                                        <p:cTn id="45" dur="500"/>
                                        <p:tgtEl>
                                          <p:spTgt spid="46"/>
                                        </p:tgtEl>
                                      </p:cBhvr>
                                    </p:animEffect>
                                  </p:childTnLst>
                                </p:cTn>
                              </p:par>
                            </p:childTnLst>
                          </p:cTn>
                        </p:par>
                        <p:par>
                          <p:cTn id="46" fill="hold" nodeType="afterGroup">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47"/>
                                        </p:tgtEl>
                                        <p:attrNameLst>
                                          <p:attrName>style.visibility</p:attrName>
                                        </p:attrNameLst>
                                      </p:cBhvr>
                                      <p:to>
                                        <p:strVal val="visible"/>
                                      </p:to>
                                    </p:set>
                                    <p:animEffect transition="in" filter="wipe(left)">
                                      <p:cBhvr>
                                        <p:cTn id="49" dur="500"/>
                                        <p:tgtEl>
                                          <p:spTgt spid="47"/>
                                        </p:tgtEl>
                                      </p:cBhvr>
                                    </p:animEffect>
                                  </p:childTnLst>
                                </p:cTn>
                              </p:par>
                            </p:childTnLst>
                          </p:cTn>
                        </p:par>
                      </p:childTnLst>
                    </p:cTn>
                  </p:par>
                  <p:par>
                    <p:cTn id="50" fill="hold" nodeType="clickPar">
                      <p:stCondLst>
                        <p:cond delay="indefinite"/>
                      </p:stCondLst>
                      <p:childTnLst>
                        <p:par>
                          <p:cTn id="51" fill="hold" nodeType="withGroup">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50"/>
                                        </p:tgtEl>
                                        <p:attrNameLst>
                                          <p:attrName>style.visibility</p:attrName>
                                        </p:attrNameLst>
                                      </p:cBhvr>
                                      <p:to>
                                        <p:strVal val="visible"/>
                                      </p:to>
                                    </p:set>
                                    <p:animEffect transition="in" filter="wipe(left)">
                                      <p:cBhvr>
                                        <p:cTn id="54" dur="500"/>
                                        <p:tgtEl>
                                          <p:spTgt spid="50"/>
                                        </p:tgtEl>
                                      </p:cBhvr>
                                    </p:animEffect>
                                  </p:childTnLst>
                                </p:cTn>
                              </p:par>
                            </p:childTnLst>
                          </p:cTn>
                        </p:par>
                        <p:par>
                          <p:cTn id="55" fill="hold" nodeType="afterGroup">
                            <p:stCondLst>
                              <p:cond delay="500"/>
                            </p:stCondLst>
                            <p:childTnLst>
                              <p:par>
                                <p:cTn id="56" presetID="22" presetClass="entr" presetSubtype="8" fill="hold"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nodeType="afterGroup">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48"/>
                                        </p:tgtEl>
                                        <p:attrNameLst>
                                          <p:attrName>style.visibility</p:attrName>
                                        </p:attrNameLst>
                                      </p:cBhvr>
                                      <p:to>
                                        <p:strVal val="visible"/>
                                      </p:to>
                                    </p:set>
                                    <p:animEffect transition="in" filter="wipe(left)">
                                      <p:cBhvr>
                                        <p:cTn id="62" dur="500"/>
                                        <p:tgtEl>
                                          <p:spTgt spid="48"/>
                                        </p:tgtEl>
                                      </p:cBhvr>
                                    </p:animEffect>
                                  </p:childTnLst>
                                </p:cTn>
                              </p:par>
                            </p:childTnLst>
                          </p:cTn>
                        </p:par>
                      </p:childTnLst>
                    </p:cTn>
                  </p:par>
                  <p:par>
                    <p:cTn id="63" fill="hold" nodeType="clickPar">
                      <p:stCondLst>
                        <p:cond delay="indefinite"/>
                      </p:stCondLst>
                      <p:childTnLst>
                        <p:par>
                          <p:cTn id="64" fill="hold" nodeType="withGroup">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51"/>
                                        </p:tgtEl>
                                        <p:attrNameLst>
                                          <p:attrName>style.visibility</p:attrName>
                                        </p:attrNameLst>
                                      </p:cBhvr>
                                      <p:to>
                                        <p:strVal val="visible"/>
                                      </p:to>
                                    </p:set>
                                    <p:animEffect transition="in" filter="wipe(left)">
                                      <p:cBhvr>
                                        <p:cTn id="67" dur="500"/>
                                        <p:tgtEl>
                                          <p:spTgt spid="51"/>
                                        </p:tgtEl>
                                      </p:cBhvr>
                                    </p:animEffect>
                                  </p:childTnLst>
                                </p:cTn>
                              </p:par>
                            </p:childTnLst>
                          </p:cTn>
                        </p:par>
                        <p:par>
                          <p:cTn id="68" fill="hold" nodeType="afterGroup">
                            <p:stCondLst>
                              <p:cond delay="500"/>
                            </p:stCondLst>
                            <p:childTnLst>
                              <p:par>
                                <p:cTn id="69" presetID="22" presetClass="entr" presetSubtype="8" fill="hold" nodeType="afterEffect">
                                  <p:stCondLst>
                                    <p:cond delay="0"/>
                                  </p:stCondLst>
                                  <p:childTnLst>
                                    <p:set>
                                      <p:cBhvr>
                                        <p:cTn id="70" dur="1" fill="hold">
                                          <p:stCondLst>
                                            <p:cond delay="0"/>
                                          </p:stCondLst>
                                        </p:cTn>
                                        <p:tgtEl>
                                          <p:spTgt spid="11"/>
                                        </p:tgtEl>
                                        <p:attrNameLst>
                                          <p:attrName>style.visibility</p:attrName>
                                        </p:attrNameLst>
                                      </p:cBhvr>
                                      <p:to>
                                        <p:strVal val="visible"/>
                                      </p:to>
                                    </p:set>
                                    <p:animEffect transition="in" filter="wipe(left)">
                                      <p:cBhvr>
                                        <p:cTn id="71" dur="500"/>
                                        <p:tgtEl>
                                          <p:spTgt spid="11"/>
                                        </p:tgtEl>
                                      </p:cBhvr>
                                    </p:animEffect>
                                  </p:childTnLst>
                                </p:cTn>
                              </p:par>
                            </p:childTnLst>
                          </p:cTn>
                        </p:par>
                        <p:par>
                          <p:cTn id="72" fill="hold" nodeType="afterGroup">
                            <p:stCondLst>
                              <p:cond delay="1000"/>
                            </p:stCondLst>
                            <p:childTnLst>
                              <p:par>
                                <p:cTn id="73" presetID="22" presetClass="entr" presetSubtype="8" fill="hold" grpId="0" nodeType="afterEffect">
                                  <p:stCondLst>
                                    <p:cond delay="0"/>
                                  </p:stCondLst>
                                  <p:childTnLst>
                                    <p:set>
                                      <p:cBhvr>
                                        <p:cTn id="74" dur="1" fill="hold">
                                          <p:stCondLst>
                                            <p:cond delay="0"/>
                                          </p:stCondLst>
                                        </p:cTn>
                                        <p:tgtEl>
                                          <p:spTgt spid="49"/>
                                        </p:tgtEl>
                                        <p:attrNameLst>
                                          <p:attrName>style.visibility</p:attrName>
                                        </p:attrNameLst>
                                      </p:cBhvr>
                                      <p:to>
                                        <p:strVal val="visible"/>
                                      </p:to>
                                    </p:set>
                                    <p:animEffect transition="in" filter="wipe(left)">
                                      <p:cBhvr>
                                        <p:cTn id="75" dur="500"/>
                                        <p:tgtEl>
                                          <p:spTgt spid="49"/>
                                        </p:tgtEl>
                                      </p:cBhvr>
                                    </p:animEffect>
                                  </p:childTnLst>
                                </p:cTn>
                              </p:par>
                            </p:childTnLst>
                          </p:cTn>
                        </p:par>
                      </p:childTnLst>
                    </p:cTn>
                  </p:par>
                  <p:par>
                    <p:cTn id="76" fill="hold" nodeType="clickPar">
                      <p:stCondLst>
                        <p:cond delay="indefinite"/>
                      </p:stCondLst>
                      <p:childTnLst>
                        <p:par>
                          <p:cTn id="77" fill="hold" nodeType="withGroup">
                            <p:stCondLst>
                              <p:cond delay="0"/>
                            </p:stCondLst>
                            <p:childTnLst>
                              <p:par>
                                <p:cTn id="78" presetID="1" presetClass="entr" presetSubtype="0" fill="hold" grpId="0" nodeType="clickEffect">
                                  <p:stCondLst>
                                    <p:cond delay="0"/>
                                  </p:stCondLst>
                                  <p:childTnLst>
                                    <p:set>
                                      <p:cBhvr>
                                        <p:cTn id="79" dur="1" fill="hold">
                                          <p:stCondLst>
                                            <p:cond delay="499"/>
                                          </p:stCondLst>
                                        </p:cTn>
                                        <p:tgtEl>
                                          <p:spTgt spid="67"/>
                                        </p:tgtEl>
                                        <p:attrNameLst>
                                          <p:attrName>style.visibility</p:attrName>
                                        </p:attrNameLst>
                                      </p:cBhvr>
                                      <p:to>
                                        <p:strVal val="visible"/>
                                      </p:to>
                                    </p:set>
                                  </p:childTnLst>
                                </p:cTn>
                              </p:par>
                            </p:childTnLst>
                          </p:cTn>
                        </p:par>
                      </p:childTnLst>
                    </p:cTn>
                  </p:par>
                  <p:par>
                    <p:cTn id="80" fill="hold" nodeType="clickPar">
                      <p:stCondLst>
                        <p:cond delay="indefinite"/>
                      </p:stCondLst>
                      <p:childTnLst>
                        <p:par>
                          <p:cTn id="81" fill="hold" nodeType="withGroup">
                            <p:stCondLst>
                              <p:cond delay="0"/>
                            </p:stCondLst>
                            <p:childTnLst>
                              <p:par>
                                <p:cTn id="82" presetID="1" presetClass="entr" presetSubtype="0" fill="hold" nodeType="clickEffect">
                                  <p:stCondLst>
                                    <p:cond delay="0"/>
                                  </p:stCondLst>
                                  <p:childTnLst>
                                    <p:set>
                                      <p:cBhvr>
                                        <p:cTn id="83" dur="1" fill="hold">
                                          <p:stCondLst>
                                            <p:cond delay="499"/>
                                          </p:stCondLst>
                                        </p:cTn>
                                        <p:tgtEl>
                                          <p:spTgt spid="12"/>
                                        </p:tgtEl>
                                        <p:attrNameLst>
                                          <p:attrName>style.visibility</p:attrName>
                                        </p:attrNameLst>
                                      </p:cBhvr>
                                      <p:to>
                                        <p:strVal val="visible"/>
                                      </p:to>
                                    </p:set>
                                  </p:childTnLst>
                                </p:cTn>
                              </p:par>
                            </p:childTnLst>
                          </p:cTn>
                        </p:par>
                        <p:par>
                          <p:cTn id="84" fill="hold" nodeType="afterGroup">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65"/>
                                        </p:tgtEl>
                                        <p:attrNameLst>
                                          <p:attrName>style.visibility</p:attrName>
                                        </p:attrNameLst>
                                      </p:cBhvr>
                                      <p:to>
                                        <p:strVal val="visible"/>
                                      </p:to>
                                    </p:set>
                                    <p:animEffect transition="in" filter="wipe(left)">
                                      <p:cBhvr>
                                        <p:cTn id="87" dur="500"/>
                                        <p:tgtEl>
                                          <p:spTgt spid="65"/>
                                        </p:tgtEl>
                                      </p:cBhvr>
                                    </p:animEffect>
                                  </p:childTnLst>
                                </p:cTn>
                              </p:par>
                            </p:childTnLst>
                          </p:cTn>
                        </p:par>
                        <p:par>
                          <p:cTn id="88" fill="hold" nodeType="afterGroup">
                            <p:stCondLst>
                              <p:cond delay="1000"/>
                            </p:stCondLst>
                            <p:childTnLst>
                              <p:par>
                                <p:cTn id="89" presetID="22" presetClass="entr" presetSubtype="8" fill="hold" grpId="0" nodeType="afterEffect">
                                  <p:stCondLst>
                                    <p:cond delay="0"/>
                                  </p:stCondLst>
                                  <p:childTnLst>
                                    <p:set>
                                      <p:cBhvr>
                                        <p:cTn id="90" dur="1" fill="hold">
                                          <p:stCondLst>
                                            <p:cond delay="0"/>
                                          </p:stCondLst>
                                        </p:cTn>
                                        <p:tgtEl>
                                          <p:spTgt spid="68"/>
                                        </p:tgtEl>
                                        <p:attrNameLst>
                                          <p:attrName>style.visibility</p:attrName>
                                        </p:attrNameLst>
                                      </p:cBhvr>
                                      <p:to>
                                        <p:strVal val="visible"/>
                                      </p:to>
                                    </p:set>
                                    <p:animEffect transition="in" filter="wipe(left)">
                                      <p:cBhvr>
                                        <p:cTn id="91" dur="500"/>
                                        <p:tgtEl>
                                          <p:spTgt spid="68"/>
                                        </p:tgtEl>
                                      </p:cBhvr>
                                    </p:animEffect>
                                  </p:childTnLst>
                                </p:cTn>
                              </p:par>
                            </p:childTnLst>
                          </p:cTn>
                        </p:par>
                      </p:childTnLst>
                    </p:cTn>
                  </p:par>
                  <p:par>
                    <p:cTn id="92" fill="hold" nodeType="clickPar">
                      <p:stCondLst>
                        <p:cond delay="indefinite"/>
                      </p:stCondLst>
                      <p:childTnLst>
                        <p:par>
                          <p:cTn id="93" fill="hold" nodeType="withGroup">
                            <p:stCondLst>
                              <p:cond delay="0"/>
                            </p:stCondLst>
                            <p:childTnLst>
                              <p:par>
                                <p:cTn id="94" presetID="22" presetClass="entr" presetSubtype="8" fill="hold" nodeType="clickEffect">
                                  <p:stCondLst>
                                    <p:cond delay="0"/>
                                  </p:stCondLst>
                                  <p:childTnLst>
                                    <p:set>
                                      <p:cBhvr>
                                        <p:cTn id="95" dur="1" fill="hold">
                                          <p:stCondLst>
                                            <p:cond delay="0"/>
                                          </p:stCondLst>
                                        </p:cTn>
                                        <p:tgtEl>
                                          <p:spTgt spid="16"/>
                                        </p:tgtEl>
                                        <p:attrNameLst>
                                          <p:attrName>style.visibility</p:attrName>
                                        </p:attrNameLst>
                                      </p:cBhvr>
                                      <p:to>
                                        <p:strVal val="visible"/>
                                      </p:to>
                                    </p:set>
                                    <p:animEffect transition="in" filter="wipe(left)">
                                      <p:cBhvr>
                                        <p:cTn id="96" dur="500"/>
                                        <p:tgtEl>
                                          <p:spTgt spid="16"/>
                                        </p:tgtEl>
                                      </p:cBhvr>
                                    </p:animEffect>
                                  </p:childTnLst>
                                </p:cTn>
                              </p:par>
                            </p:childTnLst>
                          </p:cTn>
                        </p:par>
                        <p:par>
                          <p:cTn id="97" fill="hold" nodeType="afterGroup">
                            <p:stCondLst>
                              <p:cond delay="500"/>
                            </p:stCondLst>
                            <p:childTnLst>
                              <p:par>
                                <p:cTn id="98" presetID="22" presetClass="entr" presetSubtype="8" fill="hold" grpId="0" nodeType="afterEffect">
                                  <p:stCondLst>
                                    <p:cond delay="0"/>
                                  </p:stCondLst>
                                  <p:childTnLst>
                                    <p:set>
                                      <p:cBhvr>
                                        <p:cTn id="99" dur="1" fill="hold">
                                          <p:stCondLst>
                                            <p:cond delay="0"/>
                                          </p:stCondLst>
                                        </p:cTn>
                                        <p:tgtEl>
                                          <p:spTgt spid="74"/>
                                        </p:tgtEl>
                                        <p:attrNameLst>
                                          <p:attrName>style.visibility</p:attrName>
                                        </p:attrNameLst>
                                      </p:cBhvr>
                                      <p:to>
                                        <p:strVal val="visible"/>
                                      </p:to>
                                    </p:set>
                                    <p:animEffect transition="in" filter="wipe(left)">
                                      <p:cBhvr>
                                        <p:cTn id="100" dur="500"/>
                                        <p:tgtEl>
                                          <p:spTgt spid="74"/>
                                        </p:tgtEl>
                                      </p:cBhvr>
                                    </p:animEffect>
                                  </p:childTnLst>
                                </p:cTn>
                              </p:par>
                            </p:childTnLst>
                          </p:cTn>
                        </p:par>
                      </p:childTnLst>
                    </p:cTn>
                  </p:par>
                  <p:par>
                    <p:cTn id="101" fill="hold" nodeType="clickPar">
                      <p:stCondLst>
                        <p:cond delay="indefinite"/>
                      </p:stCondLst>
                      <p:childTnLst>
                        <p:par>
                          <p:cTn id="102" fill="hold" nodeType="withGroup">
                            <p:stCondLst>
                              <p:cond delay="0"/>
                            </p:stCondLst>
                            <p:childTnLst>
                              <p:par>
                                <p:cTn id="103" presetID="2" presetClass="entr" presetSubtype="4" fill="hold" grpId="0" nodeType="clickEffect">
                                  <p:stCondLst>
                                    <p:cond delay="0"/>
                                  </p:stCondLst>
                                  <p:childTnLst>
                                    <p:set>
                                      <p:cBhvr>
                                        <p:cTn id="104" dur="1" fill="hold">
                                          <p:stCondLst>
                                            <p:cond delay="0"/>
                                          </p:stCondLst>
                                        </p:cTn>
                                        <p:tgtEl>
                                          <p:spTgt spid="78"/>
                                        </p:tgtEl>
                                        <p:attrNameLst>
                                          <p:attrName>style.visibility</p:attrName>
                                        </p:attrNameLst>
                                      </p:cBhvr>
                                      <p:to>
                                        <p:strVal val="visible"/>
                                      </p:to>
                                    </p:set>
                                    <p:anim calcmode="lin" valueType="num">
                                      <p:cBhvr additive="base">
                                        <p:cTn id="105" dur="500" fill="hold"/>
                                        <p:tgtEl>
                                          <p:spTgt spid="78"/>
                                        </p:tgtEl>
                                        <p:attrNameLst>
                                          <p:attrName>ppt_x</p:attrName>
                                        </p:attrNameLst>
                                      </p:cBhvr>
                                      <p:tavLst>
                                        <p:tav tm="0">
                                          <p:val>
                                            <p:strVal val="#ppt_x"/>
                                          </p:val>
                                        </p:tav>
                                        <p:tav tm="100000">
                                          <p:val>
                                            <p:strVal val="#ppt_x"/>
                                          </p:val>
                                        </p:tav>
                                      </p:tavLst>
                                    </p:anim>
                                    <p:anim calcmode="lin" valueType="num">
                                      <p:cBhvr additive="base">
                                        <p:cTn id="106"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par>
                    <p:cTn id="107" fill="hold" nodeType="clickPar">
                      <p:stCondLst>
                        <p:cond delay="indefinite"/>
                      </p:stCondLst>
                      <p:childTnLst>
                        <p:par>
                          <p:cTn id="108" fill="hold" nodeType="withGroup">
                            <p:stCondLst>
                              <p:cond delay="0"/>
                            </p:stCondLst>
                            <p:childTnLst>
                              <p:par>
                                <p:cTn id="109" presetID="2" presetClass="entr" presetSubtype="4" fill="hold" grpId="0" nodeType="clickEffect">
                                  <p:stCondLst>
                                    <p:cond delay="0"/>
                                  </p:stCondLst>
                                  <p:childTnLst>
                                    <p:set>
                                      <p:cBhvr>
                                        <p:cTn id="110" dur="1" fill="hold">
                                          <p:stCondLst>
                                            <p:cond delay="0"/>
                                          </p:stCondLst>
                                        </p:cTn>
                                        <p:tgtEl>
                                          <p:spTgt spid="77">
                                            <p:bg/>
                                          </p:spTgt>
                                        </p:tgtEl>
                                        <p:attrNameLst>
                                          <p:attrName>style.visibility</p:attrName>
                                        </p:attrNameLst>
                                      </p:cBhvr>
                                      <p:to>
                                        <p:strVal val="visible"/>
                                      </p:to>
                                    </p:set>
                                    <p:anim calcmode="lin" valueType="num">
                                      <p:cBhvr additive="base">
                                        <p:cTn id="111" dur="500" fill="hold"/>
                                        <p:tgtEl>
                                          <p:spTgt spid="77">
                                            <p:bg/>
                                          </p:spTgt>
                                        </p:tgtEl>
                                        <p:attrNameLst>
                                          <p:attrName>ppt_x</p:attrName>
                                        </p:attrNameLst>
                                      </p:cBhvr>
                                      <p:tavLst>
                                        <p:tav tm="0">
                                          <p:val>
                                            <p:strVal val="#ppt_x"/>
                                          </p:val>
                                        </p:tav>
                                        <p:tav tm="100000">
                                          <p:val>
                                            <p:strVal val="#ppt_x"/>
                                          </p:val>
                                        </p:tav>
                                      </p:tavLst>
                                    </p:anim>
                                    <p:anim calcmode="lin" valueType="num">
                                      <p:cBhvr additive="base">
                                        <p:cTn id="112" dur="500" fill="hold"/>
                                        <p:tgtEl>
                                          <p:spTgt spid="77">
                                            <p:bg/>
                                          </p:spTgt>
                                        </p:tgtEl>
                                        <p:attrNameLst>
                                          <p:attrName>ppt_y</p:attrName>
                                        </p:attrNameLst>
                                      </p:cBhvr>
                                      <p:tavLst>
                                        <p:tav tm="0">
                                          <p:val>
                                            <p:strVal val="1+#ppt_h/2"/>
                                          </p:val>
                                        </p:tav>
                                        <p:tav tm="100000">
                                          <p:val>
                                            <p:strVal val="#ppt_y"/>
                                          </p:val>
                                        </p:tav>
                                      </p:tavLst>
                                    </p:anim>
                                  </p:childTnLst>
                                </p:cTn>
                              </p:par>
                            </p:childTnLst>
                          </p:cTn>
                        </p:par>
                      </p:childTnLst>
                    </p:cTn>
                  </p:par>
                  <p:par>
                    <p:cTn id="113" fill="hold" nodeType="clickPar">
                      <p:stCondLst>
                        <p:cond delay="indefinite"/>
                      </p:stCondLst>
                      <p:childTnLst>
                        <p:par>
                          <p:cTn id="114" fill="hold" nodeType="withGroup">
                            <p:stCondLst>
                              <p:cond delay="0"/>
                            </p:stCondLst>
                            <p:childTnLst>
                              <p:par>
                                <p:cTn id="115" presetID="2" presetClass="entr" presetSubtype="4" fill="hold" grpId="0" nodeType="clickEffect">
                                  <p:stCondLst>
                                    <p:cond delay="0"/>
                                  </p:stCondLst>
                                  <p:childTnLst>
                                    <p:set>
                                      <p:cBhvr>
                                        <p:cTn id="116" dur="1" fill="hold">
                                          <p:stCondLst>
                                            <p:cond delay="0"/>
                                          </p:stCondLst>
                                        </p:cTn>
                                        <p:tgtEl>
                                          <p:spTgt spid="77">
                                            <p:txEl>
                                              <p:pRg st="0" end="0"/>
                                            </p:txEl>
                                          </p:spTgt>
                                        </p:tgtEl>
                                        <p:attrNameLst>
                                          <p:attrName>style.visibility</p:attrName>
                                        </p:attrNameLst>
                                      </p:cBhvr>
                                      <p:to>
                                        <p:strVal val="visible"/>
                                      </p:to>
                                    </p:set>
                                    <p:anim calcmode="lin" valueType="num">
                                      <p:cBhvr additive="base">
                                        <p:cTn id="117" dur="500" fill="hold"/>
                                        <p:tgtEl>
                                          <p:spTgt spid="77">
                                            <p:txEl>
                                              <p:pRg st="0" end="0"/>
                                            </p:txEl>
                                          </p:spTgt>
                                        </p:tgtEl>
                                        <p:attrNameLst>
                                          <p:attrName>ppt_x</p:attrName>
                                        </p:attrNameLst>
                                      </p:cBhvr>
                                      <p:tavLst>
                                        <p:tav tm="0">
                                          <p:val>
                                            <p:strVal val="#ppt_x"/>
                                          </p:val>
                                        </p:tav>
                                        <p:tav tm="100000">
                                          <p:val>
                                            <p:strVal val="#ppt_x"/>
                                          </p:val>
                                        </p:tav>
                                      </p:tavLst>
                                    </p:anim>
                                    <p:anim calcmode="lin" valueType="num">
                                      <p:cBhvr additive="base">
                                        <p:cTn id="118" dur="500" fill="hold"/>
                                        <p:tgtEl>
                                          <p:spTgt spid="7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9" fill="hold" nodeType="clickPar">
                      <p:stCondLst>
                        <p:cond delay="indefinite"/>
                      </p:stCondLst>
                      <p:childTnLst>
                        <p:par>
                          <p:cTn id="120" fill="hold" nodeType="withGroup">
                            <p:stCondLst>
                              <p:cond delay="0"/>
                            </p:stCondLst>
                            <p:childTnLst>
                              <p:par>
                                <p:cTn id="121" presetID="2" presetClass="entr" presetSubtype="4" fill="hold" grpId="0" nodeType="clickEffect">
                                  <p:stCondLst>
                                    <p:cond delay="0"/>
                                  </p:stCondLst>
                                  <p:childTnLst>
                                    <p:set>
                                      <p:cBhvr>
                                        <p:cTn id="122" dur="1" fill="hold">
                                          <p:stCondLst>
                                            <p:cond delay="0"/>
                                          </p:stCondLst>
                                        </p:cTn>
                                        <p:tgtEl>
                                          <p:spTgt spid="77">
                                            <p:txEl>
                                              <p:pRg st="1" end="1"/>
                                            </p:txEl>
                                          </p:spTgt>
                                        </p:tgtEl>
                                        <p:attrNameLst>
                                          <p:attrName>style.visibility</p:attrName>
                                        </p:attrNameLst>
                                      </p:cBhvr>
                                      <p:to>
                                        <p:strVal val="visible"/>
                                      </p:to>
                                    </p:set>
                                    <p:anim calcmode="lin" valueType="num">
                                      <p:cBhvr additive="base">
                                        <p:cTn id="123" dur="500" fill="hold"/>
                                        <p:tgtEl>
                                          <p:spTgt spid="77">
                                            <p:txEl>
                                              <p:pRg st="1" end="1"/>
                                            </p:txEl>
                                          </p:spTgt>
                                        </p:tgtEl>
                                        <p:attrNameLst>
                                          <p:attrName>ppt_x</p:attrName>
                                        </p:attrNameLst>
                                      </p:cBhvr>
                                      <p:tavLst>
                                        <p:tav tm="0">
                                          <p:val>
                                            <p:strVal val="#ppt_x"/>
                                          </p:val>
                                        </p:tav>
                                        <p:tav tm="100000">
                                          <p:val>
                                            <p:strVal val="#ppt_x"/>
                                          </p:val>
                                        </p:tav>
                                      </p:tavLst>
                                    </p:anim>
                                    <p:anim calcmode="lin" valueType="num">
                                      <p:cBhvr additive="base">
                                        <p:cTn id="124" dur="500" fill="hold"/>
                                        <p:tgtEl>
                                          <p:spTgt spid="77">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25" fill="hold" nodeType="clickPar">
                      <p:stCondLst>
                        <p:cond delay="indefinite"/>
                      </p:stCondLst>
                      <p:childTnLst>
                        <p:par>
                          <p:cTn id="126" fill="hold" nodeType="withGroup">
                            <p:stCondLst>
                              <p:cond delay="0"/>
                            </p:stCondLst>
                            <p:childTnLst>
                              <p:par>
                                <p:cTn id="127" presetID="2" presetClass="entr" presetSubtype="4" fill="hold" grpId="0" nodeType="clickEffect">
                                  <p:stCondLst>
                                    <p:cond delay="0"/>
                                  </p:stCondLst>
                                  <p:childTnLst>
                                    <p:set>
                                      <p:cBhvr>
                                        <p:cTn id="128" dur="1" fill="hold">
                                          <p:stCondLst>
                                            <p:cond delay="0"/>
                                          </p:stCondLst>
                                        </p:cTn>
                                        <p:tgtEl>
                                          <p:spTgt spid="77">
                                            <p:txEl>
                                              <p:pRg st="2" end="2"/>
                                            </p:txEl>
                                          </p:spTgt>
                                        </p:tgtEl>
                                        <p:attrNameLst>
                                          <p:attrName>style.visibility</p:attrName>
                                        </p:attrNameLst>
                                      </p:cBhvr>
                                      <p:to>
                                        <p:strVal val="visible"/>
                                      </p:to>
                                    </p:set>
                                    <p:anim calcmode="lin" valueType="num">
                                      <p:cBhvr additive="base">
                                        <p:cTn id="129" dur="500" fill="hold"/>
                                        <p:tgtEl>
                                          <p:spTgt spid="77">
                                            <p:txEl>
                                              <p:pRg st="2" end="2"/>
                                            </p:txEl>
                                          </p:spTgt>
                                        </p:tgtEl>
                                        <p:attrNameLst>
                                          <p:attrName>ppt_x</p:attrName>
                                        </p:attrNameLst>
                                      </p:cBhvr>
                                      <p:tavLst>
                                        <p:tav tm="0">
                                          <p:val>
                                            <p:strVal val="#ppt_x"/>
                                          </p:val>
                                        </p:tav>
                                        <p:tav tm="100000">
                                          <p:val>
                                            <p:strVal val="#ppt_x"/>
                                          </p:val>
                                        </p:tav>
                                      </p:tavLst>
                                    </p:anim>
                                    <p:anim calcmode="lin" valueType="num">
                                      <p:cBhvr additive="base">
                                        <p:cTn id="130" dur="500" fill="hold"/>
                                        <p:tgtEl>
                                          <p:spTgt spid="7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31" fill="hold" nodeType="clickPar">
                      <p:stCondLst>
                        <p:cond delay="indefinite"/>
                      </p:stCondLst>
                      <p:childTnLst>
                        <p:par>
                          <p:cTn id="132" fill="hold" nodeType="withGroup">
                            <p:stCondLst>
                              <p:cond delay="0"/>
                            </p:stCondLst>
                            <p:childTnLst>
                              <p:par>
                                <p:cTn id="133" presetID="2" presetClass="entr" presetSubtype="4" fill="hold" grpId="0" nodeType="clickEffect">
                                  <p:stCondLst>
                                    <p:cond delay="0"/>
                                  </p:stCondLst>
                                  <p:childTnLst>
                                    <p:set>
                                      <p:cBhvr>
                                        <p:cTn id="134" dur="1" fill="hold">
                                          <p:stCondLst>
                                            <p:cond delay="0"/>
                                          </p:stCondLst>
                                        </p:cTn>
                                        <p:tgtEl>
                                          <p:spTgt spid="77">
                                            <p:txEl>
                                              <p:pRg st="3" end="3"/>
                                            </p:txEl>
                                          </p:spTgt>
                                        </p:tgtEl>
                                        <p:attrNameLst>
                                          <p:attrName>style.visibility</p:attrName>
                                        </p:attrNameLst>
                                      </p:cBhvr>
                                      <p:to>
                                        <p:strVal val="visible"/>
                                      </p:to>
                                    </p:set>
                                    <p:anim calcmode="lin" valueType="num">
                                      <p:cBhvr additive="base">
                                        <p:cTn id="135" dur="500" fill="hold"/>
                                        <p:tgtEl>
                                          <p:spTgt spid="77">
                                            <p:txEl>
                                              <p:pRg st="3" end="3"/>
                                            </p:txEl>
                                          </p:spTgt>
                                        </p:tgtEl>
                                        <p:attrNameLst>
                                          <p:attrName>ppt_x</p:attrName>
                                        </p:attrNameLst>
                                      </p:cBhvr>
                                      <p:tavLst>
                                        <p:tav tm="0">
                                          <p:val>
                                            <p:strVal val="#ppt_x"/>
                                          </p:val>
                                        </p:tav>
                                        <p:tav tm="100000">
                                          <p:val>
                                            <p:strVal val="#ppt_x"/>
                                          </p:val>
                                        </p:tav>
                                      </p:tavLst>
                                    </p:anim>
                                    <p:anim calcmode="lin" valueType="num">
                                      <p:cBhvr additive="base">
                                        <p:cTn id="136" dur="500" fill="hold"/>
                                        <p:tgtEl>
                                          <p:spTgt spid="77">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37" fill="hold" nodeType="clickPar">
                      <p:stCondLst>
                        <p:cond delay="indefinite"/>
                      </p:stCondLst>
                      <p:childTnLst>
                        <p:par>
                          <p:cTn id="138" fill="hold" nodeType="withGroup">
                            <p:stCondLst>
                              <p:cond delay="0"/>
                            </p:stCondLst>
                            <p:childTnLst>
                              <p:par>
                                <p:cTn id="139" presetID="1" presetClass="entr" presetSubtype="0" fill="hold" nodeType="clickEffect">
                                  <p:stCondLst>
                                    <p:cond delay="0"/>
                                  </p:stCondLst>
                                  <p:childTnLst>
                                    <p:set>
                                      <p:cBhvr>
                                        <p:cTn id="140" dur="1" fill="hold">
                                          <p:stCondLst>
                                            <p:cond delay="499"/>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p:bldP spid="47" grpId="0" animBg="1"/>
      <p:bldP spid="48" grpId="0" animBg="1"/>
      <p:bldP spid="49" grpId="0" animBg="1"/>
      <p:bldP spid="50" grpId="0" animBg="1"/>
      <p:bldP spid="51" grpId="0" animBg="1"/>
      <p:bldP spid="65" grpId="0" animBg="1"/>
      <p:bldP spid="66" grpId="0"/>
      <p:bldP spid="67" grpId="0"/>
      <p:bldP spid="68" grpId="0" animBg="1"/>
      <p:bldP spid="74" grpId="0" animBg="1"/>
      <p:bldP spid="77" grpId="0" build="p" animBg="1"/>
      <p:bldP spid="78"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C121DBD9-6F4D-45CA-833D-70D6CB87F3BB}"/>
              </a:ext>
            </a:extLst>
          </p:cNvPr>
          <p:cNvSpPr/>
          <p:nvPr/>
        </p:nvSpPr>
        <p:spPr bwMode="auto">
          <a:xfrm>
            <a:off x="0" y="1557338"/>
            <a:ext cx="9144000" cy="5008562"/>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04450" name="Rectangle 4">
            <a:extLst>
              <a:ext uri="{FF2B5EF4-FFF2-40B4-BE49-F238E27FC236}">
                <a16:creationId xmlns:a16="http://schemas.microsoft.com/office/drawing/2014/main" id="{E88649DC-67A6-4D23-885F-23AC224A3DFD}"/>
              </a:ext>
            </a:extLst>
          </p:cNvPr>
          <p:cNvSpPr>
            <a:spLocks noChangeArrowheads="1"/>
          </p:cNvSpPr>
          <p:nvPr/>
        </p:nvSpPr>
        <p:spPr bwMode="auto">
          <a:xfrm>
            <a:off x="609600" y="981075"/>
            <a:ext cx="8534400" cy="5472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en-US" altLang="zh-CN">
                <a:solidFill>
                  <a:schemeClr val="hlink"/>
                </a:solidFill>
                <a:sym typeface="+mn-lt"/>
              </a:rPr>
              <a:t>//</a:t>
            </a:r>
            <a:r>
              <a:rPr lang="zh-CN" altLang="en-US">
                <a:solidFill>
                  <a:schemeClr val="hlink"/>
                </a:solidFill>
                <a:sym typeface="+mn-lt"/>
              </a:rPr>
              <a:t>获取线性表</a:t>
            </a:r>
            <a:r>
              <a:rPr lang="en-US" altLang="zh-CN">
                <a:solidFill>
                  <a:schemeClr val="hlink"/>
                </a:solidFill>
                <a:sym typeface="+mn-lt"/>
              </a:rPr>
              <a:t>L</a:t>
            </a:r>
            <a:r>
              <a:rPr lang="zh-CN" altLang="en-US">
                <a:solidFill>
                  <a:schemeClr val="hlink"/>
                </a:solidFill>
                <a:sym typeface="+mn-lt"/>
              </a:rPr>
              <a:t>中的某个数据元素的内容</a:t>
            </a:r>
            <a:endParaRPr lang="zh-CN" altLang="en-US">
              <a:solidFill>
                <a:srgbClr val="FF0000"/>
              </a:solidFill>
              <a:sym typeface="+mn-lt"/>
            </a:endParaRPr>
          </a:p>
          <a:p>
            <a:pPr>
              <a:spcBef>
                <a:spcPct val="20000"/>
              </a:spcBef>
            </a:pPr>
            <a:r>
              <a:rPr lang="en-US" altLang="zh-CN">
                <a:sym typeface="+mn-lt"/>
              </a:rPr>
              <a:t>Status GetElem_L(LinkList L,int i,ElemType &amp;e){ </a:t>
            </a:r>
          </a:p>
          <a:p>
            <a:pPr>
              <a:spcBef>
                <a:spcPct val="20000"/>
              </a:spcBef>
            </a:pPr>
            <a:r>
              <a:rPr lang="en-US" altLang="zh-CN">
                <a:sym typeface="+mn-lt"/>
              </a:rPr>
              <a:t>    p=L-&gt;next;j=1; //</a:t>
            </a:r>
            <a:r>
              <a:rPr lang="zh-CN" altLang="en-US">
                <a:sym typeface="+mn-lt"/>
              </a:rPr>
              <a:t>初始化</a:t>
            </a:r>
          </a:p>
          <a:p>
            <a:pPr>
              <a:spcBef>
                <a:spcPct val="20000"/>
              </a:spcBef>
            </a:pPr>
            <a:r>
              <a:rPr lang="zh-CN" altLang="en-US">
                <a:sym typeface="+mn-lt"/>
              </a:rPr>
              <a:t>     </a:t>
            </a:r>
            <a:r>
              <a:rPr lang="en-US" altLang="zh-CN">
                <a:sym typeface="+mn-lt"/>
              </a:rPr>
              <a:t>while(p&amp;&amp;j&lt;i){	//</a:t>
            </a:r>
            <a:r>
              <a:rPr lang="zh-CN" altLang="en-US">
                <a:sym typeface="+mn-lt"/>
              </a:rPr>
              <a:t>向后扫描，直到</a:t>
            </a:r>
            <a:r>
              <a:rPr lang="en-US" altLang="zh-CN">
                <a:sym typeface="+mn-lt"/>
              </a:rPr>
              <a:t>p</a:t>
            </a:r>
            <a:r>
              <a:rPr lang="zh-CN" altLang="en-US">
                <a:sym typeface="+mn-lt"/>
              </a:rPr>
              <a:t>指向第</a:t>
            </a:r>
            <a:r>
              <a:rPr lang="en-US" altLang="zh-CN">
                <a:sym typeface="+mn-lt"/>
              </a:rPr>
              <a:t>i</a:t>
            </a:r>
            <a:r>
              <a:rPr lang="zh-CN" altLang="en-US">
                <a:sym typeface="+mn-lt"/>
              </a:rPr>
              <a:t>个元素或</a:t>
            </a:r>
            <a:r>
              <a:rPr lang="en-US" altLang="zh-CN">
                <a:sym typeface="+mn-lt"/>
              </a:rPr>
              <a:t>p</a:t>
            </a:r>
            <a:r>
              <a:rPr lang="zh-CN" altLang="en-US">
                <a:sym typeface="+mn-lt"/>
              </a:rPr>
              <a:t>为空 </a:t>
            </a:r>
          </a:p>
          <a:p>
            <a:pPr>
              <a:spcBef>
                <a:spcPct val="20000"/>
              </a:spcBef>
            </a:pPr>
            <a:r>
              <a:rPr lang="zh-CN" altLang="en-US">
                <a:sym typeface="+mn-lt"/>
              </a:rPr>
              <a:t>       </a:t>
            </a:r>
            <a:r>
              <a:rPr lang="en-US" altLang="zh-CN">
                <a:sym typeface="+mn-lt"/>
              </a:rPr>
              <a:t>p=p-&gt;next; ++j; </a:t>
            </a:r>
          </a:p>
          <a:p>
            <a:pPr>
              <a:spcBef>
                <a:spcPct val="20000"/>
              </a:spcBef>
            </a:pPr>
            <a:r>
              <a:rPr lang="en-US" altLang="zh-CN">
                <a:sym typeface="+mn-lt"/>
              </a:rPr>
              <a:t>     } </a:t>
            </a:r>
          </a:p>
          <a:p>
            <a:pPr>
              <a:spcBef>
                <a:spcPct val="20000"/>
              </a:spcBef>
            </a:pPr>
            <a:r>
              <a:rPr lang="en-US" altLang="zh-CN">
                <a:sym typeface="+mn-lt"/>
              </a:rPr>
              <a:t>     if(!p || j&gt;i)return ERROR; //</a:t>
            </a:r>
            <a:r>
              <a:rPr lang="zh-CN" altLang="en-US">
                <a:sym typeface="+mn-lt"/>
              </a:rPr>
              <a:t>第</a:t>
            </a:r>
            <a:r>
              <a:rPr lang="en-US" altLang="zh-CN">
                <a:sym typeface="+mn-lt"/>
              </a:rPr>
              <a:t>i</a:t>
            </a:r>
            <a:r>
              <a:rPr lang="zh-CN" altLang="en-US">
                <a:sym typeface="+mn-lt"/>
              </a:rPr>
              <a:t>个元素不存在 </a:t>
            </a:r>
          </a:p>
          <a:p>
            <a:pPr>
              <a:spcBef>
                <a:spcPct val="20000"/>
              </a:spcBef>
            </a:pPr>
            <a:r>
              <a:rPr lang="zh-CN" altLang="en-US">
                <a:sym typeface="+mn-lt"/>
              </a:rPr>
              <a:t>     </a:t>
            </a:r>
            <a:r>
              <a:rPr lang="en-US" altLang="zh-CN">
                <a:sym typeface="+mn-lt"/>
              </a:rPr>
              <a:t>e=p-&gt;data; //</a:t>
            </a:r>
            <a:r>
              <a:rPr lang="zh-CN" altLang="en-US">
                <a:sym typeface="+mn-lt"/>
              </a:rPr>
              <a:t>取第</a:t>
            </a:r>
            <a:r>
              <a:rPr lang="en-US" altLang="zh-CN">
                <a:sym typeface="+mn-lt"/>
              </a:rPr>
              <a:t>i</a:t>
            </a:r>
            <a:r>
              <a:rPr lang="zh-CN" altLang="en-US">
                <a:sym typeface="+mn-lt"/>
              </a:rPr>
              <a:t>个元素 </a:t>
            </a:r>
          </a:p>
          <a:p>
            <a:pPr>
              <a:spcBef>
                <a:spcPct val="20000"/>
              </a:spcBef>
            </a:pPr>
            <a:r>
              <a:rPr lang="zh-CN" altLang="en-US">
                <a:sym typeface="+mn-lt"/>
              </a:rPr>
              <a:t>     </a:t>
            </a:r>
            <a:r>
              <a:rPr lang="en-US" altLang="zh-CN">
                <a:sym typeface="+mn-lt"/>
              </a:rPr>
              <a:t>return OK; </a:t>
            </a:r>
          </a:p>
          <a:p>
            <a:pPr>
              <a:spcBef>
                <a:spcPct val="20000"/>
              </a:spcBef>
            </a:pPr>
            <a:r>
              <a:rPr lang="en-US" altLang="zh-CN">
                <a:sym typeface="+mn-lt"/>
              </a:rPr>
              <a:t>}//GetElem_L </a:t>
            </a:r>
          </a:p>
        </p:txBody>
      </p:sp>
      <p:sp>
        <p:nvSpPr>
          <p:cNvPr id="5" name="Rectangle 6">
            <a:extLst>
              <a:ext uri="{FF2B5EF4-FFF2-40B4-BE49-F238E27FC236}">
                <a16:creationId xmlns:a16="http://schemas.microsoft.com/office/drawing/2014/main" id="{62543C42-EE4D-4108-8934-8032DADA2C19}"/>
              </a:ext>
            </a:extLst>
          </p:cNvPr>
          <p:cNvSpPr>
            <a:spLocks noChangeArrowheads="1"/>
          </p:cNvSpPr>
          <p:nvPr/>
        </p:nvSpPr>
        <p:spPr bwMode="auto">
          <a:xfrm>
            <a:off x="935038" y="201613"/>
            <a:ext cx="806767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取值（根据位置</a:t>
            </a:r>
            <a:r>
              <a:rPr lang="en-US" altLang="zh-CN">
                <a:solidFill>
                  <a:schemeClr val="bg1"/>
                </a:solidFill>
                <a:ea typeface="微软雅黑" panose="020B0503020204020204" pitchFamily="34" charset="-122"/>
                <a:sym typeface="+mn-lt"/>
              </a:rPr>
              <a:t>i</a:t>
            </a:r>
            <a:r>
              <a:rPr lang="zh-CN" altLang="en-US">
                <a:solidFill>
                  <a:schemeClr val="bg1"/>
                </a:solidFill>
                <a:ea typeface="微软雅黑" panose="020B0503020204020204" pitchFamily="34" charset="-122"/>
                <a:sym typeface="+mn-lt"/>
              </a:rPr>
              <a:t>获取相应位置数据元素的内容）</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a:extLst>
              <a:ext uri="{FF2B5EF4-FFF2-40B4-BE49-F238E27FC236}">
                <a16:creationId xmlns:a16="http://schemas.microsoft.com/office/drawing/2014/main" id="{9C725420-BD65-034A-9846-CAA4154E4110}"/>
              </a:ext>
            </a:extLst>
          </p:cNvPr>
          <p:cNvSpPr>
            <a:spLocks noChangeArrowheads="1"/>
          </p:cNvSpPr>
          <p:nvPr/>
        </p:nvSpPr>
        <p:spPr bwMode="auto">
          <a:xfrm>
            <a:off x="0" y="3933825"/>
            <a:ext cx="9144000" cy="2752725"/>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77" name="Rectangle 6">
            <a:extLst>
              <a:ext uri="{FF2B5EF4-FFF2-40B4-BE49-F238E27FC236}">
                <a16:creationId xmlns:a16="http://schemas.microsoft.com/office/drawing/2014/main" id="{095B41B4-4C87-4134-8766-A8EFA2F57B7A}"/>
              </a:ext>
            </a:extLst>
          </p:cNvPr>
          <p:cNvSpPr>
            <a:spLocks noChangeArrowheads="1"/>
          </p:cNvSpPr>
          <p:nvPr/>
        </p:nvSpPr>
        <p:spPr bwMode="auto">
          <a:xfrm>
            <a:off x="935038" y="201613"/>
            <a:ext cx="805497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查找（根据指定数据获取数据所在的位置） </a:t>
            </a:r>
          </a:p>
        </p:txBody>
      </p:sp>
      <p:grpSp>
        <p:nvGrpSpPr>
          <p:cNvPr id="124" name="Group 6">
            <a:extLst>
              <a:ext uri="{FF2B5EF4-FFF2-40B4-BE49-F238E27FC236}">
                <a16:creationId xmlns:a16="http://schemas.microsoft.com/office/drawing/2014/main" id="{46091012-7F4A-6D47-A059-3631EE247966}"/>
              </a:ext>
            </a:extLst>
          </p:cNvPr>
          <p:cNvGrpSpPr>
            <a:grpSpLocks/>
          </p:cNvGrpSpPr>
          <p:nvPr/>
        </p:nvGrpSpPr>
        <p:grpSpPr bwMode="auto">
          <a:xfrm>
            <a:off x="15875" y="836613"/>
            <a:ext cx="1204913" cy="1354137"/>
            <a:chOff x="105" y="2027"/>
            <a:chExt cx="759" cy="853"/>
          </a:xfrm>
        </p:grpSpPr>
        <p:sp>
          <p:nvSpPr>
            <p:cNvPr id="110646" name="Rectangle 7">
              <a:extLst>
                <a:ext uri="{FF2B5EF4-FFF2-40B4-BE49-F238E27FC236}">
                  <a16:creationId xmlns:a16="http://schemas.microsoft.com/office/drawing/2014/main" id="{27BBDC35-A740-E746-8E40-B5A686391EDF}"/>
                </a:ext>
              </a:extLst>
            </p:cNvPr>
            <p:cNvSpPr>
              <a:spLocks noChangeArrowheads="1"/>
            </p:cNvSpPr>
            <p:nvPr/>
          </p:nvSpPr>
          <p:spPr bwMode="auto">
            <a:xfrm>
              <a:off x="288" y="2544"/>
              <a:ext cx="576" cy="336"/>
            </a:xfrm>
            <a:prstGeom prst="rect">
              <a:avLst/>
            </a:prstGeom>
            <a:solidFill>
              <a:srgbClr val="B8D4EC">
                <a:alpha val="50195"/>
              </a:srgbClr>
            </a:solidFill>
            <a:ln w="25400">
              <a:solidFill>
                <a:srgbClr val="00808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zh-CN" sz="3600">
                <a:ea typeface="宋体" panose="02010600030101010101" pitchFamily="2" charset="-122"/>
              </a:endParaRPr>
            </a:p>
          </p:txBody>
        </p:sp>
        <p:sp>
          <p:nvSpPr>
            <p:cNvPr id="110647" name="Line 8">
              <a:extLst>
                <a:ext uri="{FF2B5EF4-FFF2-40B4-BE49-F238E27FC236}">
                  <a16:creationId xmlns:a16="http://schemas.microsoft.com/office/drawing/2014/main" id="{1D0183C7-A247-B84E-85C0-8F40E0835A19}"/>
                </a:ext>
              </a:extLst>
            </p:cNvPr>
            <p:cNvSpPr>
              <a:spLocks noChangeShapeType="1"/>
            </p:cNvSpPr>
            <p:nvPr/>
          </p:nvSpPr>
          <p:spPr bwMode="auto">
            <a:xfrm>
              <a:off x="672" y="2544"/>
              <a:ext cx="0" cy="336"/>
            </a:xfrm>
            <a:prstGeom prst="line">
              <a:avLst/>
            </a:prstGeom>
            <a:noFill/>
            <a:ln w="9525">
              <a:solidFill>
                <a:srgbClr val="00808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0648" name="Text Box 9">
              <a:extLst>
                <a:ext uri="{FF2B5EF4-FFF2-40B4-BE49-F238E27FC236}">
                  <a16:creationId xmlns:a16="http://schemas.microsoft.com/office/drawing/2014/main" id="{F236E949-E692-4B4C-B595-554ED432D93E}"/>
                </a:ext>
              </a:extLst>
            </p:cNvPr>
            <p:cNvSpPr txBox="1">
              <a:spLocks noChangeArrowheads="1"/>
            </p:cNvSpPr>
            <p:nvPr/>
          </p:nvSpPr>
          <p:spPr bwMode="auto">
            <a:xfrm>
              <a:off x="105" y="2027"/>
              <a:ext cx="234"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a:solidFill>
                    <a:srgbClr val="000099"/>
                  </a:solidFill>
                  <a:ea typeface="宋体" panose="02010600030101010101" pitchFamily="2" charset="-122"/>
                </a:rPr>
                <a:t>L</a:t>
              </a:r>
              <a:endParaRPr lang="en-US" altLang="zh-CN">
                <a:ea typeface="宋体" panose="02010600030101010101" pitchFamily="2" charset="-122"/>
              </a:endParaRPr>
            </a:p>
          </p:txBody>
        </p:sp>
        <p:sp>
          <p:nvSpPr>
            <p:cNvPr id="110649" name="Arc 10">
              <a:extLst>
                <a:ext uri="{FF2B5EF4-FFF2-40B4-BE49-F238E27FC236}">
                  <a16:creationId xmlns:a16="http://schemas.microsoft.com/office/drawing/2014/main" id="{671FCB29-D08F-094D-8BB4-BCB4AEFD4A31}"/>
                </a:ext>
              </a:extLst>
            </p:cNvPr>
            <p:cNvSpPr>
              <a:spLocks noChangeArrowheads="1"/>
            </p:cNvSpPr>
            <p:nvPr/>
          </p:nvSpPr>
          <p:spPr bwMode="auto">
            <a:xfrm rot="-9533463">
              <a:off x="128" y="2347"/>
              <a:ext cx="394" cy="375"/>
            </a:xfrm>
            <a:custGeom>
              <a:avLst/>
              <a:gdLst>
                <a:gd name="T0" fmla="*/ 0 w 21600"/>
                <a:gd name="T1" fmla="*/ 0 h 20719"/>
                <a:gd name="T2" fmla="*/ 0 w 21600"/>
                <a:gd name="T3" fmla="*/ 0 h 20719"/>
                <a:gd name="T4" fmla="*/ 0 w 21600"/>
                <a:gd name="T5" fmla="*/ 0 h 20719"/>
                <a:gd name="T6" fmla="*/ 0 w 21600"/>
                <a:gd name="T7" fmla="*/ 0 h 20719"/>
                <a:gd name="T8" fmla="*/ 0 w 21600"/>
                <a:gd name="T9" fmla="*/ 0 h 20719"/>
                <a:gd name="T10" fmla="*/ 0 w 21600"/>
                <a:gd name="T11" fmla="*/ 0 h 20719"/>
                <a:gd name="T12" fmla="*/ 0 w 21600"/>
                <a:gd name="T13" fmla="*/ 0 h 207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600" h="20719" fill="none">
                  <a:moveTo>
                    <a:pt x="9627" y="0"/>
                  </a:moveTo>
                  <a:cubicBezTo>
                    <a:pt x="16963" y="3652"/>
                    <a:pt x="21600" y="11141"/>
                    <a:pt x="21600" y="19336"/>
                  </a:cubicBezTo>
                  <a:cubicBezTo>
                    <a:pt x="21600" y="19797"/>
                    <a:pt x="21585" y="20258"/>
                    <a:pt x="21555" y="20718"/>
                  </a:cubicBezTo>
                </a:path>
                <a:path w="21600" h="20719" stroke="0">
                  <a:moveTo>
                    <a:pt x="9627" y="0"/>
                  </a:moveTo>
                  <a:cubicBezTo>
                    <a:pt x="16963" y="3652"/>
                    <a:pt x="21600" y="11141"/>
                    <a:pt x="21600" y="19336"/>
                  </a:cubicBezTo>
                  <a:cubicBezTo>
                    <a:pt x="21600" y="19797"/>
                    <a:pt x="21585" y="20258"/>
                    <a:pt x="21555" y="20718"/>
                  </a:cubicBezTo>
                  <a:lnTo>
                    <a:pt x="0" y="19336"/>
                  </a:lnTo>
                  <a:lnTo>
                    <a:pt x="9627" y="0"/>
                  </a:lnTo>
                  <a:close/>
                </a:path>
              </a:pathLst>
            </a:custGeom>
            <a:noFill/>
            <a:ln w="31750">
              <a:solidFill>
                <a:srgbClr val="000099"/>
              </a:solidFill>
              <a:round/>
              <a:headEnd type="triangle" w="med" len="med"/>
              <a:tailEnd type="none" w="med" len="lg"/>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130" name="Group 11">
            <a:extLst>
              <a:ext uri="{FF2B5EF4-FFF2-40B4-BE49-F238E27FC236}">
                <a16:creationId xmlns:a16="http://schemas.microsoft.com/office/drawing/2014/main" id="{B6C47FB4-0CAC-4E53-9DA2-A9328F765AC2}"/>
              </a:ext>
            </a:extLst>
          </p:cNvPr>
          <p:cNvGrpSpPr>
            <a:grpSpLocks/>
          </p:cNvGrpSpPr>
          <p:nvPr/>
        </p:nvGrpSpPr>
        <p:grpSpPr bwMode="auto">
          <a:xfrm>
            <a:off x="1068388" y="1657448"/>
            <a:ext cx="1371600" cy="533400"/>
            <a:chOff x="768" y="2544"/>
            <a:chExt cx="864" cy="336"/>
          </a:xfrm>
          <a:solidFill>
            <a:srgbClr val="B8D4EC"/>
          </a:solidFill>
        </p:grpSpPr>
        <p:sp>
          <p:nvSpPr>
            <p:cNvPr id="131" name="Rectangle 12">
              <a:extLst>
                <a:ext uri="{FF2B5EF4-FFF2-40B4-BE49-F238E27FC236}">
                  <a16:creationId xmlns:a16="http://schemas.microsoft.com/office/drawing/2014/main" id="{78A02B7D-D67E-49D5-9A70-E51566294BA2}"/>
                </a:ext>
              </a:extLst>
            </p:cNvPr>
            <p:cNvSpPr>
              <a:spLocks noChangeArrowheads="1"/>
            </p:cNvSpPr>
            <p:nvPr/>
          </p:nvSpPr>
          <p:spPr bwMode="auto">
            <a:xfrm>
              <a:off x="1056" y="2544"/>
              <a:ext cx="576" cy="336"/>
            </a:xfrm>
            <a:prstGeom prst="rect">
              <a:avLst/>
            </a:prstGeom>
            <a:grpFill/>
            <a:ln w="25400">
              <a:solidFill>
                <a:srgbClr val="008080"/>
              </a:solidFill>
              <a:miter lim="800000"/>
              <a:headEnd/>
              <a:tailEnd/>
            </a:ln>
          </p:spPr>
          <p:txBody>
            <a:bodyPr wrap="none" anchor="ctr"/>
            <a:lstStyle>
              <a:lvl1pPr>
                <a:defRPr sz="2800">
                  <a:solidFill>
                    <a:schemeClr val="tx1"/>
                  </a:solidFill>
                  <a:latin typeface="Times New Roman" panose="02020603050405020304" pitchFamily="18" charset="0"/>
                  <a:ea typeface="仿宋_GB2312" pitchFamily="49" charset="-122"/>
                </a:defRPr>
              </a:lvl1pPr>
              <a:lvl2pPr>
                <a:defRPr sz="2800">
                  <a:solidFill>
                    <a:schemeClr val="tx1"/>
                  </a:solidFill>
                  <a:latin typeface="Times New Roman" panose="02020603050405020304" pitchFamily="18" charset="0"/>
                  <a:ea typeface="仿宋_GB2312" pitchFamily="49" charset="-122"/>
                </a:defRPr>
              </a:lvl2pPr>
              <a:lvl3pPr>
                <a:defRPr sz="2800">
                  <a:solidFill>
                    <a:schemeClr val="tx1"/>
                  </a:solidFill>
                  <a:latin typeface="Times New Roman" panose="02020603050405020304" pitchFamily="18" charset="0"/>
                  <a:ea typeface="仿宋_GB2312" pitchFamily="49" charset="-122"/>
                </a:defRPr>
              </a:lvl3pPr>
              <a:lvl4pPr>
                <a:defRPr sz="2800">
                  <a:solidFill>
                    <a:schemeClr val="tx1"/>
                  </a:solidFill>
                  <a:latin typeface="Times New Roman" panose="02020603050405020304" pitchFamily="18" charset="0"/>
                  <a:ea typeface="仿宋_GB2312" pitchFamily="49" charset="-122"/>
                </a:defRPr>
              </a:lvl4pPr>
              <a:lvl5pPr>
                <a:defRPr sz="2800">
                  <a:solidFill>
                    <a:schemeClr val="tx1"/>
                  </a:solidFill>
                  <a:latin typeface="Times New Roman" panose="02020603050405020304" pitchFamily="18" charset="0"/>
                  <a:ea typeface="仿宋_GB2312" pitchFamily="49" charset="-122"/>
                </a:defRPr>
              </a:lvl5pPr>
              <a:lvl6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6pPr>
              <a:lvl7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7pPr>
              <a:lvl8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8pPr>
              <a:lvl9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9pPr>
            </a:lstStyle>
            <a:p>
              <a:pPr>
                <a:spcBef>
                  <a:spcPct val="20000"/>
                </a:spcBef>
                <a:defRPr/>
              </a:pPr>
              <a:r>
                <a:rPr lang="en-US" altLang="zh-CN" sz="2400" b="1" dirty="0">
                  <a:solidFill>
                    <a:srgbClr val="008080"/>
                  </a:solidFill>
                  <a:ea typeface="宋体" panose="02010600030101010101" pitchFamily="2" charset="-122"/>
                </a:rPr>
                <a:t>21</a:t>
              </a:r>
              <a:endParaRPr lang="en-US" altLang="zh-CN" sz="2400" dirty="0">
                <a:ea typeface="宋体" panose="02010600030101010101" pitchFamily="2" charset="-122"/>
              </a:endParaRPr>
            </a:p>
          </p:txBody>
        </p:sp>
        <p:sp>
          <p:nvSpPr>
            <p:cNvPr id="132" name="Line 13">
              <a:extLst>
                <a:ext uri="{FF2B5EF4-FFF2-40B4-BE49-F238E27FC236}">
                  <a16:creationId xmlns:a16="http://schemas.microsoft.com/office/drawing/2014/main" id="{79930665-FFB2-4949-820C-266C627167E1}"/>
                </a:ext>
              </a:extLst>
            </p:cNvPr>
            <p:cNvSpPr>
              <a:spLocks noChangeShapeType="1"/>
            </p:cNvSpPr>
            <p:nvPr/>
          </p:nvSpPr>
          <p:spPr bwMode="auto">
            <a:xfrm>
              <a:off x="1440" y="2544"/>
              <a:ext cx="0" cy="336"/>
            </a:xfrm>
            <a:prstGeom prst="line">
              <a:avLst/>
            </a:prstGeom>
            <a:grpFill/>
            <a:ln w="9525">
              <a:solidFill>
                <a:srgbClr val="008080"/>
              </a:solidFill>
              <a:round/>
              <a:headEnd/>
              <a:tailEnd/>
            </a:ln>
          </p:spPr>
          <p:txBody>
            <a:bodyPr/>
            <a:lstStyle/>
            <a:p>
              <a:pPr>
                <a:defRPr/>
              </a:pPr>
              <a:endParaRPr lang="zh-CN" altLang="en-US" sz="2400"/>
            </a:p>
          </p:txBody>
        </p:sp>
        <p:sp>
          <p:nvSpPr>
            <p:cNvPr id="137" name="Line 14">
              <a:extLst>
                <a:ext uri="{FF2B5EF4-FFF2-40B4-BE49-F238E27FC236}">
                  <a16:creationId xmlns:a16="http://schemas.microsoft.com/office/drawing/2014/main" id="{B3FB33F0-F39B-4F5E-991E-94CC07D54AC4}"/>
                </a:ext>
              </a:extLst>
            </p:cNvPr>
            <p:cNvSpPr>
              <a:spLocks noChangeShapeType="1"/>
            </p:cNvSpPr>
            <p:nvPr/>
          </p:nvSpPr>
          <p:spPr bwMode="auto">
            <a:xfrm>
              <a:off x="768" y="2736"/>
              <a:ext cx="288" cy="0"/>
            </a:xfrm>
            <a:prstGeom prst="line">
              <a:avLst/>
            </a:prstGeom>
            <a:grpFill/>
            <a:ln w="25400">
              <a:solidFill>
                <a:srgbClr val="008080"/>
              </a:solidFill>
              <a:round/>
              <a:headEnd type="oval" w="sm" len="sm"/>
              <a:tailEnd type="triangle" w="med" len="lg"/>
            </a:ln>
          </p:spPr>
          <p:txBody>
            <a:bodyPr/>
            <a:lstStyle/>
            <a:p>
              <a:pPr>
                <a:defRPr/>
              </a:pPr>
              <a:endParaRPr lang="zh-CN" altLang="en-US" sz="2400"/>
            </a:p>
          </p:txBody>
        </p:sp>
      </p:grpSp>
      <p:grpSp>
        <p:nvGrpSpPr>
          <p:cNvPr id="138" name="Group 15">
            <a:extLst>
              <a:ext uri="{FF2B5EF4-FFF2-40B4-BE49-F238E27FC236}">
                <a16:creationId xmlns:a16="http://schemas.microsoft.com/office/drawing/2014/main" id="{C8E2DA3C-C282-4A0F-92CB-4B152F544576}"/>
              </a:ext>
            </a:extLst>
          </p:cNvPr>
          <p:cNvGrpSpPr>
            <a:grpSpLocks/>
          </p:cNvGrpSpPr>
          <p:nvPr/>
        </p:nvGrpSpPr>
        <p:grpSpPr bwMode="auto">
          <a:xfrm>
            <a:off x="2287588" y="1657448"/>
            <a:ext cx="1371600" cy="533400"/>
            <a:chOff x="1536" y="2544"/>
            <a:chExt cx="864" cy="336"/>
          </a:xfrm>
          <a:solidFill>
            <a:srgbClr val="B8D4EC"/>
          </a:solidFill>
        </p:grpSpPr>
        <p:sp>
          <p:nvSpPr>
            <p:cNvPr id="139" name="Rectangle 16">
              <a:extLst>
                <a:ext uri="{FF2B5EF4-FFF2-40B4-BE49-F238E27FC236}">
                  <a16:creationId xmlns:a16="http://schemas.microsoft.com/office/drawing/2014/main" id="{94E549AF-50A6-487E-82CF-2678CC081E00}"/>
                </a:ext>
              </a:extLst>
            </p:cNvPr>
            <p:cNvSpPr>
              <a:spLocks noChangeArrowheads="1"/>
            </p:cNvSpPr>
            <p:nvPr/>
          </p:nvSpPr>
          <p:spPr bwMode="auto">
            <a:xfrm>
              <a:off x="1824" y="2544"/>
              <a:ext cx="576" cy="336"/>
            </a:xfrm>
            <a:prstGeom prst="rect">
              <a:avLst/>
            </a:prstGeom>
            <a:grpFill/>
            <a:ln w="25400">
              <a:solidFill>
                <a:srgbClr val="008080"/>
              </a:solidFill>
              <a:miter lim="800000"/>
              <a:headEnd/>
              <a:tailEnd/>
            </a:ln>
          </p:spPr>
          <p:txBody>
            <a:bodyPr wrap="none" anchor="ctr"/>
            <a:lstStyle>
              <a:lvl1pPr>
                <a:defRPr sz="2800">
                  <a:solidFill>
                    <a:schemeClr val="tx1"/>
                  </a:solidFill>
                  <a:latin typeface="Times New Roman" panose="02020603050405020304" pitchFamily="18" charset="0"/>
                  <a:ea typeface="仿宋_GB2312" pitchFamily="49" charset="-122"/>
                </a:defRPr>
              </a:lvl1pPr>
              <a:lvl2pPr>
                <a:defRPr sz="2800">
                  <a:solidFill>
                    <a:schemeClr val="tx1"/>
                  </a:solidFill>
                  <a:latin typeface="Times New Roman" panose="02020603050405020304" pitchFamily="18" charset="0"/>
                  <a:ea typeface="仿宋_GB2312" pitchFamily="49" charset="-122"/>
                </a:defRPr>
              </a:lvl2pPr>
              <a:lvl3pPr>
                <a:defRPr sz="2800">
                  <a:solidFill>
                    <a:schemeClr val="tx1"/>
                  </a:solidFill>
                  <a:latin typeface="Times New Roman" panose="02020603050405020304" pitchFamily="18" charset="0"/>
                  <a:ea typeface="仿宋_GB2312" pitchFamily="49" charset="-122"/>
                </a:defRPr>
              </a:lvl3pPr>
              <a:lvl4pPr>
                <a:defRPr sz="2800">
                  <a:solidFill>
                    <a:schemeClr val="tx1"/>
                  </a:solidFill>
                  <a:latin typeface="Times New Roman" panose="02020603050405020304" pitchFamily="18" charset="0"/>
                  <a:ea typeface="仿宋_GB2312" pitchFamily="49" charset="-122"/>
                </a:defRPr>
              </a:lvl4pPr>
              <a:lvl5pPr>
                <a:defRPr sz="2800">
                  <a:solidFill>
                    <a:schemeClr val="tx1"/>
                  </a:solidFill>
                  <a:latin typeface="Times New Roman" panose="02020603050405020304" pitchFamily="18" charset="0"/>
                  <a:ea typeface="仿宋_GB2312" pitchFamily="49" charset="-122"/>
                </a:defRPr>
              </a:lvl5pPr>
              <a:lvl6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6pPr>
              <a:lvl7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7pPr>
              <a:lvl8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8pPr>
              <a:lvl9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9pPr>
            </a:lstStyle>
            <a:p>
              <a:pPr>
                <a:spcBef>
                  <a:spcPct val="20000"/>
                </a:spcBef>
                <a:defRPr/>
              </a:pPr>
              <a:r>
                <a:rPr lang="en-US" altLang="zh-CN" sz="2400" b="1">
                  <a:solidFill>
                    <a:srgbClr val="008080"/>
                  </a:solidFill>
                  <a:ea typeface="宋体" panose="02010600030101010101" pitchFamily="2" charset="-122"/>
                </a:rPr>
                <a:t>18</a:t>
              </a:r>
              <a:endParaRPr lang="en-US" altLang="zh-CN" sz="2400">
                <a:ea typeface="宋体" panose="02010600030101010101" pitchFamily="2" charset="-122"/>
              </a:endParaRPr>
            </a:p>
          </p:txBody>
        </p:sp>
        <p:sp>
          <p:nvSpPr>
            <p:cNvPr id="140" name="Line 17">
              <a:extLst>
                <a:ext uri="{FF2B5EF4-FFF2-40B4-BE49-F238E27FC236}">
                  <a16:creationId xmlns:a16="http://schemas.microsoft.com/office/drawing/2014/main" id="{ED8A4925-AFD9-4AD2-B036-81110481E2E3}"/>
                </a:ext>
              </a:extLst>
            </p:cNvPr>
            <p:cNvSpPr>
              <a:spLocks noChangeShapeType="1"/>
            </p:cNvSpPr>
            <p:nvPr/>
          </p:nvSpPr>
          <p:spPr bwMode="auto">
            <a:xfrm>
              <a:off x="2208" y="2544"/>
              <a:ext cx="0" cy="336"/>
            </a:xfrm>
            <a:prstGeom prst="line">
              <a:avLst/>
            </a:prstGeom>
            <a:grpFill/>
            <a:ln w="9525">
              <a:solidFill>
                <a:srgbClr val="008080"/>
              </a:solidFill>
              <a:round/>
              <a:headEnd/>
              <a:tailEnd/>
            </a:ln>
          </p:spPr>
          <p:txBody>
            <a:bodyPr/>
            <a:lstStyle/>
            <a:p>
              <a:pPr>
                <a:defRPr/>
              </a:pPr>
              <a:endParaRPr lang="zh-CN" altLang="en-US" sz="2400"/>
            </a:p>
          </p:txBody>
        </p:sp>
        <p:sp>
          <p:nvSpPr>
            <p:cNvPr id="141" name="Line 18">
              <a:extLst>
                <a:ext uri="{FF2B5EF4-FFF2-40B4-BE49-F238E27FC236}">
                  <a16:creationId xmlns:a16="http://schemas.microsoft.com/office/drawing/2014/main" id="{F7D45F79-636F-4B0B-8C3A-246254A15EC0}"/>
                </a:ext>
              </a:extLst>
            </p:cNvPr>
            <p:cNvSpPr>
              <a:spLocks noChangeShapeType="1"/>
            </p:cNvSpPr>
            <p:nvPr/>
          </p:nvSpPr>
          <p:spPr bwMode="auto">
            <a:xfrm>
              <a:off x="1536" y="2736"/>
              <a:ext cx="288" cy="0"/>
            </a:xfrm>
            <a:prstGeom prst="line">
              <a:avLst/>
            </a:prstGeom>
            <a:grpFill/>
            <a:ln w="25400">
              <a:solidFill>
                <a:srgbClr val="008080"/>
              </a:solidFill>
              <a:round/>
              <a:headEnd type="oval" w="sm" len="sm"/>
              <a:tailEnd type="triangle" w="med" len="lg"/>
            </a:ln>
          </p:spPr>
          <p:txBody>
            <a:bodyPr/>
            <a:lstStyle/>
            <a:p>
              <a:pPr>
                <a:defRPr/>
              </a:pPr>
              <a:endParaRPr lang="zh-CN" altLang="en-US" sz="2400"/>
            </a:p>
          </p:txBody>
        </p:sp>
      </p:grpSp>
      <p:grpSp>
        <p:nvGrpSpPr>
          <p:cNvPr id="143" name="Group 19">
            <a:extLst>
              <a:ext uri="{FF2B5EF4-FFF2-40B4-BE49-F238E27FC236}">
                <a16:creationId xmlns:a16="http://schemas.microsoft.com/office/drawing/2014/main" id="{690FEF3D-02A3-4CFE-8506-35DC1C635931}"/>
              </a:ext>
            </a:extLst>
          </p:cNvPr>
          <p:cNvGrpSpPr>
            <a:grpSpLocks/>
          </p:cNvGrpSpPr>
          <p:nvPr/>
        </p:nvGrpSpPr>
        <p:grpSpPr bwMode="auto">
          <a:xfrm>
            <a:off x="3506788" y="1657448"/>
            <a:ext cx="1371600" cy="533400"/>
            <a:chOff x="2304" y="2544"/>
            <a:chExt cx="864" cy="336"/>
          </a:xfrm>
          <a:solidFill>
            <a:srgbClr val="B8D4EC"/>
          </a:solidFill>
        </p:grpSpPr>
        <p:sp>
          <p:nvSpPr>
            <p:cNvPr id="144" name="Rectangle 20">
              <a:extLst>
                <a:ext uri="{FF2B5EF4-FFF2-40B4-BE49-F238E27FC236}">
                  <a16:creationId xmlns:a16="http://schemas.microsoft.com/office/drawing/2014/main" id="{3E569565-D4BB-46B9-A3BA-6B8CFAD82D11}"/>
                </a:ext>
              </a:extLst>
            </p:cNvPr>
            <p:cNvSpPr>
              <a:spLocks noChangeArrowheads="1"/>
            </p:cNvSpPr>
            <p:nvPr/>
          </p:nvSpPr>
          <p:spPr bwMode="auto">
            <a:xfrm>
              <a:off x="2592" y="2544"/>
              <a:ext cx="576" cy="336"/>
            </a:xfrm>
            <a:prstGeom prst="rect">
              <a:avLst/>
            </a:prstGeom>
            <a:grpFill/>
            <a:ln w="25400">
              <a:solidFill>
                <a:srgbClr val="008080"/>
              </a:solidFill>
              <a:miter lim="800000"/>
              <a:headEnd/>
              <a:tailEnd/>
            </a:ln>
          </p:spPr>
          <p:txBody>
            <a:bodyPr wrap="none" anchor="ctr"/>
            <a:lstStyle>
              <a:lvl1pPr>
                <a:defRPr sz="2800">
                  <a:solidFill>
                    <a:schemeClr val="tx1"/>
                  </a:solidFill>
                  <a:latin typeface="Times New Roman" panose="02020603050405020304" pitchFamily="18" charset="0"/>
                  <a:ea typeface="仿宋_GB2312" pitchFamily="49" charset="-122"/>
                </a:defRPr>
              </a:lvl1pPr>
              <a:lvl2pPr>
                <a:defRPr sz="2800">
                  <a:solidFill>
                    <a:schemeClr val="tx1"/>
                  </a:solidFill>
                  <a:latin typeface="Times New Roman" panose="02020603050405020304" pitchFamily="18" charset="0"/>
                  <a:ea typeface="仿宋_GB2312" pitchFamily="49" charset="-122"/>
                </a:defRPr>
              </a:lvl2pPr>
              <a:lvl3pPr>
                <a:defRPr sz="2800">
                  <a:solidFill>
                    <a:schemeClr val="tx1"/>
                  </a:solidFill>
                  <a:latin typeface="Times New Roman" panose="02020603050405020304" pitchFamily="18" charset="0"/>
                  <a:ea typeface="仿宋_GB2312" pitchFamily="49" charset="-122"/>
                </a:defRPr>
              </a:lvl3pPr>
              <a:lvl4pPr>
                <a:defRPr sz="2800">
                  <a:solidFill>
                    <a:schemeClr val="tx1"/>
                  </a:solidFill>
                  <a:latin typeface="Times New Roman" panose="02020603050405020304" pitchFamily="18" charset="0"/>
                  <a:ea typeface="仿宋_GB2312" pitchFamily="49" charset="-122"/>
                </a:defRPr>
              </a:lvl4pPr>
              <a:lvl5pPr>
                <a:defRPr sz="2800">
                  <a:solidFill>
                    <a:schemeClr val="tx1"/>
                  </a:solidFill>
                  <a:latin typeface="Times New Roman" panose="02020603050405020304" pitchFamily="18" charset="0"/>
                  <a:ea typeface="仿宋_GB2312" pitchFamily="49" charset="-122"/>
                </a:defRPr>
              </a:lvl5pPr>
              <a:lvl6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6pPr>
              <a:lvl7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7pPr>
              <a:lvl8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8pPr>
              <a:lvl9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9pPr>
            </a:lstStyle>
            <a:p>
              <a:pPr>
                <a:spcBef>
                  <a:spcPct val="20000"/>
                </a:spcBef>
                <a:defRPr/>
              </a:pPr>
              <a:r>
                <a:rPr lang="en-US" altLang="zh-CN" sz="2400" b="1">
                  <a:ea typeface="宋体" panose="02010600030101010101" pitchFamily="2" charset="-122"/>
                </a:rPr>
                <a:t>30</a:t>
              </a:r>
              <a:endParaRPr lang="en-US" altLang="zh-CN" sz="2400">
                <a:ea typeface="宋体" panose="02010600030101010101" pitchFamily="2" charset="-122"/>
              </a:endParaRPr>
            </a:p>
          </p:txBody>
        </p:sp>
        <p:sp>
          <p:nvSpPr>
            <p:cNvPr id="145" name="Line 21">
              <a:extLst>
                <a:ext uri="{FF2B5EF4-FFF2-40B4-BE49-F238E27FC236}">
                  <a16:creationId xmlns:a16="http://schemas.microsoft.com/office/drawing/2014/main" id="{94C700EA-7F7D-4825-BE03-7EB656E90F37}"/>
                </a:ext>
              </a:extLst>
            </p:cNvPr>
            <p:cNvSpPr>
              <a:spLocks noChangeShapeType="1"/>
            </p:cNvSpPr>
            <p:nvPr/>
          </p:nvSpPr>
          <p:spPr bwMode="auto">
            <a:xfrm>
              <a:off x="2976" y="2544"/>
              <a:ext cx="0" cy="336"/>
            </a:xfrm>
            <a:prstGeom prst="line">
              <a:avLst/>
            </a:prstGeom>
            <a:grpFill/>
            <a:ln w="9525">
              <a:solidFill>
                <a:srgbClr val="008080"/>
              </a:solidFill>
              <a:round/>
              <a:headEnd/>
              <a:tailEnd/>
            </a:ln>
          </p:spPr>
          <p:txBody>
            <a:bodyPr/>
            <a:lstStyle/>
            <a:p>
              <a:pPr>
                <a:defRPr/>
              </a:pPr>
              <a:endParaRPr lang="zh-CN" altLang="en-US" sz="2400"/>
            </a:p>
          </p:txBody>
        </p:sp>
        <p:sp>
          <p:nvSpPr>
            <p:cNvPr id="146" name="Line 22">
              <a:extLst>
                <a:ext uri="{FF2B5EF4-FFF2-40B4-BE49-F238E27FC236}">
                  <a16:creationId xmlns:a16="http://schemas.microsoft.com/office/drawing/2014/main" id="{2F4AD76C-362C-4E79-896C-F780E058591D}"/>
                </a:ext>
              </a:extLst>
            </p:cNvPr>
            <p:cNvSpPr>
              <a:spLocks noChangeShapeType="1"/>
            </p:cNvSpPr>
            <p:nvPr/>
          </p:nvSpPr>
          <p:spPr bwMode="auto">
            <a:xfrm>
              <a:off x="2304" y="2736"/>
              <a:ext cx="288" cy="0"/>
            </a:xfrm>
            <a:prstGeom prst="line">
              <a:avLst/>
            </a:prstGeom>
            <a:grpFill/>
            <a:ln w="25400">
              <a:solidFill>
                <a:srgbClr val="008080"/>
              </a:solidFill>
              <a:round/>
              <a:headEnd type="oval" w="sm" len="sm"/>
              <a:tailEnd type="triangle" w="med" len="lg"/>
            </a:ln>
          </p:spPr>
          <p:txBody>
            <a:bodyPr/>
            <a:lstStyle/>
            <a:p>
              <a:pPr>
                <a:defRPr/>
              </a:pPr>
              <a:endParaRPr lang="zh-CN" altLang="en-US" sz="2400"/>
            </a:p>
          </p:txBody>
        </p:sp>
      </p:grpSp>
      <p:grpSp>
        <p:nvGrpSpPr>
          <p:cNvPr id="147" name="Group 23">
            <a:extLst>
              <a:ext uri="{FF2B5EF4-FFF2-40B4-BE49-F238E27FC236}">
                <a16:creationId xmlns:a16="http://schemas.microsoft.com/office/drawing/2014/main" id="{74351BAB-5066-4C4B-BC7E-D7563F67173A}"/>
              </a:ext>
            </a:extLst>
          </p:cNvPr>
          <p:cNvGrpSpPr>
            <a:grpSpLocks/>
          </p:cNvGrpSpPr>
          <p:nvPr/>
        </p:nvGrpSpPr>
        <p:grpSpPr bwMode="auto">
          <a:xfrm>
            <a:off x="4725988" y="1657448"/>
            <a:ext cx="1371600" cy="533400"/>
            <a:chOff x="3072" y="2544"/>
            <a:chExt cx="864" cy="336"/>
          </a:xfrm>
          <a:solidFill>
            <a:srgbClr val="B8D4EC"/>
          </a:solidFill>
        </p:grpSpPr>
        <p:sp>
          <p:nvSpPr>
            <p:cNvPr id="149" name="Rectangle 24">
              <a:extLst>
                <a:ext uri="{FF2B5EF4-FFF2-40B4-BE49-F238E27FC236}">
                  <a16:creationId xmlns:a16="http://schemas.microsoft.com/office/drawing/2014/main" id="{3607BF39-A031-45DE-B282-443A8D8BA304}"/>
                </a:ext>
              </a:extLst>
            </p:cNvPr>
            <p:cNvSpPr>
              <a:spLocks noChangeArrowheads="1"/>
            </p:cNvSpPr>
            <p:nvPr/>
          </p:nvSpPr>
          <p:spPr bwMode="auto">
            <a:xfrm>
              <a:off x="3360" y="2544"/>
              <a:ext cx="576" cy="336"/>
            </a:xfrm>
            <a:prstGeom prst="rect">
              <a:avLst/>
            </a:prstGeom>
            <a:grpFill/>
            <a:ln w="25400">
              <a:solidFill>
                <a:srgbClr val="008080"/>
              </a:solidFill>
              <a:miter lim="800000"/>
              <a:headEnd/>
              <a:tailEnd/>
            </a:ln>
          </p:spPr>
          <p:txBody>
            <a:bodyPr wrap="none" anchor="ctr"/>
            <a:lstStyle>
              <a:lvl1pPr>
                <a:defRPr sz="2800">
                  <a:solidFill>
                    <a:schemeClr val="tx1"/>
                  </a:solidFill>
                  <a:latin typeface="Times New Roman" panose="02020603050405020304" pitchFamily="18" charset="0"/>
                  <a:ea typeface="仿宋_GB2312" pitchFamily="49" charset="-122"/>
                </a:defRPr>
              </a:lvl1pPr>
              <a:lvl2pPr>
                <a:defRPr sz="2800">
                  <a:solidFill>
                    <a:schemeClr val="tx1"/>
                  </a:solidFill>
                  <a:latin typeface="Times New Roman" panose="02020603050405020304" pitchFamily="18" charset="0"/>
                  <a:ea typeface="仿宋_GB2312" pitchFamily="49" charset="-122"/>
                </a:defRPr>
              </a:lvl2pPr>
              <a:lvl3pPr>
                <a:defRPr sz="2800">
                  <a:solidFill>
                    <a:schemeClr val="tx1"/>
                  </a:solidFill>
                  <a:latin typeface="Times New Roman" panose="02020603050405020304" pitchFamily="18" charset="0"/>
                  <a:ea typeface="仿宋_GB2312" pitchFamily="49" charset="-122"/>
                </a:defRPr>
              </a:lvl3pPr>
              <a:lvl4pPr>
                <a:defRPr sz="2800">
                  <a:solidFill>
                    <a:schemeClr val="tx1"/>
                  </a:solidFill>
                  <a:latin typeface="Times New Roman" panose="02020603050405020304" pitchFamily="18" charset="0"/>
                  <a:ea typeface="仿宋_GB2312" pitchFamily="49" charset="-122"/>
                </a:defRPr>
              </a:lvl4pPr>
              <a:lvl5pPr>
                <a:defRPr sz="2800">
                  <a:solidFill>
                    <a:schemeClr val="tx1"/>
                  </a:solidFill>
                  <a:latin typeface="Times New Roman" panose="02020603050405020304" pitchFamily="18" charset="0"/>
                  <a:ea typeface="仿宋_GB2312" pitchFamily="49" charset="-122"/>
                </a:defRPr>
              </a:lvl5pPr>
              <a:lvl6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6pPr>
              <a:lvl7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7pPr>
              <a:lvl8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8pPr>
              <a:lvl9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9pPr>
            </a:lstStyle>
            <a:p>
              <a:pPr>
                <a:spcBef>
                  <a:spcPct val="20000"/>
                </a:spcBef>
                <a:defRPr/>
              </a:pPr>
              <a:r>
                <a:rPr lang="en-US" altLang="zh-CN" sz="2400" b="1">
                  <a:solidFill>
                    <a:srgbClr val="008080"/>
                  </a:solidFill>
                  <a:ea typeface="宋体" panose="02010600030101010101" pitchFamily="2" charset="-122"/>
                </a:rPr>
                <a:t>75</a:t>
              </a:r>
              <a:endParaRPr lang="en-US" altLang="zh-CN" sz="2400">
                <a:ea typeface="宋体" panose="02010600030101010101" pitchFamily="2" charset="-122"/>
              </a:endParaRPr>
            </a:p>
          </p:txBody>
        </p:sp>
        <p:sp>
          <p:nvSpPr>
            <p:cNvPr id="150" name="Line 25">
              <a:extLst>
                <a:ext uri="{FF2B5EF4-FFF2-40B4-BE49-F238E27FC236}">
                  <a16:creationId xmlns:a16="http://schemas.microsoft.com/office/drawing/2014/main" id="{73D82084-1791-473B-8DD0-9F8A95AE671B}"/>
                </a:ext>
              </a:extLst>
            </p:cNvPr>
            <p:cNvSpPr>
              <a:spLocks noChangeShapeType="1"/>
            </p:cNvSpPr>
            <p:nvPr/>
          </p:nvSpPr>
          <p:spPr bwMode="auto">
            <a:xfrm>
              <a:off x="3744" y="2544"/>
              <a:ext cx="0" cy="336"/>
            </a:xfrm>
            <a:prstGeom prst="line">
              <a:avLst/>
            </a:prstGeom>
            <a:grpFill/>
            <a:ln w="9525">
              <a:solidFill>
                <a:srgbClr val="008080"/>
              </a:solidFill>
              <a:round/>
              <a:headEnd/>
              <a:tailEnd/>
            </a:ln>
          </p:spPr>
          <p:txBody>
            <a:bodyPr/>
            <a:lstStyle/>
            <a:p>
              <a:pPr>
                <a:defRPr/>
              </a:pPr>
              <a:endParaRPr lang="zh-CN" altLang="en-US" sz="2400"/>
            </a:p>
          </p:txBody>
        </p:sp>
        <p:sp>
          <p:nvSpPr>
            <p:cNvPr id="151" name="Line 26">
              <a:extLst>
                <a:ext uri="{FF2B5EF4-FFF2-40B4-BE49-F238E27FC236}">
                  <a16:creationId xmlns:a16="http://schemas.microsoft.com/office/drawing/2014/main" id="{A72D94E0-156B-49B7-8D3A-4FC3BA551F9E}"/>
                </a:ext>
              </a:extLst>
            </p:cNvPr>
            <p:cNvSpPr>
              <a:spLocks noChangeShapeType="1"/>
            </p:cNvSpPr>
            <p:nvPr/>
          </p:nvSpPr>
          <p:spPr bwMode="auto">
            <a:xfrm>
              <a:off x="3072" y="2736"/>
              <a:ext cx="288" cy="0"/>
            </a:xfrm>
            <a:prstGeom prst="line">
              <a:avLst/>
            </a:prstGeom>
            <a:grpFill/>
            <a:ln w="25400">
              <a:solidFill>
                <a:srgbClr val="008080"/>
              </a:solidFill>
              <a:round/>
              <a:headEnd type="oval" w="sm" len="sm"/>
              <a:tailEnd type="triangle" w="med" len="lg"/>
            </a:ln>
          </p:spPr>
          <p:txBody>
            <a:bodyPr/>
            <a:lstStyle/>
            <a:p>
              <a:pPr>
                <a:defRPr/>
              </a:pPr>
              <a:endParaRPr lang="zh-CN" altLang="en-US" sz="2400"/>
            </a:p>
          </p:txBody>
        </p:sp>
      </p:grpSp>
      <p:grpSp>
        <p:nvGrpSpPr>
          <p:cNvPr id="152" name="Group 27">
            <a:extLst>
              <a:ext uri="{FF2B5EF4-FFF2-40B4-BE49-F238E27FC236}">
                <a16:creationId xmlns:a16="http://schemas.microsoft.com/office/drawing/2014/main" id="{21A846EB-F57E-495E-82F7-58B6D5E37331}"/>
              </a:ext>
            </a:extLst>
          </p:cNvPr>
          <p:cNvGrpSpPr>
            <a:grpSpLocks/>
          </p:cNvGrpSpPr>
          <p:nvPr/>
        </p:nvGrpSpPr>
        <p:grpSpPr bwMode="auto">
          <a:xfrm>
            <a:off x="5945188" y="1657448"/>
            <a:ext cx="1371600" cy="533400"/>
            <a:chOff x="3840" y="2544"/>
            <a:chExt cx="864" cy="336"/>
          </a:xfrm>
          <a:solidFill>
            <a:srgbClr val="B8D4EC"/>
          </a:solidFill>
        </p:grpSpPr>
        <p:sp>
          <p:nvSpPr>
            <p:cNvPr id="153" name="Rectangle 28">
              <a:extLst>
                <a:ext uri="{FF2B5EF4-FFF2-40B4-BE49-F238E27FC236}">
                  <a16:creationId xmlns:a16="http://schemas.microsoft.com/office/drawing/2014/main" id="{127EB021-6559-44BF-9AC1-0A0C921AE1CF}"/>
                </a:ext>
              </a:extLst>
            </p:cNvPr>
            <p:cNvSpPr>
              <a:spLocks noChangeArrowheads="1"/>
            </p:cNvSpPr>
            <p:nvPr/>
          </p:nvSpPr>
          <p:spPr bwMode="auto">
            <a:xfrm>
              <a:off x="4128" y="2544"/>
              <a:ext cx="576" cy="336"/>
            </a:xfrm>
            <a:prstGeom prst="rect">
              <a:avLst/>
            </a:prstGeom>
            <a:grpFill/>
            <a:ln w="25400">
              <a:solidFill>
                <a:srgbClr val="008080"/>
              </a:solidFill>
              <a:miter lim="800000"/>
              <a:headEnd/>
              <a:tailEnd/>
            </a:ln>
          </p:spPr>
          <p:txBody>
            <a:bodyPr wrap="none" anchor="ctr"/>
            <a:lstStyle>
              <a:lvl1pPr>
                <a:defRPr sz="2800">
                  <a:solidFill>
                    <a:schemeClr val="tx1"/>
                  </a:solidFill>
                  <a:latin typeface="Times New Roman" panose="02020603050405020304" pitchFamily="18" charset="0"/>
                  <a:ea typeface="仿宋_GB2312" pitchFamily="49" charset="-122"/>
                </a:defRPr>
              </a:lvl1pPr>
              <a:lvl2pPr>
                <a:defRPr sz="2800">
                  <a:solidFill>
                    <a:schemeClr val="tx1"/>
                  </a:solidFill>
                  <a:latin typeface="Times New Roman" panose="02020603050405020304" pitchFamily="18" charset="0"/>
                  <a:ea typeface="仿宋_GB2312" pitchFamily="49" charset="-122"/>
                </a:defRPr>
              </a:lvl2pPr>
              <a:lvl3pPr>
                <a:defRPr sz="2800">
                  <a:solidFill>
                    <a:schemeClr val="tx1"/>
                  </a:solidFill>
                  <a:latin typeface="Times New Roman" panose="02020603050405020304" pitchFamily="18" charset="0"/>
                  <a:ea typeface="仿宋_GB2312" pitchFamily="49" charset="-122"/>
                </a:defRPr>
              </a:lvl3pPr>
              <a:lvl4pPr>
                <a:defRPr sz="2800">
                  <a:solidFill>
                    <a:schemeClr val="tx1"/>
                  </a:solidFill>
                  <a:latin typeface="Times New Roman" panose="02020603050405020304" pitchFamily="18" charset="0"/>
                  <a:ea typeface="仿宋_GB2312" pitchFamily="49" charset="-122"/>
                </a:defRPr>
              </a:lvl4pPr>
              <a:lvl5pPr>
                <a:defRPr sz="2800">
                  <a:solidFill>
                    <a:schemeClr val="tx1"/>
                  </a:solidFill>
                  <a:latin typeface="Times New Roman" panose="02020603050405020304" pitchFamily="18" charset="0"/>
                  <a:ea typeface="仿宋_GB2312" pitchFamily="49" charset="-122"/>
                </a:defRPr>
              </a:lvl5pPr>
              <a:lvl6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6pPr>
              <a:lvl7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7pPr>
              <a:lvl8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8pPr>
              <a:lvl9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9pPr>
            </a:lstStyle>
            <a:p>
              <a:pPr>
                <a:spcBef>
                  <a:spcPct val="20000"/>
                </a:spcBef>
                <a:defRPr/>
              </a:pPr>
              <a:r>
                <a:rPr lang="en-US" altLang="zh-CN" sz="2400" b="1">
                  <a:solidFill>
                    <a:srgbClr val="008080"/>
                  </a:solidFill>
                  <a:ea typeface="宋体" panose="02010600030101010101" pitchFamily="2" charset="-122"/>
                </a:rPr>
                <a:t>30</a:t>
              </a:r>
              <a:endParaRPr lang="en-US" altLang="zh-CN" sz="2400">
                <a:ea typeface="宋体" panose="02010600030101010101" pitchFamily="2" charset="-122"/>
              </a:endParaRPr>
            </a:p>
          </p:txBody>
        </p:sp>
        <p:sp>
          <p:nvSpPr>
            <p:cNvPr id="156" name="Line 29">
              <a:extLst>
                <a:ext uri="{FF2B5EF4-FFF2-40B4-BE49-F238E27FC236}">
                  <a16:creationId xmlns:a16="http://schemas.microsoft.com/office/drawing/2014/main" id="{0855A7C6-9A0B-435C-A144-A552160FAA7C}"/>
                </a:ext>
              </a:extLst>
            </p:cNvPr>
            <p:cNvSpPr>
              <a:spLocks noChangeShapeType="1"/>
            </p:cNvSpPr>
            <p:nvPr/>
          </p:nvSpPr>
          <p:spPr bwMode="auto">
            <a:xfrm>
              <a:off x="4512" y="2544"/>
              <a:ext cx="0" cy="336"/>
            </a:xfrm>
            <a:prstGeom prst="line">
              <a:avLst/>
            </a:prstGeom>
            <a:grpFill/>
            <a:ln w="9525">
              <a:solidFill>
                <a:srgbClr val="008080"/>
              </a:solidFill>
              <a:round/>
              <a:headEnd/>
              <a:tailEnd/>
            </a:ln>
          </p:spPr>
          <p:txBody>
            <a:bodyPr/>
            <a:lstStyle/>
            <a:p>
              <a:pPr>
                <a:defRPr/>
              </a:pPr>
              <a:endParaRPr lang="zh-CN" altLang="en-US" sz="2400"/>
            </a:p>
          </p:txBody>
        </p:sp>
        <p:sp>
          <p:nvSpPr>
            <p:cNvPr id="157" name="Line 30">
              <a:extLst>
                <a:ext uri="{FF2B5EF4-FFF2-40B4-BE49-F238E27FC236}">
                  <a16:creationId xmlns:a16="http://schemas.microsoft.com/office/drawing/2014/main" id="{02942E25-F0E3-4001-9C96-A86FC8355F19}"/>
                </a:ext>
              </a:extLst>
            </p:cNvPr>
            <p:cNvSpPr>
              <a:spLocks noChangeShapeType="1"/>
            </p:cNvSpPr>
            <p:nvPr/>
          </p:nvSpPr>
          <p:spPr bwMode="auto">
            <a:xfrm>
              <a:off x="3840" y="2736"/>
              <a:ext cx="288" cy="0"/>
            </a:xfrm>
            <a:prstGeom prst="line">
              <a:avLst/>
            </a:prstGeom>
            <a:grpFill/>
            <a:ln w="25400">
              <a:solidFill>
                <a:srgbClr val="008080"/>
              </a:solidFill>
              <a:round/>
              <a:headEnd type="oval" w="sm" len="sm"/>
              <a:tailEnd type="triangle" w="med" len="lg"/>
            </a:ln>
          </p:spPr>
          <p:txBody>
            <a:bodyPr/>
            <a:lstStyle/>
            <a:p>
              <a:pPr>
                <a:defRPr/>
              </a:pPr>
              <a:endParaRPr lang="zh-CN" altLang="en-US" sz="2400"/>
            </a:p>
          </p:txBody>
        </p:sp>
      </p:grpSp>
      <p:grpSp>
        <p:nvGrpSpPr>
          <p:cNvPr id="158" name="Group 31">
            <a:extLst>
              <a:ext uri="{FF2B5EF4-FFF2-40B4-BE49-F238E27FC236}">
                <a16:creationId xmlns:a16="http://schemas.microsoft.com/office/drawing/2014/main" id="{6B31DA79-B3C7-422F-896C-E00587D2D6D8}"/>
              </a:ext>
            </a:extLst>
          </p:cNvPr>
          <p:cNvGrpSpPr>
            <a:grpSpLocks/>
          </p:cNvGrpSpPr>
          <p:nvPr/>
        </p:nvGrpSpPr>
        <p:grpSpPr bwMode="auto">
          <a:xfrm>
            <a:off x="7164388" y="1657448"/>
            <a:ext cx="1474787" cy="533400"/>
            <a:chOff x="4608" y="2544"/>
            <a:chExt cx="929" cy="336"/>
          </a:xfrm>
          <a:solidFill>
            <a:srgbClr val="B8D4EC"/>
          </a:solidFill>
        </p:grpSpPr>
        <p:sp>
          <p:nvSpPr>
            <p:cNvPr id="159" name="Rectangle 32">
              <a:extLst>
                <a:ext uri="{FF2B5EF4-FFF2-40B4-BE49-F238E27FC236}">
                  <a16:creationId xmlns:a16="http://schemas.microsoft.com/office/drawing/2014/main" id="{09B0FE7D-6829-4805-BF04-FCA63422BECF}"/>
                </a:ext>
              </a:extLst>
            </p:cNvPr>
            <p:cNvSpPr>
              <a:spLocks noChangeArrowheads="1"/>
            </p:cNvSpPr>
            <p:nvPr/>
          </p:nvSpPr>
          <p:spPr bwMode="auto">
            <a:xfrm>
              <a:off x="4896" y="2544"/>
              <a:ext cx="576" cy="336"/>
            </a:xfrm>
            <a:prstGeom prst="rect">
              <a:avLst/>
            </a:prstGeom>
            <a:grpFill/>
            <a:ln w="25400">
              <a:solidFill>
                <a:srgbClr val="008080"/>
              </a:solidFill>
              <a:miter lim="800000"/>
              <a:headEnd/>
              <a:tailEnd/>
            </a:ln>
          </p:spPr>
          <p:txBody>
            <a:bodyPr wrap="none" anchor="ctr"/>
            <a:lstStyle>
              <a:lvl1pPr>
                <a:defRPr sz="2800">
                  <a:solidFill>
                    <a:schemeClr val="tx1"/>
                  </a:solidFill>
                  <a:latin typeface="Times New Roman" panose="02020603050405020304" pitchFamily="18" charset="0"/>
                  <a:ea typeface="仿宋_GB2312" pitchFamily="49" charset="-122"/>
                </a:defRPr>
              </a:lvl1pPr>
              <a:lvl2pPr>
                <a:defRPr sz="2800">
                  <a:solidFill>
                    <a:schemeClr val="tx1"/>
                  </a:solidFill>
                  <a:latin typeface="Times New Roman" panose="02020603050405020304" pitchFamily="18" charset="0"/>
                  <a:ea typeface="仿宋_GB2312" pitchFamily="49" charset="-122"/>
                </a:defRPr>
              </a:lvl2pPr>
              <a:lvl3pPr>
                <a:defRPr sz="2800">
                  <a:solidFill>
                    <a:schemeClr val="tx1"/>
                  </a:solidFill>
                  <a:latin typeface="Times New Roman" panose="02020603050405020304" pitchFamily="18" charset="0"/>
                  <a:ea typeface="仿宋_GB2312" pitchFamily="49" charset="-122"/>
                </a:defRPr>
              </a:lvl3pPr>
              <a:lvl4pPr>
                <a:defRPr sz="2800">
                  <a:solidFill>
                    <a:schemeClr val="tx1"/>
                  </a:solidFill>
                  <a:latin typeface="Times New Roman" panose="02020603050405020304" pitchFamily="18" charset="0"/>
                  <a:ea typeface="仿宋_GB2312" pitchFamily="49" charset="-122"/>
                </a:defRPr>
              </a:lvl4pPr>
              <a:lvl5pPr>
                <a:defRPr sz="2800">
                  <a:solidFill>
                    <a:schemeClr val="tx1"/>
                  </a:solidFill>
                  <a:latin typeface="Times New Roman" panose="02020603050405020304" pitchFamily="18" charset="0"/>
                  <a:ea typeface="仿宋_GB2312" pitchFamily="49" charset="-122"/>
                </a:defRPr>
              </a:lvl5pPr>
              <a:lvl6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6pPr>
              <a:lvl7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7pPr>
              <a:lvl8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8pPr>
              <a:lvl9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9pPr>
            </a:lstStyle>
            <a:p>
              <a:pPr>
                <a:spcBef>
                  <a:spcPct val="20000"/>
                </a:spcBef>
                <a:defRPr/>
              </a:pPr>
              <a:r>
                <a:rPr lang="en-US" altLang="zh-CN" sz="2400" b="1">
                  <a:solidFill>
                    <a:srgbClr val="008080"/>
                  </a:solidFill>
                  <a:ea typeface="宋体" panose="02010600030101010101" pitchFamily="2" charset="-122"/>
                </a:rPr>
                <a:t>56</a:t>
              </a:r>
              <a:endParaRPr lang="en-US" altLang="zh-CN" sz="2400">
                <a:ea typeface="宋体" panose="02010600030101010101" pitchFamily="2" charset="-122"/>
              </a:endParaRPr>
            </a:p>
          </p:txBody>
        </p:sp>
        <p:sp>
          <p:nvSpPr>
            <p:cNvPr id="160" name="Line 33">
              <a:extLst>
                <a:ext uri="{FF2B5EF4-FFF2-40B4-BE49-F238E27FC236}">
                  <a16:creationId xmlns:a16="http://schemas.microsoft.com/office/drawing/2014/main" id="{27C97A1A-1DD3-4284-86F3-19A54F571F8F}"/>
                </a:ext>
              </a:extLst>
            </p:cNvPr>
            <p:cNvSpPr>
              <a:spLocks noChangeShapeType="1"/>
            </p:cNvSpPr>
            <p:nvPr/>
          </p:nvSpPr>
          <p:spPr bwMode="auto">
            <a:xfrm>
              <a:off x="5280" y="2544"/>
              <a:ext cx="0" cy="336"/>
            </a:xfrm>
            <a:prstGeom prst="line">
              <a:avLst/>
            </a:prstGeom>
            <a:grpFill/>
            <a:ln w="9525">
              <a:solidFill>
                <a:srgbClr val="008080"/>
              </a:solidFill>
              <a:round/>
              <a:headEnd/>
              <a:tailEnd/>
            </a:ln>
          </p:spPr>
          <p:txBody>
            <a:bodyPr/>
            <a:lstStyle/>
            <a:p>
              <a:pPr>
                <a:defRPr/>
              </a:pPr>
              <a:endParaRPr lang="zh-CN" altLang="en-US" sz="2400"/>
            </a:p>
          </p:txBody>
        </p:sp>
        <p:sp>
          <p:nvSpPr>
            <p:cNvPr id="161" name="Text Box 34">
              <a:extLst>
                <a:ext uri="{FF2B5EF4-FFF2-40B4-BE49-F238E27FC236}">
                  <a16:creationId xmlns:a16="http://schemas.microsoft.com/office/drawing/2014/main" id="{DC892D4E-C74C-4517-AEBE-A1B11EAE1401}"/>
                </a:ext>
              </a:extLst>
            </p:cNvPr>
            <p:cNvSpPr txBox="1">
              <a:spLocks noChangeArrowheads="1"/>
            </p:cNvSpPr>
            <p:nvPr/>
          </p:nvSpPr>
          <p:spPr bwMode="auto">
            <a:xfrm>
              <a:off x="5226" y="2553"/>
              <a:ext cx="311" cy="291"/>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800">
                  <a:solidFill>
                    <a:schemeClr val="tx1"/>
                  </a:solidFill>
                  <a:latin typeface="Times New Roman" panose="02020603050405020304" pitchFamily="18" charset="0"/>
                  <a:ea typeface="仿宋_GB2312" pitchFamily="49" charset="-122"/>
                </a:defRPr>
              </a:lvl1pPr>
              <a:lvl2pPr>
                <a:defRPr sz="2800">
                  <a:solidFill>
                    <a:schemeClr val="tx1"/>
                  </a:solidFill>
                  <a:latin typeface="Times New Roman" panose="02020603050405020304" pitchFamily="18" charset="0"/>
                  <a:ea typeface="仿宋_GB2312" pitchFamily="49" charset="-122"/>
                </a:defRPr>
              </a:lvl2pPr>
              <a:lvl3pPr>
                <a:defRPr sz="2800">
                  <a:solidFill>
                    <a:schemeClr val="tx1"/>
                  </a:solidFill>
                  <a:latin typeface="Times New Roman" panose="02020603050405020304" pitchFamily="18" charset="0"/>
                  <a:ea typeface="仿宋_GB2312" pitchFamily="49" charset="-122"/>
                </a:defRPr>
              </a:lvl3pPr>
              <a:lvl4pPr>
                <a:defRPr sz="2800">
                  <a:solidFill>
                    <a:schemeClr val="tx1"/>
                  </a:solidFill>
                  <a:latin typeface="Times New Roman" panose="02020603050405020304" pitchFamily="18" charset="0"/>
                  <a:ea typeface="仿宋_GB2312" pitchFamily="49" charset="-122"/>
                </a:defRPr>
              </a:lvl4pPr>
              <a:lvl5pPr>
                <a:defRPr sz="2800">
                  <a:solidFill>
                    <a:schemeClr val="tx1"/>
                  </a:solidFill>
                  <a:latin typeface="Times New Roman" panose="02020603050405020304" pitchFamily="18" charset="0"/>
                  <a:ea typeface="仿宋_GB2312" pitchFamily="49" charset="-122"/>
                </a:defRPr>
              </a:lvl5pPr>
              <a:lvl6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6pPr>
              <a:lvl7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7pPr>
              <a:lvl8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8pPr>
              <a:lvl9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9pPr>
            </a:lstStyle>
            <a:p>
              <a:pPr>
                <a:spcBef>
                  <a:spcPct val="20000"/>
                </a:spcBef>
                <a:defRPr/>
              </a:pPr>
              <a:r>
                <a:rPr lang="en-US" altLang="zh-CN" sz="2400" b="1" dirty="0">
                  <a:solidFill>
                    <a:srgbClr val="008080"/>
                  </a:solidFill>
                  <a:ea typeface="宋体" panose="02010600030101010101" pitchFamily="2" charset="-122"/>
                </a:rPr>
                <a:t>∧</a:t>
              </a:r>
              <a:endParaRPr lang="en-US" altLang="zh-CN" sz="2400" dirty="0">
                <a:ea typeface="宋体" panose="02010600030101010101" pitchFamily="2" charset="-122"/>
              </a:endParaRPr>
            </a:p>
          </p:txBody>
        </p:sp>
        <p:sp>
          <p:nvSpPr>
            <p:cNvPr id="162" name="Line 35">
              <a:extLst>
                <a:ext uri="{FF2B5EF4-FFF2-40B4-BE49-F238E27FC236}">
                  <a16:creationId xmlns:a16="http://schemas.microsoft.com/office/drawing/2014/main" id="{749CCC5B-4E72-41BB-BEC2-13DC466213C8}"/>
                </a:ext>
              </a:extLst>
            </p:cNvPr>
            <p:cNvSpPr>
              <a:spLocks noChangeShapeType="1"/>
            </p:cNvSpPr>
            <p:nvPr/>
          </p:nvSpPr>
          <p:spPr bwMode="auto">
            <a:xfrm>
              <a:off x="4608" y="2736"/>
              <a:ext cx="288" cy="0"/>
            </a:xfrm>
            <a:prstGeom prst="line">
              <a:avLst/>
            </a:prstGeom>
            <a:grpFill/>
            <a:ln w="25400">
              <a:solidFill>
                <a:srgbClr val="008080"/>
              </a:solidFill>
              <a:round/>
              <a:headEnd type="oval" w="sm" len="sm"/>
              <a:tailEnd type="triangle" w="med" len="lg"/>
            </a:ln>
          </p:spPr>
          <p:txBody>
            <a:bodyPr/>
            <a:lstStyle/>
            <a:p>
              <a:pPr>
                <a:defRPr/>
              </a:pPr>
              <a:endParaRPr lang="zh-CN" altLang="en-US" sz="2400"/>
            </a:p>
          </p:txBody>
        </p:sp>
      </p:grpSp>
      <p:grpSp>
        <p:nvGrpSpPr>
          <p:cNvPr id="163" name="Group 36">
            <a:extLst>
              <a:ext uri="{FF2B5EF4-FFF2-40B4-BE49-F238E27FC236}">
                <a16:creationId xmlns:a16="http://schemas.microsoft.com/office/drawing/2014/main" id="{59E27B84-6FAD-B742-86BE-8D75189CA9DC}"/>
              </a:ext>
            </a:extLst>
          </p:cNvPr>
          <p:cNvGrpSpPr>
            <a:grpSpLocks/>
          </p:cNvGrpSpPr>
          <p:nvPr/>
        </p:nvGrpSpPr>
        <p:grpSpPr bwMode="auto">
          <a:xfrm>
            <a:off x="695325" y="2220913"/>
            <a:ext cx="1497013" cy="874712"/>
            <a:chOff x="4817" y="2622"/>
            <a:chExt cx="943" cy="654"/>
          </a:xfrm>
        </p:grpSpPr>
        <p:grpSp>
          <p:nvGrpSpPr>
            <p:cNvPr id="110642" name="Group 37">
              <a:extLst>
                <a:ext uri="{FF2B5EF4-FFF2-40B4-BE49-F238E27FC236}">
                  <a16:creationId xmlns:a16="http://schemas.microsoft.com/office/drawing/2014/main" id="{E9BFE521-72AB-D84F-B68F-C053789610DA}"/>
                </a:ext>
              </a:extLst>
            </p:cNvPr>
            <p:cNvGrpSpPr>
              <a:grpSpLocks/>
            </p:cNvGrpSpPr>
            <p:nvPr/>
          </p:nvGrpSpPr>
          <p:grpSpPr bwMode="auto">
            <a:xfrm>
              <a:off x="5484" y="2622"/>
              <a:ext cx="276" cy="624"/>
              <a:chOff x="1212" y="2880"/>
              <a:chExt cx="276" cy="624"/>
            </a:xfrm>
          </p:grpSpPr>
          <p:sp>
            <p:nvSpPr>
              <p:cNvPr id="110644" name="Line 38">
                <a:extLst>
                  <a:ext uri="{FF2B5EF4-FFF2-40B4-BE49-F238E27FC236}">
                    <a16:creationId xmlns:a16="http://schemas.microsoft.com/office/drawing/2014/main" id="{01DAED65-DFDB-284F-96B4-D7AEE25ABBB7}"/>
                  </a:ext>
                </a:extLst>
              </p:cNvPr>
              <p:cNvSpPr>
                <a:spLocks noChangeShapeType="1"/>
              </p:cNvSpPr>
              <p:nvPr/>
            </p:nvSpPr>
            <p:spPr bwMode="auto">
              <a:xfrm>
                <a:off x="1248" y="2880"/>
                <a:ext cx="0" cy="624"/>
              </a:xfrm>
              <a:prstGeom prst="line">
                <a:avLst/>
              </a:prstGeom>
              <a:noFill/>
              <a:ln w="31750">
                <a:solidFill>
                  <a:srgbClr val="990000"/>
                </a:solidFill>
                <a:round/>
                <a:headEnd type="triangle" w="med" len="lg"/>
                <a:tailEnd/>
              </a:ln>
              <a:extLst>
                <a:ext uri="{909E8E84-426E-40DD-AFC4-6F175D3DCCD1}">
                  <a14:hiddenFill xmlns:a14="http://schemas.microsoft.com/office/drawing/2010/main">
                    <a:noFill/>
                  </a14:hiddenFill>
                </a:ext>
              </a:extLst>
            </p:spPr>
            <p:txBody>
              <a:bodyPr/>
              <a:lstStyle/>
              <a:p>
                <a:endParaRPr lang="en-US"/>
              </a:p>
            </p:txBody>
          </p:sp>
          <p:sp>
            <p:nvSpPr>
              <p:cNvPr id="110645" name="Text Box 39">
                <a:extLst>
                  <a:ext uri="{FF2B5EF4-FFF2-40B4-BE49-F238E27FC236}">
                    <a16:creationId xmlns:a16="http://schemas.microsoft.com/office/drawing/2014/main" id="{0826A0EC-D1E8-B040-B2EE-61CDA0C2869B}"/>
                  </a:ext>
                </a:extLst>
              </p:cNvPr>
              <p:cNvSpPr txBox="1">
                <a:spLocks noChangeArrowheads="1"/>
              </p:cNvSpPr>
              <p:nvPr/>
            </p:nvSpPr>
            <p:spPr bwMode="auto">
              <a:xfrm>
                <a:off x="1212" y="3052"/>
                <a:ext cx="276"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3600" b="1">
                    <a:solidFill>
                      <a:srgbClr val="990000"/>
                    </a:solidFill>
                    <a:ea typeface="宋体" panose="02010600030101010101" pitchFamily="2" charset="-122"/>
                  </a:rPr>
                  <a:t>p</a:t>
                </a:r>
                <a:endParaRPr lang="en-US" altLang="zh-CN" sz="3600">
                  <a:ea typeface="宋体" panose="02010600030101010101" pitchFamily="2" charset="-122"/>
                </a:endParaRPr>
              </a:p>
            </p:txBody>
          </p:sp>
        </p:grpSp>
        <p:sp>
          <p:nvSpPr>
            <p:cNvPr id="110643" name="Rectangle 40">
              <a:extLst>
                <a:ext uri="{FF2B5EF4-FFF2-40B4-BE49-F238E27FC236}">
                  <a16:creationId xmlns:a16="http://schemas.microsoft.com/office/drawing/2014/main" id="{99CB994D-2D24-0049-A86D-1C4DC85F6E6D}"/>
                </a:ext>
              </a:extLst>
            </p:cNvPr>
            <p:cNvSpPr>
              <a:spLocks noChangeArrowheads="1"/>
            </p:cNvSpPr>
            <p:nvPr/>
          </p:nvSpPr>
          <p:spPr bwMode="auto">
            <a:xfrm>
              <a:off x="4817" y="2658"/>
              <a:ext cx="424" cy="618"/>
            </a:xfrm>
            <a:prstGeom prst="rect">
              <a:avLst/>
            </a:prstGeom>
            <a:solidFill>
              <a:schemeClr val="bg1"/>
            </a:solidFill>
            <a:ln>
              <a:noFill/>
            </a:ln>
            <a:extLs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grpSp>
      <p:sp>
        <p:nvSpPr>
          <p:cNvPr id="169" name="Text Box 42">
            <a:extLst>
              <a:ext uri="{FF2B5EF4-FFF2-40B4-BE49-F238E27FC236}">
                <a16:creationId xmlns:a16="http://schemas.microsoft.com/office/drawing/2014/main" id="{B548A724-3AC9-5449-A9A6-833DF701E18F}"/>
              </a:ext>
            </a:extLst>
          </p:cNvPr>
          <p:cNvSpPr txBox="1">
            <a:spLocks noChangeArrowheads="1"/>
          </p:cNvSpPr>
          <p:nvPr/>
        </p:nvSpPr>
        <p:spPr bwMode="auto">
          <a:xfrm>
            <a:off x="534988" y="3195638"/>
            <a:ext cx="2873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b="1">
                <a:solidFill>
                  <a:srgbClr val="FF0000"/>
                </a:solidFill>
                <a:ea typeface="宋体" panose="02010600030101010101" pitchFamily="2" charset="-122"/>
              </a:rPr>
              <a:t>j</a:t>
            </a:r>
            <a:endParaRPr lang="en-US" altLang="zh-CN">
              <a:ea typeface="宋体" panose="02010600030101010101" pitchFamily="2" charset="-122"/>
            </a:endParaRPr>
          </a:p>
        </p:txBody>
      </p:sp>
      <p:sp>
        <p:nvSpPr>
          <p:cNvPr id="170" name="Text Box 43">
            <a:extLst>
              <a:ext uri="{FF2B5EF4-FFF2-40B4-BE49-F238E27FC236}">
                <a16:creationId xmlns:a16="http://schemas.microsoft.com/office/drawing/2014/main" id="{69ADDBF3-D9CA-B643-AE61-FE2006233BC5}"/>
              </a:ext>
            </a:extLst>
          </p:cNvPr>
          <p:cNvSpPr txBox="1">
            <a:spLocks noChangeArrowheads="1"/>
          </p:cNvSpPr>
          <p:nvPr/>
        </p:nvSpPr>
        <p:spPr bwMode="auto">
          <a:xfrm>
            <a:off x="939800" y="3190875"/>
            <a:ext cx="641350" cy="461963"/>
          </a:xfrm>
          <a:prstGeom prst="rect">
            <a:avLst/>
          </a:prstGeom>
          <a:solidFill>
            <a:srgbClr val="B8D4EC"/>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pPr>
            <a:r>
              <a:rPr lang="en-US" altLang="zh-CN" b="1">
                <a:solidFill>
                  <a:srgbClr val="660033"/>
                </a:solidFill>
                <a:ea typeface="宋体" panose="02010600030101010101" pitchFamily="2" charset="-122"/>
              </a:rPr>
              <a:t>1</a:t>
            </a:r>
            <a:endParaRPr lang="en-US" altLang="zh-CN">
              <a:ea typeface="宋体" panose="02010600030101010101" pitchFamily="2" charset="-122"/>
            </a:endParaRPr>
          </a:p>
        </p:txBody>
      </p:sp>
      <p:sp>
        <p:nvSpPr>
          <p:cNvPr id="171" name="Text Box 44">
            <a:extLst>
              <a:ext uri="{FF2B5EF4-FFF2-40B4-BE49-F238E27FC236}">
                <a16:creationId xmlns:a16="http://schemas.microsoft.com/office/drawing/2014/main" id="{26ACDE17-35AB-204B-950C-96D6A48391A2}"/>
              </a:ext>
            </a:extLst>
          </p:cNvPr>
          <p:cNvSpPr txBox="1">
            <a:spLocks noChangeArrowheads="1"/>
          </p:cNvSpPr>
          <p:nvPr/>
        </p:nvSpPr>
        <p:spPr bwMode="auto">
          <a:xfrm>
            <a:off x="3554413" y="1003300"/>
            <a:ext cx="819150" cy="46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b="1">
                <a:ea typeface="仿宋_GB2312" pitchFamily="49" charset="-122"/>
              </a:rPr>
              <a:t>x=30</a:t>
            </a:r>
          </a:p>
        </p:txBody>
      </p:sp>
      <p:grpSp>
        <p:nvGrpSpPr>
          <p:cNvPr id="172" name="Group 50">
            <a:extLst>
              <a:ext uri="{FF2B5EF4-FFF2-40B4-BE49-F238E27FC236}">
                <a16:creationId xmlns:a16="http://schemas.microsoft.com/office/drawing/2014/main" id="{DEE76DA3-589E-4647-BFC8-21085E67CE09}"/>
              </a:ext>
            </a:extLst>
          </p:cNvPr>
          <p:cNvGrpSpPr>
            <a:grpSpLocks/>
          </p:cNvGrpSpPr>
          <p:nvPr/>
        </p:nvGrpSpPr>
        <p:grpSpPr bwMode="auto">
          <a:xfrm>
            <a:off x="1735138" y="2189163"/>
            <a:ext cx="1765300" cy="930275"/>
            <a:chOff x="1093" y="2623"/>
            <a:chExt cx="1112" cy="646"/>
          </a:xfrm>
        </p:grpSpPr>
        <p:grpSp>
          <p:nvGrpSpPr>
            <p:cNvPr id="110638" name="Group 46">
              <a:extLst>
                <a:ext uri="{FF2B5EF4-FFF2-40B4-BE49-F238E27FC236}">
                  <a16:creationId xmlns:a16="http://schemas.microsoft.com/office/drawing/2014/main" id="{07857500-DD36-1347-A8E6-CD8073B63A66}"/>
                </a:ext>
              </a:extLst>
            </p:cNvPr>
            <p:cNvGrpSpPr>
              <a:grpSpLocks/>
            </p:cNvGrpSpPr>
            <p:nvPr/>
          </p:nvGrpSpPr>
          <p:grpSpPr bwMode="auto">
            <a:xfrm>
              <a:off x="1929" y="2623"/>
              <a:ext cx="276" cy="624"/>
              <a:chOff x="1212" y="2880"/>
              <a:chExt cx="276" cy="624"/>
            </a:xfrm>
          </p:grpSpPr>
          <p:sp>
            <p:nvSpPr>
              <p:cNvPr id="110640" name="Line 47">
                <a:extLst>
                  <a:ext uri="{FF2B5EF4-FFF2-40B4-BE49-F238E27FC236}">
                    <a16:creationId xmlns:a16="http://schemas.microsoft.com/office/drawing/2014/main" id="{D12AE2F6-FF3C-1F43-BC71-3EDDA1D69DC4}"/>
                  </a:ext>
                </a:extLst>
              </p:cNvPr>
              <p:cNvSpPr>
                <a:spLocks noChangeShapeType="1"/>
              </p:cNvSpPr>
              <p:nvPr/>
            </p:nvSpPr>
            <p:spPr bwMode="auto">
              <a:xfrm>
                <a:off x="1248" y="2880"/>
                <a:ext cx="0" cy="624"/>
              </a:xfrm>
              <a:prstGeom prst="line">
                <a:avLst/>
              </a:prstGeom>
              <a:noFill/>
              <a:ln w="31750">
                <a:solidFill>
                  <a:srgbClr val="990000"/>
                </a:solidFill>
                <a:round/>
                <a:headEnd type="triangle" w="med" len="lg"/>
                <a:tailEnd/>
              </a:ln>
              <a:extLst>
                <a:ext uri="{909E8E84-426E-40DD-AFC4-6F175D3DCCD1}">
                  <a14:hiddenFill xmlns:a14="http://schemas.microsoft.com/office/drawing/2010/main">
                    <a:noFill/>
                  </a14:hiddenFill>
                </a:ext>
              </a:extLst>
            </p:spPr>
            <p:txBody>
              <a:bodyPr/>
              <a:lstStyle/>
              <a:p>
                <a:endParaRPr lang="en-US"/>
              </a:p>
            </p:txBody>
          </p:sp>
          <p:sp>
            <p:nvSpPr>
              <p:cNvPr id="110641" name="Text Box 48">
                <a:extLst>
                  <a:ext uri="{FF2B5EF4-FFF2-40B4-BE49-F238E27FC236}">
                    <a16:creationId xmlns:a16="http://schemas.microsoft.com/office/drawing/2014/main" id="{C68439B5-636F-8B40-AAE2-DAC4893B224B}"/>
                  </a:ext>
                </a:extLst>
              </p:cNvPr>
              <p:cNvSpPr txBox="1">
                <a:spLocks noChangeArrowheads="1"/>
              </p:cNvSpPr>
              <p:nvPr/>
            </p:nvSpPr>
            <p:spPr bwMode="auto">
              <a:xfrm>
                <a:off x="1212" y="3052"/>
                <a:ext cx="276"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3600" b="1">
                    <a:solidFill>
                      <a:srgbClr val="990000"/>
                    </a:solidFill>
                    <a:ea typeface="宋体" panose="02010600030101010101" pitchFamily="2" charset="-122"/>
                  </a:rPr>
                  <a:t>p</a:t>
                </a:r>
                <a:endParaRPr lang="en-US" altLang="zh-CN" sz="3600">
                  <a:ea typeface="宋体" panose="02010600030101010101" pitchFamily="2" charset="-122"/>
                </a:endParaRPr>
              </a:p>
            </p:txBody>
          </p:sp>
        </p:grpSp>
        <p:sp>
          <p:nvSpPr>
            <p:cNvPr id="110639" name="Rectangle 49">
              <a:extLst>
                <a:ext uri="{FF2B5EF4-FFF2-40B4-BE49-F238E27FC236}">
                  <a16:creationId xmlns:a16="http://schemas.microsoft.com/office/drawing/2014/main" id="{4F2D32A5-BF8A-C346-848A-A194E9CAA31E}"/>
                </a:ext>
              </a:extLst>
            </p:cNvPr>
            <p:cNvSpPr>
              <a:spLocks noChangeArrowheads="1"/>
            </p:cNvSpPr>
            <p:nvPr/>
          </p:nvSpPr>
          <p:spPr bwMode="auto">
            <a:xfrm>
              <a:off x="1093" y="2651"/>
              <a:ext cx="424" cy="618"/>
            </a:xfrm>
            <a:prstGeom prst="rect">
              <a:avLst/>
            </a:prstGeom>
            <a:solidFill>
              <a:schemeClr val="bg1"/>
            </a:solidFill>
            <a:ln>
              <a:noFill/>
            </a:ln>
            <a:extLs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grpSp>
      <p:sp>
        <p:nvSpPr>
          <p:cNvPr id="177" name="Text Box 51">
            <a:extLst>
              <a:ext uri="{FF2B5EF4-FFF2-40B4-BE49-F238E27FC236}">
                <a16:creationId xmlns:a16="http://schemas.microsoft.com/office/drawing/2014/main" id="{F35E1A27-420F-A34E-B7A8-EE2EDCD31BA7}"/>
              </a:ext>
            </a:extLst>
          </p:cNvPr>
          <p:cNvSpPr txBox="1">
            <a:spLocks noChangeArrowheads="1"/>
          </p:cNvSpPr>
          <p:nvPr/>
        </p:nvSpPr>
        <p:spPr bwMode="auto">
          <a:xfrm>
            <a:off x="944563" y="3195638"/>
            <a:ext cx="641350" cy="461962"/>
          </a:xfrm>
          <a:prstGeom prst="rect">
            <a:avLst/>
          </a:prstGeom>
          <a:solidFill>
            <a:srgbClr val="B8D4EC"/>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pPr>
            <a:r>
              <a:rPr lang="en-US" altLang="zh-CN" b="1">
                <a:solidFill>
                  <a:srgbClr val="660033"/>
                </a:solidFill>
                <a:ea typeface="宋体" panose="02010600030101010101" pitchFamily="2" charset="-122"/>
              </a:rPr>
              <a:t>2</a:t>
            </a:r>
            <a:endParaRPr lang="en-US" altLang="zh-CN">
              <a:ea typeface="宋体" panose="02010600030101010101" pitchFamily="2" charset="-122"/>
            </a:endParaRPr>
          </a:p>
        </p:txBody>
      </p:sp>
      <p:grpSp>
        <p:nvGrpSpPr>
          <p:cNvPr id="178" name="Group 52">
            <a:extLst>
              <a:ext uri="{FF2B5EF4-FFF2-40B4-BE49-F238E27FC236}">
                <a16:creationId xmlns:a16="http://schemas.microsoft.com/office/drawing/2014/main" id="{40099223-E66F-BF46-B6D6-00AF853E0346}"/>
              </a:ext>
            </a:extLst>
          </p:cNvPr>
          <p:cNvGrpSpPr>
            <a:grpSpLocks/>
          </p:cNvGrpSpPr>
          <p:nvPr/>
        </p:nvGrpSpPr>
        <p:grpSpPr bwMode="auto">
          <a:xfrm>
            <a:off x="2963863" y="2179638"/>
            <a:ext cx="1765300" cy="866775"/>
            <a:chOff x="1093" y="2623"/>
            <a:chExt cx="1112" cy="646"/>
          </a:xfrm>
        </p:grpSpPr>
        <p:grpSp>
          <p:nvGrpSpPr>
            <p:cNvPr id="110634" name="Group 53">
              <a:extLst>
                <a:ext uri="{FF2B5EF4-FFF2-40B4-BE49-F238E27FC236}">
                  <a16:creationId xmlns:a16="http://schemas.microsoft.com/office/drawing/2014/main" id="{2D4CA1B7-8D4A-E04F-86C1-DA8A0F28DDC0}"/>
                </a:ext>
              </a:extLst>
            </p:cNvPr>
            <p:cNvGrpSpPr>
              <a:grpSpLocks/>
            </p:cNvGrpSpPr>
            <p:nvPr/>
          </p:nvGrpSpPr>
          <p:grpSpPr bwMode="auto">
            <a:xfrm>
              <a:off x="1929" y="2623"/>
              <a:ext cx="276" cy="624"/>
              <a:chOff x="1212" y="2880"/>
              <a:chExt cx="276" cy="624"/>
            </a:xfrm>
          </p:grpSpPr>
          <p:sp>
            <p:nvSpPr>
              <p:cNvPr id="110636" name="Line 54">
                <a:extLst>
                  <a:ext uri="{FF2B5EF4-FFF2-40B4-BE49-F238E27FC236}">
                    <a16:creationId xmlns:a16="http://schemas.microsoft.com/office/drawing/2014/main" id="{289BE2B3-EEE3-DA4F-9C85-C4AB5E6EFC43}"/>
                  </a:ext>
                </a:extLst>
              </p:cNvPr>
              <p:cNvSpPr>
                <a:spLocks noChangeShapeType="1"/>
              </p:cNvSpPr>
              <p:nvPr/>
            </p:nvSpPr>
            <p:spPr bwMode="auto">
              <a:xfrm>
                <a:off x="1248" y="2880"/>
                <a:ext cx="0" cy="624"/>
              </a:xfrm>
              <a:prstGeom prst="line">
                <a:avLst/>
              </a:prstGeom>
              <a:noFill/>
              <a:ln w="31750">
                <a:solidFill>
                  <a:srgbClr val="990000"/>
                </a:solidFill>
                <a:round/>
                <a:headEnd type="triangle" w="med" len="lg"/>
                <a:tailEnd/>
              </a:ln>
              <a:extLst>
                <a:ext uri="{909E8E84-426E-40DD-AFC4-6F175D3DCCD1}">
                  <a14:hiddenFill xmlns:a14="http://schemas.microsoft.com/office/drawing/2010/main">
                    <a:noFill/>
                  </a14:hiddenFill>
                </a:ext>
              </a:extLst>
            </p:spPr>
            <p:txBody>
              <a:bodyPr/>
              <a:lstStyle/>
              <a:p>
                <a:endParaRPr lang="en-US"/>
              </a:p>
            </p:txBody>
          </p:sp>
          <p:sp>
            <p:nvSpPr>
              <p:cNvPr id="110637" name="Text Box 55">
                <a:extLst>
                  <a:ext uri="{FF2B5EF4-FFF2-40B4-BE49-F238E27FC236}">
                    <a16:creationId xmlns:a16="http://schemas.microsoft.com/office/drawing/2014/main" id="{5F608326-4B2C-244E-AB1F-C6A4B7658F47}"/>
                  </a:ext>
                </a:extLst>
              </p:cNvPr>
              <p:cNvSpPr txBox="1">
                <a:spLocks noChangeArrowheads="1"/>
              </p:cNvSpPr>
              <p:nvPr/>
            </p:nvSpPr>
            <p:spPr bwMode="auto">
              <a:xfrm>
                <a:off x="1212" y="3052"/>
                <a:ext cx="276"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3600" b="1">
                    <a:solidFill>
                      <a:srgbClr val="990000"/>
                    </a:solidFill>
                    <a:ea typeface="宋体" panose="02010600030101010101" pitchFamily="2" charset="-122"/>
                  </a:rPr>
                  <a:t>p</a:t>
                </a:r>
                <a:endParaRPr lang="en-US" altLang="zh-CN" sz="3600">
                  <a:ea typeface="宋体" panose="02010600030101010101" pitchFamily="2" charset="-122"/>
                </a:endParaRPr>
              </a:p>
            </p:txBody>
          </p:sp>
        </p:grpSp>
        <p:sp>
          <p:nvSpPr>
            <p:cNvPr id="110635" name="Rectangle 56">
              <a:extLst>
                <a:ext uri="{FF2B5EF4-FFF2-40B4-BE49-F238E27FC236}">
                  <a16:creationId xmlns:a16="http://schemas.microsoft.com/office/drawing/2014/main" id="{D1E8AF87-EE51-0D4F-8166-1A0934E1270A}"/>
                </a:ext>
              </a:extLst>
            </p:cNvPr>
            <p:cNvSpPr>
              <a:spLocks noChangeArrowheads="1"/>
            </p:cNvSpPr>
            <p:nvPr/>
          </p:nvSpPr>
          <p:spPr bwMode="auto">
            <a:xfrm>
              <a:off x="1093" y="2651"/>
              <a:ext cx="424" cy="618"/>
            </a:xfrm>
            <a:prstGeom prst="rect">
              <a:avLst/>
            </a:prstGeom>
            <a:solidFill>
              <a:schemeClr val="bg1"/>
            </a:solidFill>
            <a:ln>
              <a:noFill/>
            </a:ln>
            <a:extLs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grpSp>
      <p:sp>
        <p:nvSpPr>
          <p:cNvPr id="183" name="Text Box 57">
            <a:extLst>
              <a:ext uri="{FF2B5EF4-FFF2-40B4-BE49-F238E27FC236}">
                <a16:creationId xmlns:a16="http://schemas.microsoft.com/office/drawing/2014/main" id="{C5CCC134-E2BA-264D-8955-7BED0C40DE9E}"/>
              </a:ext>
            </a:extLst>
          </p:cNvPr>
          <p:cNvSpPr txBox="1">
            <a:spLocks noChangeArrowheads="1"/>
          </p:cNvSpPr>
          <p:nvPr/>
        </p:nvSpPr>
        <p:spPr bwMode="auto">
          <a:xfrm>
            <a:off x="935038" y="3200400"/>
            <a:ext cx="641350" cy="461963"/>
          </a:xfrm>
          <a:prstGeom prst="rect">
            <a:avLst/>
          </a:prstGeom>
          <a:solidFill>
            <a:srgbClr val="B8D4EC"/>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pPr>
            <a:r>
              <a:rPr lang="en-US" altLang="zh-CN" b="1">
                <a:solidFill>
                  <a:srgbClr val="660033"/>
                </a:solidFill>
                <a:ea typeface="宋体" panose="02010600030101010101" pitchFamily="2" charset="-122"/>
              </a:rPr>
              <a:t>3</a:t>
            </a:r>
            <a:endParaRPr lang="en-US" altLang="zh-CN">
              <a:ea typeface="宋体" panose="02010600030101010101" pitchFamily="2" charset="-122"/>
            </a:endParaRPr>
          </a:p>
        </p:txBody>
      </p:sp>
      <p:sp>
        <p:nvSpPr>
          <p:cNvPr id="184" name="Text Box 58">
            <a:extLst>
              <a:ext uri="{FF2B5EF4-FFF2-40B4-BE49-F238E27FC236}">
                <a16:creationId xmlns:a16="http://schemas.microsoft.com/office/drawing/2014/main" id="{5AE1A3D3-99FF-5D43-BF14-2818A3B53737}"/>
              </a:ext>
            </a:extLst>
          </p:cNvPr>
          <p:cNvSpPr txBox="1">
            <a:spLocks noChangeArrowheads="1"/>
          </p:cNvSpPr>
          <p:nvPr/>
        </p:nvSpPr>
        <p:spPr bwMode="auto">
          <a:xfrm>
            <a:off x="2262188" y="3151188"/>
            <a:ext cx="2146300" cy="519112"/>
          </a:xfrm>
          <a:prstGeom prst="rect">
            <a:avLst/>
          </a:prstGeom>
          <a:solidFill>
            <a:srgbClr val="FFFF99"/>
          </a:solidFill>
          <a:ln>
            <a:noFill/>
          </a:ln>
          <a:extLs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sz="2800" b="1">
                <a:latin typeface="隶书" pitchFamily="49" charset="-122"/>
                <a:ea typeface="仿宋_GB2312" pitchFamily="49" charset="-122"/>
              </a:rPr>
              <a:t>找到，返回</a:t>
            </a:r>
            <a:r>
              <a:rPr lang="en-US" altLang="zh-CN" sz="2800" b="1">
                <a:latin typeface="隶书" pitchFamily="49" charset="-122"/>
                <a:ea typeface="仿宋_GB2312" pitchFamily="49" charset="-122"/>
              </a:rPr>
              <a:t>i</a:t>
            </a:r>
          </a:p>
        </p:txBody>
      </p:sp>
      <p:sp>
        <p:nvSpPr>
          <p:cNvPr id="185" name="Text Box 59">
            <a:extLst>
              <a:ext uri="{FF2B5EF4-FFF2-40B4-BE49-F238E27FC236}">
                <a16:creationId xmlns:a16="http://schemas.microsoft.com/office/drawing/2014/main" id="{DD1E781B-04B6-EC4C-AD18-B6AB5948D800}"/>
              </a:ext>
            </a:extLst>
          </p:cNvPr>
          <p:cNvSpPr txBox="1">
            <a:spLocks noChangeArrowheads="1"/>
          </p:cNvSpPr>
          <p:nvPr/>
        </p:nvSpPr>
        <p:spPr bwMode="auto">
          <a:xfrm>
            <a:off x="4872038" y="963613"/>
            <a:ext cx="819150" cy="465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b="1">
                <a:ea typeface="仿宋_GB2312" pitchFamily="49" charset="-122"/>
              </a:rPr>
              <a:t>x=51</a:t>
            </a:r>
          </a:p>
        </p:txBody>
      </p:sp>
      <p:sp>
        <p:nvSpPr>
          <p:cNvPr id="186" name="Rectangle 60">
            <a:extLst>
              <a:ext uri="{FF2B5EF4-FFF2-40B4-BE49-F238E27FC236}">
                <a16:creationId xmlns:a16="http://schemas.microsoft.com/office/drawing/2014/main" id="{55D88D39-F700-B840-B3F9-ADDADA069959}"/>
              </a:ext>
            </a:extLst>
          </p:cNvPr>
          <p:cNvSpPr>
            <a:spLocks noChangeArrowheads="1"/>
          </p:cNvSpPr>
          <p:nvPr/>
        </p:nvSpPr>
        <p:spPr bwMode="auto">
          <a:xfrm>
            <a:off x="2165350" y="3027363"/>
            <a:ext cx="2568575" cy="833437"/>
          </a:xfrm>
          <a:prstGeom prst="rect">
            <a:avLst/>
          </a:prstGeom>
          <a:solidFill>
            <a:srgbClr val="FFFFFF"/>
          </a:solidFill>
          <a:ln>
            <a:noFill/>
          </a:ln>
          <a:extLst>
            <a:ext uri="{91240B29-F687-4F45-9708-019B960494DF}">
              <a14:hiddenLine xmlns:a14="http://schemas.microsoft.com/office/drawing/2010/main" w="38100">
                <a:solidFill>
                  <a:srgbClr val="000000"/>
                </a:solidFill>
                <a:miter lim="800000"/>
                <a:headEnd/>
                <a:tailEnd/>
              </a14:hiddenLine>
            </a:ext>
          </a:extLst>
        </p:spPr>
        <p:txBody>
          <a:bodyPr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grpSp>
        <p:nvGrpSpPr>
          <p:cNvPr id="187" name="Group 66">
            <a:extLst>
              <a:ext uri="{FF2B5EF4-FFF2-40B4-BE49-F238E27FC236}">
                <a16:creationId xmlns:a16="http://schemas.microsoft.com/office/drawing/2014/main" id="{715F0263-39AA-E34D-BFCE-B77A35AE6B5B}"/>
              </a:ext>
            </a:extLst>
          </p:cNvPr>
          <p:cNvGrpSpPr>
            <a:grpSpLocks/>
          </p:cNvGrpSpPr>
          <p:nvPr/>
        </p:nvGrpSpPr>
        <p:grpSpPr bwMode="auto">
          <a:xfrm>
            <a:off x="1674813" y="2201863"/>
            <a:ext cx="3070225" cy="833437"/>
            <a:chOff x="1055" y="2631"/>
            <a:chExt cx="1934" cy="638"/>
          </a:xfrm>
        </p:grpSpPr>
        <p:grpSp>
          <p:nvGrpSpPr>
            <p:cNvPr id="110630" name="Group 62">
              <a:extLst>
                <a:ext uri="{FF2B5EF4-FFF2-40B4-BE49-F238E27FC236}">
                  <a16:creationId xmlns:a16="http://schemas.microsoft.com/office/drawing/2014/main" id="{E3F4ED24-E0B9-744F-B929-208582148A2F}"/>
                </a:ext>
              </a:extLst>
            </p:cNvPr>
            <p:cNvGrpSpPr>
              <a:grpSpLocks/>
            </p:cNvGrpSpPr>
            <p:nvPr/>
          </p:nvGrpSpPr>
          <p:grpSpPr bwMode="auto">
            <a:xfrm>
              <a:off x="1055" y="2645"/>
              <a:ext cx="276" cy="624"/>
              <a:chOff x="1212" y="2880"/>
              <a:chExt cx="276" cy="624"/>
            </a:xfrm>
          </p:grpSpPr>
          <p:sp>
            <p:nvSpPr>
              <p:cNvPr id="110632" name="Line 63">
                <a:extLst>
                  <a:ext uri="{FF2B5EF4-FFF2-40B4-BE49-F238E27FC236}">
                    <a16:creationId xmlns:a16="http://schemas.microsoft.com/office/drawing/2014/main" id="{F28719E8-77D3-8C41-9BCC-255F17369017}"/>
                  </a:ext>
                </a:extLst>
              </p:cNvPr>
              <p:cNvSpPr>
                <a:spLocks noChangeShapeType="1"/>
              </p:cNvSpPr>
              <p:nvPr/>
            </p:nvSpPr>
            <p:spPr bwMode="auto">
              <a:xfrm>
                <a:off x="1248" y="2880"/>
                <a:ext cx="0" cy="624"/>
              </a:xfrm>
              <a:prstGeom prst="line">
                <a:avLst/>
              </a:prstGeom>
              <a:noFill/>
              <a:ln w="31750">
                <a:solidFill>
                  <a:srgbClr val="990000"/>
                </a:solidFill>
                <a:round/>
                <a:headEnd type="triangle" w="med" len="lg"/>
                <a:tailEnd/>
              </a:ln>
              <a:extLst>
                <a:ext uri="{909E8E84-426E-40DD-AFC4-6F175D3DCCD1}">
                  <a14:hiddenFill xmlns:a14="http://schemas.microsoft.com/office/drawing/2010/main">
                    <a:noFill/>
                  </a14:hiddenFill>
                </a:ext>
              </a:extLst>
            </p:spPr>
            <p:txBody>
              <a:bodyPr/>
              <a:lstStyle/>
              <a:p>
                <a:endParaRPr lang="en-US"/>
              </a:p>
            </p:txBody>
          </p:sp>
          <p:sp>
            <p:nvSpPr>
              <p:cNvPr id="110633" name="Text Box 64">
                <a:extLst>
                  <a:ext uri="{FF2B5EF4-FFF2-40B4-BE49-F238E27FC236}">
                    <a16:creationId xmlns:a16="http://schemas.microsoft.com/office/drawing/2014/main" id="{9270AE6B-42BF-324D-82A5-A8C8F4F912F7}"/>
                  </a:ext>
                </a:extLst>
              </p:cNvPr>
              <p:cNvSpPr txBox="1">
                <a:spLocks noChangeArrowheads="1"/>
              </p:cNvSpPr>
              <p:nvPr/>
            </p:nvSpPr>
            <p:spPr bwMode="auto">
              <a:xfrm>
                <a:off x="1212" y="3052"/>
                <a:ext cx="276"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3600" b="1">
                    <a:solidFill>
                      <a:srgbClr val="990000"/>
                    </a:solidFill>
                    <a:ea typeface="宋体" panose="02010600030101010101" pitchFamily="2" charset="-122"/>
                  </a:rPr>
                  <a:t>p</a:t>
                </a:r>
                <a:endParaRPr lang="en-US" altLang="zh-CN" sz="3600">
                  <a:ea typeface="宋体" panose="02010600030101010101" pitchFamily="2" charset="-122"/>
                </a:endParaRPr>
              </a:p>
            </p:txBody>
          </p:sp>
        </p:grpSp>
        <p:sp>
          <p:nvSpPr>
            <p:cNvPr id="110631" name="Rectangle 65">
              <a:extLst>
                <a:ext uri="{FF2B5EF4-FFF2-40B4-BE49-F238E27FC236}">
                  <a16:creationId xmlns:a16="http://schemas.microsoft.com/office/drawing/2014/main" id="{5A0FE8CD-3CBE-854E-B3D9-DA3763CF85C4}"/>
                </a:ext>
              </a:extLst>
            </p:cNvPr>
            <p:cNvSpPr>
              <a:spLocks noChangeArrowheads="1"/>
            </p:cNvSpPr>
            <p:nvPr/>
          </p:nvSpPr>
          <p:spPr bwMode="auto">
            <a:xfrm>
              <a:off x="2565" y="2631"/>
              <a:ext cx="424" cy="618"/>
            </a:xfrm>
            <a:prstGeom prst="rect">
              <a:avLst/>
            </a:prstGeom>
            <a:solidFill>
              <a:schemeClr val="bg1"/>
            </a:solidFill>
            <a:ln>
              <a:noFill/>
            </a:ln>
            <a:extLs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grpSp>
      <p:sp>
        <p:nvSpPr>
          <p:cNvPr id="192" name="Text Box 67">
            <a:extLst>
              <a:ext uri="{FF2B5EF4-FFF2-40B4-BE49-F238E27FC236}">
                <a16:creationId xmlns:a16="http://schemas.microsoft.com/office/drawing/2014/main" id="{D06807BC-A1AA-6440-8CD0-3AFFC1AAA433}"/>
              </a:ext>
            </a:extLst>
          </p:cNvPr>
          <p:cNvSpPr txBox="1">
            <a:spLocks noChangeArrowheads="1"/>
          </p:cNvSpPr>
          <p:nvPr/>
        </p:nvSpPr>
        <p:spPr bwMode="auto">
          <a:xfrm>
            <a:off x="939800" y="3205163"/>
            <a:ext cx="641350" cy="461962"/>
          </a:xfrm>
          <a:prstGeom prst="rect">
            <a:avLst/>
          </a:prstGeom>
          <a:solidFill>
            <a:srgbClr val="B8D4EC"/>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pPr>
            <a:r>
              <a:rPr lang="en-US" altLang="zh-CN" b="1">
                <a:solidFill>
                  <a:srgbClr val="660033"/>
                </a:solidFill>
                <a:ea typeface="宋体" panose="02010600030101010101" pitchFamily="2" charset="-122"/>
              </a:rPr>
              <a:t>1</a:t>
            </a:r>
            <a:endParaRPr lang="en-US" altLang="zh-CN">
              <a:ea typeface="宋体" panose="02010600030101010101" pitchFamily="2" charset="-122"/>
            </a:endParaRPr>
          </a:p>
        </p:txBody>
      </p:sp>
      <p:grpSp>
        <p:nvGrpSpPr>
          <p:cNvPr id="193" name="Group 73">
            <a:extLst>
              <a:ext uri="{FF2B5EF4-FFF2-40B4-BE49-F238E27FC236}">
                <a16:creationId xmlns:a16="http://schemas.microsoft.com/office/drawing/2014/main" id="{057970E0-A71D-A34B-89B3-386E3896EA72}"/>
              </a:ext>
            </a:extLst>
          </p:cNvPr>
          <p:cNvGrpSpPr>
            <a:grpSpLocks/>
          </p:cNvGrpSpPr>
          <p:nvPr/>
        </p:nvGrpSpPr>
        <p:grpSpPr bwMode="auto">
          <a:xfrm>
            <a:off x="1643063" y="2187575"/>
            <a:ext cx="6713537" cy="898525"/>
            <a:chOff x="1035" y="2622"/>
            <a:chExt cx="4229" cy="639"/>
          </a:xfrm>
        </p:grpSpPr>
        <p:grpSp>
          <p:nvGrpSpPr>
            <p:cNvPr id="110626" name="Group 69">
              <a:extLst>
                <a:ext uri="{FF2B5EF4-FFF2-40B4-BE49-F238E27FC236}">
                  <a16:creationId xmlns:a16="http://schemas.microsoft.com/office/drawing/2014/main" id="{EBF02CB7-10C2-0243-B15F-E4E5906026CF}"/>
                </a:ext>
              </a:extLst>
            </p:cNvPr>
            <p:cNvGrpSpPr>
              <a:grpSpLocks/>
            </p:cNvGrpSpPr>
            <p:nvPr/>
          </p:nvGrpSpPr>
          <p:grpSpPr bwMode="auto">
            <a:xfrm>
              <a:off x="4988" y="2622"/>
              <a:ext cx="276" cy="624"/>
              <a:chOff x="1212" y="2880"/>
              <a:chExt cx="276" cy="624"/>
            </a:xfrm>
          </p:grpSpPr>
          <p:sp>
            <p:nvSpPr>
              <p:cNvPr id="110628" name="Line 70">
                <a:extLst>
                  <a:ext uri="{FF2B5EF4-FFF2-40B4-BE49-F238E27FC236}">
                    <a16:creationId xmlns:a16="http://schemas.microsoft.com/office/drawing/2014/main" id="{21C44F35-85FE-6A48-8DAA-A3A057EF5CAD}"/>
                  </a:ext>
                </a:extLst>
              </p:cNvPr>
              <p:cNvSpPr>
                <a:spLocks noChangeShapeType="1"/>
              </p:cNvSpPr>
              <p:nvPr/>
            </p:nvSpPr>
            <p:spPr bwMode="auto">
              <a:xfrm>
                <a:off x="1248" y="2880"/>
                <a:ext cx="0" cy="624"/>
              </a:xfrm>
              <a:prstGeom prst="line">
                <a:avLst/>
              </a:prstGeom>
              <a:noFill/>
              <a:ln w="31750">
                <a:solidFill>
                  <a:srgbClr val="990000"/>
                </a:solidFill>
                <a:round/>
                <a:headEnd type="triangle" w="med" len="lg"/>
                <a:tailEnd/>
              </a:ln>
              <a:extLst>
                <a:ext uri="{909E8E84-426E-40DD-AFC4-6F175D3DCCD1}">
                  <a14:hiddenFill xmlns:a14="http://schemas.microsoft.com/office/drawing/2010/main">
                    <a:noFill/>
                  </a14:hiddenFill>
                </a:ext>
              </a:extLst>
            </p:spPr>
            <p:txBody>
              <a:bodyPr/>
              <a:lstStyle/>
              <a:p>
                <a:endParaRPr lang="en-US"/>
              </a:p>
            </p:txBody>
          </p:sp>
          <p:sp>
            <p:nvSpPr>
              <p:cNvPr id="110629" name="Text Box 71">
                <a:extLst>
                  <a:ext uri="{FF2B5EF4-FFF2-40B4-BE49-F238E27FC236}">
                    <a16:creationId xmlns:a16="http://schemas.microsoft.com/office/drawing/2014/main" id="{EB916EAD-96AC-3A4A-AB4D-9A09C0E1B665}"/>
                  </a:ext>
                </a:extLst>
              </p:cNvPr>
              <p:cNvSpPr txBox="1">
                <a:spLocks noChangeArrowheads="1"/>
              </p:cNvSpPr>
              <p:nvPr/>
            </p:nvSpPr>
            <p:spPr bwMode="auto">
              <a:xfrm>
                <a:off x="1212" y="3052"/>
                <a:ext cx="276"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3600" b="1">
                    <a:solidFill>
                      <a:srgbClr val="990000"/>
                    </a:solidFill>
                    <a:ea typeface="宋体" panose="02010600030101010101" pitchFamily="2" charset="-122"/>
                  </a:rPr>
                  <a:t>p</a:t>
                </a:r>
                <a:endParaRPr lang="en-US" altLang="zh-CN" sz="3600">
                  <a:ea typeface="宋体" panose="02010600030101010101" pitchFamily="2" charset="-122"/>
                </a:endParaRPr>
              </a:p>
            </p:txBody>
          </p:sp>
        </p:grpSp>
        <p:sp>
          <p:nvSpPr>
            <p:cNvPr id="110627" name="Rectangle 72">
              <a:extLst>
                <a:ext uri="{FF2B5EF4-FFF2-40B4-BE49-F238E27FC236}">
                  <a16:creationId xmlns:a16="http://schemas.microsoft.com/office/drawing/2014/main" id="{5C429AF7-DBAB-434D-85DB-242144B355EF}"/>
                </a:ext>
              </a:extLst>
            </p:cNvPr>
            <p:cNvSpPr>
              <a:spLocks noChangeArrowheads="1"/>
            </p:cNvSpPr>
            <p:nvPr/>
          </p:nvSpPr>
          <p:spPr bwMode="auto">
            <a:xfrm>
              <a:off x="1035" y="2643"/>
              <a:ext cx="424" cy="618"/>
            </a:xfrm>
            <a:prstGeom prst="rect">
              <a:avLst/>
            </a:prstGeom>
            <a:solidFill>
              <a:schemeClr val="bg1"/>
            </a:solidFill>
            <a:ln>
              <a:noFill/>
            </a:ln>
            <a:extLs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grpSp>
      <p:sp>
        <p:nvSpPr>
          <p:cNvPr id="198" name="Text Box 74">
            <a:extLst>
              <a:ext uri="{FF2B5EF4-FFF2-40B4-BE49-F238E27FC236}">
                <a16:creationId xmlns:a16="http://schemas.microsoft.com/office/drawing/2014/main" id="{261BBB02-E4C7-8547-8F81-9C420C372A44}"/>
              </a:ext>
            </a:extLst>
          </p:cNvPr>
          <p:cNvSpPr txBox="1">
            <a:spLocks noChangeArrowheads="1"/>
          </p:cNvSpPr>
          <p:nvPr/>
        </p:nvSpPr>
        <p:spPr bwMode="auto">
          <a:xfrm>
            <a:off x="957263" y="3197225"/>
            <a:ext cx="641350" cy="461963"/>
          </a:xfrm>
          <a:prstGeom prst="rect">
            <a:avLst/>
          </a:prstGeom>
          <a:solidFill>
            <a:srgbClr val="B8D4EC"/>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pPr>
            <a:r>
              <a:rPr lang="en-US" altLang="zh-CN" b="1">
                <a:solidFill>
                  <a:srgbClr val="660033"/>
                </a:solidFill>
                <a:ea typeface="宋体" panose="02010600030101010101" pitchFamily="2" charset="-122"/>
              </a:rPr>
              <a:t>6</a:t>
            </a:r>
            <a:endParaRPr lang="en-US" altLang="zh-CN">
              <a:ea typeface="宋体" panose="02010600030101010101" pitchFamily="2" charset="-122"/>
            </a:endParaRPr>
          </a:p>
        </p:txBody>
      </p:sp>
      <p:grpSp>
        <p:nvGrpSpPr>
          <p:cNvPr id="199" name="Group 80">
            <a:extLst>
              <a:ext uri="{FF2B5EF4-FFF2-40B4-BE49-F238E27FC236}">
                <a16:creationId xmlns:a16="http://schemas.microsoft.com/office/drawing/2014/main" id="{2197349F-2233-AC46-89AA-AE59D2598CCA}"/>
              </a:ext>
            </a:extLst>
          </p:cNvPr>
          <p:cNvGrpSpPr>
            <a:grpSpLocks/>
          </p:cNvGrpSpPr>
          <p:nvPr/>
        </p:nvGrpSpPr>
        <p:grpSpPr bwMode="auto">
          <a:xfrm>
            <a:off x="7753350" y="2149475"/>
            <a:ext cx="1438275" cy="1039813"/>
            <a:chOff x="4884" y="2598"/>
            <a:chExt cx="906" cy="655"/>
          </a:xfrm>
        </p:grpSpPr>
        <p:grpSp>
          <p:nvGrpSpPr>
            <p:cNvPr id="110622" name="Group 76">
              <a:extLst>
                <a:ext uri="{FF2B5EF4-FFF2-40B4-BE49-F238E27FC236}">
                  <a16:creationId xmlns:a16="http://schemas.microsoft.com/office/drawing/2014/main" id="{ACA6E134-BC38-B543-9FB6-0116FA37FAD5}"/>
                </a:ext>
              </a:extLst>
            </p:cNvPr>
            <p:cNvGrpSpPr>
              <a:grpSpLocks/>
            </p:cNvGrpSpPr>
            <p:nvPr/>
          </p:nvGrpSpPr>
          <p:grpSpPr bwMode="auto">
            <a:xfrm>
              <a:off x="5514" y="2598"/>
              <a:ext cx="276" cy="576"/>
              <a:chOff x="1242" y="2880"/>
              <a:chExt cx="276" cy="576"/>
            </a:xfrm>
          </p:grpSpPr>
          <p:sp>
            <p:nvSpPr>
              <p:cNvPr id="110624" name="Line 77">
                <a:extLst>
                  <a:ext uri="{FF2B5EF4-FFF2-40B4-BE49-F238E27FC236}">
                    <a16:creationId xmlns:a16="http://schemas.microsoft.com/office/drawing/2014/main" id="{F6D07061-BA2B-E84C-84B8-B6CB3253DEBB}"/>
                  </a:ext>
                </a:extLst>
              </p:cNvPr>
              <p:cNvSpPr>
                <a:spLocks noChangeShapeType="1"/>
              </p:cNvSpPr>
              <p:nvPr/>
            </p:nvSpPr>
            <p:spPr bwMode="auto">
              <a:xfrm>
                <a:off x="1248" y="2880"/>
                <a:ext cx="0" cy="535"/>
              </a:xfrm>
              <a:prstGeom prst="line">
                <a:avLst/>
              </a:prstGeom>
              <a:noFill/>
              <a:ln w="31750">
                <a:solidFill>
                  <a:srgbClr val="990000"/>
                </a:solidFill>
                <a:round/>
                <a:headEnd type="triangle" w="med" len="lg"/>
                <a:tailEnd/>
              </a:ln>
              <a:extLst>
                <a:ext uri="{909E8E84-426E-40DD-AFC4-6F175D3DCCD1}">
                  <a14:hiddenFill xmlns:a14="http://schemas.microsoft.com/office/drawing/2010/main">
                    <a:noFill/>
                  </a14:hiddenFill>
                </a:ext>
              </a:extLst>
            </p:spPr>
            <p:txBody>
              <a:bodyPr/>
              <a:lstStyle/>
              <a:p>
                <a:endParaRPr lang="en-US"/>
              </a:p>
            </p:txBody>
          </p:sp>
          <p:sp>
            <p:nvSpPr>
              <p:cNvPr id="110625" name="Text Box 78">
                <a:extLst>
                  <a:ext uri="{FF2B5EF4-FFF2-40B4-BE49-F238E27FC236}">
                    <a16:creationId xmlns:a16="http://schemas.microsoft.com/office/drawing/2014/main" id="{1C2E5A5F-F908-7547-B718-082C925B22B6}"/>
                  </a:ext>
                </a:extLst>
              </p:cNvPr>
              <p:cNvSpPr txBox="1">
                <a:spLocks noChangeArrowheads="1"/>
              </p:cNvSpPr>
              <p:nvPr/>
            </p:nvSpPr>
            <p:spPr bwMode="auto">
              <a:xfrm>
                <a:off x="1242" y="3052"/>
                <a:ext cx="276"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3600" b="1">
                    <a:solidFill>
                      <a:srgbClr val="990000"/>
                    </a:solidFill>
                    <a:ea typeface="宋体" panose="02010600030101010101" pitchFamily="2" charset="-122"/>
                  </a:rPr>
                  <a:t>p</a:t>
                </a:r>
                <a:endParaRPr lang="en-US" altLang="zh-CN" sz="3600">
                  <a:ea typeface="宋体" panose="02010600030101010101" pitchFamily="2" charset="-122"/>
                </a:endParaRPr>
              </a:p>
            </p:txBody>
          </p:sp>
        </p:grpSp>
        <p:sp>
          <p:nvSpPr>
            <p:cNvPr id="110623" name="Rectangle 79">
              <a:extLst>
                <a:ext uri="{FF2B5EF4-FFF2-40B4-BE49-F238E27FC236}">
                  <a16:creationId xmlns:a16="http://schemas.microsoft.com/office/drawing/2014/main" id="{D42706EE-B689-C344-92EC-63A73AF27AAA}"/>
                </a:ext>
              </a:extLst>
            </p:cNvPr>
            <p:cNvSpPr>
              <a:spLocks noChangeArrowheads="1"/>
            </p:cNvSpPr>
            <p:nvPr/>
          </p:nvSpPr>
          <p:spPr bwMode="auto">
            <a:xfrm>
              <a:off x="4884" y="2635"/>
              <a:ext cx="424" cy="618"/>
            </a:xfrm>
            <a:prstGeom prst="rect">
              <a:avLst/>
            </a:prstGeom>
            <a:solidFill>
              <a:schemeClr val="bg1"/>
            </a:solidFill>
            <a:ln>
              <a:noFill/>
            </a:ln>
            <a:extLst>
              <a:ext uri="{91240B29-F687-4F45-9708-019B960494DF}">
                <a14:hiddenLine xmlns:a14="http://schemas.microsoft.com/office/drawing/2010/main" w="38100">
                  <a:solidFill>
                    <a:srgbClr val="000000"/>
                  </a:solidFill>
                  <a:miter lim="800000"/>
                  <a:headEnd/>
                  <a:tailEnd/>
                </a14:hiddenLine>
              </a:ext>
            </a:extLst>
          </p:spPr>
          <p:txBody>
            <a:bodyPr wrap="none" lIns="90000" tIns="46800" rIns="90000" bIns="4680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grpSp>
      <p:sp>
        <p:nvSpPr>
          <p:cNvPr id="204" name="Text Box 81">
            <a:extLst>
              <a:ext uri="{FF2B5EF4-FFF2-40B4-BE49-F238E27FC236}">
                <a16:creationId xmlns:a16="http://schemas.microsoft.com/office/drawing/2014/main" id="{5B8CE0C7-AC21-0D44-B434-613C894FD3FF}"/>
              </a:ext>
            </a:extLst>
          </p:cNvPr>
          <p:cNvSpPr txBox="1">
            <a:spLocks noChangeArrowheads="1"/>
          </p:cNvSpPr>
          <p:nvPr/>
        </p:nvSpPr>
        <p:spPr bwMode="auto">
          <a:xfrm>
            <a:off x="949325" y="3200400"/>
            <a:ext cx="641350" cy="461963"/>
          </a:xfrm>
          <a:prstGeom prst="rect">
            <a:avLst/>
          </a:prstGeom>
          <a:solidFill>
            <a:srgbClr val="B8D4EC"/>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spcBef>
                <a:spcPct val="20000"/>
              </a:spcBef>
            </a:pPr>
            <a:r>
              <a:rPr lang="en-US" altLang="zh-CN" b="1">
                <a:solidFill>
                  <a:srgbClr val="660033"/>
                </a:solidFill>
                <a:ea typeface="宋体" panose="02010600030101010101" pitchFamily="2" charset="-122"/>
              </a:rPr>
              <a:t>7</a:t>
            </a:r>
            <a:endParaRPr lang="en-US" altLang="zh-CN">
              <a:ea typeface="宋体" panose="02010600030101010101" pitchFamily="2" charset="-122"/>
            </a:endParaRPr>
          </a:p>
        </p:txBody>
      </p:sp>
      <p:sp>
        <p:nvSpPr>
          <p:cNvPr id="205" name="Text Box 83">
            <a:extLst>
              <a:ext uri="{FF2B5EF4-FFF2-40B4-BE49-F238E27FC236}">
                <a16:creationId xmlns:a16="http://schemas.microsoft.com/office/drawing/2014/main" id="{803A99C1-83F7-428B-B244-A4E8C9998869}"/>
              </a:ext>
            </a:extLst>
          </p:cNvPr>
          <p:cNvSpPr txBox="1">
            <a:spLocks noChangeArrowheads="1"/>
          </p:cNvSpPr>
          <p:nvPr/>
        </p:nvSpPr>
        <p:spPr bwMode="auto">
          <a:xfrm>
            <a:off x="2141538" y="3167063"/>
            <a:ext cx="2773362" cy="525462"/>
          </a:xfrm>
          <a:prstGeom prst="rect">
            <a:avLst/>
          </a:prstGeom>
          <a:solidFill>
            <a:srgbClr val="B8D4EC"/>
          </a:solidFill>
          <a:ln>
            <a:noFill/>
          </a:ln>
        </p:spPr>
        <p:txBody>
          <a:bodyPr lIns="90000" tIns="46800" rIns="90000" bIns="46800">
            <a:spAutoFit/>
          </a:bodyPr>
          <a:lstStyle>
            <a:lvl1pPr>
              <a:defRPr sz="2800">
                <a:solidFill>
                  <a:schemeClr val="tx1"/>
                </a:solidFill>
                <a:latin typeface="Times New Roman" panose="02020603050405020304" pitchFamily="18" charset="0"/>
                <a:ea typeface="仿宋_GB2312" pitchFamily="49" charset="-122"/>
              </a:defRPr>
            </a:lvl1pPr>
            <a:lvl2pPr>
              <a:defRPr sz="2800">
                <a:solidFill>
                  <a:schemeClr val="tx1"/>
                </a:solidFill>
                <a:latin typeface="Times New Roman" panose="02020603050405020304" pitchFamily="18" charset="0"/>
                <a:ea typeface="仿宋_GB2312" pitchFamily="49" charset="-122"/>
              </a:defRPr>
            </a:lvl2pPr>
            <a:lvl3pPr>
              <a:defRPr sz="2800">
                <a:solidFill>
                  <a:schemeClr val="tx1"/>
                </a:solidFill>
                <a:latin typeface="Times New Roman" panose="02020603050405020304" pitchFamily="18" charset="0"/>
                <a:ea typeface="仿宋_GB2312" pitchFamily="49" charset="-122"/>
              </a:defRPr>
            </a:lvl3pPr>
            <a:lvl4pPr>
              <a:defRPr sz="2800">
                <a:solidFill>
                  <a:schemeClr val="tx1"/>
                </a:solidFill>
                <a:latin typeface="Times New Roman" panose="02020603050405020304" pitchFamily="18" charset="0"/>
                <a:ea typeface="仿宋_GB2312" pitchFamily="49" charset="-122"/>
              </a:defRPr>
            </a:lvl4pPr>
            <a:lvl5pPr>
              <a:defRPr sz="2800">
                <a:solidFill>
                  <a:schemeClr val="tx1"/>
                </a:solidFill>
                <a:latin typeface="Times New Roman" panose="02020603050405020304" pitchFamily="18" charset="0"/>
                <a:ea typeface="仿宋_GB2312" pitchFamily="49" charset="-122"/>
              </a:defRPr>
            </a:lvl5pPr>
            <a:lvl6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6pPr>
            <a:lvl7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7pPr>
            <a:lvl8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8pPr>
            <a:lvl9pPr fontAlgn="base">
              <a:spcBef>
                <a:spcPct val="0"/>
              </a:spcBef>
              <a:spcAft>
                <a:spcPct val="0"/>
              </a:spcAft>
              <a:buFont typeface="Arial" panose="020B0604020202020204" pitchFamily="34" charset="0"/>
              <a:defRPr sz="2800">
                <a:solidFill>
                  <a:schemeClr val="tx1"/>
                </a:solidFill>
                <a:latin typeface="Times New Roman" panose="02020603050405020304" pitchFamily="18" charset="0"/>
                <a:ea typeface="仿宋_GB2312" pitchFamily="49" charset="-122"/>
              </a:defRPr>
            </a:lvl9pPr>
          </a:lstStyle>
          <a:p>
            <a:pPr>
              <a:spcBef>
                <a:spcPct val="20000"/>
              </a:spcBef>
              <a:defRPr/>
            </a:pPr>
            <a:r>
              <a:rPr lang="zh-CN" altLang="en-US" dirty="0">
                <a:latin typeface="+mn-ea"/>
                <a:ea typeface="+mn-ea"/>
              </a:rPr>
              <a:t>未找到，返回</a:t>
            </a:r>
            <a:r>
              <a:rPr lang="en-US" altLang="zh-CN" dirty="0">
                <a:latin typeface="+mn-ea"/>
                <a:ea typeface="+mn-ea"/>
              </a:rPr>
              <a:t>0</a:t>
            </a:r>
          </a:p>
        </p:txBody>
      </p:sp>
      <p:sp>
        <p:nvSpPr>
          <p:cNvPr id="206" name="Rectangle 4">
            <a:extLst>
              <a:ext uri="{FF2B5EF4-FFF2-40B4-BE49-F238E27FC236}">
                <a16:creationId xmlns:a16="http://schemas.microsoft.com/office/drawing/2014/main" id="{C64AED05-B565-4414-A8E0-F81A0BC5C8E1}"/>
              </a:ext>
            </a:extLst>
          </p:cNvPr>
          <p:cNvSpPr>
            <a:spLocks noChangeArrowheads="1"/>
          </p:cNvSpPr>
          <p:nvPr/>
        </p:nvSpPr>
        <p:spPr bwMode="auto">
          <a:xfrm>
            <a:off x="496888" y="3997325"/>
            <a:ext cx="8353425" cy="264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indent="258763">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a:spcBef>
                <a:spcPct val="20000"/>
              </a:spcBef>
              <a:buFont typeface="Wingdings" pitchFamily="2" charset="2"/>
              <a:buChar char="ü"/>
            </a:pPr>
            <a:r>
              <a:rPr lang="zh-CN" altLang="en-US">
                <a:sym typeface="+mn-lt"/>
              </a:rPr>
              <a:t>从第一个结点起，依次和</a:t>
            </a:r>
            <a:r>
              <a:rPr lang="en-US" altLang="zh-CN">
                <a:sym typeface="+mn-lt"/>
              </a:rPr>
              <a:t>e</a:t>
            </a:r>
            <a:r>
              <a:rPr lang="zh-CN" altLang="en-US">
                <a:sym typeface="+mn-lt"/>
              </a:rPr>
              <a:t>相比较。</a:t>
            </a:r>
          </a:p>
          <a:p>
            <a:pPr algn="just">
              <a:spcBef>
                <a:spcPct val="20000"/>
              </a:spcBef>
              <a:buFont typeface="Wingdings" pitchFamily="2" charset="2"/>
              <a:buChar char="ü"/>
            </a:pPr>
            <a:r>
              <a:rPr lang="zh-CN" altLang="en-US">
                <a:sym typeface="+mn-lt"/>
              </a:rPr>
              <a:t>如果找到一个其值与</a:t>
            </a:r>
            <a:r>
              <a:rPr lang="en-US" altLang="zh-CN">
                <a:sym typeface="+mn-lt"/>
              </a:rPr>
              <a:t>e</a:t>
            </a:r>
            <a:r>
              <a:rPr lang="zh-CN" altLang="en-US">
                <a:sym typeface="+mn-lt"/>
              </a:rPr>
              <a:t>相等的数据元素，则返回其在链表中</a:t>
            </a:r>
            <a:br>
              <a:rPr lang="en-US" altLang="zh-CN">
                <a:sym typeface="+mn-lt"/>
              </a:rPr>
            </a:br>
            <a:r>
              <a:rPr lang="en-US" altLang="zh-CN">
                <a:sym typeface="+mn-lt"/>
              </a:rPr>
              <a:t>   </a:t>
            </a:r>
            <a:r>
              <a:rPr lang="zh-CN" altLang="en-US">
                <a:sym typeface="+mn-lt"/>
              </a:rPr>
              <a:t>的“位置”或地址；</a:t>
            </a:r>
          </a:p>
          <a:p>
            <a:pPr algn="just">
              <a:spcBef>
                <a:spcPct val="20000"/>
              </a:spcBef>
              <a:buFont typeface="Wingdings" pitchFamily="2" charset="2"/>
              <a:buChar char="ü"/>
            </a:pPr>
            <a:r>
              <a:rPr lang="zh-CN" altLang="en-US">
                <a:sym typeface="+mn-lt"/>
              </a:rPr>
              <a:t>如果查遍整个链表都没有找到其值和</a:t>
            </a:r>
            <a:r>
              <a:rPr lang="en-US" altLang="zh-CN">
                <a:sym typeface="+mn-lt"/>
              </a:rPr>
              <a:t>e</a:t>
            </a:r>
            <a:r>
              <a:rPr lang="zh-CN" altLang="en-US">
                <a:sym typeface="+mn-lt"/>
              </a:rPr>
              <a:t>相等的元素，则返回</a:t>
            </a:r>
            <a:r>
              <a:rPr lang="en-US" altLang="zh-CN">
                <a:sym typeface="+mn-lt"/>
              </a:rPr>
              <a:t>0</a:t>
            </a:r>
            <a:br>
              <a:rPr lang="en-US" altLang="zh-CN">
                <a:sym typeface="+mn-lt"/>
              </a:rPr>
            </a:br>
            <a:r>
              <a:rPr lang="en-US" altLang="zh-CN">
                <a:sym typeface="+mn-lt"/>
              </a:rPr>
              <a:t>    </a:t>
            </a:r>
            <a:r>
              <a:rPr lang="zh-CN" altLang="en-US">
                <a:sym typeface="+mn-lt"/>
              </a:rPr>
              <a:t>或“</a:t>
            </a:r>
            <a:r>
              <a:rPr lang="en-US" altLang="zh-CN">
                <a:sym typeface="+mn-lt"/>
              </a:rPr>
              <a:t>NULL”</a:t>
            </a:r>
            <a:r>
              <a:rPr lang="zh-CN" altLang="en-US">
                <a:sym typeface="+mn-lt"/>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124"/>
                                        </p:tgtEl>
                                        <p:attrNameLst>
                                          <p:attrName>style.visibility</p:attrName>
                                        </p:attrNameLst>
                                      </p:cBhvr>
                                      <p:to>
                                        <p:strVal val="visible"/>
                                      </p:to>
                                    </p:set>
                                    <p:animEffect transition="in" filter="wipe(left)">
                                      <p:cBhvr>
                                        <p:cTn id="7" dur="500"/>
                                        <p:tgtEl>
                                          <p:spTgt spid="124"/>
                                        </p:tgtEl>
                                      </p:cBhvr>
                                    </p:animEffect>
                                  </p:childTnLst>
                                </p:cTn>
                              </p:par>
                            </p:childTnLst>
                          </p:cTn>
                        </p:par>
                        <p:par>
                          <p:cTn id="8" fill="hold" nodeType="afterGroup">
                            <p:stCondLst>
                              <p:cond delay="500"/>
                            </p:stCondLst>
                            <p:childTnLst>
                              <p:par>
                                <p:cTn id="9" presetID="22" presetClass="entr" presetSubtype="8" fill="hold" nodeType="afterEffect">
                                  <p:stCondLst>
                                    <p:cond delay="0"/>
                                  </p:stCondLst>
                                  <p:childTnLst>
                                    <p:set>
                                      <p:cBhvr>
                                        <p:cTn id="10" dur="1" fill="hold">
                                          <p:stCondLst>
                                            <p:cond delay="0"/>
                                          </p:stCondLst>
                                        </p:cTn>
                                        <p:tgtEl>
                                          <p:spTgt spid="130"/>
                                        </p:tgtEl>
                                        <p:attrNameLst>
                                          <p:attrName>style.visibility</p:attrName>
                                        </p:attrNameLst>
                                      </p:cBhvr>
                                      <p:to>
                                        <p:strVal val="visible"/>
                                      </p:to>
                                    </p:set>
                                    <p:animEffect transition="in" filter="wipe(left)">
                                      <p:cBhvr>
                                        <p:cTn id="11" dur="500"/>
                                        <p:tgtEl>
                                          <p:spTgt spid="130"/>
                                        </p:tgtEl>
                                      </p:cBhvr>
                                    </p:animEffect>
                                  </p:childTnLst>
                                </p:cTn>
                              </p:par>
                            </p:childTnLst>
                          </p:cTn>
                        </p:par>
                        <p:par>
                          <p:cTn id="12" fill="hold" nodeType="afterGroup">
                            <p:stCondLst>
                              <p:cond delay="1000"/>
                            </p:stCondLst>
                            <p:childTnLst>
                              <p:par>
                                <p:cTn id="13" presetID="22" presetClass="entr" presetSubtype="8" fill="hold" nodeType="afterEffect">
                                  <p:stCondLst>
                                    <p:cond delay="0"/>
                                  </p:stCondLst>
                                  <p:childTnLst>
                                    <p:set>
                                      <p:cBhvr>
                                        <p:cTn id="14" dur="1" fill="hold">
                                          <p:stCondLst>
                                            <p:cond delay="0"/>
                                          </p:stCondLst>
                                        </p:cTn>
                                        <p:tgtEl>
                                          <p:spTgt spid="138"/>
                                        </p:tgtEl>
                                        <p:attrNameLst>
                                          <p:attrName>style.visibility</p:attrName>
                                        </p:attrNameLst>
                                      </p:cBhvr>
                                      <p:to>
                                        <p:strVal val="visible"/>
                                      </p:to>
                                    </p:set>
                                    <p:animEffect transition="in" filter="wipe(left)">
                                      <p:cBhvr>
                                        <p:cTn id="15" dur="500"/>
                                        <p:tgtEl>
                                          <p:spTgt spid="138"/>
                                        </p:tgtEl>
                                      </p:cBhvr>
                                    </p:animEffect>
                                  </p:childTnLst>
                                </p:cTn>
                              </p:par>
                            </p:childTnLst>
                          </p:cTn>
                        </p:par>
                        <p:par>
                          <p:cTn id="16" fill="hold" nodeType="afterGroup">
                            <p:stCondLst>
                              <p:cond delay="1500"/>
                            </p:stCondLst>
                            <p:childTnLst>
                              <p:par>
                                <p:cTn id="17" presetID="22" presetClass="entr" presetSubtype="8" fill="hold" nodeType="afterEffect">
                                  <p:stCondLst>
                                    <p:cond delay="0"/>
                                  </p:stCondLst>
                                  <p:childTnLst>
                                    <p:set>
                                      <p:cBhvr>
                                        <p:cTn id="18" dur="1" fill="hold">
                                          <p:stCondLst>
                                            <p:cond delay="0"/>
                                          </p:stCondLst>
                                        </p:cTn>
                                        <p:tgtEl>
                                          <p:spTgt spid="143"/>
                                        </p:tgtEl>
                                        <p:attrNameLst>
                                          <p:attrName>style.visibility</p:attrName>
                                        </p:attrNameLst>
                                      </p:cBhvr>
                                      <p:to>
                                        <p:strVal val="visible"/>
                                      </p:to>
                                    </p:set>
                                    <p:animEffect transition="in" filter="wipe(left)">
                                      <p:cBhvr>
                                        <p:cTn id="19" dur="500"/>
                                        <p:tgtEl>
                                          <p:spTgt spid="143"/>
                                        </p:tgtEl>
                                      </p:cBhvr>
                                    </p:animEffect>
                                  </p:childTnLst>
                                </p:cTn>
                              </p:par>
                            </p:childTnLst>
                          </p:cTn>
                        </p:par>
                        <p:par>
                          <p:cTn id="20" fill="hold" nodeType="afterGroup">
                            <p:stCondLst>
                              <p:cond delay="2000"/>
                            </p:stCondLst>
                            <p:childTnLst>
                              <p:par>
                                <p:cTn id="21" presetID="22" presetClass="entr" presetSubtype="8" fill="hold" nodeType="afterEffect">
                                  <p:stCondLst>
                                    <p:cond delay="0"/>
                                  </p:stCondLst>
                                  <p:childTnLst>
                                    <p:set>
                                      <p:cBhvr>
                                        <p:cTn id="22" dur="1" fill="hold">
                                          <p:stCondLst>
                                            <p:cond delay="0"/>
                                          </p:stCondLst>
                                        </p:cTn>
                                        <p:tgtEl>
                                          <p:spTgt spid="147"/>
                                        </p:tgtEl>
                                        <p:attrNameLst>
                                          <p:attrName>style.visibility</p:attrName>
                                        </p:attrNameLst>
                                      </p:cBhvr>
                                      <p:to>
                                        <p:strVal val="visible"/>
                                      </p:to>
                                    </p:set>
                                    <p:animEffect transition="in" filter="wipe(left)">
                                      <p:cBhvr>
                                        <p:cTn id="23" dur="500"/>
                                        <p:tgtEl>
                                          <p:spTgt spid="147"/>
                                        </p:tgtEl>
                                      </p:cBhvr>
                                    </p:animEffect>
                                  </p:childTnLst>
                                </p:cTn>
                              </p:par>
                            </p:childTnLst>
                          </p:cTn>
                        </p:par>
                        <p:par>
                          <p:cTn id="24" fill="hold" nodeType="afterGroup">
                            <p:stCondLst>
                              <p:cond delay="2500"/>
                            </p:stCondLst>
                            <p:childTnLst>
                              <p:par>
                                <p:cTn id="25" presetID="22" presetClass="entr" presetSubtype="8" fill="hold" nodeType="afterEffect">
                                  <p:stCondLst>
                                    <p:cond delay="0"/>
                                  </p:stCondLst>
                                  <p:childTnLst>
                                    <p:set>
                                      <p:cBhvr>
                                        <p:cTn id="26" dur="1" fill="hold">
                                          <p:stCondLst>
                                            <p:cond delay="0"/>
                                          </p:stCondLst>
                                        </p:cTn>
                                        <p:tgtEl>
                                          <p:spTgt spid="152"/>
                                        </p:tgtEl>
                                        <p:attrNameLst>
                                          <p:attrName>style.visibility</p:attrName>
                                        </p:attrNameLst>
                                      </p:cBhvr>
                                      <p:to>
                                        <p:strVal val="visible"/>
                                      </p:to>
                                    </p:set>
                                    <p:animEffect transition="in" filter="wipe(left)">
                                      <p:cBhvr>
                                        <p:cTn id="27" dur="500"/>
                                        <p:tgtEl>
                                          <p:spTgt spid="152"/>
                                        </p:tgtEl>
                                      </p:cBhvr>
                                    </p:animEffect>
                                  </p:childTnLst>
                                </p:cTn>
                              </p:par>
                            </p:childTnLst>
                          </p:cTn>
                        </p:par>
                        <p:par>
                          <p:cTn id="28" fill="hold" nodeType="afterGroup">
                            <p:stCondLst>
                              <p:cond delay="3000"/>
                            </p:stCondLst>
                            <p:childTnLst>
                              <p:par>
                                <p:cTn id="29" presetID="22" presetClass="entr" presetSubtype="8" fill="hold" nodeType="afterEffect">
                                  <p:stCondLst>
                                    <p:cond delay="0"/>
                                  </p:stCondLst>
                                  <p:childTnLst>
                                    <p:set>
                                      <p:cBhvr>
                                        <p:cTn id="30" dur="1" fill="hold">
                                          <p:stCondLst>
                                            <p:cond delay="0"/>
                                          </p:stCondLst>
                                        </p:cTn>
                                        <p:tgtEl>
                                          <p:spTgt spid="158"/>
                                        </p:tgtEl>
                                        <p:attrNameLst>
                                          <p:attrName>style.visibility</p:attrName>
                                        </p:attrNameLst>
                                      </p:cBhvr>
                                      <p:to>
                                        <p:strVal val="visible"/>
                                      </p:to>
                                    </p:set>
                                    <p:animEffect transition="in" filter="wipe(left)">
                                      <p:cBhvr>
                                        <p:cTn id="31" dur="500"/>
                                        <p:tgtEl>
                                          <p:spTgt spid="158"/>
                                        </p:tgtEl>
                                      </p:cBhvr>
                                    </p:animEffect>
                                  </p:childTnLst>
                                </p:cTn>
                              </p:par>
                            </p:childTnLst>
                          </p:cTn>
                        </p:par>
                      </p:childTnLst>
                    </p:cTn>
                  </p:par>
                  <p:par>
                    <p:cTn id="32" fill="hold" nodeType="clickPar">
                      <p:stCondLst>
                        <p:cond delay="indefinite"/>
                      </p:stCondLst>
                      <p:childTnLst>
                        <p:par>
                          <p:cTn id="33" fill="hold" nodeType="withGroup">
                            <p:stCondLst>
                              <p:cond delay="0"/>
                            </p:stCondLst>
                            <p:childTnLst>
                              <p:par>
                                <p:cTn id="34" presetID="1" presetClass="entr" presetSubtype="0" fill="hold" grpId="0" nodeType="clickEffect">
                                  <p:stCondLst>
                                    <p:cond delay="0"/>
                                  </p:stCondLst>
                                  <p:childTnLst>
                                    <p:set>
                                      <p:cBhvr>
                                        <p:cTn id="35" dur="1" fill="hold">
                                          <p:stCondLst>
                                            <p:cond delay="499"/>
                                          </p:stCondLst>
                                        </p:cTn>
                                        <p:tgtEl>
                                          <p:spTgt spid="171"/>
                                        </p:tgtEl>
                                        <p:attrNameLst>
                                          <p:attrName>style.visibility</p:attrName>
                                        </p:attrNameLst>
                                      </p:cBhvr>
                                      <p:to>
                                        <p:strVal val="visible"/>
                                      </p:to>
                                    </p:set>
                                  </p:childTnLst>
                                </p:cTn>
                              </p:par>
                            </p:childTnLst>
                          </p:cTn>
                        </p:par>
                      </p:childTnLst>
                    </p:cTn>
                  </p:par>
                  <p:par>
                    <p:cTn id="36" fill="hold" nodeType="clickPar">
                      <p:stCondLst>
                        <p:cond delay="indefinite"/>
                      </p:stCondLst>
                      <p:childTnLst>
                        <p:par>
                          <p:cTn id="37" fill="hold" nodeType="withGroup">
                            <p:stCondLst>
                              <p:cond delay="0"/>
                            </p:stCondLst>
                            <p:childTnLst>
                              <p:par>
                                <p:cTn id="38" presetID="22" presetClass="entr" presetSubtype="8" fill="hold" nodeType="clickEffect">
                                  <p:stCondLst>
                                    <p:cond delay="0"/>
                                  </p:stCondLst>
                                  <p:childTnLst>
                                    <p:set>
                                      <p:cBhvr>
                                        <p:cTn id="39" dur="1" fill="hold">
                                          <p:stCondLst>
                                            <p:cond delay="0"/>
                                          </p:stCondLst>
                                        </p:cTn>
                                        <p:tgtEl>
                                          <p:spTgt spid="163"/>
                                        </p:tgtEl>
                                        <p:attrNameLst>
                                          <p:attrName>style.visibility</p:attrName>
                                        </p:attrNameLst>
                                      </p:cBhvr>
                                      <p:to>
                                        <p:strVal val="visible"/>
                                      </p:to>
                                    </p:set>
                                    <p:animEffect transition="in" filter="wipe(left)">
                                      <p:cBhvr>
                                        <p:cTn id="40" dur="500"/>
                                        <p:tgtEl>
                                          <p:spTgt spid="163"/>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169"/>
                                        </p:tgtEl>
                                        <p:attrNameLst>
                                          <p:attrName>style.visibility</p:attrName>
                                        </p:attrNameLst>
                                      </p:cBhvr>
                                      <p:to>
                                        <p:strVal val="visible"/>
                                      </p:to>
                                    </p:set>
                                    <p:animEffect transition="in" filter="wipe(left)">
                                      <p:cBhvr>
                                        <p:cTn id="45" dur="500"/>
                                        <p:tgtEl>
                                          <p:spTgt spid="169"/>
                                        </p:tgtEl>
                                      </p:cBhvr>
                                    </p:animEffect>
                                  </p:childTnLst>
                                </p:cTn>
                              </p:par>
                            </p:childTnLst>
                          </p:cTn>
                        </p:par>
                        <p:par>
                          <p:cTn id="46" fill="hold" nodeType="afterGroup">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170"/>
                                        </p:tgtEl>
                                        <p:attrNameLst>
                                          <p:attrName>style.visibility</p:attrName>
                                        </p:attrNameLst>
                                      </p:cBhvr>
                                      <p:to>
                                        <p:strVal val="visible"/>
                                      </p:to>
                                    </p:set>
                                    <p:animEffect transition="in" filter="wipe(left)">
                                      <p:cBhvr>
                                        <p:cTn id="49" dur="500"/>
                                        <p:tgtEl>
                                          <p:spTgt spid="170"/>
                                        </p:tgtEl>
                                      </p:cBhvr>
                                    </p:animEffect>
                                  </p:childTnLst>
                                </p:cTn>
                              </p:par>
                            </p:childTnLst>
                          </p:cTn>
                        </p:par>
                      </p:childTnLst>
                    </p:cTn>
                  </p:par>
                  <p:par>
                    <p:cTn id="50" fill="hold" nodeType="clickPar">
                      <p:stCondLst>
                        <p:cond delay="indefinite"/>
                      </p:stCondLst>
                      <p:childTnLst>
                        <p:par>
                          <p:cTn id="51" fill="hold" nodeType="withGroup">
                            <p:stCondLst>
                              <p:cond delay="0"/>
                            </p:stCondLst>
                            <p:childTnLst>
                              <p:par>
                                <p:cTn id="52" presetID="22" presetClass="entr" presetSubtype="8" fill="hold" nodeType="clickEffect">
                                  <p:stCondLst>
                                    <p:cond delay="0"/>
                                  </p:stCondLst>
                                  <p:childTnLst>
                                    <p:set>
                                      <p:cBhvr>
                                        <p:cTn id="53" dur="1" fill="hold">
                                          <p:stCondLst>
                                            <p:cond delay="0"/>
                                          </p:stCondLst>
                                        </p:cTn>
                                        <p:tgtEl>
                                          <p:spTgt spid="172"/>
                                        </p:tgtEl>
                                        <p:attrNameLst>
                                          <p:attrName>style.visibility</p:attrName>
                                        </p:attrNameLst>
                                      </p:cBhvr>
                                      <p:to>
                                        <p:strVal val="visible"/>
                                      </p:to>
                                    </p:set>
                                    <p:animEffect transition="in" filter="wipe(left)">
                                      <p:cBhvr>
                                        <p:cTn id="54" dur="500"/>
                                        <p:tgtEl>
                                          <p:spTgt spid="172"/>
                                        </p:tgtEl>
                                      </p:cBhvr>
                                    </p:animEffect>
                                  </p:childTnLst>
                                </p:cTn>
                              </p:par>
                            </p:childTnLst>
                          </p:cTn>
                        </p:par>
                        <p:par>
                          <p:cTn id="55" fill="hold" nodeType="afterGroup">
                            <p:stCondLst>
                              <p:cond delay="500"/>
                            </p:stCondLst>
                            <p:childTnLst>
                              <p:par>
                                <p:cTn id="56" presetID="22" presetClass="entr" presetSubtype="8" fill="hold" grpId="0" nodeType="afterEffect">
                                  <p:stCondLst>
                                    <p:cond delay="0"/>
                                  </p:stCondLst>
                                  <p:childTnLst>
                                    <p:set>
                                      <p:cBhvr>
                                        <p:cTn id="57" dur="1" fill="hold">
                                          <p:stCondLst>
                                            <p:cond delay="0"/>
                                          </p:stCondLst>
                                        </p:cTn>
                                        <p:tgtEl>
                                          <p:spTgt spid="177"/>
                                        </p:tgtEl>
                                        <p:attrNameLst>
                                          <p:attrName>style.visibility</p:attrName>
                                        </p:attrNameLst>
                                      </p:cBhvr>
                                      <p:to>
                                        <p:strVal val="visible"/>
                                      </p:to>
                                    </p:set>
                                    <p:animEffect transition="in" filter="wipe(left)">
                                      <p:cBhvr>
                                        <p:cTn id="58" dur="500"/>
                                        <p:tgtEl>
                                          <p:spTgt spid="177"/>
                                        </p:tgtEl>
                                      </p:cBhvr>
                                    </p:animEffect>
                                  </p:childTnLst>
                                </p:cTn>
                              </p:par>
                            </p:childTnLst>
                          </p:cTn>
                        </p:par>
                      </p:childTnLst>
                    </p:cTn>
                  </p:par>
                  <p:par>
                    <p:cTn id="59" fill="hold" nodeType="clickPar">
                      <p:stCondLst>
                        <p:cond delay="indefinite"/>
                      </p:stCondLst>
                      <p:childTnLst>
                        <p:par>
                          <p:cTn id="60" fill="hold" nodeType="withGroup">
                            <p:stCondLst>
                              <p:cond delay="0"/>
                            </p:stCondLst>
                            <p:childTnLst>
                              <p:par>
                                <p:cTn id="61" presetID="22" presetClass="entr" presetSubtype="8" fill="hold" nodeType="clickEffect">
                                  <p:stCondLst>
                                    <p:cond delay="0"/>
                                  </p:stCondLst>
                                  <p:childTnLst>
                                    <p:set>
                                      <p:cBhvr>
                                        <p:cTn id="62" dur="1" fill="hold">
                                          <p:stCondLst>
                                            <p:cond delay="0"/>
                                          </p:stCondLst>
                                        </p:cTn>
                                        <p:tgtEl>
                                          <p:spTgt spid="178"/>
                                        </p:tgtEl>
                                        <p:attrNameLst>
                                          <p:attrName>style.visibility</p:attrName>
                                        </p:attrNameLst>
                                      </p:cBhvr>
                                      <p:to>
                                        <p:strVal val="visible"/>
                                      </p:to>
                                    </p:set>
                                    <p:animEffect transition="in" filter="wipe(left)">
                                      <p:cBhvr>
                                        <p:cTn id="63" dur="500"/>
                                        <p:tgtEl>
                                          <p:spTgt spid="178"/>
                                        </p:tgtEl>
                                      </p:cBhvr>
                                    </p:animEffect>
                                  </p:childTnLst>
                                </p:cTn>
                              </p:par>
                            </p:childTnLst>
                          </p:cTn>
                        </p:par>
                        <p:par>
                          <p:cTn id="64" fill="hold" nodeType="afterGroup">
                            <p:stCondLst>
                              <p:cond delay="500"/>
                            </p:stCondLst>
                            <p:childTnLst>
                              <p:par>
                                <p:cTn id="65" presetID="22" presetClass="entr" presetSubtype="8" fill="hold" grpId="0" nodeType="afterEffect">
                                  <p:stCondLst>
                                    <p:cond delay="0"/>
                                  </p:stCondLst>
                                  <p:childTnLst>
                                    <p:set>
                                      <p:cBhvr>
                                        <p:cTn id="66" dur="1" fill="hold">
                                          <p:stCondLst>
                                            <p:cond delay="0"/>
                                          </p:stCondLst>
                                        </p:cTn>
                                        <p:tgtEl>
                                          <p:spTgt spid="183"/>
                                        </p:tgtEl>
                                        <p:attrNameLst>
                                          <p:attrName>style.visibility</p:attrName>
                                        </p:attrNameLst>
                                      </p:cBhvr>
                                      <p:to>
                                        <p:strVal val="visible"/>
                                      </p:to>
                                    </p:set>
                                    <p:animEffect transition="in" filter="wipe(left)">
                                      <p:cBhvr>
                                        <p:cTn id="67" dur="500"/>
                                        <p:tgtEl>
                                          <p:spTgt spid="183"/>
                                        </p:tgtEl>
                                      </p:cBhvr>
                                    </p:animEffect>
                                  </p:childTnLst>
                                </p:cTn>
                              </p:par>
                            </p:childTnLst>
                          </p:cTn>
                        </p:par>
                      </p:childTnLst>
                    </p:cTn>
                  </p:par>
                  <p:par>
                    <p:cTn id="68" fill="hold" nodeType="clickPar">
                      <p:stCondLst>
                        <p:cond delay="indefinite"/>
                      </p:stCondLst>
                      <p:childTnLst>
                        <p:par>
                          <p:cTn id="69" fill="hold" nodeType="withGroup">
                            <p:stCondLst>
                              <p:cond delay="0"/>
                            </p:stCondLst>
                            <p:childTnLst>
                              <p:par>
                                <p:cTn id="70" presetID="1" presetClass="entr" presetSubtype="0" fill="hold" grpId="0" nodeType="clickEffect">
                                  <p:stCondLst>
                                    <p:cond delay="0"/>
                                  </p:stCondLst>
                                  <p:childTnLst>
                                    <p:set>
                                      <p:cBhvr>
                                        <p:cTn id="71" dur="1" fill="hold">
                                          <p:stCondLst>
                                            <p:cond delay="499"/>
                                          </p:stCondLst>
                                        </p:cTn>
                                        <p:tgtEl>
                                          <p:spTgt spid="184"/>
                                        </p:tgtEl>
                                        <p:attrNameLst>
                                          <p:attrName>style.visibility</p:attrName>
                                        </p:attrNameLst>
                                      </p:cBhvr>
                                      <p:to>
                                        <p:strVal val="visible"/>
                                      </p:to>
                                    </p:set>
                                  </p:childTnLst>
                                </p:cTn>
                              </p:par>
                            </p:childTnLst>
                          </p:cTn>
                        </p:par>
                      </p:childTnLst>
                    </p:cTn>
                  </p:par>
                  <p:par>
                    <p:cTn id="72" fill="hold" nodeType="clickPar">
                      <p:stCondLst>
                        <p:cond delay="indefinite"/>
                      </p:stCondLst>
                      <p:childTnLst>
                        <p:par>
                          <p:cTn id="73" fill="hold" nodeType="withGroup">
                            <p:stCondLst>
                              <p:cond delay="0"/>
                            </p:stCondLst>
                            <p:childTnLst>
                              <p:par>
                                <p:cTn id="74" presetID="22" presetClass="entr" presetSubtype="8" fill="hold" grpId="0" nodeType="clickEffect">
                                  <p:stCondLst>
                                    <p:cond delay="0"/>
                                  </p:stCondLst>
                                  <p:childTnLst>
                                    <p:set>
                                      <p:cBhvr>
                                        <p:cTn id="75" dur="1" fill="hold">
                                          <p:stCondLst>
                                            <p:cond delay="0"/>
                                          </p:stCondLst>
                                        </p:cTn>
                                        <p:tgtEl>
                                          <p:spTgt spid="185"/>
                                        </p:tgtEl>
                                        <p:attrNameLst>
                                          <p:attrName>style.visibility</p:attrName>
                                        </p:attrNameLst>
                                      </p:cBhvr>
                                      <p:to>
                                        <p:strVal val="visible"/>
                                      </p:to>
                                    </p:set>
                                    <p:animEffect transition="in" filter="wipe(left)">
                                      <p:cBhvr>
                                        <p:cTn id="76" dur="500"/>
                                        <p:tgtEl>
                                          <p:spTgt spid="185"/>
                                        </p:tgtEl>
                                      </p:cBhvr>
                                    </p:animEffect>
                                  </p:childTnLst>
                                </p:cTn>
                              </p:par>
                            </p:childTnLst>
                          </p:cTn>
                        </p:par>
                        <p:par>
                          <p:cTn id="77" fill="hold" nodeType="afterGroup">
                            <p:stCondLst>
                              <p:cond delay="500"/>
                            </p:stCondLst>
                            <p:childTnLst>
                              <p:par>
                                <p:cTn id="78" presetID="1" presetClass="entr" presetSubtype="0" fill="hold" grpId="0" nodeType="afterEffect">
                                  <p:stCondLst>
                                    <p:cond delay="0"/>
                                  </p:stCondLst>
                                  <p:childTnLst>
                                    <p:set>
                                      <p:cBhvr>
                                        <p:cTn id="79" dur="1" fill="hold">
                                          <p:stCondLst>
                                            <p:cond delay="499"/>
                                          </p:stCondLst>
                                        </p:cTn>
                                        <p:tgtEl>
                                          <p:spTgt spid="186"/>
                                        </p:tgtEl>
                                        <p:attrNameLst>
                                          <p:attrName>style.visibility</p:attrName>
                                        </p:attrNameLst>
                                      </p:cBhvr>
                                      <p:to>
                                        <p:strVal val="visible"/>
                                      </p:to>
                                    </p:set>
                                  </p:childTnLst>
                                </p:cTn>
                              </p:par>
                            </p:childTnLst>
                          </p:cTn>
                        </p:par>
                        <p:par>
                          <p:cTn id="80" fill="hold" nodeType="afterGroup">
                            <p:stCondLst>
                              <p:cond delay="1000"/>
                            </p:stCondLst>
                            <p:childTnLst>
                              <p:par>
                                <p:cTn id="81" presetID="1" presetClass="entr" presetSubtype="0" fill="hold" nodeType="afterEffect">
                                  <p:stCondLst>
                                    <p:cond delay="0"/>
                                  </p:stCondLst>
                                  <p:childTnLst>
                                    <p:set>
                                      <p:cBhvr>
                                        <p:cTn id="82" dur="1" fill="hold">
                                          <p:stCondLst>
                                            <p:cond delay="499"/>
                                          </p:stCondLst>
                                        </p:cTn>
                                        <p:tgtEl>
                                          <p:spTgt spid="187"/>
                                        </p:tgtEl>
                                        <p:attrNameLst>
                                          <p:attrName>style.visibility</p:attrName>
                                        </p:attrNameLst>
                                      </p:cBhvr>
                                      <p:to>
                                        <p:strVal val="visible"/>
                                      </p:to>
                                    </p:set>
                                  </p:childTnLst>
                                </p:cTn>
                              </p:par>
                            </p:childTnLst>
                          </p:cTn>
                        </p:par>
                        <p:par>
                          <p:cTn id="83" fill="hold" nodeType="afterGroup">
                            <p:stCondLst>
                              <p:cond delay="1500"/>
                            </p:stCondLst>
                            <p:childTnLst>
                              <p:par>
                                <p:cTn id="84" presetID="22" presetClass="entr" presetSubtype="8" fill="hold" grpId="0" nodeType="afterEffect">
                                  <p:stCondLst>
                                    <p:cond delay="0"/>
                                  </p:stCondLst>
                                  <p:childTnLst>
                                    <p:set>
                                      <p:cBhvr>
                                        <p:cTn id="85" dur="1" fill="hold">
                                          <p:stCondLst>
                                            <p:cond delay="0"/>
                                          </p:stCondLst>
                                        </p:cTn>
                                        <p:tgtEl>
                                          <p:spTgt spid="192"/>
                                        </p:tgtEl>
                                        <p:attrNameLst>
                                          <p:attrName>style.visibility</p:attrName>
                                        </p:attrNameLst>
                                      </p:cBhvr>
                                      <p:to>
                                        <p:strVal val="visible"/>
                                      </p:to>
                                    </p:set>
                                    <p:animEffect transition="in" filter="wipe(left)">
                                      <p:cBhvr>
                                        <p:cTn id="86" dur="500"/>
                                        <p:tgtEl>
                                          <p:spTgt spid="192"/>
                                        </p:tgtEl>
                                      </p:cBhvr>
                                    </p:animEffect>
                                  </p:childTnLst>
                                </p:cTn>
                              </p:par>
                            </p:childTnLst>
                          </p:cTn>
                        </p:par>
                      </p:childTnLst>
                    </p:cTn>
                  </p:par>
                  <p:par>
                    <p:cTn id="87" fill="hold" nodeType="clickPar">
                      <p:stCondLst>
                        <p:cond delay="indefinite"/>
                      </p:stCondLst>
                      <p:childTnLst>
                        <p:par>
                          <p:cTn id="88" fill="hold" nodeType="withGroup">
                            <p:stCondLst>
                              <p:cond delay="0"/>
                            </p:stCondLst>
                            <p:childTnLst>
                              <p:par>
                                <p:cTn id="89" presetID="22" presetClass="entr" presetSubtype="8" fill="hold" nodeType="clickEffect">
                                  <p:stCondLst>
                                    <p:cond delay="0"/>
                                  </p:stCondLst>
                                  <p:childTnLst>
                                    <p:set>
                                      <p:cBhvr>
                                        <p:cTn id="90" dur="1" fill="hold">
                                          <p:stCondLst>
                                            <p:cond delay="0"/>
                                          </p:stCondLst>
                                        </p:cTn>
                                        <p:tgtEl>
                                          <p:spTgt spid="193"/>
                                        </p:tgtEl>
                                        <p:attrNameLst>
                                          <p:attrName>style.visibility</p:attrName>
                                        </p:attrNameLst>
                                      </p:cBhvr>
                                      <p:to>
                                        <p:strVal val="visible"/>
                                      </p:to>
                                    </p:set>
                                    <p:animEffect transition="in" filter="wipe(left)">
                                      <p:cBhvr>
                                        <p:cTn id="91" dur="500"/>
                                        <p:tgtEl>
                                          <p:spTgt spid="193"/>
                                        </p:tgtEl>
                                      </p:cBhvr>
                                    </p:animEffect>
                                  </p:childTnLst>
                                </p:cTn>
                              </p:par>
                            </p:childTnLst>
                          </p:cTn>
                        </p:par>
                        <p:par>
                          <p:cTn id="92" fill="hold" nodeType="afterGroup">
                            <p:stCondLst>
                              <p:cond delay="500"/>
                            </p:stCondLst>
                            <p:childTnLst>
                              <p:par>
                                <p:cTn id="93" presetID="22" presetClass="entr" presetSubtype="8" fill="hold" grpId="0" nodeType="afterEffect">
                                  <p:stCondLst>
                                    <p:cond delay="0"/>
                                  </p:stCondLst>
                                  <p:childTnLst>
                                    <p:set>
                                      <p:cBhvr>
                                        <p:cTn id="94" dur="1" fill="hold">
                                          <p:stCondLst>
                                            <p:cond delay="0"/>
                                          </p:stCondLst>
                                        </p:cTn>
                                        <p:tgtEl>
                                          <p:spTgt spid="198"/>
                                        </p:tgtEl>
                                        <p:attrNameLst>
                                          <p:attrName>style.visibility</p:attrName>
                                        </p:attrNameLst>
                                      </p:cBhvr>
                                      <p:to>
                                        <p:strVal val="visible"/>
                                      </p:to>
                                    </p:set>
                                    <p:animEffect transition="in" filter="wipe(left)">
                                      <p:cBhvr>
                                        <p:cTn id="95" dur="500"/>
                                        <p:tgtEl>
                                          <p:spTgt spid="198"/>
                                        </p:tgtEl>
                                      </p:cBhvr>
                                    </p:animEffect>
                                  </p:childTnLst>
                                </p:cTn>
                              </p:par>
                            </p:childTnLst>
                          </p:cTn>
                        </p:par>
                      </p:childTnLst>
                    </p:cTn>
                  </p:par>
                  <p:par>
                    <p:cTn id="96" fill="hold" nodeType="clickPar">
                      <p:stCondLst>
                        <p:cond delay="indefinite"/>
                      </p:stCondLst>
                      <p:childTnLst>
                        <p:par>
                          <p:cTn id="97" fill="hold" nodeType="withGroup">
                            <p:stCondLst>
                              <p:cond delay="0"/>
                            </p:stCondLst>
                            <p:childTnLst>
                              <p:par>
                                <p:cTn id="98" presetID="22" presetClass="entr" presetSubtype="8" fill="hold" nodeType="clickEffect">
                                  <p:stCondLst>
                                    <p:cond delay="0"/>
                                  </p:stCondLst>
                                  <p:childTnLst>
                                    <p:set>
                                      <p:cBhvr>
                                        <p:cTn id="99" dur="1" fill="hold">
                                          <p:stCondLst>
                                            <p:cond delay="0"/>
                                          </p:stCondLst>
                                        </p:cTn>
                                        <p:tgtEl>
                                          <p:spTgt spid="199"/>
                                        </p:tgtEl>
                                        <p:attrNameLst>
                                          <p:attrName>style.visibility</p:attrName>
                                        </p:attrNameLst>
                                      </p:cBhvr>
                                      <p:to>
                                        <p:strVal val="visible"/>
                                      </p:to>
                                    </p:set>
                                    <p:animEffect transition="in" filter="wipe(left)">
                                      <p:cBhvr>
                                        <p:cTn id="100" dur="500"/>
                                        <p:tgtEl>
                                          <p:spTgt spid="199"/>
                                        </p:tgtEl>
                                      </p:cBhvr>
                                    </p:animEffect>
                                  </p:childTnLst>
                                </p:cTn>
                              </p:par>
                            </p:childTnLst>
                          </p:cTn>
                        </p:par>
                        <p:par>
                          <p:cTn id="101" fill="hold" nodeType="afterGroup">
                            <p:stCondLst>
                              <p:cond delay="500"/>
                            </p:stCondLst>
                            <p:childTnLst>
                              <p:par>
                                <p:cTn id="102" presetID="22" presetClass="entr" presetSubtype="8" fill="hold" grpId="0" nodeType="afterEffect">
                                  <p:stCondLst>
                                    <p:cond delay="0"/>
                                  </p:stCondLst>
                                  <p:childTnLst>
                                    <p:set>
                                      <p:cBhvr>
                                        <p:cTn id="103" dur="1" fill="hold">
                                          <p:stCondLst>
                                            <p:cond delay="0"/>
                                          </p:stCondLst>
                                        </p:cTn>
                                        <p:tgtEl>
                                          <p:spTgt spid="204"/>
                                        </p:tgtEl>
                                        <p:attrNameLst>
                                          <p:attrName>style.visibility</p:attrName>
                                        </p:attrNameLst>
                                      </p:cBhvr>
                                      <p:to>
                                        <p:strVal val="visible"/>
                                      </p:to>
                                    </p:set>
                                    <p:animEffect transition="in" filter="wipe(left)">
                                      <p:cBhvr>
                                        <p:cTn id="104" dur="500"/>
                                        <p:tgtEl>
                                          <p:spTgt spid="204"/>
                                        </p:tgtEl>
                                      </p:cBhvr>
                                    </p:animEffect>
                                  </p:childTnLst>
                                </p:cTn>
                              </p:par>
                            </p:childTnLst>
                          </p:cTn>
                        </p:par>
                      </p:childTnLst>
                    </p:cTn>
                  </p:par>
                  <p:par>
                    <p:cTn id="105" fill="hold" nodeType="clickPar">
                      <p:stCondLst>
                        <p:cond delay="indefinite"/>
                      </p:stCondLst>
                      <p:childTnLst>
                        <p:par>
                          <p:cTn id="106" fill="hold" nodeType="withGroup">
                            <p:stCondLst>
                              <p:cond delay="0"/>
                            </p:stCondLst>
                            <p:childTnLst>
                              <p:par>
                                <p:cTn id="107" presetID="1" presetClass="entr" presetSubtype="0" fill="hold" grpId="0" nodeType="clickEffect">
                                  <p:stCondLst>
                                    <p:cond delay="0"/>
                                  </p:stCondLst>
                                  <p:childTnLst>
                                    <p:set>
                                      <p:cBhvr>
                                        <p:cTn id="108" dur="1" fill="hold">
                                          <p:stCondLst>
                                            <p:cond delay="499"/>
                                          </p:stCondLst>
                                        </p:cTn>
                                        <p:tgtEl>
                                          <p:spTgt spid="205"/>
                                        </p:tgtEl>
                                        <p:attrNameLst>
                                          <p:attrName>style.visibility</p:attrName>
                                        </p:attrNameLst>
                                      </p:cBhvr>
                                      <p:to>
                                        <p:strVal val="visible"/>
                                      </p:to>
                                    </p:set>
                                  </p:childTnLst>
                                </p:cTn>
                              </p:par>
                            </p:childTnLst>
                          </p:cTn>
                        </p:par>
                      </p:childTnLst>
                    </p:cTn>
                  </p:par>
                  <p:par>
                    <p:cTn id="109" fill="hold" nodeType="clickPar">
                      <p:stCondLst>
                        <p:cond delay="indefinite"/>
                      </p:stCondLst>
                      <p:childTnLst>
                        <p:par>
                          <p:cTn id="110" fill="hold" nodeType="withGroup">
                            <p:stCondLst>
                              <p:cond delay="0"/>
                            </p:stCondLst>
                            <p:childTnLst>
                              <p:par>
                                <p:cTn id="111" presetID="10" presetClass="entr" presetSubtype="0" fill="hold" grpId="0" nodeType="clickEffect">
                                  <p:stCondLst>
                                    <p:cond delay="0"/>
                                  </p:stCondLst>
                                  <p:childTnLst>
                                    <p:set>
                                      <p:cBhvr>
                                        <p:cTn id="112" dur="1" fill="hold">
                                          <p:stCondLst>
                                            <p:cond delay="0"/>
                                          </p:stCondLst>
                                        </p:cTn>
                                        <p:tgtEl>
                                          <p:spTgt spid="10"/>
                                        </p:tgtEl>
                                        <p:attrNameLst>
                                          <p:attrName>style.visibility</p:attrName>
                                        </p:attrNameLst>
                                      </p:cBhvr>
                                      <p:to>
                                        <p:strVal val="visible"/>
                                      </p:to>
                                    </p:set>
                                    <p:animEffect transition="in" filter="fade">
                                      <p:cBhvr>
                                        <p:cTn id="113" dur="500"/>
                                        <p:tgtEl>
                                          <p:spTgt spid="10"/>
                                        </p:tgtEl>
                                      </p:cBhvr>
                                    </p:animEffect>
                                  </p:childTnLst>
                                </p:cTn>
                              </p:par>
                            </p:childTnLst>
                          </p:cTn>
                        </p:par>
                      </p:childTnLst>
                    </p:cTn>
                  </p:par>
                  <p:par>
                    <p:cTn id="114" fill="hold" nodeType="clickPar">
                      <p:stCondLst>
                        <p:cond delay="indefinite"/>
                      </p:stCondLst>
                      <p:childTnLst>
                        <p:par>
                          <p:cTn id="115" fill="hold" nodeType="withGroup">
                            <p:stCondLst>
                              <p:cond delay="0"/>
                            </p:stCondLst>
                            <p:childTnLst>
                              <p:par>
                                <p:cTn id="116" presetID="2" presetClass="entr" presetSubtype="4" fill="hold" grpId="0" nodeType="clickEffect">
                                  <p:stCondLst>
                                    <p:cond delay="0"/>
                                  </p:stCondLst>
                                  <p:childTnLst>
                                    <p:set>
                                      <p:cBhvr>
                                        <p:cTn id="117" dur="1" fill="hold">
                                          <p:stCondLst>
                                            <p:cond delay="0"/>
                                          </p:stCondLst>
                                        </p:cTn>
                                        <p:tgtEl>
                                          <p:spTgt spid="206">
                                            <p:txEl>
                                              <p:pRg st="0" end="0"/>
                                            </p:txEl>
                                          </p:spTgt>
                                        </p:tgtEl>
                                        <p:attrNameLst>
                                          <p:attrName>style.visibility</p:attrName>
                                        </p:attrNameLst>
                                      </p:cBhvr>
                                      <p:to>
                                        <p:strVal val="visible"/>
                                      </p:to>
                                    </p:set>
                                    <p:anim calcmode="lin" valueType="num">
                                      <p:cBhvr additive="base">
                                        <p:cTn id="118" dur="500" fill="hold"/>
                                        <p:tgtEl>
                                          <p:spTgt spid="206">
                                            <p:txEl>
                                              <p:pRg st="0" end="0"/>
                                            </p:txEl>
                                          </p:spTgt>
                                        </p:tgtEl>
                                        <p:attrNameLst>
                                          <p:attrName>ppt_x</p:attrName>
                                        </p:attrNameLst>
                                      </p:cBhvr>
                                      <p:tavLst>
                                        <p:tav tm="0">
                                          <p:val>
                                            <p:strVal val="#ppt_x"/>
                                          </p:val>
                                        </p:tav>
                                        <p:tav tm="100000">
                                          <p:val>
                                            <p:strVal val="#ppt_x"/>
                                          </p:val>
                                        </p:tav>
                                      </p:tavLst>
                                    </p:anim>
                                    <p:anim calcmode="lin" valueType="num">
                                      <p:cBhvr additive="base">
                                        <p:cTn id="119" dur="500" fill="hold"/>
                                        <p:tgtEl>
                                          <p:spTgt spid="20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20" fill="hold" nodeType="clickPar">
                      <p:stCondLst>
                        <p:cond delay="indefinite"/>
                      </p:stCondLst>
                      <p:childTnLst>
                        <p:par>
                          <p:cTn id="121" fill="hold" nodeType="withGroup">
                            <p:stCondLst>
                              <p:cond delay="0"/>
                            </p:stCondLst>
                            <p:childTnLst>
                              <p:par>
                                <p:cTn id="122" presetID="2" presetClass="entr" presetSubtype="4" fill="hold" grpId="0" nodeType="clickEffect">
                                  <p:stCondLst>
                                    <p:cond delay="0"/>
                                  </p:stCondLst>
                                  <p:childTnLst>
                                    <p:set>
                                      <p:cBhvr>
                                        <p:cTn id="123" dur="1" fill="hold">
                                          <p:stCondLst>
                                            <p:cond delay="0"/>
                                          </p:stCondLst>
                                        </p:cTn>
                                        <p:tgtEl>
                                          <p:spTgt spid="206">
                                            <p:txEl>
                                              <p:pRg st="1" end="1"/>
                                            </p:txEl>
                                          </p:spTgt>
                                        </p:tgtEl>
                                        <p:attrNameLst>
                                          <p:attrName>style.visibility</p:attrName>
                                        </p:attrNameLst>
                                      </p:cBhvr>
                                      <p:to>
                                        <p:strVal val="visible"/>
                                      </p:to>
                                    </p:set>
                                    <p:anim calcmode="lin" valueType="num">
                                      <p:cBhvr additive="base">
                                        <p:cTn id="124" dur="500" fill="hold"/>
                                        <p:tgtEl>
                                          <p:spTgt spid="206">
                                            <p:txEl>
                                              <p:pRg st="1" end="1"/>
                                            </p:txEl>
                                          </p:spTgt>
                                        </p:tgtEl>
                                        <p:attrNameLst>
                                          <p:attrName>ppt_x</p:attrName>
                                        </p:attrNameLst>
                                      </p:cBhvr>
                                      <p:tavLst>
                                        <p:tav tm="0">
                                          <p:val>
                                            <p:strVal val="#ppt_x"/>
                                          </p:val>
                                        </p:tav>
                                        <p:tav tm="100000">
                                          <p:val>
                                            <p:strVal val="#ppt_x"/>
                                          </p:val>
                                        </p:tav>
                                      </p:tavLst>
                                    </p:anim>
                                    <p:anim calcmode="lin" valueType="num">
                                      <p:cBhvr additive="base">
                                        <p:cTn id="125" dur="500" fill="hold"/>
                                        <p:tgtEl>
                                          <p:spTgt spid="20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26" fill="hold" nodeType="clickPar">
                      <p:stCondLst>
                        <p:cond delay="indefinite"/>
                      </p:stCondLst>
                      <p:childTnLst>
                        <p:par>
                          <p:cTn id="127" fill="hold" nodeType="withGroup">
                            <p:stCondLst>
                              <p:cond delay="0"/>
                            </p:stCondLst>
                            <p:childTnLst>
                              <p:par>
                                <p:cTn id="128" presetID="2" presetClass="entr" presetSubtype="4" fill="hold" grpId="0" nodeType="clickEffect">
                                  <p:stCondLst>
                                    <p:cond delay="0"/>
                                  </p:stCondLst>
                                  <p:childTnLst>
                                    <p:set>
                                      <p:cBhvr>
                                        <p:cTn id="129" dur="1" fill="hold">
                                          <p:stCondLst>
                                            <p:cond delay="0"/>
                                          </p:stCondLst>
                                        </p:cTn>
                                        <p:tgtEl>
                                          <p:spTgt spid="206">
                                            <p:txEl>
                                              <p:pRg st="2" end="2"/>
                                            </p:txEl>
                                          </p:spTgt>
                                        </p:tgtEl>
                                        <p:attrNameLst>
                                          <p:attrName>style.visibility</p:attrName>
                                        </p:attrNameLst>
                                      </p:cBhvr>
                                      <p:to>
                                        <p:strVal val="visible"/>
                                      </p:to>
                                    </p:set>
                                    <p:anim calcmode="lin" valueType="num">
                                      <p:cBhvr additive="base">
                                        <p:cTn id="130" dur="500" fill="hold"/>
                                        <p:tgtEl>
                                          <p:spTgt spid="206">
                                            <p:txEl>
                                              <p:pRg st="2" end="2"/>
                                            </p:txEl>
                                          </p:spTgt>
                                        </p:tgtEl>
                                        <p:attrNameLst>
                                          <p:attrName>ppt_x</p:attrName>
                                        </p:attrNameLst>
                                      </p:cBhvr>
                                      <p:tavLst>
                                        <p:tav tm="0">
                                          <p:val>
                                            <p:strVal val="#ppt_x"/>
                                          </p:val>
                                        </p:tav>
                                        <p:tav tm="100000">
                                          <p:val>
                                            <p:strVal val="#ppt_x"/>
                                          </p:val>
                                        </p:tav>
                                      </p:tavLst>
                                    </p:anim>
                                    <p:anim calcmode="lin" valueType="num">
                                      <p:cBhvr additive="base">
                                        <p:cTn id="131" dur="500" fill="hold"/>
                                        <p:tgtEl>
                                          <p:spTgt spid="206">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9" grpId="0"/>
      <p:bldP spid="170" grpId="0" animBg="1"/>
      <p:bldP spid="171" grpId="0"/>
      <p:bldP spid="177" grpId="0" animBg="1"/>
      <p:bldP spid="183" grpId="0" animBg="1"/>
      <p:bldP spid="184" grpId="0" animBg="1"/>
      <p:bldP spid="185" grpId="0"/>
      <p:bldP spid="186" grpId="0" animBg="1"/>
      <p:bldP spid="192" grpId="0" animBg="1"/>
      <p:bldP spid="198" grpId="0" animBg="1"/>
      <p:bldP spid="204" grpId="0" animBg="1"/>
      <p:bldP spid="205" grpId="0" animBg="1"/>
      <p:bldP spid="206" grpId="0"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D1A4F22-9445-46D2-924A-0F9BF53F466A}"/>
              </a:ext>
            </a:extLst>
          </p:cNvPr>
          <p:cNvSpPr/>
          <p:nvPr/>
        </p:nvSpPr>
        <p:spPr bwMode="auto">
          <a:xfrm>
            <a:off x="0" y="2098675"/>
            <a:ext cx="9144000" cy="4465638"/>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06498" name="Rectangle 4">
            <a:extLst>
              <a:ext uri="{FF2B5EF4-FFF2-40B4-BE49-F238E27FC236}">
                <a16:creationId xmlns:a16="http://schemas.microsoft.com/office/drawing/2014/main" id="{46CB3726-A8EA-4A00-ACCC-857292F760E0}"/>
              </a:ext>
            </a:extLst>
          </p:cNvPr>
          <p:cNvSpPr>
            <a:spLocks noChangeArrowheads="1"/>
          </p:cNvSpPr>
          <p:nvPr/>
        </p:nvSpPr>
        <p:spPr bwMode="auto">
          <a:xfrm>
            <a:off x="179388" y="2098675"/>
            <a:ext cx="8856662" cy="4465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en-US" altLang="zh-CN">
                <a:solidFill>
                  <a:schemeClr val="hlink"/>
                </a:solidFill>
                <a:sym typeface="+mn-lt"/>
              </a:rPr>
              <a:t>//</a:t>
            </a:r>
            <a:r>
              <a:rPr lang="zh-CN" altLang="en-US">
                <a:solidFill>
                  <a:schemeClr val="hlink"/>
                </a:solidFill>
                <a:sym typeface="+mn-lt"/>
              </a:rPr>
              <a:t>在线性表</a:t>
            </a:r>
            <a:r>
              <a:rPr lang="en-US" altLang="zh-CN">
                <a:solidFill>
                  <a:schemeClr val="hlink"/>
                </a:solidFill>
                <a:sym typeface="+mn-lt"/>
              </a:rPr>
              <a:t>L</a:t>
            </a:r>
            <a:r>
              <a:rPr lang="zh-CN" altLang="en-US">
                <a:solidFill>
                  <a:schemeClr val="hlink"/>
                </a:solidFill>
                <a:sym typeface="+mn-lt"/>
              </a:rPr>
              <a:t>中查找值为</a:t>
            </a:r>
            <a:r>
              <a:rPr lang="en-US" altLang="zh-CN">
                <a:solidFill>
                  <a:schemeClr val="hlink"/>
                </a:solidFill>
                <a:sym typeface="+mn-lt"/>
              </a:rPr>
              <a:t>e</a:t>
            </a:r>
            <a:r>
              <a:rPr lang="zh-CN" altLang="en-US">
                <a:solidFill>
                  <a:schemeClr val="hlink"/>
                </a:solidFill>
                <a:sym typeface="+mn-lt"/>
              </a:rPr>
              <a:t>的数据元素</a:t>
            </a:r>
          </a:p>
          <a:p>
            <a:pPr>
              <a:spcBef>
                <a:spcPct val="20000"/>
              </a:spcBef>
            </a:pPr>
            <a:r>
              <a:rPr lang="en-US" altLang="zh-CN">
                <a:sym typeface="+mn-lt"/>
              </a:rPr>
              <a:t>LNode *LocateELem_L (LinkList L</a:t>
            </a:r>
            <a:r>
              <a:rPr lang="zh-CN" altLang="en-US">
                <a:sym typeface="+mn-lt"/>
              </a:rPr>
              <a:t>，</a:t>
            </a:r>
            <a:r>
              <a:rPr lang="en-US" altLang="zh-CN">
                <a:sym typeface="+mn-lt"/>
              </a:rPr>
              <a:t>Elemtype e) {</a:t>
            </a:r>
          </a:p>
          <a:p>
            <a:pPr>
              <a:spcBef>
                <a:spcPct val="20000"/>
              </a:spcBef>
            </a:pPr>
            <a:r>
              <a:rPr lang="en-US" altLang="zh-CN">
                <a:sym typeface="+mn-lt"/>
              </a:rPr>
              <a:t> //</a:t>
            </a:r>
            <a:r>
              <a:rPr lang="zh-CN" altLang="en-US">
                <a:sym typeface="+mn-lt"/>
              </a:rPr>
              <a:t>返回</a:t>
            </a:r>
            <a:r>
              <a:rPr lang="en-US" altLang="zh-CN">
                <a:sym typeface="+mn-lt"/>
              </a:rPr>
              <a:t>L</a:t>
            </a:r>
            <a:r>
              <a:rPr lang="zh-CN" altLang="en-US">
                <a:sym typeface="+mn-lt"/>
              </a:rPr>
              <a:t>中值为</a:t>
            </a:r>
            <a:r>
              <a:rPr lang="en-US" altLang="zh-CN">
                <a:sym typeface="+mn-lt"/>
              </a:rPr>
              <a:t>e</a:t>
            </a:r>
            <a:r>
              <a:rPr lang="zh-CN" altLang="en-US">
                <a:sym typeface="+mn-lt"/>
              </a:rPr>
              <a:t>的数据元素的</a:t>
            </a:r>
            <a:r>
              <a:rPr lang="zh-CN" altLang="en-US">
                <a:solidFill>
                  <a:srgbClr val="FF0000"/>
                </a:solidFill>
                <a:sym typeface="+mn-lt"/>
              </a:rPr>
              <a:t>地址</a:t>
            </a:r>
            <a:r>
              <a:rPr lang="zh-CN" altLang="en-US">
                <a:sym typeface="+mn-lt"/>
              </a:rPr>
              <a:t>，查找失败返回</a:t>
            </a:r>
            <a:r>
              <a:rPr lang="en-US" altLang="zh-CN">
                <a:solidFill>
                  <a:srgbClr val="FF0000"/>
                </a:solidFill>
                <a:sym typeface="+mn-lt"/>
              </a:rPr>
              <a:t>NULL</a:t>
            </a:r>
          </a:p>
          <a:p>
            <a:pPr>
              <a:spcBef>
                <a:spcPct val="20000"/>
              </a:spcBef>
            </a:pPr>
            <a:r>
              <a:rPr lang="en-US" altLang="zh-CN">
                <a:sym typeface="+mn-lt"/>
              </a:rPr>
              <a:t>  p=L-&gt;next;</a:t>
            </a:r>
          </a:p>
          <a:p>
            <a:pPr>
              <a:spcBef>
                <a:spcPct val="20000"/>
              </a:spcBef>
            </a:pPr>
            <a:r>
              <a:rPr lang="en-US" altLang="zh-CN">
                <a:sym typeface="+mn-lt"/>
              </a:rPr>
              <a:t>  while(p &amp;&amp;p-&gt;data!=e)  </a:t>
            </a:r>
          </a:p>
          <a:p>
            <a:pPr>
              <a:spcBef>
                <a:spcPct val="20000"/>
              </a:spcBef>
            </a:pPr>
            <a:r>
              <a:rPr lang="en-US" altLang="zh-CN">
                <a:sym typeface="+mn-lt"/>
              </a:rPr>
              <a:t>        p=p-&gt;next;                		</a:t>
            </a:r>
          </a:p>
          <a:p>
            <a:pPr>
              <a:spcBef>
                <a:spcPct val="20000"/>
              </a:spcBef>
            </a:pPr>
            <a:r>
              <a:rPr lang="en-US" altLang="zh-CN">
                <a:sym typeface="+mn-lt"/>
              </a:rPr>
              <a:t>  return p; 	</a:t>
            </a:r>
          </a:p>
          <a:p>
            <a:pPr>
              <a:spcBef>
                <a:spcPct val="20000"/>
              </a:spcBef>
            </a:pPr>
            <a:r>
              <a:rPr lang="en-US" altLang="zh-CN">
                <a:sym typeface="+mn-lt"/>
              </a:rPr>
              <a:t>} </a:t>
            </a:r>
          </a:p>
        </p:txBody>
      </p:sp>
      <p:sp>
        <p:nvSpPr>
          <p:cNvPr id="106499" name="Rectangle 7">
            <a:extLst>
              <a:ext uri="{FF2B5EF4-FFF2-40B4-BE49-F238E27FC236}">
                <a16:creationId xmlns:a16="http://schemas.microsoft.com/office/drawing/2014/main" id="{252E44FA-1DDC-4815-8248-9B9788302F38}"/>
              </a:ext>
            </a:extLst>
          </p:cNvPr>
          <p:cNvSpPr>
            <a:spLocks noChangeArrowheads="1"/>
          </p:cNvSpPr>
          <p:nvPr/>
        </p:nvSpPr>
        <p:spPr bwMode="auto">
          <a:xfrm>
            <a:off x="0" y="1268413"/>
            <a:ext cx="3775075" cy="606425"/>
          </a:xfrm>
          <a:prstGeom prst="rect">
            <a:avLst/>
          </a:prstGeom>
          <a:solidFill>
            <a:srgbClr val="9476B6"/>
          </a:solidFill>
          <a:ln>
            <a:noFill/>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defRPr/>
            </a:pPr>
            <a:r>
              <a:rPr lang="en-US" altLang="zh-CN">
                <a:solidFill>
                  <a:schemeClr val="bg1"/>
                </a:solidFill>
                <a:latin typeface="+mn-lt"/>
                <a:ea typeface="+mn-ea"/>
                <a:cs typeface="+mn-ea"/>
                <a:sym typeface="+mn-lt"/>
              </a:rPr>
              <a:t>【</a:t>
            </a:r>
            <a:r>
              <a:rPr lang="zh-CN" altLang="en-US">
                <a:solidFill>
                  <a:schemeClr val="bg1"/>
                </a:solidFill>
                <a:latin typeface="+mn-lt"/>
                <a:ea typeface="+mn-ea"/>
                <a:cs typeface="+mn-ea"/>
                <a:sym typeface="+mn-lt"/>
              </a:rPr>
              <a:t>算法描述</a:t>
            </a:r>
            <a:r>
              <a:rPr lang="en-US" altLang="zh-CN">
                <a:solidFill>
                  <a:schemeClr val="bg1"/>
                </a:solidFill>
                <a:latin typeface="+mn-lt"/>
                <a:ea typeface="+mn-ea"/>
                <a:cs typeface="+mn-ea"/>
                <a:sym typeface="+mn-lt"/>
              </a:rPr>
              <a:t>】</a:t>
            </a:r>
          </a:p>
        </p:txBody>
      </p:sp>
      <p:sp>
        <p:nvSpPr>
          <p:cNvPr id="4" name="Rectangle 6">
            <a:extLst>
              <a:ext uri="{FF2B5EF4-FFF2-40B4-BE49-F238E27FC236}">
                <a16:creationId xmlns:a16="http://schemas.microsoft.com/office/drawing/2014/main" id="{3E5BA87A-E088-47F1-BF6A-E6FE0DC1FD9F}"/>
              </a:ext>
            </a:extLst>
          </p:cNvPr>
          <p:cNvSpPr>
            <a:spLocks noChangeArrowheads="1"/>
          </p:cNvSpPr>
          <p:nvPr/>
        </p:nvSpPr>
        <p:spPr bwMode="auto">
          <a:xfrm>
            <a:off x="935038" y="201613"/>
            <a:ext cx="50768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线性表的重要基本操作</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矩形 1">
            <a:extLst>
              <a:ext uri="{FF2B5EF4-FFF2-40B4-BE49-F238E27FC236}">
                <a16:creationId xmlns:a16="http://schemas.microsoft.com/office/drawing/2014/main" id="{478792FF-3A3B-7741-8CFE-0F2C99593810}"/>
              </a:ext>
            </a:extLst>
          </p:cNvPr>
          <p:cNvSpPr>
            <a:spLocks noChangeArrowheads="1"/>
          </p:cNvSpPr>
          <p:nvPr/>
        </p:nvSpPr>
        <p:spPr bwMode="auto">
          <a:xfrm>
            <a:off x="0" y="1800225"/>
            <a:ext cx="9144000" cy="4941888"/>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07522" name="Rectangle 4">
            <a:extLst>
              <a:ext uri="{FF2B5EF4-FFF2-40B4-BE49-F238E27FC236}">
                <a16:creationId xmlns:a16="http://schemas.microsoft.com/office/drawing/2014/main" id="{B2A36884-50BE-4B20-927F-1E390C50C6E7}"/>
              </a:ext>
            </a:extLst>
          </p:cNvPr>
          <p:cNvSpPr>
            <a:spLocks noChangeArrowheads="1"/>
          </p:cNvSpPr>
          <p:nvPr/>
        </p:nvSpPr>
        <p:spPr bwMode="auto">
          <a:xfrm>
            <a:off x="179388" y="1800225"/>
            <a:ext cx="8534400" cy="4941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en-US" altLang="zh-CN">
                <a:solidFill>
                  <a:schemeClr val="hlink"/>
                </a:solidFill>
                <a:sym typeface="+mn-lt"/>
              </a:rPr>
              <a:t>//</a:t>
            </a:r>
            <a:r>
              <a:rPr lang="zh-CN" altLang="en-US">
                <a:solidFill>
                  <a:schemeClr val="hlink"/>
                </a:solidFill>
                <a:sym typeface="+mn-lt"/>
              </a:rPr>
              <a:t>在线性表</a:t>
            </a:r>
            <a:r>
              <a:rPr lang="en-US" altLang="zh-CN">
                <a:solidFill>
                  <a:schemeClr val="hlink"/>
                </a:solidFill>
                <a:sym typeface="+mn-lt"/>
              </a:rPr>
              <a:t>L</a:t>
            </a:r>
            <a:r>
              <a:rPr lang="zh-CN" altLang="en-US">
                <a:solidFill>
                  <a:schemeClr val="hlink"/>
                </a:solidFill>
                <a:sym typeface="+mn-lt"/>
              </a:rPr>
              <a:t>中查找值为</a:t>
            </a:r>
            <a:r>
              <a:rPr lang="en-US" altLang="zh-CN">
                <a:solidFill>
                  <a:schemeClr val="hlink"/>
                </a:solidFill>
                <a:sym typeface="+mn-lt"/>
              </a:rPr>
              <a:t>e</a:t>
            </a:r>
            <a:r>
              <a:rPr lang="zh-CN" altLang="en-US">
                <a:solidFill>
                  <a:schemeClr val="hlink"/>
                </a:solidFill>
                <a:sym typeface="+mn-lt"/>
              </a:rPr>
              <a:t>的数据元素</a:t>
            </a:r>
          </a:p>
          <a:p>
            <a:pPr>
              <a:spcBef>
                <a:spcPct val="20000"/>
              </a:spcBef>
            </a:pPr>
            <a:r>
              <a:rPr lang="en-US" altLang="zh-CN">
                <a:sym typeface="+mn-lt"/>
              </a:rPr>
              <a:t>int LocateELem_L (LinkList L</a:t>
            </a:r>
            <a:r>
              <a:rPr lang="zh-CN" altLang="en-US">
                <a:sym typeface="+mn-lt"/>
              </a:rPr>
              <a:t>，</a:t>
            </a:r>
            <a:r>
              <a:rPr lang="en-US" altLang="zh-CN">
                <a:sym typeface="+mn-lt"/>
              </a:rPr>
              <a:t>Elemtype e) {</a:t>
            </a:r>
          </a:p>
          <a:p>
            <a:pPr>
              <a:spcBef>
                <a:spcPct val="20000"/>
              </a:spcBef>
            </a:pPr>
            <a:r>
              <a:rPr lang="en-US" altLang="zh-CN">
                <a:sym typeface="+mn-lt"/>
              </a:rPr>
              <a:t> //</a:t>
            </a:r>
            <a:r>
              <a:rPr lang="zh-CN" altLang="en-US">
                <a:sym typeface="+mn-lt"/>
              </a:rPr>
              <a:t>返回</a:t>
            </a:r>
            <a:r>
              <a:rPr lang="en-US" altLang="zh-CN">
                <a:sym typeface="+mn-lt"/>
              </a:rPr>
              <a:t>L</a:t>
            </a:r>
            <a:r>
              <a:rPr lang="zh-CN" altLang="en-US">
                <a:sym typeface="+mn-lt"/>
              </a:rPr>
              <a:t>中值为</a:t>
            </a:r>
            <a:r>
              <a:rPr lang="en-US" altLang="zh-CN">
                <a:sym typeface="+mn-lt"/>
              </a:rPr>
              <a:t>e</a:t>
            </a:r>
            <a:r>
              <a:rPr lang="zh-CN" altLang="en-US">
                <a:sym typeface="+mn-lt"/>
              </a:rPr>
              <a:t>的数据元素的</a:t>
            </a:r>
            <a:r>
              <a:rPr lang="zh-CN" altLang="en-US">
                <a:solidFill>
                  <a:srgbClr val="FF0000"/>
                </a:solidFill>
                <a:sym typeface="+mn-lt"/>
              </a:rPr>
              <a:t>位置序号</a:t>
            </a:r>
            <a:r>
              <a:rPr lang="zh-CN" altLang="en-US">
                <a:sym typeface="+mn-lt"/>
              </a:rPr>
              <a:t>，查找失败返回</a:t>
            </a:r>
            <a:r>
              <a:rPr lang="en-US" altLang="zh-CN">
                <a:solidFill>
                  <a:srgbClr val="FF0000"/>
                </a:solidFill>
                <a:sym typeface="+mn-lt"/>
              </a:rPr>
              <a:t>0</a:t>
            </a:r>
            <a:r>
              <a:rPr lang="en-US" altLang="zh-CN">
                <a:sym typeface="+mn-lt"/>
              </a:rPr>
              <a:t> </a:t>
            </a:r>
          </a:p>
          <a:p>
            <a:pPr>
              <a:spcBef>
                <a:spcPct val="20000"/>
              </a:spcBef>
            </a:pPr>
            <a:r>
              <a:rPr lang="en-US" altLang="zh-CN">
                <a:sym typeface="+mn-lt"/>
              </a:rPr>
              <a:t>  p=L-&gt;next; j=1;</a:t>
            </a:r>
          </a:p>
          <a:p>
            <a:pPr>
              <a:spcBef>
                <a:spcPct val="20000"/>
              </a:spcBef>
            </a:pPr>
            <a:r>
              <a:rPr lang="en-US" altLang="zh-CN">
                <a:sym typeface="+mn-lt"/>
              </a:rPr>
              <a:t>  while(p &amp;&amp;p-&gt;data!=e)  </a:t>
            </a:r>
          </a:p>
          <a:p>
            <a:pPr>
              <a:spcBef>
                <a:spcPct val="20000"/>
              </a:spcBef>
            </a:pPr>
            <a:r>
              <a:rPr lang="en-US" altLang="zh-CN">
                <a:sym typeface="+mn-lt"/>
              </a:rPr>
              <a:t>        {p=p-&gt;next;  j++;}          		</a:t>
            </a:r>
          </a:p>
          <a:p>
            <a:pPr>
              <a:spcBef>
                <a:spcPct val="20000"/>
              </a:spcBef>
            </a:pPr>
            <a:r>
              <a:rPr lang="en-US" altLang="zh-CN">
                <a:sym typeface="+mn-lt"/>
              </a:rPr>
              <a:t>  if(p) return j; </a:t>
            </a:r>
          </a:p>
          <a:p>
            <a:pPr>
              <a:spcBef>
                <a:spcPct val="20000"/>
              </a:spcBef>
            </a:pPr>
            <a:r>
              <a:rPr lang="en-US" altLang="zh-CN">
                <a:sym typeface="+mn-lt"/>
              </a:rPr>
              <a:t>  else return 0;</a:t>
            </a:r>
          </a:p>
          <a:p>
            <a:pPr>
              <a:spcBef>
                <a:spcPct val="20000"/>
              </a:spcBef>
            </a:pPr>
            <a:r>
              <a:rPr lang="en-US" altLang="zh-CN">
                <a:sym typeface="+mn-lt"/>
              </a:rPr>
              <a:t>} </a:t>
            </a:r>
          </a:p>
        </p:txBody>
      </p:sp>
      <p:sp>
        <p:nvSpPr>
          <p:cNvPr id="107523" name="Rectangle 7">
            <a:extLst>
              <a:ext uri="{FF2B5EF4-FFF2-40B4-BE49-F238E27FC236}">
                <a16:creationId xmlns:a16="http://schemas.microsoft.com/office/drawing/2014/main" id="{5ED86FCB-EC63-4B65-9041-91A1646B16CA}"/>
              </a:ext>
            </a:extLst>
          </p:cNvPr>
          <p:cNvSpPr>
            <a:spLocks noChangeArrowheads="1"/>
          </p:cNvSpPr>
          <p:nvPr/>
        </p:nvSpPr>
        <p:spPr bwMode="auto">
          <a:xfrm>
            <a:off x="4763" y="1052513"/>
            <a:ext cx="3775075" cy="606425"/>
          </a:xfrm>
          <a:prstGeom prst="rect">
            <a:avLst/>
          </a:prstGeom>
          <a:solidFill>
            <a:srgbClr val="9476B6"/>
          </a:solidFill>
          <a:ln>
            <a:noFill/>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r>
              <a:rPr lang="en-US" altLang="zh-CN" dirty="0">
                <a:solidFill>
                  <a:schemeClr val="bg1"/>
                </a:solidFill>
                <a:latin typeface="+mn-lt"/>
                <a:ea typeface="+mn-ea"/>
                <a:cs typeface="+mn-ea"/>
                <a:sym typeface="+mn-lt"/>
              </a:rPr>
              <a:t>【</a:t>
            </a:r>
            <a:r>
              <a:rPr lang="zh-CN" altLang="en-US" dirty="0">
                <a:solidFill>
                  <a:schemeClr val="bg1"/>
                </a:solidFill>
                <a:latin typeface="+mn-lt"/>
                <a:ea typeface="+mn-ea"/>
                <a:cs typeface="+mn-ea"/>
                <a:sym typeface="+mn-lt"/>
              </a:rPr>
              <a:t>算法描述</a:t>
            </a:r>
            <a:r>
              <a:rPr lang="en-US" altLang="zh-CN" dirty="0">
                <a:solidFill>
                  <a:schemeClr val="bg1"/>
                </a:solidFill>
                <a:latin typeface="+mn-lt"/>
                <a:ea typeface="+mn-ea"/>
                <a:cs typeface="+mn-ea"/>
                <a:sym typeface="+mn-lt"/>
              </a:rPr>
              <a:t>】</a:t>
            </a:r>
          </a:p>
        </p:txBody>
      </p:sp>
      <p:sp>
        <p:nvSpPr>
          <p:cNvPr id="4" name="Rectangle 6">
            <a:extLst>
              <a:ext uri="{FF2B5EF4-FFF2-40B4-BE49-F238E27FC236}">
                <a16:creationId xmlns:a16="http://schemas.microsoft.com/office/drawing/2014/main" id="{A1039D40-F407-4781-8F2A-DD5B61B02AC9}"/>
              </a:ext>
            </a:extLst>
          </p:cNvPr>
          <p:cNvSpPr>
            <a:spLocks noChangeArrowheads="1"/>
          </p:cNvSpPr>
          <p:nvPr/>
        </p:nvSpPr>
        <p:spPr bwMode="auto">
          <a:xfrm>
            <a:off x="935038" y="201613"/>
            <a:ext cx="50768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线性表的重要基本操作</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3666" name="Picture 4">
            <a:extLst>
              <a:ext uri="{FF2B5EF4-FFF2-40B4-BE49-F238E27FC236}">
                <a16:creationId xmlns:a16="http://schemas.microsoft.com/office/drawing/2014/main" id="{02F45180-C033-8644-9FCF-84205E9ED5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71688"/>
            <a:ext cx="9144000" cy="316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8547" name="Rectangle 5">
            <a:extLst>
              <a:ext uri="{FF2B5EF4-FFF2-40B4-BE49-F238E27FC236}">
                <a16:creationId xmlns:a16="http://schemas.microsoft.com/office/drawing/2014/main" id="{18F908D1-2318-4B30-83A5-BC4EDAC74015}"/>
              </a:ext>
            </a:extLst>
          </p:cNvPr>
          <p:cNvSpPr>
            <a:spLocks noChangeArrowheads="1"/>
          </p:cNvSpPr>
          <p:nvPr/>
        </p:nvSpPr>
        <p:spPr bwMode="auto">
          <a:xfrm>
            <a:off x="420688" y="901700"/>
            <a:ext cx="8688387" cy="1152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将值为</a:t>
            </a:r>
            <a:r>
              <a:rPr lang="en-US" altLang="zh-CN">
                <a:sym typeface="+mn-lt"/>
              </a:rPr>
              <a:t>x</a:t>
            </a:r>
            <a:r>
              <a:rPr lang="zh-CN" altLang="en-US">
                <a:sym typeface="+mn-lt"/>
              </a:rPr>
              <a:t>的新结点插入到表的第</a:t>
            </a:r>
            <a:r>
              <a:rPr lang="en-US" altLang="zh-CN">
                <a:sym typeface="+mn-lt"/>
              </a:rPr>
              <a:t>i</a:t>
            </a:r>
            <a:r>
              <a:rPr lang="zh-CN" altLang="en-US">
                <a:sym typeface="+mn-lt"/>
              </a:rPr>
              <a:t>个结点的位置上，即插入到</a:t>
            </a:r>
            <a:r>
              <a:rPr lang="en-US" altLang="zh-CN">
                <a:sym typeface="+mn-lt"/>
              </a:rPr>
              <a:t>a</a:t>
            </a:r>
            <a:r>
              <a:rPr lang="en-US" altLang="zh-CN" baseline="-30000">
                <a:sym typeface="+mn-lt"/>
              </a:rPr>
              <a:t>i-1</a:t>
            </a:r>
            <a:r>
              <a:rPr lang="zh-CN" altLang="en-US">
                <a:sym typeface="+mn-lt"/>
              </a:rPr>
              <a:t>与</a:t>
            </a:r>
            <a:r>
              <a:rPr lang="en-US" altLang="zh-CN">
                <a:sym typeface="+mn-lt"/>
              </a:rPr>
              <a:t>a</a:t>
            </a:r>
            <a:r>
              <a:rPr lang="en-US" altLang="zh-CN" baseline="-30000">
                <a:sym typeface="+mn-lt"/>
              </a:rPr>
              <a:t>i</a:t>
            </a:r>
            <a:r>
              <a:rPr lang="zh-CN" altLang="en-US">
                <a:sym typeface="+mn-lt"/>
              </a:rPr>
              <a:t>之间</a:t>
            </a:r>
          </a:p>
        </p:txBody>
      </p:sp>
      <p:sp>
        <p:nvSpPr>
          <p:cNvPr id="652295" name="Text Box 7">
            <a:extLst>
              <a:ext uri="{FF2B5EF4-FFF2-40B4-BE49-F238E27FC236}">
                <a16:creationId xmlns:a16="http://schemas.microsoft.com/office/drawing/2014/main" id="{5D280CDC-71B6-40F7-BE4B-D9E20BFCD77A}"/>
              </a:ext>
            </a:extLst>
          </p:cNvPr>
          <p:cNvSpPr txBox="1">
            <a:spLocks noChangeArrowheads="1"/>
          </p:cNvSpPr>
          <p:nvPr/>
        </p:nvSpPr>
        <p:spPr bwMode="auto">
          <a:xfrm>
            <a:off x="0" y="5240338"/>
            <a:ext cx="9144000" cy="573087"/>
          </a:xfrm>
          <a:prstGeom prst="rect">
            <a:avLst/>
          </a:prstGeom>
          <a:solidFill>
            <a:srgbClr val="EBEBEB"/>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defRPr/>
            </a:pPr>
            <a:r>
              <a:rPr lang="en-US" altLang="zh-CN" dirty="0">
                <a:latin typeface="+mn-lt"/>
                <a:ea typeface="+mn-ea"/>
                <a:cs typeface="+mn-ea"/>
                <a:sym typeface="+mn-lt"/>
              </a:rPr>
              <a:t>       s-&gt;next=p-&gt;next;      p-&gt;next=s</a:t>
            </a:r>
          </a:p>
        </p:txBody>
      </p:sp>
      <p:sp>
        <p:nvSpPr>
          <p:cNvPr id="652296" name="Text Box 8">
            <a:extLst>
              <a:ext uri="{FF2B5EF4-FFF2-40B4-BE49-F238E27FC236}">
                <a16:creationId xmlns:a16="http://schemas.microsoft.com/office/drawing/2014/main" id="{377524EE-602E-487E-9313-DC0F8A7EC0A4}"/>
              </a:ext>
            </a:extLst>
          </p:cNvPr>
          <p:cNvSpPr txBox="1">
            <a:spLocks noChangeArrowheads="1"/>
          </p:cNvSpPr>
          <p:nvPr/>
        </p:nvSpPr>
        <p:spPr bwMode="auto">
          <a:xfrm>
            <a:off x="201613" y="6037263"/>
            <a:ext cx="4572000" cy="525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r>
              <a:rPr lang="zh-CN" altLang="en-US">
                <a:solidFill>
                  <a:srgbClr val="FF0000"/>
                </a:solidFill>
                <a:sym typeface="+mn-lt"/>
              </a:rPr>
              <a:t>思考：步骤</a:t>
            </a:r>
            <a:r>
              <a:rPr lang="en-US" altLang="zh-CN">
                <a:solidFill>
                  <a:srgbClr val="FF0000"/>
                </a:solidFill>
                <a:sym typeface="+mn-lt"/>
              </a:rPr>
              <a:t>1</a:t>
            </a:r>
            <a:r>
              <a:rPr lang="zh-CN" altLang="en-US">
                <a:solidFill>
                  <a:srgbClr val="FF0000"/>
                </a:solidFill>
                <a:sym typeface="+mn-lt"/>
              </a:rPr>
              <a:t>和</a:t>
            </a:r>
            <a:r>
              <a:rPr lang="en-US" altLang="zh-CN">
                <a:solidFill>
                  <a:srgbClr val="FF0000"/>
                </a:solidFill>
                <a:sym typeface="+mn-lt"/>
              </a:rPr>
              <a:t>2</a:t>
            </a:r>
            <a:r>
              <a:rPr lang="zh-CN" altLang="en-US">
                <a:solidFill>
                  <a:srgbClr val="FF0000"/>
                </a:solidFill>
                <a:sym typeface="+mn-lt"/>
              </a:rPr>
              <a:t>能互换么？</a:t>
            </a:r>
          </a:p>
        </p:txBody>
      </p:sp>
      <p:sp>
        <p:nvSpPr>
          <p:cNvPr id="7" name="Rectangle 6">
            <a:extLst>
              <a:ext uri="{FF2B5EF4-FFF2-40B4-BE49-F238E27FC236}">
                <a16:creationId xmlns:a16="http://schemas.microsoft.com/office/drawing/2014/main" id="{EAB0CDD8-C8FA-46F1-8E82-598E05B74C68}"/>
              </a:ext>
            </a:extLst>
          </p:cNvPr>
          <p:cNvSpPr>
            <a:spLocks noChangeArrowheads="1"/>
          </p:cNvSpPr>
          <p:nvPr/>
        </p:nvSpPr>
        <p:spPr bwMode="auto">
          <a:xfrm>
            <a:off x="935038" y="201613"/>
            <a:ext cx="50768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插入（插在第 </a:t>
            </a:r>
            <a:r>
              <a:rPr lang="en-US" altLang="zh-CN">
                <a:solidFill>
                  <a:schemeClr val="bg1"/>
                </a:solidFill>
                <a:ea typeface="微软雅黑" panose="020B0503020204020204" pitchFamily="34" charset="-122"/>
                <a:sym typeface="+mn-lt"/>
              </a:rPr>
              <a:t>i </a:t>
            </a:r>
            <a:r>
              <a:rPr lang="zh-CN" altLang="en-US">
                <a:solidFill>
                  <a:schemeClr val="bg1"/>
                </a:solidFill>
                <a:ea typeface="微软雅黑" panose="020B0503020204020204" pitchFamily="34" charset="-122"/>
                <a:sym typeface="+mn-lt"/>
              </a:rPr>
              <a:t>个结点之前）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52295">
                                            <p:bg/>
                                          </p:spTgt>
                                        </p:tgtEl>
                                        <p:attrNameLst>
                                          <p:attrName>style.visibility</p:attrName>
                                        </p:attrNameLst>
                                      </p:cBhvr>
                                      <p:to>
                                        <p:strVal val="visible"/>
                                      </p:to>
                                    </p:set>
                                    <p:anim calcmode="lin" valueType="num">
                                      <p:cBhvr additive="base">
                                        <p:cTn id="7" dur="500" fill="hold"/>
                                        <p:tgtEl>
                                          <p:spTgt spid="652295">
                                            <p:bg/>
                                          </p:spTgt>
                                        </p:tgtEl>
                                        <p:attrNameLst>
                                          <p:attrName>ppt_x</p:attrName>
                                        </p:attrNameLst>
                                      </p:cBhvr>
                                      <p:tavLst>
                                        <p:tav tm="0">
                                          <p:val>
                                            <p:strVal val="0-#ppt_w/2"/>
                                          </p:val>
                                        </p:tav>
                                        <p:tav tm="100000">
                                          <p:val>
                                            <p:strVal val="#ppt_x"/>
                                          </p:val>
                                        </p:tav>
                                      </p:tavLst>
                                    </p:anim>
                                    <p:anim calcmode="lin" valueType="num">
                                      <p:cBhvr additive="base">
                                        <p:cTn id="8" dur="500" fill="hold"/>
                                        <p:tgtEl>
                                          <p:spTgt spid="652295">
                                            <p:bg/>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2" name="whoosh.wav"/>
                                        </p:tgtEl>
                                      </p:cMediaNode>
                                    </p:audio>
                                  </p:sub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52295">
                                            <p:txEl>
                                              <p:pRg st="0" end="0"/>
                                            </p:txEl>
                                          </p:spTgt>
                                        </p:tgtEl>
                                        <p:attrNameLst>
                                          <p:attrName>style.visibility</p:attrName>
                                        </p:attrNameLst>
                                      </p:cBhvr>
                                      <p:to>
                                        <p:strVal val="visible"/>
                                      </p:to>
                                    </p:set>
                                    <p:anim calcmode="lin" valueType="num">
                                      <p:cBhvr additive="base">
                                        <p:cTn id="13" dur="500" fill="hold"/>
                                        <p:tgtEl>
                                          <p:spTgt spid="652295">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652295">
                                            <p:txEl>
                                              <p:pRg st="0" end="0"/>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11"/>
                                            </p:cond>
                                          </p:stCondLst>
                                          <p:endCondLst>
                                            <p:cond evt="onStopAudio" delay="0">
                                              <p:tgtEl>
                                                <p:sldTgt/>
                                              </p:tgtEl>
                                            </p:cond>
                                          </p:endCondLst>
                                        </p:cTn>
                                        <p:tgtEl>
                                          <p:sndTgt r:embed="rId2" name="whoosh.wav"/>
                                        </p:tgtEl>
                                      </p:cMediaNode>
                                    </p:audio>
                                  </p:subTnLst>
                                </p:cTn>
                              </p:par>
                            </p:childTnLst>
                          </p:cTn>
                        </p:par>
                        <p:par>
                          <p:cTn id="15" fill="hold" nodeType="afterGroup">
                            <p:stCondLst>
                              <p:cond delay="500"/>
                            </p:stCondLst>
                            <p:childTnLst>
                              <p:par>
                                <p:cTn id="16" presetID="15" presetClass="entr" presetSubtype="0" fill="hold" grpId="0" nodeType="afterEffect">
                                  <p:stCondLst>
                                    <p:cond delay="2000"/>
                                  </p:stCondLst>
                                  <p:childTnLst>
                                    <p:set>
                                      <p:cBhvr>
                                        <p:cTn id="17" dur="1" fill="hold">
                                          <p:stCondLst>
                                            <p:cond delay="0"/>
                                          </p:stCondLst>
                                        </p:cTn>
                                        <p:tgtEl>
                                          <p:spTgt spid="652296"/>
                                        </p:tgtEl>
                                        <p:attrNameLst>
                                          <p:attrName>style.visibility</p:attrName>
                                        </p:attrNameLst>
                                      </p:cBhvr>
                                      <p:to>
                                        <p:strVal val="visible"/>
                                      </p:to>
                                    </p:set>
                                    <p:anim calcmode="lin" valueType="num">
                                      <p:cBhvr>
                                        <p:cTn id="18" dur="1000" fill="hold"/>
                                        <p:tgtEl>
                                          <p:spTgt spid="652296"/>
                                        </p:tgtEl>
                                        <p:attrNameLst>
                                          <p:attrName>ppt_w</p:attrName>
                                        </p:attrNameLst>
                                      </p:cBhvr>
                                      <p:tavLst>
                                        <p:tav tm="0">
                                          <p:val>
                                            <p:fltVal val="0"/>
                                          </p:val>
                                        </p:tav>
                                        <p:tav tm="100000">
                                          <p:val>
                                            <p:strVal val="#ppt_w"/>
                                          </p:val>
                                        </p:tav>
                                      </p:tavLst>
                                    </p:anim>
                                    <p:anim calcmode="lin" valueType="num">
                                      <p:cBhvr>
                                        <p:cTn id="19" dur="1000" fill="hold"/>
                                        <p:tgtEl>
                                          <p:spTgt spid="652296"/>
                                        </p:tgtEl>
                                        <p:attrNameLst>
                                          <p:attrName>ppt_h</p:attrName>
                                        </p:attrNameLst>
                                      </p:cBhvr>
                                      <p:tavLst>
                                        <p:tav tm="0">
                                          <p:val>
                                            <p:fltVal val="0"/>
                                          </p:val>
                                        </p:tav>
                                        <p:tav tm="100000">
                                          <p:val>
                                            <p:strVal val="#ppt_h"/>
                                          </p:val>
                                        </p:tav>
                                      </p:tavLst>
                                    </p:anim>
                                    <p:anim calcmode="lin" valueType="num">
                                      <p:cBhvr>
                                        <p:cTn id="20" dur="1000" fill="hold"/>
                                        <p:tgtEl>
                                          <p:spTgt spid="652296"/>
                                        </p:tgtEl>
                                        <p:attrNameLst>
                                          <p:attrName>ppt_x</p:attrName>
                                        </p:attrNameLst>
                                      </p:cBhvr>
                                      <p:tavLst>
                                        <p:tav tm="0" fmla="#ppt_x+(cos(-2*pi*(1-$))*-#ppt_x-sin(-2*pi*(1-$))*(1-#ppt_y))*(1-$)">
                                          <p:val>
                                            <p:fltVal val="0"/>
                                          </p:val>
                                        </p:tav>
                                        <p:tav tm="100000">
                                          <p:val>
                                            <p:fltVal val="1"/>
                                          </p:val>
                                        </p:tav>
                                      </p:tavLst>
                                    </p:anim>
                                    <p:anim calcmode="lin" valueType="num">
                                      <p:cBhvr>
                                        <p:cTn id="21" dur="1000" fill="hold"/>
                                        <p:tgtEl>
                                          <p:spTgt spid="652296"/>
                                        </p:tgtEl>
                                        <p:attrNameLst>
                                          <p:attrName>ppt_y</p:attrName>
                                        </p:attrNameLst>
                                      </p:cBhvr>
                                      <p:tavLst>
                                        <p:tav tm="0" fmla="#ppt_y+(sin(-2*pi*(1-$))*-#ppt_x+cos(-2*pi*(1-$))*(1-#ppt_y))*(1-$)">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2295" grpId="0" build="p" animBg="1"/>
      <p:bldP spid="652296"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日期占位符 1">
            <a:extLst>
              <a:ext uri="{FF2B5EF4-FFF2-40B4-BE49-F238E27FC236}">
                <a16:creationId xmlns:a16="http://schemas.microsoft.com/office/drawing/2014/main" id="{602210FC-0C6C-496D-A377-FE5B9A757AD3}"/>
              </a:ext>
            </a:extLst>
          </p:cNvPr>
          <p:cNvSpPr>
            <a:spLocks noGrp="1" noChangeArrowheads="1"/>
          </p:cNvSpPr>
          <p:nvPr>
            <p:ph type="dt" sz="quarter" idx="4294967295"/>
          </p:nvPr>
        </p:nvSpPr>
        <p:spPr bwMode="auto">
          <a:xfrm>
            <a:off x="4868863" y="7264400"/>
            <a:ext cx="4419600" cy="45720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defRPr/>
            </a:pPr>
            <a:r>
              <a:rPr lang="en-US" altLang="zh-CN">
                <a:latin typeface="+mn-lt"/>
                <a:ea typeface="+mn-ea"/>
                <a:cs typeface="+mn-ea"/>
                <a:sym typeface="+mn-lt"/>
              </a:rPr>
              <a:t>                    </a:t>
            </a:r>
            <a:fld id="{6F39C6BE-45EE-4D72-A744-59B4E23822C8}" type="datetime10">
              <a:rPr lang="zh-CN" altLang="en-US" smtClean="0">
                <a:latin typeface="+mn-lt"/>
                <a:ea typeface="+mn-ea"/>
                <a:cs typeface="+mn-ea"/>
                <a:sym typeface="+mn-lt"/>
              </a:rPr>
              <a:pPr>
                <a:spcBef>
                  <a:spcPct val="20000"/>
                </a:spcBef>
                <a:defRPr/>
              </a:pPr>
              <a:t>13:30</a:t>
            </a:fld>
            <a:r>
              <a:rPr lang="en-US" altLang="zh-CN">
                <a:latin typeface="+mn-lt"/>
                <a:ea typeface="+mn-ea"/>
                <a:cs typeface="+mn-ea"/>
                <a:sym typeface="+mn-lt"/>
              </a:rPr>
              <a:t>        </a:t>
            </a:r>
          </a:p>
        </p:txBody>
      </p:sp>
      <p:sp>
        <p:nvSpPr>
          <p:cNvPr id="109571" name="Rectangle 5">
            <a:extLst>
              <a:ext uri="{FF2B5EF4-FFF2-40B4-BE49-F238E27FC236}">
                <a16:creationId xmlns:a16="http://schemas.microsoft.com/office/drawing/2014/main" id="{D722B18F-A6E0-41B0-8C59-71462B1B587B}"/>
              </a:ext>
            </a:extLst>
          </p:cNvPr>
          <p:cNvSpPr>
            <a:spLocks noChangeArrowheads="1"/>
          </p:cNvSpPr>
          <p:nvPr/>
        </p:nvSpPr>
        <p:spPr bwMode="auto">
          <a:xfrm>
            <a:off x="-4763" y="981075"/>
            <a:ext cx="3775076" cy="503238"/>
          </a:xfrm>
          <a:prstGeom prst="rect">
            <a:avLst/>
          </a:prstGeom>
          <a:solidFill>
            <a:srgbClr val="9476B6"/>
          </a:solidFill>
          <a:ln>
            <a:noFill/>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r>
              <a:rPr lang="en-US" altLang="zh-CN">
                <a:solidFill>
                  <a:schemeClr val="bg1"/>
                </a:solidFill>
                <a:sym typeface="+mn-lt"/>
              </a:rPr>
              <a:t>【</a:t>
            </a:r>
            <a:r>
              <a:rPr lang="zh-CN" altLang="en-US">
                <a:solidFill>
                  <a:schemeClr val="bg1"/>
                </a:solidFill>
                <a:sym typeface="+mn-lt"/>
              </a:rPr>
              <a:t>算法步骤</a:t>
            </a:r>
            <a:r>
              <a:rPr lang="en-US" altLang="zh-CN">
                <a:solidFill>
                  <a:schemeClr val="bg1"/>
                </a:solidFill>
                <a:sym typeface="+mn-lt"/>
              </a:rPr>
              <a:t>】</a:t>
            </a:r>
          </a:p>
        </p:txBody>
      </p:sp>
      <p:sp>
        <p:nvSpPr>
          <p:cNvPr id="109572" name="Rectangle 7">
            <a:extLst>
              <a:ext uri="{FF2B5EF4-FFF2-40B4-BE49-F238E27FC236}">
                <a16:creationId xmlns:a16="http://schemas.microsoft.com/office/drawing/2014/main" id="{1AE54790-5294-44E0-A49A-2FA419D15DFA}"/>
              </a:ext>
            </a:extLst>
          </p:cNvPr>
          <p:cNvSpPr>
            <a:spLocks noChangeArrowheads="1"/>
          </p:cNvSpPr>
          <p:nvPr/>
        </p:nvSpPr>
        <p:spPr bwMode="auto">
          <a:xfrm>
            <a:off x="949325" y="1697038"/>
            <a:ext cx="2820988" cy="636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找到</a:t>
            </a:r>
            <a:r>
              <a:rPr lang="en-US" altLang="zh-CN">
                <a:sym typeface="+mn-lt"/>
              </a:rPr>
              <a:t>a</a:t>
            </a:r>
            <a:r>
              <a:rPr lang="en-US" altLang="zh-CN" baseline="-30000">
                <a:sym typeface="+mn-lt"/>
              </a:rPr>
              <a:t>i-1</a:t>
            </a:r>
            <a:r>
              <a:rPr lang="zh-CN" altLang="en-US">
                <a:sym typeface="+mn-lt"/>
              </a:rPr>
              <a:t>存储位置</a:t>
            </a:r>
            <a:r>
              <a:rPr lang="en-US" altLang="zh-CN">
                <a:sym typeface="+mn-lt"/>
              </a:rPr>
              <a:t>p</a:t>
            </a:r>
          </a:p>
        </p:txBody>
      </p:sp>
      <p:pic>
        <p:nvPicPr>
          <p:cNvPr id="114693" name="Picture 8">
            <a:extLst>
              <a:ext uri="{FF2B5EF4-FFF2-40B4-BE49-F238E27FC236}">
                <a16:creationId xmlns:a16="http://schemas.microsoft.com/office/drawing/2014/main" id="{E6F08CA1-ACC8-C44C-A339-26B146280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63" y="3932238"/>
            <a:ext cx="9144001" cy="287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6">
            <a:extLst>
              <a:ext uri="{FF2B5EF4-FFF2-40B4-BE49-F238E27FC236}">
                <a16:creationId xmlns:a16="http://schemas.microsoft.com/office/drawing/2014/main" id="{5153878F-DE8E-47F5-9976-644B809BE061}"/>
              </a:ext>
            </a:extLst>
          </p:cNvPr>
          <p:cNvSpPr>
            <a:spLocks noChangeArrowheads="1"/>
          </p:cNvSpPr>
          <p:nvPr/>
        </p:nvSpPr>
        <p:spPr bwMode="auto">
          <a:xfrm>
            <a:off x="935038" y="201613"/>
            <a:ext cx="50768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线性表的重要基本操作</a:t>
            </a:r>
          </a:p>
        </p:txBody>
      </p:sp>
      <p:grpSp>
        <p:nvGrpSpPr>
          <p:cNvPr id="114695" name="组合 6">
            <a:extLst>
              <a:ext uri="{FF2B5EF4-FFF2-40B4-BE49-F238E27FC236}">
                <a16:creationId xmlns:a16="http://schemas.microsoft.com/office/drawing/2014/main" id="{D41871FD-FF8E-DD49-B2F8-89640EF3FA89}"/>
              </a:ext>
            </a:extLst>
          </p:cNvPr>
          <p:cNvGrpSpPr>
            <a:grpSpLocks/>
          </p:cNvGrpSpPr>
          <p:nvPr/>
        </p:nvGrpSpPr>
        <p:grpSpPr bwMode="auto">
          <a:xfrm>
            <a:off x="211138" y="1706563"/>
            <a:ext cx="579437" cy="627062"/>
            <a:chOff x="6242320" y="1105727"/>
            <a:chExt cx="579005" cy="626656"/>
          </a:xfrm>
        </p:grpSpPr>
        <p:sp>
          <p:nvSpPr>
            <p:cNvPr id="114711" name="TextBox 6">
              <a:extLst>
                <a:ext uri="{FF2B5EF4-FFF2-40B4-BE49-F238E27FC236}">
                  <a16:creationId xmlns:a16="http://schemas.microsoft.com/office/drawing/2014/main" id="{9BD0EA31-9051-E843-8D8E-87958BF08C08}"/>
                </a:ext>
              </a:extLst>
            </p:cNvPr>
            <p:cNvSpPr txBox="1">
              <a:spLocks noChangeArrowheads="1"/>
            </p:cNvSpPr>
            <p:nvPr/>
          </p:nvSpPr>
          <p:spPr bwMode="auto">
            <a:xfrm>
              <a:off x="6327224" y="1105727"/>
              <a:ext cx="4484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3200">
                  <a:solidFill>
                    <a:srgbClr val="FFB850"/>
                  </a:solidFill>
                  <a:latin typeface="Impact" panose="020B0806030902050204" pitchFamily="34" charset="0"/>
                </a:rPr>
                <a:t>01</a:t>
              </a:r>
              <a:endParaRPr lang="zh-CN" altLang="en-US" sz="3200">
                <a:solidFill>
                  <a:srgbClr val="FFB850"/>
                </a:solidFill>
                <a:latin typeface="微软雅黑" panose="020B0503020204020204" pitchFamily="34" charset="-122"/>
              </a:endParaRPr>
            </a:p>
          </p:txBody>
        </p:sp>
        <p:sp>
          <p:nvSpPr>
            <p:cNvPr id="114712" name="文本框 8">
              <a:extLst>
                <a:ext uri="{FF2B5EF4-FFF2-40B4-BE49-F238E27FC236}">
                  <a16:creationId xmlns:a16="http://schemas.microsoft.com/office/drawing/2014/main" id="{DCBD328F-8110-BD44-BD62-E631E4581832}"/>
                </a:ext>
              </a:extLst>
            </p:cNvPr>
            <p:cNvSpPr txBox="1">
              <a:spLocks noChangeArrowheads="1"/>
            </p:cNvSpPr>
            <p:nvPr/>
          </p:nvSpPr>
          <p:spPr bwMode="auto">
            <a:xfrm>
              <a:off x="6242320" y="1516939"/>
              <a:ext cx="57900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800" b="1">
                  <a:solidFill>
                    <a:srgbClr val="818181"/>
                  </a:solidFill>
                  <a:latin typeface="Leelawadee" panose="020B0502040204020203" pitchFamily="34" charset="-34"/>
                  <a:ea typeface="仿宋_GB2312" pitchFamily="49" charset="-122"/>
                  <a:cs typeface="Leelawadee" panose="020B0502040204020203" pitchFamily="34" charset="-34"/>
                </a:rPr>
                <a:t>OPTION</a:t>
              </a:r>
              <a:endParaRPr lang="zh-CN" altLang="en-US" sz="800" b="1">
                <a:solidFill>
                  <a:srgbClr val="818181"/>
                </a:solidFill>
                <a:latin typeface="Leelawadee" panose="020B0502040204020203" pitchFamily="34" charset="-34"/>
                <a:ea typeface="仿宋_GB2312" pitchFamily="49" charset="-122"/>
                <a:cs typeface="Leelawadee" panose="020B0502040204020203" pitchFamily="34" charset="-34"/>
              </a:endParaRPr>
            </a:p>
          </p:txBody>
        </p:sp>
      </p:grpSp>
      <p:grpSp>
        <p:nvGrpSpPr>
          <p:cNvPr id="114696" name="组合 9">
            <a:extLst>
              <a:ext uri="{FF2B5EF4-FFF2-40B4-BE49-F238E27FC236}">
                <a16:creationId xmlns:a16="http://schemas.microsoft.com/office/drawing/2014/main" id="{EDBC2856-D667-8342-B996-FBAD77AA0FD0}"/>
              </a:ext>
            </a:extLst>
          </p:cNvPr>
          <p:cNvGrpSpPr>
            <a:grpSpLocks/>
          </p:cNvGrpSpPr>
          <p:nvPr/>
        </p:nvGrpSpPr>
        <p:grpSpPr bwMode="auto">
          <a:xfrm>
            <a:off x="211138" y="2393950"/>
            <a:ext cx="579437" cy="631825"/>
            <a:chOff x="6242320" y="2373233"/>
            <a:chExt cx="579005" cy="631762"/>
          </a:xfrm>
        </p:grpSpPr>
        <p:sp>
          <p:nvSpPr>
            <p:cNvPr id="114709" name="TextBox 6">
              <a:extLst>
                <a:ext uri="{FF2B5EF4-FFF2-40B4-BE49-F238E27FC236}">
                  <a16:creationId xmlns:a16="http://schemas.microsoft.com/office/drawing/2014/main" id="{A6D9424A-80F1-E243-B6F8-3B117FDFE6E3}"/>
                </a:ext>
              </a:extLst>
            </p:cNvPr>
            <p:cNvSpPr txBox="1">
              <a:spLocks noChangeArrowheads="1"/>
            </p:cNvSpPr>
            <p:nvPr/>
          </p:nvSpPr>
          <p:spPr bwMode="auto">
            <a:xfrm>
              <a:off x="6327224" y="2373233"/>
              <a:ext cx="4484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3200">
                  <a:solidFill>
                    <a:srgbClr val="01ACBE"/>
                  </a:solidFill>
                  <a:latin typeface="Impact" panose="020B0806030902050204" pitchFamily="34" charset="0"/>
                </a:rPr>
                <a:t>02</a:t>
              </a:r>
              <a:endParaRPr lang="zh-CN" altLang="en-US" sz="3200">
                <a:solidFill>
                  <a:srgbClr val="01ACBE"/>
                </a:solidFill>
                <a:latin typeface="微软雅黑" panose="020B0503020204020204" pitchFamily="34" charset="-122"/>
              </a:endParaRPr>
            </a:p>
          </p:txBody>
        </p:sp>
        <p:sp>
          <p:nvSpPr>
            <p:cNvPr id="114710" name="文本框 11">
              <a:extLst>
                <a:ext uri="{FF2B5EF4-FFF2-40B4-BE49-F238E27FC236}">
                  <a16:creationId xmlns:a16="http://schemas.microsoft.com/office/drawing/2014/main" id="{24603F10-353B-F644-B46A-2C3DBC7EED53}"/>
                </a:ext>
              </a:extLst>
            </p:cNvPr>
            <p:cNvSpPr txBox="1">
              <a:spLocks noChangeArrowheads="1"/>
            </p:cNvSpPr>
            <p:nvPr/>
          </p:nvSpPr>
          <p:spPr bwMode="auto">
            <a:xfrm>
              <a:off x="6242320" y="2789551"/>
              <a:ext cx="57900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800" b="1">
                  <a:solidFill>
                    <a:srgbClr val="818181"/>
                  </a:solidFill>
                  <a:latin typeface="Leelawadee" panose="020B0502040204020203" pitchFamily="34" charset="-34"/>
                  <a:ea typeface="仿宋_GB2312" pitchFamily="49" charset="-122"/>
                  <a:cs typeface="Leelawadee" panose="020B0502040204020203" pitchFamily="34" charset="-34"/>
                </a:rPr>
                <a:t>OPTION</a:t>
              </a:r>
              <a:endParaRPr lang="zh-CN" altLang="en-US" sz="800" b="1">
                <a:solidFill>
                  <a:srgbClr val="818181"/>
                </a:solidFill>
                <a:latin typeface="Leelawadee" panose="020B0502040204020203" pitchFamily="34" charset="-34"/>
                <a:ea typeface="仿宋_GB2312" pitchFamily="49" charset="-122"/>
                <a:cs typeface="Leelawadee" panose="020B0502040204020203" pitchFamily="34" charset="-34"/>
              </a:endParaRPr>
            </a:p>
          </p:txBody>
        </p:sp>
      </p:grpSp>
      <p:grpSp>
        <p:nvGrpSpPr>
          <p:cNvPr id="114697" name="组合 12">
            <a:extLst>
              <a:ext uri="{FF2B5EF4-FFF2-40B4-BE49-F238E27FC236}">
                <a16:creationId xmlns:a16="http://schemas.microsoft.com/office/drawing/2014/main" id="{B76A2C09-AC31-C74D-8AF3-658459706969}"/>
              </a:ext>
            </a:extLst>
          </p:cNvPr>
          <p:cNvGrpSpPr>
            <a:grpSpLocks/>
          </p:cNvGrpSpPr>
          <p:nvPr/>
        </p:nvGrpSpPr>
        <p:grpSpPr bwMode="auto">
          <a:xfrm>
            <a:off x="211138" y="3078163"/>
            <a:ext cx="579437" cy="625475"/>
            <a:chOff x="6242320" y="1105727"/>
            <a:chExt cx="579005" cy="626656"/>
          </a:xfrm>
        </p:grpSpPr>
        <p:sp>
          <p:nvSpPr>
            <p:cNvPr id="114707" name="TextBox 6">
              <a:extLst>
                <a:ext uri="{FF2B5EF4-FFF2-40B4-BE49-F238E27FC236}">
                  <a16:creationId xmlns:a16="http://schemas.microsoft.com/office/drawing/2014/main" id="{4E60ADF8-BB36-E041-ACD9-60E611428959}"/>
                </a:ext>
              </a:extLst>
            </p:cNvPr>
            <p:cNvSpPr txBox="1">
              <a:spLocks noChangeArrowheads="1"/>
            </p:cNvSpPr>
            <p:nvPr/>
          </p:nvSpPr>
          <p:spPr bwMode="auto">
            <a:xfrm>
              <a:off x="6327224" y="1105727"/>
              <a:ext cx="4484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3200">
                  <a:solidFill>
                    <a:srgbClr val="FFB850"/>
                  </a:solidFill>
                  <a:latin typeface="Impact" panose="020B0806030902050204" pitchFamily="34" charset="0"/>
                </a:rPr>
                <a:t>03</a:t>
              </a:r>
              <a:endParaRPr lang="zh-CN" altLang="en-US" sz="3200">
                <a:solidFill>
                  <a:srgbClr val="FFB850"/>
                </a:solidFill>
                <a:latin typeface="微软雅黑" panose="020B0503020204020204" pitchFamily="34" charset="-122"/>
              </a:endParaRPr>
            </a:p>
          </p:txBody>
        </p:sp>
        <p:sp>
          <p:nvSpPr>
            <p:cNvPr id="114708" name="文本框 14">
              <a:extLst>
                <a:ext uri="{FF2B5EF4-FFF2-40B4-BE49-F238E27FC236}">
                  <a16:creationId xmlns:a16="http://schemas.microsoft.com/office/drawing/2014/main" id="{9EA41B0C-F058-A142-86B9-17EBA599C1D7}"/>
                </a:ext>
              </a:extLst>
            </p:cNvPr>
            <p:cNvSpPr txBox="1">
              <a:spLocks noChangeArrowheads="1"/>
            </p:cNvSpPr>
            <p:nvPr/>
          </p:nvSpPr>
          <p:spPr bwMode="auto">
            <a:xfrm>
              <a:off x="6242320" y="1516939"/>
              <a:ext cx="57900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800" b="1">
                  <a:solidFill>
                    <a:srgbClr val="818181"/>
                  </a:solidFill>
                  <a:latin typeface="Leelawadee" panose="020B0502040204020203" pitchFamily="34" charset="-34"/>
                  <a:ea typeface="仿宋_GB2312" pitchFamily="49" charset="-122"/>
                  <a:cs typeface="Leelawadee" panose="020B0502040204020203" pitchFamily="34" charset="-34"/>
                </a:rPr>
                <a:t>OPTION</a:t>
              </a:r>
              <a:endParaRPr lang="zh-CN" altLang="en-US" sz="800" b="1">
                <a:solidFill>
                  <a:srgbClr val="818181"/>
                </a:solidFill>
                <a:latin typeface="Leelawadee" panose="020B0502040204020203" pitchFamily="34" charset="-34"/>
                <a:ea typeface="仿宋_GB2312" pitchFamily="49" charset="-122"/>
                <a:cs typeface="Leelawadee" panose="020B0502040204020203" pitchFamily="34" charset="-34"/>
              </a:endParaRPr>
            </a:p>
          </p:txBody>
        </p:sp>
      </p:grpSp>
      <p:sp>
        <p:nvSpPr>
          <p:cNvPr id="16" name="Rectangle 7">
            <a:extLst>
              <a:ext uri="{FF2B5EF4-FFF2-40B4-BE49-F238E27FC236}">
                <a16:creationId xmlns:a16="http://schemas.microsoft.com/office/drawing/2014/main" id="{F4D5A1D8-F1DE-4F46-BC73-B54DAFEB0CC0}"/>
              </a:ext>
            </a:extLst>
          </p:cNvPr>
          <p:cNvSpPr>
            <a:spLocks noChangeArrowheads="1"/>
          </p:cNvSpPr>
          <p:nvPr/>
        </p:nvSpPr>
        <p:spPr bwMode="auto">
          <a:xfrm>
            <a:off x="5580063" y="1657350"/>
            <a:ext cx="3349625" cy="220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新结点*</a:t>
            </a:r>
            <a:r>
              <a:rPr lang="en-US" altLang="zh-CN">
                <a:sym typeface="+mn-lt"/>
              </a:rPr>
              <a:t>s</a:t>
            </a:r>
            <a:r>
              <a:rPr lang="zh-CN" altLang="en-US">
                <a:sym typeface="+mn-lt"/>
              </a:rPr>
              <a:t>的指针域指向结点</a:t>
            </a:r>
            <a:r>
              <a:rPr lang="en-US" altLang="zh-CN">
                <a:sym typeface="+mn-lt"/>
              </a:rPr>
              <a:t>a</a:t>
            </a:r>
            <a:r>
              <a:rPr lang="en-US" altLang="zh-CN" baseline="-30000">
                <a:sym typeface="+mn-lt"/>
              </a:rPr>
              <a:t>i</a:t>
            </a:r>
            <a:endParaRPr lang="en-US" altLang="zh-CN">
              <a:sym typeface="+mn-lt"/>
            </a:endParaRPr>
          </a:p>
          <a:p>
            <a:pPr>
              <a:spcBef>
                <a:spcPct val="20000"/>
              </a:spcBef>
            </a:pPr>
            <a:r>
              <a:rPr lang="zh-CN" altLang="en-US">
                <a:sym typeface="+mn-lt"/>
              </a:rPr>
              <a:t>令结点*</a:t>
            </a:r>
            <a:r>
              <a:rPr lang="en-US" altLang="zh-CN">
                <a:sym typeface="+mn-lt"/>
              </a:rPr>
              <a:t>p</a:t>
            </a:r>
            <a:r>
              <a:rPr lang="zh-CN" altLang="en-US">
                <a:sym typeface="+mn-lt"/>
              </a:rPr>
              <a:t>的指针域指向新结点*</a:t>
            </a:r>
            <a:r>
              <a:rPr lang="en-US" altLang="zh-CN">
                <a:sym typeface="+mn-lt"/>
              </a:rPr>
              <a:t>s</a:t>
            </a:r>
          </a:p>
        </p:txBody>
      </p:sp>
      <p:sp>
        <p:nvSpPr>
          <p:cNvPr id="17" name="Rectangle 7">
            <a:extLst>
              <a:ext uri="{FF2B5EF4-FFF2-40B4-BE49-F238E27FC236}">
                <a16:creationId xmlns:a16="http://schemas.microsoft.com/office/drawing/2014/main" id="{368F86BA-4243-4ABF-8D56-C183C3113A12}"/>
              </a:ext>
            </a:extLst>
          </p:cNvPr>
          <p:cNvSpPr>
            <a:spLocks noChangeArrowheads="1"/>
          </p:cNvSpPr>
          <p:nvPr/>
        </p:nvSpPr>
        <p:spPr bwMode="auto">
          <a:xfrm>
            <a:off x="982663" y="3043238"/>
            <a:ext cx="3919537" cy="585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将新结点*</a:t>
            </a:r>
            <a:r>
              <a:rPr lang="en-US" altLang="zh-CN">
                <a:sym typeface="+mn-lt"/>
              </a:rPr>
              <a:t>s</a:t>
            </a:r>
            <a:r>
              <a:rPr lang="zh-CN" altLang="en-US">
                <a:sym typeface="+mn-lt"/>
              </a:rPr>
              <a:t>的数据域置为</a:t>
            </a:r>
            <a:r>
              <a:rPr lang="en-US" altLang="zh-CN">
                <a:sym typeface="+mn-lt"/>
              </a:rPr>
              <a:t>x</a:t>
            </a:r>
          </a:p>
        </p:txBody>
      </p:sp>
      <p:sp>
        <p:nvSpPr>
          <p:cNvPr id="18" name="Rectangle 7">
            <a:extLst>
              <a:ext uri="{FF2B5EF4-FFF2-40B4-BE49-F238E27FC236}">
                <a16:creationId xmlns:a16="http://schemas.microsoft.com/office/drawing/2014/main" id="{10C11E17-CFAB-42BF-8603-B8176FA18F82}"/>
              </a:ext>
            </a:extLst>
          </p:cNvPr>
          <p:cNvSpPr>
            <a:spLocks noChangeArrowheads="1"/>
          </p:cNvSpPr>
          <p:nvPr/>
        </p:nvSpPr>
        <p:spPr bwMode="auto">
          <a:xfrm>
            <a:off x="982663" y="2319338"/>
            <a:ext cx="2774950" cy="617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生成一个新结点*</a:t>
            </a:r>
            <a:r>
              <a:rPr lang="en-US" altLang="zh-CN">
                <a:sym typeface="+mn-lt"/>
              </a:rPr>
              <a:t>s</a:t>
            </a:r>
          </a:p>
        </p:txBody>
      </p:sp>
      <p:grpSp>
        <p:nvGrpSpPr>
          <p:cNvPr id="114701" name="组合 18">
            <a:extLst>
              <a:ext uri="{FF2B5EF4-FFF2-40B4-BE49-F238E27FC236}">
                <a16:creationId xmlns:a16="http://schemas.microsoft.com/office/drawing/2014/main" id="{D1A8EDFF-5248-4A45-A0D2-21EF4A1CE066}"/>
              </a:ext>
            </a:extLst>
          </p:cNvPr>
          <p:cNvGrpSpPr>
            <a:grpSpLocks/>
          </p:cNvGrpSpPr>
          <p:nvPr/>
        </p:nvGrpSpPr>
        <p:grpSpPr bwMode="auto">
          <a:xfrm>
            <a:off x="4929188" y="1716088"/>
            <a:ext cx="579437" cy="625475"/>
            <a:chOff x="6242320" y="1105727"/>
            <a:chExt cx="579005" cy="626656"/>
          </a:xfrm>
        </p:grpSpPr>
        <p:sp>
          <p:nvSpPr>
            <p:cNvPr id="114705" name="TextBox 6">
              <a:extLst>
                <a:ext uri="{FF2B5EF4-FFF2-40B4-BE49-F238E27FC236}">
                  <a16:creationId xmlns:a16="http://schemas.microsoft.com/office/drawing/2014/main" id="{5136C8B6-1B2B-1944-B95A-DE634CDA937A}"/>
                </a:ext>
              </a:extLst>
            </p:cNvPr>
            <p:cNvSpPr txBox="1">
              <a:spLocks noChangeArrowheads="1"/>
            </p:cNvSpPr>
            <p:nvPr/>
          </p:nvSpPr>
          <p:spPr bwMode="auto">
            <a:xfrm>
              <a:off x="6327224" y="1105727"/>
              <a:ext cx="4484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3200">
                  <a:solidFill>
                    <a:srgbClr val="FFB850"/>
                  </a:solidFill>
                  <a:latin typeface="Impact" panose="020B0806030902050204" pitchFamily="34" charset="0"/>
                </a:rPr>
                <a:t>04</a:t>
              </a:r>
              <a:endParaRPr lang="zh-CN" altLang="en-US" sz="3200">
                <a:solidFill>
                  <a:srgbClr val="FFB850"/>
                </a:solidFill>
                <a:latin typeface="微软雅黑" panose="020B0503020204020204" pitchFamily="34" charset="-122"/>
              </a:endParaRPr>
            </a:p>
          </p:txBody>
        </p:sp>
        <p:sp>
          <p:nvSpPr>
            <p:cNvPr id="114706" name="文本框 20">
              <a:extLst>
                <a:ext uri="{FF2B5EF4-FFF2-40B4-BE49-F238E27FC236}">
                  <a16:creationId xmlns:a16="http://schemas.microsoft.com/office/drawing/2014/main" id="{985E4B33-5468-C04B-B42C-FCBA11F0524B}"/>
                </a:ext>
              </a:extLst>
            </p:cNvPr>
            <p:cNvSpPr txBox="1">
              <a:spLocks noChangeArrowheads="1"/>
            </p:cNvSpPr>
            <p:nvPr/>
          </p:nvSpPr>
          <p:spPr bwMode="auto">
            <a:xfrm>
              <a:off x="6242320" y="1516939"/>
              <a:ext cx="57900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800" b="1">
                  <a:solidFill>
                    <a:srgbClr val="818181"/>
                  </a:solidFill>
                  <a:latin typeface="Leelawadee" panose="020B0502040204020203" pitchFamily="34" charset="-34"/>
                  <a:ea typeface="仿宋_GB2312" pitchFamily="49" charset="-122"/>
                  <a:cs typeface="Leelawadee" panose="020B0502040204020203" pitchFamily="34" charset="-34"/>
                </a:rPr>
                <a:t>OPTION</a:t>
              </a:r>
              <a:endParaRPr lang="zh-CN" altLang="en-US" sz="800" b="1">
                <a:solidFill>
                  <a:srgbClr val="818181"/>
                </a:solidFill>
                <a:latin typeface="Leelawadee" panose="020B0502040204020203" pitchFamily="34" charset="-34"/>
                <a:ea typeface="仿宋_GB2312" pitchFamily="49" charset="-122"/>
                <a:cs typeface="Leelawadee" panose="020B0502040204020203" pitchFamily="34" charset="-34"/>
              </a:endParaRPr>
            </a:p>
          </p:txBody>
        </p:sp>
      </p:grpSp>
      <p:grpSp>
        <p:nvGrpSpPr>
          <p:cNvPr id="114702" name="组合 21">
            <a:extLst>
              <a:ext uri="{FF2B5EF4-FFF2-40B4-BE49-F238E27FC236}">
                <a16:creationId xmlns:a16="http://schemas.microsoft.com/office/drawing/2014/main" id="{2F0766B0-0499-1043-BD89-1B6B3CFD82BB}"/>
              </a:ext>
            </a:extLst>
          </p:cNvPr>
          <p:cNvGrpSpPr>
            <a:grpSpLocks/>
          </p:cNvGrpSpPr>
          <p:nvPr/>
        </p:nvGrpSpPr>
        <p:grpSpPr bwMode="auto">
          <a:xfrm>
            <a:off x="4929188" y="2801938"/>
            <a:ext cx="579437" cy="631825"/>
            <a:chOff x="6242320" y="2373233"/>
            <a:chExt cx="579005" cy="631762"/>
          </a:xfrm>
        </p:grpSpPr>
        <p:sp>
          <p:nvSpPr>
            <p:cNvPr id="114703" name="TextBox 6">
              <a:extLst>
                <a:ext uri="{FF2B5EF4-FFF2-40B4-BE49-F238E27FC236}">
                  <a16:creationId xmlns:a16="http://schemas.microsoft.com/office/drawing/2014/main" id="{11D4F70C-F663-6543-B568-5E9F4817103F}"/>
                </a:ext>
              </a:extLst>
            </p:cNvPr>
            <p:cNvSpPr txBox="1">
              <a:spLocks noChangeArrowheads="1"/>
            </p:cNvSpPr>
            <p:nvPr/>
          </p:nvSpPr>
          <p:spPr bwMode="auto">
            <a:xfrm>
              <a:off x="6327224" y="2373233"/>
              <a:ext cx="4484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3200">
                  <a:solidFill>
                    <a:srgbClr val="01ACBE"/>
                  </a:solidFill>
                  <a:latin typeface="Impact" panose="020B0806030902050204" pitchFamily="34" charset="0"/>
                </a:rPr>
                <a:t>05</a:t>
              </a:r>
              <a:endParaRPr lang="zh-CN" altLang="en-US" sz="3200">
                <a:solidFill>
                  <a:srgbClr val="01ACBE"/>
                </a:solidFill>
                <a:latin typeface="微软雅黑" panose="020B0503020204020204" pitchFamily="34" charset="-122"/>
              </a:endParaRPr>
            </a:p>
          </p:txBody>
        </p:sp>
        <p:sp>
          <p:nvSpPr>
            <p:cNvPr id="114704" name="文本框 23">
              <a:extLst>
                <a:ext uri="{FF2B5EF4-FFF2-40B4-BE49-F238E27FC236}">
                  <a16:creationId xmlns:a16="http://schemas.microsoft.com/office/drawing/2014/main" id="{37B4B4AF-4B3A-754D-8941-C75C432B016E}"/>
                </a:ext>
              </a:extLst>
            </p:cNvPr>
            <p:cNvSpPr txBox="1">
              <a:spLocks noChangeArrowheads="1"/>
            </p:cNvSpPr>
            <p:nvPr/>
          </p:nvSpPr>
          <p:spPr bwMode="auto">
            <a:xfrm>
              <a:off x="6242320" y="2789551"/>
              <a:ext cx="57900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800" b="1">
                  <a:solidFill>
                    <a:srgbClr val="818181"/>
                  </a:solidFill>
                  <a:latin typeface="Leelawadee" panose="020B0502040204020203" pitchFamily="34" charset="-34"/>
                  <a:ea typeface="仿宋_GB2312" pitchFamily="49" charset="-122"/>
                  <a:cs typeface="Leelawadee" panose="020B0502040204020203" pitchFamily="34" charset="-34"/>
                </a:rPr>
                <a:t>OPTION</a:t>
              </a:r>
              <a:endParaRPr lang="zh-CN" altLang="en-US" sz="800" b="1">
                <a:solidFill>
                  <a:srgbClr val="818181"/>
                </a:solidFill>
                <a:latin typeface="Leelawadee" panose="020B0502040204020203" pitchFamily="34" charset="-34"/>
                <a:ea typeface="仿宋_GB2312" pitchFamily="49" charset="-122"/>
                <a:cs typeface="Leelawadee" panose="020B0502040204020203" pitchFamily="34" charset="-34"/>
              </a:endParaRPr>
            </a:p>
          </p:txBody>
        </p:sp>
      </p:gr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矩形 4">
            <a:extLst>
              <a:ext uri="{FF2B5EF4-FFF2-40B4-BE49-F238E27FC236}">
                <a16:creationId xmlns:a16="http://schemas.microsoft.com/office/drawing/2014/main" id="{49C0DF3F-E8FE-1E46-BF0C-F26E523E30B4}"/>
              </a:ext>
            </a:extLst>
          </p:cNvPr>
          <p:cNvSpPr>
            <a:spLocks noChangeArrowheads="1"/>
          </p:cNvSpPr>
          <p:nvPr/>
        </p:nvSpPr>
        <p:spPr bwMode="auto">
          <a:xfrm>
            <a:off x="0" y="1685925"/>
            <a:ext cx="9144000" cy="5043488"/>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10594" name="Rectangle 4">
            <a:extLst>
              <a:ext uri="{FF2B5EF4-FFF2-40B4-BE49-F238E27FC236}">
                <a16:creationId xmlns:a16="http://schemas.microsoft.com/office/drawing/2014/main" id="{2440014F-24C0-4F4B-84EF-B131BB2151A8}"/>
              </a:ext>
            </a:extLst>
          </p:cNvPr>
          <p:cNvSpPr>
            <a:spLocks noChangeArrowheads="1"/>
          </p:cNvSpPr>
          <p:nvPr/>
        </p:nvSpPr>
        <p:spPr bwMode="auto">
          <a:xfrm>
            <a:off x="107950" y="1725613"/>
            <a:ext cx="8839200" cy="5041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a:solidFill>
                  <a:schemeClr val="hlink"/>
                </a:solidFill>
                <a:sym typeface="+mn-lt"/>
              </a:rPr>
              <a:t>//</a:t>
            </a:r>
            <a:r>
              <a:rPr lang="zh-CN" altLang="en-US">
                <a:solidFill>
                  <a:schemeClr val="hlink"/>
                </a:solidFill>
                <a:sym typeface="+mn-lt"/>
              </a:rPr>
              <a:t>在</a:t>
            </a:r>
            <a:r>
              <a:rPr lang="en-US" altLang="zh-CN">
                <a:solidFill>
                  <a:schemeClr val="hlink"/>
                </a:solidFill>
                <a:sym typeface="+mn-lt"/>
              </a:rPr>
              <a:t>L</a:t>
            </a:r>
            <a:r>
              <a:rPr lang="zh-CN" altLang="en-US">
                <a:solidFill>
                  <a:schemeClr val="hlink"/>
                </a:solidFill>
                <a:sym typeface="+mn-lt"/>
              </a:rPr>
              <a:t>中第</a:t>
            </a:r>
            <a:r>
              <a:rPr lang="en-US" altLang="zh-CN">
                <a:solidFill>
                  <a:schemeClr val="hlink"/>
                </a:solidFill>
                <a:sym typeface="+mn-lt"/>
              </a:rPr>
              <a:t>i</a:t>
            </a:r>
            <a:r>
              <a:rPr lang="zh-CN" altLang="en-US">
                <a:solidFill>
                  <a:schemeClr val="hlink"/>
                </a:solidFill>
                <a:sym typeface="+mn-lt"/>
              </a:rPr>
              <a:t>个元素之前插入数据元素</a:t>
            </a:r>
            <a:r>
              <a:rPr lang="en-US" altLang="zh-CN">
                <a:solidFill>
                  <a:schemeClr val="hlink"/>
                </a:solidFill>
                <a:sym typeface="+mn-lt"/>
              </a:rPr>
              <a:t>e</a:t>
            </a:r>
            <a:r>
              <a:rPr lang="en-US" altLang="zh-CN">
                <a:solidFill>
                  <a:srgbClr val="FF0000"/>
                </a:solidFill>
                <a:sym typeface="+mn-lt"/>
              </a:rPr>
              <a:t> </a:t>
            </a:r>
          </a:p>
          <a:p>
            <a:pPr>
              <a:lnSpc>
                <a:spcPct val="100000"/>
              </a:lnSpc>
              <a:spcBef>
                <a:spcPct val="20000"/>
              </a:spcBef>
            </a:pPr>
            <a:r>
              <a:rPr lang="en-US" altLang="zh-CN">
                <a:sym typeface="+mn-lt"/>
              </a:rPr>
              <a:t>Status ListInsert_L(LinkList &amp;L,int i,ElemType e){ </a:t>
            </a:r>
          </a:p>
          <a:p>
            <a:pPr>
              <a:lnSpc>
                <a:spcPct val="100000"/>
              </a:lnSpc>
              <a:spcBef>
                <a:spcPct val="20000"/>
              </a:spcBef>
            </a:pPr>
            <a:r>
              <a:rPr lang="en-US" altLang="zh-CN">
                <a:sym typeface="+mn-lt"/>
              </a:rPr>
              <a:t>     p=L;j=0; </a:t>
            </a:r>
          </a:p>
          <a:p>
            <a:pPr>
              <a:lnSpc>
                <a:spcPct val="100000"/>
              </a:lnSpc>
              <a:spcBef>
                <a:spcPct val="20000"/>
              </a:spcBef>
            </a:pPr>
            <a:r>
              <a:rPr lang="en-US" altLang="zh-CN">
                <a:sym typeface="+mn-lt"/>
              </a:rPr>
              <a:t>      </a:t>
            </a:r>
            <a:r>
              <a:rPr lang="en-US" altLang="zh-CN">
                <a:solidFill>
                  <a:srgbClr val="FF0000"/>
                </a:solidFill>
                <a:sym typeface="+mn-lt"/>
              </a:rPr>
              <a:t>while(p&amp;&amp;j&lt;i−1){p=p-&gt;next;++j;}</a:t>
            </a:r>
            <a:r>
              <a:rPr lang="en-US" altLang="zh-CN">
                <a:sym typeface="+mn-lt"/>
              </a:rPr>
              <a:t>	//</a:t>
            </a:r>
            <a:r>
              <a:rPr lang="zh-CN" altLang="en-US">
                <a:sym typeface="+mn-lt"/>
              </a:rPr>
              <a:t>寻找第</a:t>
            </a:r>
            <a:r>
              <a:rPr lang="en-US" altLang="zh-CN">
                <a:sym typeface="+mn-lt"/>
              </a:rPr>
              <a:t>i−1</a:t>
            </a:r>
            <a:r>
              <a:rPr lang="zh-CN" altLang="en-US">
                <a:sym typeface="+mn-lt"/>
              </a:rPr>
              <a:t>个结点 </a:t>
            </a:r>
          </a:p>
          <a:p>
            <a:pPr>
              <a:lnSpc>
                <a:spcPct val="100000"/>
              </a:lnSpc>
              <a:spcBef>
                <a:spcPct val="20000"/>
              </a:spcBef>
            </a:pPr>
            <a:r>
              <a:rPr lang="zh-CN" altLang="en-US">
                <a:sym typeface="+mn-lt"/>
              </a:rPr>
              <a:t>      </a:t>
            </a:r>
            <a:r>
              <a:rPr lang="en-US" altLang="zh-CN">
                <a:sym typeface="+mn-lt"/>
              </a:rPr>
              <a:t>if(!p||j&gt;i−1)return ERROR;	//i</a:t>
            </a:r>
            <a:r>
              <a:rPr lang="zh-CN" altLang="en-US">
                <a:sym typeface="+mn-lt"/>
              </a:rPr>
              <a:t>大于表长 </a:t>
            </a:r>
            <a:r>
              <a:rPr lang="en-US" altLang="zh-CN">
                <a:sym typeface="+mn-lt"/>
              </a:rPr>
              <a:t>+ 1</a:t>
            </a:r>
            <a:r>
              <a:rPr lang="zh-CN" altLang="en-US">
                <a:sym typeface="+mn-lt"/>
              </a:rPr>
              <a:t>或者小于</a:t>
            </a:r>
            <a:r>
              <a:rPr lang="en-US" altLang="zh-CN">
                <a:sym typeface="+mn-lt"/>
              </a:rPr>
              <a:t>1  </a:t>
            </a:r>
          </a:p>
          <a:p>
            <a:pPr>
              <a:lnSpc>
                <a:spcPct val="100000"/>
              </a:lnSpc>
              <a:spcBef>
                <a:spcPct val="20000"/>
              </a:spcBef>
            </a:pPr>
            <a:r>
              <a:rPr lang="en-US" altLang="zh-CN">
                <a:sym typeface="+mn-lt"/>
              </a:rPr>
              <a:t>      s=new LNode;			//</a:t>
            </a:r>
            <a:r>
              <a:rPr lang="zh-CN" altLang="en-US">
                <a:sym typeface="+mn-lt"/>
              </a:rPr>
              <a:t>生成新结点</a:t>
            </a:r>
            <a:r>
              <a:rPr lang="en-US" altLang="zh-CN">
                <a:sym typeface="+mn-lt"/>
              </a:rPr>
              <a:t>s </a:t>
            </a:r>
          </a:p>
          <a:p>
            <a:pPr>
              <a:lnSpc>
                <a:spcPct val="100000"/>
              </a:lnSpc>
              <a:spcBef>
                <a:spcPct val="20000"/>
              </a:spcBef>
            </a:pPr>
            <a:r>
              <a:rPr lang="en-US" altLang="zh-CN">
                <a:sym typeface="+mn-lt"/>
              </a:rPr>
              <a:t>      s-&gt;data=e;      		           //</a:t>
            </a:r>
            <a:r>
              <a:rPr lang="zh-CN" altLang="en-US">
                <a:sym typeface="+mn-lt"/>
              </a:rPr>
              <a:t>将结点</a:t>
            </a:r>
            <a:r>
              <a:rPr lang="en-US" altLang="zh-CN">
                <a:sym typeface="+mn-lt"/>
              </a:rPr>
              <a:t>s</a:t>
            </a:r>
            <a:r>
              <a:rPr lang="zh-CN" altLang="en-US">
                <a:sym typeface="+mn-lt"/>
              </a:rPr>
              <a:t>的数据域置为</a:t>
            </a:r>
            <a:r>
              <a:rPr lang="en-US" altLang="zh-CN">
                <a:sym typeface="+mn-lt"/>
              </a:rPr>
              <a:t>e </a:t>
            </a:r>
          </a:p>
          <a:p>
            <a:pPr>
              <a:lnSpc>
                <a:spcPct val="100000"/>
              </a:lnSpc>
              <a:spcBef>
                <a:spcPct val="20000"/>
              </a:spcBef>
            </a:pPr>
            <a:r>
              <a:rPr lang="en-US" altLang="zh-CN">
                <a:sym typeface="+mn-lt"/>
              </a:rPr>
              <a:t>      </a:t>
            </a:r>
            <a:r>
              <a:rPr lang="en-US" altLang="zh-CN">
                <a:solidFill>
                  <a:srgbClr val="FF0000"/>
                </a:solidFill>
                <a:sym typeface="+mn-lt"/>
              </a:rPr>
              <a:t>s-&gt;next=p-&gt;next;	</a:t>
            </a:r>
            <a:r>
              <a:rPr lang="en-US" altLang="zh-CN">
                <a:sym typeface="+mn-lt"/>
              </a:rPr>
              <a:t>   	          //</a:t>
            </a:r>
            <a:r>
              <a:rPr lang="zh-CN" altLang="en-US">
                <a:sym typeface="+mn-lt"/>
              </a:rPr>
              <a:t>将结点</a:t>
            </a:r>
            <a:r>
              <a:rPr lang="en-US" altLang="zh-CN">
                <a:sym typeface="+mn-lt"/>
              </a:rPr>
              <a:t>s</a:t>
            </a:r>
            <a:r>
              <a:rPr lang="zh-CN" altLang="en-US">
                <a:sym typeface="+mn-lt"/>
              </a:rPr>
              <a:t>插入</a:t>
            </a:r>
            <a:r>
              <a:rPr lang="en-US" altLang="zh-CN">
                <a:sym typeface="+mn-lt"/>
              </a:rPr>
              <a:t>L</a:t>
            </a:r>
            <a:r>
              <a:rPr lang="zh-CN" altLang="en-US">
                <a:sym typeface="+mn-lt"/>
              </a:rPr>
              <a:t>中 </a:t>
            </a:r>
          </a:p>
          <a:p>
            <a:pPr>
              <a:lnSpc>
                <a:spcPct val="100000"/>
              </a:lnSpc>
              <a:spcBef>
                <a:spcPct val="20000"/>
              </a:spcBef>
            </a:pPr>
            <a:r>
              <a:rPr lang="zh-CN" altLang="en-US">
                <a:sym typeface="+mn-lt"/>
              </a:rPr>
              <a:t>      </a:t>
            </a:r>
            <a:r>
              <a:rPr lang="en-US" altLang="zh-CN">
                <a:solidFill>
                  <a:srgbClr val="FF0000"/>
                </a:solidFill>
                <a:sym typeface="+mn-lt"/>
              </a:rPr>
              <a:t>p-&gt;next=s; </a:t>
            </a:r>
          </a:p>
          <a:p>
            <a:pPr>
              <a:lnSpc>
                <a:spcPct val="100000"/>
              </a:lnSpc>
              <a:spcBef>
                <a:spcPct val="20000"/>
              </a:spcBef>
            </a:pPr>
            <a:r>
              <a:rPr lang="en-US" altLang="zh-CN">
                <a:sym typeface="+mn-lt"/>
              </a:rPr>
              <a:t>      return OK; </a:t>
            </a:r>
          </a:p>
          <a:p>
            <a:pPr>
              <a:lnSpc>
                <a:spcPct val="100000"/>
              </a:lnSpc>
              <a:spcBef>
                <a:spcPct val="20000"/>
              </a:spcBef>
            </a:pPr>
            <a:r>
              <a:rPr lang="en-US" altLang="zh-CN">
                <a:sym typeface="+mn-lt"/>
              </a:rPr>
              <a:t>}//ListInsert_L </a:t>
            </a:r>
          </a:p>
        </p:txBody>
      </p:sp>
      <p:sp>
        <p:nvSpPr>
          <p:cNvPr id="110595" name="Rectangle 6">
            <a:extLst>
              <a:ext uri="{FF2B5EF4-FFF2-40B4-BE49-F238E27FC236}">
                <a16:creationId xmlns:a16="http://schemas.microsoft.com/office/drawing/2014/main" id="{5AEAE0B5-DCC3-4EE2-9C89-A69F0B39F669}"/>
              </a:ext>
            </a:extLst>
          </p:cNvPr>
          <p:cNvSpPr>
            <a:spLocks noChangeArrowheads="1"/>
          </p:cNvSpPr>
          <p:nvPr/>
        </p:nvSpPr>
        <p:spPr bwMode="auto">
          <a:xfrm>
            <a:off x="0" y="933450"/>
            <a:ext cx="3775075" cy="606425"/>
          </a:xfrm>
          <a:prstGeom prst="rect">
            <a:avLst/>
          </a:prstGeom>
          <a:solidFill>
            <a:srgbClr val="9476B6"/>
          </a:solidFill>
          <a:ln>
            <a:noFill/>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r>
              <a:rPr lang="en-US" altLang="zh-CN">
                <a:solidFill>
                  <a:schemeClr val="bg1"/>
                </a:solidFill>
                <a:latin typeface="+mn-lt"/>
                <a:ea typeface="+mn-ea"/>
                <a:cs typeface="+mn-ea"/>
                <a:sym typeface="+mn-lt"/>
              </a:rPr>
              <a:t>【</a:t>
            </a:r>
            <a:r>
              <a:rPr lang="zh-CN" altLang="en-US">
                <a:solidFill>
                  <a:schemeClr val="bg1"/>
                </a:solidFill>
                <a:latin typeface="+mn-lt"/>
                <a:ea typeface="+mn-ea"/>
                <a:cs typeface="+mn-ea"/>
                <a:sym typeface="+mn-lt"/>
              </a:rPr>
              <a:t>算法描述</a:t>
            </a:r>
            <a:r>
              <a:rPr lang="en-US" altLang="zh-CN">
                <a:solidFill>
                  <a:schemeClr val="bg1"/>
                </a:solidFill>
                <a:latin typeface="+mn-lt"/>
                <a:ea typeface="+mn-ea"/>
                <a:cs typeface="+mn-ea"/>
                <a:sym typeface="+mn-lt"/>
              </a:rPr>
              <a:t>】</a:t>
            </a:r>
          </a:p>
        </p:txBody>
      </p:sp>
      <p:sp>
        <p:nvSpPr>
          <p:cNvPr id="4" name="Rectangle 6">
            <a:extLst>
              <a:ext uri="{FF2B5EF4-FFF2-40B4-BE49-F238E27FC236}">
                <a16:creationId xmlns:a16="http://schemas.microsoft.com/office/drawing/2014/main" id="{B658B532-E1C6-4280-B33D-818AB71011D8}"/>
              </a:ext>
            </a:extLst>
          </p:cNvPr>
          <p:cNvSpPr>
            <a:spLocks noChangeArrowheads="1"/>
          </p:cNvSpPr>
          <p:nvPr/>
        </p:nvSpPr>
        <p:spPr bwMode="auto">
          <a:xfrm>
            <a:off x="935038" y="201613"/>
            <a:ext cx="50768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线性表的重要基本操作</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4">
            <a:extLst>
              <a:ext uri="{FF2B5EF4-FFF2-40B4-BE49-F238E27FC236}">
                <a16:creationId xmlns:a16="http://schemas.microsoft.com/office/drawing/2014/main" id="{A1403699-80DF-43E2-8BED-EEB0B71455C0}"/>
              </a:ext>
            </a:extLst>
          </p:cNvPr>
          <p:cNvSpPr>
            <a:spLocks noChangeArrowheads="1"/>
          </p:cNvSpPr>
          <p:nvPr/>
        </p:nvSpPr>
        <p:spPr bwMode="auto">
          <a:xfrm>
            <a:off x="3409950" y="3233738"/>
            <a:ext cx="53784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a:t>
            </a:r>
            <a:r>
              <a:rPr lang="en-US" altLang="zh-CN">
                <a:sym typeface="+mn-lt"/>
              </a:rPr>
              <a:t>1</a:t>
            </a:r>
            <a:r>
              <a:rPr lang="zh-CN" altLang="en-US">
                <a:sym typeface="+mn-lt"/>
              </a:rPr>
              <a:t>）找到</a:t>
            </a:r>
            <a:r>
              <a:rPr lang="en-US" altLang="zh-CN">
                <a:sym typeface="+mn-lt"/>
              </a:rPr>
              <a:t>a</a:t>
            </a:r>
            <a:r>
              <a:rPr lang="en-US" altLang="zh-CN" baseline="-30000">
                <a:sym typeface="+mn-lt"/>
              </a:rPr>
              <a:t>i-1</a:t>
            </a:r>
            <a:r>
              <a:rPr lang="zh-CN" altLang="en-US">
                <a:sym typeface="+mn-lt"/>
              </a:rPr>
              <a:t>存储位置</a:t>
            </a:r>
            <a:r>
              <a:rPr lang="en-US" altLang="zh-CN">
                <a:sym typeface="+mn-lt"/>
              </a:rPr>
              <a:t>p</a:t>
            </a:r>
          </a:p>
          <a:p>
            <a:pPr>
              <a:spcBef>
                <a:spcPct val="20000"/>
              </a:spcBef>
            </a:pPr>
            <a:r>
              <a:rPr lang="zh-CN" altLang="en-US">
                <a:sym typeface="+mn-lt"/>
              </a:rPr>
              <a:t>（</a:t>
            </a:r>
            <a:r>
              <a:rPr lang="en-US" altLang="zh-CN">
                <a:sym typeface="+mn-lt"/>
              </a:rPr>
              <a:t>2</a:t>
            </a:r>
            <a:r>
              <a:rPr lang="zh-CN" altLang="en-US">
                <a:sym typeface="+mn-lt"/>
              </a:rPr>
              <a:t>）保存要删除的结点的值</a:t>
            </a:r>
          </a:p>
          <a:p>
            <a:pPr>
              <a:spcBef>
                <a:spcPct val="20000"/>
              </a:spcBef>
            </a:pPr>
            <a:r>
              <a:rPr lang="zh-CN" altLang="en-US">
                <a:sym typeface="+mn-lt"/>
              </a:rPr>
              <a:t>（</a:t>
            </a:r>
            <a:r>
              <a:rPr lang="en-US" altLang="zh-CN">
                <a:sym typeface="+mn-lt"/>
              </a:rPr>
              <a:t>3</a:t>
            </a:r>
            <a:r>
              <a:rPr lang="zh-CN" altLang="en-US">
                <a:sym typeface="+mn-lt"/>
              </a:rPr>
              <a:t>）令</a:t>
            </a:r>
            <a:r>
              <a:rPr lang="en-US" altLang="zh-CN">
                <a:sym typeface="+mn-lt"/>
              </a:rPr>
              <a:t>p-</a:t>
            </a:r>
            <a:r>
              <a:rPr lang="zh-CN" altLang="en-US">
                <a:sym typeface="+mn-lt"/>
              </a:rPr>
              <a:t>＞</a:t>
            </a:r>
            <a:r>
              <a:rPr lang="en-US" altLang="zh-CN">
                <a:sym typeface="+mn-lt"/>
              </a:rPr>
              <a:t>next</a:t>
            </a:r>
            <a:r>
              <a:rPr lang="zh-CN" altLang="en-US">
                <a:sym typeface="+mn-lt"/>
              </a:rPr>
              <a:t>指向</a:t>
            </a:r>
            <a:r>
              <a:rPr lang="en-US" altLang="zh-CN">
                <a:sym typeface="+mn-lt"/>
              </a:rPr>
              <a:t>a</a:t>
            </a:r>
            <a:r>
              <a:rPr lang="en-US" altLang="zh-CN" baseline="-30000">
                <a:sym typeface="+mn-lt"/>
              </a:rPr>
              <a:t>i</a:t>
            </a:r>
            <a:r>
              <a:rPr lang="zh-CN" altLang="en-US">
                <a:sym typeface="+mn-lt"/>
              </a:rPr>
              <a:t>的直接后继结点</a:t>
            </a:r>
          </a:p>
          <a:p>
            <a:pPr>
              <a:spcBef>
                <a:spcPct val="20000"/>
              </a:spcBef>
            </a:pPr>
            <a:r>
              <a:rPr lang="zh-CN" altLang="en-US">
                <a:sym typeface="+mn-lt"/>
              </a:rPr>
              <a:t>（</a:t>
            </a:r>
            <a:r>
              <a:rPr lang="en-US" altLang="zh-CN">
                <a:sym typeface="+mn-lt"/>
              </a:rPr>
              <a:t>4</a:t>
            </a:r>
            <a:r>
              <a:rPr lang="zh-CN" altLang="en-US">
                <a:sym typeface="+mn-lt"/>
              </a:rPr>
              <a:t>）释放结点</a:t>
            </a:r>
            <a:r>
              <a:rPr lang="en-US" altLang="zh-CN">
                <a:sym typeface="+mn-lt"/>
              </a:rPr>
              <a:t>a</a:t>
            </a:r>
            <a:r>
              <a:rPr lang="en-US" altLang="zh-CN" baseline="-30000">
                <a:sym typeface="+mn-lt"/>
              </a:rPr>
              <a:t>i</a:t>
            </a:r>
            <a:r>
              <a:rPr lang="zh-CN" altLang="en-US">
                <a:sym typeface="+mn-lt"/>
              </a:rPr>
              <a:t>的空间</a:t>
            </a:r>
          </a:p>
          <a:p>
            <a:pPr>
              <a:spcBef>
                <a:spcPct val="20000"/>
              </a:spcBef>
            </a:pPr>
            <a:endParaRPr lang="en-US" altLang="zh-CN">
              <a:solidFill>
                <a:srgbClr val="FF0000"/>
              </a:solidFill>
              <a:sym typeface="+mn-lt"/>
            </a:endParaRPr>
          </a:p>
        </p:txBody>
      </p:sp>
      <p:sp>
        <p:nvSpPr>
          <p:cNvPr id="4" name="Rectangle 6">
            <a:extLst>
              <a:ext uri="{FF2B5EF4-FFF2-40B4-BE49-F238E27FC236}">
                <a16:creationId xmlns:a16="http://schemas.microsoft.com/office/drawing/2014/main" id="{331AB234-C1FB-41FD-90CD-C4D433C14794}"/>
              </a:ext>
            </a:extLst>
          </p:cNvPr>
          <p:cNvSpPr>
            <a:spLocks noChangeArrowheads="1"/>
          </p:cNvSpPr>
          <p:nvPr/>
        </p:nvSpPr>
        <p:spPr bwMode="auto">
          <a:xfrm>
            <a:off x="935038" y="201613"/>
            <a:ext cx="50768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删除（删除第 </a:t>
            </a:r>
            <a:r>
              <a:rPr lang="en-US" altLang="zh-CN">
                <a:solidFill>
                  <a:schemeClr val="bg1"/>
                </a:solidFill>
                <a:ea typeface="微软雅黑" panose="020B0503020204020204" pitchFamily="34" charset="-122"/>
                <a:sym typeface="+mn-lt"/>
              </a:rPr>
              <a:t>i </a:t>
            </a:r>
            <a:r>
              <a:rPr lang="zh-CN" altLang="en-US">
                <a:solidFill>
                  <a:schemeClr val="bg1"/>
                </a:solidFill>
                <a:ea typeface="微软雅黑" panose="020B0503020204020204" pitchFamily="34" charset="-122"/>
                <a:sym typeface="+mn-lt"/>
              </a:rPr>
              <a:t>个结点） </a:t>
            </a:r>
          </a:p>
        </p:txBody>
      </p:sp>
      <p:grpSp>
        <p:nvGrpSpPr>
          <p:cNvPr id="2" name="组合 1">
            <a:extLst>
              <a:ext uri="{FF2B5EF4-FFF2-40B4-BE49-F238E27FC236}">
                <a16:creationId xmlns:a16="http://schemas.microsoft.com/office/drawing/2014/main" id="{E57BEB92-7664-4059-A508-A2322DE3F522}"/>
              </a:ext>
            </a:extLst>
          </p:cNvPr>
          <p:cNvGrpSpPr/>
          <p:nvPr/>
        </p:nvGrpSpPr>
        <p:grpSpPr>
          <a:xfrm>
            <a:off x="221021" y="2987754"/>
            <a:ext cx="2910819" cy="2814420"/>
            <a:chOff x="271263" y="1850932"/>
            <a:chExt cx="4128251" cy="3672408"/>
          </a:xfrm>
          <a:solidFill>
            <a:schemeClr val="accent1">
              <a:lumMod val="40000"/>
              <a:lumOff val="60000"/>
            </a:schemeClr>
          </a:solidFill>
        </p:grpSpPr>
        <p:sp>
          <p:nvSpPr>
            <p:cNvPr id="9" name="流程图: 决策 8">
              <a:extLst>
                <a:ext uri="{FF2B5EF4-FFF2-40B4-BE49-F238E27FC236}">
                  <a16:creationId xmlns:a16="http://schemas.microsoft.com/office/drawing/2014/main" id="{7E7F66EB-1B26-4137-8415-86ED4730DA9C}"/>
                </a:ext>
              </a:extLst>
            </p:cNvPr>
            <p:cNvSpPr/>
            <p:nvPr/>
          </p:nvSpPr>
          <p:spPr>
            <a:xfrm>
              <a:off x="2134175" y="1850932"/>
              <a:ext cx="1650178" cy="1543264"/>
            </a:xfrm>
            <a:prstGeom prst="flowChartDecision">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dirty="0">
                <a:latin typeface="Pirulen" pitchFamily="2" charset="0"/>
              </a:endParaRPr>
            </a:p>
          </p:txBody>
        </p:sp>
        <p:sp>
          <p:nvSpPr>
            <p:cNvPr id="10" name="流程图: 决策 9">
              <a:extLst>
                <a:ext uri="{FF2B5EF4-FFF2-40B4-BE49-F238E27FC236}">
                  <a16:creationId xmlns:a16="http://schemas.microsoft.com/office/drawing/2014/main" id="{B4AC56D2-E6EE-40A6-A0C2-62206758D2F6}"/>
                </a:ext>
              </a:extLst>
            </p:cNvPr>
            <p:cNvSpPr/>
            <p:nvPr/>
          </p:nvSpPr>
          <p:spPr>
            <a:xfrm>
              <a:off x="1924116" y="3570848"/>
              <a:ext cx="2004253" cy="1952492"/>
            </a:xfrm>
            <a:prstGeom prst="flowChartDecision">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400" dirty="0">
                <a:latin typeface="Pirulen" pitchFamily="2" charset="0"/>
              </a:endParaRPr>
            </a:p>
          </p:txBody>
        </p:sp>
        <p:sp>
          <p:nvSpPr>
            <p:cNvPr id="11" name="流程图: 决策 10">
              <a:extLst>
                <a:ext uri="{FF2B5EF4-FFF2-40B4-BE49-F238E27FC236}">
                  <a16:creationId xmlns:a16="http://schemas.microsoft.com/office/drawing/2014/main" id="{CC1FE4F8-06A3-4895-A466-F8E57E4DAC2E}"/>
                </a:ext>
              </a:extLst>
            </p:cNvPr>
            <p:cNvSpPr/>
            <p:nvPr/>
          </p:nvSpPr>
          <p:spPr>
            <a:xfrm>
              <a:off x="271263" y="2238700"/>
              <a:ext cx="2516969" cy="2451967"/>
            </a:xfrm>
            <a:prstGeom prst="flowChartDecision">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dirty="0">
                <a:latin typeface="Pirulen" pitchFamily="2" charset="0"/>
              </a:endParaRPr>
            </a:p>
          </p:txBody>
        </p:sp>
        <p:sp>
          <p:nvSpPr>
            <p:cNvPr id="12" name="流程图: 决策 11">
              <a:extLst>
                <a:ext uri="{FF2B5EF4-FFF2-40B4-BE49-F238E27FC236}">
                  <a16:creationId xmlns:a16="http://schemas.microsoft.com/office/drawing/2014/main" id="{E5BF4146-BEC2-425E-8421-6942A6BFB5A0}"/>
                </a:ext>
              </a:extLst>
            </p:cNvPr>
            <p:cNvSpPr/>
            <p:nvPr/>
          </p:nvSpPr>
          <p:spPr>
            <a:xfrm>
              <a:off x="3051853" y="2870232"/>
              <a:ext cx="1347661" cy="1260347"/>
            </a:xfrm>
            <a:prstGeom prst="flowChartDecision">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dirty="0">
                <a:latin typeface="Pirulen" pitchFamily="2" charset="0"/>
              </a:endParaRPr>
            </a:p>
          </p:txBody>
        </p:sp>
      </p:grpSp>
      <p:sp>
        <p:nvSpPr>
          <p:cNvPr id="22" name="Rectangle 4">
            <a:extLst>
              <a:ext uri="{FF2B5EF4-FFF2-40B4-BE49-F238E27FC236}">
                <a16:creationId xmlns:a16="http://schemas.microsoft.com/office/drawing/2014/main" id="{DB4FA947-71CB-418C-AD18-74B4078EA43A}"/>
              </a:ext>
            </a:extLst>
          </p:cNvPr>
          <p:cNvSpPr>
            <a:spLocks noChangeArrowheads="1"/>
          </p:cNvSpPr>
          <p:nvPr/>
        </p:nvSpPr>
        <p:spPr bwMode="auto">
          <a:xfrm>
            <a:off x="555625" y="1235075"/>
            <a:ext cx="8240713" cy="1157288"/>
          </a:xfrm>
          <a:prstGeom prst="rect">
            <a:avLst/>
          </a:prstGeom>
          <a:noFill/>
          <a:ln>
            <a:noFill/>
          </a:ln>
        </p:spPr>
        <p:txBody>
          <a:bodyPr/>
          <a:lstStyle>
            <a:lvl1pPr marL="457200" indent="-4572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buFont typeface="Times New Roman" panose="02020603050405020304" pitchFamily="18" charset="0"/>
              <a:buAutoNum type="arabicPeriod"/>
            </a:pPr>
            <a:r>
              <a:rPr lang="zh-CN" altLang="en-US">
                <a:sym typeface="+mn-lt"/>
              </a:rPr>
              <a:t>将表的第</a:t>
            </a:r>
            <a:r>
              <a:rPr lang="en-US" altLang="zh-CN">
                <a:sym typeface="+mn-lt"/>
              </a:rPr>
              <a:t>i</a:t>
            </a:r>
            <a:r>
              <a:rPr lang="zh-CN" altLang="en-US">
                <a:sym typeface="+mn-lt"/>
              </a:rPr>
              <a:t>个结点删去</a:t>
            </a:r>
            <a:endParaRPr lang="en-US" altLang="zh-CN">
              <a:sym typeface="+mn-lt"/>
            </a:endParaRPr>
          </a:p>
          <a:p>
            <a:pPr>
              <a:spcBef>
                <a:spcPct val="20000"/>
              </a:spcBef>
              <a:buFont typeface="Times New Roman" panose="02020603050405020304" pitchFamily="18" charset="0"/>
              <a:buAutoNum type="arabicPeriod"/>
            </a:pPr>
            <a:r>
              <a:rPr lang="zh-CN" altLang="en-US">
                <a:sym typeface="+mn-lt"/>
              </a:rPr>
              <a:t>步骤：</a:t>
            </a:r>
          </a:p>
        </p:txBody>
      </p:sp>
      <p:cxnSp>
        <p:nvCxnSpPr>
          <p:cNvPr id="21" name="直接连接符 20">
            <a:extLst>
              <a:ext uri="{FF2B5EF4-FFF2-40B4-BE49-F238E27FC236}">
                <a16:creationId xmlns:a16="http://schemas.microsoft.com/office/drawing/2014/main" id="{49A8A317-560F-440C-ADCD-363D7DABC1AA}"/>
              </a:ext>
            </a:extLst>
          </p:cNvPr>
          <p:cNvCxnSpPr/>
          <p:nvPr/>
        </p:nvCxnSpPr>
        <p:spPr bwMode="auto">
          <a:xfrm>
            <a:off x="555625" y="2636838"/>
            <a:ext cx="8240713" cy="65087"/>
          </a:xfrm>
          <a:prstGeom prst="line">
            <a:avLst/>
          </a:prstGeom>
          <a:solidFill>
            <a:schemeClr val="accent1"/>
          </a:solidFill>
          <a:ln w="9525" cap="flat" cmpd="sng" algn="ctr">
            <a:solidFill>
              <a:schemeClr val="bg2">
                <a:lumMod val="60000"/>
                <a:lumOff val="40000"/>
              </a:schemeClr>
            </a:solidFill>
            <a:prstDash val="solid"/>
            <a:round/>
            <a:headEnd type="none" w="med" len="med"/>
            <a:tailEnd type="none" w="med" len="med"/>
          </a:ln>
        </p:spPr>
      </p:cxnSp>
      <p:grpSp>
        <p:nvGrpSpPr>
          <p:cNvPr id="26" name="组合 25">
            <a:extLst>
              <a:ext uri="{FF2B5EF4-FFF2-40B4-BE49-F238E27FC236}">
                <a16:creationId xmlns:a16="http://schemas.microsoft.com/office/drawing/2014/main" id="{3E758AEE-63BB-354B-9BF4-943A609CBE56}"/>
              </a:ext>
            </a:extLst>
          </p:cNvPr>
          <p:cNvGrpSpPr>
            <a:grpSpLocks/>
          </p:cNvGrpSpPr>
          <p:nvPr/>
        </p:nvGrpSpPr>
        <p:grpSpPr bwMode="auto">
          <a:xfrm>
            <a:off x="0" y="6380163"/>
            <a:ext cx="9144000" cy="431800"/>
            <a:chOff x="0" y="6379908"/>
            <a:chExt cx="9144000" cy="432048"/>
          </a:xfrm>
        </p:grpSpPr>
        <p:grpSp>
          <p:nvGrpSpPr>
            <p:cNvPr id="116744" name="组合 26">
              <a:extLst>
                <a:ext uri="{FF2B5EF4-FFF2-40B4-BE49-F238E27FC236}">
                  <a16:creationId xmlns:a16="http://schemas.microsoft.com/office/drawing/2014/main" id="{CA2094AE-957A-F140-A1BD-0F8F4F7A6EF5}"/>
                </a:ext>
              </a:extLst>
            </p:cNvPr>
            <p:cNvGrpSpPr>
              <a:grpSpLocks/>
            </p:cNvGrpSpPr>
            <p:nvPr/>
          </p:nvGrpSpPr>
          <p:grpSpPr bwMode="auto">
            <a:xfrm>
              <a:off x="0" y="6379908"/>
              <a:ext cx="9144000" cy="432048"/>
              <a:chOff x="0" y="6165304"/>
              <a:chExt cx="9144000" cy="432048"/>
            </a:xfrm>
          </p:grpSpPr>
          <p:cxnSp>
            <p:nvCxnSpPr>
              <p:cNvPr id="116746" name="直接连接符 28">
                <a:extLst>
                  <a:ext uri="{FF2B5EF4-FFF2-40B4-BE49-F238E27FC236}">
                    <a16:creationId xmlns:a16="http://schemas.microsoft.com/office/drawing/2014/main" id="{FF37B945-99A7-814A-B45A-888165947E53}"/>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30" name="直接连接符 29">
                <a:extLst>
                  <a:ext uri="{FF2B5EF4-FFF2-40B4-BE49-F238E27FC236}">
                    <a16:creationId xmlns:a16="http://schemas.microsoft.com/office/drawing/2014/main" id="{1454C9FA-4161-452B-825E-D245DDBE8796}"/>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116748" name="直接连接符 30">
                <a:extLst>
                  <a:ext uri="{FF2B5EF4-FFF2-40B4-BE49-F238E27FC236}">
                    <a16:creationId xmlns:a16="http://schemas.microsoft.com/office/drawing/2014/main" id="{AE716D60-AD98-9942-AD15-0C5507A09E00}"/>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28" name="Shape 26">
              <a:extLst>
                <a:ext uri="{FF2B5EF4-FFF2-40B4-BE49-F238E27FC236}">
                  <a16:creationId xmlns:a16="http://schemas.microsoft.com/office/drawing/2014/main" id="{DB9A5405-A87E-4150-8784-F6D877C0A099}"/>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 presetClass="entr" presetSubtype="4" fill="hold" nodeType="after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7762" name="Picture 5">
            <a:extLst>
              <a:ext uri="{FF2B5EF4-FFF2-40B4-BE49-F238E27FC236}">
                <a16:creationId xmlns:a16="http://schemas.microsoft.com/office/drawing/2014/main" id="{A877567D-6783-994E-9AB2-4D207E44FE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773238"/>
            <a:ext cx="9144000" cy="403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6">
            <a:extLst>
              <a:ext uri="{FF2B5EF4-FFF2-40B4-BE49-F238E27FC236}">
                <a16:creationId xmlns:a16="http://schemas.microsoft.com/office/drawing/2014/main" id="{08BA0022-5591-4B35-8895-B9D603464382}"/>
              </a:ext>
            </a:extLst>
          </p:cNvPr>
          <p:cNvSpPr>
            <a:spLocks noChangeArrowheads="1"/>
          </p:cNvSpPr>
          <p:nvPr/>
        </p:nvSpPr>
        <p:spPr bwMode="auto">
          <a:xfrm>
            <a:off x="935038" y="201613"/>
            <a:ext cx="50768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删除（删除第 </a:t>
            </a:r>
            <a:r>
              <a:rPr lang="en-US" altLang="zh-CN">
                <a:solidFill>
                  <a:schemeClr val="bg1"/>
                </a:solidFill>
                <a:ea typeface="微软雅黑" panose="020B0503020204020204" pitchFamily="34" charset="-122"/>
                <a:sym typeface="+mn-lt"/>
              </a:rPr>
              <a:t>i </a:t>
            </a:r>
            <a:r>
              <a:rPr lang="zh-CN" altLang="en-US">
                <a:solidFill>
                  <a:schemeClr val="bg1"/>
                </a:solidFill>
                <a:ea typeface="微软雅黑" panose="020B0503020204020204" pitchFamily="34" charset="-122"/>
                <a:sym typeface="+mn-lt"/>
              </a:rPr>
              <a:t>个结点） </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矩形 1">
            <a:extLst>
              <a:ext uri="{FF2B5EF4-FFF2-40B4-BE49-F238E27FC236}">
                <a16:creationId xmlns:a16="http://schemas.microsoft.com/office/drawing/2014/main" id="{7979813E-1F48-B144-9DC6-352189BEF2C5}"/>
              </a:ext>
            </a:extLst>
          </p:cNvPr>
          <p:cNvSpPr>
            <a:spLocks noChangeArrowheads="1"/>
          </p:cNvSpPr>
          <p:nvPr/>
        </p:nvSpPr>
        <p:spPr bwMode="auto">
          <a:xfrm>
            <a:off x="0" y="5092700"/>
            <a:ext cx="9144000" cy="1765300"/>
          </a:xfrm>
          <a:prstGeom prst="rect">
            <a:avLst/>
          </a:prstGeom>
          <a:solidFill>
            <a:srgbClr val="D2D2F4"/>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519195" name="Text Box 27">
            <a:extLst>
              <a:ext uri="{FF2B5EF4-FFF2-40B4-BE49-F238E27FC236}">
                <a16:creationId xmlns:a16="http://schemas.microsoft.com/office/drawing/2014/main" id="{7FEDD60E-2582-4BA4-A3C7-AE7D7CDF22DD}"/>
              </a:ext>
            </a:extLst>
          </p:cNvPr>
          <p:cNvSpPr txBox="1">
            <a:spLocks noChangeArrowheads="1"/>
          </p:cNvSpPr>
          <p:nvPr/>
        </p:nvSpPr>
        <p:spPr bwMode="auto">
          <a:xfrm>
            <a:off x="1465263" y="5548313"/>
            <a:ext cx="7004050" cy="701675"/>
          </a:xfrm>
          <a:prstGeom prst="rect">
            <a:avLst/>
          </a:prstGeom>
          <a:solidFill>
            <a:schemeClr val="accent6">
              <a:lumMod val="20000"/>
              <a:lumOff val="80000"/>
            </a:schemeClr>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4000" dirty="0">
                <a:latin typeface="+mn-lt"/>
                <a:ea typeface="+mn-ea"/>
                <a:cs typeface="+mn-ea"/>
                <a:sym typeface="+mn-lt"/>
              </a:rPr>
              <a:t>p-&gt;next = p-&gt;next-&gt;next  ???</a:t>
            </a:r>
          </a:p>
        </p:txBody>
      </p:sp>
      <p:sp>
        <p:nvSpPr>
          <p:cNvPr id="113668" name="Line 30">
            <a:extLst>
              <a:ext uri="{FF2B5EF4-FFF2-40B4-BE49-F238E27FC236}">
                <a16:creationId xmlns:a16="http://schemas.microsoft.com/office/drawing/2014/main" id="{AF8A3556-7A24-4201-B899-2BE22DCC92D1}"/>
              </a:ext>
            </a:extLst>
          </p:cNvPr>
          <p:cNvSpPr>
            <a:spLocks noChangeShapeType="1"/>
          </p:cNvSpPr>
          <p:nvPr/>
        </p:nvSpPr>
        <p:spPr bwMode="auto">
          <a:xfrm>
            <a:off x="1584325" y="1830388"/>
            <a:ext cx="457200" cy="0"/>
          </a:xfrm>
          <a:prstGeom prst="line">
            <a:avLst/>
          </a:prstGeom>
          <a:noFill/>
          <a:ln w="28575">
            <a:solidFill>
              <a:schemeClr val="bg1">
                <a:lumMod val="10000"/>
              </a:schemeClr>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69" name="Rectangle 31">
            <a:extLst>
              <a:ext uri="{FF2B5EF4-FFF2-40B4-BE49-F238E27FC236}">
                <a16:creationId xmlns:a16="http://schemas.microsoft.com/office/drawing/2014/main" id="{316FF800-25B4-4C89-879A-A771EB1D16E0}"/>
              </a:ext>
            </a:extLst>
          </p:cNvPr>
          <p:cNvSpPr>
            <a:spLocks noChangeArrowheads="1"/>
          </p:cNvSpPr>
          <p:nvPr/>
        </p:nvSpPr>
        <p:spPr bwMode="auto">
          <a:xfrm>
            <a:off x="2041525" y="1525588"/>
            <a:ext cx="990600" cy="533400"/>
          </a:xfrm>
          <a:prstGeom prst="rect">
            <a:avLst/>
          </a:prstGeom>
          <a:solidFill>
            <a:srgbClr val="FFFFCC"/>
          </a:solidFill>
          <a:ln w="9525">
            <a:solidFill>
              <a:schemeClr val="bg1">
                <a:lumMod val="10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a:latin typeface="+mn-lt"/>
              <a:ea typeface="+mn-ea"/>
              <a:cs typeface="+mn-ea"/>
              <a:sym typeface="+mn-lt"/>
            </a:endParaRPr>
          </a:p>
        </p:txBody>
      </p:sp>
      <p:sp>
        <p:nvSpPr>
          <p:cNvPr id="113670" name="Line 32">
            <a:extLst>
              <a:ext uri="{FF2B5EF4-FFF2-40B4-BE49-F238E27FC236}">
                <a16:creationId xmlns:a16="http://schemas.microsoft.com/office/drawing/2014/main" id="{FDE8EC43-B493-41B3-9591-7A6DC166F4AE}"/>
              </a:ext>
            </a:extLst>
          </p:cNvPr>
          <p:cNvSpPr>
            <a:spLocks noChangeShapeType="1"/>
          </p:cNvSpPr>
          <p:nvPr/>
        </p:nvSpPr>
        <p:spPr bwMode="auto">
          <a:xfrm>
            <a:off x="2727325" y="1525588"/>
            <a:ext cx="0" cy="533400"/>
          </a:xfrm>
          <a:prstGeom prst="line">
            <a:avLst/>
          </a:prstGeom>
          <a:noFill/>
          <a:ln w="19050">
            <a:solidFill>
              <a:schemeClr val="bg1">
                <a:lumMod val="10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71" name="Line 33">
            <a:extLst>
              <a:ext uri="{FF2B5EF4-FFF2-40B4-BE49-F238E27FC236}">
                <a16:creationId xmlns:a16="http://schemas.microsoft.com/office/drawing/2014/main" id="{9542F215-BD8F-43CB-B0DD-EA0E01D77F21}"/>
              </a:ext>
            </a:extLst>
          </p:cNvPr>
          <p:cNvSpPr>
            <a:spLocks noChangeShapeType="1"/>
          </p:cNvSpPr>
          <p:nvPr/>
        </p:nvSpPr>
        <p:spPr bwMode="auto">
          <a:xfrm>
            <a:off x="2879725" y="1830388"/>
            <a:ext cx="990600" cy="0"/>
          </a:xfrm>
          <a:prstGeom prst="line">
            <a:avLst/>
          </a:prstGeom>
          <a:noFill/>
          <a:ln w="28575">
            <a:solidFill>
              <a:schemeClr val="bg1">
                <a:lumMod val="10000"/>
              </a:schemeClr>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72" name="Rectangle 34">
            <a:extLst>
              <a:ext uri="{FF2B5EF4-FFF2-40B4-BE49-F238E27FC236}">
                <a16:creationId xmlns:a16="http://schemas.microsoft.com/office/drawing/2014/main" id="{E987BB8B-086A-49F9-8B49-AB5DA8F79A82}"/>
              </a:ext>
            </a:extLst>
          </p:cNvPr>
          <p:cNvSpPr>
            <a:spLocks noChangeArrowheads="1"/>
          </p:cNvSpPr>
          <p:nvPr/>
        </p:nvSpPr>
        <p:spPr bwMode="auto">
          <a:xfrm>
            <a:off x="3870325" y="1525588"/>
            <a:ext cx="990600" cy="533400"/>
          </a:xfrm>
          <a:prstGeom prst="rect">
            <a:avLst/>
          </a:prstGeom>
          <a:solidFill>
            <a:srgbClr val="FFFFCC"/>
          </a:solidFill>
          <a:ln w="9525">
            <a:solidFill>
              <a:schemeClr val="bg1">
                <a:lumMod val="10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a:latin typeface="+mn-lt"/>
              <a:ea typeface="+mn-ea"/>
              <a:cs typeface="+mn-ea"/>
              <a:sym typeface="+mn-lt"/>
            </a:endParaRPr>
          </a:p>
        </p:txBody>
      </p:sp>
      <p:sp>
        <p:nvSpPr>
          <p:cNvPr id="113673" name="Line 35">
            <a:extLst>
              <a:ext uri="{FF2B5EF4-FFF2-40B4-BE49-F238E27FC236}">
                <a16:creationId xmlns:a16="http://schemas.microsoft.com/office/drawing/2014/main" id="{337A8626-442D-4712-B983-EE8720A8D127}"/>
              </a:ext>
            </a:extLst>
          </p:cNvPr>
          <p:cNvSpPr>
            <a:spLocks noChangeShapeType="1"/>
          </p:cNvSpPr>
          <p:nvPr/>
        </p:nvSpPr>
        <p:spPr bwMode="auto">
          <a:xfrm>
            <a:off x="4556125" y="1525588"/>
            <a:ext cx="0" cy="533400"/>
          </a:xfrm>
          <a:prstGeom prst="line">
            <a:avLst/>
          </a:prstGeom>
          <a:noFill/>
          <a:ln w="19050">
            <a:solidFill>
              <a:schemeClr val="bg1">
                <a:lumMod val="10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74" name="Line 36">
            <a:extLst>
              <a:ext uri="{FF2B5EF4-FFF2-40B4-BE49-F238E27FC236}">
                <a16:creationId xmlns:a16="http://schemas.microsoft.com/office/drawing/2014/main" id="{154E1737-AEF2-4585-95B0-B2E59D2CA9EF}"/>
              </a:ext>
            </a:extLst>
          </p:cNvPr>
          <p:cNvSpPr>
            <a:spLocks noChangeShapeType="1"/>
          </p:cNvSpPr>
          <p:nvPr/>
        </p:nvSpPr>
        <p:spPr bwMode="auto">
          <a:xfrm>
            <a:off x="4708525" y="1830388"/>
            <a:ext cx="990600" cy="0"/>
          </a:xfrm>
          <a:prstGeom prst="line">
            <a:avLst/>
          </a:prstGeom>
          <a:noFill/>
          <a:ln w="28575">
            <a:solidFill>
              <a:schemeClr val="bg1">
                <a:lumMod val="10000"/>
              </a:schemeClr>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75" name="Rectangle 37">
            <a:extLst>
              <a:ext uri="{FF2B5EF4-FFF2-40B4-BE49-F238E27FC236}">
                <a16:creationId xmlns:a16="http://schemas.microsoft.com/office/drawing/2014/main" id="{3AD07079-5C62-49F8-8F72-D05706F078B6}"/>
              </a:ext>
            </a:extLst>
          </p:cNvPr>
          <p:cNvSpPr>
            <a:spLocks noChangeArrowheads="1"/>
          </p:cNvSpPr>
          <p:nvPr/>
        </p:nvSpPr>
        <p:spPr bwMode="auto">
          <a:xfrm>
            <a:off x="5699125" y="1525588"/>
            <a:ext cx="990600" cy="533400"/>
          </a:xfrm>
          <a:prstGeom prst="rect">
            <a:avLst/>
          </a:prstGeom>
          <a:solidFill>
            <a:srgbClr val="FFFFCC"/>
          </a:solidFill>
          <a:ln w="9525">
            <a:solidFill>
              <a:schemeClr val="bg1">
                <a:lumMod val="10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a:latin typeface="+mn-lt"/>
              <a:ea typeface="+mn-ea"/>
              <a:cs typeface="+mn-ea"/>
              <a:sym typeface="+mn-lt"/>
            </a:endParaRPr>
          </a:p>
        </p:txBody>
      </p:sp>
      <p:sp>
        <p:nvSpPr>
          <p:cNvPr id="113676" name="Line 38">
            <a:extLst>
              <a:ext uri="{FF2B5EF4-FFF2-40B4-BE49-F238E27FC236}">
                <a16:creationId xmlns:a16="http://schemas.microsoft.com/office/drawing/2014/main" id="{8E160D7A-D8BF-40C2-B022-42314A39EE11}"/>
              </a:ext>
            </a:extLst>
          </p:cNvPr>
          <p:cNvSpPr>
            <a:spLocks noChangeShapeType="1"/>
          </p:cNvSpPr>
          <p:nvPr/>
        </p:nvSpPr>
        <p:spPr bwMode="auto">
          <a:xfrm>
            <a:off x="6384925" y="1525588"/>
            <a:ext cx="0" cy="533400"/>
          </a:xfrm>
          <a:prstGeom prst="line">
            <a:avLst/>
          </a:prstGeom>
          <a:noFill/>
          <a:ln w="19050">
            <a:solidFill>
              <a:schemeClr val="tx1">
                <a:lumMod val="95000"/>
                <a:lumOff val="5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77" name="Line 39">
            <a:extLst>
              <a:ext uri="{FF2B5EF4-FFF2-40B4-BE49-F238E27FC236}">
                <a16:creationId xmlns:a16="http://schemas.microsoft.com/office/drawing/2014/main" id="{8D1A1DA9-DAF5-442B-A7D3-52CF946FE692}"/>
              </a:ext>
            </a:extLst>
          </p:cNvPr>
          <p:cNvSpPr>
            <a:spLocks noChangeShapeType="1"/>
          </p:cNvSpPr>
          <p:nvPr/>
        </p:nvSpPr>
        <p:spPr bwMode="auto">
          <a:xfrm>
            <a:off x="6537325" y="1830388"/>
            <a:ext cx="609600" cy="0"/>
          </a:xfrm>
          <a:prstGeom prst="line">
            <a:avLst/>
          </a:prstGeom>
          <a:noFill/>
          <a:ln w="28575">
            <a:solidFill>
              <a:schemeClr val="bg1">
                <a:lumMod val="10000"/>
              </a:schemeClr>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78" name="Text Box 40">
            <a:extLst>
              <a:ext uri="{FF2B5EF4-FFF2-40B4-BE49-F238E27FC236}">
                <a16:creationId xmlns:a16="http://schemas.microsoft.com/office/drawing/2014/main" id="{7CAC3113-BBCF-4A9B-A2E9-3BA12D3AF9DF}"/>
              </a:ext>
            </a:extLst>
          </p:cNvPr>
          <p:cNvSpPr txBox="1">
            <a:spLocks noChangeArrowheads="1"/>
          </p:cNvSpPr>
          <p:nvPr/>
        </p:nvSpPr>
        <p:spPr bwMode="auto">
          <a:xfrm>
            <a:off x="1198563" y="1603375"/>
            <a:ext cx="49371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latin typeface="+mn-lt"/>
                <a:ea typeface="+mn-ea"/>
                <a:cs typeface="+mn-ea"/>
                <a:sym typeface="+mn-lt"/>
              </a:rPr>
              <a:t></a:t>
            </a:r>
          </a:p>
        </p:txBody>
      </p:sp>
      <p:sp>
        <p:nvSpPr>
          <p:cNvPr id="113679" name="Text Box 41">
            <a:extLst>
              <a:ext uri="{FF2B5EF4-FFF2-40B4-BE49-F238E27FC236}">
                <a16:creationId xmlns:a16="http://schemas.microsoft.com/office/drawing/2014/main" id="{F3D760E4-B8F3-47D4-B143-6F8221EEC873}"/>
              </a:ext>
            </a:extLst>
          </p:cNvPr>
          <p:cNvSpPr txBox="1">
            <a:spLocks noChangeArrowheads="1"/>
          </p:cNvSpPr>
          <p:nvPr/>
        </p:nvSpPr>
        <p:spPr bwMode="auto">
          <a:xfrm>
            <a:off x="7104063" y="1603375"/>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latin typeface="+mn-lt"/>
                <a:ea typeface="+mn-ea"/>
                <a:cs typeface="+mn-ea"/>
                <a:sym typeface="+mn-lt"/>
              </a:rPr>
              <a:t></a:t>
            </a:r>
          </a:p>
        </p:txBody>
      </p:sp>
      <p:sp>
        <p:nvSpPr>
          <p:cNvPr id="113680" name="Line 42">
            <a:extLst>
              <a:ext uri="{FF2B5EF4-FFF2-40B4-BE49-F238E27FC236}">
                <a16:creationId xmlns:a16="http://schemas.microsoft.com/office/drawing/2014/main" id="{1AB02A03-510B-4A9D-8553-A8B54A1FEAC8}"/>
              </a:ext>
            </a:extLst>
          </p:cNvPr>
          <p:cNvSpPr>
            <a:spLocks noChangeShapeType="1"/>
          </p:cNvSpPr>
          <p:nvPr/>
        </p:nvSpPr>
        <p:spPr bwMode="auto">
          <a:xfrm>
            <a:off x="1584325" y="3278188"/>
            <a:ext cx="457200" cy="0"/>
          </a:xfrm>
          <a:prstGeom prst="line">
            <a:avLst/>
          </a:prstGeom>
          <a:noFill/>
          <a:ln w="28575">
            <a:solidFill>
              <a:schemeClr val="bg1">
                <a:lumMod val="10000"/>
              </a:schemeClr>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81" name="Rectangle 43">
            <a:extLst>
              <a:ext uri="{FF2B5EF4-FFF2-40B4-BE49-F238E27FC236}">
                <a16:creationId xmlns:a16="http://schemas.microsoft.com/office/drawing/2014/main" id="{45276E81-6217-4B51-9B49-509A8401F075}"/>
              </a:ext>
            </a:extLst>
          </p:cNvPr>
          <p:cNvSpPr>
            <a:spLocks noChangeArrowheads="1"/>
          </p:cNvSpPr>
          <p:nvPr/>
        </p:nvSpPr>
        <p:spPr bwMode="auto">
          <a:xfrm>
            <a:off x="2041525" y="2973388"/>
            <a:ext cx="990600" cy="533400"/>
          </a:xfrm>
          <a:prstGeom prst="rect">
            <a:avLst/>
          </a:prstGeom>
          <a:solidFill>
            <a:srgbClr val="FFFFCC"/>
          </a:solidFill>
          <a:ln w="9525">
            <a:solidFill>
              <a:schemeClr val="bg1">
                <a:lumMod val="10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a:latin typeface="+mn-lt"/>
              <a:ea typeface="+mn-ea"/>
              <a:cs typeface="+mn-ea"/>
              <a:sym typeface="+mn-lt"/>
            </a:endParaRPr>
          </a:p>
        </p:txBody>
      </p:sp>
      <p:sp>
        <p:nvSpPr>
          <p:cNvPr id="113682" name="Line 44">
            <a:extLst>
              <a:ext uri="{FF2B5EF4-FFF2-40B4-BE49-F238E27FC236}">
                <a16:creationId xmlns:a16="http://schemas.microsoft.com/office/drawing/2014/main" id="{17F6C10B-2D05-4329-8E15-7131F537A063}"/>
              </a:ext>
            </a:extLst>
          </p:cNvPr>
          <p:cNvSpPr>
            <a:spLocks noChangeShapeType="1"/>
          </p:cNvSpPr>
          <p:nvPr/>
        </p:nvSpPr>
        <p:spPr bwMode="auto">
          <a:xfrm>
            <a:off x="2727325" y="2973388"/>
            <a:ext cx="0" cy="533400"/>
          </a:xfrm>
          <a:prstGeom prst="line">
            <a:avLst/>
          </a:prstGeom>
          <a:noFill/>
          <a:ln w="19050">
            <a:solidFill>
              <a:schemeClr val="bg1">
                <a:lumMod val="10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83" name="Line 45">
            <a:extLst>
              <a:ext uri="{FF2B5EF4-FFF2-40B4-BE49-F238E27FC236}">
                <a16:creationId xmlns:a16="http://schemas.microsoft.com/office/drawing/2014/main" id="{2FD206C1-1C7E-4988-A1EA-3C5869B47685}"/>
              </a:ext>
            </a:extLst>
          </p:cNvPr>
          <p:cNvSpPr>
            <a:spLocks noChangeShapeType="1"/>
          </p:cNvSpPr>
          <p:nvPr/>
        </p:nvSpPr>
        <p:spPr bwMode="auto">
          <a:xfrm>
            <a:off x="2879725" y="3278188"/>
            <a:ext cx="990600" cy="0"/>
          </a:xfrm>
          <a:prstGeom prst="line">
            <a:avLst/>
          </a:prstGeom>
          <a:noFill/>
          <a:ln w="28575">
            <a:solidFill>
              <a:schemeClr val="bg1">
                <a:lumMod val="10000"/>
              </a:schemeClr>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84" name="Rectangle 46">
            <a:extLst>
              <a:ext uri="{FF2B5EF4-FFF2-40B4-BE49-F238E27FC236}">
                <a16:creationId xmlns:a16="http://schemas.microsoft.com/office/drawing/2014/main" id="{D3EFE2B4-42D1-4931-9487-DF281BB65390}"/>
              </a:ext>
            </a:extLst>
          </p:cNvPr>
          <p:cNvSpPr>
            <a:spLocks noChangeArrowheads="1"/>
          </p:cNvSpPr>
          <p:nvPr/>
        </p:nvSpPr>
        <p:spPr bwMode="auto">
          <a:xfrm>
            <a:off x="3870325" y="2973388"/>
            <a:ext cx="990600" cy="533400"/>
          </a:xfrm>
          <a:prstGeom prst="rect">
            <a:avLst/>
          </a:prstGeom>
          <a:solidFill>
            <a:srgbClr val="9476B6"/>
          </a:solidFill>
          <a:ln w="9525">
            <a:solidFill>
              <a:schemeClr val="bg1">
                <a:lumMod val="10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a:latin typeface="+mn-lt"/>
              <a:ea typeface="+mn-ea"/>
              <a:cs typeface="+mn-ea"/>
              <a:sym typeface="+mn-lt"/>
            </a:endParaRPr>
          </a:p>
        </p:txBody>
      </p:sp>
      <p:sp>
        <p:nvSpPr>
          <p:cNvPr id="113685" name="Line 47">
            <a:extLst>
              <a:ext uri="{FF2B5EF4-FFF2-40B4-BE49-F238E27FC236}">
                <a16:creationId xmlns:a16="http://schemas.microsoft.com/office/drawing/2014/main" id="{AF9FA6BD-F97D-415D-AA15-110DE3D9F292}"/>
              </a:ext>
            </a:extLst>
          </p:cNvPr>
          <p:cNvSpPr>
            <a:spLocks noChangeShapeType="1"/>
          </p:cNvSpPr>
          <p:nvPr/>
        </p:nvSpPr>
        <p:spPr bwMode="auto">
          <a:xfrm>
            <a:off x="4556125" y="2973388"/>
            <a:ext cx="0" cy="533400"/>
          </a:xfrm>
          <a:prstGeom prst="line">
            <a:avLst/>
          </a:prstGeom>
          <a:noFill/>
          <a:ln w="19050">
            <a:solidFill>
              <a:schemeClr val="bg1">
                <a:lumMod val="10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86" name="Line 48">
            <a:extLst>
              <a:ext uri="{FF2B5EF4-FFF2-40B4-BE49-F238E27FC236}">
                <a16:creationId xmlns:a16="http://schemas.microsoft.com/office/drawing/2014/main" id="{D13CA26F-182E-4454-973D-F267C3AF996C}"/>
              </a:ext>
            </a:extLst>
          </p:cNvPr>
          <p:cNvSpPr>
            <a:spLocks noChangeShapeType="1"/>
          </p:cNvSpPr>
          <p:nvPr/>
        </p:nvSpPr>
        <p:spPr bwMode="auto">
          <a:xfrm>
            <a:off x="4708525" y="3278188"/>
            <a:ext cx="990600" cy="0"/>
          </a:xfrm>
          <a:prstGeom prst="line">
            <a:avLst/>
          </a:prstGeom>
          <a:noFill/>
          <a:ln w="28575">
            <a:solidFill>
              <a:schemeClr val="bg1">
                <a:lumMod val="10000"/>
              </a:schemeClr>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87" name="Rectangle 49">
            <a:extLst>
              <a:ext uri="{FF2B5EF4-FFF2-40B4-BE49-F238E27FC236}">
                <a16:creationId xmlns:a16="http://schemas.microsoft.com/office/drawing/2014/main" id="{526AE2F6-163B-43EC-BC5D-DE361A7074BE}"/>
              </a:ext>
            </a:extLst>
          </p:cNvPr>
          <p:cNvSpPr>
            <a:spLocks noChangeArrowheads="1"/>
          </p:cNvSpPr>
          <p:nvPr/>
        </p:nvSpPr>
        <p:spPr bwMode="auto">
          <a:xfrm>
            <a:off x="5699125" y="2973388"/>
            <a:ext cx="990600" cy="533400"/>
          </a:xfrm>
          <a:prstGeom prst="rect">
            <a:avLst/>
          </a:prstGeom>
          <a:solidFill>
            <a:srgbClr val="FFFFCC"/>
          </a:solidFill>
          <a:ln w="9525">
            <a:solidFill>
              <a:schemeClr val="bg1">
                <a:lumMod val="10000"/>
              </a:schemeClr>
            </a:solidFill>
            <a:miter lim="800000"/>
            <a:headEnd/>
            <a:tailEnd/>
          </a:ln>
          <a:effec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kumimoji="1" lang="zh-CN" altLang="en-US">
              <a:latin typeface="+mn-lt"/>
              <a:ea typeface="+mn-ea"/>
              <a:cs typeface="+mn-ea"/>
              <a:sym typeface="+mn-lt"/>
            </a:endParaRPr>
          </a:p>
        </p:txBody>
      </p:sp>
      <p:sp>
        <p:nvSpPr>
          <p:cNvPr id="113688" name="Line 50">
            <a:extLst>
              <a:ext uri="{FF2B5EF4-FFF2-40B4-BE49-F238E27FC236}">
                <a16:creationId xmlns:a16="http://schemas.microsoft.com/office/drawing/2014/main" id="{9F6306CA-BCC4-4FA3-A97E-3DEFACCEEBEA}"/>
              </a:ext>
            </a:extLst>
          </p:cNvPr>
          <p:cNvSpPr>
            <a:spLocks noChangeShapeType="1"/>
          </p:cNvSpPr>
          <p:nvPr/>
        </p:nvSpPr>
        <p:spPr bwMode="auto">
          <a:xfrm>
            <a:off x="6384925" y="2973388"/>
            <a:ext cx="0" cy="533400"/>
          </a:xfrm>
          <a:prstGeom prst="line">
            <a:avLst/>
          </a:prstGeom>
          <a:noFill/>
          <a:ln w="19050">
            <a:solidFill>
              <a:schemeClr val="tx1">
                <a:lumMod val="95000"/>
                <a:lumOff val="5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89" name="Line 51">
            <a:extLst>
              <a:ext uri="{FF2B5EF4-FFF2-40B4-BE49-F238E27FC236}">
                <a16:creationId xmlns:a16="http://schemas.microsoft.com/office/drawing/2014/main" id="{074E1E41-C693-437D-B5A1-D239055FA116}"/>
              </a:ext>
            </a:extLst>
          </p:cNvPr>
          <p:cNvSpPr>
            <a:spLocks noChangeShapeType="1"/>
          </p:cNvSpPr>
          <p:nvPr/>
        </p:nvSpPr>
        <p:spPr bwMode="auto">
          <a:xfrm>
            <a:off x="6537325" y="3278188"/>
            <a:ext cx="609600" cy="0"/>
          </a:xfrm>
          <a:prstGeom prst="line">
            <a:avLst/>
          </a:prstGeom>
          <a:noFill/>
          <a:ln w="28575">
            <a:solidFill>
              <a:schemeClr val="bg1">
                <a:lumMod val="10000"/>
              </a:schemeClr>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90" name="Text Box 52">
            <a:extLst>
              <a:ext uri="{FF2B5EF4-FFF2-40B4-BE49-F238E27FC236}">
                <a16:creationId xmlns:a16="http://schemas.microsoft.com/office/drawing/2014/main" id="{07F6D265-4689-4708-A1B5-ED05949C19F0}"/>
              </a:ext>
            </a:extLst>
          </p:cNvPr>
          <p:cNvSpPr txBox="1">
            <a:spLocks noChangeArrowheads="1"/>
          </p:cNvSpPr>
          <p:nvPr/>
        </p:nvSpPr>
        <p:spPr bwMode="auto">
          <a:xfrm>
            <a:off x="1198563" y="3051175"/>
            <a:ext cx="49371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latin typeface="+mn-lt"/>
                <a:ea typeface="+mn-ea"/>
                <a:cs typeface="+mn-ea"/>
                <a:sym typeface="+mn-lt"/>
              </a:rPr>
              <a:t></a:t>
            </a:r>
          </a:p>
        </p:txBody>
      </p:sp>
      <p:sp>
        <p:nvSpPr>
          <p:cNvPr id="113691" name="Text Box 53">
            <a:extLst>
              <a:ext uri="{FF2B5EF4-FFF2-40B4-BE49-F238E27FC236}">
                <a16:creationId xmlns:a16="http://schemas.microsoft.com/office/drawing/2014/main" id="{F3ECBC39-8BA6-4387-AF25-AD8158711B54}"/>
              </a:ext>
            </a:extLst>
          </p:cNvPr>
          <p:cNvSpPr txBox="1">
            <a:spLocks noChangeArrowheads="1"/>
          </p:cNvSpPr>
          <p:nvPr/>
        </p:nvSpPr>
        <p:spPr bwMode="auto">
          <a:xfrm>
            <a:off x="7104063" y="3051175"/>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latin typeface="+mn-lt"/>
                <a:ea typeface="+mn-ea"/>
                <a:cs typeface="+mn-ea"/>
                <a:sym typeface="+mn-lt"/>
              </a:rPr>
              <a:t></a:t>
            </a:r>
          </a:p>
        </p:txBody>
      </p:sp>
      <p:sp>
        <p:nvSpPr>
          <p:cNvPr id="113692" name="Text Box 54">
            <a:extLst>
              <a:ext uri="{FF2B5EF4-FFF2-40B4-BE49-F238E27FC236}">
                <a16:creationId xmlns:a16="http://schemas.microsoft.com/office/drawing/2014/main" id="{48974E53-E7EF-41DE-A697-E92FA6AA88DA}"/>
              </a:ext>
            </a:extLst>
          </p:cNvPr>
          <p:cNvSpPr txBox="1">
            <a:spLocks noChangeArrowheads="1"/>
          </p:cNvSpPr>
          <p:nvPr/>
        </p:nvSpPr>
        <p:spPr bwMode="auto">
          <a:xfrm>
            <a:off x="2112963" y="1495425"/>
            <a:ext cx="566737"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a:solidFill>
                  <a:schemeClr val="tx2"/>
                </a:solidFill>
                <a:latin typeface="+mn-lt"/>
                <a:ea typeface="+mn-ea"/>
                <a:cs typeface="+mn-ea"/>
                <a:sym typeface="+mn-lt"/>
              </a:rPr>
              <a:t>a</a:t>
            </a:r>
            <a:r>
              <a:rPr lang="en-US" altLang="zh-CN" baseline="-25000">
                <a:solidFill>
                  <a:schemeClr val="tx2"/>
                </a:solidFill>
                <a:latin typeface="+mn-lt"/>
                <a:ea typeface="+mn-ea"/>
                <a:cs typeface="+mn-ea"/>
                <a:sym typeface="+mn-lt"/>
              </a:rPr>
              <a:t>i-1</a:t>
            </a:r>
            <a:endParaRPr lang="en-US" altLang="zh-CN">
              <a:latin typeface="+mn-lt"/>
              <a:ea typeface="+mn-ea"/>
              <a:cs typeface="+mn-ea"/>
              <a:sym typeface="+mn-lt"/>
            </a:endParaRPr>
          </a:p>
        </p:txBody>
      </p:sp>
      <p:sp>
        <p:nvSpPr>
          <p:cNvPr id="113693" name="Text Box 55">
            <a:extLst>
              <a:ext uri="{FF2B5EF4-FFF2-40B4-BE49-F238E27FC236}">
                <a16:creationId xmlns:a16="http://schemas.microsoft.com/office/drawing/2014/main" id="{D485A46F-238A-4110-8749-8823AACDFAD4}"/>
              </a:ext>
            </a:extLst>
          </p:cNvPr>
          <p:cNvSpPr txBox="1">
            <a:spLocks noChangeArrowheads="1"/>
          </p:cNvSpPr>
          <p:nvPr/>
        </p:nvSpPr>
        <p:spPr bwMode="auto">
          <a:xfrm>
            <a:off x="2111375" y="2943225"/>
            <a:ext cx="5667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dirty="0">
                <a:solidFill>
                  <a:schemeClr val="tx2"/>
                </a:solidFill>
                <a:latin typeface="+mn-lt"/>
                <a:ea typeface="+mn-ea"/>
                <a:cs typeface="+mn-ea"/>
                <a:sym typeface="+mn-lt"/>
              </a:rPr>
              <a:t>a</a:t>
            </a:r>
            <a:r>
              <a:rPr lang="en-US" altLang="zh-CN" baseline="-25000" dirty="0">
                <a:solidFill>
                  <a:schemeClr val="tx2"/>
                </a:solidFill>
                <a:latin typeface="+mn-lt"/>
                <a:ea typeface="+mn-ea"/>
                <a:cs typeface="+mn-ea"/>
                <a:sym typeface="+mn-lt"/>
              </a:rPr>
              <a:t>i-1</a:t>
            </a:r>
            <a:endParaRPr lang="en-US" altLang="zh-CN" dirty="0">
              <a:latin typeface="+mn-lt"/>
              <a:ea typeface="+mn-ea"/>
              <a:cs typeface="+mn-ea"/>
              <a:sym typeface="+mn-lt"/>
            </a:endParaRPr>
          </a:p>
        </p:txBody>
      </p:sp>
      <p:sp>
        <p:nvSpPr>
          <p:cNvPr id="113694" name="Text Box 56">
            <a:extLst>
              <a:ext uri="{FF2B5EF4-FFF2-40B4-BE49-F238E27FC236}">
                <a16:creationId xmlns:a16="http://schemas.microsoft.com/office/drawing/2014/main" id="{0A510DEC-701C-4A0C-B125-2D347A5CFAA5}"/>
              </a:ext>
            </a:extLst>
          </p:cNvPr>
          <p:cNvSpPr txBox="1">
            <a:spLocks noChangeArrowheads="1"/>
          </p:cNvSpPr>
          <p:nvPr/>
        </p:nvSpPr>
        <p:spPr bwMode="auto">
          <a:xfrm>
            <a:off x="4087813" y="1541463"/>
            <a:ext cx="395287"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a:solidFill>
                  <a:schemeClr val="tx2"/>
                </a:solidFill>
                <a:latin typeface="+mn-lt"/>
                <a:ea typeface="+mn-ea"/>
                <a:cs typeface="+mn-ea"/>
                <a:sym typeface="+mn-lt"/>
              </a:rPr>
              <a:t>a</a:t>
            </a:r>
            <a:r>
              <a:rPr lang="en-US" altLang="zh-CN" baseline="-25000">
                <a:solidFill>
                  <a:schemeClr val="tx2"/>
                </a:solidFill>
                <a:latin typeface="+mn-lt"/>
                <a:ea typeface="+mn-ea"/>
                <a:cs typeface="+mn-ea"/>
                <a:sym typeface="+mn-lt"/>
              </a:rPr>
              <a:t>i</a:t>
            </a:r>
            <a:endParaRPr lang="en-US" altLang="zh-CN">
              <a:latin typeface="+mn-lt"/>
              <a:ea typeface="+mn-ea"/>
              <a:cs typeface="+mn-ea"/>
              <a:sym typeface="+mn-lt"/>
            </a:endParaRPr>
          </a:p>
        </p:txBody>
      </p:sp>
      <p:sp>
        <p:nvSpPr>
          <p:cNvPr id="113695" name="Text Box 57">
            <a:extLst>
              <a:ext uri="{FF2B5EF4-FFF2-40B4-BE49-F238E27FC236}">
                <a16:creationId xmlns:a16="http://schemas.microsoft.com/office/drawing/2014/main" id="{31434887-6B57-473A-81B3-1766684E483F}"/>
              </a:ext>
            </a:extLst>
          </p:cNvPr>
          <p:cNvSpPr txBox="1">
            <a:spLocks noChangeArrowheads="1"/>
          </p:cNvSpPr>
          <p:nvPr/>
        </p:nvSpPr>
        <p:spPr bwMode="auto">
          <a:xfrm>
            <a:off x="4092575" y="2943225"/>
            <a:ext cx="39528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dirty="0" err="1">
                <a:solidFill>
                  <a:schemeClr val="bg1"/>
                </a:solidFill>
                <a:latin typeface="+mn-lt"/>
                <a:ea typeface="+mn-ea"/>
                <a:cs typeface="+mn-ea"/>
                <a:sym typeface="+mn-lt"/>
              </a:rPr>
              <a:t>a</a:t>
            </a:r>
            <a:r>
              <a:rPr lang="en-US" altLang="zh-CN" baseline="-25000" dirty="0" err="1">
                <a:solidFill>
                  <a:schemeClr val="bg1"/>
                </a:solidFill>
                <a:latin typeface="+mn-lt"/>
                <a:ea typeface="+mn-ea"/>
                <a:cs typeface="+mn-ea"/>
                <a:sym typeface="+mn-lt"/>
              </a:rPr>
              <a:t>i</a:t>
            </a:r>
            <a:endParaRPr lang="en-US" altLang="zh-CN" dirty="0">
              <a:latin typeface="+mn-lt"/>
              <a:ea typeface="+mn-ea"/>
              <a:cs typeface="+mn-ea"/>
              <a:sym typeface="+mn-lt"/>
            </a:endParaRPr>
          </a:p>
        </p:txBody>
      </p:sp>
      <p:sp>
        <p:nvSpPr>
          <p:cNvPr id="113696" name="Text Box 58">
            <a:extLst>
              <a:ext uri="{FF2B5EF4-FFF2-40B4-BE49-F238E27FC236}">
                <a16:creationId xmlns:a16="http://schemas.microsoft.com/office/drawing/2014/main" id="{EBD036EA-E9D6-4793-834B-BA0FBCCA34D8}"/>
              </a:ext>
            </a:extLst>
          </p:cNvPr>
          <p:cNvSpPr txBox="1">
            <a:spLocks noChangeArrowheads="1"/>
          </p:cNvSpPr>
          <p:nvPr/>
        </p:nvSpPr>
        <p:spPr bwMode="auto">
          <a:xfrm>
            <a:off x="5764213" y="1541463"/>
            <a:ext cx="615950" cy="46037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a:solidFill>
                  <a:schemeClr val="tx2"/>
                </a:solidFill>
                <a:latin typeface="+mn-lt"/>
                <a:ea typeface="+mn-ea"/>
                <a:cs typeface="+mn-ea"/>
                <a:sym typeface="+mn-lt"/>
              </a:rPr>
              <a:t>a</a:t>
            </a:r>
            <a:r>
              <a:rPr lang="en-US" altLang="zh-CN" baseline="-25000">
                <a:solidFill>
                  <a:schemeClr val="tx2"/>
                </a:solidFill>
                <a:latin typeface="+mn-lt"/>
                <a:ea typeface="+mn-ea"/>
                <a:cs typeface="+mn-ea"/>
                <a:sym typeface="+mn-lt"/>
              </a:rPr>
              <a:t>i+1</a:t>
            </a:r>
            <a:endParaRPr lang="en-US" altLang="zh-CN">
              <a:latin typeface="+mn-lt"/>
              <a:ea typeface="+mn-ea"/>
              <a:cs typeface="+mn-ea"/>
              <a:sym typeface="+mn-lt"/>
            </a:endParaRPr>
          </a:p>
        </p:txBody>
      </p:sp>
      <p:sp>
        <p:nvSpPr>
          <p:cNvPr id="113697" name="Text Box 59">
            <a:extLst>
              <a:ext uri="{FF2B5EF4-FFF2-40B4-BE49-F238E27FC236}">
                <a16:creationId xmlns:a16="http://schemas.microsoft.com/office/drawing/2014/main" id="{642E864F-6DBC-46B1-A0B9-C34E8D821520}"/>
              </a:ext>
            </a:extLst>
          </p:cNvPr>
          <p:cNvSpPr txBox="1">
            <a:spLocks noChangeArrowheads="1"/>
          </p:cNvSpPr>
          <p:nvPr/>
        </p:nvSpPr>
        <p:spPr bwMode="auto">
          <a:xfrm>
            <a:off x="5783263" y="2943225"/>
            <a:ext cx="61595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i="1">
                <a:solidFill>
                  <a:schemeClr val="tx2"/>
                </a:solidFill>
                <a:latin typeface="+mn-lt"/>
                <a:ea typeface="+mn-ea"/>
                <a:cs typeface="+mn-ea"/>
                <a:sym typeface="+mn-lt"/>
              </a:rPr>
              <a:t>a</a:t>
            </a:r>
            <a:r>
              <a:rPr lang="en-US" altLang="zh-CN" baseline="-25000">
                <a:solidFill>
                  <a:schemeClr val="tx2"/>
                </a:solidFill>
                <a:latin typeface="+mn-lt"/>
                <a:ea typeface="+mn-ea"/>
                <a:cs typeface="+mn-ea"/>
                <a:sym typeface="+mn-lt"/>
              </a:rPr>
              <a:t>i+1</a:t>
            </a:r>
            <a:endParaRPr lang="en-US" altLang="zh-CN">
              <a:latin typeface="+mn-lt"/>
              <a:ea typeface="+mn-ea"/>
              <a:cs typeface="+mn-ea"/>
              <a:sym typeface="+mn-lt"/>
            </a:endParaRPr>
          </a:p>
        </p:txBody>
      </p:sp>
      <p:sp>
        <p:nvSpPr>
          <p:cNvPr id="113698" name="Line 60">
            <a:extLst>
              <a:ext uri="{FF2B5EF4-FFF2-40B4-BE49-F238E27FC236}">
                <a16:creationId xmlns:a16="http://schemas.microsoft.com/office/drawing/2014/main" id="{9327562A-3C7A-46CE-810E-76263D4866E9}"/>
              </a:ext>
            </a:extLst>
          </p:cNvPr>
          <p:cNvSpPr>
            <a:spLocks noChangeShapeType="1"/>
          </p:cNvSpPr>
          <p:nvPr/>
        </p:nvSpPr>
        <p:spPr bwMode="auto">
          <a:xfrm flipV="1">
            <a:off x="2346325" y="3582988"/>
            <a:ext cx="0" cy="457200"/>
          </a:xfrm>
          <a:prstGeom prst="line">
            <a:avLst/>
          </a:prstGeom>
          <a:noFill/>
          <a:ln w="28575">
            <a:solidFill>
              <a:schemeClr val="accent2"/>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699" name="Line 61">
            <a:extLst>
              <a:ext uri="{FF2B5EF4-FFF2-40B4-BE49-F238E27FC236}">
                <a16:creationId xmlns:a16="http://schemas.microsoft.com/office/drawing/2014/main" id="{00458AE4-1297-499E-A22A-A0B685C16AED}"/>
              </a:ext>
            </a:extLst>
          </p:cNvPr>
          <p:cNvSpPr>
            <a:spLocks noChangeShapeType="1"/>
          </p:cNvSpPr>
          <p:nvPr/>
        </p:nvSpPr>
        <p:spPr bwMode="auto">
          <a:xfrm flipV="1">
            <a:off x="4175125" y="3582988"/>
            <a:ext cx="0" cy="457200"/>
          </a:xfrm>
          <a:prstGeom prst="line">
            <a:avLst/>
          </a:prstGeom>
          <a:noFill/>
          <a:ln w="28575">
            <a:solidFill>
              <a:schemeClr val="accent2"/>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700" name="Text Box 62">
            <a:extLst>
              <a:ext uri="{FF2B5EF4-FFF2-40B4-BE49-F238E27FC236}">
                <a16:creationId xmlns:a16="http://schemas.microsoft.com/office/drawing/2014/main" id="{68F9E992-96A7-4D7E-86AB-E1278BDAD8FF}"/>
              </a:ext>
            </a:extLst>
          </p:cNvPr>
          <p:cNvSpPr txBox="1">
            <a:spLocks noChangeArrowheads="1"/>
          </p:cNvSpPr>
          <p:nvPr/>
        </p:nvSpPr>
        <p:spPr bwMode="auto">
          <a:xfrm>
            <a:off x="2346325" y="3582988"/>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solidFill>
                  <a:schemeClr val="tx2"/>
                </a:solidFill>
                <a:latin typeface="+mn-lt"/>
                <a:ea typeface="+mn-ea"/>
                <a:cs typeface="+mn-ea"/>
                <a:sym typeface="+mn-lt"/>
              </a:rPr>
              <a:t>p</a:t>
            </a:r>
            <a:endParaRPr lang="en-US" altLang="zh-CN">
              <a:latin typeface="+mn-lt"/>
              <a:ea typeface="+mn-ea"/>
              <a:cs typeface="+mn-ea"/>
              <a:sym typeface="+mn-lt"/>
            </a:endParaRPr>
          </a:p>
        </p:txBody>
      </p:sp>
      <p:sp>
        <p:nvSpPr>
          <p:cNvPr id="113701" name="Text Box 63">
            <a:extLst>
              <a:ext uri="{FF2B5EF4-FFF2-40B4-BE49-F238E27FC236}">
                <a16:creationId xmlns:a16="http://schemas.microsoft.com/office/drawing/2014/main" id="{DACEFF6B-827B-48A0-8B27-1CD45BFA4B34}"/>
              </a:ext>
            </a:extLst>
          </p:cNvPr>
          <p:cNvSpPr txBox="1">
            <a:spLocks noChangeArrowheads="1"/>
          </p:cNvSpPr>
          <p:nvPr/>
        </p:nvSpPr>
        <p:spPr bwMode="auto">
          <a:xfrm>
            <a:off x="4222750" y="3582988"/>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a:solidFill>
                  <a:schemeClr val="tx2"/>
                </a:solidFill>
                <a:latin typeface="+mn-lt"/>
                <a:ea typeface="+mn-ea"/>
                <a:cs typeface="+mn-ea"/>
                <a:sym typeface="+mn-lt"/>
              </a:rPr>
              <a:t>q</a:t>
            </a:r>
            <a:endParaRPr lang="en-US" altLang="zh-CN">
              <a:latin typeface="+mn-lt"/>
              <a:ea typeface="+mn-ea"/>
              <a:cs typeface="+mn-ea"/>
              <a:sym typeface="+mn-lt"/>
            </a:endParaRPr>
          </a:p>
        </p:txBody>
      </p:sp>
      <p:sp>
        <p:nvSpPr>
          <p:cNvPr id="113702" name="Line 64">
            <a:extLst>
              <a:ext uri="{FF2B5EF4-FFF2-40B4-BE49-F238E27FC236}">
                <a16:creationId xmlns:a16="http://schemas.microsoft.com/office/drawing/2014/main" id="{7072BCE0-CC85-4813-9970-60765BEB554A}"/>
              </a:ext>
            </a:extLst>
          </p:cNvPr>
          <p:cNvSpPr>
            <a:spLocks noChangeShapeType="1"/>
          </p:cNvSpPr>
          <p:nvPr/>
        </p:nvSpPr>
        <p:spPr bwMode="auto">
          <a:xfrm flipV="1">
            <a:off x="2914650" y="2568575"/>
            <a:ext cx="381000" cy="381000"/>
          </a:xfrm>
          <a:prstGeom prst="line">
            <a:avLst/>
          </a:prstGeom>
          <a:noFill/>
          <a:ln w="57150">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703" name="Line 65">
            <a:extLst>
              <a:ext uri="{FF2B5EF4-FFF2-40B4-BE49-F238E27FC236}">
                <a16:creationId xmlns:a16="http://schemas.microsoft.com/office/drawing/2014/main" id="{7C56CC69-CBB5-4EB5-BD9B-8979356F7ABE}"/>
              </a:ext>
            </a:extLst>
          </p:cNvPr>
          <p:cNvSpPr>
            <a:spLocks noChangeShapeType="1"/>
          </p:cNvSpPr>
          <p:nvPr/>
        </p:nvSpPr>
        <p:spPr bwMode="auto">
          <a:xfrm>
            <a:off x="5435600" y="2582863"/>
            <a:ext cx="304800" cy="228600"/>
          </a:xfrm>
          <a:prstGeom prst="line">
            <a:avLst/>
          </a:prstGeom>
          <a:noFill/>
          <a:ln w="57150">
            <a:solidFill>
              <a:srgbClr val="FF0000"/>
            </a:solidFill>
            <a:round/>
            <a:headEnd/>
            <a:tailEnd type="triangle" w="sm" len="lg"/>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704" name="Line 66">
            <a:extLst>
              <a:ext uri="{FF2B5EF4-FFF2-40B4-BE49-F238E27FC236}">
                <a16:creationId xmlns:a16="http://schemas.microsoft.com/office/drawing/2014/main" id="{72CF3888-F6F0-4C85-895F-7623199923D1}"/>
              </a:ext>
            </a:extLst>
          </p:cNvPr>
          <p:cNvSpPr>
            <a:spLocks noChangeShapeType="1"/>
          </p:cNvSpPr>
          <p:nvPr/>
        </p:nvSpPr>
        <p:spPr bwMode="auto">
          <a:xfrm flipH="1">
            <a:off x="3281363" y="2568575"/>
            <a:ext cx="2133600" cy="0"/>
          </a:xfrm>
          <a:prstGeom prst="line">
            <a:avLst/>
          </a:prstGeom>
          <a:noFill/>
          <a:ln w="57150">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705" name="Text Box 67">
            <a:extLst>
              <a:ext uri="{FF2B5EF4-FFF2-40B4-BE49-F238E27FC236}">
                <a16:creationId xmlns:a16="http://schemas.microsoft.com/office/drawing/2014/main" id="{3A3A5C77-C8F2-4771-808A-10FD59DB25F4}"/>
              </a:ext>
            </a:extLst>
          </p:cNvPr>
          <p:cNvSpPr txBox="1">
            <a:spLocks noChangeArrowheads="1"/>
          </p:cNvSpPr>
          <p:nvPr/>
        </p:nvSpPr>
        <p:spPr bwMode="auto">
          <a:xfrm>
            <a:off x="3859213" y="2055813"/>
            <a:ext cx="11080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olidFill>
                  <a:schemeClr val="accent2"/>
                </a:solidFill>
                <a:sym typeface="+mn-lt"/>
              </a:rPr>
              <a:t>删除前</a:t>
            </a:r>
            <a:endParaRPr lang="zh-CN" altLang="en-US">
              <a:sym typeface="+mn-lt"/>
            </a:endParaRPr>
          </a:p>
        </p:txBody>
      </p:sp>
      <p:sp>
        <p:nvSpPr>
          <p:cNvPr id="113706" name="Text Box 68">
            <a:extLst>
              <a:ext uri="{FF2B5EF4-FFF2-40B4-BE49-F238E27FC236}">
                <a16:creationId xmlns:a16="http://schemas.microsoft.com/office/drawing/2014/main" id="{97ECD0AB-8B8B-4E42-94ED-B065AA88FFDF}"/>
              </a:ext>
            </a:extLst>
          </p:cNvPr>
          <p:cNvSpPr txBox="1">
            <a:spLocks noChangeArrowheads="1"/>
          </p:cNvSpPr>
          <p:nvPr/>
        </p:nvSpPr>
        <p:spPr bwMode="auto">
          <a:xfrm>
            <a:off x="3717925" y="4040188"/>
            <a:ext cx="11080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olidFill>
                  <a:schemeClr val="accent2"/>
                </a:solidFill>
                <a:sym typeface="+mn-lt"/>
              </a:rPr>
              <a:t>删除后</a:t>
            </a:r>
            <a:endParaRPr lang="zh-CN" altLang="en-US">
              <a:sym typeface="+mn-lt"/>
            </a:endParaRPr>
          </a:p>
        </p:txBody>
      </p:sp>
      <p:grpSp>
        <p:nvGrpSpPr>
          <p:cNvPr id="118827" name="Group 69">
            <a:extLst>
              <a:ext uri="{FF2B5EF4-FFF2-40B4-BE49-F238E27FC236}">
                <a16:creationId xmlns:a16="http://schemas.microsoft.com/office/drawing/2014/main" id="{514BAF68-A4C0-EE40-9A7F-8843713559DF}"/>
              </a:ext>
            </a:extLst>
          </p:cNvPr>
          <p:cNvGrpSpPr>
            <a:grpSpLocks/>
          </p:cNvGrpSpPr>
          <p:nvPr/>
        </p:nvGrpSpPr>
        <p:grpSpPr bwMode="auto">
          <a:xfrm>
            <a:off x="3203575" y="3030538"/>
            <a:ext cx="361950" cy="438150"/>
            <a:chOff x="2928" y="684"/>
            <a:chExt cx="312" cy="420"/>
          </a:xfrm>
        </p:grpSpPr>
        <p:sp>
          <p:nvSpPr>
            <p:cNvPr id="113711" name="Line 70">
              <a:extLst>
                <a:ext uri="{FF2B5EF4-FFF2-40B4-BE49-F238E27FC236}">
                  <a16:creationId xmlns:a16="http://schemas.microsoft.com/office/drawing/2014/main" id="{5D1748C6-4668-4568-8834-49DD586875B4}"/>
                </a:ext>
              </a:extLst>
            </p:cNvPr>
            <p:cNvSpPr>
              <a:spLocks noChangeShapeType="1"/>
            </p:cNvSpPr>
            <p:nvPr/>
          </p:nvSpPr>
          <p:spPr bwMode="auto">
            <a:xfrm>
              <a:off x="2964" y="708"/>
              <a:ext cx="276" cy="396"/>
            </a:xfrm>
            <a:prstGeom prst="line">
              <a:avLst/>
            </a:prstGeom>
            <a:noFill/>
            <a:ln w="76200">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712" name="Line 71">
              <a:extLst>
                <a:ext uri="{FF2B5EF4-FFF2-40B4-BE49-F238E27FC236}">
                  <a16:creationId xmlns:a16="http://schemas.microsoft.com/office/drawing/2014/main" id="{75614191-49F9-45CB-AE19-50D6FDC27B42}"/>
                </a:ext>
              </a:extLst>
            </p:cNvPr>
            <p:cNvSpPr>
              <a:spLocks noChangeShapeType="1"/>
            </p:cNvSpPr>
            <p:nvPr/>
          </p:nvSpPr>
          <p:spPr bwMode="auto">
            <a:xfrm flipH="1">
              <a:off x="2928" y="684"/>
              <a:ext cx="312" cy="420"/>
            </a:xfrm>
            <a:prstGeom prst="line">
              <a:avLst/>
            </a:prstGeom>
            <a:noFill/>
            <a:ln w="76200">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grpSp>
      <p:grpSp>
        <p:nvGrpSpPr>
          <p:cNvPr id="118828" name="Group 72">
            <a:extLst>
              <a:ext uri="{FF2B5EF4-FFF2-40B4-BE49-F238E27FC236}">
                <a16:creationId xmlns:a16="http://schemas.microsoft.com/office/drawing/2014/main" id="{222EE38F-9FEC-6443-B9E0-3CEF26223BFA}"/>
              </a:ext>
            </a:extLst>
          </p:cNvPr>
          <p:cNvGrpSpPr>
            <a:grpSpLocks/>
          </p:cNvGrpSpPr>
          <p:nvPr/>
        </p:nvGrpSpPr>
        <p:grpSpPr bwMode="auto">
          <a:xfrm>
            <a:off x="5127625" y="3106738"/>
            <a:ext cx="361950" cy="438150"/>
            <a:chOff x="2928" y="684"/>
            <a:chExt cx="312" cy="420"/>
          </a:xfrm>
        </p:grpSpPr>
        <p:sp>
          <p:nvSpPr>
            <p:cNvPr id="113709" name="Line 73">
              <a:extLst>
                <a:ext uri="{FF2B5EF4-FFF2-40B4-BE49-F238E27FC236}">
                  <a16:creationId xmlns:a16="http://schemas.microsoft.com/office/drawing/2014/main" id="{FB15E9B0-7147-4526-B5DD-E60C06A6547B}"/>
                </a:ext>
              </a:extLst>
            </p:cNvPr>
            <p:cNvSpPr>
              <a:spLocks noChangeShapeType="1"/>
            </p:cNvSpPr>
            <p:nvPr/>
          </p:nvSpPr>
          <p:spPr bwMode="auto">
            <a:xfrm>
              <a:off x="2964" y="708"/>
              <a:ext cx="276" cy="396"/>
            </a:xfrm>
            <a:prstGeom prst="line">
              <a:avLst/>
            </a:prstGeom>
            <a:noFill/>
            <a:ln w="76200">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113710" name="Line 74">
              <a:extLst>
                <a:ext uri="{FF2B5EF4-FFF2-40B4-BE49-F238E27FC236}">
                  <a16:creationId xmlns:a16="http://schemas.microsoft.com/office/drawing/2014/main" id="{7B129C89-550F-4FCD-9F4B-6871DFEE9828}"/>
                </a:ext>
              </a:extLst>
            </p:cNvPr>
            <p:cNvSpPr>
              <a:spLocks noChangeShapeType="1"/>
            </p:cNvSpPr>
            <p:nvPr/>
          </p:nvSpPr>
          <p:spPr bwMode="auto">
            <a:xfrm flipH="1">
              <a:off x="2928" y="684"/>
              <a:ext cx="312" cy="420"/>
            </a:xfrm>
            <a:prstGeom prst="line">
              <a:avLst/>
            </a:prstGeom>
            <a:noFill/>
            <a:ln w="76200">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grpSp>
      <p:sp>
        <p:nvSpPr>
          <p:cNvPr id="49" name="Rectangle 6">
            <a:extLst>
              <a:ext uri="{FF2B5EF4-FFF2-40B4-BE49-F238E27FC236}">
                <a16:creationId xmlns:a16="http://schemas.microsoft.com/office/drawing/2014/main" id="{56554848-84C9-4E2F-A55B-3B7747D02134}"/>
              </a:ext>
            </a:extLst>
          </p:cNvPr>
          <p:cNvSpPr>
            <a:spLocks noChangeArrowheads="1"/>
          </p:cNvSpPr>
          <p:nvPr/>
        </p:nvSpPr>
        <p:spPr bwMode="auto">
          <a:xfrm>
            <a:off x="935038" y="201613"/>
            <a:ext cx="50768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删除（删除第 </a:t>
            </a:r>
            <a:r>
              <a:rPr lang="en-US" altLang="zh-CN">
                <a:solidFill>
                  <a:schemeClr val="bg1"/>
                </a:solidFill>
                <a:ea typeface="微软雅黑" panose="020B0503020204020204" pitchFamily="34" charset="-122"/>
                <a:sym typeface="+mn-lt"/>
              </a:rPr>
              <a:t>i </a:t>
            </a:r>
            <a:r>
              <a:rPr lang="zh-CN" altLang="en-US">
                <a:solidFill>
                  <a:schemeClr val="bg1"/>
                </a:solidFill>
                <a:ea typeface="微软雅黑" panose="020B0503020204020204" pitchFamily="34" charset="-122"/>
                <a:sym typeface="+mn-lt"/>
              </a:rPr>
              <a:t>个结点）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51919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9195"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4">
            <a:extLst>
              <a:ext uri="{FF2B5EF4-FFF2-40B4-BE49-F238E27FC236}">
                <a16:creationId xmlns:a16="http://schemas.microsoft.com/office/drawing/2014/main" id="{ACD19264-0D0E-448A-9380-F3373FB28D97}"/>
              </a:ext>
            </a:extLst>
          </p:cNvPr>
          <p:cNvSpPr>
            <a:spLocks noChangeArrowheads="1"/>
          </p:cNvSpPr>
          <p:nvPr/>
        </p:nvSpPr>
        <p:spPr bwMode="auto">
          <a:xfrm>
            <a:off x="0" y="974725"/>
            <a:ext cx="3775075" cy="514350"/>
          </a:xfrm>
          <a:prstGeom prst="rect">
            <a:avLst/>
          </a:prstGeom>
          <a:solidFill>
            <a:srgbClr val="9476B6"/>
          </a:solidFill>
          <a:ln>
            <a:noFill/>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a:solidFill>
                  <a:schemeClr val="bg1"/>
                </a:solidFill>
                <a:sym typeface="+mn-lt"/>
              </a:rPr>
              <a:t>【</a:t>
            </a:r>
            <a:r>
              <a:rPr lang="zh-CN" altLang="en-US">
                <a:solidFill>
                  <a:schemeClr val="bg1"/>
                </a:solidFill>
                <a:sym typeface="+mn-lt"/>
              </a:rPr>
              <a:t>算法步骤</a:t>
            </a:r>
            <a:r>
              <a:rPr lang="en-US" altLang="zh-CN">
                <a:solidFill>
                  <a:schemeClr val="bg1"/>
                </a:solidFill>
                <a:sym typeface="+mn-lt"/>
              </a:rPr>
              <a:t>】</a:t>
            </a:r>
          </a:p>
        </p:txBody>
      </p:sp>
      <p:sp>
        <p:nvSpPr>
          <p:cNvPr id="114691" name="Rectangle 5">
            <a:extLst>
              <a:ext uri="{FF2B5EF4-FFF2-40B4-BE49-F238E27FC236}">
                <a16:creationId xmlns:a16="http://schemas.microsoft.com/office/drawing/2014/main" id="{ADCC7A52-EE3C-4361-A6BB-F27B711E45E2}"/>
              </a:ext>
            </a:extLst>
          </p:cNvPr>
          <p:cNvSpPr>
            <a:spLocks noChangeArrowheads="1"/>
          </p:cNvSpPr>
          <p:nvPr/>
        </p:nvSpPr>
        <p:spPr bwMode="auto">
          <a:xfrm>
            <a:off x="165100" y="1628775"/>
            <a:ext cx="8569325" cy="241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20000"/>
              </a:lnSpc>
              <a:spcBef>
                <a:spcPct val="20000"/>
              </a:spcBef>
            </a:pPr>
            <a:r>
              <a:rPr lang="zh-CN" altLang="zh-CN" sz="2200">
                <a:sym typeface="+mn-lt"/>
              </a:rPr>
              <a:t>（</a:t>
            </a:r>
            <a:r>
              <a:rPr lang="en-US" altLang="zh-CN" sz="2200">
                <a:sym typeface="+mn-lt"/>
              </a:rPr>
              <a:t>1</a:t>
            </a:r>
            <a:r>
              <a:rPr lang="zh-CN" altLang="en-US" sz="2200">
                <a:sym typeface="+mn-lt"/>
              </a:rPr>
              <a:t>）找到</a:t>
            </a:r>
            <a:r>
              <a:rPr lang="en-US" altLang="zh-CN" sz="2200">
                <a:sym typeface="+mn-lt"/>
              </a:rPr>
              <a:t>a</a:t>
            </a:r>
            <a:r>
              <a:rPr lang="en-US" altLang="zh-CN" sz="2200" baseline="-30000">
                <a:sym typeface="+mn-lt"/>
              </a:rPr>
              <a:t>i-1</a:t>
            </a:r>
            <a:r>
              <a:rPr lang="zh-CN" altLang="en-US" sz="2200">
                <a:sym typeface="+mn-lt"/>
              </a:rPr>
              <a:t>存储位置</a:t>
            </a:r>
            <a:r>
              <a:rPr lang="en-US" altLang="zh-CN" sz="2200">
                <a:sym typeface="+mn-lt"/>
              </a:rPr>
              <a:t>p</a:t>
            </a:r>
          </a:p>
          <a:p>
            <a:pPr>
              <a:lnSpc>
                <a:spcPct val="120000"/>
              </a:lnSpc>
              <a:spcBef>
                <a:spcPct val="20000"/>
              </a:spcBef>
            </a:pPr>
            <a:r>
              <a:rPr lang="zh-CN" altLang="en-US" sz="2200">
                <a:sym typeface="+mn-lt"/>
              </a:rPr>
              <a:t>（</a:t>
            </a:r>
            <a:r>
              <a:rPr lang="en-US" altLang="zh-CN" sz="2200">
                <a:sym typeface="+mn-lt"/>
              </a:rPr>
              <a:t>2</a:t>
            </a:r>
            <a:r>
              <a:rPr lang="zh-CN" altLang="en-US" sz="2200">
                <a:sym typeface="+mn-lt"/>
              </a:rPr>
              <a:t>）临时保存结点</a:t>
            </a:r>
            <a:r>
              <a:rPr lang="en-US" altLang="zh-CN" sz="2200">
                <a:sym typeface="+mn-lt"/>
              </a:rPr>
              <a:t>a</a:t>
            </a:r>
            <a:r>
              <a:rPr lang="en-US" altLang="zh-CN" sz="2200" baseline="-30000">
                <a:sym typeface="+mn-lt"/>
              </a:rPr>
              <a:t>i</a:t>
            </a:r>
            <a:r>
              <a:rPr lang="zh-CN" altLang="en-US" sz="2200">
                <a:sym typeface="+mn-lt"/>
              </a:rPr>
              <a:t>的地址在</a:t>
            </a:r>
            <a:r>
              <a:rPr lang="en-US" altLang="zh-CN" sz="2200">
                <a:sym typeface="+mn-lt"/>
              </a:rPr>
              <a:t>q</a:t>
            </a:r>
            <a:r>
              <a:rPr lang="zh-CN" altLang="en-US" sz="2200">
                <a:sym typeface="+mn-lt"/>
              </a:rPr>
              <a:t>中，以备释放</a:t>
            </a:r>
          </a:p>
          <a:p>
            <a:pPr>
              <a:lnSpc>
                <a:spcPct val="120000"/>
              </a:lnSpc>
              <a:spcBef>
                <a:spcPct val="20000"/>
              </a:spcBef>
            </a:pPr>
            <a:r>
              <a:rPr lang="zh-CN" altLang="en-US" sz="2200">
                <a:sym typeface="+mn-lt"/>
              </a:rPr>
              <a:t>（</a:t>
            </a:r>
            <a:r>
              <a:rPr lang="en-US" altLang="zh-CN" sz="2200">
                <a:sym typeface="+mn-lt"/>
              </a:rPr>
              <a:t>3</a:t>
            </a:r>
            <a:r>
              <a:rPr lang="zh-CN" altLang="en-US" sz="2200">
                <a:sym typeface="+mn-lt"/>
              </a:rPr>
              <a:t>）令</a:t>
            </a:r>
            <a:r>
              <a:rPr lang="en-US" altLang="zh-CN" sz="2200">
                <a:sym typeface="+mn-lt"/>
              </a:rPr>
              <a:t>p-&gt;next</a:t>
            </a:r>
            <a:r>
              <a:rPr lang="zh-CN" altLang="en-US" sz="2200">
                <a:sym typeface="+mn-lt"/>
              </a:rPr>
              <a:t>指向</a:t>
            </a:r>
            <a:r>
              <a:rPr lang="en-US" altLang="zh-CN" sz="2200">
                <a:sym typeface="+mn-lt"/>
              </a:rPr>
              <a:t>a</a:t>
            </a:r>
            <a:r>
              <a:rPr lang="en-US" altLang="zh-CN" sz="2200" baseline="-30000">
                <a:sym typeface="+mn-lt"/>
              </a:rPr>
              <a:t>i</a:t>
            </a:r>
            <a:r>
              <a:rPr lang="zh-CN" altLang="en-US" sz="2200">
                <a:sym typeface="+mn-lt"/>
              </a:rPr>
              <a:t>的直接后继结点</a:t>
            </a:r>
          </a:p>
          <a:p>
            <a:pPr>
              <a:lnSpc>
                <a:spcPct val="120000"/>
              </a:lnSpc>
              <a:spcBef>
                <a:spcPct val="20000"/>
              </a:spcBef>
            </a:pPr>
            <a:r>
              <a:rPr lang="zh-CN" altLang="en-US" sz="2200">
                <a:sym typeface="+mn-lt"/>
              </a:rPr>
              <a:t>（</a:t>
            </a:r>
            <a:r>
              <a:rPr lang="en-US" altLang="zh-CN" sz="2200">
                <a:sym typeface="+mn-lt"/>
              </a:rPr>
              <a:t>4</a:t>
            </a:r>
            <a:r>
              <a:rPr lang="zh-CN" altLang="en-US" sz="2200">
                <a:sym typeface="+mn-lt"/>
              </a:rPr>
              <a:t>）将</a:t>
            </a:r>
            <a:r>
              <a:rPr lang="en-US" altLang="zh-CN" sz="2200">
                <a:sym typeface="+mn-lt"/>
              </a:rPr>
              <a:t>a</a:t>
            </a:r>
            <a:r>
              <a:rPr lang="en-US" altLang="zh-CN" sz="2200" baseline="-30000">
                <a:sym typeface="+mn-lt"/>
              </a:rPr>
              <a:t>i</a:t>
            </a:r>
            <a:r>
              <a:rPr lang="zh-CN" altLang="en-US" sz="2200">
                <a:sym typeface="+mn-lt"/>
              </a:rPr>
              <a:t>的值保留在</a:t>
            </a:r>
            <a:r>
              <a:rPr lang="en-US" altLang="zh-CN" sz="2200">
                <a:sym typeface="+mn-lt"/>
              </a:rPr>
              <a:t>e</a:t>
            </a:r>
            <a:r>
              <a:rPr lang="zh-CN" altLang="en-US" sz="2200">
                <a:sym typeface="+mn-lt"/>
              </a:rPr>
              <a:t>中</a:t>
            </a:r>
          </a:p>
          <a:p>
            <a:pPr>
              <a:lnSpc>
                <a:spcPct val="120000"/>
              </a:lnSpc>
              <a:spcBef>
                <a:spcPct val="20000"/>
              </a:spcBef>
            </a:pPr>
            <a:r>
              <a:rPr lang="zh-CN" altLang="en-US" sz="2200">
                <a:sym typeface="+mn-lt"/>
              </a:rPr>
              <a:t>（</a:t>
            </a:r>
            <a:r>
              <a:rPr lang="en-US" altLang="zh-CN" sz="2200">
                <a:sym typeface="+mn-lt"/>
              </a:rPr>
              <a:t>5</a:t>
            </a:r>
            <a:r>
              <a:rPr lang="zh-CN" altLang="en-US" sz="2200">
                <a:sym typeface="+mn-lt"/>
              </a:rPr>
              <a:t>）释放</a:t>
            </a:r>
            <a:r>
              <a:rPr lang="en-US" altLang="zh-CN" sz="2200">
                <a:sym typeface="+mn-lt"/>
              </a:rPr>
              <a:t>a</a:t>
            </a:r>
            <a:r>
              <a:rPr lang="en-US" altLang="zh-CN" sz="2200" baseline="-30000">
                <a:sym typeface="+mn-lt"/>
              </a:rPr>
              <a:t>i</a:t>
            </a:r>
            <a:r>
              <a:rPr lang="zh-CN" altLang="en-US" sz="2200">
                <a:sym typeface="+mn-lt"/>
              </a:rPr>
              <a:t>的空间</a:t>
            </a:r>
          </a:p>
        </p:txBody>
      </p:sp>
      <p:pic>
        <p:nvPicPr>
          <p:cNvPr id="119812" name="Picture 7">
            <a:extLst>
              <a:ext uri="{FF2B5EF4-FFF2-40B4-BE49-F238E27FC236}">
                <a16:creationId xmlns:a16="http://schemas.microsoft.com/office/drawing/2014/main" id="{67D18651-CAF9-1949-8D31-89C188C82AE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7373"/>
          <a:stretch>
            <a:fillRect/>
          </a:stretch>
        </p:blipFill>
        <p:spPr bwMode="auto">
          <a:xfrm>
            <a:off x="0" y="4149725"/>
            <a:ext cx="9144000" cy="271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6">
            <a:extLst>
              <a:ext uri="{FF2B5EF4-FFF2-40B4-BE49-F238E27FC236}">
                <a16:creationId xmlns:a16="http://schemas.microsoft.com/office/drawing/2014/main" id="{2D6FBCDD-9AC3-4126-B38A-DD1F50BE74F9}"/>
              </a:ext>
            </a:extLst>
          </p:cNvPr>
          <p:cNvSpPr>
            <a:spLocks noChangeArrowheads="1"/>
          </p:cNvSpPr>
          <p:nvPr/>
        </p:nvSpPr>
        <p:spPr bwMode="auto">
          <a:xfrm>
            <a:off x="935038" y="201613"/>
            <a:ext cx="50768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删除（删除第 </a:t>
            </a:r>
            <a:r>
              <a:rPr lang="en-US" altLang="zh-CN">
                <a:solidFill>
                  <a:schemeClr val="bg1"/>
                </a:solidFill>
                <a:ea typeface="微软雅黑" panose="020B0503020204020204" pitchFamily="34" charset="-122"/>
                <a:sym typeface="+mn-lt"/>
              </a:rPr>
              <a:t>i </a:t>
            </a:r>
            <a:r>
              <a:rPr lang="zh-CN" altLang="en-US">
                <a:solidFill>
                  <a:schemeClr val="bg1"/>
                </a:solidFill>
                <a:ea typeface="微软雅黑" panose="020B0503020204020204" pitchFamily="34" charset="-122"/>
                <a:sym typeface="+mn-lt"/>
              </a:rPr>
              <a:t>个结点） </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4">
            <a:extLst>
              <a:ext uri="{FF2B5EF4-FFF2-40B4-BE49-F238E27FC236}">
                <a16:creationId xmlns:a16="http://schemas.microsoft.com/office/drawing/2014/main" id="{7E1D2A52-BBF1-4AF9-92F0-9757E87D0E67}"/>
              </a:ext>
            </a:extLst>
          </p:cNvPr>
          <p:cNvSpPr>
            <a:spLocks noChangeArrowheads="1"/>
          </p:cNvSpPr>
          <p:nvPr/>
        </p:nvSpPr>
        <p:spPr bwMode="auto">
          <a:xfrm>
            <a:off x="161925" y="1700213"/>
            <a:ext cx="8820150" cy="4968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000">
                <a:solidFill>
                  <a:schemeClr val="hlink"/>
                </a:solidFill>
                <a:sym typeface="+mn-lt"/>
              </a:rPr>
              <a:t>//</a:t>
            </a:r>
            <a:r>
              <a:rPr lang="zh-CN" altLang="en-US" sz="2000">
                <a:solidFill>
                  <a:schemeClr val="hlink"/>
                </a:solidFill>
                <a:sym typeface="+mn-lt"/>
              </a:rPr>
              <a:t>将线性表</a:t>
            </a:r>
            <a:r>
              <a:rPr lang="en-US" altLang="zh-CN" sz="2000">
                <a:solidFill>
                  <a:schemeClr val="hlink"/>
                </a:solidFill>
                <a:sym typeface="+mn-lt"/>
              </a:rPr>
              <a:t>L</a:t>
            </a:r>
            <a:r>
              <a:rPr lang="zh-CN" altLang="en-US" sz="2000">
                <a:solidFill>
                  <a:schemeClr val="hlink"/>
                </a:solidFill>
                <a:sym typeface="+mn-lt"/>
              </a:rPr>
              <a:t>中第</a:t>
            </a:r>
            <a:r>
              <a:rPr lang="en-US" altLang="zh-CN" sz="2000">
                <a:solidFill>
                  <a:schemeClr val="hlink"/>
                </a:solidFill>
                <a:sym typeface="+mn-lt"/>
              </a:rPr>
              <a:t>i</a:t>
            </a:r>
            <a:r>
              <a:rPr lang="zh-CN" altLang="en-US" sz="2000">
                <a:solidFill>
                  <a:schemeClr val="hlink"/>
                </a:solidFill>
                <a:sym typeface="+mn-lt"/>
              </a:rPr>
              <a:t>个数据元素删除</a:t>
            </a:r>
          </a:p>
          <a:p>
            <a:pPr>
              <a:lnSpc>
                <a:spcPct val="100000"/>
              </a:lnSpc>
              <a:spcBef>
                <a:spcPct val="20000"/>
              </a:spcBef>
            </a:pPr>
            <a:r>
              <a:rPr lang="zh-CN" altLang="en-US" sz="2000">
                <a:sym typeface="+mn-lt"/>
              </a:rPr>
              <a:t> </a:t>
            </a:r>
            <a:r>
              <a:rPr lang="en-US" altLang="zh-CN" sz="2000">
                <a:sym typeface="+mn-lt"/>
              </a:rPr>
              <a:t>Status ListDelete_L(LinkList &amp;L,int i,ElemType &amp;e){</a:t>
            </a:r>
          </a:p>
          <a:p>
            <a:pPr>
              <a:lnSpc>
                <a:spcPct val="100000"/>
              </a:lnSpc>
              <a:spcBef>
                <a:spcPct val="20000"/>
              </a:spcBef>
            </a:pPr>
            <a:r>
              <a:rPr lang="en-US" altLang="zh-CN" sz="2000">
                <a:sym typeface="+mn-lt"/>
              </a:rPr>
              <a:t>    p=L;j=0; </a:t>
            </a:r>
          </a:p>
          <a:p>
            <a:pPr>
              <a:lnSpc>
                <a:spcPct val="100000"/>
              </a:lnSpc>
              <a:spcBef>
                <a:spcPct val="20000"/>
              </a:spcBef>
            </a:pPr>
            <a:r>
              <a:rPr lang="en-US" altLang="zh-CN" sz="2000">
                <a:sym typeface="+mn-lt"/>
              </a:rPr>
              <a:t>    while(p-&gt;next &amp;&amp;j&lt;i-1){                  //</a:t>
            </a:r>
            <a:r>
              <a:rPr lang="zh-CN" altLang="en-US" sz="2000">
                <a:sym typeface="+mn-lt"/>
              </a:rPr>
              <a:t>寻找第</a:t>
            </a:r>
            <a:r>
              <a:rPr lang="en-US" altLang="zh-CN" sz="2000">
                <a:sym typeface="+mn-lt"/>
              </a:rPr>
              <a:t>i</a:t>
            </a:r>
            <a:r>
              <a:rPr lang="zh-CN" altLang="en-US" sz="2000">
                <a:sym typeface="+mn-lt"/>
              </a:rPr>
              <a:t>个结点，并令</a:t>
            </a:r>
            <a:r>
              <a:rPr lang="en-US" altLang="zh-CN" sz="2000">
                <a:sym typeface="+mn-lt"/>
              </a:rPr>
              <a:t>p</a:t>
            </a:r>
            <a:r>
              <a:rPr lang="zh-CN" altLang="en-US" sz="2000">
                <a:sym typeface="+mn-lt"/>
              </a:rPr>
              <a:t>指向其前驱 </a:t>
            </a:r>
          </a:p>
          <a:p>
            <a:pPr>
              <a:lnSpc>
                <a:spcPct val="100000"/>
              </a:lnSpc>
              <a:spcBef>
                <a:spcPct val="20000"/>
              </a:spcBef>
            </a:pPr>
            <a:r>
              <a:rPr lang="zh-CN" altLang="en-US" sz="2000">
                <a:sym typeface="+mn-lt"/>
              </a:rPr>
              <a:t>        </a:t>
            </a:r>
            <a:r>
              <a:rPr lang="en-US" altLang="zh-CN" sz="2000">
                <a:sym typeface="+mn-lt"/>
              </a:rPr>
              <a:t>p=p-&gt;next; ++j; </a:t>
            </a:r>
          </a:p>
          <a:p>
            <a:pPr>
              <a:lnSpc>
                <a:spcPct val="100000"/>
              </a:lnSpc>
              <a:spcBef>
                <a:spcPct val="20000"/>
              </a:spcBef>
            </a:pPr>
            <a:r>
              <a:rPr lang="en-US" altLang="zh-CN" sz="2000">
                <a:sym typeface="+mn-lt"/>
              </a:rPr>
              <a:t>    } </a:t>
            </a:r>
          </a:p>
          <a:p>
            <a:pPr>
              <a:lnSpc>
                <a:spcPct val="100000"/>
              </a:lnSpc>
              <a:spcBef>
                <a:spcPct val="20000"/>
              </a:spcBef>
            </a:pPr>
            <a:r>
              <a:rPr lang="en-US" altLang="zh-CN" sz="2000">
                <a:sym typeface="+mn-lt"/>
              </a:rPr>
              <a:t>    if(!(p-&gt;next)||j&gt;i-1) return ERROR; //</a:t>
            </a:r>
            <a:r>
              <a:rPr lang="zh-CN" altLang="en-US" sz="2000">
                <a:sym typeface="+mn-lt"/>
              </a:rPr>
              <a:t>删除位置不合理 </a:t>
            </a:r>
          </a:p>
          <a:p>
            <a:pPr>
              <a:lnSpc>
                <a:spcPct val="100000"/>
              </a:lnSpc>
              <a:spcBef>
                <a:spcPct val="20000"/>
              </a:spcBef>
            </a:pPr>
            <a:r>
              <a:rPr lang="zh-CN" altLang="en-US" sz="2000">
                <a:sym typeface="+mn-lt"/>
              </a:rPr>
              <a:t>    </a:t>
            </a:r>
            <a:r>
              <a:rPr lang="en-US" altLang="zh-CN" sz="2000">
                <a:solidFill>
                  <a:srgbClr val="FF0000"/>
                </a:solidFill>
                <a:sym typeface="+mn-lt"/>
              </a:rPr>
              <a:t>q=p-&gt;next;                                        </a:t>
            </a:r>
            <a:r>
              <a:rPr lang="en-US" altLang="zh-CN" sz="2000">
                <a:sym typeface="+mn-lt"/>
              </a:rPr>
              <a:t>//</a:t>
            </a:r>
            <a:r>
              <a:rPr lang="zh-CN" altLang="en-US" sz="2000">
                <a:sym typeface="+mn-lt"/>
              </a:rPr>
              <a:t>临时保存被删结点的地址以备释放 </a:t>
            </a:r>
          </a:p>
          <a:p>
            <a:pPr>
              <a:lnSpc>
                <a:spcPct val="100000"/>
              </a:lnSpc>
              <a:spcBef>
                <a:spcPct val="20000"/>
              </a:spcBef>
            </a:pPr>
            <a:r>
              <a:rPr lang="zh-CN" altLang="en-US" sz="2000">
                <a:solidFill>
                  <a:srgbClr val="FF0000"/>
                </a:solidFill>
                <a:sym typeface="+mn-lt"/>
              </a:rPr>
              <a:t>    </a:t>
            </a:r>
            <a:r>
              <a:rPr lang="en-US" altLang="zh-CN" sz="2000">
                <a:solidFill>
                  <a:srgbClr val="FF0000"/>
                </a:solidFill>
                <a:sym typeface="+mn-lt"/>
              </a:rPr>
              <a:t>p-&gt;next=q-&gt;next; </a:t>
            </a:r>
            <a:r>
              <a:rPr lang="en-US" altLang="zh-CN" sz="2000">
                <a:sym typeface="+mn-lt"/>
              </a:rPr>
              <a:t>	                  //</a:t>
            </a:r>
            <a:r>
              <a:rPr lang="zh-CN" altLang="en-US" sz="2000">
                <a:sym typeface="+mn-lt"/>
              </a:rPr>
              <a:t>改变删除结点前驱结点的指针域 </a:t>
            </a:r>
          </a:p>
          <a:p>
            <a:pPr>
              <a:lnSpc>
                <a:spcPct val="100000"/>
              </a:lnSpc>
              <a:spcBef>
                <a:spcPct val="20000"/>
              </a:spcBef>
            </a:pPr>
            <a:r>
              <a:rPr lang="zh-CN" altLang="en-US" sz="2000">
                <a:sym typeface="+mn-lt"/>
              </a:rPr>
              <a:t>    </a:t>
            </a:r>
            <a:r>
              <a:rPr lang="en-US" altLang="zh-CN" sz="2000">
                <a:sym typeface="+mn-lt"/>
              </a:rPr>
              <a:t>e=q-&gt;data; 	                                //</a:t>
            </a:r>
            <a:r>
              <a:rPr lang="zh-CN" altLang="en-US" sz="2000">
                <a:sym typeface="+mn-lt"/>
              </a:rPr>
              <a:t>保存删除结点的数据域 </a:t>
            </a:r>
          </a:p>
          <a:p>
            <a:pPr>
              <a:lnSpc>
                <a:spcPct val="100000"/>
              </a:lnSpc>
              <a:spcBef>
                <a:spcPct val="20000"/>
              </a:spcBef>
            </a:pPr>
            <a:r>
              <a:rPr lang="zh-CN" altLang="en-US" sz="2000">
                <a:sym typeface="+mn-lt"/>
              </a:rPr>
              <a:t>    </a:t>
            </a:r>
            <a:r>
              <a:rPr lang="en-US" altLang="zh-CN" sz="2000">
                <a:solidFill>
                  <a:srgbClr val="FF0000"/>
                </a:solidFill>
                <a:sym typeface="+mn-lt"/>
              </a:rPr>
              <a:t>delete q; </a:t>
            </a:r>
            <a:r>
              <a:rPr lang="en-US" altLang="zh-CN" sz="2000">
                <a:sym typeface="+mn-lt"/>
              </a:rPr>
              <a:t>	                                //</a:t>
            </a:r>
            <a:r>
              <a:rPr lang="zh-CN" altLang="en-US" sz="2000">
                <a:sym typeface="+mn-lt"/>
              </a:rPr>
              <a:t>释放删除结点的空间 </a:t>
            </a:r>
          </a:p>
          <a:p>
            <a:pPr>
              <a:lnSpc>
                <a:spcPct val="100000"/>
              </a:lnSpc>
              <a:spcBef>
                <a:spcPct val="20000"/>
              </a:spcBef>
            </a:pPr>
            <a:r>
              <a:rPr lang="zh-CN" altLang="en-US" sz="2000">
                <a:sym typeface="+mn-lt"/>
              </a:rPr>
              <a:t> </a:t>
            </a:r>
            <a:r>
              <a:rPr lang="en-US" altLang="zh-CN" sz="2000">
                <a:sym typeface="+mn-lt"/>
              </a:rPr>
              <a:t>return OK; </a:t>
            </a:r>
          </a:p>
          <a:p>
            <a:pPr>
              <a:lnSpc>
                <a:spcPct val="100000"/>
              </a:lnSpc>
              <a:spcBef>
                <a:spcPct val="20000"/>
              </a:spcBef>
            </a:pPr>
            <a:r>
              <a:rPr lang="en-US" altLang="zh-CN" sz="2000">
                <a:sym typeface="+mn-lt"/>
              </a:rPr>
              <a:t>}//ListDelete_L </a:t>
            </a:r>
          </a:p>
        </p:txBody>
      </p:sp>
      <p:sp>
        <p:nvSpPr>
          <p:cNvPr id="115715" name="Rectangle 6">
            <a:extLst>
              <a:ext uri="{FF2B5EF4-FFF2-40B4-BE49-F238E27FC236}">
                <a16:creationId xmlns:a16="http://schemas.microsoft.com/office/drawing/2014/main" id="{E8CA1CF2-7CC5-4395-9C77-341DA0620500}"/>
              </a:ext>
            </a:extLst>
          </p:cNvPr>
          <p:cNvSpPr>
            <a:spLocks noChangeArrowheads="1"/>
          </p:cNvSpPr>
          <p:nvPr/>
        </p:nvSpPr>
        <p:spPr bwMode="auto">
          <a:xfrm>
            <a:off x="0" y="1052513"/>
            <a:ext cx="3775075" cy="466725"/>
          </a:xfrm>
          <a:prstGeom prst="rect">
            <a:avLst/>
          </a:prstGeom>
          <a:solidFill>
            <a:srgbClr val="9476B6"/>
          </a:solidFill>
          <a:ln>
            <a:noFill/>
          </a:ln>
        </p:spPr>
        <p:txBody>
          <a:bodyPr anchor="ctr"/>
          <a:lstStyle/>
          <a:p>
            <a:pPr>
              <a:defRPr/>
            </a:pPr>
            <a:r>
              <a:rPr lang="en-US" altLang="zh-CN" sz="2400" dirty="0">
                <a:solidFill>
                  <a:schemeClr val="bg1"/>
                </a:solidFill>
                <a:latin typeface="+mn-lt"/>
                <a:ea typeface="+mn-ea"/>
                <a:cs typeface="+mn-ea"/>
                <a:sym typeface="+mn-lt"/>
              </a:rPr>
              <a:t>【</a:t>
            </a:r>
            <a:r>
              <a:rPr lang="zh-CN" altLang="en-US" sz="2400" dirty="0">
                <a:solidFill>
                  <a:schemeClr val="bg1"/>
                </a:solidFill>
                <a:latin typeface="+mn-lt"/>
                <a:ea typeface="+mn-ea"/>
                <a:cs typeface="+mn-ea"/>
                <a:sym typeface="+mn-lt"/>
              </a:rPr>
              <a:t>算法描述</a:t>
            </a:r>
            <a:r>
              <a:rPr lang="en-US" altLang="zh-CN" sz="2400" dirty="0">
                <a:solidFill>
                  <a:schemeClr val="bg1"/>
                </a:solidFill>
                <a:latin typeface="+mn-lt"/>
                <a:ea typeface="+mn-ea"/>
                <a:cs typeface="+mn-ea"/>
                <a:sym typeface="+mn-lt"/>
              </a:rPr>
              <a:t>】</a:t>
            </a:r>
          </a:p>
        </p:txBody>
      </p:sp>
      <p:grpSp>
        <p:nvGrpSpPr>
          <p:cNvPr id="120836" name="组合 4">
            <a:extLst>
              <a:ext uri="{FF2B5EF4-FFF2-40B4-BE49-F238E27FC236}">
                <a16:creationId xmlns:a16="http://schemas.microsoft.com/office/drawing/2014/main" id="{196DCE2F-62E0-E64A-8EE5-C5F8CB95D155}"/>
              </a:ext>
            </a:extLst>
          </p:cNvPr>
          <p:cNvGrpSpPr>
            <a:grpSpLocks/>
          </p:cNvGrpSpPr>
          <p:nvPr/>
        </p:nvGrpSpPr>
        <p:grpSpPr bwMode="auto">
          <a:xfrm>
            <a:off x="0" y="6380163"/>
            <a:ext cx="9144000" cy="431800"/>
            <a:chOff x="0" y="6165304"/>
            <a:chExt cx="9144000" cy="432048"/>
          </a:xfrm>
        </p:grpSpPr>
        <p:cxnSp>
          <p:nvCxnSpPr>
            <p:cNvPr id="120838" name="直接连接符 6">
              <a:extLst>
                <a:ext uri="{FF2B5EF4-FFF2-40B4-BE49-F238E27FC236}">
                  <a16:creationId xmlns:a16="http://schemas.microsoft.com/office/drawing/2014/main" id="{FD55B1A0-D4F1-3443-A8E6-AAC6BD3B5DAA}"/>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8" name="直接连接符 7">
              <a:extLst>
                <a:ext uri="{FF2B5EF4-FFF2-40B4-BE49-F238E27FC236}">
                  <a16:creationId xmlns:a16="http://schemas.microsoft.com/office/drawing/2014/main" id="{64CA4A4A-821A-4A9A-8656-4A40C0EF980F}"/>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120840" name="直接连接符 8">
              <a:extLst>
                <a:ext uri="{FF2B5EF4-FFF2-40B4-BE49-F238E27FC236}">
                  <a16:creationId xmlns:a16="http://schemas.microsoft.com/office/drawing/2014/main" id="{9CA6A827-AFD0-A342-85B5-9598D3E1EFA9}"/>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10" name="Rectangle 6">
            <a:extLst>
              <a:ext uri="{FF2B5EF4-FFF2-40B4-BE49-F238E27FC236}">
                <a16:creationId xmlns:a16="http://schemas.microsoft.com/office/drawing/2014/main" id="{83CEBB55-35AA-4F39-B8B4-5D76A6854EA3}"/>
              </a:ext>
            </a:extLst>
          </p:cNvPr>
          <p:cNvSpPr>
            <a:spLocks noChangeArrowheads="1"/>
          </p:cNvSpPr>
          <p:nvPr/>
        </p:nvSpPr>
        <p:spPr bwMode="auto">
          <a:xfrm>
            <a:off x="935038" y="201613"/>
            <a:ext cx="50768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删除（删除第 </a:t>
            </a:r>
            <a:r>
              <a:rPr lang="en-US" altLang="zh-CN">
                <a:solidFill>
                  <a:schemeClr val="bg1"/>
                </a:solidFill>
                <a:ea typeface="微软雅黑" panose="020B0503020204020204" pitchFamily="34" charset="-122"/>
                <a:sym typeface="+mn-lt"/>
              </a:rPr>
              <a:t>i </a:t>
            </a:r>
            <a:r>
              <a:rPr lang="zh-CN" altLang="en-US">
                <a:solidFill>
                  <a:schemeClr val="bg1"/>
                </a:solidFill>
                <a:ea typeface="微软雅黑" panose="020B0503020204020204" pitchFamily="34" charset="-122"/>
                <a:sym typeface="+mn-lt"/>
              </a:rPr>
              <a:t>个结点） </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1225" name="Rectangle 9">
            <a:extLst>
              <a:ext uri="{FF2B5EF4-FFF2-40B4-BE49-F238E27FC236}">
                <a16:creationId xmlns:a16="http://schemas.microsoft.com/office/drawing/2014/main" id="{6B39A157-E020-49B9-9CF4-EBE5BC190A94}"/>
              </a:ext>
            </a:extLst>
          </p:cNvPr>
          <p:cNvSpPr>
            <a:spLocks noChangeArrowheads="1"/>
          </p:cNvSpPr>
          <p:nvPr/>
        </p:nvSpPr>
        <p:spPr bwMode="auto">
          <a:xfrm>
            <a:off x="920750" y="5040313"/>
            <a:ext cx="7651750" cy="1052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r>
              <a:rPr lang="zh-CN" altLang="en-US">
                <a:solidFill>
                  <a:srgbClr val="4B4B4B"/>
                </a:solidFill>
                <a:sym typeface="+mn-lt"/>
              </a:rPr>
              <a:t>但是，如果要在单链表中进行前插或删除操作，由于要从头查找前驱结点，所耗时间复杂度为 </a:t>
            </a:r>
            <a:r>
              <a:rPr lang="en-US" altLang="zh-CN">
                <a:solidFill>
                  <a:srgbClr val="4B4B4B"/>
                </a:solidFill>
                <a:sym typeface="+mn-lt"/>
              </a:rPr>
              <a:t>O(n) </a:t>
            </a:r>
            <a:r>
              <a:rPr lang="zh-CN" altLang="en-US">
                <a:solidFill>
                  <a:srgbClr val="4B4B4B"/>
                </a:solidFill>
                <a:sym typeface="+mn-lt"/>
              </a:rPr>
              <a:t>。</a:t>
            </a:r>
          </a:p>
        </p:txBody>
      </p:sp>
      <p:sp>
        <p:nvSpPr>
          <p:cNvPr id="116741" name="Rectangle 10">
            <a:extLst>
              <a:ext uri="{FF2B5EF4-FFF2-40B4-BE49-F238E27FC236}">
                <a16:creationId xmlns:a16="http://schemas.microsoft.com/office/drawing/2014/main" id="{F924A094-8A7F-486B-BDB1-EF4736A2C468}"/>
              </a:ext>
            </a:extLst>
          </p:cNvPr>
          <p:cNvSpPr>
            <a:spLocks noChangeArrowheads="1"/>
          </p:cNvSpPr>
          <p:nvPr/>
        </p:nvSpPr>
        <p:spPr bwMode="auto">
          <a:xfrm>
            <a:off x="858838" y="249238"/>
            <a:ext cx="7051675"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链表的运算时间效率分析</a:t>
            </a:r>
          </a:p>
        </p:txBody>
      </p:sp>
      <p:grpSp>
        <p:nvGrpSpPr>
          <p:cNvPr id="2" name="组合 1">
            <a:extLst>
              <a:ext uri="{FF2B5EF4-FFF2-40B4-BE49-F238E27FC236}">
                <a16:creationId xmlns:a16="http://schemas.microsoft.com/office/drawing/2014/main" id="{7F686191-F918-694B-A378-66FF96AD258E}"/>
              </a:ext>
            </a:extLst>
          </p:cNvPr>
          <p:cNvGrpSpPr>
            <a:grpSpLocks/>
          </p:cNvGrpSpPr>
          <p:nvPr/>
        </p:nvGrpSpPr>
        <p:grpSpPr bwMode="auto">
          <a:xfrm>
            <a:off x="920750" y="1355725"/>
            <a:ext cx="3497263" cy="3036888"/>
            <a:chOff x="920750" y="1355725"/>
            <a:chExt cx="3497263" cy="3036888"/>
          </a:xfrm>
        </p:grpSpPr>
        <p:sp>
          <p:nvSpPr>
            <p:cNvPr id="521221" name="Rectangle 5">
              <a:extLst>
                <a:ext uri="{FF2B5EF4-FFF2-40B4-BE49-F238E27FC236}">
                  <a16:creationId xmlns:a16="http://schemas.microsoft.com/office/drawing/2014/main" id="{9884CC00-A50D-4354-BB5D-2FA34FE1FB15}"/>
                </a:ext>
              </a:extLst>
            </p:cNvPr>
            <p:cNvSpPr>
              <a:spLocks noRot="1" noChangeArrowheads="1"/>
            </p:cNvSpPr>
            <p:nvPr/>
          </p:nvSpPr>
          <p:spPr bwMode="auto">
            <a:xfrm>
              <a:off x="1222375" y="1860550"/>
              <a:ext cx="3124200" cy="243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r>
                <a:rPr lang="en-US" altLang="zh-CN">
                  <a:solidFill>
                    <a:schemeClr val="tx2"/>
                  </a:solidFill>
                  <a:sym typeface="+mn-lt"/>
                </a:rPr>
                <a:t>1. </a:t>
              </a:r>
              <a:r>
                <a:rPr lang="zh-CN" altLang="en-US">
                  <a:solidFill>
                    <a:schemeClr val="accent2"/>
                  </a:solidFill>
                  <a:sym typeface="+mn-lt"/>
                </a:rPr>
                <a:t>查找</a:t>
              </a:r>
              <a:r>
                <a:rPr lang="en-US" altLang="zh-CN">
                  <a:solidFill>
                    <a:schemeClr val="accent2"/>
                  </a:solidFill>
                  <a:sym typeface="+mn-lt"/>
                </a:rPr>
                <a:t>:</a:t>
              </a:r>
              <a:r>
                <a:rPr lang="en-US" altLang="zh-CN">
                  <a:sym typeface="+mn-lt"/>
                </a:rPr>
                <a:t>  </a:t>
              </a:r>
              <a:r>
                <a:rPr lang="zh-CN" altLang="en-US">
                  <a:sym typeface="+mn-lt"/>
                </a:rPr>
                <a:t>因线性链表只能顺序存取，即在查找时要从头指针找起，查找的时间复杂度为</a:t>
              </a:r>
              <a:r>
                <a:rPr lang="zh-CN" altLang="en-US">
                  <a:solidFill>
                    <a:schemeClr val="accent1"/>
                  </a:solidFill>
                  <a:sym typeface="+mn-lt"/>
                </a:rPr>
                <a:t> </a:t>
              </a:r>
              <a:r>
                <a:rPr lang="en-US" altLang="zh-CN">
                  <a:solidFill>
                    <a:srgbClr val="FF0000"/>
                  </a:solidFill>
                  <a:sym typeface="+mn-lt"/>
                </a:rPr>
                <a:t>O(n)</a:t>
              </a:r>
              <a:r>
                <a:rPr lang="zh-CN" altLang="en-US">
                  <a:sym typeface="+mn-lt"/>
                </a:rPr>
                <a:t>。</a:t>
              </a:r>
            </a:p>
          </p:txBody>
        </p:sp>
        <p:sp>
          <p:nvSpPr>
            <p:cNvPr id="10" name="AutoShape 5">
              <a:extLst>
                <a:ext uri="{FF2B5EF4-FFF2-40B4-BE49-F238E27FC236}">
                  <a16:creationId xmlns:a16="http://schemas.microsoft.com/office/drawing/2014/main" id="{8722D486-FDF7-4280-A5C4-702D0C5929A5}"/>
                </a:ext>
              </a:extLst>
            </p:cNvPr>
            <p:cNvSpPr>
              <a:spLocks/>
            </p:cNvSpPr>
            <p:nvPr/>
          </p:nvSpPr>
          <p:spPr bwMode="auto">
            <a:xfrm>
              <a:off x="1025525" y="1784350"/>
              <a:ext cx="3392488" cy="2608263"/>
            </a:xfrm>
            <a:prstGeom prst="roundRect">
              <a:avLst>
                <a:gd name="adj" fmla="val 5000"/>
              </a:avLst>
            </a:prstGeom>
            <a:noFill/>
            <a:ln w="12700">
              <a:solidFill>
                <a:schemeClr val="accent1">
                  <a:alpha val="59999"/>
                </a:schemeClr>
              </a:solidFill>
              <a:miter lim="800000"/>
              <a:headEnd/>
              <a:tailEnd/>
            </a:ln>
            <a:extLst>
              <a:ext uri="{909E8E84-426E-40DD-AFC4-6F175D3DCCD1}">
                <a14:hiddenFill xmlns:a14="http://schemas.microsoft.com/office/drawing/2010/main">
                  <a:solidFill>
                    <a:srgbClr val="FFFFFF"/>
                  </a:solidFill>
                </a14:hiddenFill>
              </a:ext>
            </a:extLst>
          </p:spPr>
          <p:txBody>
            <a:bodyPr lIns="0" tIns="0" rIns="0" bIns="0"/>
            <a:lstStyle>
              <a:lvl1pPr algn="ctr" eaLnBrk="0" hangingPunct="0">
                <a:defRPr sz="2100">
                  <a:solidFill>
                    <a:srgbClr val="000000"/>
                  </a:solidFill>
                  <a:latin typeface="Gill Sans"/>
                  <a:ea typeface="ヒラギノ角ゴ ProN W3"/>
                  <a:cs typeface="ヒラギノ角ゴ ProN W3"/>
                  <a:sym typeface="Gill Sans"/>
                </a:defRPr>
              </a:lvl1pPr>
              <a:lvl2pPr marL="742950" indent="-285750" algn="ctr" eaLnBrk="0" hangingPunct="0">
                <a:defRPr sz="2100">
                  <a:solidFill>
                    <a:srgbClr val="000000"/>
                  </a:solidFill>
                  <a:latin typeface="Gill Sans"/>
                  <a:ea typeface="ヒラギノ角ゴ ProN W3"/>
                  <a:cs typeface="ヒラギノ角ゴ ProN W3"/>
                  <a:sym typeface="Gill Sans"/>
                </a:defRPr>
              </a:lvl2pPr>
              <a:lvl3pPr marL="1143000" indent="-228600" algn="ctr" eaLnBrk="0" hangingPunct="0">
                <a:defRPr sz="2100">
                  <a:solidFill>
                    <a:srgbClr val="000000"/>
                  </a:solidFill>
                  <a:latin typeface="Gill Sans"/>
                  <a:ea typeface="ヒラギノ角ゴ ProN W3"/>
                  <a:cs typeface="ヒラギノ角ゴ ProN W3"/>
                  <a:sym typeface="Gill Sans"/>
                </a:defRPr>
              </a:lvl3pPr>
              <a:lvl4pPr marL="1600200" indent="-228600" algn="ctr" eaLnBrk="0" hangingPunct="0">
                <a:defRPr sz="2100">
                  <a:solidFill>
                    <a:srgbClr val="000000"/>
                  </a:solidFill>
                  <a:latin typeface="Gill Sans"/>
                  <a:ea typeface="ヒラギノ角ゴ ProN W3"/>
                  <a:cs typeface="ヒラギノ角ゴ ProN W3"/>
                  <a:sym typeface="Gill Sans"/>
                </a:defRPr>
              </a:lvl4pPr>
              <a:lvl5pPr marL="2057400" indent="-228600" algn="ctr" eaLnBrk="0" hangingPunct="0">
                <a:defRPr sz="21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9pPr>
            </a:lstStyle>
            <a:p>
              <a:pPr eaLnBrk="1" hangingPunct="1">
                <a:defRPr/>
              </a:pPr>
              <a:endParaRPr lang="zh-CN" altLang="zh-CN">
                <a:latin typeface="+mn-lt"/>
                <a:ea typeface="+mn-ea"/>
                <a:cs typeface="+mn-ea"/>
                <a:sym typeface="+mn-lt"/>
              </a:endParaRPr>
            </a:p>
          </p:txBody>
        </p:sp>
        <p:grpSp>
          <p:nvGrpSpPr>
            <p:cNvPr id="121871" name="Group 6">
              <a:extLst>
                <a:ext uri="{FF2B5EF4-FFF2-40B4-BE49-F238E27FC236}">
                  <a16:creationId xmlns:a16="http://schemas.microsoft.com/office/drawing/2014/main" id="{234720F3-C3BB-AF4F-B9A5-A427F840748C}"/>
                </a:ext>
              </a:extLst>
            </p:cNvPr>
            <p:cNvGrpSpPr>
              <a:grpSpLocks/>
            </p:cNvGrpSpPr>
            <p:nvPr/>
          </p:nvGrpSpPr>
          <p:grpSpPr bwMode="auto">
            <a:xfrm>
              <a:off x="920750" y="1355725"/>
              <a:ext cx="609600" cy="611188"/>
              <a:chOff x="0" y="0"/>
              <a:chExt cx="1024" cy="1024"/>
            </a:xfrm>
          </p:grpSpPr>
          <p:sp>
            <p:nvSpPr>
              <p:cNvPr id="12" name="AutoShape 7">
                <a:extLst>
                  <a:ext uri="{FF2B5EF4-FFF2-40B4-BE49-F238E27FC236}">
                    <a16:creationId xmlns:a16="http://schemas.microsoft.com/office/drawing/2014/main" id="{311029CF-2612-4F24-AC37-9683577F6319}"/>
                  </a:ext>
                </a:extLst>
              </p:cNvPr>
              <p:cNvSpPr>
                <a:spLocks/>
              </p:cNvSpPr>
              <p:nvPr/>
            </p:nvSpPr>
            <p:spPr bwMode="auto">
              <a:xfrm>
                <a:off x="0" y="0"/>
                <a:ext cx="1024" cy="1024"/>
              </a:xfrm>
              <a:prstGeom prst="roundRect">
                <a:avLst>
                  <a:gd name="adj" fmla="val 11718"/>
                </a:avLst>
              </a:prstGeom>
              <a:solidFill>
                <a:srgbClr val="9476B6"/>
              </a:solidFill>
              <a:ln w="12700">
                <a:solidFill>
                  <a:srgbClr val="646E78"/>
                </a:solidFill>
                <a:miter lim="800000"/>
                <a:headEnd/>
                <a:tailEnd/>
              </a:ln>
            </p:spPr>
            <p:txBody>
              <a:bodyPr lIns="0" tIns="0" rIns="0" bIns="0"/>
              <a:lstStyle>
                <a:lvl1pPr algn="ctr" eaLnBrk="0" hangingPunct="0">
                  <a:defRPr sz="2100">
                    <a:solidFill>
                      <a:srgbClr val="000000"/>
                    </a:solidFill>
                    <a:latin typeface="Gill Sans"/>
                    <a:ea typeface="ヒラギノ角ゴ ProN W3"/>
                    <a:cs typeface="ヒラギノ角ゴ ProN W3"/>
                    <a:sym typeface="Gill Sans"/>
                  </a:defRPr>
                </a:lvl1pPr>
                <a:lvl2pPr marL="742950" indent="-285750" algn="ctr" eaLnBrk="0" hangingPunct="0">
                  <a:defRPr sz="2100">
                    <a:solidFill>
                      <a:srgbClr val="000000"/>
                    </a:solidFill>
                    <a:latin typeface="Gill Sans"/>
                    <a:ea typeface="ヒラギノ角ゴ ProN W3"/>
                    <a:cs typeface="ヒラギノ角ゴ ProN W3"/>
                    <a:sym typeface="Gill Sans"/>
                  </a:defRPr>
                </a:lvl2pPr>
                <a:lvl3pPr marL="1143000" indent="-228600" algn="ctr" eaLnBrk="0" hangingPunct="0">
                  <a:defRPr sz="2100">
                    <a:solidFill>
                      <a:srgbClr val="000000"/>
                    </a:solidFill>
                    <a:latin typeface="Gill Sans"/>
                    <a:ea typeface="ヒラギノ角ゴ ProN W3"/>
                    <a:cs typeface="ヒラギノ角ゴ ProN W3"/>
                    <a:sym typeface="Gill Sans"/>
                  </a:defRPr>
                </a:lvl3pPr>
                <a:lvl4pPr marL="1600200" indent="-228600" algn="ctr" eaLnBrk="0" hangingPunct="0">
                  <a:defRPr sz="2100">
                    <a:solidFill>
                      <a:srgbClr val="000000"/>
                    </a:solidFill>
                    <a:latin typeface="Gill Sans"/>
                    <a:ea typeface="ヒラギノ角ゴ ProN W3"/>
                    <a:cs typeface="ヒラギノ角ゴ ProN W3"/>
                    <a:sym typeface="Gill Sans"/>
                  </a:defRPr>
                </a:lvl4pPr>
                <a:lvl5pPr marL="2057400" indent="-228600" algn="ctr" eaLnBrk="0" hangingPunct="0">
                  <a:defRPr sz="21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9pPr>
              </a:lstStyle>
              <a:p>
                <a:pPr eaLnBrk="1" hangingPunct="1">
                  <a:defRPr/>
                </a:pPr>
                <a:endParaRPr lang="zh-CN" altLang="zh-CN">
                  <a:latin typeface="+mn-lt"/>
                  <a:ea typeface="+mn-ea"/>
                  <a:cs typeface="+mn-ea"/>
                  <a:sym typeface="+mn-lt"/>
                </a:endParaRPr>
              </a:p>
            </p:txBody>
          </p:sp>
          <p:pic>
            <p:nvPicPr>
              <p:cNvPr id="121873" name="Picture 8">
                <a:extLst>
                  <a:ext uri="{FF2B5EF4-FFF2-40B4-BE49-F238E27FC236}">
                    <a16:creationId xmlns:a16="http://schemas.microsoft.com/office/drawing/2014/main" id="{C50A5FE0-F096-8841-AE41-084D55E79C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 y="208"/>
                <a:ext cx="537" cy="544"/>
              </a:xfrm>
              <a:prstGeom prst="rect">
                <a:avLst/>
              </a:prstGeom>
              <a:noFill/>
              <a:ln>
                <a:noFill/>
              </a:ln>
              <a:extLst>
                <a:ext uri="{909E8E84-426E-40DD-AFC4-6F175D3DCCD1}">
                  <a14:hiddenFill xmlns:a14="http://schemas.microsoft.com/office/drawing/2010/main">
                    <a:solidFill>
                      <a:srgbClr val="FFFFFF">
                        <a:alpha val="65097"/>
                      </a:srgbClr>
                    </a:solidFill>
                  </a14:hiddenFill>
                </a:ext>
                <a:ext uri="{91240B29-F687-4F45-9708-019B960494DF}">
                  <a14:hiddenLine xmlns:a14="http://schemas.microsoft.com/office/drawing/2010/main" w="12700">
                    <a:solidFill>
                      <a:schemeClr val="tx1">
                        <a:alpha val="65097"/>
                      </a:schemeClr>
                    </a:solidFill>
                    <a:miter lim="800000"/>
                    <a:headEnd/>
                    <a:tailEnd/>
                  </a14:hiddenLine>
                </a:ext>
              </a:extLst>
            </p:spPr>
          </p:pic>
        </p:grpSp>
      </p:grpSp>
      <p:sp>
        <p:nvSpPr>
          <p:cNvPr id="20" name="Line 41">
            <a:extLst>
              <a:ext uri="{FF2B5EF4-FFF2-40B4-BE49-F238E27FC236}">
                <a16:creationId xmlns:a16="http://schemas.microsoft.com/office/drawing/2014/main" id="{6D083ACC-525B-4FCE-9104-62FA452F60B7}"/>
              </a:ext>
            </a:extLst>
          </p:cNvPr>
          <p:cNvSpPr>
            <a:spLocks noChangeShapeType="1"/>
          </p:cNvSpPr>
          <p:nvPr/>
        </p:nvSpPr>
        <p:spPr bwMode="auto">
          <a:xfrm flipV="1">
            <a:off x="1025525" y="4864100"/>
            <a:ext cx="7361238" cy="4763"/>
          </a:xfrm>
          <a:prstGeom prst="line">
            <a:avLst/>
          </a:prstGeom>
          <a:noFill/>
          <a:ln w="12700" cap="rnd">
            <a:solidFill>
              <a:srgbClr val="1E2832"/>
            </a:solidFill>
            <a:prstDash val="sysDot"/>
            <a:miter lim="800000"/>
            <a:headEnd/>
            <a:tailEnd/>
          </a:ln>
          <a:extLst>
            <a:ext uri="{909E8E84-426E-40DD-AFC4-6F175D3DCCD1}">
              <a14:hiddenFill xmlns:a14="http://schemas.microsoft.com/office/drawing/2010/main">
                <a:noFill/>
              </a14:hiddenFill>
            </a:ext>
          </a:extLst>
        </p:spPr>
        <p:txBody>
          <a:bodyPr lIns="0" tIns="0" rIns="0" bIns="0"/>
          <a:lstStyle/>
          <a:p>
            <a:pPr eaLnBrk="1" fontAlgn="auto" hangingPunct="1">
              <a:spcBef>
                <a:spcPts val="0"/>
              </a:spcBef>
              <a:spcAft>
                <a:spcPts val="0"/>
              </a:spcAft>
              <a:defRPr/>
            </a:pPr>
            <a:endParaRPr lang="zh-CN" altLang="en-US" sz="1800">
              <a:solidFill>
                <a:prstClr val="black"/>
              </a:solidFill>
              <a:latin typeface="Arial" panose="020F0502020204030204"/>
              <a:ea typeface="微软雅黑"/>
              <a:cs typeface="+mn-ea"/>
              <a:sym typeface="+mn-lt"/>
            </a:endParaRPr>
          </a:p>
        </p:txBody>
      </p:sp>
      <p:grpSp>
        <p:nvGrpSpPr>
          <p:cNvPr id="3" name="组合 2">
            <a:extLst>
              <a:ext uri="{FF2B5EF4-FFF2-40B4-BE49-F238E27FC236}">
                <a16:creationId xmlns:a16="http://schemas.microsoft.com/office/drawing/2014/main" id="{8BAC8120-A625-024A-897D-D60379FA75E4}"/>
              </a:ext>
            </a:extLst>
          </p:cNvPr>
          <p:cNvGrpSpPr>
            <a:grpSpLocks/>
          </p:cNvGrpSpPr>
          <p:nvPr/>
        </p:nvGrpSpPr>
        <p:grpSpPr bwMode="auto">
          <a:xfrm>
            <a:off x="4727575" y="1344613"/>
            <a:ext cx="3659188" cy="3189287"/>
            <a:chOff x="4727575" y="1344613"/>
            <a:chExt cx="3659188" cy="3189287"/>
          </a:xfrm>
        </p:grpSpPr>
        <p:sp>
          <p:nvSpPr>
            <p:cNvPr id="521223" name="Rectangle 7">
              <a:extLst>
                <a:ext uri="{FF2B5EF4-FFF2-40B4-BE49-F238E27FC236}">
                  <a16:creationId xmlns:a16="http://schemas.microsoft.com/office/drawing/2014/main" id="{7030D2EF-EE13-423A-A1B6-C6D1CC0C2842}"/>
                </a:ext>
              </a:extLst>
            </p:cNvPr>
            <p:cNvSpPr>
              <a:spLocks noRot="1" noChangeArrowheads="1"/>
            </p:cNvSpPr>
            <p:nvPr/>
          </p:nvSpPr>
          <p:spPr bwMode="auto">
            <a:xfrm>
              <a:off x="5195888" y="1873250"/>
              <a:ext cx="3094037" cy="2427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r>
                <a:rPr lang="en-US" altLang="zh-CN">
                  <a:solidFill>
                    <a:schemeClr val="tx2"/>
                  </a:solidFill>
                  <a:sym typeface="+mn-lt"/>
                </a:rPr>
                <a:t>2. </a:t>
              </a:r>
              <a:r>
                <a:rPr lang="zh-CN" altLang="en-US">
                  <a:solidFill>
                    <a:schemeClr val="accent2"/>
                  </a:solidFill>
                  <a:sym typeface="+mn-lt"/>
                </a:rPr>
                <a:t>插入和删除</a:t>
              </a:r>
              <a:r>
                <a:rPr lang="en-US" altLang="zh-CN">
                  <a:solidFill>
                    <a:schemeClr val="accent2"/>
                  </a:solidFill>
                  <a:sym typeface="+mn-lt"/>
                </a:rPr>
                <a:t>:</a:t>
              </a:r>
              <a:r>
                <a:rPr lang="en-US" altLang="zh-CN">
                  <a:sym typeface="+mn-lt"/>
                </a:rPr>
                <a:t>  </a:t>
              </a:r>
              <a:r>
                <a:rPr lang="zh-CN" altLang="en-US">
                  <a:sym typeface="+mn-lt"/>
                </a:rPr>
                <a:t>因线性链表不需要移动元素，只要修改指针，一般情况下时间复杂度为</a:t>
              </a:r>
              <a:r>
                <a:rPr lang="zh-CN" altLang="en-US">
                  <a:solidFill>
                    <a:schemeClr val="accent1"/>
                  </a:solidFill>
                  <a:sym typeface="+mn-lt"/>
                </a:rPr>
                <a:t> </a:t>
              </a:r>
              <a:r>
                <a:rPr lang="en-US" altLang="zh-CN">
                  <a:solidFill>
                    <a:srgbClr val="FF0000"/>
                  </a:solidFill>
                  <a:sym typeface="+mn-lt"/>
                </a:rPr>
                <a:t>O(1)</a:t>
              </a:r>
              <a:r>
                <a:rPr lang="zh-CN" altLang="en-US">
                  <a:solidFill>
                    <a:srgbClr val="FF0000"/>
                  </a:solidFill>
                  <a:sym typeface="+mn-lt"/>
                </a:rPr>
                <a:t>。</a:t>
              </a:r>
            </a:p>
          </p:txBody>
        </p:sp>
        <p:sp>
          <p:nvSpPr>
            <p:cNvPr id="7" name="AutoShape 2">
              <a:extLst>
                <a:ext uri="{FF2B5EF4-FFF2-40B4-BE49-F238E27FC236}">
                  <a16:creationId xmlns:a16="http://schemas.microsoft.com/office/drawing/2014/main" id="{2467525F-2E10-436E-B736-6456962DB180}"/>
                </a:ext>
              </a:extLst>
            </p:cNvPr>
            <p:cNvSpPr>
              <a:spLocks/>
            </p:cNvSpPr>
            <p:nvPr/>
          </p:nvSpPr>
          <p:spPr bwMode="auto">
            <a:xfrm>
              <a:off x="4832350" y="1773238"/>
              <a:ext cx="3554413" cy="2628900"/>
            </a:xfrm>
            <a:prstGeom prst="roundRect">
              <a:avLst>
                <a:gd name="adj" fmla="val 5000"/>
              </a:avLst>
            </a:prstGeom>
            <a:noFill/>
            <a:ln w="12700">
              <a:solidFill>
                <a:srgbClr val="FF0000">
                  <a:alpha val="59999"/>
                </a:srgbClr>
              </a:solidFill>
              <a:miter lim="800000"/>
              <a:headEnd/>
              <a:tailEnd/>
            </a:ln>
            <a:extLst>
              <a:ext uri="{909E8E84-426E-40DD-AFC4-6F175D3DCCD1}">
                <a14:hiddenFill xmlns:a14="http://schemas.microsoft.com/office/drawing/2010/main">
                  <a:solidFill>
                    <a:srgbClr val="FFFFFF"/>
                  </a:solidFill>
                </a14:hiddenFill>
              </a:ext>
            </a:extLst>
          </p:spPr>
          <p:txBody>
            <a:bodyPr lIns="0" tIns="0" rIns="0" bIns="0"/>
            <a:lstStyle>
              <a:lvl1pPr algn="ctr" eaLnBrk="0" hangingPunct="0">
                <a:defRPr sz="2100">
                  <a:solidFill>
                    <a:srgbClr val="000000"/>
                  </a:solidFill>
                  <a:latin typeface="Gill Sans"/>
                  <a:ea typeface="ヒラギノ角ゴ ProN W3"/>
                  <a:cs typeface="ヒラギノ角ゴ ProN W3"/>
                  <a:sym typeface="Gill Sans"/>
                </a:defRPr>
              </a:lvl1pPr>
              <a:lvl2pPr marL="742950" indent="-285750" algn="ctr" eaLnBrk="0" hangingPunct="0">
                <a:defRPr sz="2100">
                  <a:solidFill>
                    <a:srgbClr val="000000"/>
                  </a:solidFill>
                  <a:latin typeface="Gill Sans"/>
                  <a:ea typeface="ヒラギノ角ゴ ProN W3"/>
                  <a:cs typeface="ヒラギノ角ゴ ProN W3"/>
                  <a:sym typeface="Gill Sans"/>
                </a:defRPr>
              </a:lvl2pPr>
              <a:lvl3pPr marL="1143000" indent="-228600" algn="ctr" eaLnBrk="0" hangingPunct="0">
                <a:defRPr sz="2100">
                  <a:solidFill>
                    <a:srgbClr val="000000"/>
                  </a:solidFill>
                  <a:latin typeface="Gill Sans"/>
                  <a:ea typeface="ヒラギノ角ゴ ProN W3"/>
                  <a:cs typeface="ヒラギノ角ゴ ProN W3"/>
                  <a:sym typeface="Gill Sans"/>
                </a:defRPr>
              </a:lvl3pPr>
              <a:lvl4pPr marL="1600200" indent="-228600" algn="ctr" eaLnBrk="0" hangingPunct="0">
                <a:defRPr sz="2100">
                  <a:solidFill>
                    <a:srgbClr val="000000"/>
                  </a:solidFill>
                  <a:latin typeface="Gill Sans"/>
                  <a:ea typeface="ヒラギノ角ゴ ProN W3"/>
                  <a:cs typeface="ヒラギノ角ゴ ProN W3"/>
                  <a:sym typeface="Gill Sans"/>
                </a:defRPr>
              </a:lvl4pPr>
              <a:lvl5pPr marL="2057400" indent="-228600" algn="ctr" eaLnBrk="0" hangingPunct="0">
                <a:defRPr sz="21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9pPr>
            </a:lstStyle>
            <a:p>
              <a:pPr eaLnBrk="1" hangingPunct="1">
                <a:defRPr/>
              </a:pPr>
              <a:endParaRPr lang="zh-CN" altLang="zh-CN">
                <a:latin typeface="+mn-lt"/>
                <a:ea typeface="+mn-ea"/>
                <a:cs typeface="+mn-ea"/>
                <a:sym typeface="+mn-lt"/>
              </a:endParaRPr>
            </a:p>
          </p:txBody>
        </p:sp>
        <p:grpSp>
          <p:nvGrpSpPr>
            <p:cNvPr id="121865" name="Group 15">
              <a:extLst>
                <a:ext uri="{FF2B5EF4-FFF2-40B4-BE49-F238E27FC236}">
                  <a16:creationId xmlns:a16="http://schemas.microsoft.com/office/drawing/2014/main" id="{B9672EA6-1E3C-6042-B802-7756F9432C21}"/>
                </a:ext>
              </a:extLst>
            </p:cNvPr>
            <p:cNvGrpSpPr>
              <a:grpSpLocks/>
            </p:cNvGrpSpPr>
            <p:nvPr/>
          </p:nvGrpSpPr>
          <p:grpSpPr bwMode="auto">
            <a:xfrm>
              <a:off x="4727575" y="1344613"/>
              <a:ext cx="609600" cy="611187"/>
              <a:chOff x="0" y="0"/>
              <a:chExt cx="1024" cy="1024"/>
            </a:xfrm>
          </p:grpSpPr>
          <p:sp>
            <p:nvSpPr>
              <p:cNvPr id="18" name="AutoShape 16">
                <a:extLst>
                  <a:ext uri="{FF2B5EF4-FFF2-40B4-BE49-F238E27FC236}">
                    <a16:creationId xmlns:a16="http://schemas.microsoft.com/office/drawing/2014/main" id="{DF18588D-9E6A-4BFB-8036-2322134A56F3}"/>
                  </a:ext>
                </a:extLst>
              </p:cNvPr>
              <p:cNvSpPr>
                <a:spLocks/>
              </p:cNvSpPr>
              <p:nvPr/>
            </p:nvSpPr>
            <p:spPr bwMode="auto">
              <a:xfrm>
                <a:off x="0" y="0"/>
                <a:ext cx="1024" cy="1024"/>
              </a:xfrm>
              <a:prstGeom prst="roundRect">
                <a:avLst>
                  <a:gd name="adj" fmla="val 11718"/>
                </a:avLst>
              </a:prstGeom>
              <a:solidFill>
                <a:srgbClr val="B8D4EC"/>
              </a:solidFill>
              <a:ln w="12700">
                <a:solidFill>
                  <a:srgbClr val="646E78"/>
                </a:solidFill>
                <a:miter lim="800000"/>
                <a:headEnd/>
                <a:tailEnd/>
              </a:ln>
            </p:spPr>
            <p:txBody>
              <a:bodyPr lIns="0" tIns="0" rIns="0" bIns="0"/>
              <a:lstStyle>
                <a:lvl1pPr algn="ctr" eaLnBrk="0" hangingPunct="0">
                  <a:defRPr sz="2100">
                    <a:solidFill>
                      <a:srgbClr val="000000"/>
                    </a:solidFill>
                    <a:latin typeface="Gill Sans"/>
                    <a:ea typeface="ヒラギノ角ゴ ProN W3"/>
                    <a:cs typeface="ヒラギノ角ゴ ProN W3"/>
                    <a:sym typeface="Gill Sans"/>
                  </a:defRPr>
                </a:lvl1pPr>
                <a:lvl2pPr marL="742950" indent="-285750" algn="ctr" eaLnBrk="0" hangingPunct="0">
                  <a:defRPr sz="2100">
                    <a:solidFill>
                      <a:srgbClr val="000000"/>
                    </a:solidFill>
                    <a:latin typeface="Gill Sans"/>
                    <a:ea typeface="ヒラギノ角ゴ ProN W3"/>
                    <a:cs typeface="ヒラギノ角ゴ ProN W3"/>
                    <a:sym typeface="Gill Sans"/>
                  </a:defRPr>
                </a:lvl2pPr>
                <a:lvl3pPr marL="1143000" indent="-228600" algn="ctr" eaLnBrk="0" hangingPunct="0">
                  <a:defRPr sz="2100">
                    <a:solidFill>
                      <a:srgbClr val="000000"/>
                    </a:solidFill>
                    <a:latin typeface="Gill Sans"/>
                    <a:ea typeface="ヒラギノ角ゴ ProN W3"/>
                    <a:cs typeface="ヒラギノ角ゴ ProN W3"/>
                    <a:sym typeface="Gill Sans"/>
                  </a:defRPr>
                </a:lvl3pPr>
                <a:lvl4pPr marL="1600200" indent="-228600" algn="ctr" eaLnBrk="0" hangingPunct="0">
                  <a:defRPr sz="2100">
                    <a:solidFill>
                      <a:srgbClr val="000000"/>
                    </a:solidFill>
                    <a:latin typeface="Gill Sans"/>
                    <a:ea typeface="ヒラギノ角ゴ ProN W3"/>
                    <a:cs typeface="ヒラギノ角ゴ ProN W3"/>
                    <a:sym typeface="Gill Sans"/>
                  </a:defRPr>
                </a:lvl4pPr>
                <a:lvl5pPr marL="2057400" indent="-228600" algn="ctr" eaLnBrk="0" hangingPunct="0">
                  <a:defRPr sz="21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9pPr>
              </a:lstStyle>
              <a:p>
                <a:pPr eaLnBrk="1" hangingPunct="1">
                  <a:defRPr/>
                </a:pPr>
                <a:endParaRPr lang="zh-CN" altLang="zh-CN">
                  <a:latin typeface="+mn-lt"/>
                  <a:ea typeface="+mn-ea"/>
                  <a:cs typeface="+mn-ea"/>
                  <a:sym typeface="+mn-lt"/>
                </a:endParaRPr>
              </a:p>
            </p:txBody>
          </p:sp>
          <p:pic>
            <p:nvPicPr>
              <p:cNvPr id="121868" name="Picture 17">
                <a:extLst>
                  <a:ext uri="{FF2B5EF4-FFF2-40B4-BE49-F238E27FC236}">
                    <a16:creationId xmlns:a16="http://schemas.microsoft.com/office/drawing/2014/main" id="{905968B0-CE34-C844-9583-E5CED5CBBD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 y="208"/>
                <a:ext cx="537" cy="537"/>
              </a:xfrm>
              <a:prstGeom prst="rect">
                <a:avLst/>
              </a:prstGeom>
              <a:noFill/>
              <a:ln>
                <a:noFill/>
              </a:ln>
              <a:extLst>
                <a:ext uri="{909E8E84-426E-40DD-AFC4-6F175D3DCCD1}">
                  <a14:hiddenFill xmlns:a14="http://schemas.microsoft.com/office/drawing/2010/main">
                    <a:solidFill>
                      <a:srgbClr val="FFFFFF">
                        <a:alpha val="65097"/>
                      </a:srgbClr>
                    </a:solidFill>
                  </a14:hiddenFill>
                </a:ext>
                <a:ext uri="{91240B29-F687-4F45-9708-019B960494DF}">
                  <a14:hiddenLine xmlns:a14="http://schemas.microsoft.com/office/drawing/2010/main" w="12700">
                    <a:solidFill>
                      <a:schemeClr val="tx1">
                        <a:alpha val="65097"/>
                      </a:schemeClr>
                    </a:solidFill>
                    <a:miter lim="800000"/>
                    <a:headEnd/>
                    <a:tailEnd/>
                  </a14:hiddenLine>
                </a:ext>
              </a:extLst>
            </p:spPr>
          </p:pic>
        </p:grpSp>
        <p:cxnSp>
          <p:nvCxnSpPr>
            <p:cNvPr id="121866" name="直接连接符 2">
              <a:extLst>
                <a:ext uri="{FF2B5EF4-FFF2-40B4-BE49-F238E27FC236}">
                  <a16:creationId xmlns:a16="http://schemas.microsoft.com/office/drawing/2014/main" id="{6C4299F5-8C00-EA47-9CE7-E7284204E08A}"/>
                </a:ext>
              </a:extLst>
            </p:cNvPr>
            <p:cNvCxnSpPr>
              <a:cxnSpLocks noChangeShapeType="1"/>
            </p:cNvCxnSpPr>
            <p:nvPr/>
          </p:nvCxnSpPr>
          <p:spPr bwMode="auto">
            <a:xfrm flipV="1">
              <a:off x="5651500" y="4521200"/>
              <a:ext cx="25400" cy="12700"/>
            </a:xfrm>
            <a:prstGeom prst="line">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9525" algn="ctr">
                  <a:solidFill>
                    <a:srgbClr val="000000"/>
                  </a:solidFill>
                  <a:round/>
                  <a:headEnd/>
                  <a:tailEnd/>
                </a14:hiddenLine>
              </a:ext>
            </a:extLst>
          </p:spPr>
        </p:cxn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500"/>
                                        <p:tgtEl>
                                          <p:spTgt spid="3"/>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500"/>
                                        <p:tgtEl>
                                          <p:spTgt spid="20"/>
                                        </p:tgtEl>
                                      </p:cBhvr>
                                    </p:animEffect>
                                  </p:childTnLst>
                                </p:cTn>
                              </p:par>
                            </p:childTnLst>
                          </p:cTn>
                        </p:par>
                        <p:par>
                          <p:cTn id="18" fill="hold" nodeType="afterGroup">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521225"/>
                                        </p:tgtEl>
                                        <p:attrNameLst>
                                          <p:attrName>style.visibility</p:attrName>
                                        </p:attrNameLst>
                                      </p:cBhvr>
                                      <p:to>
                                        <p:strVal val="visible"/>
                                      </p:to>
                                    </p:set>
                                    <p:animEffect transition="in" filter="fade">
                                      <p:cBhvr>
                                        <p:cTn id="21" dur="500"/>
                                        <p:tgtEl>
                                          <p:spTgt spid="521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1225"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B4B80673-5A06-459C-B00A-15DF20EFCE41}"/>
              </a:ext>
            </a:extLst>
          </p:cNvPr>
          <p:cNvSpPr/>
          <p:nvPr/>
        </p:nvSpPr>
        <p:spPr bwMode="auto">
          <a:xfrm>
            <a:off x="0" y="3284538"/>
            <a:ext cx="9144000" cy="3457575"/>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17762" name="Rectangle 4">
            <a:extLst>
              <a:ext uri="{FF2B5EF4-FFF2-40B4-BE49-F238E27FC236}">
                <a16:creationId xmlns:a16="http://schemas.microsoft.com/office/drawing/2014/main" id="{F4F4B754-559E-4679-AD68-B96DD550E2D2}"/>
              </a:ext>
            </a:extLst>
          </p:cNvPr>
          <p:cNvSpPr>
            <a:spLocks noRot="1" noChangeArrowheads="1"/>
          </p:cNvSpPr>
          <p:nvPr/>
        </p:nvSpPr>
        <p:spPr bwMode="auto">
          <a:xfrm>
            <a:off x="358775" y="1238250"/>
            <a:ext cx="8496300" cy="191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10000"/>
              </a:spcBef>
              <a:buClr>
                <a:srgbClr val="FF7C80"/>
              </a:buClr>
              <a:buSzPct val="50000"/>
              <a:buFont typeface="Wingdings" pitchFamily="2" charset="2"/>
              <a:buChar char="n"/>
            </a:pPr>
            <a:r>
              <a:rPr lang="zh-CN" altLang="en-US">
                <a:solidFill>
                  <a:srgbClr val="0000CC"/>
                </a:solidFill>
                <a:sym typeface="+mn-lt"/>
              </a:rPr>
              <a:t>从一个空表开始，重复读入数据：</a:t>
            </a:r>
          </a:p>
          <a:p>
            <a:pPr lvl="1">
              <a:spcBef>
                <a:spcPct val="10000"/>
              </a:spcBef>
              <a:buClr>
                <a:srgbClr val="990033"/>
              </a:buClr>
              <a:buSzPct val="50000"/>
              <a:buFont typeface="Wingdings" pitchFamily="2" charset="2"/>
              <a:buChar char="u"/>
            </a:pPr>
            <a:r>
              <a:rPr lang="zh-CN" altLang="en-US" sz="2400">
                <a:solidFill>
                  <a:srgbClr val="FF0000"/>
                </a:solidFill>
                <a:sym typeface="+mn-lt"/>
              </a:rPr>
              <a:t>生成新结点</a:t>
            </a:r>
          </a:p>
          <a:p>
            <a:pPr lvl="1">
              <a:spcBef>
                <a:spcPct val="10000"/>
              </a:spcBef>
              <a:buClr>
                <a:srgbClr val="990033"/>
              </a:buClr>
              <a:buSzPct val="50000"/>
              <a:buFont typeface="Wingdings" pitchFamily="2" charset="2"/>
              <a:buChar char="u"/>
            </a:pPr>
            <a:r>
              <a:rPr lang="zh-CN" altLang="en-US" sz="2400">
                <a:solidFill>
                  <a:srgbClr val="FF0000"/>
                </a:solidFill>
                <a:sym typeface="+mn-lt"/>
              </a:rPr>
              <a:t>将读入数据存放到新结点的数据域中</a:t>
            </a:r>
          </a:p>
          <a:p>
            <a:pPr lvl="1">
              <a:spcBef>
                <a:spcPct val="10000"/>
              </a:spcBef>
              <a:buClr>
                <a:srgbClr val="990033"/>
              </a:buClr>
              <a:buSzPct val="50000"/>
              <a:buFont typeface="Wingdings" pitchFamily="2" charset="2"/>
              <a:buChar char="u"/>
            </a:pPr>
            <a:r>
              <a:rPr lang="zh-CN" altLang="en-US" sz="2400">
                <a:solidFill>
                  <a:srgbClr val="FF0000"/>
                </a:solidFill>
                <a:sym typeface="+mn-lt"/>
              </a:rPr>
              <a:t>将该新结点插入到链表的前端</a:t>
            </a:r>
          </a:p>
        </p:txBody>
      </p:sp>
      <p:sp>
        <p:nvSpPr>
          <p:cNvPr id="633861" name="Rectangle 5">
            <a:extLst>
              <a:ext uri="{FF2B5EF4-FFF2-40B4-BE49-F238E27FC236}">
                <a16:creationId xmlns:a16="http://schemas.microsoft.com/office/drawing/2014/main" id="{D27CDCBE-C9E5-49C4-9737-75F81A0CDB9D}"/>
              </a:ext>
            </a:extLst>
          </p:cNvPr>
          <p:cNvSpPr>
            <a:spLocks noChangeArrowheads="1"/>
          </p:cNvSpPr>
          <p:nvPr/>
        </p:nvSpPr>
        <p:spPr bwMode="auto">
          <a:xfrm>
            <a:off x="827088" y="188913"/>
            <a:ext cx="5292725"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单链表的建立（前插法）</a:t>
            </a:r>
          </a:p>
        </p:txBody>
      </p:sp>
      <p:graphicFrame>
        <p:nvGraphicFramePr>
          <p:cNvPr id="122885" name="Object 6">
            <a:extLst>
              <a:ext uri="{FF2B5EF4-FFF2-40B4-BE49-F238E27FC236}">
                <a16:creationId xmlns:a16="http://schemas.microsoft.com/office/drawing/2014/main" id="{D888391A-95A1-CF40-9770-02C08C971FD9}"/>
              </a:ext>
            </a:extLst>
          </p:cNvPr>
          <p:cNvGraphicFramePr>
            <a:graphicFrameLocks/>
          </p:cNvGraphicFramePr>
          <p:nvPr/>
        </p:nvGraphicFramePr>
        <p:xfrm>
          <a:off x="684213" y="3502025"/>
          <a:ext cx="7991475" cy="3022600"/>
        </p:xfrm>
        <a:graphic>
          <a:graphicData uri="http://schemas.openxmlformats.org/presentationml/2006/ole">
            <mc:AlternateContent xmlns:mc="http://schemas.openxmlformats.org/markup-compatibility/2006">
              <mc:Choice xmlns:v="urn:schemas-microsoft-com:vml" Requires="v">
                <p:oleObj spid="_x0000_s122888" name="Picture" r:id="rId3" imgW="27889200" imgH="10528300" progId="Word.Picture.8">
                  <p:embed/>
                </p:oleObj>
              </mc:Choice>
              <mc:Fallback>
                <p:oleObj name="Picture" r:id="rId3" imgW="27889200" imgH="10528300" progId="Word.Picture.8">
                  <p:embed/>
                  <p:pic>
                    <p:nvPicPr>
                      <p:cNvPr id="0" name="Object 6"/>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4213" y="3502025"/>
                        <a:ext cx="7991475" cy="302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3906" name="Object 5">
            <a:extLst>
              <a:ext uri="{FF2B5EF4-FFF2-40B4-BE49-F238E27FC236}">
                <a16:creationId xmlns:a16="http://schemas.microsoft.com/office/drawing/2014/main" id="{7D9B2356-EDAC-7148-B796-0F3D9343CC4C}"/>
              </a:ext>
            </a:extLst>
          </p:cNvPr>
          <p:cNvGraphicFramePr>
            <a:graphicFrameLocks/>
          </p:cNvGraphicFramePr>
          <p:nvPr/>
        </p:nvGraphicFramePr>
        <p:xfrm>
          <a:off x="436563" y="1368425"/>
          <a:ext cx="2667000" cy="504825"/>
        </p:xfrm>
        <a:graphic>
          <a:graphicData uri="http://schemas.openxmlformats.org/presentationml/2006/ole">
            <mc:AlternateContent xmlns:mc="http://schemas.openxmlformats.org/markup-compatibility/2006">
              <mc:Choice xmlns:v="urn:schemas-microsoft-com:vml" Requires="v">
                <p:oleObj spid="_x0000_s123931" r:id="rId3" imgW="11010900" imgH="3022600" progId="Visio.Drawing.11">
                  <p:embed/>
                </p:oleObj>
              </mc:Choice>
              <mc:Fallback>
                <p:oleObj r:id="rId3" imgW="11010900" imgH="3022600" progId="Visio.Drawing.11">
                  <p:embed/>
                  <p:pic>
                    <p:nvPicPr>
                      <p:cNvPr id="0" name="Object 5"/>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6563" y="1368425"/>
                        <a:ext cx="2667000" cy="50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2" name="Group 24">
            <a:extLst>
              <a:ext uri="{FF2B5EF4-FFF2-40B4-BE49-F238E27FC236}">
                <a16:creationId xmlns:a16="http://schemas.microsoft.com/office/drawing/2014/main" id="{3C69CEB9-FEC6-1C43-B4F2-86DC7517A7ED}"/>
              </a:ext>
            </a:extLst>
          </p:cNvPr>
          <p:cNvGrpSpPr>
            <a:grpSpLocks/>
          </p:cNvGrpSpPr>
          <p:nvPr/>
        </p:nvGrpSpPr>
        <p:grpSpPr bwMode="auto">
          <a:xfrm>
            <a:off x="360363" y="1933575"/>
            <a:ext cx="6019800" cy="2025650"/>
            <a:chOff x="336" y="824"/>
            <a:chExt cx="3792" cy="1276"/>
          </a:xfrm>
        </p:grpSpPr>
        <p:graphicFrame>
          <p:nvGraphicFramePr>
            <p:cNvPr id="123922" name="Object 6">
              <a:extLst>
                <a:ext uri="{FF2B5EF4-FFF2-40B4-BE49-F238E27FC236}">
                  <a16:creationId xmlns:a16="http://schemas.microsoft.com/office/drawing/2014/main" id="{378F6A9A-7274-2544-84AB-6B9976B8D8F1}"/>
                </a:ext>
              </a:extLst>
            </p:cNvPr>
            <p:cNvGraphicFramePr>
              <a:graphicFrameLocks/>
            </p:cNvGraphicFramePr>
            <p:nvPr/>
          </p:nvGraphicFramePr>
          <p:xfrm>
            <a:off x="336" y="1236"/>
            <a:ext cx="3792" cy="864"/>
          </p:xfrm>
          <a:graphic>
            <a:graphicData uri="http://schemas.openxmlformats.org/presentationml/2006/ole">
              <mc:AlternateContent xmlns:mc="http://schemas.openxmlformats.org/markup-compatibility/2006">
                <mc:Choice xmlns:v="urn:schemas-microsoft-com:vml" Requires="v">
                  <p:oleObj spid="_x0000_s123932" r:id="rId5" imgW="25603200" imgH="7188200" progId="Visio.Drawing.11">
                    <p:embed/>
                  </p:oleObj>
                </mc:Choice>
                <mc:Fallback>
                  <p:oleObj r:id="rId5" imgW="25603200" imgH="7188200" progId="Visio.Drawing.11">
                    <p:embed/>
                    <p:pic>
                      <p:nvPicPr>
                        <p:cNvPr id="0" name="Object 6"/>
                        <p:cNvPicPr>
                          <a:picLocks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6" y="1236"/>
                          <a:ext cx="3792" cy="8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18801" name="Line 7">
              <a:extLst>
                <a:ext uri="{FF2B5EF4-FFF2-40B4-BE49-F238E27FC236}">
                  <a16:creationId xmlns:a16="http://schemas.microsoft.com/office/drawing/2014/main" id="{6D67A9E8-F01C-4BB8-9DFF-96DEEF67F181}"/>
                </a:ext>
              </a:extLst>
            </p:cNvPr>
            <p:cNvSpPr>
              <a:spLocks noChangeShapeType="1"/>
            </p:cNvSpPr>
            <p:nvPr/>
          </p:nvSpPr>
          <p:spPr bwMode="auto">
            <a:xfrm>
              <a:off x="1200" y="852"/>
              <a:ext cx="0" cy="288"/>
            </a:xfrm>
            <a:prstGeom prst="line">
              <a:avLst/>
            </a:prstGeom>
            <a:noFill/>
            <a:ln w="5715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sp>
          <p:nvSpPr>
            <p:cNvPr id="559120" name="Rectangle 16">
              <a:extLst>
                <a:ext uri="{FF2B5EF4-FFF2-40B4-BE49-F238E27FC236}">
                  <a16:creationId xmlns:a16="http://schemas.microsoft.com/office/drawing/2014/main" id="{BD7D914A-3848-4748-B628-B88B7F739799}"/>
                </a:ext>
              </a:extLst>
            </p:cNvPr>
            <p:cNvSpPr>
              <a:spLocks noChangeArrowheads="1"/>
            </p:cNvSpPr>
            <p:nvPr/>
          </p:nvSpPr>
          <p:spPr bwMode="auto">
            <a:xfrm>
              <a:off x="2057" y="824"/>
              <a:ext cx="1135" cy="398"/>
            </a:xfrm>
            <a:prstGeom prst="rect">
              <a:avLst/>
            </a:prstGeom>
            <a:solidFill>
              <a:schemeClr val="bg2">
                <a:lumMod val="20000"/>
                <a:lumOff val="80000"/>
              </a:schemeClr>
            </a:solidFill>
            <a:ln w="9525">
              <a:noFill/>
              <a:miter lim="800000"/>
            </a:ln>
            <a:effectLst/>
          </p:spPr>
          <p:txBody>
            <a:bodyPr anchor="ctr"/>
            <a:lstStyle/>
            <a:p>
              <a:pPr>
                <a:defRPr/>
              </a:pPr>
              <a:r>
                <a:rPr kumimoji="1" lang="en-US" altLang="zh-CN" sz="2400" dirty="0">
                  <a:latin typeface="+mn-lt"/>
                  <a:ea typeface="+mn-ea"/>
                  <a:cs typeface="+mn-ea"/>
                  <a:sym typeface="+mn-lt"/>
                </a:rPr>
                <a:t>p-&gt;data=a</a:t>
              </a:r>
              <a:r>
                <a:rPr kumimoji="1" lang="en-US" altLang="zh-CN" sz="2400" baseline="-25000" dirty="0">
                  <a:latin typeface="+mn-lt"/>
                  <a:ea typeface="+mn-ea"/>
                  <a:cs typeface="+mn-ea"/>
                  <a:sym typeface="+mn-lt"/>
                </a:rPr>
                <a:t>n</a:t>
              </a:r>
            </a:p>
          </p:txBody>
        </p:sp>
      </p:grpSp>
      <p:grpSp>
        <p:nvGrpSpPr>
          <p:cNvPr id="3" name="Group 27">
            <a:extLst>
              <a:ext uri="{FF2B5EF4-FFF2-40B4-BE49-F238E27FC236}">
                <a16:creationId xmlns:a16="http://schemas.microsoft.com/office/drawing/2014/main" id="{EB8E571D-0F74-C34B-8EA4-4DB426EB02DF}"/>
              </a:ext>
            </a:extLst>
          </p:cNvPr>
          <p:cNvGrpSpPr>
            <a:grpSpLocks/>
          </p:cNvGrpSpPr>
          <p:nvPr/>
        </p:nvGrpSpPr>
        <p:grpSpPr bwMode="auto">
          <a:xfrm>
            <a:off x="284163" y="2579688"/>
            <a:ext cx="7543800" cy="3776662"/>
            <a:chOff x="288" y="1236"/>
            <a:chExt cx="4752" cy="2379"/>
          </a:xfrm>
        </p:grpSpPr>
        <p:sp>
          <p:nvSpPr>
            <p:cNvPr id="118795" name="Line 8">
              <a:extLst>
                <a:ext uri="{FF2B5EF4-FFF2-40B4-BE49-F238E27FC236}">
                  <a16:creationId xmlns:a16="http://schemas.microsoft.com/office/drawing/2014/main" id="{6628004E-BE13-448B-A0B0-BE0D9A0D6CFE}"/>
                </a:ext>
              </a:extLst>
            </p:cNvPr>
            <p:cNvSpPr>
              <a:spLocks noChangeShapeType="1"/>
            </p:cNvSpPr>
            <p:nvPr/>
          </p:nvSpPr>
          <p:spPr bwMode="auto">
            <a:xfrm>
              <a:off x="1152" y="2100"/>
              <a:ext cx="0" cy="336"/>
            </a:xfrm>
            <a:prstGeom prst="line">
              <a:avLst/>
            </a:prstGeom>
            <a:noFill/>
            <a:ln w="5715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sz="2400">
                <a:latin typeface="+mn-lt"/>
                <a:ea typeface="+mn-ea"/>
                <a:cs typeface="+mn-ea"/>
                <a:sym typeface="+mn-lt"/>
              </a:endParaRPr>
            </a:p>
          </p:txBody>
        </p:sp>
        <p:grpSp>
          <p:nvGrpSpPr>
            <p:cNvPr id="123918" name="Group 26">
              <a:extLst>
                <a:ext uri="{FF2B5EF4-FFF2-40B4-BE49-F238E27FC236}">
                  <a16:creationId xmlns:a16="http://schemas.microsoft.com/office/drawing/2014/main" id="{5F0E1A9A-E460-5844-B55E-95845F25D2FE}"/>
                </a:ext>
              </a:extLst>
            </p:cNvPr>
            <p:cNvGrpSpPr>
              <a:grpSpLocks/>
            </p:cNvGrpSpPr>
            <p:nvPr/>
          </p:nvGrpSpPr>
          <p:grpSpPr bwMode="auto">
            <a:xfrm>
              <a:off x="288" y="1236"/>
              <a:ext cx="4752" cy="2379"/>
              <a:chOff x="288" y="1236"/>
              <a:chExt cx="4752" cy="2379"/>
            </a:xfrm>
          </p:grpSpPr>
          <p:graphicFrame>
            <p:nvGraphicFramePr>
              <p:cNvPr id="123919" name="Object 9">
                <a:extLst>
                  <a:ext uri="{FF2B5EF4-FFF2-40B4-BE49-F238E27FC236}">
                    <a16:creationId xmlns:a16="http://schemas.microsoft.com/office/drawing/2014/main" id="{F41C4A40-D3F1-C842-800B-733A928B5133}"/>
                  </a:ext>
                </a:extLst>
              </p:cNvPr>
              <p:cNvGraphicFramePr>
                <a:graphicFrameLocks/>
              </p:cNvGraphicFramePr>
              <p:nvPr/>
            </p:nvGraphicFramePr>
            <p:xfrm>
              <a:off x="288" y="2484"/>
              <a:ext cx="4752" cy="1131"/>
            </p:xfrm>
            <a:graphic>
              <a:graphicData uri="http://schemas.openxmlformats.org/presentationml/2006/ole">
                <mc:AlternateContent xmlns:mc="http://schemas.openxmlformats.org/markup-compatibility/2006">
                  <mc:Choice xmlns:v="urn:schemas-microsoft-com:vml" Requires="v">
                    <p:oleObj spid="_x0000_s123933" r:id="rId7" imgW="33909000" imgH="10769600" progId="Visio.Drawing.11">
                      <p:embed/>
                    </p:oleObj>
                  </mc:Choice>
                  <mc:Fallback>
                    <p:oleObj r:id="rId7" imgW="33909000" imgH="10769600" progId="Visio.Drawing.11">
                      <p:embed/>
                      <p:pic>
                        <p:nvPicPr>
                          <p:cNvPr id="0" name="Object 9"/>
                          <p:cNvPicPr>
                            <a:picLocks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88" y="2484"/>
                            <a:ext cx="4752" cy="11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59122" name="Rectangle 18">
                <a:extLst>
                  <a:ext uri="{FF2B5EF4-FFF2-40B4-BE49-F238E27FC236}">
                    <a16:creationId xmlns:a16="http://schemas.microsoft.com/office/drawing/2014/main" id="{C80383D0-572D-4B10-8A55-98D388DF6FA1}"/>
                  </a:ext>
                </a:extLst>
              </p:cNvPr>
              <p:cNvSpPr>
                <a:spLocks noChangeArrowheads="1"/>
              </p:cNvSpPr>
              <p:nvPr/>
            </p:nvSpPr>
            <p:spPr bwMode="auto">
              <a:xfrm>
                <a:off x="2604" y="2704"/>
                <a:ext cx="1136" cy="398"/>
              </a:xfrm>
              <a:prstGeom prst="rect">
                <a:avLst/>
              </a:prstGeom>
              <a:solidFill>
                <a:schemeClr val="bg2">
                  <a:lumMod val="20000"/>
                  <a:lumOff val="80000"/>
                </a:schemeClr>
              </a:solidFill>
              <a:ln w="9525">
                <a:noFill/>
                <a:miter lim="800000"/>
              </a:ln>
              <a:effectLst/>
            </p:spPr>
            <p:txBody>
              <a:bodyPr anchor="ctr"/>
              <a:lstStyle/>
              <a:p>
                <a:pPr>
                  <a:defRPr/>
                </a:pPr>
                <a:r>
                  <a:rPr kumimoji="1" lang="en-US" altLang="zh-CN" sz="2400" dirty="0">
                    <a:effectLst>
                      <a:outerShdw blurRad="38100" dist="38100" dir="2700000" algn="tl">
                        <a:srgbClr val="FFFFFF"/>
                      </a:outerShdw>
                    </a:effectLst>
                    <a:latin typeface="+mn-lt"/>
                    <a:ea typeface="+mn-ea"/>
                    <a:cs typeface="+mn-ea"/>
                    <a:sym typeface="+mn-lt"/>
                  </a:rPr>
                  <a:t>p-&gt;</a:t>
                </a:r>
                <a:r>
                  <a:rPr kumimoji="1" lang="en-US" altLang="zh-CN" sz="2400" dirty="0">
                    <a:latin typeface="+mn-lt"/>
                    <a:ea typeface="+mn-ea"/>
                    <a:cs typeface="+mn-ea"/>
                    <a:sym typeface="+mn-lt"/>
                  </a:rPr>
                  <a:t>data=a</a:t>
                </a:r>
                <a:r>
                  <a:rPr kumimoji="1" lang="en-US" altLang="zh-CN" sz="2400" baseline="-25000" dirty="0">
                    <a:latin typeface="+mn-lt"/>
                    <a:ea typeface="+mn-ea"/>
                    <a:cs typeface="+mn-ea"/>
                    <a:sym typeface="+mn-lt"/>
                  </a:rPr>
                  <a:t>n-1</a:t>
                </a:r>
              </a:p>
            </p:txBody>
          </p:sp>
          <p:sp>
            <p:nvSpPr>
              <p:cNvPr id="118799" name="AutoShape 21">
                <a:extLst>
                  <a:ext uri="{FF2B5EF4-FFF2-40B4-BE49-F238E27FC236}">
                    <a16:creationId xmlns:a16="http://schemas.microsoft.com/office/drawing/2014/main" id="{CA2C9E1B-6B7B-4C86-986B-3AFAF9109B6E}"/>
                  </a:ext>
                </a:extLst>
              </p:cNvPr>
              <p:cNvSpPr>
                <a:spLocks noChangeArrowheads="1"/>
              </p:cNvSpPr>
              <p:nvPr/>
            </p:nvSpPr>
            <p:spPr bwMode="auto">
              <a:xfrm>
                <a:off x="4785" y="1236"/>
                <a:ext cx="208" cy="1200"/>
              </a:xfrm>
              <a:prstGeom prst="upArrow">
                <a:avLst>
                  <a:gd name="adj1" fmla="val 50000"/>
                  <a:gd name="adj2" fmla="val 117603"/>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a:latin typeface="+mn-lt"/>
                  <a:ea typeface="+mn-ea"/>
                  <a:cs typeface="+mn-ea"/>
                  <a:sym typeface="+mn-lt"/>
                </a:endParaRPr>
              </a:p>
            </p:txBody>
          </p:sp>
        </p:grpSp>
      </p:grpSp>
      <p:grpSp>
        <p:nvGrpSpPr>
          <p:cNvPr id="5" name="Group 28">
            <a:extLst>
              <a:ext uri="{FF2B5EF4-FFF2-40B4-BE49-F238E27FC236}">
                <a16:creationId xmlns:a16="http://schemas.microsoft.com/office/drawing/2014/main" id="{7BE91513-588B-2F4E-AEA1-39BB3601D2E2}"/>
              </a:ext>
            </a:extLst>
          </p:cNvPr>
          <p:cNvGrpSpPr>
            <a:grpSpLocks/>
          </p:cNvGrpSpPr>
          <p:nvPr/>
        </p:nvGrpSpPr>
        <p:grpSpPr bwMode="auto">
          <a:xfrm>
            <a:off x="5505450" y="1477963"/>
            <a:ext cx="2882900" cy="2130425"/>
            <a:chOff x="3577" y="537"/>
            <a:chExt cx="1816" cy="1342"/>
          </a:xfrm>
        </p:grpSpPr>
        <p:sp>
          <p:nvSpPr>
            <p:cNvPr id="559119" name="Rectangle 15">
              <a:extLst>
                <a:ext uri="{FF2B5EF4-FFF2-40B4-BE49-F238E27FC236}">
                  <a16:creationId xmlns:a16="http://schemas.microsoft.com/office/drawing/2014/main" id="{A49EC1EF-7B0A-4B7B-BE60-92ABFAF2A9E7}"/>
                </a:ext>
              </a:extLst>
            </p:cNvPr>
            <p:cNvSpPr>
              <a:spLocks noChangeArrowheads="1"/>
            </p:cNvSpPr>
            <p:nvPr/>
          </p:nvSpPr>
          <p:spPr bwMode="auto">
            <a:xfrm>
              <a:off x="3577" y="890"/>
              <a:ext cx="1816" cy="317"/>
            </a:xfrm>
            <a:prstGeom prst="rect">
              <a:avLst/>
            </a:prstGeom>
            <a:solidFill>
              <a:schemeClr val="bg2">
                <a:lumMod val="20000"/>
                <a:lumOff val="80000"/>
              </a:schemeClr>
            </a:solidFill>
            <a:ln w="9525">
              <a:noFill/>
              <a:miter lim="800000"/>
            </a:ln>
            <a:effectLst/>
          </p:spPr>
          <p:txBody>
            <a:bodyPr anchor="ctr"/>
            <a:lstStyle/>
            <a:p>
              <a:pPr>
                <a:defRPr/>
              </a:pPr>
              <a:r>
                <a:rPr kumimoji="1" lang="en-US" altLang="zh-CN" sz="2400" dirty="0">
                  <a:latin typeface="+mn-lt"/>
                  <a:ea typeface="+mn-ea"/>
                  <a:cs typeface="+mn-ea"/>
                  <a:sym typeface="+mn-lt"/>
                </a:rPr>
                <a:t>L-&gt;next=p</a:t>
              </a:r>
            </a:p>
          </p:txBody>
        </p:sp>
        <p:grpSp>
          <p:nvGrpSpPr>
            <p:cNvPr id="123914" name="Group 25">
              <a:extLst>
                <a:ext uri="{FF2B5EF4-FFF2-40B4-BE49-F238E27FC236}">
                  <a16:creationId xmlns:a16="http://schemas.microsoft.com/office/drawing/2014/main" id="{3A719DC7-DF48-3648-B031-42D631CE06F6}"/>
                </a:ext>
              </a:extLst>
            </p:cNvPr>
            <p:cNvGrpSpPr>
              <a:grpSpLocks/>
            </p:cNvGrpSpPr>
            <p:nvPr/>
          </p:nvGrpSpPr>
          <p:grpSpPr bwMode="auto">
            <a:xfrm>
              <a:off x="3583" y="537"/>
              <a:ext cx="1810" cy="1342"/>
              <a:chOff x="3583" y="537"/>
              <a:chExt cx="1810" cy="1342"/>
            </a:xfrm>
          </p:grpSpPr>
          <p:sp>
            <p:nvSpPr>
              <p:cNvPr id="559121" name="Rectangle 17">
                <a:extLst>
                  <a:ext uri="{FF2B5EF4-FFF2-40B4-BE49-F238E27FC236}">
                    <a16:creationId xmlns:a16="http://schemas.microsoft.com/office/drawing/2014/main" id="{061C814C-6805-4BA0-8999-BCC65A9F14E0}"/>
                  </a:ext>
                </a:extLst>
              </p:cNvPr>
              <p:cNvSpPr>
                <a:spLocks noChangeArrowheads="1"/>
              </p:cNvSpPr>
              <p:nvPr/>
            </p:nvSpPr>
            <p:spPr bwMode="auto">
              <a:xfrm>
                <a:off x="3583" y="537"/>
                <a:ext cx="1810" cy="363"/>
              </a:xfrm>
              <a:prstGeom prst="rect">
                <a:avLst/>
              </a:prstGeom>
              <a:solidFill>
                <a:schemeClr val="bg2">
                  <a:lumMod val="20000"/>
                  <a:lumOff val="80000"/>
                </a:schemeClr>
              </a:solidFill>
              <a:ln w="9525">
                <a:noFill/>
                <a:miter lim="800000"/>
              </a:ln>
              <a:effectLst/>
            </p:spPr>
            <p:txBody>
              <a:bodyPr anchor="ctr"/>
              <a:lstStyle/>
              <a:p>
                <a:pPr>
                  <a:defRPr/>
                </a:pPr>
                <a:r>
                  <a:rPr kumimoji="1" lang="en-US" altLang="zh-CN" sz="2400" dirty="0">
                    <a:latin typeface="+mn-lt"/>
                    <a:ea typeface="+mn-ea"/>
                    <a:cs typeface="+mn-ea"/>
                    <a:sym typeface="+mn-lt"/>
                  </a:rPr>
                  <a:t>p-&gt;next= L-&gt;next</a:t>
                </a:r>
              </a:p>
            </p:txBody>
          </p:sp>
          <p:sp>
            <p:nvSpPr>
              <p:cNvPr id="118794" name="AutoShape 23">
                <a:extLst>
                  <a:ext uri="{FF2B5EF4-FFF2-40B4-BE49-F238E27FC236}">
                    <a16:creationId xmlns:a16="http://schemas.microsoft.com/office/drawing/2014/main" id="{8CB2DF76-FD7F-4406-9396-0A087F659610}"/>
                  </a:ext>
                </a:extLst>
              </p:cNvPr>
              <p:cNvSpPr>
                <a:spLocks noChangeArrowheads="1"/>
              </p:cNvSpPr>
              <p:nvPr/>
            </p:nvSpPr>
            <p:spPr bwMode="auto">
              <a:xfrm>
                <a:off x="4128" y="1207"/>
                <a:ext cx="314" cy="672"/>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w 21600"/>
                  <a:gd name="T13" fmla="*/ 0 h 21600"/>
                  <a:gd name="T14" fmla="*/ 0 w 21600"/>
                  <a:gd name="T15" fmla="*/ 0 h 21600"/>
                  <a:gd name="T16" fmla="*/ 0 w 21600"/>
                  <a:gd name="T17" fmla="*/ 0 h 2160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1600" h="21600">
                    <a:moveTo>
                      <a:pt x="15429" y="0"/>
                    </a:moveTo>
                    <a:lnTo>
                      <a:pt x="9257" y="7200"/>
                    </a:lnTo>
                    <a:lnTo>
                      <a:pt x="12343" y="7200"/>
                    </a:lnTo>
                    <a:lnTo>
                      <a:pt x="12343" y="14400"/>
                    </a:lnTo>
                    <a:lnTo>
                      <a:pt x="0" y="14400"/>
                    </a:lnTo>
                    <a:lnTo>
                      <a:pt x="0" y="21600"/>
                    </a:lnTo>
                    <a:lnTo>
                      <a:pt x="18514" y="21600"/>
                    </a:lnTo>
                    <a:lnTo>
                      <a:pt x="18514" y="7200"/>
                    </a:lnTo>
                    <a:lnTo>
                      <a:pt x="21600" y="7200"/>
                    </a:lnTo>
                    <a:lnTo>
                      <a:pt x="15429" y="0"/>
                    </a:lnTo>
                    <a:close/>
                  </a:path>
                </a:pathLst>
              </a:cu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sz="2400">
                  <a:latin typeface="+mn-lt"/>
                  <a:ea typeface="+mn-ea"/>
                  <a:cs typeface="+mn-ea"/>
                  <a:sym typeface="+mn-lt"/>
                </a:endParaRPr>
              </a:p>
            </p:txBody>
          </p:sp>
        </p:grpSp>
      </p:grpSp>
      <p:sp>
        <p:nvSpPr>
          <p:cNvPr id="559133" name="Rectangle 29">
            <a:extLst>
              <a:ext uri="{FF2B5EF4-FFF2-40B4-BE49-F238E27FC236}">
                <a16:creationId xmlns:a16="http://schemas.microsoft.com/office/drawing/2014/main" id="{BAD62758-0B68-4F28-9240-C23FEA23CFD4}"/>
              </a:ext>
            </a:extLst>
          </p:cNvPr>
          <p:cNvSpPr>
            <a:spLocks noChangeArrowheads="1"/>
          </p:cNvSpPr>
          <p:nvPr/>
        </p:nvSpPr>
        <p:spPr bwMode="auto">
          <a:xfrm>
            <a:off x="755650" y="188913"/>
            <a:ext cx="5292725"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单链表的建立（前插法）</a:t>
            </a:r>
          </a:p>
        </p:txBody>
      </p:sp>
      <p:sp>
        <p:nvSpPr>
          <p:cNvPr id="123911" name="矩形 3">
            <a:extLst>
              <a:ext uri="{FF2B5EF4-FFF2-40B4-BE49-F238E27FC236}">
                <a16:creationId xmlns:a16="http://schemas.microsoft.com/office/drawing/2014/main" id="{562ED994-B7C6-1445-9AA0-CF87896788E0}"/>
              </a:ext>
            </a:extLst>
          </p:cNvPr>
          <p:cNvSpPr>
            <a:spLocks noChangeArrowheads="1"/>
          </p:cNvSpPr>
          <p:nvPr/>
        </p:nvSpPr>
        <p:spPr bwMode="auto">
          <a:xfrm>
            <a:off x="0" y="1268413"/>
            <a:ext cx="179388" cy="5087937"/>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23912" name="矩形 19">
            <a:extLst>
              <a:ext uri="{FF2B5EF4-FFF2-40B4-BE49-F238E27FC236}">
                <a16:creationId xmlns:a16="http://schemas.microsoft.com/office/drawing/2014/main" id="{C2A999B8-F2D0-B047-BB66-D125C3903E5E}"/>
              </a:ext>
            </a:extLst>
          </p:cNvPr>
          <p:cNvSpPr>
            <a:spLocks noChangeArrowheads="1"/>
          </p:cNvSpPr>
          <p:nvPr/>
        </p:nvSpPr>
        <p:spPr bwMode="auto">
          <a:xfrm>
            <a:off x="8980488" y="1268413"/>
            <a:ext cx="180975" cy="5087937"/>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4" presetClass="entr" presetSubtype="16"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ox(in)">
                                      <p:cBhvr>
                                        <p:cTn id="13" dur="500"/>
                                        <p:tgtEl>
                                          <p:spTgt spid="5"/>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8" presetClass="entr" presetSubtype="16" fill="hold" nodeType="click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diamond(in)">
                                      <p:cBhvr>
                                        <p:cTn id="18"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4">
            <a:extLst>
              <a:ext uri="{FF2B5EF4-FFF2-40B4-BE49-F238E27FC236}">
                <a16:creationId xmlns:a16="http://schemas.microsoft.com/office/drawing/2014/main" id="{77CFB058-3D61-4835-96AD-3E1EB2E725EC}"/>
              </a:ext>
            </a:extLst>
          </p:cNvPr>
          <p:cNvSpPr>
            <a:spLocks noChangeArrowheads="1"/>
          </p:cNvSpPr>
          <p:nvPr/>
        </p:nvSpPr>
        <p:spPr bwMode="auto">
          <a:xfrm>
            <a:off x="25400" y="2205038"/>
            <a:ext cx="9118600" cy="4392612"/>
          </a:xfrm>
          <a:prstGeom prst="rect">
            <a:avLst/>
          </a:prstGeom>
          <a:solidFill>
            <a:srgbClr val="B8D4EC"/>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600">
                <a:sym typeface="+mn-lt"/>
              </a:rPr>
              <a:t>void CreateList_F(LinkList &amp;L,int n){ </a:t>
            </a:r>
          </a:p>
          <a:p>
            <a:pPr>
              <a:lnSpc>
                <a:spcPct val="100000"/>
              </a:lnSpc>
              <a:spcBef>
                <a:spcPct val="20000"/>
              </a:spcBef>
            </a:pPr>
            <a:r>
              <a:rPr lang="en-US" altLang="zh-CN" sz="2600">
                <a:sym typeface="+mn-lt"/>
              </a:rPr>
              <a:t>     L=new LNode; </a:t>
            </a:r>
          </a:p>
          <a:p>
            <a:pPr>
              <a:lnSpc>
                <a:spcPct val="100000"/>
              </a:lnSpc>
              <a:spcBef>
                <a:spcPct val="20000"/>
              </a:spcBef>
            </a:pPr>
            <a:r>
              <a:rPr lang="en-US" altLang="zh-CN" sz="2600">
                <a:sym typeface="+mn-lt"/>
              </a:rPr>
              <a:t>      L-&gt;next=NULL; //</a:t>
            </a:r>
            <a:r>
              <a:rPr lang="zh-CN" altLang="en-US" sz="2600">
                <a:sym typeface="+mn-lt"/>
              </a:rPr>
              <a:t>先建立一个带头结点的单链表 </a:t>
            </a:r>
          </a:p>
          <a:p>
            <a:pPr>
              <a:lnSpc>
                <a:spcPct val="100000"/>
              </a:lnSpc>
              <a:spcBef>
                <a:spcPct val="20000"/>
              </a:spcBef>
            </a:pPr>
            <a:r>
              <a:rPr lang="zh-CN" altLang="en-US" sz="2600">
                <a:sym typeface="+mn-lt"/>
              </a:rPr>
              <a:t>      </a:t>
            </a:r>
            <a:r>
              <a:rPr lang="en-US" altLang="zh-CN" sz="2600">
                <a:sym typeface="+mn-lt"/>
              </a:rPr>
              <a:t>for(i=n;i&gt;0;--i){ </a:t>
            </a:r>
          </a:p>
          <a:p>
            <a:pPr>
              <a:lnSpc>
                <a:spcPct val="100000"/>
              </a:lnSpc>
              <a:spcBef>
                <a:spcPct val="20000"/>
              </a:spcBef>
            </a:pPr>
            <a:r>
              <a:rPr lang="en-US" altLang="zh-CN" sz="2600">
                <a:sym typeface="+mn-lt"/>
              </a:rPr>
              <a:t>        p=new LNode; //</a:t>
            </a:r>
            <a:r>
              <a:rPr lang="zh-CN" altLang="en-US" sz="2600">
                <a:sym typeface="+mn-lt"/>
              </a:rPr>
              <a:t>生成新结点 </a:t>
            </a:r>
          </a:p>
          <a:p>
            <a:pPr>
              <a:lnSpc>
                <a:spcPct val="100000"/>
              </a:lnSpc>
              <a:spcBef>
                <a:spcPct val="20000"/>
              </a:spcBef>
            </a:pPr>
            <a:r>
              <a:rPr lang="zh-CN" altLang="en-US" sz="2600">
                <a:sym typeface="+mn-lt"/>
              </a:rPr>
              <a:t>        </a:t>
            </a:r>
            <a:r>
              <a:rPr lang="en-US" altLang="zh-CN" sz="2600">
                <a:sym typeface="+mn-lt"/>
              </a:rPr>
              <a:t>cin&gt;&gt;p-&gt;data; //</a:t>
            </a:r>
            <a:r>
              <a:rPr lang="zh-CN" altLang="en-US" sz="2600">
                <a:sym typeface="+mn-lt"/>
              </a:rPr>
              <a:t>输入元素值 </a:t>
            </a:r>
          </a:p>
          <a:p>
            <a:pPr>
              <a:lnSpc>
                <a:spcPct val="100000"/>
              </a:lnSpc>
              <a:spcBef>
                <a:spcPct val="20000"/>
              </a:spcBef>
            </a:pPr>
            <a:r>
              <a:rPr lang="zh-CN" altLang="en-US" sz="2600">
                <a:sym typeface="+mn-lt"/>
              </a:rPr>
              <a:t>        </a:t>
            </a:r>
            <a:r>
              <a:rPr lang="en-US" altLang="zh-CN" sz="2600">
                <a:sym typeface="+mn-lt"/>
              </a:rPr>
              <a:t>p-&gt;next=L-&gt;next;L-&gt;next=p; 	//</a:t>
            </a:r>
            <a:r>
              <a:rPr lang="zh-CN" altLang="en-US" sz="2600">
                <a:sym typeface="+mn-lt"/>
              </a:rPr>
              <a:t>插入到表头 </a:t>
            </a:r>
          </a:p>
          <a:p>
            <a:pPr>
              <a:lnSpc>
                <a:spcPct val="100000"/>
              </a:lnSpc>
              <a:spcBef>
                <a:spcPct val="20000"/>
              </a:spcBef>
            </a:pPr>
            <a:r>
              <a:rPr lang="zh-CN" altLang="en-US" sz="2600">
                <a:sym typeface="+mn-lt"/>
              </a:rPr>
              <a:t>     </a:t>
            </a:r>
            <a:r>
              <a:rPr lang="en-US" altLang="zh-CN" sz="2600">
                <a:sym typeface="+mn-lt"/>
              </a:rPr>
              <a:t>} </a:t>
            </a:r>
          </a:p>
          <a:p>
            <a:pPr>
              <a:lnSpc>
                <a:spcPct val="100000"/>
              </a:lnSpc>
              <a:spcBef>
                <a:spcPct val="20000"/>
              </a:spcBef>
            </a:pPr>
            <a:r>
              <a:rPr lang="en-US" altLang="zh-CN" sz="2600">
                <a:sym typeface="+mn-lt"/>
              </a:rPr>
              <a:t>}//CreateList_F </a:t>
            </a:r>
          </a:p>
        </p:txBody>
      </p:sp>
      <p:sp>
        <p:nvSpPr>
          <p:cNvPr id="119811" name="Rectangle 6">
            <a:extLst>
              <a:ext uri="{FF2B5EF4-FFF2-40B4-BE49-F238E27FC236}">
                <a16:creationId xmlns:a16="http://schemas.microsoft.com/office/drawing/2014/main" id="{52B9EC5E-3359-4F5C-9594-7B8821663D30}"/>
              </a:ext>
            </a:extLst>
          </p:cNvPr>
          <p:cNvSpPr>
            <a:spLocks noChangeArrowheads="1"/>
          </p:cNvSpPr>
          <p:nvPr/>
        </p:nvSpPr>
        <p:spPr bwMode="auto">
          <a:xfrm>
            <a:off x="0" y="1284288"/>
            <a:ext cx="3775075" cy="606425"/>
          </a:xfrm>
          <a:prstGeom prst="rect">
            <a:avLst/>
          </a:prstGeom>
          <a:solidFill>
            <a:srgbClr val="9476B6"/>
          </a:solidFill>
          <a:ln>
            <a:noFill/>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r>
              <a:rPr lang="en-US" altLang="zh-CN">
                <a:solidFill>
                  <a:schemeClr val="bg1"/>
                </a:solidFill>
                <a:latin typeface="+mn-lt"/>
                <a:ea typeface="+mn-ea"/>
                <a:cs typeface="+mn-ea"/>
                <a:sym typeface="+mn-lt"/>
              </a:rPr>
              <a:t>【</a:t>
            </a:r>
            <a:r>
              <a:rPr lang="zh-CN" altLang="en-US">
                <a:solidFill>
                  <a:schemeClr val="bg1"/>
                </a:solidFill>
                <a:latin typeface="+mn-lt"/>
                <a:ea typeface="+mn-ea"/>
                <a:cs typeface="+mn-ea"/>
                <a:sym typeface="+mn-lt"/>
              </a:rPr>
              <a:t>算法描述</a:t>
            </a:r>
            <a:r>
              <a:rPr lang="en-US" altLang="zh-CN">
                <a:solidFill>
                  <a:schemeClr val="bg1"/>
                </a:solidFill>
                <a:latin typeface="+mn-lt"/>
                <a:ea typeface="+mn-ea"/>
                <a:cs typeface="+mn-ea"/>
                <a:sym typeface="+mn-lt"/>
              </a:rPr>
              <a:t>】</a:t>
            </a:r>
          </a:p>
        </p:txBody>
      </p:sp>
      <p:sp>
        <p:nvSpPr>
          <p:cNvPr id="4" name="Rectangle 29">
            <a:extLst>
              <a:ext uri="{FF2B5EF4-FFF2-40B4-BE49-F238E27FC236}">
                <a16:creationId xmlns:a16="http://schemas.microsoft.com/office/drawing/2014/main" id="{49779459-D64C-4B12-845C-FF845B589F8B}"/>
              </a:ext>
            </a:extLst>
          </p:cNvPr>
          <p:cNvSpPr>
            <a:spLocks noChangeArrowheads="1"/>
          </p:cNvSpPr>
          <p:nvPr/>
        </p:nvSpPr>
        <p:spPr bwMode="auto">
          <a:xfrm>
            <a:off x="755650" y="188913"/>
            <a:ext cx="5292725"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单链表的建立（前插法）</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CECA6598-7DC3-422C-8E93-18B14EE43B61}"/>
              </a:ext>
            </a:extLst>
          </p:cNvPr>
          <p:cNvSpPr/>
          <p:nvPr/>
        </p:nvSpPr>
        <p:spPr bwMode="auto">
          <a:xfrm>
            <a:off x="0" y="981075"/>
            <a:ext cx="9144000" cy="2160588"/>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20834" name="Rectangle 4">
            <a:extLst>
              <a:ext uri="{FF2B5EF4-FFF2-40B4-BE49-F238E27FC236}">
                <a16:creationId xmlns:a16="http://schemas.microsoft.com/office/drawing/2014/main" id="{67E2E233-A5E0-4523-99C2-4FA777972B0D}"/>
              </a:ext>
            </a:extLst>
          </p:cNvPr>
          <p:cNvSpPr>
            <a:spLocks noRot="1" noChangeArrowheads="1"/>
          </p:cNvSpPr>
          <p:nvPr/>
        </p:nvSpPr>
        <p:spPr bwMode="auto">
          <a:xfrm>
            <a:off x="323850" y="1003300"/>
            <a:ext cx="8569325" cy="2138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10000"/>
              </a:spcBef>
              <a:buSzPct val="50000"/>
              <a:buFont typeface="Wingdings" pitchFamily="2" charset="2"/>
              <a:buChar char="n"/>
            </a:pPr>
            <a:r>
              <a:rPr lang="zh-CN" altLang="en-US">
                <a:sym typeface="+mn-lt"/>
              </a:rPr>
              <a:t>从一个空表</a:t>
            </a:r>
            <a:r>
              <a:rPr lang="en-US" altLang="zh-CN">
                <a:sym typeface="+mn-lt"/>
              </a:rPr>
              <a:t>L</a:t>
            </a:r>
            <a:r>
              <a:rPr lang="zh-CN" altLang="en-US">
                <a:sym typeface="+mn-lt"/>
              </a:rPr>
              <a:t>开始，将新结点逐个插入到链表的尾部，尾指针</a:t>
            </a:r>
            <a:r>
              <a:rPr lang="en-US" altLang="zh-CN">
                <a:sym typeface="+mn-lt"/>
              </a:rPr>
              <a:t>r</a:t>
            </a:r>
            <a:r>
              <a:rPr lang="zh-CN" altLang="en-US">
                <a:sym typeface="+mn-lt"/>
              </a:rPr>
              <a:t>指向链表的尾结点。</a:t>
            </a:r>
          </a:p>
          <a:p>
            <a:pPr>
              <a:spcBef>
                <a:spcPct val="10000"/>
              </a:spcBef>
              <a:buSzPct val="50000"/>
              <a:buFont typeface="Wingdings" pitchFamily="2" charset="2"/>
              <a:buChar char="n"/>
            </a:pPr>
            <a:r>
              <a:rPr lang="zh-CN" altLang="en-US">
                <a:sym typeface="+mn-lt"/>
              </a:rPr>
              <a:t>初始时，</a:t>
            </a:r>
            <a:r>
              <a:rPr lang="en-US" altLang="zh-CN">
                <a:sym typeface="+mn-lt"/>
              </a:rPr>
              <a:t>r</a:t>
            </a:r>
            <a:r>
              <a:rPr lang="zh-CN" altLang="en-US">
                <a:sym typeface="+mn-lt"/>
              </a:rPr>
              <a:t>同</a:t>
            </a:r>
            <a:r>
              <a:rPr lang="en-US" altLang="zh-CN">
                <a:sym typeface="+mn-lt"/>
              </a:rPr>
              <a:t>L</a:t>
            </a:r>
            <a:r>
              <a:rPr lang="zh-CN" altLang="en-US">
                <a:sym typeface="+mn-lt"/>
              </a:rPr>
              <a:t>均指向头结点。每读入一个数据元素则申请一个新结点，将新结点插入到尾结点后，</a:t>
            </a:r>
            <a:r>
              <a:rPr lang="en-US" altLang="zh-CN">
                <a:sym typeface="+mn-lt"/>
              </a:rPr>
              <a:t>r</a:t>
            </a:r>
            <a:r>
              <a:rPr lang="zh-CN" altLang="en-US">
                <a:sym typeface="+mn-lt"/>
              </a:rPr>
              <a:t>指向新结点。</a:t>
            </a:r>
          </a:p>
        </p:txBody>
      </p:sp>
      <p:sp>
        <p:nvSpPr>
          <p:cNvPr id="656389" name="Rectangle 5">
            <a:extLst>
              <a:ext uri="{FF2B5EF4-FFF2-40B4-BE49-F238E27FC236}">
                <a16:creationId xmlns:a16="http://schemas.microsoft.com/office/drawing/2014/main" id="{7101D2AC-A3F3-4F43-9398-930D277EB4F1}"/>
              </a:ext>
            </a:extLst>
          </p:cNvPr>
          <p:cNvSpPr>
            <a:spLocks noChangeArrowheads="1"/>
          </p:cNvSpPr>
          <p:nvPr/>
        </p:nvSpPr>
        <p:spPr bwMode="auto">
          <a:xfrm>
            <a:off x="755650" y="177800"/>
            <a:ext cx="7051675" cy="51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单链表的建立（尾插法）</a:t>
            </a:r>
          </a:p>
        </p:txBody>
      </p:sp>
      <p:sp>
        <p:nvSpPr>
          <p:cNvPr id="120836" name="Rectangle 8">
            <a:extLst>
              <a:ext uri="{FF2B5EF4-FFF2-40B4-BE49-F238E27FC236}">
                <a16:creationId xmlns:a16="http://schemas.microsoft.com/office/drawing/2014/main" id="{CE304DAB-0F5C-4201-A75D-C6A45F6FA04F}"/>
              </a:ext>
            </a:extLst>
          </p:cNvPr>
          <p:cNvSpPr>
            <a:spLocks noChangeArrowheads="1"/>
          </p:cNvSpPr>
          <p:nvPr/>
        </p:nvSpPr>
        <p:spPr bwMode="auto">
          <a:xfrm>
            <a:off x="0" y="2271713"/>
            <a:ext cx="1841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aphicFrame>
        <p:nvGraphicFramePr>
          <p:cNvPr id="125958" name="Object 7">
            <a:extLst>
              <a:ext uri="{FF2B5EF4-FFF2-40B4-BE49-F238E27FC236}">
                <a16:creationId xmlns:a16="http://schemas.microsoft.com/office/drawing/2014/main" id="{CC91ABA2-1C8D-9740-B089-188CAC7E3032}"/>
              </a:ext>
            </a:extLst>
          </p:cNvPr>
          <p:cNvGraphicFramePr>
            <a:graphicFrameLocks/>
          </p:cNvGraphicFramePr>
          <p:nvPr/>
        </p:nvGraphicFramePr>
        <p:xfrm>
          <a:off x="612775" y="3429000"/>
          <a:ext cx="7989888" cy="3167063"/>
        </p:xfrm>
        <a:graphic>
          <a:graphicData uri="http://schemas.openxmlformats.org/presentationml/2006/ole">
            <mc:AlternateContent xmlns:mc="http://schemas.openxmlformats.org/markup-compatibility/2006">
              <mc:Choice xmlns:v="urn:schemas-microsoft-com:vml" Requires="v">
                <p:oleObj spid="_x0000_s125961" name="Picture" r:id="rId3" imgW="34188400" imgH="11899900" progId="Word.Picture.8">
                  <p:embed/>
                </p:oleObj>
              </mc:Choice>
              <mc:Fallback>
                <p:oleObj name="Picture" r:id="rId3" imgW="34188400" imgH="11899900" progId="Word.Picture.8">
                  <p:embed/>
                  <p:pic>
                    <p:nvPicPr>
                      <p:cNvPr id="0" name="Object 7"/>
                      <p:cNvPicPr>
                        <a:picLocks noChangeArrowheads="1"/>
                      </p:cNvPicPr>
                      <p:nvPr/>
                    </p:nvPicPr>
                    <p:blipFill>
                      <a:blip r:embed="rId4">
                        <a:extLst>
                          <a:ext uri="{28A0092B-C50C-407E-A947-70E740481C1C}">
                            <a14:useLocalDpi xmlns:a14="http://schemas.microsoft.com/office/drawing/2010/main" val="0"/>
                          </a:ext>
                        </a:extLst>
                      </a:blip>
                      <a:srcRect l="3918" t="6793" r="5023" b="2919"/>
                      <a:stretch>
                        <a:fillRect/>
                      </a:stretch>
                    </p:blipFill>
                    <p:spPr bwMode="auto">
                      <a:xfrm>
                        <a:off x="612775" y="3429000"/>
                        <a:ext cx="7989888" cy="3167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4">
            <a:extLst>
              <a:ext uri="{FF2B5EF4-FFF2-40B4-BE49-F238E27FC236}">
                <a16:creationId xmlns:a16="http://schemas.microsoft.com/office/drawing/2014/main" id="{8F63EFB8-1BD9-4D5A-98C8-D5DBD8AF63D4}"/>
              </a:ext>
            </a:extLst>
          </p:cNvPr>
          <p:cNvSpPr>
            <a:spLocks noChangeArrowheads="1"/>
          </p:cNvSpPr>
          <p:nvPr/>
        </p:nvSpPr>
        <p:spPr bwMode="auto">
          <a:xfrm>
            <a:off x="-12700" y="1773238"/>
            <a:ext cx="9156700" cy="4943475"/>
          </a:xfrm>
          <a:prstGeom prst="rect">
            <a:avLst/>
          </a:prstGeom>
          <a:solidFill>
            <a:schemeClr val="bg2">
              <a:lumMod val="20000"/>
              <a:lumOff val="80000"/>
            </a:schemeClr>
          </a:solidFill>
          <a:ln>
            <a:noFill/>
          </a:ln>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200">
                <a:sym typeface="+mn-lt"/>
              </a:rPr>
              <a:t>void CreateList_L(LinkList &amp;L,int n){ </a:t>
            </a:r>
          </a:p>
          <a:p>
            <a:pPr>
              <a:lnSpc>
                <a:spcPct val="100000"/>
              </a:lnSpc>
              <a:spcBef>
                <a:spcPct val="20000"/>
              </a:spcBef>
            </a:pPr>
            <a:r>
              <a:rPr lang="en-US" altLang="zh-CN" sz="2200">
                <a:sym typeface="+mn-lt"/>
              </a:rPr>
              <a:t>      //</a:t>
            </a:r>
            <a:r>
              <a:rPr lang="zh-CN" altLang="en-US" sz="2200">
                <a:sym typeface="+mn-lt"/>
              </a:rPr>
              <a:t>正位序输入</a:t>
            </a:r>
            <a:r>
              <a:rPr lang="en-US" altLang="zh-CN" sz="2200">
                <a:sym typeface="+mn-lt"/>
              </a:rPr>
              <a:t>n</a:t>
            </a:r>
            <a:r>
              <a:rPr lang="zh-CN" altLang="en-US" sz="2200">
                <a:sym typeface="+mn-lt"/>
              </a:rPr>
              <a:t>个元素的值，建立带表头结点的单链表</a:t>
            </a:r>
            <a:r>
              <a:rPr lang="en-US" altLang="zh-CN" sz="2200">
                <a:sym typeface="+mn-lt"/>
              </a:rPr>
              <a:t>L </a:t>
            </a:r>
          </a:p>
          <a:p>
            <a:pPr>
              <a:lnSpc>
                <a:spcPct val="100000"/>
              </a:lnSpc>
              <a:spcBef>
                <a:spcPct val="20000"/>
              </a:spcBef>
            </a:pPr>
            <a:r>
              <a:rPr lang="en-US" altLang="zh-CN" sz="2200">
                <a:sym typeface="+mn-lt"/>
              </a:rPr>
              <a:t>      L=new LNode; </a:t>
            </a:r>
          </a:p>
          <a:p>
            <a:pPr>
              <a:lnSpc>
                <a:spcPct val="100000"/>
              </a:lnSpc>
              <a:spcBef>
                <a:spcPct val="20000"/>
              </a:spcBef>
            </a:pPr>
            <a:r>
              <a:rPr lang="en-US" altLang="zh-CN" sz="2200">
                <a:sym typeface="+mn-lt"/>
              </a:rPr>
              <a:t>      L-&gt;next=NULL; 	</a:t>
            </a:r>
          </a:p>
          <a:p>
            <a:pPr>
              <a:lnSpc>
                <a:spcPct val="100000"/>
              </a:lnSpc>
              <a:spcBef>
                <a:spcPct val="20000"/>
              </a:spcBef>
            </a:pPr>
            <a:r>
              <a:rPr lang="en-US" altLang="zh-CN" sz="2200">
                <a:sym typeface="+mn-lt"/>
              </a:rPr>
              <a:t>      r=L; 	                                //</a:t>
            </a:r>
            <a:r>
              <a:rPr lang="zh-CN" altLang="en-US" sz="2200">
                <a:sym typeface="+mn-lt"/>
              </a:rPr>
              <a:t>尾指针</a:t>
            </a:r>
            <a:r>
              <a:rPr lang="en-US" altLang="zh-CN" sz="2200">
                <a:sym typeface="+mn-lt"/>
              </a:rPr>
              <a:t>r</a:t>
            </a:r>
            <a:r>
              <a:rPr lang="zh-CN" altLang="en-US" sz="2200">
                <a:sym typeface="+mn-lt"/>
              </a:rPr>
              <a:t>指向头结点 </a:t>
            </a:r>
          </a:p>
          <a:p>
            <a:pPr>
              <a:lnSpc>
                <a:spcPct val="100000"/>
              </a:lnSpc>
              <a:spcBef>
                <a:spcPct val="20000"/>
              </a:spcBef>
            </a:pPr>
            <a:r>
              <a:rPr lang="zh-CN" altLang="en-US" sz="2200">
                <a:sym typeface="+mn-lt"/>
              </a:rPr>
              <a:t>      </a:t>
            </a:r>
            <a:r>
              <a:rPr lang="en-US" altLang="zh-CN" sz="2200">
                <a:sym typeface="+mn-lt"/>
              </a:rPr>
              <a:t>for(i=0;i&lt;n;++i){ </a:t>
            </a:r>
          </a:p>
          <a:p>
            <a:pPr>
              <a:lnSpc>
                <a:spcPct val="100000"/>
              </a:lnSpc>
              <a:spcBef>
                <a:spcPct val="20000"/>
              </a:spcBef>
            </a:pPr>
            <a:r>
              <a:rPr lang="en-US" altLang="zh-CN" sz="2200">
                <a:sym typeface="+mn-lt"/>
              </a:rPr>
              <a:t>        p=new LNode;	</a:t>
            </a:r>
            <a:r>
              <a:rPr lang="zh-CN" altLang="en-US" sz="2200">
                <a:sym typeface="+mn-lt"/>
              </a:rPr>
              <a:t>　	       </a:t>
            </a:r>
            <a:r>
              <a:rPr lang="en-US" altLang="zh-CN" sz="2200">
                <a:sym typeface="+mn-lt"/>
              </a:rPr>
              <a:t>//</a:t>
            </a:r>
            <a:r>
              <a:rPr lang="zh-CN" altLang="en-US" sz="2200">
                <a:sym typeface="+mn-lt"/>
              </a:rPr>
              <a:t>生成新结点 </a:t>
            </a:r>
          </a:p>
          <a:p>
            <a:pPr>
              <a:lnSpc>
                <a:spcPct val="100000"/>
              </a:lnSpc>
              <a:spcBef>
                <a:spcPct val="20000"/>
              </a:spcBef>
            </a:pPr>
            <a:r>
              <a:rPr lang="zh-CN" altLang="en-US" sz="2200">
                <a:sym typeface="+mn-lt"/>
              </a:rPr>
              <a:t>        </a:t>
            </a:r>
            <a:r>
              <a:rPr lang="en-US" altLang="zh-CN" sz="2200">
                <a:sym typeface="+mn-lt"/>
              </a:rPr>
              <a:t>cin&gt;&gt;p-&gt;data;   		       //</a:t>
            </a:r>
            <a:r>
              <a:rPr lang="zh-CN" altLang="en-US" sz="2200">
                <a:sym typeface="+mn-lt"/>
              </a:rPr>
              <a:t>输入元素值 </a:t>
            </a:r>
          </a:p>
          <a:p>
            <a:pPr>
              <a:lnSpc>
                <a:spcPct val="100000"/>
              </a:lnSpc>
              <a:spcBef>
                <a:spcPct val="20000"/>
              </a:spcBef>
            </a:pPr>
            <a:r>
              <a:rPr lang="zh-CN" altLang="en-US" sz="2200">
                <a:sym typeface="+mn-lt"/>
              </a:rPr>
              <a:t>        </a:t>
            </a:r>
            <a:r>
              <a:rPr lang="en-US" altLang="zh-CN" sz="2200">
                <a:sym typeface="+mn-lt"/>
              </a:rPr>
              <a:t>p-&gt;next=NULL; r-&gt;next=p;       //</a:t>
            </a:r>
            <a:r>
              <a:rPr lang="zh-CN" altLang="en-US" sz="2200">
                <a:sym typeface="+mn-lt"/>
              </a:rPr>
              <a:t>插入到表尾 </a:t>
            </a:r>
          </a:p>
          <a:p>
            <a:pPr>
              <a:lnSpc>
                <a:spcPct val="100000"/>
              </a:lnSpc>
              <a:spcBef>
                <a:spcPct val="20000"/>
              </a:spcBef>
            </a:pPr>
            <a:r>
              <a:rPr lang="zh-CN" altLang="en-US" sz="2200">
                <a:sym typeface="+mn-lt"/>
              </a:rPr>
              <a:t>        </a:t>
            </a:r>
            <a:r>
              <a:rPr lang="en-US" altLang="zh-CN" sz="2200">
                <a:sym typeface="+mn-lt"/>
              </a:rPr>
              <a:t>r=p; 	                                  //r</a:t>
            </a:r>
            <a:r>
              <a:rPr lang="zh-CN" altLang="en-US" sz="2200">
                <a:sym typeface="+mn-lt"/>
              </a:rPr>
              <a:t>指向新的尾结点 </a:t>
            </a:r>
          </a:p>
          <a:p>
            <a:pPr>
              <a:lnSpc>
                <a:spcPct val="100000"/>
              </a:lnSpc>
              <a:spcBef>
                <a:spcPct val="20000"/>
              </a:spcBef>
            </a:pPr>
            <a:r>
              <a:rPr lang="zh-CN" altLang="en-US" sz="2200">
                <a:sym typeface="+mn-lt"/>
              </a:rPr>
              <a:t>      </a:t>
            </a:r>
            <a:r>
              <a:rPr lang="en-US" altLang="zh-CN" sz="2200">
                <a:sym typeface="+mn-lt"/>
              </a:rPr>
              <a:t>} </a:t>
            </a:r>
          </a:p>
          <a:p>
            <a:pPr>
              <a:lnSpc>
                <a:spcPct val="100000"/>
              </a:lnSpc>
              <a:spcBef>
                <a:spcPct val="20000"/>
              </a:spcBef>
            </a:pPr>
            <a:r>
              <a:rPr lang="en-US" altLang="zh-CN" sz="2200">
                <a:sym typeface="+mn-lt"/>
              </a:rPr>
              <a:t>}//CreateList_L </a:t>
            </a:r>
          </a:p>
        </p:txBody>
      </p:sp>
      <p:sp>
        <p:nvSpPr>
          <p:cNvPr id="121859" name="Rectangle 5">
            <a:extLst>
              <a:ext uri="{FF2B5EF4-FFF2-40B4-BE49-F238E27FC236}">
                <a16:creationId xmlns:a16="http://schemas.microsoft.com/office/drawing/2014/main" id="{CDB14E0A-79F4-4A66-A2CF-6479A2EAD421}"/>
              </a:ext>
            </a:extLst>
          </p:cNvPr>
          <p:cNvSpPr>
            <a:spLocks noChangeArrowheads="1"/>
          </p:cNvSpPr>
          <p:nvPr/>
        </p:nvSpPr>
        <p:spPr bwMode="auto">
          <a:xfrm>
            <a:off x="0" y="1022350"/>
            <a:ext cx="3775075" cy="606425"/>
          </a:xfrm>
          <a:prstGeom prst="rect">
            <a:avLst/>
          </a:prstGeom>
          <a:solidFill>
            <a:srgbClr val="B8D4EC"/>
          </a:solidFill>
          <a:ln>
            <a:noFill/>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r>
              <a:rPr lang="en-US" altLang="zh-CN">
                <a:latin typeface="+mn-lt"/>
                <a:ea typeface="+mn-ea"/>
                <a:cs typeface="+mn-ea"/>
                <a:sym typeface="+mn-lt"/>
              </a:rPr>
              <a:t>【</a:t>
            </a:r>
            <a:r>
              <a:rPr lang="zh-CN" altLang="en-US">
                <a:latin typeface="+mn-lt"/>
                <a:ea typeface="+mn-ea"/>
                <a:cs typeface="+mn-ea"/>
                <a:sym typeface="+mn-lt"/>
              </a:rPr>
              <a:t>算法描述</a:t>
            </a:r>
            <a:r>
              <a:rPr lang="en-US" altLang="zh-CN">
                <a:latin typeface="+mn-lt"/>
                <a:ea typeface="+mn-ea"/>
                <a:cs typeface="+mn-ea"/>
                <a:sym typeface="+mn-lt"/>
              </a:rPr>
              <a:t>】</a:t>
            </a:r>
          </a:p>
        </p:txBody>
      </p:sp>
      <p:sp>
        <p:nvSpPr>
          <p:cNvPr id="4" name="Rectangle 5">
            <a:extLst>
              <a:ext uri="{FF2B5EF4-FFF2-40B4-BE49-F238E27FC236}">
                <a16:creationId xmlns:a16="http://schemas.microsoft.com/office/drawing/2014/main" id="{C8CD4999-9844-42E6-8C55-71DFDBF1679B}"/>
              </a:ext>
            </a:extLst>
          </p:cNvPr>
          <p:cNvSpPr>
            <a:spLocks noChangeArrowheads="1"/>
          </p:cNvSpPr>
          <p:nvPr/>
        </p:nvSpPr>
        <p:spPr bwMode="auto">
          <a:xfrm>
            <a:off x="755650" y="215900"/>
            <a:ext cx="7051675" cy="51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单链表的建立（尾插法）</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矩形 2">
            <a:extLst>
              <a:ext uri="{FF2B5EF4-FFF2-40B4-BE49-F238E27FC236}">
                <a16:creationId xmlns:a16="http://schemas.microsoft.com/office/drawing/2014/main" id="{04F55DDA-3408-1443-BA0D-B0C7625251B3}"/>
              </a:ext>
            </a:extLst>
          </p:cNvPr>
          <p:cNvSpPr>
            <a:spLocks noChangeArrowheads="1"/>
          </p:cNvSpPr>
          <p:nvPr/>
        </p:nvSpPr>
        <p:spPr bwMode="auto">
          <a:xfrm>
            <a:off x="0" y="1557338"/>
            <a:ext cx="9144000" cy="3887787"/>
          </a:xfrm>
          <a:prstGeom prst="rect">
            <a:avLst/>
          </a:prstGeom>
          <a:solidFill>
            <a:srgbClr val="D2D2F4"/>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22882" name="Rectangle 4">
            <a:extLst>
              <a:ext uri="{FF2B5EF4-FFF2-40B4-BE49-F238E27FC236}">
                <a16:creationId xmlns:a16="http://schemas.microsoft.com/office/drawing/2014/main" id="{8AD416E1-0371-4FD1-8FB0-EC73C4D3405C}"/>
              </a:ext>
            </a:extLst>
          </p:cNvPr>
          <p:cNvSpPr>
            <a:spLocks noChangeArrowheads="1"/>
          </p:cNvSpPr>
          <p:nvPr/>
        </p:nvSpPr>
        <p:spPr bwMode="auto">
          <a:xfrm>
            <a:off x="889000" y="139700"/>
            <a:ext cx="71643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循环链表</a:t>
            </a:r>
          </a:p>
        </p:txBody>
      </p:sp>
      <p:grpSp>
        <p:nvGrpSpPr>
          <p:cNvPr id="2" name="Group 7">
            <a:extLst>
              <a:ext uri="{FF2B5EF4-FFF2-40B4-BE49-F238E27FC236}">
                <a16:creationId xmlns:a16="http://schemas.microsoft.com/office/drawing/2014/main" id="{78A09A37-C664-BF4D-B94F-CD5A05E4CE7D}"/>
              </a:ext>
            </a:extLst>
          </p:cNvPr>
          <p:cNvGrpSpPr>
            <a:grpSpLocks/>
          </p:cNvGrpSpPr>
          <p:nvPr/>
        </p:nvGrpSpPr>
        <p:grpSpPr bwMode="auto">
          <a:xfrm>
            <a:off x="4068763" y="4254500"/>
            <a:ext cx="4456112" cy="850900"/>
            <a:chOff x="2329" y="3312"/>
            <a:chExt cx="2807" cy="536"/>
          </a:xfrm>
        </p:grpSpPr>
        <p:sp>
          <p:nvSpPr>
            <p:cNvPr id="122896" name="Text Box 8">
              <a:extLst>
                <a:ext uri="{FF2B5EF4-FFF2-40B4-BE49-F238E27FC236}">
                  <a16:creationId xmlns:a16="http://schemas.microsoft.com/office/drawing/2014/main" id="{55E0D377-71A4-4133-9241-43BDE5020937}"/>
                </a:ext>
              </a:extLst>
            </p:cNvPr>
            <p:cNvSpPr txBox="1">
              <a:spLocks noChangeArrowheads="1"/>
            </p:cNvSpPr>
            <p:nvPr/>
          </p:nvSpPr>
          <p:spPr bwMode="auto">
            <a:xfrm>
              <a:off x="3024" y="3312"/>
              <a:ext cx="2112" cy="536"/>
            </a:xfrm>
            <a:prstGeom prst="roundRect">
              <a:avLst/>
            </a:prstGeom>
            <a:solidFill>
              <a:schemeClr val="bg2">
                <a:lumMod val="20000"/>
                <a:lumOff val="80000"/>
              </a:schemeClr>
            </a:solidFill>
            <a:ln w="9525">
              <a:noFill/>
              <a:miter lim="800000"/>
              <a:headEnd/>
              <a:tailEnd/>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r>
                <a:rPr lang="en-US" altLang="zh-CN" sz="4400" dirty="0">
                  <a:latin typeface="+mn-lt"/>
                  <a:ea typeface="+mn-ea"/>
                  <a:cs typeface="+mn-ea"/>
                  <a:sym typeface="+mn-lt"/>
                </a:rPr>
                <a:t>L-&gt;next=L</a:t>
              </a:r>
              <a:endParaRPr lang="en-US" altLang="zh-CN" sz="3200" dirty="0">
                <a:latin typeface="+mn-lt"/>
                <a:ea typeface="+mn-ea"/>
                <a:cs typeface="+mn-ea"/>
                <a:sym typeface="+mn-lt"/>
              </a:endParaRPr>
            </a:p>
          </p:txBody>
        </p:sp>
        <p:sp>
          <p:nvSpPr>
            <p:cNvPr id="122897" name="Line 9">
              <a:extLst>
                <a:ext uri="{FF2B5EF4-FFF2-40B4-BE49-F238E27FC236}">
                  <a16:creationId xmlns:a16="http://schemas.microsoft.com/office/drawing/2014/main" id="{FFF4F9CF-3605-45E2-B1E3-9D6E4427C146}"/>
                </a:ext>
              </a:extLst>
            </p:cNvPr>
            <p:cNvSpPr>
              <a:spLocks noChangeShapeType="1"/>
            </p:cNvSpPr>
            <p:nvPr/>
          </p:nvSpPr>
          <p:spPr bwMode="auto">
            <a:xfrm flipH="1" flipV="1">
              <a:off x="2329" y="3327"/>
              <a:ext cx="641" cy="268"/>
            </a:xfrm>
            <a:prstGeom prst="line">
              <a:avLst/>
            </a:prstGeom>
            <a:noFill/>
            <a:ln w="762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28005" name="Group 10">
            <a:extLst>
              <a:ext uri="{FF2B5EF4-FFF2-40B4-BE49-F238E27FC236}">
                <a16:creationId xmlns:a16="http://schemas.microsoft.com/office/drawing/2014/main" id="{A33AABCC-829C-6345-A6D8-7F63135EEA75}"/>
              </a:ext>
            </a:extLst>
          </p:cNvPr>
          <p:cNvGrpSpPr>
            <a:grpSpLocks/>
          </p:cNvGrpSpPr>
          <p:nvPr/>
        </p:nvGrpSpPr>
        <p:grpSpPr bwMode="auto">
          <a:xfrm>
            <a:off x="903288" y="1789113"/>
            <a:ext cx="7620000" cy="1508125"/>
            <a:chOff x="432" y="436"/>
            <a:chExt cx="4800" cy="950"/>
          </a:xfrm>
        </p:grpSpPr>
        <p:grpSp>
          <p:nvGrpSpPr>
            <p:cNvPr id="128017" name="Group 11">
              <a:extLst>
                <a:ext uri="{FF2B5EF4-FFF2-40B4-BE49-F238E27FC236}">
                  <a16:creationId xmlns:a16="http://schemas.microsoft.com/office/drawing/2014/main" id="{3008605D-867F-1643-B012-2A83C5A43804}"/>
                </a:ext>
              </a:extLst>
            </p:cNvPr>
            <p:cNvGrpSpPr>
              <a:grpSpLocks/>
            </p:cNvGrpSpPr>
            <p:nvPr/>
          </p:nvGrpSpPr>
          <p:grpSpPr bwMode="auto">
            <a:xfrm>
              <a:off x="432" y="436"/>
              <a:ext cx="4800" cy="950"/>
              <a:chOff x="432" y="1248"/>
              <a:chExt cx="4800" cy="950"/>
            </a:xfrm>
          </p:grpSpPr>
          <p:graphicFrame>
            <p:nvGraphicFramePr>
              <p:cNvPr id="128019" name="Object 12">
                <a:extLst>
                  <a:ext uri="{FF2B5EF4-FFF2-40B4-BE49-F238E27FC236}">
                    <a16:creationId xmlns:a16="http://schemas.microsoft.com/office/drawing/2014/main" id="{65A2BB7A-F697-CD4D-9E95-9F583A5FF030}"/>
                  </a:ext>
                </a:extLst>
              </p:cNvPr>
              <p:cNvGraphicFramePr>
                <a:graphicFrameLocks/>
              </p:cNvGraphicFramePr>
              <p:nvPr/>
            </p:nvGraphicFramePr>
            <p:xfrm>
              <a:off x="432" y="1248"/>
              <a:ext cx="4800" cy="561"/>
            </p:xfrm>
            <a:graphic>
              <a:graphicData uri="http://schemas.openxmlformats.org/presentationml/2006/ole">
                <mc:AlternateContent xmlns:mc="http://schemas.openxmlformats.org/markup-compatibility/2006">
                  <mc:Choice xmlns:v="urn:schemas-microsoft-com:vml" Requires="v">
                    <p:oleObj spid="_x0000_s128027" r:id="rId3" imgW="30568900" imgH="3568700" progId="Visio.Drawing.11">
                      <p:embed/>
                    </p:oleObj>
                  </mc:Choice>
                  <mc:Fallback>
                    <p:oleObj r:id="rId3" imgW="30568900" imgH="3568700" progId="Visio.Drawing.11">
                      <p:embed/>
                      <p:pic>
                        <p:nvPicPr>
                          <p:cNvPr id="0" name="Object 12"/>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2" y="1248"/>
                            <a:ext cx="4800" cy="561"/>
                          </a:xfrm>
                          <a:prstGeom prst="rect">
                            <a:avLst/>
                          </a:prstGeom>
                          <a:solidFill>
                            <a:srgbClr val="D2D2F4"/>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22895" name="Text Box 13">
                <a:extLst>
                  <a:ext uri="{FF2B5EF4-FFF2-40B4-BE49-F238E27FC236}">
                    <a16:creationId xmlns:a16="http://schemas.microsoft.com/office/drawing/2014/main" id="{F4CCF0DF-8AC4-42C3-B72E-B3E0BD5C4059}"/>
                  </a:ext>
                </a:extLst>
              </p:cNvPr>
              <p:cNvSpPr txBox="1">
                <a:spLocks noChangeArrowheads="1"/>
              </p:cNvSpPr>
              <p:nvPr/>
            </p:nvSpPr>
            <p:spPr bwMode="auto">
              <a:xfrm>
                <a:off x="432" y="1907"/>
                <a:ext cx="1748"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en-US" altLang="zh-CN">
                    <a:sym typeface="+mn-lt"/>
                  </a:rPr>
                  <a:t>(a) </a:t>
                </a:r>
                <a:r>
                  <a:rPr lang="zh-CN" altLang="en-US">
                    <a:sym typeface="+mn-lt"/>
                  </a:rPr>
                  <a:t>非空单循环链表</a:t>
                </a:r>
              </a:p>
            </p:txBody>
          </p:sp>
        </p:grpSp>
        <p:sp>
          <p:nvSpPr>
            <p:cNvPr id="122893" name="Text Box 14">
              <a:extLst>
                <a:ext uri="{FF2B5EF4-FFF2-40B4-BE49-F238E27FC236}">
                  <a16:creationId xmlns:a16="http://schemas.microsoft.com/office/drawing/2014/main" id="{12BE1372-93AB-4310-B337-165D5280B9DA}"/>
                </a:ext>
              </a:extLst>
            </p:cNvPr>
            <p:cNvSpPr txBox="1">
              <a:spLocks noChangeArrowheads="1"/>
            </p:cNvSpPr>
            <p:nvPr/>
          </p:nvSpPr>
          <p:spPr bwMode="auto">
            <a:xfrm>
              <a:off x="475" y="602"/>
              <a:ext cx="182" cy="288"/>
            </a:xfrm>
            <a:prstGeom prst="rect">
              <a:avLst/>
            </a:prstGeom>
            <a:solidFill>
              <a:srgbClr val="D2D2F4"/>
            </a:solidFill>
            <a:ln>
              <a:noFill/>
            </a:ln>
            <a:extLs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dirty="0">
                  <a:solidFill>
                    <a:srgbClr val="FF0000"/>
                  </a:solidFill>
                  <a:latin typeface="+mn-lt"/>
                  <a:ea typeface="+mn-ea"/>
                  <a:cs typeface="+mn-ea"/>
                  <a:sym typeface="+mn-lt"/>
                </a:rPr>
                <a:t>L</a:t>
              </a:r>
            </a:p>
          </p:txBody>
        </p:sp>
      </p:grpSp>
      <p:grpSp>
        <p:nvGrpSpPr>
          <p:cNvPr id="128006" name="Group 15">
            <a:extLst>
              <a:ext uri="{FF2B5EF4-FFF2-40B4-BE49-F238E27FC236}">
                <a16:creationId xmlns:a16="http://schemas.microsoft.com/office/drawing/2014/main" id="{7E6DFD42-AF62-6644-9FFE-53D4FCA9A911}"/>
              </a:ext>
            </a:extLst>
          </p:cNvPr>
          <p:cNvGrpSpPr>
            <a:grpSpLocks/>
          </p:cNvGrpSpPr>
          <p:nvPr/>
        </p:nvGrpSpPr>
        <p:grpSpPr bwMode="auto">
          <a:xfrm>
            <a:off x="903288" y="3536950"/>
            <a:ext cx="2998787" cy="1508125"/>
            <a:chOff x="432" y="1537"/>
            <a:chExt cx="1889" cy="950"/>
          </a:xfrm>
        </p:grpSpPr>
        <p:grpSp>
          <p:nvGrpSpPr>
            <p:cNvPr id="128013" name="Group 16">
              <a:extLst>
                <a:ext uri="{FF2B5EF4-FFF2-40B4-BE49-F238E27FC236}">
                  <a16:creationId xmlns:a16="http://schemas.microsoft.com/office/drawing/2014/main" id="{19BCA9C4-7221-204E-8728-BBE4309E0F1A}"/>
                </a:ext>
              </a:extLst>
            </p:cNvPr>
            <p:cNvGrpSpPr>
              <a:grpSpLocks/>
            </p:cNvGrpSpPr>
            <p:nvPr/>
          </p:nvGrpSpPr>
          <p:grpSpPr bwMode="auto">
            <a:xfrm>
              <a:off x="432" y="1537"/>
              <a:ext cx="1889" cy="950"/>
              <a:chOff x="432" y="2640"/>
              <a:chExt cx="1889" cy="950"/>
            </a:xfrm>
          </p:grpSpPr>
          <p:graphicFrame>
            <p:nvGraphicFramePr>
              <p:cNvPr id="128015" name="Object 17">
                <a:extLst>
                  <a:ext uri="{FF2B5EF4-FFF2-40B4-BE49-F238E27FC236}">
                    <a16:creationId xmlns:a16="http://schemas.microsoft.com/office/drawing/2014/main" id="{6663241B-1B25-2042-B61E-BE894F15843B}"/>
                  </a:ext>
                </a:extLst>
              </p:cNvPr>
              <p:cNvGraphicFramePr>
                <a:graphicFrameLocks/>
              </p:cNvGraphicFramePr>
              <p:nvPr/>
            </p:nvGraphicFramePr>
            <p:xfrm>
              <a:off x="432" y="2640"/>
              <a:ext cx="1889" cy="606"/>
            </p:xfrm>
            <a:graphic>
              <a:graphicData uri="http://schemas.openxmlformats.org/presentationml/2006/ole">
                <mc:AlternateContent xmlns:mc="http://schemas.openxmlformats.org/markup-compatibility/2006">
                  <mc:Choice xmlns:v="urn:schemas-microsoft-com:vml" Requires="v">
                    <p:oleObj spid="_x0000_s128028" r:id="rId5" imgW="11137900" imgH="3568700" progId="Visio.Drawing.11">
                      <p:embed/>
                    </p:oleObj>
                  </mc:Choice>
                  <mc:Fallback>
                    <p:oleObj r:id="rId5" imgW="11137900" imgH="3568700" progId="Visio.Drawing.11">
                      <p:embed/>
                      <p:pic>
                        <p:nvPicPr>
                          <p:cNvPr id="0" name="Object 17"/>
                          <p:cNvPicPr>
                            <a:picLocks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32" y="2640"/>
                            <a:ext cx="1889" cy="606"/>
                          </a:xfrm>
                          <a:prstGeom prst="rect">
                            <a:avLst/>
                          </a:prstGeom>
                          <a:solidFill>
                            <a:srgbClr val="D2D2F4"/>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22891" name="Text Box 18">
                <a:extLst>
                  <a:ext uri="{FF2B5EF4-FFF2-40B4-BE49-F238E27FC236}">
                    <a16:creationId xmlns:a16="http://schemas.microsoft.com/office/drawing/2014/main" id="{E9CD4A98-2CD5-45C6-A60B-BCA31807E4AD}"/>
                  </a:ext>
                </a:extLst>
              </p:cNvPr>
              <p:cNvSpPr txBox="1">
                <a:spLocks noChangeArrowheads="1"/>
              </p:cNvSpPr>
              <p:nvPr/>
            </p:nvSpPr>
            <p:spPr bwMode="auto">
              <a:xfrm>
                <a:off x="432" y="3299"/>
                <a:ext cx="790"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dirty="0">
                    <a:latin typeface="+mn-lt"/>
                    <a:ea typeface="+mn-ea"/>
                    <a:cs typeface="+mn-ea"/>
                    <a:sym typeface="+mn-lt"/>
                  </a:rPr>
                  <a:t>(b) </a:t>
                </a:r>
                <a:r>
                  <a:rPr lang="zh-CN" altLang="en-US" dirty="0">
                    <a:latin typeface="+mn-lt"/>
                    <a:ea typeface="+mn-ea"/>
                    <a:cs typeface="+mn-ea"/>
                    <a:sym typeface="+mn-lt"/>
                  </a:rPr>
                  <a:t>空表</a:t>
                </a:r>
              </a:p>
            </p:txBody>
          </p:sp>
        </p:grpSp>
        <p:sp>
          <p:nvSpPr>
            <p:cNvPr id="122889" name="Text Box 19">
              <a:extLst>
                <a:ext uri="{FF2B5EF4-FFF2-40B4-BE49-F238E27FC236}">
                  <a16:creationId xmlns:a16="http://schemas.microsoft.com/office/drawing/2014/main" id="{B66C7E13-23D4-431A-8EE7-99EF2ECE7C92}"/>
                </a:ext>
              </a:extLst>
            </p:cNvPr>
            <p:cNvSpPr txBox="1">
              <a:spLocks noChangeArrowheads="1"/>
            </p:cNvSpPr>
            <p:nvPr/>
          </p:nvSpPr>
          <p:spPr bwMode="auto">
            <a:xfrm>
              <a:off x="521" y="1733"/>
              <a:ext cx="182" cy="288"/>
            </a:xfrm>
            <a:prstGeom prst="rect">
              <a:avLst/>
            </a:prstGeom>
            <a:solidFill>
              <a:srgbClr val="D2D2F4"/>
            </a:solidFill>
            <a:ln>
              <a:noFill/>
            </a:ln>
            <a:extLs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dirty="0">
                  <a:solidFill>
                    <a:srgbClr val="FF0000"/>
                  </a:solidFill>
                  <a:latin typeface="+mn-lt"/>
                  <a:ea typeface="+mn-ea"/>
                  <a:cs typeface="+mn-ea"/>
                  <a:sym typeface="+mn-lt"/>
                </a:rPr>
                <a:t>L</a:t>
              </a:r>
            </a:p>
          </p:txBody>
        </p:sp>
      </p:grpSp>
      <p:grpSp>
        <p:nvGrpSpPr>
          <p:cNvPr id="18" name="组合 17">
            <a:extLst>
              <a:ext uri="{FF2B5EF4-FFF2-40B4-BE49-F238E27FC236}">
                <a16:creationId xmlns:a16="http://schemas.microsoft.com/office/drawing/2014/main" id="{2C3F9FD4-3CF9-894B-8EDF-185C9C3F76D5}"/>
              </a:ext>
            </a:extLst>
          </p:cNvPr>
          <p:cNvGrpSpPr>
            <a:grpSpLocks/>
          </p:cNvGrpSpPr>
          <p:nvPr/>
        </p:nvGrpSpPr>
        <p:grpSpPr bwMode="auto">
          <a:xfrm>
            <a:off x="0" y="6380163"/>
            <a:ext cx="9144000" cy="431800"/>
            <a:chOff x="0" y="6379908"/>
            <a:chExt cx="9144000" cy="432048"/>
          </a:xfrm>
        </p:grpSpPr>
        <p:grpSp>
          <p:nvGrpSpPr>
            <p:cNvPr id="128008" name="组合 5">
              <a:extLst>
                <a:ext uri="{FF2B5EF4-FFF2-40B4-BE49-F238E27FC236}">
                  <a16:creationId xmlns:a16="http://schemas.microsoft.com/office/drawing/2014/main" id="{0FAB948B-D125-4545-A6AD-44B7CA800C35}"/>
                </a:ext>
              </a:extLst>
            </p:cNvPr>
            <p:cNvGrpSpPr>
              <a:grpSpLocks/>
            </p:cNvGrpSpPr>
            <p:nvPr/>
          </p:nvGrpSpPr>
          <p:grpSpPr bwMode="auto">
            <a:xfrm>
              <a:off x="0" y="6379908"/>
              <a:ext cx="9144000" cy="432048"/>
              <a:chOff x="0" y="6165304"/>
              <a:chExt cx="9144000" cy="432048"/>
            </a:xfrm>
          </p:grpSpPr>
          <p:cxnSp>
            <p:nvCxnSpPr>
              <p:cNvPr id="128010" name="直接连接符 6">
                <a:extLst>
                  <a:ext uri="{FF2B5EF4-FFF2-40B4-BE49-F238E27FC236}">
                    <a16:creationId xmlns:a16="http://schemas.microsoft.com/office/drawing/2014/main" id="{7D0B9A80-B01F-554F-9E89-5285D41F7358}"/>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22" name="直接连接符 21">
                <a:extLst>
                  <a:ext uri="{FF2B5EF4-FFF2-40B4-BE49-F238E27FC236}">
                    <a16:creationId xmlns:a16="http://schemas.microsoft.com/office/drawing/2014/main" id="{63341AE7-4B1B-4DB7-B10C-B621981EE5C0}"/>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128012" name="直接连接符 8">
                <a:extLst>
                  <a:ext uri="{FF2B5EF4-FFF2-40B4-BE49-F238E27FC236}">
                    <a16:creationId xmlns:a16="http://schemas.microsoft.com/office/drawing/2014/main" id="{6F8EE80F-A406-4140-8296-4DBEBFB4787D}"/>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20" name="Shape 26">
              <a:extLst>
                <a:ext uri="{FF2B5EF4-FFF2-40B4-BE49-F238E27FC236}">
                  <a16:creationId xmlns:a16="http://schemas.microsoft.com/office/drawing/2014/main" id="{0EF0BF40-0E5F-4DFD-9216-FB4B8315BFDF}"/>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2"/>
                                        </p:tgtEl>
                                        <p:attrNameLst>
                                          <p:attrName>style.visibility</p:attrName>
                                        </p:attrNameLst>
                                      </p:cBhvr>
                                      <p:to>
                                        <p:strVal val="visible"/>
                                      </p:to>
                                    </p:set>
                                  </p:childTnLst>
                                </p:cTn>
                              </p:par>
                            </p:childTnLst>
                          </p:cTn>
                        </p:par>
                        <p:par>
                          <p:cTn id="7" fill="hold" nodeType="afterGroup">
                            <p:stCondLst>
                              <p:cond delay="500"/>
                            </p:stCondLst>
                            <p:childTnLst>
                              <p:par>
                                <p:cTn id="8" presetID="2" presetClass="entr" presetSubtype="4" fill="hold" nodeType="afterEffect">
                                  <p:stCondLst>
                                    <p:cond delay="0"/>
                                  </p:stCondLst>
                                  <p:childTnLst>
                                    <p:set>
                                      <p:cBhvr>
                                        <p:cTn id="9" dur="1" fill="hold">
                                          <p:stCondLst>
                                            <p:cond delay="0"/>
                                          </p:stCondLst>
                                        </p:cTn>
                                        <p:tgtEl>
                                          <p:spTgt spid="18"/>
                                        </p:tgtEl>
                                        <p:attrNameLst>
                                          <p:attrName>style.visibility</p:attrName>
                                        </p:attrNameLst>
                                      </p:cBhvr>
                                      <p:to>
                                        <p:strVal val="visible"/>
                                      </p:to>
                                    </p:set>
                                    <p:anim calcmode="lin" valueType="num">
                                      <p:cBhvr additive="base">
                                        <p:cTn id="10" dur="500" fill="hold"/>
                                        <p:tgtEl>
                                          <p:spTgt spid="18"/>
                                        </p:tgtEl>
                                        <p:attrNameLst>
                                          <p:attrName>ppt_x</p:attrName>
                                        </p:attrNameLst>
                                      </p:cBhvr>
                                      <p:tavLst>
                                        <p:tav tm="0">
                                          <p:val>
                                            <p:strVal val="#ppt_x"/>
                                          </p:val>
                                        </p:tav>
                                        <p:tav tm="100000">
                                          <p:val>
                                            <p:strVal val="#ppt_x"/>
                                          </p:val>
                                        </p:tav>
                                      </p:tavLst>
                                    </p:anim>
                                    <p:anim calcmode="lin" valueType="num">
                                      <p:cBhvr additive="base">
                                        <p:cTn id="11"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58F4921F-3FDC-4695-B9B2-F92B0E6B2F1F}"/>
              </a:ext>
            </a:extLst>
          </p:cNvPr>
          <p:cNvSpPr/>
          <p:nvPr/>
        </p:nvSpPr>
        <p:spPr bwMode="auto">
          <a:xfrm>
            <a:off x="0" y="3933825"/>
            <a:ext cx="9144000" cy="2687638"/>
          </a:xfrm>
          <a:prstGeom prst="rect">
            <a:avLst/>
          </a:prstGeom>
          <a:solidFill>
            <a:schemeClr val="bg2">
              <a:lumMod val="40000"/>
              <a:lumOff val="6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29027" name="矩形 2">
            <a:extLst>
              <a:ext uri="{FF2B5EF4-FFF2-40B4-BE49-F238E27FC236}">
                <a16:creationId xmlns:a16="http://schemas.microsoft.com/office/drawing/2014/main" id="{3061C657-37C1-AA40-A74A-6FFB569A3FFB}"/>
              </a:ext>
            </a:extLst>
          </p:cNvPr>
          <p:cNvSpPr>
            <a:spLocks noChangeArrowheads="1"/>
          </p:cNvSpPr>
          <p:nvPr/>
        </p:nvSpPr>
        <p:spPr bwMode="auto">
          <a:xfrm>
            <a:off x="0" y="981075"/>
            <a:ext cx="9144000" cy="2592388"/>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23907" name="Text Box 6">
            <a:extLst>
              <a:ext uri="{FF2B5EF4-FFF2-40B4-BE49-F238E27FC236}">
                <a16:creationId xmlns:a16="http://schemas.microsoft.com/office/drawing/2014/main" id="{C9EAD0EF-3368-4711-80F8-328FA3D1D174}"/>
              </a:ext>
            </a:extLst>
          </p:cNvPr>
          <p:cNvSpPr txBox="1">
            <a:spLocks noChangeArrowheads="1"/>
          </p:cNvSpPr>
          <p:nvPr/>
        </p:nvSpPr>
        <p:spPr bwMode="auto">
          <a:xfrm>
            <a:off x="377825" y="2519363"/>
            <a:ext cx="115252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sz="3200" b="1" u="sng">
                <a:solidFill>
                  <a:srgbClr val="7030A0"/>
                </a:solidFill>
                <a:sym typeface="+mn-lt"/>
              </a:rPr>
              <a:t>说明</a:t>
            </a:r>
          </a:p>
        </p:txBody>
      </p:sp>
      <p:sp>
        <p:nvSpPr>
          <p:cNvPr id="123908" name="Text Box 2">
            <a:extLst>
              <a:ext uri="{FF2B5EF4-FFF2-40B4-BE49-F238E27FC236}">
                <a16:creationId xmlns:a16="http://schemas.microsoft.com/office/drawing/2014/main" id="{6CF65AC2-EC1C-4E4F-B6E1-D838743D10CA}"/>
              </a:ext>
            </a:extLst>
          </p:cNvPr>
          <p:cNvSpPr txBox="1">
            <a:spLocks noChangeArrowheads="1"/>
          </p:cNvSpPr>
          <p:nvPr/>
        </p:nvSpPr>
        <p:spPr bwMode="auto">
          <a:xfrm>
            <a:off x="1763713" y="2303463"/>
            <a:ext cx="6743700" cy="1082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spcBef>
                <a:spcPct val="20000"/>
              </a:spcBef>
              <a:buClr>
                <a:schemeClr val="accent2"/>
              </a:buClr>
              <a:buSzPct val="80000"/>
              <a:buFont typeface="Wingdings" pitchFamily="2" charset="2"/>
              <a:buNone/>
            </a:pPr>
            <a:r>
              <a:rPr lang="zh-CN" altLang="en-US" sz="2800">
                <a:solidFill>
                  <a:schemeClr val="tx2"/>
                </a:solidFill>
                <a:sym typeface="+mn-lt"/>
              </a:rPr>
              <a:t>从循环链表中的任何一个结点的位置都可以找到其他所有结点，而单链表做不到；</a:t>
            </a:r>
          </a:p>
        </p:txBody>
      </p:sp>
      <p:graphicFrame>
        <p:nvGraphicFramePr>
          <p:cNvPr id="79" name="Object 2">
            <a:extLst>
              <a:ext uri="{FF2B5EF4-FFF2-40B4-BE49-F238E27FC236}">
                <a16:creationId xmlns:a16="http://schemas.microsoft.com/office/drawing/2014/main" id="{6A833772-2930-7344-9760-FCBB806D55C1}"/>
              </a:ext>
            </a:extLst>
          </p:cNvPr>
          <p:cNvGraphicFramePr>
            <a:graphicFrameLocks/>
          </p:cNvGraphicFramePr>
          <p:nvPr/>
        </p:nvGraphicFramePr>
        <p:xfrm>
          <a:off x="579438" y="4170363"/>
          <a:ext cx="720725" cy="708025"/>
        </p:xfrm>
        <a:graphic>
          <a:graphicData uri="http://schemas.openxmlformats.org/presentationml/2006/ole">
            <mc:AlternateContent xmlns:mc="http://schemas.openxmlformats.org/markup-compatibility/2006">
              <mc:Choice xmlns:v="urn:schemas-microsoft-com:vml" Requires="v">
                <p:oleObj spid="_x0000_s129042" r:id="rId3" imgW="8610600" imgH="8445500" progId="">
                  <p:embed/>
                </p:oleObj>
              </mc:Choice>
              <mc:Fallback>
                <p:oleObj r:id="rId3" imgW="8610600" imgH="8445500" progId="">
                  <p:embed/>
                  <p:pic>
                    <p:nvPicPr>
                      <p:cNvPr id="0" name="Object 2"/>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9438" y="4170363"/>
                        <a:ext cx="720725"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pic>
                </p:oleObj>
              </mc:Fallback>
            </mc:AlternateContent>
          </a:graphicData>
        </a:graphic>
      </p:graphicFrame>
      <p:sp>
        <p:nvSpPr>
          <p:cNvPr id="80" name="Text Box 73">
            <a:extLst>
              <a:ext uri="{FF2B5EF4-FFF2-40B4-BE49-F238E27FC236}">
                <a16:creationId xmlns:a16="http://schemas.microsoft.com/office/drawing/2014/main" id="{1D0C5EFF-1A01-456D-8639-2B458DF75AAE}"/>
              </a:ext>
            </a:extLst>
          </p:cNvPr>
          <p:cNvSpPr txBox="1">
            <a:spLocks noChangeArrowheads="1"/>
          </p:cNvSpPr>
          <p:nvPr/>
        </p:nvSpPr>
        <p:spPr bwMode="auto">
          <a:xfrm>
            <a:off x="1173163" y="5414963"/>
            <a:ext cx="7924800" cy="1117600"/>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buSzPct val="85000"/>
            </a:pPr>
            <a:r>
              <a:rPr lang="zh-CN" altLang="en-US" sz="2800">
                <a:solidFill>
                  <a:schemeClr val="tx2"/>
                </a:solidFill>
                <a:sym typeface="+mn-lt"/>
              </a:rPr>
              <a:t>循环条件：</a:t>
            </a:r>
            <a:r>
              <a:rPr lang="en-US" altLang="zh-CN" sz="2800">
                <a:solidFill>
                  <a:schemeClr val="tx2"/>
                </a:solidFill>
                <a:sym typeface="+mn-lt"/>
              </a:rPr>
              <a:t>p!=NULLp!=L</a:t>
            </a:r>
          </a:p>
          <a:p>
            <a:pPr eaLnBrk="1" hangingPunct="1">
              <a:lnSpc>
                <a:spcPct val="120000"/>
              </a:lnSpc>
              <a:buSzPct val="85000"/>
            </a:pPr>
            <a:r>
              <a:rPr lang="en-US" altLang="zh-CN" sz="2800">
                <a:solidFill>
                  <a:schemeClr val="tx2"/>
                </a:solidFill>
                <a:sym typeface="+mn-lt"/>
              </a:rPr>
              <a:t>                    p-&gt;next!=NULLp-&gt;next!=L</a:t>
            </a:r>
            <a:endParaRPr lang="zh-CN" altLang="en-US" sz="2800">
              <a:solidFill>
                <a:schemeClr val="tx2"/>
              </a:solidFill>
              <a:sym typeface="+mn-lt"/>
            </a:endParaRPr>
          </a:p>
        </p:txBody>
      </p:sp>
      <p:grpSp>
        <p:nvGrpSpPr>
          <p:cNvPr id="2" name="Group 75">
            <a:extLst>
              <a:ext uri="{FF2B5EF4-FFF2-40B4-BE49-F238E27FC236}">
                <a16:creationId xmlns:a16="http://schemas.microsoft.com/office/drawing/2014/main" id="{4063D48C-49AC-474A-866E-F117038DBAFC}"/>
              </a:ext>
            </a:extLst>
          </p:cNvPr>
          <p:cNvGrpSpPr>
            <a:grpSpLocks/>
          </p:cNvGrpSpPr>
          <p:nvPr/>
        </p:nvGrpSpPr>
        <p:grpSpPr bwMode="auto">
          <a:xfrm>
            <a:off x="1444625" y="4241800"/>
            <a:ext cx="6886575" cy="1173163"/>
            <a:chOff x="1202" y="1570"/>
            <a:chExt cx="4338" cy="739"/>
          </a:xfrm>
        </p:grpSpPr>
        <p:sp>
          <p:nvSpPr>
            <p:cNvPr id="123913" name="Rectangle 69">
              <a:extLst>
                <a:ext uri="{FF2B5EF4-FFF2-40B4-BE49-F238E27FC236}">
                  <a16:creationId xmlns:a16="http://schemas.microsoft.com/office/drawing/2014/main" id="{EF6ACE54-A05E-4D36-96FE-F164E691BE52}"/>
                </a:ext>
              </a:extLst>
            </p:cNvPr>
            <p:cNvSpPr>
              <a:spLocks noChangeArrowheads="1"/>
            </p:cNvSpPr>
            <p:nvPr/>
          </p:nvSpPr>
          <p:spPr bwMode="auto">
            <a:xfrm>
              <a:off x="1202" y="1570"/>
              <a:ext cx="2957" cy="330"/>
            </a:xfrm>
            <a:prstGeom prst="rect">
              <a:avLst/>
            </a:prstGeom>
            <a:solidFill>
              <a:srgbClr val="FFFFFF"/>
            </a:solidFill>
            <a:ln w="28575">
              <a:solidFill>
                <a:schemeClr val="accent1"/>
              </a:solidFill>
              <a:miter lim="800000"/>
              <a:headEnd/>
              <a:tailEnd/>
            </a:ln>
          </p:spPr>
          <p:txBody>
            <a:bodyPr wrap="none"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sz="2800">
                  <a:solidFill>
                    <a:schemeClr val="tx2"/>
                  </a:solidFill>
                  <a:sym typeface="+mn-lt"/>
                </a:rPr>
                <a:t>循环链表中没有明显的尾端 </a:t>
              </a:r>
            </a:p>
          </p:txBody>
        </p:sp>
        <p:sp>
          <p:nvSpPr>
            <p:cNvPr id="123914" name="Rectangle 71">
              <a:extLst>
                <a:ext uri="{FF2B5EF4-FFF2-40B4-BE49-F238E27FC236}">
                  <a16:creationId xmlns:a16="http://schemas.microsoft.com/office/drawing/2014/main" id="{28D6566C-E391-40C2-A8A3-1A6D8D7FD99A}"/>
                </a:ext>
              </a:extLst>
            </p:cNvPr>
            <p:cNvSpPr>
              <a:spLocks noChangeArrowheads="1"/>
            </p:cNvSpPr>
            <p:nvPr/>
          </p:nvSpPr>
          <p:spPr bwMode="auto">
            <a:xfrm>
              <a:off x="3833" y="1979"/>
              <a:ext cx="1707" cy="330"/>
            </a:xfrm>
            <a:prstGeom prst="rect">
              <a:avLst/>
            </a:prstGeom>
            <a:solidFill>
              <a:srgbClr val="FFFFFF"/>
            </a:solidFill>
            <a:ln w="28575">
              <a:solidFill>
                <a:schemeClr val="accent1"/>
              </a:solidFill>
              <a:miter lim="800000"/>
              <a:headEnd/>
              <a:tailEnd/>
            </a:ln>
          </p:spPr>
          <p:txBody>
            <a:bodyPr wrap="none"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sz="2800">
                  <a:solidFill>
                    <a:schemeClr val="tx2"/>
                  </a:solidFill>
                  <a:sym typeface="+mn-lt"/>
                </a:rPr>
                <a:t>如何避免死循环</a:t>
              </a:r>
            </a:p>
          </p:txBody>
        </p:sp>
        <p:sp>
          <p:nvSpPr>
            <p:cNvPr id="123915" name="AutoShape 74">
              <a:extLst>
                <a:ext uri="{FF2B5EF4-FFF2-40B4-BE49-F238E27FC236}">
                  <a16:creationId xmlns:a16="http://schemas.microsoft.com/office/drawing/2014/main" id="{15B34705-3E1E-4AE3-985C-7387F09F65FD}"/>
                </a:ext>
              </a:extLst>
            </p:cNvPr>
            <p:cNvSpPr>
              <a:spLocks noChangeArrowheads="1"/>
            </p:cNvSpPr>
            <p:nvPr/>
          </p:nvSpPr>
          <p:spPr bwMode="auto">
            <a:xfrm rot="5400000">
              <a:off x="4171" y="1590"/>
              <a:ext cx="363" cy="409"/>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w 21600"/>
                <a:gd name="T13" fmla="*/ 0 h 21600"/>
                <a:gd name="T14" fmla="*/ 0 w 21600"/>
                <a:gd name="T15" fmla="*/ 0 h 21600"/>
                <a:gd name="T16" fmla="*/ 0 w 21600"/>
                <a:gd name="T17" fmla="*/ 0 h 21600"/>
                <a:gd name="T18" fmla="*/ 0 w 21600"/>
                <a:gd name="T19" fmla="*/ 0 h 21600"/>
                <a:gd name="T20" fmla="*/ 0 w 21600"/>
                <a:gd name="T21" fmla="*/ 0 h 21600"/>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FF3300"/>
            </a:solidFill>
            <a:ln w="12700" cap="sq">
              <a:solidFill>
                <a:srgbClr val="FF3300"/>
              </a:solidFill>
              <a:miter lim="800000"/>
              <a:headEnd/>
              <a:tailEnd/>
            </a:ln>
          </p:spPr>
          <p:txBody>
            <a:bodyPr/>
            <a:lstStyle/>
            <a:p>
              <a:pPr>
                <a:defRPr/>
              </a:pPr>
              <a:endParaRPr lang="zh-CN" altLang="en-US">
                <a:latin typeface="+mn-lt"/>
                <a:ea typeface="+mn-ea"/>
                <a:cs typeface="+mn-ea"/>
                <a:sym typeface="+mn-lt"/>
              </a:endParaRPr>
            </a:p>
          </p:txBody>
        </p:sp>
      </p:grpSp>
      <p:graphicFrame>
        <p:nvGraphicFramePr>
          <p:cNvPr id="129033" name="Object 12">
            <a:extLst>
              <a:ext uri="{FF2B5EF4-FFF2-40B4-BE49-F238E27FC236}">
                <a16:creationId xmlns:a16="http://schemas.microsoft.com/office/drawing/2014/main" id="{8B930A75-F338-BF4A-8289-B4B61BE3C919}"/>
              </a:ext>
            </a:extLst>
          </p:cNvPr>
          <p:cNvGraphicFramePr>
            <a:graphicFrameLocks/>
          </p:cNvGraphicFramePr>
          <p:nvPr/>
        </p:nvGraphicFramePr>
        <p:xfrm>
          <a:off x="579438" y="1169988"/>
          <a:ext cx="7620000" cy="890587"/>
        </p:xfrm>
        <a:graphic>
          <a:graphicData uri="http://schemas.openxmlformats.org/presentationml/2006/ole">
            <mc:AlternateContent xmlns:mc="http://schemas.openxmlformats.org/markup-compatibility/2006">
              <mc:Choice xmlns:v="urn:schemas-microsoft-com:vml" Requires="v">
                <p:oleObj spid="_x0000_s129043" r:id="rId5" imgW="30568900" imgH="3568700" progId="Visio.Drawing.11">
                  <p:embed/>
                </p:oleObj>
              </mc:Choice>
              <mc:Fallback>
                <p:oleObj r:id="rId5" imgW="30568900" imgH="3568700" progId="Visio.Drawing.11">
                  <p:embed/>
                  <p:pic>
                    <p:nvPicPr>
                      <p:cNvPr id="0" name="Object 12"/>
                      <p:cNvPicPr>
                        <a:picLocks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9438" y="1169988"/>
                        <a:ext cx="7620000" cy="890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3" name="Rectangle 4">
            <a:extLst>
              <a:ext uri="{FF2B5EF4-FFF2-40B4-BE49-F238E27FC236}">
                <a16:creationId xmlns:a16="http://schemas.microsoft.com/office/drawing/2014/main" id="{399D3927-15A7-482E-826B-9D9BB00046E6}"/>
              </a:ext>
            </a:extLst>
          </p:cNvPr>
          <p:cNvSpPr>
            <a:spLocks noChangeArrowheads="1"/>
          </p:cNvSpPr>
          <p:nvPr/>
        </p:nvSpPr>
        <p:spPr bwMode="auto">
          <a:xfrm>
            <a:off x="889000" y="139700"/>
            <a:ext cx="71643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循环链表</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par>
                          <p:cTn id="7" fill="hold" nodeType="afterGroup">
                            <p:stCondLst>
                              <p:cond delay="1"/>
                            </p:stCondLst>
                            <p:childTnLst>
                              <p:par>
                                <p:cTn id="8" presetID="22" presetClass="entr" presetSubtype="8" fill="hold" nodeType="after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wipe(left)">
                                      <p:cBhvr>
                                        <p:cTn id="10" dur="500"/>
                                        <p:tgtEl>
                                          <p:spTgt spid="2"/>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8" presetClass="entr" presetSubtype="16" fill="hold" grpId="0" nodeType="clickEffect">
                                  <p:stCondLst>
                                    <p:cond delay="0"/>
                                  </p:stCondLst>
                                  <p:childTnLst>
                                    <p:set>
                                      <p:cBhvr>
                                        <p:cTn id="14" dur="1" fill="hold">
                                          <p:stCondLst>
                                            <p:cond delay="0"/>
                                          </p:stCondLst>
                                        </p:cTn>
                                        <p:tgtEl>
                                          <p:spTgt spid="80"/>
                                        </p:tgtEl>
                                        <p:attrNameLst>
                                          <p:attrName>style.visibility</p:attrName>
                                        </p:attrNameLst>
                                      </p:cBhvr>
                                      <p:to>
                                        <p:strVal val="visible"/>
                                      </p:to>
                                    </p:set>
                                    <p:animEffect transition="in" filter="diamond(in)">
                                      <p:cBhvr>
                                        <p:cTn id="15" dur="20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D717337C-35DC-4789-8297-5CF316D3CB0F}"/>
              </a:ext>
            </a:extLst>
          </p:cNvPr>
          <p:cNvSpPr/>
          <p:nvPr/>
        </p:nvSpPr>
        <p:spPr bwMode="auto">
          <a:xfrm>
            <a:off x="0" y="996950"/>
            <a:ext cx="9144000" cy="3359150"/>
          </a:xfrm>
          <a:prstGeom prst="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24930" name="Text Box 6">
            <a:extLst>
              <a:ext uri="{FF2B5EF4-FFF2-40B4-BE49-F238E27FC236}">
                <a16:creationId xmlns:a16="http://schemas.microsoft.com/office/drawing/2014/main" id="{0CB9C4CB-FC9E-4AC2-9588-C8FD9C181FB5}"/>
              </a:ext>
            </a:extLst>
          </p:cNvPr>
          <p:cNvSpPr txBox="1">
            <a:spLocks noChangeArrowheads="1"/>
          </p:cNvSpPr>
          <p:nvPr/>
        </p:nvSpPr>
        <p:spPr bwMode="auto">
          <a:xfrm>
            <a:off x="1785938" y="1271588"/>
            <a:ext cx="6769100" cy="1054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spcBef>
                <a:spcPct val="20000"/>
              </a:spcBef>
              <a:buClr>
                <a:schemeClr val="accent2"/>
              </a:buClr>
              <a:buSzPct val="80000"/>
              <a:buFont typeface="Wingdings" pitchFamily="2" charset="2"/>
              <a:buNone/>
            </a:pPr>
            <a:r>
              <a:rPr lang="zh-CN" altLang="en-US">
                <a:solidFill>
                  <a:schemeClr val="tx2"/>
                </a:solidFill>
                <a:sym typeface="+mn-lt"/>
              </a:rPr>
              <a:t>对循环链表，有时不给出头指针，而给出</a:t>
            </a:r>
            <a:r>
              <a:rPr lang="zh-CN" altLang="en-US">
                <a:solidFill>
                  <a:srgbClr val="FF0000"/>
                </a:solidFill>
                <a:sym typeface="+mn-lt"/>
              </a:rPr>
              <a:t>尾指针</a:t>
            </a:r>
            <a:endParaRPr lang="en-US" altLang="zh-CN">
              <a:solidFill>
                <a:srgbClr val="FF0000"/>
              </a:solidFill>
              <a:sym typeface="+mn-lt"/>
            </a:endParaRPr>
          </a:p>
          <a:p>
            <a:pPr eaLnBrk="1" hangingPunct="1">
              <a:lnSpc>
                <a:spcPct val="120000"/>
              </a:lnSpc>
              <a:spcBef>
                <a:spcPct val="20000"/>
              </a:spcBef>
              <a:buClr>
                <a:schemeClr val="accent2"/>
              </a:buClr>
              <a:buSzPct val="80000"/>
              <a:buFont typeface="Wingdings" pitchFamily="2" charset="2"/>
              <a:buNone/>
            </a:pPr>
            <a:r>
              <a:rPr lang="zh-CN" altLang="en-US">
                <a:solidFill>
                  <a:schemeClr val="tx2"/>
                </a:solidFill>
                <a:sym typeface="+mn-lt"/>
              </a:rPr>
              <a:t>可以更方便的找到</a:t>
            </a:r>
            <a:r>
              <a:rPr lang="zh-CN" altLang="en-US">
                <a:solidFill>
                  <a:srgbClr val="FF0000"/>
                </a:solidFill>
                <a:sym typeface="+mn-lt"/>
              </a:rPr>
              <a:t>第一个和最后一个</a:t>
            </a:r>
            <a:r>
              <a:rPr lang="zh-CN" altLang="en-US">
                <a:solidFill>
                  <a:schemeClr val="tx2"/>
                </a:solidFill>
                <a:sym typeface="+mn-lt"/>
              </a:rPr>
              <a:t>结点</a:t>
            </a:r>
          </a:p>
        </p:txBody>
      </p:sp>
      <p:grpSp>
        <p:nvGrpSpPr>
          <p:cNvPr id="130052" name="Group 43">
            <a:extLst>
              <a:ext uri="{FF2B5EF4-FFF2-40B4-BE49-F238E27FC236}">
                <a16:creationId xmlns:a16="http://schemas.microsoft.com/office/drawing/2014/main" id="{7E2FA5F1-2DD5-A541-A28E-303D3922FAD8}"/>
              </a:ext>
            </a:extLst>
          </p:cNvPr>
          <p:cNvGrpSpPr>
            <a:grpSpLocks/>
          </p:cNvGrpSpPr>
          <p:nvPr/>
        </p:nvGrpSpPr>
        <p:grpSpPr bwMode="auto">
          <a:xfrm>
            <a:off x="557213" y="2654300"/>
            <a:ext cx="8108950" cy="1703388"/>
            <a:chOff x="404" y="2789"/>
            <a:chExt cx="5108" cy="1073"/>
          </a:xfrm>
        </p:grpSpPr>
        <p:sp>
          <p:nvSpPr>
            <p:cNvPr id="124938" name="Line 44">
              <a:extLst>
                <a:ext uri="{FF2B5EF4-FFF2-40B4-BE49-F238E27FC236}">
                  <a16:creationId xmlns:a16="http://schemas.microsoft.com/office/drawing/2014/main" id="{48EF3565-2455-442A-93E0-4D8D26AECC7A}"/>
                </a:ext>
              </a:extLst>
            </p:cNvPr>
            <p:cNvSpPr>
              <a:spLocks noChangeShapeType="1"/>
            </p:cNvSpPr>
            <p:nvPr/>
          </p:nvSpPr>
          <p:spPr bwMode="auto">
            <a:xfrm flipV="1">
              <a:off x="4998" y="3265"/>
              <a:ext cx="1" cy="320"/>
            </a:xfrm>
            <a:prstGeom prst="line">
              <a:avLst/>
            </a:prstGeom>
            <a:noFill/>
            <a:ln w="28575">
              <a:solidFill>
                <a:schemeClr val="tx1">
                  <a:lumMod val="95000"/>
                  <a:lumOff val="5000"/>
                </a:schemeClr>
              </a:solidFill>
              <a:round/>
              <a:headEnd/>
              <a:tailEnd type="stealth" w="lg"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39" name="Text Box 45">
              <a:extLst>
                <a:ext uri="{FF2B5EF4-FFF2-40B4-BE49-F238E27FC236}">
                  <a16:creationId xmlns:a16="http://schemas.microsoft.com/office/drawing/2014/main" id="{B33E89F1-3F14-4CCC-A265-86826219F63E}"/>
                </a:ext>
              </a:extLst>
            </p:cNvPr>
            <p:cNvSpPr txBox="1">
              <a:spLocks noChangeArrowheads="1"/>
            </p:cNvSpPr>
            <p:nvPr/>
          </p:nvSpPr>
          <p:spPr bwMode="auto">
            <a:xfrm>
              <a:off x="4772" y="3570"/>
              <a:ext cx="480"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36000"/>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dirty="0">
                  <a:solidFill>
                    <a:srgbClr val="FF0000"/>
                  </a:solidFill>
                  <a:latin typeface="+mn-lt"/>
                  <a:ea typeface="+mn-ea"/>
                  <a:cs typeface="+mn-ea"/>
                  <a:sym typeface="+mn-lt"/>
                </a:rPr>
                <a:t>rear</a:t>
              </a:r>
            </a:p>
          </p:txBody>
        </p:sp>
        <p:sp>
          <p:nvSpPr>
            <p:cNvPr id="124940" name="Line 46">
              <a:extLst>
                <a:ext uri="{FF2B5EF4-FFF2-40B4-BE49-F238E27FC236}">
                  <a16:creationId xmlns:a16="http://schemas.microsoft.com/office/drawing/2014/main" id="{6C0B5C3A-F327-4FEA-93EF-CBEA1F494628}"/>
                </a:ext>
              </a:extLst>
            </p:cNvPr>
            <p:cNvSpPr>
              <a:spLocks noChangeShapeType="1"/>
            </p:cNvSpPr>
            <p:nvPr/>
          </p:nvSpPr>
          <p:spPr bwMode="auto">
            <a:xfrm>
              <a:off x="4390" y="3161"/>
              <a:ext cx="199" cy="0"/>
            </a:xfrm>
            <a:prstGeom prst="line">
              <a:avLst/>
            </a:prstGeom>
            <a:noFill/>
            <a:ln w="28575">
              <a:solidFill>
                <a:schemeClr val="tx1">
                  <a:lumMod val="95000"/>
                  <a:lumOff val="5000"/>
                </a:schemeClr>
              </a:solidFill>
              <a:prstDash val="dash"/>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41" name="Text Box 47">
              <a:extLst>
                <a:ext uri="{FF2B5EF4-FFF2-40B4-BE49-F238E27FC236}">
                  <a16:creationId xmlns:a16="http://schemas.microsoft.com/office/drawing/2014/main" id="{DD5123A2-62D0-4437-97D0-973E896BDF31}"/>
                </a:ext>
              </a:extLst>
            </p:cNvPr>
            <p:cNvSpPr txBox="1">
              <a:spLocks noChangeArrowheads="1"/>
            </p:cNvSpPr>
            <p:nvPr/>
          </p:nvSpPr>
          <p:spPr bwMode="auto">
            <a:xfrm>
              <a:off x="1481" y="2979"/>
              <a:ext cx="567" cy="272"/>
            </a:xfrm>
            <a:prstGeom prst="rect">
              <a:avLst/>
            </a:prstGeom>
            <a:solidFill>
              <a:srgbClr val="D2D2F4"/>
            </a:solidFill>
            <a:ln w="28575">
              <a:solidFill>
                <a:schemeClr val="tx1">
                  <a:lumMod val="95000"/>
                  <a:lumOff val="5000"/>
                </a:schemeClr>
              </a:solidFill>
              <a:miter lim="800000"/>
              <a:headEnd/>
              <a:tailEnd/>
            </a:ln>
          </p:spPr>
          <p:txBody>
            <a:bodyPr tIns="0" rIns="0" bIns="72000"/>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90000"/>
                </a:lnSpc>
                <a:defRPr/>
              </a:pPr>
              <a:r>
                <a:rPr lang="en-US" altLang="zh-CN" b="1" i="1" dirty="0">
                  <a:solidFill>
                    <a:schemeClr val="tx2"/>
                  </a:solidFill>
                  <a:latin typeface="+mn-lt"/>
                  <a:ea typeface="+mn-ea"/>
                  <a:cs typeface="+mn-ea"/>
                  <a:sym typeface="+mn-lt"/>
                </a:rPr>
                <a:t> </a:t>
              </a:r>
              <a:r>
                <a:rPr lang="en-US" altLang="zh-CN" b="1" i="1" dirty="0">
                  <a:solidFill>
                    <a:srgbClr val="FF0000"/>
                  </a:solidFill>
                  <a:latin typeface="+mn-lt"/>
                  <a:ea typeface="+mn-ea"/>
                  <a:cs typeface="+mn-ea"/>
                  <a:sym typeface="+mn-lt"/>
                </a:rPr>
                <a:t>a</a:t>
              </a:r>
              <a:r>
                <a:rPr lang="en-US" altLang="zh-CN" b="1" baseline="-25000" dirty="0">
                  <a:solidFill>
                    <a:srgbClr val="FF0000"/>
                  </a:solidFill>
                  <a:latin typeface="+mn-lt"/>
                  <a:ea typeface="+mn-ea"/>
                  <a:cs typeface="+mn-ea"/>
                  <a:sym typeface="+mn-lt"/>
                </a:rPr>
                <a:t>1</a:t>
              </a:r>
            </a:p>
          </p:txBody>
        </p:sp>
        <p:sp>
          <p:nvSpPr>
            <p:cNvPr id="124942" name="Line 48">
              <a:extLst>
                <a:ext uri="{FF2B5EF4-FFF2-40B4-BE49-F238E27FC236}">
                  <a16:creationId xmlns:a16="http://schemas.microsoft.com/office/drawing/2014/main" id="{4AD036BA-33AD-4680-B49C-30D77F888EBF}"/>
                </a:ext>
              </a:extLst>
            </p:cNvPr>
            <p:cNvSpPr>
              <a:spLocks noChangeShapeType="1"/>
            </p:cNvSpPr>
            <p:nvPr/>
          </p:nvSpPr>
          <p:spPr bwMode="auto">
            <a:xfrm>
              <a:off x="1792" y="2979"/>
              <a:ext cx="0" cy="272"/>
            </a:xfrm>
            <a:prstGeom prst="line">
              <a:avLst/>
            </a:prstGeom>
            <a:noFill/>
            <a:ln w="28575">
              <a:solidFill>
                <a:schemeClr val="accent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43" name="Text Box 49">
              <a:extLst>
                <a:ext uri="{FF2B5EF4-FFF2-40B4-BE49-F238E27FC236}">
                  <a16:creationId xmlns:a16="http://schemas.microsoft.com/office/drawing/2014/main" id="{09CBB6CC-DA47-4E56-BA43-5761E140B932}"/>
                </a:ext>
              </a:extLst>
            </p:cNvPr>
            <p:cNvSpPr txBox="1">
              <a:spLocks noChangeArrowheads="1"/>
            </p:cNvSpPr>
            <p:nvPr/>
          </p:nvSpPr>
          <p:spPr bwMode="auto">
            <a:xfrm>
              <a:off x="646" y="2988"/>
              <a:ext cx="567" cy="272"/>
            </a:xfrm>
            <a:prstGeom prst="rect">
              <a:avLst/>
            </a:prstGeom>
            <a:solidFill>
              <a:srgbClr val="D2D2F4"/>
            </a:solidFill>
            <a:ln w="28575">
              <a:solidFill>
                <a:schemeClr val="tx1">
                  <a:lumMod val="95000"/>
                  <a:lumOff val="5000"/>
                </a:schemeClr>
              </a:solidFill>
              <a:miter lim="800000"/>
              <a:headEnd/>
              <a:tailEnd/>
            </a:ln>
          </p:spPr>
          <p:txBody>
            <a:bodyPr tIns="0" rIns="0" bIns="72000"/>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90000"/>
                </a:lnSpc>
                <a:defRPr/>
              </a:pPr>
              <a:endParaRPr lang="en-US" altLang="zh-CN" b="1" baseline="-25000">
                <a:solidFill>
                  <a:schemeClr val="tx2"/>
                </a:solidFill>
                <a:latin typeface="+mn-lt"/>
                <a:ea typeface="+mn-ea"/>
                <a:cs typeface="+mn-ea"/>
                <a:sym typeface="+mn-lt"/>
              </a:endParaRPr>
            </a:p>
          </p:txBody>
        </p:sp>
        <p:sp>
          <p:nvSpPr>
            <p:cNvPr id="124944" name="Line 50">
              <a:extLst>
                <a:ext uri="{FF2B5EF4-FFF2-40B4-BE49-F238E27FC236}">
                  <a16:creationId xmlns:a16="http://schemas.microsoft.com/office/drawing/2014/main" id="{81AAA8D2-99F1-45E6-9F63-506B1B4C02EA}"/>
                </a:ext>
              </a:extLst>
            </p:cNvPr>
            <p:cNvSpPr>
              <a:spLocks noChangeShapeType="1"/>
            </p:cNvSpPr>
            <p:nvPr/>
          </p:nvSpPr>
          <p:spPr bwMode="auto">
            <a:xfrm>
              <a:off x="957" y="2988"/>
              <a:ext cx="0" cy="272"/>
            </a:xfrm>
            <a:prstGeom prst="line">
              <a:avLst/>
            </a:prstGeom>
            <a:noFill/>
            <a:ln w="28575">
              <a:solidFill>
                <a:schemeClr val="accent1"/>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45" name="Text Box 51" descr="宽上对角线">
              <a:extLst>
                <a:ext uri="{FF2B5EF4-FFF2-40B4-BE49-F238E27FC236}">
                  <a16:creationId xmlns:a16="http://schemas.microsoft.com/office/drawing/2014/main" id="{4B9027A2-76C2-4462-AD1E-8B2AD97B0606}"/>
                </a:ext>
              </a:extLst>
            </p:cNvPr>
            <p:cNvSpPr txBox="1">
              <a:spLocks noChangeArrowheads="1"/>
            </p:cNvSpPr>
            <p:nvPr/>
          </p:nvSpPr>
          <p:spPr bwMode="auto">
            <a:xfrm>
              <a:off x="656" y="2996"/>
              <a:ext cx="275" cy="291"/>
            </a:xfrm>
            <a:prstGeom prst="rect">
              <a:avLst/>
            </a:prstGeom>
            <a:solidFill>
              <a:srgbClr val="D2D2F4"/>
            </a:solidFill>
            <a:ln>
              <a:noFill/>
            </a:ln>
            <a:extLst>
              <a:ext uri="{91240B29-F687-4F45-9708-019B960494DF}">
                <a14:hiddenLine xmlns:a14="http://schemas.microsoft.com/office/drawing/2010/main" w="635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20000"/>
                </a:spcBef>
                <a:defRPr/>
              </a:pPr>
              <a:endParaRPr lang="zh-CN" altLang="en-US" b="1">
                <a:solidFill>
                  <a:schemeClr val="tx2"/>
                </a:solidFill>
                <a:latin typeface="+mn-lt"/>
                <a:ea typeface="+mn-ea"/>
                <a:cs typeface="+mn-ea"/>
                <a:sym typeface="+mn-lt"/>
              </a:endParaRPr>
            </a:p>
          </p:txBody>
        </p:sp>
        <p:sp>
          <p:nvSpPr>
            <p:cNvPr id="124946" name="Line 52">
              <a:extLst>
                <a:ext uri="{FF2B5EF4-FFF2-40B4-BE49-F238E27FC236}">
                  <a16:creationId xmlns:a16="http://schemas.microsoft.com/office/drawing/2014/main" id="{E6F8EAC3-E009-4FA1-8703-730625EA3B91}"/>
                </a:ext>
              </a:extLst>
            </p:cNvPr>
            <p:cNvSpPr>
              <a:spLocks noChangeShapeType="1"/>
            </p:cNvSpPr>
            <p:nvPr/>
          </p:nvSpPr>
          <p:spPr bwMode="auto">
            <a:xfrm>
              <a:off x="1131" y="3163"/>
              <a:ext cx="340" cy="0"/>
            </a:xfrm>
            <a:prstGeom prst="line">
              <a:avLst/>
            </a:prstGeom>
            <a:noFill/>
            <a:ln w="28575">
              <a:solidFill>
                <a:schemeClr val="tx1">
                  <a:lumMod val="95000"/>
                  <a:lumOff val="5000"/>
                </a:schemeClr>
              </a:solidFill>
              <a:round/>
              <a:headEnd/>
              <a:tailEnd type="stealth" w="lg"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47" name="Text Box 53">
              <a:extLst>
                <a:ext uri="{FF2B5EF4-FFF2-40B4-BE49-F238E27FC236}">
                  <a16:creationId xmlns:a16="http://schemas.microsoft.com/office/drawing/2014/main" id="{339217D9-1F14-4B5E-91B7-C9C14DC1C713}"/>
                </a:ext>
              </a:extLst>
            </p:cNvPr>
            <p:cNvSpPr txBox="1">
              <a:spLocks noChangeArrowheads="1"/>
            </p:cNvSpPr>
            <p:nvPr/>
          </p:nvSpPr>
          <p:spPr bwMode="auto">
            <a:xfrm>
              <a:off x="2763" y="2978"/>
              <a:ext cx="567" cy="272"/>
            </a:xfrm>
            <a:prstGeom prst="rect">
              <a:avLst/>
            </a:prstGeom>
            <a:solidFill>
              <a:srgbClr val="D2D2F4"/>
            </a:solidFill>
            <a:ln w="28575">
              <a:solidFill>
                <a:schemeClr val="tx1">
                  <a:lumMod val="95000"/>
                  <a:lumOff val="5000"/>
                </a:schemeClr>
              </a:solidFill>
              <a:miter lim="800000"/>
              <a:headEnd/>
              <a:tailEnd/>
            </a:ln>
          </p:spPr>
          <p:txBody>
            <a:bodyPr lIns="18000" tIns="0" rIns="0" bIns="72000"/>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90000"/>
                </a:lnSpc>
                <a:defRPr/>
              </a:pPr>
              <a:r>
                <a:rPr lang="en-US" altLang="zh-CN" b="1" i="1" dirty="0">
                  <a:solidFill>
                    <a:schemeClr val="tx2"/>
                  </a:solidFill>
                  <a:latin typeface="+mn-lt"/>
                  <a:ea typeface="+mn-ea"/>
                  <a:cs typeface="+mn-ea"/>
                  <a:sym typeface="+mn-lt"/>
                </a:rPr>
                <a:t> </a:t>
              </a:r>
              <a:r>
                <a:rPr lang="en-US" altLang="zh-CN" b="1" i="1" dirty="0">
                  <a:solidFill>
                    <a:srgbClr val="FF0000"/>
                  </a:solidFill>
                  <a:latin typeface="+mn-lt"/>
                  <a:ea typeface="+mn-ea"/>
                  <a:cs typeface="+mn-ea"/>
                  <a:sym typeface="+mn-lt"/>
                </a:rPr>
                <a:t>a</a:t>
              </a:r>
              <a:r>
                <a:rPr lang="en-US" altLang="zh-CN" b="1" i="1" baseline="-25000" dirty="0">
                  <a:solidFill>
                    <a:srgbClr val="FF0000"/>
                  </a:solidFill>
                  <a:latin typeface="+mn-lt"/>
                  <a:ea typeface="+mn-ea"/>
                  <a:cs typeface="+mn-ea"/>
                  <a:sym typeface="+mn-lt"/>
                </a:rPr>
                <a:t>i</a:t>
              </a:r>
              <a:r>
                <a:rPr lang="en-US" altLang="zh-CN" b="1" baseline="-25000" dirty="0">
                  <a:solidFill>
                    <a:srgbClr val="FF0000"/>
                  </a:solidFill>
                  <a:latin typeface="+mn-lt"/>
                  <a:ea typeface="+mn-ea"/>
                  <a:cs typeface="+mn-ea"/>
                  <a:sym typeface="+mn-lt"/>
                </a:rPr>
                <a:t>-1</a:t>
              </a:r>
            </a:p>
          </p:txBody>
        </p:sp>
        <p:sp>
          <p:nvSpPr>
            <p:cNvPr id="124948" name="Line 54">
              <a:extLst>
                <a:ext uri="{FF2B5EF4-FFF2-40B4-BE49-F238E27FC236}">
                  <a16:creationId xmlns:a16="http://schemas.microsoft.com/office/drawing/2014/main" id="{AD54A4A9-1CA9-49A9-9D9C-87CD848DBF32}"/>
                </a:ext>
              </a:extLst>
            </p:cNvPr>
            <p:cNvSpPr>
              <a:spLocks noChangeShapeType="1"/>
            </p:cNvSpPr>
            <p:nvPr/>
          </p:nvSpPr>
          <p:spPr bwMode="auto">
            <a:xfrm>
              <a:off x="3074" y="2978"/>
              <a:ext cx="0" cy="272"/>
            </a:xfrm>
            <a:prstGeom prst="line">
              <a:avLst/>
            </a:prstGeom>
            <a:noFill/>
            <a:ln w="28575">
              <a:solidFill>
                <a:schemeClr val="tx1">
                  <a:lumMod val="95000"/>
                  <a:lumOff val="5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49" name="Text Box 55">
              <a:extLst>
                <a:ext uri="{FF2B5EF4-FFF2-40B4-BE49-F238E27FC236}">
                  <a16:creationId xmlns:a16="http://schemas.microsoft.com/office/drawing/2014/main" id="{A40E3D97-431F-41C7-BF53-776A9276C8B0}"/>
                </a:ext>
              </a:extLst>
            </p:cNvPr>
            <p:cNvSpPr txBox="1">
              <a:spLocks noChangeArrowheads="1"/>
            </p:cNvSpPr>
            <p:nvPr/>
          </p:nvSpPr>
          <p:spPr bwMode="auto">
            <a:xfrm>
              <a:off x="4817" y="2978"/>
              <a:ext cx="567" cy="272"/>
            </a:xfrm>
            <a:prstGeom prst="rect">
              <a:avLst/>
            </a:prstGeom>
            <a:solidFill>
              <a:srgbClr val="D2D2F4"/>
            </a:solidFill>
            <a:ln w="28575">
              <a:solidFill>
                <a:schemeClr val="tx1">
                  <a:lumMod val="95000"/>
                  <a:lumOff val="5000"/>
                </a:schemeClr>
              </a:solidFill>
              <a:miter lim="800000"/>
              <a:headEnd/>
              <a:tailEnd/>
            </a:ln>
          </p:spPr>
          <p:txBody>
            <a:bodyPr lIns="72000" tIns="0" rIns="0" bIns="72000"/>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90000"/>
                </a:lnSpc>
                <a:defRPr/>
              </a:pPr>
              <a:r>
                <a:rPr lang="en-US" altLang="zh-CN" b="1" i="1" dirty="0">
                  <a:solidFill>
                    <a:schemeClr val="tx2"/>
                  </a:solidFill>
                  <a:latin typeface="+mn-lt"/>
                  <a:ea typeface="+mn-ea"/>
                  <a:cs typeface="+mn-ea"/>
                  <a:sym typeface="+mn-lt"/>
                </a:rPr>
                <a:t> </a:t>
              </a:r>
              <a:r>
                <a:rPr lang="en-US" altLang="zh-CN" b="1" i="1" dirty="0">
                  <a:solidFill>
                    <a:srgbClr val="FF0000"/>
                  </a:solidFill>
                  <a:latin typeface="+mn-lt"/>
                  <a:ea typeface="+mn-ea"/>
                  <a:cs typeface="+mn-ea"/>
                  <a:sym typeface="+mn-lt"/>
                </a:rPr>
                <a:t>a</a:t>
              </a:r>
              <a:r>
                <a:rPr lang="en-US" altLang="zh-CN" b="1" i="1" baseline="-25000" dirty="0">
                  <a:solidFill>
                    <a:srgbClr val="FF0000"/>
                  </a:solidFill>
                  <a:latin typeface="+mn-lt"/>
                  <a:ea typeface="+mn-ea"/>
                  <a:cs typeface="+mn-ea"/>
                  <a:sym typeface="+mn-lt"/>
                </a:rPr>
                <a:t>n</a:t>
              </a:r>
            </a:p>
          </p:txBody>
        </p:sp>
        <p:sp>
          <p:nvSpPr>
            <p:cNvPr id="124950" name="Line 56">
              <a:extLst>
                <a:ext uri="{FF2B5EF4-FFF2-40B4-BE49-F238E27FC236}">
                  <a16:creationId xmlns:a16="http://schemas.microsoft.com/office/drawing/2014/main" id="{7E88B26C-F3DE-4E9B-95A1-96C35A5B2D11}"/>
                </a:ext>
              </a:extLst>
            </p:cNvPr>
            <p:cNvSpPr>
              <a:spLocks noChangeShapeType="1"/>
            </p:cNvSpPr>
            <p:nvPr/>
          </p:nvSpPr>
          <p:spPr bwMode="auto">
            <a:xfrm>
              <a:off x="5128" y="2978"/>
              <a:ext cx="0" cy="272"/>
            </a:xfrm>
            <a:prstGeom prst="line">
              <a:avLst/>
            </a:prstGeom>
            <a:noFill/>
            <a:ln w="28575">
              <a:solidFill>
                <a:schemeClr val="tx1">
                  <a:lumMod val="95000"/>
                  <a:lumOff val="5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51" name="Text Box 57">
              <a:extLst>
                <a:ext uri="{FF2B5EF4-FFF2-40B4-BE49-F238E27FC236}">
                  <a16:creationId xmlns:a16="http://schemas.microsoft.com/office/drawing/2014/main" id="{2B0AF46E-0B77-4334-9E0C-8C22364E8979}"/>
                </a:ext>
              </a:extLst>
            </p:cNvPr>
            <p:cNvSpPr txBox="1">
              <a:spLocks noChangeArrowheads="1"/>
            </p:cNvSpPr>
            <p:nvPr/>
          </p:nvSpPr>
          <p:spPr bwMode="auto">
            <a:xfrm>
              <a:off x="3602" y="2978"/>
              <a:ext cx="567" cy="272"/>
            </a:xfrm>
            <a:prstGeom prst="rect">
              <a:avLst/>
            </a:prstGeom>
            <a:solidFill>
              <a:srgbClr val="D2D2F4"/>
            </a:solidFill>
            <a:ln w="28575">
              <a:solidFill>
                <a:schemeClr val="tx1">
                  <a:lumMod val="95000"/>
                  <a:lumOff val="5000"/>
                </a:schemeClr>
              </a:solidFill>
              <a:miter lim="800000"/>
              <a:headEnd/>
              <a:tailEnd/>
            </a:ln>
          </p:spPr>
          <p:txBody>
            <a:bodyPr lIns="72000" tIns="0" rIns="0" bIns="72000"/>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90000"/>
                </a:lnSpc>
                <a:defRPr/>
              </a:pPr>
              <a:r>
                <a:rPr lang="en-US" altLang="zh-CN" b="1" i="1" dirty="0">
                  <a:solidFill>
                    <a:schemeClr val="tx2"/>
                  </a:solidFill>
                  <a:latin typeface="+mn-lt"/>
                  <a:ea typeface="+mn-ea"/>
                  <a:cs typeface="+mn-ea"/>
                  <a:sym typeface="+mn-lt"/>
                </a:rPr>
                <a:t> </a:t>
              </a:r>
              <a:r>
                <a:rPr lang="en-US" altLang="zh-CN" b="1" i="1" dirty="0" err="1">
                  <a:solidFill>
                    <a:srgbClr val="FF0000"/>
                  </a:solidFill>
                  <a:latin typeface="+mn-lt"/>
                  <a:ea typeface="+mn-ea"/>
                  <a:cs typeface="+mn-ea"/>
                  <a:sym typeface="+mn-lt"/>
                </a:rPr>
                <a:t>a</a:t>
              </a:r>
              <a:r>
                <a:rPr lang="en-US" altLang="zh-CN" b="1" i="1" baseline="-25000" dirty="0" err="1">
                  <a:solidFill>
                    <a:srgbClr val="FF0000"/>
                  </a:solidFill>
                  <a:latin typeface="+mn-lt"/>
                  <a:ea typeface="+mn-ea"/>
                  <a:cs typeface="+mn-ea"/>
                  <a:sym typeface="+mn-lt"/>
                </a:rPr>
                <a:t>i</a:t>
              </a:r>
              <a:endParaRPr lang="en-US" altLang="zh-CN" b="1" i="1" baseline="-25000" dirty="0">
                <a:solidFill>
                  <a:srgbClr val="FF0000"/>
                </a:solidFill>
                <a:latin typeface="+mn-lt"/>
                <a:ea typeface="+mn-ea"/>
                <a:cs typeface="+mn-ea"/>
                <a:sym typeface="+mn-lt"/>
              </a:endParaRPr>
            </a:p>
          </p:txBody>
        </p:sp>
        <p:sp>
          <p:nvSpPr>
            <p:cNvPr id="124952" name="Line 58">
              <a:extLst>
                <a:ext uri="{FF2B5EF4-FFF2-40B4-BE49-F238E27FC236}">
                  <a16:creationId xmlns:a16="http://schemas.microsoft.com/office/drawing/2014/main" id="{E67B22DE-5023-45E5-A05C-67166F45A982}"/>
                </a:ext>
              </a:extLst>
            </p:cNvPr>
            <p:cNvSpPr>
              <a:spLocks noChangeShapeType="1"/>
            </p:cNvSpPr>
            <p:nvPr/>
          </p:nvSpPr>
          <p:spPr bwMode="auto">
            <a:xfrm>
              <a:off x="3913" y="2978"/>
              <a:ext cx="0" cy="272"/>
            </a:xfrm>
            <a:prstGeom prst="line">
              <a:avLst/>
            </a:prstGeom>
            <a:noFill/>
            <a:ln w="28575">
              <a:solidFill>
                <a:schemeClr val="tx1">
                  <a:lumMod val="95000"/>
                  <a:lumOff val="5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53" name="Line 59">
              <a:extLst>
                <a:ext uri="{FF2B5EF4-FFF2-40B4-BE49-F238E27FC236}">
                  <a16:creationId xmlns:a16="http://schemas.microsoft.com/office/drawing/2014/main" id="{7A37995A-17CC-429E-B68B-63FE750DC8B0}"/>
                </a:ext>
              </a:extLst>
            </p:cNvPr>
            <p:cNvSpPr>
              <a:spLocks noChangeShapeType="1"/>
            </p:cNvSpPr>
            <p:nvPr/>
          </p:nvSpPr>
          <p:spPr bwMode="auto">
            <a:xfrm>
              <a:off x="4119" y="3162"/>
              <a:ext cx="212" cy="0"/>
            </a:xfrm>
            <a:prstGeom prst="line">
              <a:avLst/>
            </a:prstGeom>
            <a:noFill/>
            <a:ln w="28575">
              <a:solidFill>
                <a:schemeClr val="tx1">
                  <a:lumMod val="95000"/>
                  <a:lumOff val="5000"/>
                </a:schemeClr>
              </a:solidFill>
              <a:round/>
              <a:headEnd/>
              <a:tailEnd type="stealth" w="lg"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54" name="Line 60">
              <a:extLst>
                <a:ext uri="{FF2B5EF4-FFF2-40B4-BE49-F238E27FC236}">
                  <a16:creationId xmlns:a16="http://schemas.microsoft.com/office/drawing/2014/main" id="{E07AD6A0-2161-44C8-B29E-C77C093CA5F5}"/>
                </a:ext>
              </a:extLst>
            </p:cNvPr>
            <p:cNvSpPr>
              <a:spLocks noChangeShapeType="1"/>
            </p:cNvSpPr>
            <p:nvPr/>
          </p:nvSpPr>
          <p:spPr bwMode="auto">
            <a:xfrm flipV="1">
              <a:off x="4623" y="3162"/>
              <a:ext cx="181" cy="0"/>
            </a:xfrm>
            <a:prstGeom prst="line">
              <a:avLst/>
            </a:prstGeom>
            <a:noFill/>
            <a:ln w="28575">
              <a:solidFill>
                <a:schemeClr val="tx1">
                  <a:lumMod val="95000"/>
                  <a:lumOff val="5000"/>
                </a:schemeClr>
              </a:solidFill>
              <a:round/>
              <a:headEnd/>
              <a:tailEnd type="stealth" w="lg"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55" name="Line 61">
              <a:extLst>
                <a:ext uri="{FF2B5EF4-FFF2-40B4-BE49-F238E27FC236}">
                  <a16:creationId xmlns:a16="http://schemas.microsoft.com/office/drawing/2014/main" id="{C49ECFF8-7B0C-4BE4-9884-1D9C1C92790E}"/>
                </a:ext>
              </a:extLst>
            </p:cNvPr>
            <p:cNvSpPr>
              <a:spLocks noChangeShapeType="1"/>
            </p:cNvSpPr>
            <p:nvPr/>
          </p:nvSpPr>
          <p:spPr bwMode="auto">
            <a:xfrm>
              <a:off x="3241" y="3153"/>
              <a:ext cx="340" cy="0"/>
            </a:xfrm>
            <a:prstGeom prst="line">
              <a:avLst/>
            </a:prstGeom>
            <a:noFill/>
            <a:ln w="28575">
              <a:solidFill>
                <a:schemeClr val="tx1">
                  <a:lumMod val="95000"/>
                  <a:lumOff val="5000"/>
                </a:schemeClr>
              </a:solidFill>
              <a:round/>
              <a:headEnd/>
              <a:tailEnd type="stealth" w="lg"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56" name="Line 62">
              <a:extLst>
                <a:ext uri="{FF2B5EF4-FFF2-40B4-BE49-F238E27FC236}">
                  <a16:creationId xmlns:a16="http://schemas.microsoft.com/office/drawing/2014/main" id="{6AA691E9-3113-44D2-99A9-81F97416F742}"/>
                </a:ext>
              </a:extLst>
            </p:cNvPr>
            <p:cNvSpPr>
              <a:spLocks noChangeShapeType="1"/>
            </p:cNvSpPr>
            <p:nvPr/>
          </p:nvSpPr>
          <p:spPr bwMode="auto">
            <a:xfrm>
              <a:off x="2279" y="3161"/>
              <a:ext cx="199" cy="0"/>
            </a:xfrm>
            <a:prstGeom prst="line">
              <a:avLst/>
            </a:prstGeom>
            <a:noFill/>
            <a:ln w="28575">
              <a:solidFill>
                <a:schemeClr val="tx1">
                  <a:lumMod val="95000"/>
                  <a:lumOff val="5000"/>
                </a:schemeClr>
              </a:solidFill>
              <a:prstDash val="dash"/>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57" name="Line 63">
              <a:extLst>
                <a:ext uri="{FF2B5EF4-FFF2-40B4-BE49-F238E27FC236}">
                  <a16:creationId xmlns:a16="http://schemas.microsoft.com/office/drawing/2014/main" id="{3EB70212-1350-482A-803D-54BAC9CFF2C2}"/>
                </a:ext>
              </a:extLst>
            </p:cNvPr>
            <p:cNvSpPr>
              <a:spLocks noChangeShapeType="1"/>
            </p:cNvSpPr>
            <p:nvPr/>
          </p:nvSpPr>
          <p:spPr bwMode="auto">
            <a:xfrm>
              <a:off x="1971" y="3162"/>
              <a:ext cx="258" cy="0"/>
            </a:xfrm>
            <a:prstGeom prst="line">
              <a:avLst/>
            </a:prstGeom>
            <a:noFill/>
            <a:ln w="28575">
              <a:solidFill>
                <a:schemeClr val="tx1">
                  <a:lumMod val="95000"/>
                  <a:lumOff val="5000"/>
                </a:schemeClr>
              </a:solidFill>
              <a:round/>
              <a:headEnd/>
              <a:tailEnd type="stealth" w="lg"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58" name="Line 64">
              <a:extLst>
                <a:ext uri="{FF2B5EF4-FFF2-40B4-BE49-F238E27FC236}">
                  <a16:creationId xmlns:a16="http://schemas.microsoft.com/office/drawing/2014/main" id="{1E2AF026-26E0-4893-9A55-B13F68713478}"/>
                </a:ext>
              </a:extLst>
            </p:cNvPr>
            <p:cNvSpPr>
              <a:spLocks noChangeShapeType="1"/>
            </p:cNvSpPr>
            <p:nvPr/>
          </p:nvSpPr>
          <p:spPr bwMode="auto">
            <a:xfrm flipV="1">
              <a:off x="2539" y="3162"/>
              <a:ext cx="227" cy="0"/>
            </a:xfrm>
            <a:prstGeom prst="line">
              <a:avLst/>
            </a:prstGeom>
            <a:noFill/>
            <a:ln w="28575">
              <a:solidFill>
                <a:schemeClr val="tx1">
                  <a:lumMod val="95000"/>
                  <a:lumOff val="5000"/>
                </a:schemeClr>
              </a:solidFill>
              <a:round/>
              <a:headEnd/>
              <a:tailEnd type="stealth" w="lg"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30080" name="Group 65">
              <a:extLst>
                <a:ext uri="{FF2B5EF4-FFF2-40B4-BE49-F238E27FC236}">
                  <a16:creationId xmlns:a16="http://schemas.microsoft.com/office/drawing/2014/main" id="{850A6D75-EA1F-C844-8917-852F2E67DA01}"/>
                </a:ext>
              </a:extLst>
            </p:cNvPr>
            <p:cNvGrpSpPr>
              <a:grpSpLocks/>
            </p:cNvGrpSpPr>
            <p:nvPr/>
          </p:nvGrpSpPr>
          <p:grpSpPr bwMode="auto">
            <a:xfrm flipV="1">
              <a:off x="404" y="2789"/>
              <a:ext cx="5108" cy="490"/>
              <a:chOff x="439" y="1434"/>
              <a:chExt cx="5108" cy="490"/>
            </a:xfrm>
          </p:grpSpPr>
          <p:sp>
            <p:nvSpPr>
              <p:cNvPr id="124960" name="Line 66">
                <a:extLst>
                  <a:ext uri="{FF2B5EF4-FFF2-40B4-BE49-F238E27FC236}">
                    <a16:creationId xmlns:a16="http://schemas.microsoft.com/office/drawing/2014/main" id="{DA0E0D5F-216A-4B74-89BE-FF939FF90573}"/>
                  </a:ext>
                </a:extLst>
              </p:cNvPr>
              <p:cNvSpPr>
                <a:spLocks noChangeShapeType="1"/>
              </p:cNvSpPr>
              <p:nvPr/>
            </p:nvSpPr>
            <p:spPr bwMode="auto">
              <a:xfrm flipH="1">
                <a:off x="5392" y="1558"/>
                <a:ext cx="155" cy="0"/>
              </a:xfrm>
              <a:prstGeom prst="line">
                <a:avLst/>
              </a:prstGeom>
              <a:noFill/>
              <a:ln w="28575">
                <a:solidFill>
                  <a:schemeClr val="tx1">
                    <a:lumMod val="95000"/>
                    <a:lumOff val="5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61" name="Line 67">
                <a:extLst>
                  <a:ext uri="{FF2B5EF4-FFF2-40B4-BE49-F238E27FC236}">
                    <a16:creationId xmlns:a16="http://schemas.microsoft.com/office/drawing/2014/main" id="{6B0681AC-84B8-40C4-AE2B-65025F035B0E}"/>
                  </a:ext>
                </a:extLst>
              </p:cNvPr>
              <p:cNvSpPr>
                <a:spLocks noChangeShapeType="1"/>
              </p:cNvSpPr>
              <p:nvPr/>
            </p:nvSpPr>
            <p:spPr bwMode="auto">
              <a:xfrm flipH="1" flipV="1">
                <a:off x="5540" y="1549"/>
                <a:ext cx="0" cy="357"/>
              </a:xfrm>
              <a:prstGeom prst="line">
                <a:avLst/>
              </a:prstGeom>
              <a:noFill/>
              <a:ln w="28575">
                <a:solidFill>
                  <a:schemeClr val="tx1">
                    <a:lumMod val="95000"/>
                    <a:lumOff val="5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62" name="Line 68">
                <a:extLst>
                  <a:ext uri="{FF2B5EF4-FFF2-40B4-BE49-F238E27FC236}">
                    <a16:creationId xmlns:a16="http://schemas.microsoft.com/office/drawing/2014/main" id="{534182F9-3980-42AF-BC6E-CB80B05DEBA4}"/>
                  </a:ext>
                </a:extLst>
              </p:cNvPr>
              <p:cNvSpPr>
                <a:spLocks noChangeShapeType="1"/>
              </p:cNvSpPr>
              <p:nvPr/>
            </p:nvSpPr>
            <p:spPr bwMode="auto">
              <a:xfrm>
                <a:off x="439" y="1915"/>
                <a:ext cx="5101" cy="0"/>
              </a:xfrm>
              <a:prstGeom prst="line">
                <a:avLst/>
              </a:prstGeom>
              <a:noFill/>
              <a:ln w="28575">
                <a:solidFill>
                  <a:schemeClr val="tx1">
                    <a:lumMod val="95000"/>
                    <a:lumOff val="5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63" name="Line 69">
                <a:extLst>
                  <a:ext uri="{FF2B5EF4-FFF2-40B4-BE49-F238E27FC236}">
                    <a16:creationId xmlns:a16="http://schemas.microsoft.com/office/drawing/2014/main" id="{02464158-7917-4C3A-9D17-36A30DCE5006}"/>
                  </a:ext>
                </a:extLst>
              </p:cNvPr>
              <p:cNvSpPr>
                <a:spLocks noChangeShapeType="1"/>
              </p:cNvSpPr>
              <p:nvPr/>
            </p:nvSpPr>
            <p:spPr bwMode="auto">
              <a:xfrm flipV="1">
                <a:off x="450" y="1613"/>
                <a:ext cx="0" cy="311"/>
              </a:xfrm>
              <a:prstGeom prst="line">
                <a:avLst/>
              </a:prstGeom>
              <a:noFill/>
              <a:ln w="28575">
                <a:solidFill>
                  <a:schemeClr val="tx1">
                    <a:lumMod val="95000"/>
                    <a:lumOff val="5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4964" name="Line 70">
                <a:extLst>
                  <a:ext uri="{FF2B5EF4-FFF2-40B4-BE49-F238E27FC236}">
                    <a16:creationId xmlns:a16="http://schemas.microsoft.com/office/drawing/2014/main" id="{957757D3-6FD9-484A-B3A2-6F3C9EC5993D}"/>
                  </a:ext>
                </a:extLst>
              </p:cNvPr>
              <p:cNvSpPr>
                <a:spLocks noChangeShapeType="1"/>
              </p:cNvSpPr>
              <p:nvPr/>
            </p:nvSpPr>
            <p:spPr bwMode="auto">
              <a:xfrm>
                <a:off x="448" y="1618"/>
                <a:ext cx="210" cy="0"/>
              </a:xfrm>
              <a:prstGeom prst="line">
                <a:avLst/>
              </a:prstGeom>
              <a:noFill/>
              <a:ln w="28575">
                <a:solidFill>
                  <a:schemeClr val="tx1">
                    <a:lumMod val="95000"/>
                    <a:lumOff val="5000"/>
                  </a:schemeClr>
                </a:solidFill>
                <a:round/>
                <a:headEnd/>
                <a:tailEnd type="stealth" w="lg"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41" name="Line 66">
                <a:extLst>
                  <a:ext uri="{FF2B5EF4-FFF2-40B4-BE49-F238E27FC236}">
                    <a16:creationId xmlns:a16="http://schemas.microsoft.com/office/drawing/2014/main" id="{FE88EFC1-C10E-402B-8204-EB707388F75C}"/>
                  </a:ext>
                </a:extLst>
              </p:cNvPr>
              <p:cNvSpPr>
                <a:spLocks noChangeShapeType="1"/>
              </p:cNvSpPr>
              <p:nvPr/>
            </p:nvSpPr>
            <p:spPr bwMode="auto">
              <a:xfrm flipH="1">
                <a:off x="675" y="1434"/>
                <a:ext cx="573" cy="0"/>
              </a:xfrm>
              <a:prstGeom prst="line">
                <a:avLst/>
              </a:prstGeom>
              <a:noFill/>
              <a:ln w="28575">
                <a:solidFill>
                  <a:schemeClr val="tx1">
                    <a:lumMod val="95000"/>
                    <a:lumOff val="5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grpSp>
        <p:nvGrpSpPr>
          <p:cNvPr id="4" name="Group 71">
            <a:extLst>
              <a:ext uri="{FF2B5EF4-FFF2-40B4-BE49-F238E27FC236}">
                <a16:creationId xmlns:a16="http://schemas.microsoft.com/office/drawing/2014/main" id="{1C096BFB-C67C-EF42-B1DE-DFE2F3E4D2C0}"/>
              </a:ext>
            </a:extLst>
          </p:cNvPr>
          <p:cNvGrpSpPr>
            <a:grpSpLocks/>
          </p:cNvGrpSpPr>
          <p:nvPr/>
        </p:nvGrpSpPr>
        <p:grpSpPr bwMode="auto">
          <a:xfrm>
            <a:off x="554038" y="4586288"/>
            <a:ext cx="6516687" cy="598487"/>
            <a:chOff x="0" y="2159"/>
            <a:chExt cx="4105" cy="377"/>
          </a:xfrm>
        </p:grpSpPr>
        <p:graphicFrame>
          <p:nvGraphicFramePr>
            <p:cNvPr id="130057" name="Object 2">
              <a:extLst>
                <a:ext uri="{FF2B5EF4-FFF2-40B4-BE49-F238E27FC236}">
                  <a16:creationId xmlns:a16="http://schemas.microsoft.com/office/drawing/2014/main" id="{FDAD75A9-16A3-E64D-AAFC-DAB598F64073}"/>
                </a:ext>
              </a:extLst>
            </p:cNvPr>
            <p:cNvGraphicFramePr>
              <a:graphicFrameLocks/>
            </p:cNvGraphicFramePr>
            <p:nvPr/>
          </p:nvGraphicFramePr>
          <p:xfrm>
            <a:off x="0" y="2159"/>
            <a:ext cx="398" cy="377"/>
          </p:xfrm>
          <a:graphic>
            <a:graphicData uri="http://schemas.openxmlformats.org/presentationml/2006/ole">
              <mc:AlternateContent xmlns:mc="http://schemas.openxmlformats.org/markup-compatibility/2006">
                <mc:Choice xmlns:v="urn:schemas-microsoft-com:vml" Requires="v">
                  <p:oleObj spid="_x0000_s130089" r:id="rId3" imgW="8610600" imgH="8445500" progId="">
                    <p:embed/>
                  </p:oleObj>
                </mc:Choice>
                <mc:Fallback>
                  <p:oleObj r:id="rId3" imgW="8610600" imgH="8445500" progId="">
                    <p:embed/>
                    <p:pic>
                      <p:nvPicPr>
                        <p:cNvPr id="0" name="Object 2"/>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2159"/>
                          <a:ext cx="398" cy="3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pic>
                  </p:oleObj>
                </mc:Fallback>
              </mc:AlternateContent>
            </a:graphicData>
          </a:graphic>
        </p:graphicFrame>
        <p:sp>
          <p:nvSpPr>
            <p:cNvPr id="124937" name="Text Box 73">
              <a:extLst>
                <a:ext uri="{FF2B5EF4-FFF2-40B4-BE49-F238E27FC236}">
                  <a16:creationId xmlns:a16="http://schemas.microsoft.com/office/drawing/2014/main" id="{3E76CD64-80F3-484C-9094-E8DD90F24D40}"/>
                </a:ext>
              </a:extLst>
            </p:cNvPr>
            <p:cNvSpPr txBox="1">
              <a:spLocks noChangeArrowheads="1"/>
            </p:cNvSpPr>
            <p:nvPr/>
          </p:nvSpPr>
          <p:spPr bwMode="auto">
            <a:xfrm>
              <a:off x="448" y="2208"/>
              <a:ext cx="3657"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20000"/>
                </a:spcBef>
              </a:pPr>
              <a:r>
                <a:rPr lang="zh-CN" altLang="en-US">
                  <a:solidFill>
                    <a:schemeClr val="tx2"/>
                  </a:solidFill>
                  <a:sym typeface="+mn-lt"/>
                </a:rPr>
                <a:t>如何查找开始结点和终端结点？</a:t>
              </a:r>
            </a:p>
          </p:txBody>
        </p:sp>
      </p:grpSp>
      <p:sp>
        <p:nvSpPr>
          <p:cNvPr id="38" name="Text Box 74">
            <a:extLst>
              <a:ext uri="{FF2B5EF4-FFF2-40B4-BE49-F238E27FC236}">
                <a16:creationId xmlns:a16="http://schemas.microsoft.com/office/drawing/2014/main" id="{7291D38A-D0FF-4994-96BC-53539E2058CE}"/>
              </a:ext>
            </a:extLst>
          </p:cNvPr>
          <p:cNvSpPr txBox="1">
            <a:spLocks noChangeArrowheads="1"/>
          </p:cNvSpPr>
          <p:nvPr/>
        </p:nvSpPr>
        <p:spPr bwMode="auto">
          <a:xfrm>
            <a:off x="0" y="5356225"/>
            <a:ext cx="9144000" cy="1160463"/>
          </a:xfrm>
          <a:prstGeom prst="rect">
            <a:avLst/>
          </a:prstGeom>
          <a:solidFill>
            <a:srgbClr val="D2D2F4"/>
          </a:solidFill>
          <a:ln w="38100">
            <a:no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20000"/>
              </a:spcBef>
            </a:pPr>
            <a:r>
              <a:rPr lang="zh-CN" altLang="en-US">
                <a:solidFill>
                  <a:schemeClr val="tx2"/>
                </a:solidFill>
                <a:sym typeface="+mn-lt"/>
              </a:rPr>
              <a:t>                  开始结点：</a:t>
            </a:r>
            <a:r>
              <a:rPr lang="en-US" altLang="zh-CN">
                <a:solidFill>
                  <a:schemeClr val="tx2"/>
                </a:solidFill>
                <a:sym typeface="+mn-lt"/>
              </a:rPr>
              <a:t>rear-&gt;next-&gt;next</a:t>
            </a:r>
          </a:p>
          <a:p>
            <a:pPr eaLnBrk="1" hangingPunct="1">
              <a:lnSpc>
                <a:spcPct val="100000"/>
              </a:lnSpc>
              <a:spcBef>
                <a:spcPct val="20000"/>
              </a:spcBef>
            </a:pPr>
            <a:r>
              <a:rPr lang="zh-CN" altLang="en-US">
                <a:solidFill>
                  <a:schemeClr val="tx2"/>
                </a:solidFill>
                <a:sym typeface="+mn-lt"/>
              </a:rPr>
              <a:t>                  终端结点：</a:t>
            </a:r>
            <a:r>
              <a:rPr lang="en-US" altLang="zh-CN">
                <a:solidFill>
                  <a:schemeClr val="tx2"/>
                </a:solidFill>
                <a:sym typeface="+mn-lt"/>
              </a:rPr>
              <a:t>rear</a:t>
            </a:r>
          </a:p>
        </p:txBody>
      </p:sp>
      <p:sp>
        <p:nvSpPr>
          <p:cNvPr id="124935" name="Text Box 6">
            <a:extLst>
              <a:ext uri="{FF2B5EF4-FFF2-40B4-BE49-F238E27FC236}">
                <a16:creationId xmlns:a16="http://schemas.microsoft.com/office/drawing/2014/main" id="{2C7DCD65-5828-4E80-9CCE-7FC9D3B6BEAA}"/>
              </a:ext>
            </a:extLst>
          </p:cNvPr>
          <p:cNvSpPr txBox="1">
            <a:spLocks noChangeArrowheads="1"/>
          </p:cNvSpPr>
          <p:nvPr/>
        </p:nvSpPr>
        <p:spPr bwMode="auto">
          <a:xfrm>
            <a:off x="414338" y="1357313"/>
            <a:ext cx="1152525" cy="585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sz="3200" b="1">
                <a:solidFill>
                  <a:srgbClr val="7030A0"/>
                </a:solidFill>
                <a:sym typeface="+mn-lt"/>
              </a:rPr>
              <a:t>说明</a:t>
            </a:r>
          </a:p>
        </p:txBody>
      </p:sp>
      <p:sp>
        <p:nvSpPr>
          <p:cNvPr id="37" name="Rectangle 4">
            <a:extLst>
              <a:ext uri="{FF2B5EF4-FFF2-40B4-BE49-F238E27FC236}">
                <a16:creationId xmlns:a16="http://schemas.microsoft.com/office/drawing/2014/main" id="{CAA91B42-542D-467C-BD15-1297E7839FA6}"/>
              </a:ext>
            </a:extLst>
          </p:cNvPr>
          <p:cNvSpPr>
            <a:spLocks noChangeArrowheads="1"/>
          </p:cNvSpPr>
          <p:nvPr/>
        </p:nvSpPr>
        <p:spPr bwMode="auto">
          <a:xfrm>
            <a:off x="889000" y="139700"/>
            <a:ext cx="71643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循环链表</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500"/>
                                        <p:tgtEl>
                                          <p:spTgt spid="4"/>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矩形 2">
            <a:extLst>
              <a:ext uri="{FF2B5EF4-FFF2-40B4-BE49-F238E27FC236}">
                <a16:creationId xmlns:a16="http://schemas.microsoft.com/office/drawing/2014/main" id="{F69976B2-73AD-FB4D-A35B-7FC3ED5943E7}"/>
              </a:ext>
            </a:extLst>
          </p:cNvPr>
          <p:cNvSpPr>
            <a:spLocks noChangeArrowheads="1"/>
          </p:cNvSpPr>
          <p:nvPr/>
        </p:nvSpPr>
        <p:spPr bwMode="auto">
          <a:xfrm>
            <a:off x="0" y="4335463"/>
            <a:ext cx="9144000" cy="2417762"/>
          </a:xfrm>
          <a:prstGeom prst="rect">
            <a:avLst/>
          </a:prstGeom>
          <a:solidFill>
            <a:srgbClr val="EBEBEB"/>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grpSp>
        <p:nvGrpSpPr>
          <p:cNvPr id="131075" name="Group 125">
            <a:extLst>
              <a:ext uri="{FF2B5EF4-FFF2-40B4-BE49-F238E27FC236}">
                <a16:creationId xmlns:a16="http://schemas.microsoft.com/office/drawing/2014/main" id="{9296B30C-2C3E-D249-A133-91EDE2371EE3}"/>
              </a:ext>
            </a:extLst>
          </p:cNvPr>
          <p:cNvGrpSpPr>
            <a:grpSpLocks/>
          </p:cNvGrpSpPr>
          <p:nvPr/>
        </p:nvGrpSpPr>
        <p:grpSpPr bwMode="auto">
          <a:xfrm>
            <a:off x="1670050" y="4584700"/>
            <a:ext cx="7129463" cy="2111375"/>
            <a:chOff x="644" y="2341"/>
            <a:chExt cx="4491" cy="1446"/>
          </a:xfrm>
        </p:grpSpPr>
        <p:sp>
          <p:nvSpPr>
            <p:cNvPr id="126016" name="Rectangle 63">
              <a:extLst>
                <a:ext uri="{FF2B5EF4-FFF2-40B4-BE49-F238E27FC236}">
                  <a16:creationId xmlns:a16="http://schemas.microsoft.com/office/drawing/2014/main" id="{E7D665C4-590C-4F4F-BE2C-27B6A4AAB318}"/>
                </a:ext>
              </a:extLst>
            </p:cNvPr>
            <p:cNvSpPr>
              <a:spLocks noChangeArrowheads="1"/>
            </p:cNvSpPr>
            <p:nvPr/>
          </p:nvSpPr>
          <p:spPr bwMode="auto">
            <a:xfrm>
              <a:off x="644" y="2341"/>
              <a:ext cx="4491" cy="1316"/>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solidFill>
                  <a:srgbClr val="FF0000"/>
                </a:solidFill>
                <a:latin typeface="+mn-lt"/>
                <a:ea typeface="+mn-ea"/>
                <a:cs typeface="+mn-ea"/>
                <a:sym typeface="+mn-lt"/>
              </a:endParaRPr>
            </a:p>
          </p:txBody>
        </p:sp>
        <p:grpSp>
          <p:nvGrpSpPr>
            <p:cNvPr id="131138" name="Group 64">
              <a:extLst>
                <a:ext uri="{FF2B5EF4-FFF2-40B4-BE49-F238E27FC236}">
                  <a16:creationId xmlns:a16="http://schemas.microsoft.com/office/drawing/2014/main" id="{F1AB79E3-F8D6-B441-9172-D4E00D27B461}"/>
                </a:ext>
              </a:extLst>
            </p:cNvPr>
            <p:cNvGrpSpPr>
              <a:grpSpLocks/>
            </p:cNvGrpSpPr>
            <p:nvPr/>
          </p:nvGrpSpPr>
          <p:grpSpPr bwMode="auto">
            <a:xfrm>
              <a:off x="851" y="2341"/>
              <a:ext cx="4132" cy="1446"/>
              <a:chOff x="851" y="981"/>
              <a:chExt cx="4132" cy="1446"/>
            </a:xfrm>
          </p:grpSpPr>
          <p:sp>
            <p:nvSpPr>
              <p:cNvPr id="126018" name="Rectangle 65">
                <a:extLst>
                  <a:ext uri="{FF2B5EF4-FFF2-40B4-BE49-F238E27FC236}">
                    <a16:creationId xmlns:a16="http://schemas.microsoft.com/office/drawing/2014/main" id="{7BF4CD5E-70D0-4DCA-8C6B-86161E019D62}"/>
                  </a:ext>
                </a:extLst>
              </p:cNvPr>
              <p:cNvSpPr>
                <a:spLocks noChangeArrowheads="1"/>
              </p:cNvSpPr>
              <p:nvPr/>
            </p:nvSpPr>
            <p:spPr bwMode="auto">
              <a:xfrm>
                <a:off x="2496" y="1125"/>
                <a:ext cx="499" cy="324"/>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grpSp>
            <p:nvGrpSpPr>
              <p:cNvPr id="131140" name="Group 66">
                <a:extLst>
                  <a:ext uri="{FF2B5EF4-FFF2-40B4-BE49-F238E27FC236}">
                    <a16:creationId xmlns:a16="http://schemas.microsoft.com/office/drawing/2014/main" id="{E3A8174D-7E36-F945-A9AC-BAB6216A8E71}"/>
                  </a:ext>
                </a:extLst>
              </p:cNvPr>
              <p:cNvGrpSpPr>
                <a:grpSpLocks/>
              </p:cNvGrpSpPr>
              <p:nvPr/>
            </p:nvGrpSpPr>
            <p:grpSpPr bwMode="auto">
              <a:xfrm flipH="1">
                <a:off x="4078" y="1346"/>
                <a:ext cx="528" cy="96"/>
                <a:chOff x="610" y="1588"/>
                <a:chExt cx="625" cy="96"/>
              </a:xfrm>
            </p:grpSpPr>
            <p:sp>
              <p:nvSpPr>
                <p:cNvPr id="126075" name="Line 67">
                  <a:extLst>
                    <a:ext uri="{FF2B5EF4-FFF2-40B4-BE49-F238E27FC236}">
                      <a16:creationId xmlns:a16="http://schemas.microsoft.com/office/drawing/2014/main" id="{FCAC026C-9278-48C5-8450-DBFCD73CDAD5}"/>
                    </a:ext>
                  </a:extLst>
                </p:cNvPr>
                <p:cNvSpPr>
                  <a:spLocks noChangeShapeType="1"/>
                </p:cNvSpPr>
                <p:nvPr/>
              </p:nvSpPr>
              <p:spPr bwMode="auto">
                <a:xfrm>
                  <a:off x="610" y="1588"/>
                  <a:ext cx="336" cy="0"/>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76" name="Freeform 68">
                  <a:extLst>
                    <a:ext uri="{FF2B5EF4-FFF2-40B4-BE49-F238E27FC236}">
                      <a16:creationId xmlns:a16="http://schemas.microsoft.com/office/drawing/2014/main" id="{093C2594-28C3-4EC4-B035-C65994DB3406}"/>
                    </a:ext>
                  </a:extLst>
                </p:cNvPr>
                <p:cNvSpPr>
                  <a:spLocks noChangeArrowheads="1"/>
                </p:cNvSpPr>
                <p:nvPr/>
              </p:nvSpPr>
              <p:spPr bwMode="auto">
                <a:xfrm rot="2794506">
                  <a:off x="888" y="1546"/>
                  <a:ext cx="3" cy="179"/>
                </a:xfrm>
                <a:custGeom>
                  <a:avLst/>
                  <a:gdLst>
                    <a:gd name="T0" fmla="*/ 3 w 3"/>
                    <a:gd name="T1" fmla="*/ 0 h 177"/>
                    <a:gd name="T2" fmla="*/ 0 w 3"/>
                    <a:gd name="T3" fmla="*/ 177 h 177"/>
                    <a:gd name="T4" fmla="*/ 0 60000 65536"/>
                    <a:gd name="T5" fmla="*/ 0 60000 65536"/>
                  </a:gdLst>
                  <a:ahLst/>
                  <a:cxnLst>
                    <a:cxn ang="T4">
                      <a:pos x="T0" y="T1"/>
                    </a:cxn>
                    <a:cxn ang="T5">
                      <a:pos x="T2" y="T3"/>
                    </a:cxn>
                  </a:cxnLst>
                  <a:rect l="0" t="0" r="r" b="b"/>
                  <a:pathLst>
                    <a:path w="3" h="177">
                      <a:moveTo>
                        <a:pt x="3" y="0"/>
                      </a:moveTo>
                      <a:cubicBezTo>
                        <a:pt x="3" y="29"/>
                        <a:pt x="1" y="140"/>
                        <a:pt x="0" y="177"/>
                      </a:cubicBezTo>
                    </a:path>
                  </a:pathLst>
                </a:custGeom>
                <a:noFill/>
                <a:ln w="38100" cap="rnd">
                  <a:solidFill>
                    <a:srgbClr val="FF33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6077" name="Line 69">
                  <a:extLst>
                    <a:ext uri="{FF2B5EF4-FFF2-40B4-BE49-F238E27FC236}">
                      <a16:creationId xmlns:a16="http://schemas.microsoft.com/office/drawing/2014/main" id="{D5C95F11-883E-4910-9433-8F6CE24D360A}"/>
                    </a:ext>
                  </a:extLst>
                </p:cNvPr>
                <p:cNvSpPr>
                  <a:spLocks noChangeShapeType="1"/>
                </p:cNvSpPr>
                <p:nvPr/>
              </p:nvSpPr>
              <p:spPr bwMode="auto">
                <a:xfrm>
                  <a:off x="851" y="1684"/>
                  <a:ext cx="384"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126020" name="Text Box 70">
                <a:extLst>
                  <a:ext uri="{FF2B5EF4-FFF2-40B4-BE49-F238E27FC236}">
                    <a16:creationId xmlns:a16="http://schemas.microsoft.com/office/drawing/2014/main" id="{5816A334-3657-43B6-814F-0D37F5A5432C}"/>
                  </a:ext>
                </a:extLst>
              </p:cNvPr>
              <p:cNvSpPr txBox="1">
                <a:spLocks noChangeArrowheads="1"/>
              </p:cNvSpPr>
              <p:nvPr/>
            </p:nvSpPr>
            <p:spPr bwMode="auto">
              <a:xfrm>
                <a:off x="4551" y="1192"/>
                <a:ext cx="432" cy="3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Ta</a:t>
                </a:r>
              </a:p>
            </p:txBody>
          </p:sp>
          <p:sp>
            <p:nvSpPr>
              <p:cNvPr id="126021" name="Rectangle 71">
                <a:extLst>
                  <a:ext uri="{FF2B5EF4-FFF2-40B4-BE49-F238E27FC236}">
                    <a16:creationId xmlns:a16="http://schemas.microsoft.com/office/drawing/2014/main" id="{7F4FC6CB-5FCB-4DD0-B641-4EACD0E2C04A}"/>
                  </a:ext>
                </a:extLst>
              </p:cNvPr>
              <p:cNvSpPr>
                <a:spLocks noChangeArrowheads="1"/>
              </p:cNvSpPr>
              <p:nvPr/>
            </p:nvSpPr>
            <p:spPr bwMode="auto">
              <a:xfrm>
                <a:off x="3523" y="1125"/>
                <a:ext cx="500" cy="324"/>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6022" name="Line 72">
                <a:extLst>
                  <a:ext uri="{FF2B5EF4-FFF2-40B4-BE49-F238E27FC236}">
                    <a16:creationId xmlns:a16="http://schemas.microsoft.com/office/drawing/2014/main" id="{6B23D204-BD95-4176-92FB-D95476685C00}"/>
                  </a:ext>
                </a:extLst>
              </p:cNvPr>
              <p:cNvSpPr>
                <a:spLocks noChangeShapeType="1"/>
              </p:cNvSpPr>
              <p:nvPr/>
            </p:nvSpPr>
            <p:spPr bwMode="auto">
              <a:xfrm>
                <a:off x="3773" y="1125"/>
                <a:ext cx="1" cy="336"/>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23" name="Line 73">
                <a:extLst>
                  <a:ext uri="{FF2B5EF4-FFF2-40B4-BE49-F238E27FC236}">
                    <a16:creationId xmlns:a16="http://schemas.microsoft.com/office/drawing/2014/main" id="{14B2FDED-7039-404F-9CE6-4D3939D730C1}"/>
                  </a:ext>
                </a:extLst>
              </p:cNvPr>
              <p:cNvSpPr>
                <a:spLocks noChangeShapeType="1"/>
              </p:cNvSpPr>
              <p:nvPr/>
            </p:nvSpPr>
            <p:spPr bwMode="auto">
              <a:xfrm>
                <a:off x="2727" y="1125"/>
                <a:ext cx="0" cy="324"/>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24" name="Line 74">
                <a:extLst>
                  <a:ext uri="{FF2B5EF4-FFF2-40B4-BE49-F238E27FC236}">
                    <a16:creationId xmlns:a16="http://schemas.microsoft.com/office/drawing/2014/main" id="{EB13EB59-2BD9-4940-8577-9F6DD228FC54}"/>
                  </a:ext>
                </a:extLst>
              </p:cNvPr>
              <p:cNvSpPr>
                <a:spLocks noChangeShapeType="1"/>
              </p:cNvSpPr>
              <p:nvPr/>
            </p:nvSpPr>
            <p:spPr bwMode="auto">
              <a:xfrm>
                <a:off x="2889" y="1317"/>
                <a:ext cx="249"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25" name="Rectangle 75">
                <a:extLst>
                  <a:ext uri="{FF2B5EF4-FFF2-40B4-BE49-F238E27FC236}">
                    <a16:creationId xmlns:a16="http://schemas.microsoft.com/office/drawing/2014/main" id="{2018C137-E33B-4AA9-BD37-EDB6BFF85881}"/>
                  </a:ext>
                </a:extLst>
              </p:cNvPr>
              <p:cNvSpPr>
                <a:spLocks noChangeArrowheads="1"/>
              </p:cNvSpPr>
              <p:nvPr/>
            </p:nvSpPr>
            <p:spPr bwMode="auto">
              <a:xfrm>
                <a:off x="1854" y="1125"/>
                <a:ext cx="499" cy="324"/>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6026" name="Line 76">
                <a:extLst>
                  <a:ext uri="{FF2B5EF4-FFF2-40B4-BE49-F238E27FC236}">
                    <a16:creationId xmlns:a16="http://schemas.microsoft.com/office/drawing/2014/main" id="{EF13AF0F-2E55-48CF-A258-8C7C74F89BCE}"/>
                  </a:ext>
                </a:extLst>
              </p:cNvPr>
              <p:cNvSpPr>
                <a:spLocks noChangeShapeType="1"/>
              </p:cNvSpPr>
              <p:nvPr/>
            </p:nvSpPr>
            <p:spPr bwMode="auto">
              <a:xfrm>
                <a:off x="2104" y="1125"/>
                <a:ext cx="0" cy="324"/>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27" name="Line 77">
                <a:extLst>
                  <a:ext uri="{FF2B5EF4-FFF2-40B4-BE49-F238E27FC236}">
                    <a16:creationId xmlns:a16="http://schemas.microsoft.com/office/drawing/2014/main" id="{9AD7920A-8A95-47D2-AEEC-9D89A0BA406F}"/>
                  </a:ext>
                </a:extLst>
              </p:cNvPr>
              <p:cNvSpPr>
                <a:spLocks noChangeShapeType="1"/>
              </p:cNvSpPr>
              <p:nvPr/>
            </p:nvSpPr>
            <p:spPr bwMode="auto">
              <a:xfrm>
                <a:off x="2246" y="1317"/>
                <a:ext cx="250"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28" name="Line 78">
                <a:extLst>
                  <a:ext uri="{FF2B5EF4-FFF2-40B4-BE49-F238E27FC236}">
                    <a16:creationId xmlns:a16="http://schemas.microsoft.com/office/drawing/2014/main" id="{8472EE8F-D2CE-4F8E-84EA-3EC36A16C4F7}"/>
                  </a:ext>
                </a:extLst>
              </p:cNvPr>
              <p:cNvSpPr>
                <a:spLocks noChangeShapeType="1"/>
              </p:cNvSpPr>
              <p:nvPr/>
            </p:nvSpPr>
            <p:spPr bwMode="auto">
              <a:xfrm>
                <a:off x="3345" y="1317"/>
                <a:ext cx="178" cy="1"/>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29" name="Line 79">
                <a:extLst>
                  <a:ext uri="{FF2B5EF4-FFF2-40B4-BE49-F238E27FC236}">
                    <a16:creationId xmlns:a16="http://schemas.microsoft.com/office/drawing/2014/main" id="{97AA4D13-C016-47FA-931E-166F624203DD}"/>
                  </a:ext>
                </a:extLst>
              </p:cNvPr>
              <p:cNvSpPr>
                <a:spLocks noChangeShapeType="1"/>
              </p:cNvSpPr>
              <p:nvPr/>
            </p:nvSpPr>
            <p:spPr bwMode="auto">
              <a:xfrm>
                <a:off x="3175" y="1317"/>
                <a:ext cx="141" cy="0"/>
              </a:xfrm>
              <a:prstGeom prst="line">
                <a:avLst/>
              </a:prstGeom>
              <a:noFill/>
              <a:ln w="28575">
                <a:solidFill>
                  <a:srgbClr val="FF0000"/>
                </a:solidFill>
                <a:prstDash val="sysDot"/>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30" name="Rectangle 80">
                <a:extLst>
                  <a:ext uri="{FF2B5EF4-FFF2-40B4-BE49-F238E27FC236}">
                    <a16:creationId xmlns:a16="http://schemas.microsoft.com/office/drawing/2014/main" id="{77610B90-5326-40D3-9B90-892FE48EEC93}"/>
                  </a:ext>
                </a:extLst>
              </p:cNvPr>
              <p:cNvSpPr>
                <a:spLocks noChangeArrowheads="1"/>
              </p:cNvSpPr>
              <p:nvPr/>
            </p:nvSpPr>
            <p:spPr bwMode="auto">
              <a:xfrm>
                <a:off x="1187" y="1125"/>
                <a:ext cx="499" cy="324"/>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6031" name="Line 81">
                <a:extLst>
                  <a:ext uri="{FF2B5EF4-FFF2-40B4-BE49-F238E27FC236}">
                    <a16:creationId xmlns:a16="http://schemas.microsoft.com/office/drawing/2014/main" id="{6BA6F831-2746-475D-9E4E-4AAC6DBEC26B}"/>
                  </a:ext>
                </a:extLst>
              </p:cNvPr>
              <p:cNvSpPr>
                <a:spLocks noChangeShapeType="1"/>
              </p:cNvSpPr>
              <p:nvPr/>
            </p:nvSpPr>
            <p:spPr bwMode="auto">
              <a:xfrm>
                <a:off x="1436" y="1125"/>
                <a:ext cx="0" cy="324"/>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32" name="Line 82">
                <a:extLst>
                  <a:ext uri="{FF2B5EF4-FFF2-40B4-BE49-F238E27FC236}">
                    <a16:creationId xmlns:a16="http://schemas.microsoft.com/office/drawing/2014/main" id="{1C7A2FEA-69C5-4FE0-8ED4-EB3EF6E9290F}"/>
                  </a:ext>
                </a:extLst>
              </p:cNvPr>
              <p:cNvSpPr>
                <a:spLocks noChangeShapeType="1"/>
              </p:cNvSpPr>
              <p:nvPr/>
            </p:nvSpPr>
            <p:spPr bwMode="auto">
              <a:xfrm>
                <a:off x="1579" y="1317"/>
                <a:ext cx="249"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33" name="Line 83">
                <a:extLst>
                  <a:ext uri="{FF2B5EF4-FFF2-40B4-BE49-F238E27FC236}">
                    <a16:creationId xmlns:a16="http://schemas.microsoft.com/office/drawing/2014/main" id="{EDAE5CD9-50C5-4749-9DB6-E16859109D84}"/>
                  </a:ext>
                </a:extLst>
              </p:cNvPr>
              <p:cNvSpPr>
                <a:spLocks noChangeShapeType="1"/>
              </p:cNvSpPr>
              <p:nvPr/>
            </p:nvSpPr>
            <p:spPr bwMode="auto">
              <a:xfrm flipH="1">
                <a:off x="1187" y="1125"/>
                <a:ext cx="125" cy="192"/>
              </a:xfrm>
              <a:prstGeom prst="line">
                <a:avLst/>
              </a:prstGeom>
              <a:noFill/>
              <a:ln w="127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34" name="Line 84">
                <a:extLst>
                  <a:ext uri="{FF2B5EF4-FFF2-40B4-BE49-F238E27FC236}">
                    <a16:creationId xmlns:a16="http://schemas.microsoft.com/office/drawing/2014/main" id="{81257AFF-755D-4E06-8597-F313BD1B3292}"/>
                  </a:ext>
                </a:extLst>
              </p:cNvPr>
              <p:cNvSpPr>
                <a:spLocks noChangeShapeType="1"/>
              </p:cNvSpPr>
              <p:nvPr/>
            </p:nvSpPr>
            <p:spPr bwMode="auto">
              <a:xfrm flipH="1">
                <a:off x="1228" y="1125"/>
                <a:ext cx="209" cy="336"/>
              </a:xfrm>
              <a:prstGeom prst="line">
                <a:avLst/>
              </a:prstGeom>
              <a:noFill/>
              <a:ln w="127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35" name="Line 85">
                <a:extLst>
                  <a:ext uri="{FF2B5EF4-FFF2-40B4-BE49-F238E27FC236}">
                    <a16:creationId xmlns:a16="http://schemas.microsoft.com/office/drawing/2014/main" id="{DD89653D-9525-4DF1-BFB4-C8D62C6EB6B3}"/>
                  </a:ext>
                </a:extLst>
              </p:cNvPr>
              <p:cNvSpPr>
                <a:spLocks noChangeShapeType="1"/>
              </p:cNvSpPr>
              <p:nvPr/>
            </p:nvSpPr>
            <p:spPr bwMode="auto">
              <a:xfrm flipH="1">
                <a:off x="1312" y="1317"/>
                <a:ext cx="125" cy="144"/>
              </a:xfrm>
              <a:prstGeom prst="line">
                <a:avLst/>
              </a:prstGeom>
              <a:noFill/>
              <a:ln w="127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36" name="Line 86">
                <a:extLst>
                  <a:ext uri="{FF2B5EF4-FFF2-40B4-BE49-F238E27FC236}">
                    <a16:creationId xmlns:a16="http://schemas.microsoft.com/office/drawing/2014/main" id="{D45CCE4C-6021-4E32-8305-743AAC5823CE}"/>
                  </a:ext>
                </a:extLst>
              </p:cNvPr>
              <p:cNvSpPr>
                <a:spLocks noChangeShapeType="1"/>
              </p:cNvSpPr>
              <p:nvPr/>
            </p:nvSpPr>
            <p:spPr bwMode="auto">
              <a:xfrm>
                <a:off x="855" y="981"/>
                <a:ext cx="3401" cy="0"/>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31158" name="Group 87">
                <a:extLst>
                  <a:ext uri="{FF2B5EF4-FFF2-40B4-BE49-F238E27FC236}">
                    <a16:creationId xmlns:a16="http://schemas.microsoft.com/office/drawing/2014/main" id="{DD16FC70-F14B-644C-A7F8-9BA898A5CD53}"/>
                  </a:ext>
                </a:extLst>
              </p:cNvPr>
              <p:cNvGrpSpPr>
                <a:grpSpLocks/>
              </p:cNvGrpSpPr>
              <p:nvPr/>
            </p:nvGrpSpPr>
            <p:grpSpPr bwMode="auto">
              <a:xfrm>
                <a:off x="851" y="1769"/>
                <a:ext cx="336" cy="240"/>
                <a:chOff x="668" y="4095"/>
                <a:chExt cx="336" cy="240"/>
              </a:xfrm>
            </p:grpSpPr>
            <p:sp>
              <p:nvSpPr>
                <p:cNvPr id="126073" name="Line 88">
                  <a:extLst>
                    <a:ext uri="{FF2B5EF4-FFF2-40B4-BE49-F238E27FC236}">
                      <a16:creationId xmlns:a16="http://schemas.microsoft.com/office/drawing/2014/main" id="{C7825BB1-9EEB-4A57-8A88-E37CCFB4DB41}"/>
                    </a:ext>
                  </a:extLst>
                </p:cNvPr>
                <p:cNvSpPr>
                  <a:spLocks noChangeShapeType="1"/>
                </p:cNvSpPr>
                <p:nvPr/>
              </p:nvSpPr>
              <p:spPr bwMode="auto">
                <a:xfrm>
                  <a:off x="668" y="4341"/>
                  <a:ext cx="336"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74" name="Line 89">
                  <a:extLst>
                    <a:ext uri="{FF2B5EF4-FFF2-40B4-BE49-F238E27FC236}">
                      <a16:creationId xmlns:a16="http://schemas.microsoft.com/office/drawing/2014/main" id="{08D7ADAC-D379-4524-808B-61A214C25C17}"/>
                    </a:ext>
                  </a:extLst>
                </p:cNvPr>
                <p:cNvSpPr>
                  <a:spLocks noChangeShapeType="1"/>
                </p:cNvSpPr>
                <p:nvPr/>
              </p:nvSpPr>
              <p:spPr bwMode="auto">
                <a:xfrm>
                  <a:off x="668" y="4095"/>
                  <a:ext cx="0" cy="240"/>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31159" name="Group 90">
                <a:extLst>
                  <a:ext uri="{FF2B5EF4-FFF2-40B4-BE49-F238E27FC236}">
                    <a16:creationId xmlns:a16="http://schemas.microsoft.com/office/drawing/2014/main" id="{39E7BC03-BD76-0442-BFCD-01E2BF73C5E5}"/>
                  </a:ext>
                </a:extLst>
              </p:cNvPr>
              <p:cNvGrpSpPr>
                <a:grpSpLocks/>
              </p:cNvGrpSpPr>
              <p:nvPr/>
            </p:nvGrpSpPr>
            <p:grpSpPr bwMode="auto">
              <a:xfrm>
                <a:off x="3927" y="981"/>
                <a:ext cx="336" cy="288"/>
                <a:chOff x="3744" y="2496"/>
                <a:chExt cx="336" cy="288"/>
              </a:xfrm>
            </p:grpSpPr>
            <p:sp>
              <p:nvSpPr>
                <p:cNvPr id="126071" name="Line 91">
                  <a:extLst>
                    <a:ext uri="{FF2B5EF4-FFF2-40B4-BE49-F238E27FC236}">
                      <a16:creationId xmlns:a16="http://schemas.microsoft.com/office/drawing/2014/main" id="{B2EA1C0C-9C30-4669-ABEA-F61EC61FDACC}"/>
                    </a:ext>
                  </a:extLst>
                </p:cNvPr>
                <p:cNvSpPr>
                  <a:spLocks noChangeShapeType="1"/>
                </p:cNvSpPr>
                <p:nvPr/>
              </p:nvSpPr>
              <p:spPr bwMode="auto">
                <a:xfrm>
                  <a:off x="4069" y="2496"/>
                  <a:ext cx="0" cy="288"/>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72" name="Line 92">
                  <a:extLst>
                    <a:ext uri="{FF2B5EF4-FFF2-40B4-BE49-F238E27FC236}">
                      <a16:creationId xmlns:a16="http://schemas.microsoft.com/office/drawing/2014/main" id="{3E27AD90-0B7A-4CC4-8183-0C3CF342B8D9}"/>
                    </a:ext>
                  </a:extLst>
                </p:cNvPr>
                <p:cNvSpPr>
                  <a:spLocks noChangeShapeType="1"/>
                </p:cNvSpPr>
                <p:nvPr/>
              </p:nvSpPr>
              <p:spPr bwMode="auto">
                <a:xfrm>
                  <a:off x="3744" y="2784"/>
                  <a:ext cx="336" cy="0"/>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126039" name="Text Box 93">
                <a:extLst>
                  <a:ext uri="{FF2B5EF4-FFF2-40B4-BE49-F238E27FC236}">
                    <a16:creationId xmlns:a16="http://schemas.microsoft.com/office/drawing/2014/main" id="{86295737-6FDA-4214-9C0F-524279166C30}"/>
                  </a:ext>
                </a:extLst>
              </p:cNvPr>
              <p:cNvSpPr txBox="1">
                <a:spLocks noChangeArrowheads="1"/>
              </p:cNvSpPr>
              <p:nvPr/>
            </p:nvSpPr>
            <p:spPr bwMode="auto">
              <a:xfrm>
                <a:off x="1863" y="1125"/>
                <a:ext cx="288" cy="3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a</a:t>
                </a:r>
                <a:r>
                  <a:rPr lang="en-US" altLang="zh-CN" sz="1600" b="1">
                    <a:solidFill>
                      <a:srgbClr val="FF0000"/>
                    </a:solidFill>
                    <a:latin typeface="+mn-lt"/>
                    <a:ea typeface="+mn-ea"/>
                    <a:cs typeface="+mn-ea"/>
                    <a:sym typeface="+mn-lt"/>
                  </a:rPr>
                  <a:t>1</a:t>
                </a:r>
                <a:endParaRPr lang="zh-CN" altLang="en-US" sz="1600" b="1">
                  <a:solidFill>
                    <a:srgbClr val="FF0000"/>
                  </a:solidFill>
                  <a:latin typeface="+mn-lt"/>
                  <a:ea typeface="+mn-ea"/>
                  <a:cs typeface="+mn-ea"/>
                  <a:sym typeface="+mn-lt"/>
                </a:endParaRPr>
              </a:p>
            </p:txBody>
          </p:sp>
          <p:sp>
            <p:nvSpPr>
              <p:cNvPr id="126040" name="Text Box 94">
                <a:extLst>
                  <a:ext uri="{FF2B5EF4-FFF2-40B4-BE49-F238E27FC236}">
                    <a16:creationId xmlns:a16="http://schemas.microsoft.com/office/drawing/2014/main" id="{2340CEA2-E142-4A32-9B58-C292E4534842}"/>
                  </a:ext>
                </a:extLst>
              </p:cNvPr>
              <p:cNvSpPr txBox="1">
                <a:spLocks noChangeArrowheads="1"/>
              </p:cNvSpPr>
              <p:nvPr/>
            </p:nvSpPr>
            <p:spPr bwMode="auto">
              <a:xfrm>
                <a:off x="3495" y="1125"/>
                <a:ext cx="288" cy="3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a</a:t>
                </a:r>
                <a:r>
                  <a:rPr lang="en-US" altLang="zh-CN" sz="1600" b="1">
                    <a:solidFill>
                      <a:srgbClr val="FF0000"/>
                    </a:solidFill>
                    <a:latin typeface="+mn-lt"/>
                    <a:ea typeface="+mn-ea"/>
                    <a:cs typeface="+mn-ea"/>
                    <a:sym typeface="+mn-lt"/>
                  </a:rPr>
                  <a:t>n</a:t>
                </a:r>
                <a:endParaRPr lang="zh-CN" altLang="en-US" sz="1600" b="1">
                  <a:solidFill>
                    <a:srgbClr val="FF0000"/>
                  </a:solidFill>
                  <a:latin typeface="+mn-lt"/>
                  <a:ea typeface="+mn-ea"/>
                  <a:cs typeface="+mn-ea"/>
                  <a:sym typeface="+mn-lt"/>
                </a:endParaRPr>
              </a:p>
            </p:txBody>
          </p:sp>
          <p:sp>
            <p:nvSpPr>
              <p:cNvPr id="126041" name="Rectangle 95">
                <a:extLst>
                  <a:ext uri="{FF2B5EF4-FFF2-40B4-BE49-F238E27FC236}">
                    <a16:creationId xmlns:a16="http://schemas.microsoft.com/office/drawing/2014/main" id="{28D004E0-C394-4EEB-9F2D-FE6DC99DF56E}"/>
                  </a:ext>
                </a:extLst>
              </p:cNvPr>
              <p:cNvSpPr>
                <a:spLocks noChangeArrowheads="1"/>
              </p:cNvSpPr>
              <p:nvPr/>
            </p:nvSpPr>
            <p:spPr bwMode="auto">
              <a:xfrm>
                <a:off x="2496" y="1942"/>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grpSp>
            <p:nvGrpSpPr>
              <p:cNvPr id="131163" name="Group 96">
                <a:extLst>
                  <a:ext uri="{FF2B5EF4-FFF2-40B4-BE49-F238E27FC236}">
                    <a16:creationId xmlns:a16="http://schemas.microsoft.com/office/drawing/2014/main" id="{194724F4-15DF-694C-92AA-8F8471D49C38}"/>
                  </a:ext>
                </a:extLst>
              </p:cNvPr>
              <p:cNvGrpSpPr>
                <a:grpSpLocks/>
              </p:cNvGrpSpPr>
              <p:nvPr/>
            </p:nvGrpSpPr>
            <p:grpSpPr bwMode="auto">
              <a:xfrm flipH="1">
                <a:off x="4004" y="2138"/>
                <a:ext cx="528" cy="96"/>
                <a:chOff x="697" y="1563"/>
                <a:chExt cx="624" cy="96"/>
              </a:xfrm>
            </p:grpSpPr>
            <p:sp>
              <p:nvSpPr>
                <p:cNvPr id="126068" name="Line 97">
                  <a:extLst>
                    <a:ext uri="{FF2B5EF4-FFF2-40B4-BE49-F238E27FC236}">
                      <a16:creationId xmlns:a16="http://schemas.microsoft.com/office/drawing/2014/main" id="{76EA508E-C877-4D32-AE39-8AE5A403EE67}"/>
                    </a:ext>
                  </a:extLst>
                </p:cNvPr>
                <p:cNvSpPr>
                  <a:spLocks noChangeShapeType="1"/>
                </p:cNvSpPr>
                <p:nvPr/>
              </p:nvSpPr>
              <p:spPr bwMode="auto">
                <a:xfrm>
                  <a:off x="697" y="1563"/>
                  <a:ext cx="336" cy="0"/>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69" name="Freeform 98">
                  <a:extLst>
                    <a:ext uri="{FF2B5EF4-FFF2-40B4-BE49-F238E27FC236}">
                      <a16:creationId xmlns:a16="http://schemas.microsoft.com/office/drawing/2014/main" id="{AC410E06-CAF2-486F-9783-7D0563436D97}"/>
                    </a:ext>
                  </a:extLst>
                </p:cNvPr>
                <p:cNvSpPr>
                  <a:spLocks noChangeArrowheads="1"/>
                </p:cNvSpPr>
                <p:nvPr/>
              </p:nvSpPr>
              <p:spPr bwMode="auto">
                <a:xfrm rot="2794506">
                  <a:off x="975" y="1518"/>
                  <a:ext cx="2" cy="177"/>
                </a:xfrm>
                <a:custGeom>
                  <a:avLst/>
                  <a:gdLst>
                    <a:gd name="T0" fmla="*/ 3 w 3"/>
                    <a:gd name="T1" fmla="*/ 0 h 177"/>
                    <a:gd name="T2" fmla="*/ 0 w 3"/>
                    <a:gd name="T3" fmla="*/ 177 h 177"/>
                    <a:gd name="T4" fmla="*/ 0 60000 65536"/>
                    <a:gd name="T5" fmla="*/ 0 60000 65536"/>
                  </a:gdLst>
                  <a:ahLst/>
                  <a:cxnLst>
                    <a:cxn ang="T4">
                      <a:pos x="T0" y="T1"/>
                    </a:cxn>
                    <a:cxn ang="T5">
                      <a:pos x="T2" y="T3"/>
                    </a:cxn>
                  </a:cxnLst>
                  <a:rect l="0" t="0" r="r" b="b"/>
                  <a:pathLst>
                    <a:path w="3" h="177">
                      <a:moveTo>
                        <a:pt x="3" y="0"/>
                      </a:moveTo>
                      <a:cubicBezTo>
                        <a:pt x="3" y="29"/>
                        <a:pt x="1" y="140"/>
                        <a:pt x="0" y="177"/>
                      </a:cubicBezTo>
                    </a:path>
                  </a:pathLst>
                </a:custGeom>
                <a:noFill/>
                <a:ln w="38100" cap="rnd">
                  <a:solidFill>
                    <a:srgbClr val="FF33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6070" name="Line 99">
                  <a:extLst>
                    <a:ext uri="{FF2B5EF4-FFF2-40B4-BE49-F238E27FC236}">
                      <a16:creationId xmlns:a16="http://schemas.microsoft.com/office/drawing/2014/main" id="{17A92900-4943-4D59-9090-553CAA651F46}"/>
                    </a:ext>
                  </a:extLst>
                </p:cNvPr>
                <p:cNvSpPr>
                  <a:spLocks noChangeShapeType="1"/>
                </p:cNvSpPr>
                <p:nvPr/>
              </p:nvSpPr>
              <p:spPr bwMode="auto">
                <a:xfrm>
                  <a:off x="937" y="1653"/>
                  <a:ext cx="384"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126043" name="Text Box 100">
                <a:extLst>
                  <a:ext uri="{FF2B5EF4-FFF2-40B4-BE49-F238E27FC236}">
                    <a16:creationId xmlns:a16="http://schemas.microsoft.com/office/drawing/2014/main" id="{A130EA79-6FE9-45C5-BF29-89D742C38506}"/>
                  </a:ext>
                </a:extLst>
              </p:cNvPr>
              <p:cNvSpPr txBox="1">
                <a:spLocks noChangeArrowheads="1"/>
              </p:cNvSpPr>
              <p:nvPr/>
            </p:nvSpPr>
            <p:spPr bwMode="auto">
              <a:xfrm>
                <a:off x="4551" y="2010"/>
                <a:ext cx="432" cy="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Tb</a:t>
                </a:r>
              </a:p>
            </p:txBody>
          </p:sp>
          <p:sp>
            <p:nvSpPr>
              <p:cNvPr id="126044" name="Rectangle 101">
                <a:extLst>
                  <a:ext uri="{FF2B5EF4-FFF2-40B4-BE49-F238E27FC236}">
                    <a16:creationId xmlns:a16="http://schemas.microsoft.com/office/drawing/2014/main" id="{29E381EB-C58A-42F0-95F7-2708CEF341A7}"/>
                  </a:ext>
                </a:extLst>
              </p:cNvPr>
              <p:cNvSpPr>
                <a:spLocks noChangeArrowheads="1"/>
              </p:cNvSpPr>
              <p:nvPr/>
            </p:nvSpPr>
            <p:spPr bwMode="auto">
              <a:xfrm>
                <a:off x="3523" y="1942"/>
                <a:ext cx="500"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6045" name="Line 102">
                <a:extLst>
                  <a:ext uri="{FF2B5EF4-FFF2-40B4-BE49-F238E27FC236}">
                    <a16:creationId xmlns:a16="http://schemas.microsoft.com/office/drawing/2014/main" id="{2F676C1C-FEF3-4655-A1EB-341B07746E3A}"/>
                  </a:ext>
                </a:extLst>
              </p:cNvPr>
              <p:cNvSpPr>
                <a:spLocks noChangeShapeType="1"/>
              </p:cNvSpPr>
              <p:nvPr/>
            </p:nvSpPr>
            <p:spPr bwMode="auto">
              <a:xfrm>
                <a:off x="3773" y="1942"/>
                <a:ext cx="1" cy="336"/>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46" name="Line 103">
                <a:extLst>
                  <a:ext uri="{FF2B5EF4-FFF2-40B4-BE49-F238E27FC236}">
                    <a16:creationId xmlns:a16="http://schemas.microsoft.com/office/drawing/2014/main" id="{79F63312-6F7D-4DC8-9FAE-96987D312A41}"/>
                  </a:ext>
                </a:extLst>
              </p:cNvPr>
              <p:cNvSpPr>
                <a:spLocks noChangeShapeType="1"/>
              </p:cNvSpPr>
              <p:nvPr/>
            </p:nvSpPr>
            <p:spPr bwMode="auto">
              <a:xfrm>
                <a:off x="2727" y="1942"/>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47" name="Line 104">
                <a:extLst>
                  <a:ext uri="{FF2B5EF4-FFF2-40B4-BE49-F238E27FC236}">
                    <a16:creationId xmlns:a16="http://schemas.microsoft.com/office/drawing/2014/main" id="{C42F00DC-FC44-4339-8D0C-0AEFCE247D6B}"/>
                  </a:ext>
                </a:extLst>
              </p:cNvPr>
              <p:cNvSpPr>
                <a:spLocks noChangeShapeType="1"/>
              </p:cNvSpPr>
              <p:nvPr/>
            </p:nvSpPr>
            <p:spPr bwMode="auto">
              <a:xfrm>
                <a:off x="2889" y="2135"/>
                <a:ext cx="249"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48" name="Rectangle 105">
                <a:extLst>
                  <a:ext uri="{FF2B5EF4-FFF2-40B4-BE49-F238E27FC236}">
                    <a16:creationId xmlns:a16="http://schemas.microsoft.com/office/drawing/2014/main" id="{8246A4BB-C65E-48E3-8761-36127A4CE077}"/>
                  </a:ext>
                </a:extLst>
              </p:cNvPr>
              <p:cNvSpPr>
                <a:spLocks noChangeArrowheads="1"/>
              </p:cNvSpPr>
              <p:nvPr/>
            </p:nvSpPr>
            <p:spPr bwMode="auto">
              <a:xfrm>
                <a:off x="1854" y="1942"/>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6049" name="Line 106">
                <a:extLst>
                  <a:ext uri="{FF2B5EF4-FFF2-40B4-BE49-F238E27FC236}">
                    <a16:creationId xmlns:a16="http://schemas.microsoft.com/office/drawing/2014/main" id="{EDCA8FE9-1FD8-4099-801B-173BDF2C52B5}"/>
                  </a:ext>
                </a:extLst>
              </p:cNvPr>
              <p:cNvSpPr>
                <a:spLocks noChangeShapeType="1"/>
              </p:cNvSpPr>
              <p:nvPr/>
            </p:nvSpPr>
            <p:spPr bwMode="auto">
              <a:xfrm>
                <a:off x="2104" y="1942"/>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50" name="Line 107">
                <a:extLst>
                  <a:ext uri="{FF2B5EF4-FFF2-40B4-BE49-F238E27FC236}">
                    <a16:creationId xmlns:a16="http://schemas.microsoft.com/office/drawing/2014/main" id="{DA77BDAE-05C1-46D3-B21D-AF02115508C5}"/>
                  </a:ext>
                </a:extLst>
              </p:cNvPr>
              <p:cNvSpPr>
                <a:spLocks noChangeShapeType="1"/>
              </p:cNvSpPr>
              <p:nvPr/>
            </p:nvSpPr>
            <p:spPr bwMode="auto">
              <a:xfrm>
                <a:off x="2246" y="2135"/>
                <a:ext cx="250"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51" name="Line 108">
                <a:extLst>
                  <a:ext uri="{FF2B5EF4-FFF2-40B4-BE49-F238E27FC236}">
                    <a16:creationId xmlns:a16="http://schemas.microsoft.com/office/drawing/2014/main" id="{9B545961-B5AD-43C3-AC5F-51A45D86E8D0}"/>
                  </a:ext>
                </a:extLst>
              </p:cNvPr>
              <p:cNvSpPr>
                <a:spLocks noChangeShapeType="1"/>
              </p:cNvSpPr>
              <p:nvPr/>
            </p:nvSpPr>
            <p:spPr bwMode="auto">
              <a:xfrm>
                <a:off x="3345" y="2135"/>
                <a:ext cx="178"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52" name="Line 109">
                <a:extLst>
                  <a:ext uri="{FF2B5EF4-FFF2-40B4-BE49-F238E27FC236}">
                    <a16:creationId xmlns:a16="http://schemas.microsoft.com/office/drawing/2014/main" id="{6282F2E7-2B77-4551-AE13-85EB05042792}"/>
                  </a:ext>
                </a:extLst>
              </p:cNvPr>
              <p:cNvSpPr>
                <a:spLocks noChangeShapeType="1"/>
              </p:cNvSpPr>
              <p:nvPr/>
            </p:nvSpPr>
            <p:spPr bwMode="auto">
              <a:xfrm>
                <a:off x="3175" y="2135"/>
                <a:ext cx="141" cy="0"/>
              </a:xfrm>
              <a:prstGeom prst="line">
                <a:avLst/>
              </a:prstGeom>
              <a:noFill/>
              <a:ln w="28575">
                <a:solidFill>
                  <a:srgbClr val="FF0000"/>
                </a:solidFill>
                <a:prstDash val="sysDot"/>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53" name="Rectangle 110">
                <a:extLst>
                  <a:ext uri="{FF2B5EF4-FFF2-40B4-BE49-F238E27FC236}">
                    <a16:creationId xmlns:a16="http://schemas.microsoft.com/office/drawing/2014/main" id="{26391324-F1C9-4054-9469-5D2A347AA187}"/>
                  </a:ext>
                </a:extLst>
              </p:cNvPr>
              <p:cNvSpPr>
                <a:spLocks noChangeArrowheads="1"/>
              </p:cNvSpPr>
              <p:nvPr/>
            </p:nvSpPr>
            <p:spPr bwMode="auto">
              <a:xfrm>
                <a:off x="1187" y="1942"/>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6054" name="Line 111">
                <a:extLst>
                  <a:ext uri="{FF2B5EF4-FFF2-40B4-BE49-F238E27FC236}">
                    <a16:creationId xmlns:a16="http://schemas.microsoft.com/office/drawing/2014/main" id="{C5D70300-8E0A-4D22-9A1D-B68961F3F811}"/>
                  </a:ext>
                </a:extLst>
              </p:cNvPr>
              <p:cNvSpPr>
                <a:spLocks noChangeShapeType="1"/>
              </p:cNvSpPr>
              <p:nvPr/>
            </p:nvSpPr>
            <p:spPr bwMode="auto">
              <a:xfrm>
                <a:off x="1436" y="1942"/>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55" name="Line 112">
                <a:extLst>
                  <a:ext uri="{FF2B5EF4-FFF2-40B4-BE49-F238E27FC236}">
                    <a16:creationId xmlns:a16="http://schemas.microsoft.com/office/drawing/2014/main" id="{A7844CFE-E9E8-439E-9FE7-F8FC917659ED}"/>
                  </a:ext>
                </a:extLst>
              </p:cNvPr>
              <p:cNvSpPr>
                <a:spLocks noChangeShapeType="1"/>
              </p:cNvSpPr>
              <p:nvPr/>
            </p:nvSpPr>
            <p:spPr bwMode="auto">
              <a:xfrm>
                <a:off x="1579" y="2135"/>
                <a:ext cx="249"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56" name="Line 113">
                <a:extLst>
                  <a:ext uri="{FF2B5EF4-FFF2-40B4-BE49-F238E27FC236}">
                    <a16:creationId xmlns:a16="http://schemas.microsoft.com/office/drawing/2014/main" id="{DBA57605-0A00-448D-9383-0618BEB342D7}"/>
                  </a:ext>
                </a:extLst>
              </p:cNvPr>
              <p:cNvSpPr>
                <a:spLocks noChangeShapeType="1"/>
              </p:cNvSpPr>
              <p:nvPr/>
            </p:nvSpPr>
            <p:spPr bwMode="auto">
              <a:xfrm flipH="1">
                <a:off x="1187" y="1942"/>
                <a:ext cx="125" cy="192"/>
              </a:xfrm>
              <a:prstGeom prst="line">
                <a:avLst/>
              </a:prstGeom>
              <a:noFill/>
              <a:ln w="127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57" name="Line 114">
                <a:extLst>
                  <a:ext uri="{FF2B5EF4-FFF2-40B4-BE49-F238E27FC236}">
                    <a16:creationId xmlns:a16="http://schemas.microsoft.com/office/drawing/2014/main" id="{7515FE1F-9BCD-4904-86E8-DAA326F5352E}"/>
                  </a:ext>
                </a:extLst>
              </p:cNvPr>
              <p:cNvSpPr>
                <a:spLocks noChangeShapeType="1"/>
              </p:cNvSpPr>
              <p:nvPr/>
            </p:nvSpPr>
            <p:spPr bwMode="auto">
              <a:xfrm flipH="1">
                <a:off x="1228" y="1942"/>
                <a:ext cx="209" cy="336"/>
              </a:xfrm>
              <a:prstGeom prst="line">
                <a:avLst/>
              </a:prstGeom>
              <a:noFill/>
              <a:ln w="127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58" name="Line 115">
                <a:extLst>
                  <a:ext uri="{FF2B5EF4-FFF2-40B4-BE49-F238E27FC236}">
                    <a16:creationId xmlns:a16="http://schemas.microsoft.com/office/drawing/2014/main" id="{7CBC17DD-3CA4-4A03-8300-31C615339926}"/>
                  </a:ext>
                </a:extLst>
              </p:cNvPr>
              <p:cNvSpPr>
                <a:spLocks noChangeShapeType="1"/>
              </p:cNvSpPr>
              <p:nvPr/>
            </p:nvSpPr>
            <p:spPr bwMode="auto">
              <a:xfrm flipH="1">
                <a:off x="1312" y="2135"/>
                <a:ext cx="125" cy="149"/>
              </a:xfrm>
              <a:prstGeom prst="line">
                <a:avLst/>
              </a:prstGeom>
              <a:noFill/>
              <a:ln w="127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59" name="Line 116">
                <a:extLst>
                  <a:ext uri="{FF2B5EF4-FFF2-40B4-BE49-F238E27FC236}">
                    <a16:creationId xmlns:a16="http://schemas.microsoft.com/office/drawing/2014/main" id="{7584487A-6EA5-430E-9C2F-0BFB11CC3E65}"/>
                  </a:ext>
                </a:extLst>
              </p:cNvPr>
              <p:cNvSpPr>
                <a:spLocks noChangeShapeType="1"/>
              </p:cNvSpPr>
              <p:nvPr/>
            </p:nvSpPr>
            <p:spPr bwMode="auto">
              <a:xfrm>
                <a:off x="855" y="1798"/>
                <a:ext cx="3401" cy="0"/>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31181" name="Group 117">
                <a:extLst>
                  <a:ext uri="{FF2B5EF4-FFF2-40B4-BE49-F238E27FC236}">
                    <a16:creationId xmlns:a16="http://schemas.microsoft.com/office/drawing/2014/main" id="{2C949395-675F-4B47-9D58-4210DB13891B}"/>
                  </a:ext>
                </a:extLst>
              </p:cNvPr>
              <p:cNvGrpSpPr>
                <a:grpSpLocks/>
              </p:cNvGrpSpPr>
              <p:nvPr/>
            </p:nvGrpSpPr>
            <p:grpSpPr bwMode="auto">
              <a:xfrm>
                <a:off x="855" y="987"/>
                <a:ext cx="336" cy="240"/>
                <a:chOff x="672" y="2496"/>
                <a:chExt cx="336" cy="240"/>
              </a:xfrm>
            </p:grpSpPr>
            <p:sp>
              <p:nvSpPr>
                <p:cNvPr id="126066" name="Line 118">
                  <a:extLst>
                    <a:ext uri="{FF2B5EF4-FFF2-40B4-BE49-F238E27FC236}">
                      <a16:creationId xmlns:a16="http://schemas.microsoft.com/office/drawing/2014/main" id="{65F8C241-F406-403A-92CB-4CC045A0E527}"/>
                    </a:ext>
                  </a:extLst>
                </p:cNvPr>
                <p:cNvSpPr>
                  <a:spLocks noChangeShapeType="1"/>
                </p:cNvSpPr>
                <p:nvPr/>
              </p:nvSpPr>
              <p:spPr bwMode="auto">
                <a:xfrm>
                  <a:off x="672" y="2736"/>
                  <a:ext cx="336"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67" name="Line 119">
                  <a:extLst>
                    <a:ext uri="{FF2B5EF4-FFF2-40B4-BE49-F238E27FC236}">
                      <a16:creationId xmlns:a16="http://schemas.microsoft.com/office/drawing/2014/main" id="{B9FA1182-7204-4E84-9616-3F214FE8DD52}"/>
                    </a:ext>
                  </a:extLst>
                </p:cNvPr>
                <p:cNvSpPr>
                  <a:spLocks noChangeShapeType="1"/>
                </p:cNvSpPr>
                <p:nvPr/>
              </p:nvSpPr>
              <p:spPr bwMode="auto">
                <a:xfrm>
                  <a:off x="672" y="2502"/>
                  <a:ext cx="0" cy="234"/>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31182" name="Group 120">
                <a:extLst>
                  <a:ext uri="{FF2B5EF4-FFF2-40B4-BE49-F238E27FC236}">
                    <a16:creationId xmlns:a16="http://schemas.microsoft.com/office/drawing/2014/main" id="{9A294380-AFBF-9348-B589-D8A6DB112689}"/>
                  </a:ext>
                </a:extLst>
              </p:cNvPr>
              <p:cNvGrpSpPr>
                <a:grpSpLocks/>
              </p:cNvGrpSpPr>
              <p:nvPr/>
            </p:nvGrpSpPr>
            <p:grpSpPr bwMode="auto">
              <a:xfrm>
                <a:off x="3927" y="1798"/>
                <a:ext cx="336" cy="288"/>
                <a:chOff x="3744" y="2496"/>
                <a:chExt cx="336" cy="288"/>
              </a:xfrm>
            </p:grpSpPr>
            <p:sp>
              <p:nvSpPr>
                <p:cNvPr id="126064" name="Line 121">
                  <a:extLst>
                    <a:ext uri="{FF2B5EF4-FFF2-40B4-BE49-F238E27FC236}">
                      <a16:creationId xmlns:a16="http://schemas.microsoft.com/office/drawing/2014/main" id="{B88F5A10-7E5D-4FBC-BE99-A49572982BDF}"/>
                    </a:ext>
                  </a:extLst>
                </p:cNvPr>
                <p:cNvSpPr>
                  <a:spLocks noChangeShapeType="1"/>
                </p:cNvSpPr>
                <p:nvPr/>
              </p:nvSpPr>
              <p:spPr bwMode="auto">
                <a:xfrm>
                  <a:off x="4069" y="2496"/>
                  <a:ext cx="0" cy="288"/>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65" name="Line 122">
                  <a:extLst>
                    <a:ext uri="{FF2B5EF4-FFF2-40B4-BE49-F238E27FC236}">
                      <a16:creationId xmlns:a16="http://schemas.microsoft.com/office/drawing/2014/main" id="{A7820619-332A-4E5C-A776-421E06B45EC1}"/>
                    </a:ext>
                  </a:extLst>
                </p:cNvPr>
                <p:cNvSpPr>
                  <a:spLocks noChangeShapeType="1"/>
                </p:cNvSpPr>
                <p:nvPr/>
              </p:nvSpPr>
              <p:spPr bwMode="auto">
                <a:xfrm>
                  <a:off x="3744" y="2784"/>
                  <a:ext cx="336" cy="0"/>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126062" name="Text Box 123">
                <a:extLst>
                  <a:ext uri="{FF2B5EF4-FFF2-40B4-BE49-F238E27FC236}">
                    <a16:creationId xmlns:a16="http://schemas.microsoft.com/office/drawing/2014/main" id="{D49B1E47-C9D3-41AC-BE45-051783C78866}"/>
                  </a:ext>
                </a:extLst>
              </p:cNvPr>
              <p:cNvSpPr txBox="1">
                <a:spLocks noChangeArrowheads="1"/>
              </p:cNvSpPr>
              <p:nvPr/>
            </p:nvSpPr>
            <p:spPr bwMode="auto">
              <a:xfrm>
                <a:off x="1863" y="1942"/>
                <a:ext cx="288" cy="3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b</a:t>
                </a:r>
                <a:r>
                  <a:rPr lang="en-US" altLang="zh-CN" sz="1600" b="1">
                    <a:solidFill>
                      <a:srgbClr val="FF0000"/>
                    </a:solidFill>
                    <a:latin typeface="+mn-lt"/>
                    <a:ea typeface="+mn-ea"/>
                    <a:cs typeface="+mn-ea"/>
                    <a:sym typeface="+mn-lt"/>
                  </a:rPr>
                  <a:t>1</a:t>
                </a:r>
                <a:endParaRPr lang="zh-CN" altLang="en-US" sz="1600" b="1">
                  <a:solidFill>
                    <a:srgbClr val="FF0000"/>
                  </a:solidFill>
                  <a:latin typeface="+mn-lt"/>
                  <a:ea typeface="+mn-ea"/>
                  <a:cs typeface="+mn-ea"/>
                  <a:sym typeface="+mn-lt"/>
                </a:endParaRPr>
              </a:p>
            </p:txBody>
          </p:sp>
          <p:sp>
            <p:nvSpPr>
              <p:cNvPr id="126063" name="Text Box 124">
                <a:extLst>
                  <a:ext uri="{FF2B5EF4-FFF2-40B4-BE49-F238E27FC236}">
                    <a16:creationId xmlns:a16="http://schemas.microsoft.com/office/drawing/2014/main" id="{22E7C5DF-56BB-4E5B-AD1C-E473D415FE40}"/>
                  </a:ext>
                </a:extLst>
              </p:cNvPr>
              <p:cNvSpPr txBox="1">
                <a:spLocks noChangeArrowheads="1"/>
              </p:cNvSpPr>
              <p:nvPr/>
            </p:nvSpPr>
            <p:spPr bwMode="auto">
              <a:xfrm>
                <a:off x="3495" y="1942"/>
                <a:ext cx="288" cy="4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b</a:t>
                </a:r>
                <a:r>
                  <a:rPr lang="en-US" altLang="zh-CN" sz="1600" b="1">
                    <a:solidFill>
                      <a:srgbClr val="FF0000"/>
                    </a:solidFill>
                    <a:latin typeface="+mn-lt"/>
                    <a:ea typeface="+mn-ea"/>
                    <a:cs typeface="+mn-ea"/>
                    <a:sym typeface="+mn-lt"/>
                  </a:rPr>
                  <a:t>n</a:t>
                </a:r>
                <a:endParaRPr lang="zh-CN" altLang="en-US" sz="1600" b="1">
                  <a:solidFill>
                    <a:srgbClr val="FF0000"/>
                  </a:solidFill>
                  <a:latin typeface="+mn-lt"/>
                  <a:ea typeface="+mn-ea"/>
                  <a:cs typeface="+mn-ea"/>
                  <a:sym typeface="+mn-lt"/>
                </a:endParaRPr>
              </a:p>
            </p:txBody>
          </p:sp>
        </p:grpSp>
      </p:grpSp>
      <p:sp>
        <p:nvSpPr>
          <p:cNvPr id="134" name="Rectangle 58">
            <a:extLst>
              <a:ext uri="{FF2B5EF4-FFF2-40B4-BE49-F238E27FC236}">
                <a16:creationId xmlns:a16="http://schemas.microsoft.com/office/drawing/2014/main" id="{D0E448A0-991C-4C07-A842-CC48AF3331E5}"/>
              </a:ext>
            </a:extLst>
          </p:cNvPr>
          <p:cNvSpPr>
            <a:spLocks noChangeArrowheads="1"/>
          </p:cNvSpPr>
          <p:nvPr/>
        </p:nvSpPr>
        <p:spPr bwMode="auto">
          <a:xfrm>
            <a:off x="822325" y="866775"/>
            <a:ext cx="3635375" cy="515938"/>
          </a:xfrm>
          <a:prstGeom prst="rect">
            <a:avLst/>
          </a:prstGeom>
          <a:noFill/>
          <a:ln w="9525">
            <a:noFill/>
            <a:miter lim="800000"/>
          </a:ln>
          <a:effec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kumimoji="1" lang="zh-CN" altLang="en-US">
                <a:ea typeface="微软雅黑" panose="020B0503020204020204" pitchFamily="34" charset="-122"/>
                <a:sym typeface="+mn-lt"/>
              </a:rPr>
              <a:t>循环链表的合并</a:t>
            </a:r>
            <a:endParaRPr kumimoji="1" lang="zh-CN" altLang="en-US">
              <a:solidFill>
                <a:srgbClr val="FF0000"/>
              </a:solidFill>
              <a:effectLst>
                <a:outerShdw blurRad="38100" dist="38100" dir="2700000" algn="tl">
                  <a:srgbClr val="C0C0C0"/>
                </a:outerShdw>
              </a:effectLst>
              <a:ea typeface="微软雅黑" panose="020B0503020204020204" pitchFamily="34" charset="-122"/>
              <a:sym typeface="+mn-lt"/>
            </a:endParaRPr>
          </a:p>
        </p:txBody>
      </p:sp>
      <p:grpSp>
        <p:nvGrpSpPr>
          <p:cNvPr id="10" name="组合 137">
            <a:extLst>
              <a:ext uri="{FF2B5EF4-FFF2-40B4-BE49-F238E27FC236}">
                <a16:creationId xmlns:a16="http://schemas.microsoft.com/office/drawing/2014/main" id="{92F8D81C-3F1B-924A-94C5-E5C5DE2A064E}"/>
              </a:ext>
            </a:extLst>
          </p:cNvPr>
          <p:cNvGrpSpPr>
            <a:grpSpLocks/>
          </p:cNvGrpSpPr>
          <p:nvPr/>
        </p:nvGrpSpPr>
        <p:grpSpPr bwMode="auto">
          <a:xfrm>
            <a:off x="1893888" y="1628775"/>
            <a:ext cx="6924675" cy="2611438"/>
            <a:chOff x="1968500" y="419125"/>
            <a:chExt cx="6924675" cy="2611438"/>
          </a:xfrm>
        </p:grpSpPr>
        <p:grpSp>
          <p:nvGrpSpPr>
            <p:cNvPr id="131081" name="Group 126">
              <a:extLst>
                <a:ext uri="{FF2B5EF4-FFF2-40B4-BE49-F238E27FC236}">
                  <a16:creationId xmlns:a16="http://schemas.microsoft.com/office/drawing/2014/main" id="{5F99A065-CB94-A144-90F4-F607C34F66BA}"/>
                </a:ext>
              </a:extLst>
            </p:cNvPr>
            <p:cNvGrpSpPr>
              <a:grpSpLocks/>
            </p:cNvGrpSpPr>
            <p:nvPr/>
          </p:nvGrpSpPr>
          <p:grpSpPr bwMode="auto">
            <a:xfrm>
              <a:off x="1968500" y="419125"/>
              <a:ext cx="6924675" cy="2611438"/>
              <a:chOff x="612" y="28"/>
              <a:chExt cx="4362" cy="1645"/>
            </a:xfrm>
          </p:grpSpPr>
          <p:sp>
            <p:nvSpPr>
              <p:cNvPr id="125967" name="Rectangle 5">
                <a:extLst>
                  <a:ext uri="{FF2B5EF4-FFF2-40B4-BE49-F238E27FC236}">
                    <a16:creationId xmlns:a16="http://schemas.microsoft.com/office/drawing/2014/main" id="{9B333418-1270-4E0B-B99E-2641A8F125CD}"/>
                  </a:ext>
                </a:extLst>
              </p:cNvPr>
              <p:cNvSpPr>
                <a:spLocks noChangeArrowheads="1"/>
              </p:cNvSpPr>
              <p:nvPr/>
            </p:nvSpPr>
            <p:spPr bwMode="auto">
              <a:xfrm>
                <a:off x="2496" y="308"/>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FF0000"/>
                  </a:solidFill>
                  <a:latin typeface="+mn-lt"/>
                  <a:ea typeface="+mn-ea"/>
                  <a:cs typeface="+mn-ea"/>
                  <a:sym typeface="+mn-lt"/>
                </a:endParaRPr>
              </a:p>
            </p:txBody>
          </p:sp>
          <p:sp>
            <p:nvSpPr>
              <p:cNvPr id="125968" name="Rectangle 6">
                <a:extLst>
                  <a:ext uri="{FF2B5EF4-FFF2-40B4-BE49-F238E27FC236}">
                    <a16:creationId xmlns:a16="http://schemas.microsoft.com/office/drawing/2014/main" id="{EEFC7DA1-B52E-4E0E-9882-B55583898648}"/>
                  </a:ext>
                </a:extLst>
              </p:cNvPr>
              <p:cNvSpPr>
                <a:spLocks noChangeArrowheads="1"/>
              </p:cNvSpPr>
              <p:nvPr/>
            </p:nvSpPr>
            <p:spPr bwMode="auto">
              <a:xfrm>
                <a:off x="3523" y="308"/>
                <a:ext cx="500"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FF0000"/>
                  </a:solidFill>
                  <a:latin typeface="+mn-lt"/>
                  <a:ea typeface="+mn-ea"/>
                  <a:cs typeface="+mn-ea"/>
                  <a:sym typeface="+mn-lt"/>
                </a:endParaRPr>
              </a:p>
            </p:txBody>
          </p:sp>
          <p:sp>
            <p:nvSpPr>
              <p:cNvPr id="125969" name="Line 7">
                <a:extLst>
                  <a:ext uri="{FF2B5EF4-FFF2-40B4-BE49-F238E27FC236}">
                    <a16:creationId xmlns:a16="http://schemas.microsoft.com/office/drawing/2014/main" id="{32EA2289-9FCB-402A-9760-3EBF5223482C}"/>
                  </a:ext>
                </a:extLst>
              </p:cNvPr>
              <p:cNvSpPr>
                <a:spLocks noChangeShapeType="1"/>
              </p:cNvSpPr>
              <p:nvPr/>
            </p:nvSpPr>
            <p:spPr bwMode="auto">
              <a:xfrm>
                <a:off x="3773" y="308"/>
                <a:ext cx="1" cy="336"/>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70" name="Line 8">
                <a:extLst>
                  <a:ext uri="{FF2B5EF4-FFF2-40B4-BE49-F238E27FC236}">
                    <a16:creationId xmlns:a16="http://schemas.microsoft.com/office/drawing/2014/main" id="{6A0094AD-E5F2-4B2D-83E5-8A6ACE41B37A}"/>
                  </a:ext>
                </a:extLst>
              </p:cNvPr>
              <p:cNvSpPr>
                <a:spLocks noChangeShapeType="1"/>
              </p:cNvSpPr>
              <p:nvPr/>
            </p:nvSpPr>
            <p:spPr bwMode="auto">
              <a:xfrm>
                <a:off x="2727" y="308"/>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71" name="Line 9">
                <a:extLst>
                  <a:ext uri="{FF2B5EF4-FFF2-40B4-BE49-F238E27FC236}">
                    <a16:creationId xmlns:a16="http://schemas.microsoft.com/office/drawing/2014/main" id="{8E72E879-8783-4C19-964C-AFEE2B479327}"/>
                  </a:ext>
                </a:extLst>
              </p:cNvPr>
              <p:cNvSpPr>
                <a:spLocks noChangeShapeType="1"/>
              </p:cNvSpPr>
              <p:nvPr/>
            </p:nvSpPr>
            <p:spPr bwMode="auto">
              <a:xfrm>
                <a:off x="2889" y="500"/>
                <a:ext cx="249"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72" name="Rectangle 10">
                <a:extLst>
                  <a:ext uri="{FF2B5EF4-FFF2-40B4-BE49-F238E27FC236}">
                    <a16:creationId xmlns:a16="http://schemas.microsoft.com/office/drawing/2014/main" id="{F938ED43-3AD7-4B47-87C0-C251DDEB27E9}"/>
                  </a:ext>
                </a:extLst>
              </p:cNvPr>
              <p:cNvSpPr>
                <a:spLocks noChangeArrowheads="1"/>
              </p:cNvSpPr>
              <p:nvPr/>
            </p:nvSpPr>
            <p:spPr bwMode="auto">
              <a:xfrm>
                <a:off x="1854" y="308"/>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FF0000"/>
                  </a:solidFill>
                  <a:latin typeface="+mn-lt"/>
                  <a:ea typeface="+mn-ea"/>
                  <a:cs typeface="+mn-ea"/>
                  <a:sym typeface="+mn-lt"/>
                </a:endParaRPr>
              </a:p>
            </p:txBody>
          </p:sp>
          <p:sp>
            <p:nvSpPr>
              <p:cNvPr id="125973" name="Line 11">
                <a:extLst>
                  <a:ext uri="{FF2B5EF4-FFF2-40B4-BE49-F238E27FC236}">
                    <a16:creationId xmlns:a16="http://schemas.microsoft.com/office/drawing/2014/main" id="{EB0C01B8-BC8B-425A-883B-95978063F420}"/>
                  </a:ext>
                </a:extLst>
              </p:cNvPr>
              <p:cNvSpPr>
                <a:spLocks noChangeShapeType="1"/>
              </p:cNvSpPr>
              <p:nvPr/>
            </p:nvSpPr>
            <p:spPr bwMode="auto">
              <a:xfrm>
                <a:off x="2104" y="308"/>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74" name="Line 12">
                <a:extLst>
                  <a:ext uri="{FF2B5EF4-FFF2-40B4-BE49-F238E27FC236}">
                    <a16:creationId xmlns:a16="http://schemas.microsoft.com/office/drawing/2014/main" id="{0959D008-C8F5-408B-9441-E55FACF2EB3D}"/>
                  </a:ext>
                </a:extLst>
              </p:cNvPr>
              <p:cNvSpPr>
                <a:spLocks noChangeShapeType="1"/>
              </p:cNvSpPr>
              <p:nvPr/>
            </p:nvSpPr>
            <p:spPr bwMode="auto">
              <a:xfrm>
                <a:off x="2246" y="500"/>
                <a:ext cx="250"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75" name="Line 13">
                <a:extLst>
                  <a:ext uri="{FF2B5EF4-FFF2-40B4-BE49-F238E27FC236}">
                    <a16:creationId xmlns:a16="http://schemas.microsoft.com/office/drawing/2014/main" id="{89DF49E1-41A8-4A32-92C9-4C668C7AF17D}"/>
                  </a:ext>
                </a:extLst>
              </p:cNvPr>
              <p:cNvSpPr>
                <a:spLocks noChangeShapeType="1"/>
              </p:cNvSpPr>
              <p:nvPr/>
            </p:nvSpPr>
            <p:spPr bwMode="auto">
              <a:xfrm>
                <a:off x="3345" y="500"/>
                <a:ext cx="178" cy="1"/>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76" name="Line 14">
                <a:extLst>
                  <a:ext uri="{FF2B5EF4-FFF2-40B4-BE49-F238E27FC236}">
                    <a16:creationId xmlns:a16="http://schemas.microsoft.com/office/drawing/2014/main" id="{A1C169D6-F191-4653-B70C-C7C7F778C105}"/>
                  </a:ext>
                </a:extLst>
              </p:cNvPr>
              <p:cNvSpPr>
                <a:spLocks noChangeShapeType="1"/>
              </p:cNvSpPr>
              <p:nvPr/>
            </p:nvSpPr>
            <p:spPr bwMode="auto">
              <a:xfrm>
                <a:off x="3175" y="500"/>
                <a:ext cx="141" cy="0"/>
              </a:xfrm>
              <a:prstGeom prst="line">
                <a:avLst/>
              </a:prstGeom>
              <a:noFill/>
              <a:ln w="28575">
                <a:solidFill>
                  <a:srgbClr val="FF0000"/>
                </a:solidFill>
                <a:prstDash val="sysDot"/>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77" name="Rectangle 15">
                <a:extLst>
                  <a:ext uri="{FF2B5EF4-FFF2-40B4-BE49-F238E27FC236}">
                    <a16:creationId xmlns:a16="http://schemas.microsoft.com/office/drawing/2014/main" id="{E4540F7F-33B3-48E1-A1F3-8BC64B81DEE0}"/>
                  </a:ext>
                </a:extLst>
              </p:cNvPr>
              <p:cNvSpPr>
                <a:spLocks noChangeArrowheads="1"/>
              </p:cNvSpPr>
              <p:nvPr/>
            </p:nvSpPr>
            <p:spPr bwMode="auto">
              <a:xfrm>
                <a:off x="1187" y="308"/>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FF0000"/>
                  </a:solidFill>
                  <a:latin typeface="+mn-lt"/>
                  <a:ea typeface="+mn-ea"/>
                  <a:cs typeface="+mn-ea"/>
                  <a:sym typeface="+mn-lt"/>
                </a:endParaRPr>
              </a:p>
            </p:txBody>
          </p:sp>
          <p:sp>
            <p:nvSpPr>
              <p:cNvPr id="125978" name="Line 16">
                <a:extLst>
                  <a:ext uri="{FF2B5EF4-FFF2-40B4-BE49-F238E27FC236}">
                    <a16:creationId xmlns:a16="http://schemas.microsoft.com/office/drawing/2014/main" id="{722281CD-8E88-45E6-B685-3C29DD9A2EE4}"/>
                  </a:ext>
                </a:extLst>
              </p:cNvPr>
              <p:cNvSpPr>
                <a:spLocks noChangeShapeType="1"/>
              </p:cNvSpPr>
              <p:nvPr/>
            </p:nvSpPr>
            <p:spPr bwMode="auto">
              <a:xfrm>
                <a:off x="1436" y="308"/>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79" name="Line 17">
                <a:extLst>
                  <a:ext uri="{FF2B5EF4-FFF2-40B4-BE49-F238E27FC236}">
                    <a16:creationId xmlns:a16="http://schemas.microsoft.com/office/drawing/2014/main" id="{55D39FF9-0F36-47F4-9ABC-7A04FF3EE2B9}"/>
                  </a:ext>
                </a:extLst>
              </p:cNvPr>
              <p:cNvSpPr>
                <a:spLocks noChangeShapeType="1"/>
              </p:cNvSpPr>
              <p:nvPr/>
            </p:nvSpPr>
            <p:spPr bwMode="auto">
              <a:xfrm>
                <a:off x="1579" y="500"/>
                <a:ext cx="249"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80" name="Line 18">
                <a:extLst>
                  <a:ext uri="{FF2B5EF4-FFF2-40B4-BE49-F238E27FC236}">
                    <a16:creationId xmlns:a16="http://schemas.microsoft.com/office/drawing/2014/main" id="{74014DAD-9D73-4F89-B23A-884D7901D0DE}"/>
                  </a:ext>
                </a:extLst>
              </p:cNvPr>
              <p:cNvSpPr>
                <a:spLocks noChangeShapeType="1"/>
              </p:cNvSpPr>
              <p:nvPr/>
            </p:nvSpPr>
            <p:spPr bwMode="auto">
              <a:xfrm flipH="1">
                <a:off x="1187" y="308"/>
                <a:ext cx="125" cy="192"/>
              </a:xfrm>
              <a:prstGeom prst="line">
                <a:avLst/>
              </a:prstGeom>
              <a:noFill/>
              <a:ln w="127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81" name="Line 19">
                <a:extLst>
                  <a:ext uri="{FF2B5EF4-FFF2-40B4-BE49-F238E27FC236}">
                    <a16:creationId xmlns:a16="http://schemas.microsoft.com/office/drawing/2014/main" id="{CA39E57F-D97B-4010-936D-84B3648EA742}"/>
                  </a:ext>
                </a:extLst>
              </p:cNvPr>
              <p:cNvSpPr>
                <a:spLocks noChangeShapeType="1"/>
              </p:cNvSpPr>
              <p:nvPr/>
            </p:nvSpPr>
            <p:spPr bwMode="auto">
              <a:xfrm flipH="1">
                <a:off x="1228" y="308"/>
                <a:ext cx="209" cy="336"/>
              </a:xfrm>
              <a:prstGeom prst="line">
                <a:avLst/>
              </a:prstGeom>
              <a:noFill/>
              <a:ln w="127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82" name="Line 20">
                <a:extLst>
                  <a:ext uri="{FF2B5EF4-FFF2-40B4-BE49-F238E27FC236}">
                    <a16:creationId xmlns:a16="http://schemas.microsoft.com/office/drawing/2014/main" id="{A389FDF3-5526-4528-A980-FF370D19EEE4}"/>
                  </a:ext>
                </a:extLst>
              </p:cNvPr>
              <p:cNvSpPr>
                <a:spLocks noChangeShapeType="1"/>
              </p:cNvSpPr>
              <p:nvPr/>
            </p:nvSpPr>
            <p:spPr bwMode="auto">
              <a:xfrm flipH="1">
                <a:off x="1312" y="500"/>
                <a:ext cx="125" cy="144"/>
              </a:xfrm>
              <a:prstGeom prst="line">
                <a:avLst/>
              </a:prstGeom>
              <a:noFill/>
              <a:ln w="127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83" name="Line 21">
                <a:extLst>
                  <a:ext uri="{FF2B5EF4-FFF2-40B4-BE49-F238E27FC236}">
                    <a16:creationId xmlns:a16="http://schemas.microsoft.com/office/drawing/2014/main" id="{565134AF-6B41-4A9A-8AD5-9CA2660A73CA}"/>
                  </a:ext>
                </a:extLst>
              </p:cNvPr>
              <p:cNvSpPr>
                <a:spLocks noChangeShapeType="1"/>
              </p:cNvSpPr>
              <p:nvPr/>
            </p:nvSpPr>
            <p:spPr bwMode="auto">
              <a:xfrm>
                <a:off x="1943" y="754"/>
                <a:ext cx="2178" cy="0"/>
              </a:xfrm>
              <a:prstGeom prst="line">
                <a:avLst/>
              </a:prstGeom>
              <a:noFill/>
              <a:ln w="381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84" name="Text Box 22">
                <a:extLst>
                  <a:ext uri="{FF2B5EF4-FFF2-40B4-BE49-F238E27FC236}">
                    <a16:creationId xmlns:a16="http://schemas.microsoft.com/office/drawing/2014/main" id="{5BA732AD-FCF0-4AAE-BCEA-4E94760614B8}"/>
                  </a:ext>
                </a:extLst>
              </p:cNvPr>
              <p:cNvSpPr txBox="1">
                <a:spLocks noChangeArrowheads="1"/>
              </p:cNvSpPr>
              <p:nvPr/>
            </p:nvSpPr>
            <p:spPr bwMode="auto">
              <a:xfrm>
                <a:off x="1863" y="308"/>
                <a:ext cx="288"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a</a:t>
                </a:r>
                <a:r>
                  <a:rPr lang="en-US" altLang="zh-CN" sz="1600" b="1">
                    <a:solidFill>
                      <a:srgbClr val="FF0000"/>
                    </a:solidFill>
                    <a:latin typeface="+mn-lt"/>
                    <a:ea typeface="+mn-ea"/>
                    <a:cs typeface="+mn-ea"/>
                    <a:sym typeface="+mn-lt"/>
                  </a:rPr>
                  <a:t>1</a:t>
                </a:r>
                <a:endParaRPr lang="zh-CN" altLang="en-US" sz="1600" b="1">
                  <a:solidFill>
                    <a:srgbClr val="FF0000"/>
                  </a:solidFill>
                  <a:latin typeface="+mn-lt"/>
                  <a:ea typeface="+mn-ea"/>
                  <a:cs typeface="+mn-ea"/>
                  <a:sym typeface="+mn-lt"/>
                </a:endParaRPr>
              </a:p>
            </p:txBody>
          </p:sp>
          <p:sp>
            <p:nvSpPr>
              <p:cNvPr id="125985" name="Text Box 23">
                <a:extLst>
                  <a:ext uri="{FF2B5EF4-FFF2-40B4-BE49-F238E27FC236}">
                    <a16:creationId xmlns:a16="http://schemas.microsoft.com/office/drawing/2014/main" id="{C3D6916B-83FB-49C4-9A91-BAADF1CC1FFA}"/>
                  </a:ext>
                </a:extLst>
              </p:cNvPr>
              <p:cNvSpPr txBox="1">
                <a:spLocks noChangeArrowheads="1"/>
              </p:cNvSpPr>
              <p:nvPr/>
            </p:nvSpPr>
            <p:spPr bwMode="auto">
              <a:xfrm>
                <a:off x="3495" y="308"/>
                <a:ext cx="288"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a</a:t>
                </a:r>
                <a:r>
                  <a:rPr lang="en-US" altLang="zh-CN" sz="1600" b="1">
                    <a:solidFill>
                      <a:srgbClr val="FF0000"/>
                    </a:solidFill>
                    <a:latin typeface="+mn-lt"/>
                    <a:ea typeface="+mn-ea"/>
                    <a:cs typeface="+mn-ea"/>
                    <a:sym typeface="+mn-lt"/>
                  </a:rPr>
                  <a:t>n</a:t>
                </a:r>
                <a:endParaRPr lang="zh-CN" altLang="en-US" sz="1600" b="1">
                  <a:solidFill>
                    <a:srgbClr val="FF0000"/>
                  </a:solidFill>
                  <a:latin typeface="+mn-lt"/>
                  <a:ea typeface="+mn-ea"/>
                  <a:cs typeface="+mn-ea"/>
                  <a:sym typeface="+mn-lt"/>
                </a:endParaRPr>
              </a:p>
            </p:txBody>
          </p:sp>
          <p:sp>
            <p:nvSpPr>
              <p:cNvPr id="125986" name="Rectangle 24">
                <a:extLst>
                  <a:ext uri="{FF2B5EF4-FFF2-40B4-BE49-F238E27FC236}">
                    <a16:creationId xmlns:a16="http://schemas.microsoft.com/office/drawing/2014/main" id="{3DA2EE22-8857-4C73-9349-2AC835C5DE53}"/>
                  </a:ext>
                </a:extLst>
              </p:cNvPr>
              <p:cNvSpPr>
                <a:spLocks noChangeArrowheads="1"/>
              </p:cNvSpPr>
              <p:nvPr/>
            </p:nvSpPr>
            <p:spPr bwMode="auto">
              <a:xfrm>
                <a:off x="2496" y="1079"/>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FF0000"/>
                  </a:solidFill>
                  <a:latin typeface="+mn-lt"/>
                  <a:ea typeface="+mn-ea"/>
                  <a:cs typeface="+mn-ea"/>
                  <a:sym typeface="+mn-lt"/>
                </a:endParaRPr>
              </a:p>
            </p:txBody>
          </p:sp>
          <p:sp>
            <p:nvSpPr>
              <p:cNvPr id="125987" name="Rectangle 25">
                <a:extLst>
                  <a:ext uri="{FF2B5EF4-FFF2-40B4-BE49-F238E27FC236}">
                    <a16:creationId xmlns:a16="http://schemas.microsoft.com/office/drawing/2014/main" id="{52F073DD-1435-47EA-A271-0BE743087E75}"/>
                  </a:ext>
                </a:extLst>
              </p:cNvPr>
              <p:cNvSpPr>
                <a:spLocks noChangeArrowheads="1"/>
              </p:cNvSpPr>
              <p:nvPr/>
            </p:nvSpPr>
            <p:spPr bwMode="auto">
              <a:xfrm>
                <a:off x="3523" y="1079"/>
                <a:ext cx="500"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FF0000"/>
                  </a:solidFill>
                  <a:latin typeface="+mn-lt"/>
                  <a:ea typeface="+mn-ea"/>
                  <a:cs typeface="+mn-ea"/>
                  <a:sym typeface="+mn-lt"/>
                </a:endParaRPr>
              </a:p>
            </p:txBody>
          </p:sp>
          <p:sp>
            <p:nvSpPr>
              <p:cNvPr id="125988" name="Line 26">
                <a:extLst>
                  <a:ext uri="{FF2B5EF4-FFF2-40B4-BE49-F238E27FC236}">
                    <a16:creationId xmlns:a16="http://schemas.microsoft.com/office/drawing/2014/main" id="{9F3A6E18-A875-462E-872A-984C711F614D}"/>
                  </a:ext>
                </a:extLst>
              </p:cNvPr>
              <p:cNvSpPr>
                <a:spLocks noChangeShapeType="1"/>
              </p:cNvSpPr>
              <p:nvPr/>
            </p:nvSpPr>
            <p:spPr bwMode="auto">
              <a:xfrm>
                <a:off x="3773" y="1079"/>
                <a:ext cx="1" cy="336"/>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89" name="Line 27">
                <a:extLst>
                  <a:ext uri="{FF2B5EF4-FFF2-40B4-BE49-F238E27FC236}">
                    <a16:creationId xmlns:a16="http://schemas.microsoft.com/office/drawing/2014/main" id="{83D42E17-4084-40A5-899A-97B1F5629208}"/>
                  </a:ext>
                </a:extLst>
              </p:cNvPr>
              <p:cNvSpPr>
                <a:spLocks noChangeShapeType="1"/>
              </p:cNvSpPr>
              <p:nvPr/>
            </p:nvSpPr>
            <p:spPr bwMode="auto">
              <a:xfrm>
                <a:off x="2727" y="1079"/>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90" name="Line 28">
                <a:extLst>
                  <a:ext uri="{FF2B5EF4-FFF2-40B4-BE49-F238E27FC236}">
                    <a16:creationId xmlns:a16="http://schemas.microsoft.com/office/drawing/2014/main" id="{BF7607D8-B5EE-498E-8051-F52ED87D1588}"/>
                  </a:ext>
                </a:extLst>
              </p:cNvPr>
              <p:cNvSpPr>
                <a:spLocks noChangeShapeType="1"/>
              </p:cNvSpPr>
              <p:nvPr/>
            </p:nvSpPr>
            <p:spPr bwMode="auto">
              <a:xfrm>
                <a:off x="2889" y="1271"/>
                <a:ext cx="249"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91" name="Rectangle 29">
                <a:extLst>
                  <a:ext uri="{FF2B5EF4-FFF2-40B4-BE49-F238E27FC236}">
                    <a16:creationId xmlns:a16="http://schemas.microsoft.com/office/drawing/2014/main" id="{9800BA0F-9B69-42CA-881B-CA1D83AFFF2B}"/>
                  </a:ext>
                </a:extLst>
              </p:cNvPr>
              <p:cNvSpPr>
                <a:spLocks noChangeArrowheads="1"/>
              </p:cNvSpPr>
              <p:nvPr/>
            </p:nvSpPr>
            <p:spPr bwMode="auto">
              <a:xfrm>
                <a:off x="1854" y="1079"/>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FF0000"/>
                  </a:solidFill>
                  <a:latin typeface="+mn-lt"/>
                  <a:ea typeface="+mn-ea"/>
                  <a:cs typeface="+mn-ea"/>
                  <a:sym typeface="+mn-lt"/>
                </a:endParaRPr>
              </a:p>
            </p:txBody>
          </p:sp>
          <p:sp>
            <p:nvSpPr>
              <p:cNvPr id="125992" name="Line 30">
                <a:extLst>
                  <a:ext uri="{FF2B5EF4-FFF2-40B4-BE49-F238E27FC236}">
                    <a16:creationId xmlns:a16="http://schemas.microsoft.com/office/drawing/2014/main" id="{133655BD-5CA9-47F8-80A3-08B3A0E310E8}"/>
                  </a:ext>
                </a:extLst>
              </p:cNvPr>
              <p:cNvSpPr>
                <a:spLocks noChangeShapeType="1"/>
              </p:cNvSpPr>
              <p:nvPr/>
            </p:nvSpPr>
            <p:spPr bwMode="auto">
              <a:xfrm>
                <a:off x="2104" y="1079"/>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93" name="Line 31">
                <a:extLst>
                  <a:ext uri="{FF2B5EF4-FFF2-40B4-BE49-F238E27FC236}">
                    <a16:creationId xmlns:a16="http://schemas.microsoft.com/office/drawing/2014/main" id="{2ACAF8DA-23A4-4AA5-8694-F15FBE993F5B}"/>
                  </a:ext>
                </a:extLst>
              </p:cNvPr>
              <p:cNvSpPr>
                <a:spLocks noChangeShapeType="1"/>
              </p:cNvSpPr>
              <p:nvPr/>
            </p:nvSpPr>
            <p:spPr bwMode="auto">
              <a:xfrm>
                <a:off x="2246" y="1271"/>
                <a:ext cx="250"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94" name="Line 32">
                <a:extLst>
                  <a:ext uri="{FF2B5EF4-FFF2-40B4-BE49-F238E27FC236}">
                    <a16:creationId xmlns:a16="http://schemas.microsoft.com/office/drawing/2014/main" id="{BC61E53F-C736-4E8A-B67B-977C3050A3E0}"/>
                  </a:ext>
                </a:extLst>
              </p:cNvPr>
              <p:cNvSpPr>
                <a:spLocks noChangeShapeType="1"/>
              </p:cNvSpPr>
              <p:nvPr/>
            </p:nvSpPr>
            <p:spPr bwMode="auto">
              <a:xfrm>
                <a:off x="3345" y="1271"/>
                <a:ext cx="178" cy="1"/>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95" name="Line 33">
                <a:extLst>
                  <a:ext uri="{FF2B5EF4-FFF2-40B4-BE49-F238E27FC236}">
                    <a16:creationId xmlns:a16="http://schemas.microsoft.com/office/drawing/2014/main" id="{AED37E9D-1C6A-4B0C-B2E3-5207E1C44840}"/>
                  </a:ext>
                </a:extLst>
              </p:cNvPr>
              <p:cNvSpPr>
                <a:spLocks noChangeShapeType="1"/>
              </p:cNvSpPr>
              <p:nvPr/>
            </p:nvSpPr>
            <p:spPr bwMode="auto">
              <a:xfrm>
                <a:off x="3175" y="1271"/>
                <a:ext cx="141" cy="0"/>
              </a:xfrm>
              <a:prstGeom prst="line">
                <a:avLst/>
              </a:prstGeom>
              <a:noFill/>
              <a:ln w="28575">
                <a:solidFill>
                  <a:srgbClr val="FF0000"/>
                </a:solidFill>
                <a:prstDash val="sysDot"/>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96" name="Rectangle 34">
                <a:extLst>
                  <a:ext uri="{FF2B5EF4-FFF2-40B4-BE49-F238E27FC236}">
                    <a16:creationId xmlns:a16="http://schemas.microsoft.com/office/drawing/2014/main" id="{BA4EBA57-7413-48E8-8EDF-1DCE291473C2}"/>
                  </a:ext>
                </a:extLst>
              </p:cNvPr>
              <p:cNvSpPr>
                <a:spLocks noChangeArrowheads="1"/>
              </p:cNvSpPr>
              <p:nvPr/>
            </p:nvSpPr>
            <p:spPr bwMode="auto">
              <a:xfrm>
                <a:off x="1187" y="1079"/>
                <a:ext cx="499" cy="323"/>
              </a:xfrm>
              <a:prstGeom prst="rect">
                <a:avLst/>
              </a:prstGeom>
              <a:solidFill>
                <a:schemeClr val="tx2"/>
              </a:solidFill>
              <a:ln w="12700">
                <a:solidFill>
                  <a:schemeClr val="bg1"/>
                </a:solidFill>
                <a:prstDash val="dash"/>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FF0000"/>
                  </a:solidFill>
                  <a:latin typeface="+mn-lt"/>
                  <a:ea typeface="+mn-ea"/>
                  <a:cs typeface="+mn-ea"/>
                  <a:sym typeface="+mn-lt"/>
                </a:endParaRPr>
              </a:p>
            </p:txBody>
          </p:sp>
          <p:sp>
            <p:nvSpPr>
              <p:cNvPr id="125997" name="Line 35">
                <a:extLst>
                  <a:ext uri="{FF2B5EF4-FFF2-40B4-BE49-F238E27FC236}">
                    <a16:creationId xmlns:a16="http://schemas.microsoft.com/office/drawing/2014/main" id="{0950CDE8-5BF5-4064-B9E3-AD2A9A4C228B}"/>
                  </a:ext>
                </a:extLst>
              </p:cNvPr>
              <p:cNvSpPr>
                <a:spLocks noChangeShapeType="1"/>
              </p:cNvSpPr>
              <p:nvPr/>
            </p:nvSpPr>
            <p:spPr bwMode="auto">
              <a:xfrm>
                <a:off x="1445" y="1071"/>
                <a:ext cx="0" cy="323"/>
              </a:xfrm>
              <a:prstGeom prst="line">
                <a:avLst/>
              </a:prstGeom>
              <a:noFill/>
              <a:ln w="12700">
                <a:solidFill>
                  <a:schemeClr val="bg1"/>
                </a:solidFill>
                <a:prstDash val="dash"/>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98" name="Line 36">
                <a:extLst>
                  <a:ext uri="{FF2B5EF4-FFF2-40B4-BE49-F238E27FC236}">
                    <a16:creationId xmlns:a16="http://schemas.microsoft.com/office/drawing/2014/main" id="{BE7EC40A-6505-42F5-B6AC-27277BD71648}"/>
                  </a:ext>
                </a:extLst>
              </p:cNvPr>
              <p:cNvSpPr>
                <a:spLocks noChangeShapeType="1"/>
              </p:cNvSpPr>
              <p:nvPr/>
            </p:nvSpPr>
            <p:spPr bwMode="auto">
              <a:xfrm flipH="1">
                <a:off x="1187" y="1079"/>
                <a:ext cx="125" cy="192"/>
              </a:xfrm>
              <a:prstGeom prst="line">
                <a:avLst/>
              </a:prstGeom>
              <a:noFill/>
              <a:ln w="12700">
                <a:solidFill>
                  <a:schemeClr val="bg1"/>
                </a:solidFill>
                <a:prstDash val="dash"/>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99" name="Line 37">
                <a:extLst>
                  <a:ext uri="{FF2B5EF4-FFF2-40B4-BE49-F238E27FC236}">
                    <a16:creationId xmlns:a16="http://schemas.microsoft.com/office/drawing/2014/main" id="{5D0C8415-BAD1-46B8-935E-D3A57FAAF3C7}"/>
                  </a:ext>
                </a:extLst>
              </p:cNvPr>
              <p:cNvSpPr>
                <a:spLocks noChangeShapeType="1"/>
              </p:cNvSpPr>
              <p:nvPr/>
            </p:nvSpPr>
            <p:spPr bwMode="auto">
              <a:xfrm flipH="1">
                <a:off x="1228" y="1079"/>
                <a:ext cx="209" cy="336"/>
              </a:xfrm>
              <a:prstGeom prst="line">
                <a:avLst/>
              </a:prstGeom>
              <a:noFill/>
              <a:ln w="12700">
                <a:solidFill>
                  <a:schemeClr val="bg1"/>
                </a:solidFill>
                <a:prstDash val="dash"/>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00" name="Line 38">
                <a:extLst>
                  <a:ext uri="{FF2B5EF4-FFF2-40B4-BE49-F238E27FC236}">
                    <a16:creationId xmlns:a16="http://schemas.microsoft.com/office/drawing/2014/main" id="{475C2DBB-578C-418A-B599-16F9B436618D}"/>
                  </a:ext>
                </a:extLst>
              </p:cNvPr>
              <p:cNvSpPr>
                <a:spLocks noChangeShapeType="1"/>
              </p:cNvSpPr>
              <p:nvPr/>
            </p:nvSpPr>
            <p:spPr bwMode="auto">
              <a:xfrm flipH="1">
                <a:off x="1312" y="1271"/>
                <a:ext cx="125" cy="144"/>
              </a:xfrm>
              <a:prstGeom prst="line">
                <a:avLst/>
              </a:prstGeom>
              <a:noFill/>
              <a:ln w="12700">
                <a:solidFill>
                  <a:schemeClr val="bg1"/>
                </a:solidFill>
                <a:prstDash val="dash"/>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01" name="Text Box 39">
                <a:extLst>
                  <a:ext uri="{FF2B5EF4-FFF2-40B4-BE49-F238E27FC236}">
                    <a16:creationId xmlns:a16="http://schemas.microsoft.com/office/drawing/2014/main" id="{5A0B8BB6-5B51-4F9B-8687-8272A4373201}"/>
                  </a:ext>
                </a:extLst>
              </p:cNvPr>
              <p:cNvSpPr txBox="1">
                <a:spLocks noChangeArrowheads="1"/>
              </p:cNvSpPr>
              <p:nvPr/>
            </p:nvSpPr>
            <p:spPr bwMode="auto">
              <a:xfrm>
                <a:off x="1863" y="1079"/>
                <a:ext cx="288"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b</a:t>
                </a:r>
                <a:r>
                  <a:rPr lang="en-US" altLang="zh-CN" sz="1600" b="1">
                    <a:solidFill>
                      <a:srgbClr val="FF0000"/>
                    </a:solidFill>
                    <a:latin typeface="+mn-lt"/>
                    <a:ea typeface="+mn-ea"/>
                    <a:cs typeface="+mn-ea"/>
                    <a:sym typeface="+mn-lt"/>
                  </a:rPr>
                  <a:t>1</a:t>
                </a:r>
                <a:endParaRPr lang="zh-CN" altLang="en-US" sz="1600" b="1">
                  <a:solidFill>
                    <a:srgbClr val="FF0000"/>
                  </a:solidFill>
                  <a:latin typeface="+mn-lt"/>
                  <a:ea typeface="+mn-ea"/>
                  <a:cs typeface="+mn-ea"/>
                  <a:sym typeface="+mn-lt"/>
                </a:endParaRPr>
              </a:p>
            </p:txBody>
          </p:sp>
          <p:sp>
            <p:nvSpPr>
              <p:cNvPr id="126002" name="Text Box 40">
                <a:extLst>
                  <a:ext uri="{FF2B5EF4-FFF2-40B4-BE49-F238E27FC236}">
                    <a16:creationId xmlns:a16="http://schemas.microsoft.com/office/drawing/2014/main" id="{A0AB3C66-E6F6-48FA-A9F7-6A9EE3DFF3A1}"/>
                  </a:ext>
                </a:extLst>
              </p:cNvPr>
              <p:cNvSpPr txBox="1">
                <a:spLocks noChangeArrowheads="1"/>
              </p:cNvSpPr>
              <p:nvPr/>
            </p:nvSpPr>
            <p:spPr bwMode="auto">
              <a:xfrm>
                <a:off x="3495" y="1079"/>
                <a:ext cx="288" cy="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b</a:t>
                </a:r>
                <a:r>
                  <a:rPr lang="en-US" altLang="zh-CN" sz="1600" b="1">
                    <a:solidFill>
                      <a:srgbClr val="FF0000"/>
                    </a:solidFill>
                    <a:latin typeface="+mn-lt"/>
                    <a:ea typeface="+mn-ea"/>
                    <a:cs typeface="+mn-ea"/>
                    <a:sym typeface="+mn-lt"/>
                  </a:rPr>
                  <a:t>n</a:t>
                </a:r>
                <a:endParaRPr lang="zh-CN" altLang="en-US" sz="1600" b="1">
                  <a:solidFill>
                    <a:srgbClr val="FF0000"/>
                  </a:solidFill>
                  <a:latin typeface="+mn-lt"/>
                  <a:ea typeface="+mn-ea"/>
                  <a:cs typeface="+mn-ea"/>
                  <a:sym typeface="+mn-lt"/>
                </a:endParaRPr>
              </a:p>
            </p:txBody>
          </p:sp>
          <p:sp>
            <p:nvSpPr>
              <p:cNvPr id="126003" name="Freeform 41">
                <a:extLst>
                  <a:ext uri="{FF2B5EF4-FFF2-40B4-BE49-F238E27FC236}">
                    <a16:creationId xmlns:a16="http://schemas.microsoft.com/office/drawing/2014/main" id="{34CF3159-3ED7-48A7-B06C-D0F90ECE3F8C}"/>
                  </a:ext>
                </a:extLst>
              </p:cNvPr>
              <p:cNvSpPr>
                <a:spLocks noChangeArrowheads="1"/>
              </p:cNvSpPr>
              <p:nvPr/>
            </p:nvSpPr>
            <p:spPr bwMode="auto">
              <a:xfrm>
                <a:off x="1702" y="754"/>
                <a:ext cx="241" cy="453"/>
              </a:xfrm>
              <a:custGeom>
                <a:avLst/>
                <a:gdLst>
                  <a:gd name="T0" fmla="*/ 241 w 241"/>
                  <a:gd name="T1" fmla="*/ 0 h 453"/>
                  <a:gd name="T2" fmla="*/ 60 w 241"/>
                  <a:gd name="T3" fmla="*/ 90 h 453"/>
                  <a:gd name="T4" fmla="*/ 15 w 241"/>
                  <a:gd name="T5" fmla="*/ 272 h 453"/>
                  <a:gd name="T6" fmla="*/ 151 w 241"/>
                  <a:gd name="T7" fmla="*/ 453 h 45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41" h="453">
                    <a:moveTo>
                      <a:pt x="241" y="0"/>
                    </a:moveTo>
                    <a:cubicBezTo>
                      <a:pt x="169" y="22"/>
                      <a:pt x="98" y="45"/>
                      <a:pt x="60" y="90"/>
                    </a:cubicBezTo>
                    <a:cubicBezTo>
                      <a:pt x="22" y="135"/>
                      <a:pt x="0" y="212"/>
                      <a:pt x="15" y="272"/>
                    </a:cubicBezTo>
                    <a:cubicBezTo>
                      <a:pt x="30" y="332"/>
                      <a:pt x="90" y="392"/>
                      <a:pt x="151" y="453"/>
                    </a:cubicBezTo>
                  </a:path>
                </a:pathLst>
              </a:custGeom>
              <a:noFill/>
              <a:ln w="38100" cap="sq">
                <a:solidFill>
                  <a:srgbClr val="000000"/>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6004" name="Freeform 42">
                <a:extLst>
                  <a:ext uri="{FF2B5EF4-FFF2-40B4-BE49-F238E27FC236}">
                    <a16:creationId xmlns:a16="http://schemas.microsoft.com/office/drawing/2014/main" id="{C83A1A76-7170-4D81-B4A0-532B9050AEC0}"/>
                  </a:ext>
                </a:extLst>
              </p:cNvPr>
              <p:cNvSpPr>
                <a:spLocks noChangeArrowheads="1"/>
              </p:cNvSpPr>
              <p:nvPr/>
            </p:nvSpPr>
            <p:spPr bwMode="auto">
              <a:xfrm>
                <a:off x="3894" y="413"/>
                <a:ext cx="423" cy="341"/>
              </a:xfrm>
              <a:custGeom>
                <a:avLst/>
                <a:gdLst>
                  <a:gd name="T0" fmla="*/ 0 w 423"/>
                  <a:gd name="T1" fmla="*/ 23 h 341"/>
                  <a:gd name="T2" fmla="*/ 272 w 423"/>
                  <a:gd name="T3" fmla="*/ 23 h 341"/>
                  <a:gd name="T4" fmla="*/ 408 w 423"/>
                  <a:gd name="T5" fmla="*/ 159 h 341"/>
                  <a:gd name="T6" fmla="*/ 363 w 423"/>
                  <a:gd name="T7" fmla="*/ 250 h 341"/>
                  <a:gd name="T8" fmla="*/ 227 w 423"/>
                  <a:gd name="T9" fmla="*/ 341 h 3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23" h="341">
                    <a:moveTo>
                      <a:pt x="0" y="23"/>
                    </a:moveTo>
                    <a:cubicBezTo>
                      <a:pt x="102" y="11"/>
                      <a:pt x="204" y="0"/>
                      <a:pt x="272" y="23"/>
                    </a:cubicBezTo>
                    <a:cubicBezTo>
                      <a:pt x="340" y="46"/>
                      <a:pt x="393" y="121"/>
                      <a:pt x="408" y="159"/>
                    </a:cubicBezTo>
                    <a:cubicBezTo>
                      <a:pt x="423" y="197"/>
                      <a:pt x="393" y="220"/>
                      <a:pt x="363" y="250"/>
                    </a:cubicBezTo>
                    <a:cubicBezTo>
                      <a:pt x="333" y="280"/>
                      <a:pt x="280" y="310"/>
                      <a:pt x="227" y="341"/>
                    </a:cubicBezTo>
                  </a:path>
                </a:pathLst>
              </a:custGeom>
              <a:noFill/>
              <a:ln w="38100" cap="sq">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6005" name="Line 43">
                <a:extLst>
                  <a:ext uri="{FF2B5EF4-FFF2-40B4-BE49-F238E27FC236}">
                    <a16:creationId xmlns:a16="http://schemas.microsoft.com/office/drawing/2014/main" id="{CFF0D8AF-36F7-4A71-9D8D-FD20EB50BA67}"/>
                  </a:ext>
                </a:extLst>
              </p:cNvPr>
              <p:cNvSpPr>
                <a:spLocks noChangeShapeType="1"/>
              </p:cNvSpPr>
              <p:nvPr/>
            </p:nvSpPr>
            <p:spPr bwMode="auto">
              <a:xfrm>
                <a:off x="1082" y="1525"/>
                <a:ext cx="3039" cy="0"/>
              </a:xfrm>
              <a:prstGeom prst="line">
                <a:avLst/>
              </a:prstGeom>
              <a:noFill/>
              <a:ln w="38100" cap="sq">
                <a:solidFill>
                  <a:schemeClr val="hlink"/>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06" name="Freeform 44">
                <a:extLst>
                  <a:ext uri="{FF2B5EF4-FFF2-40B4-BE49-F238E27FC236}">
                    <a16:creationId xmlns:a16="http://schemas.microsoft.com/office/drawing/2014/main" id="{431485B8-7EEC-4E69-AD0D-DF7CFAB179CE}"/>
                  </a:ext>
                </a:extLst>
              </p:cNvPr>
              <p:cNvSpPr>
                <a:spLocks noChangeArrowheads="1"/>
              </p:cNvSpPr>
              <p:nvPr/>
            </p:nvSpPr>
            <p:spPr bwMode="auto">
              <a:xfrm>
                <a:off x="3894" y="1238"/>
                <a:ext cx="462" cy="287"/>
              </a:xfrm>
              <a:custGeom>
                <a:avLst/>
                <a:gdLst>
                  <a:gd name="T0" fmla="*/ 0 w 462"/>
                  <a:gd name="T1" fmla="*/ 15 h 287"/>
                  <a:gd name="T2" fmla="*/ 317 w 462"/>
                  <a:gd name="T3" fmla="*/ 15 h 287"/>
                  <a:gd name="T4" fmla="*/ 454 w 462"/>
                  <a:gd name="T5" fmla="*/ 105 h 287"/>
                  <a:gd name="T6" fmla="*/ 363 w 462"/>
                  <a:gd name="T7" fmla="*/ 241 h 287"/>
                  <a:gd name="T8" fmla="*/ 181 w 462"/>
                  <a:gd name="T9" fmla="*/ 287 h 28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2" h="287">
                    <a:moveTo>
                      <a:pt x="0" y="15"/>
                    </a:moveTo>
                    <a:cubicBezTo>
                      <a:pt x="121" y="7"/>
                      <a:pt x="242" y="0"/>
                      <a:pt x="317" y="15"/>
                    </a:cubicBezTo>
                    <a:cubicBezTo>
                      <a:pt x="392" y="30"/>
                      <a:pt x="446" y="67"/>
                      <a:pt x="454" y="105"/>
                    </a:cubicBezTo>
                    <a:cubicBezTo>
                      <a:pt x="462" y="143"/>
                      <a:pt x="409" y="211"/>
                      <a:pt x="363" y="241"/>
                    </a:cubicBezTo>
                    <a:cubicBezTo>
                      <a:pt x="317" y="271"/>
                      <a:pt x="249" y="279"/>
                      <a:pt x="181" y="287"/>
                    </a:cubicBezTo>
                  </a:path>
                </a:pathLst>
              </a:custGeom>
              <a:noFill/>
              <a:ln w="38100" cap="sq">
                <a:solidFill>
                  <a:schemeClr val="hlink"/>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6007" name="Freeform 45">
                <a:extLst>
                  <a:ext uri="{FF2B5EF4-FFF2-40B4-BE49-F238E27FC236}">
                    <a16:creationId xmlns:a16="http://schemas.microsoft.com/office/drawing/2014/main" id="{73F67426-3458-4E38-94E4-78F628F02902}"/>
                  </a:ext>
                </a:extLst>
              </p:cNvPr>
              <p:cNvSpPr>
                <a:spLocks noChangeArrowheads="1"/>
              </p:cNvSpPr>
              <p:nvPr/>
            </p:nvSpPr>
            <p:spPr bwMode="auto">
              <a:xfrm>
                <a:off x="748" y="474"/>
                <a:ext cx="424" cy="1051"/>
              </a:xfrm>
              <a:custGeom>
                <a:avLst/>
                <a:gdLst>
                  <a:gd name="T0" fmla="*/ 334 w 424"/>
                  <a:gd name="T1" fmla="*/ 1051 h 1051"/>
                  <a:gd name="T2" fmla="*/ 198 w 424"/>
                  <a:gd name="T3" fmla="*/ 1005 h 1051"/>
                  <a:gd name="T4" fmla="*/ 61 w 424"/>
                  <a:gd name="T5" fmla="*/ 869 h 1051"/>
                  <a:gd name="T6" fmla="*/ 61 w 424"/>
                  <a:gd name="T7" fmla="*/ 144 h 1051"/>
                  <a:gd name="T8" fmla="*/ 424 w 424"/>
                  <a:gd name="T9" fmla="*/ 7 h 105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24" h="1051">
                    <a:moveTo>
                      <a:pt x="334" y="1051"/>
                    </a:moveTo>
                    <a:cubicBezTo>
                      <a:pt x="289" y="1043"/>
                      <a:pt x="244" y="1035"/>
                      <a:pt x="198" y="1005"/>
                    </a:cubicBezTo>
                    <a:cubicBezTo>
                      <a:pt x="152" y="975"/>
                      <a:pt x="84" y="1012"/>
                      <a:pt x="61" y="869"/>
                    </a:cubicBezTo>
                    <a:cubicBezTo>
                      <a:pt x="38" y="726"/>
                      <a:pt x="0" y="288"/>
                      <a:pt x="61" y="144"/>
                    </a:cubicBezTo>
                    <a:cubicBezTo>
                      <a:pt x="122" y="0"/>
                      <a:pt x="273" y="3"/>
                      <a:pt x="424" y="7"/>
                    </a:cubicBezTo>
                  </a:path>
                </a:pathLst>
              </a:custGeom>
              <a:noFill/>
              <a:ln w="38100" cap="sq">
                <a:solidFill>
                  <a:schemeClr val="hlink"/>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6008" name="Text Box 46">
                <a:extLst>
                  <a:ext uri="{FF2B5EF4-FFF2-40B4-BE49-F238E27FC236}">
                    <a16:creationId xmlns:a16="http://schemas.microsoft.com/office/drawing/2014/main" id="{33DA9BA4-1493-4CA2-933B-7867E87BD39D}"/>
                  </a:ext>
                </a:extLst>
              </p:cNvPr>
              <p:cNvSpPr txBox="1">
                <a:spLocks noChangeArrowheads="1"/>
              </p:cNvSpPr>
              <p:nvPr/>
            </p:nvSpPr>
            <p:spPr bwMode="auto">
              <a:xfrm>
                <a:off x="884" y="28"/>
                <a:ext cx="252"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b="1">
                    <a:solidFill>
                      <a:srgbClr val="FF0000"/>
                    </a:solidFill>
                    <a:latin typeface="+mn-lt"/>
                    <a:ea typeface="+mn-ea"/>
                    <a:cs typeface="+mn-ea"/>
                    <a:sym typeface="+mn-lt"/>
                  </a:rPr>
                  <a:t>①</a:t>
                </a:r>
              </a:p>
            </p:txBody>
          </p:sp>
          <p:sp>
            <p:nvSpPr>
              <p:cNvPr id="126009" name="Line 47">
                <a:extLst>
                  <a:ext uri="{FF2B5EF4-FFF2-40B4-BE49-F238E27FC236}">
                    <a16:creationId xmlns:a16="http://schemas.microsoft.com/office/drawing/2014/main" id="{37E839F7-B794-44E9-8FEC-00A34EBBBC30}"/>
                  </a:ext>
                </a:extLst>
              </p:cNvPr>
              <p:cNvSpPr>
                <a:spLocks noChangeShapeType="1"/>
              </p:cNvSpPr>
              <p:nvPr/>
            </p:nvSpPr>
            <p:spPr bwMode="auto">
              <a:xfrm>
                <a:off x="793" y="345"/>
                <a:ext cx="363" cy="0"/>
              </a:xfrm>
              <a:prstGeom prst="line">
                <a:avLst/>
              </a:prstGeom>
              <a:noFill/>
              <a:ln w="38100" cap="sq">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010" name="Text Box 48">
                <a:extLst>
                  <a:ext uri="{FF2B5EF4-FFF2-40B4-BE49-F238E27FC236}">
                    <a16:creationId xmlns:a16="http://schemas.microsoft.com/office/drawing/2014/main" id="{98AB67F5-2426-4583-B2BD-CFC11DAA1173}"/>
                  </a:ext>
                </a:extLst>
              </p:cNvPr>
              <p:cNvSpPr txBox="1">
                <a:spLocks noChangeArrowheads="1"/>
              </p:cNvSpPr>
              <p:nvPr/>
            </p:nvSpPr>
            <p:spPr bwMode="auto">
              <a:xfrm>
                <a:off x="612" y="73"/>
                <a:ext cx="278"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b="1">
                    <a:solidFill>
                      <a:srgbClr val="FF0000"/>
                    </a:solidFill>
                    <a:latin typeface="+mn-lt"/>
                    <a:ea typeface="+mn-ea"/>
                    <a:cs typeface="+mn-ea"/>
                    <a:sym typeface="+mn-lt"/>
                  </a:rPr>
                  <a:t>p</a:t>
                </a:r>
              </a:p>
            </p:txBody>
          </p:sp>
          <p:sp>
            <p:nvSpPr>
              <p:cNvPr id="126011" name="Text Box 49">
                <a:extLst>
                  <a:ext uri="{FF2B5EF4-FFF2-40B4-BE49-F238E27FC236}">
                    <a16:creationId xmlns:a16="http://schemas.microsoft.com/office/drawing/2014/main" id="{27F4B982-3D88-4FE0-9A1E-FAE3C0AA1C33}"/>
                  </a:ext>
                </a:extLst>
              </p:cNvPr>
              <p:cNvSpPr txBox="1">
                <a:spLocks noChangeArrowheads="1"/>
              </p:cNvSpPr>
              <p:nvPr/>
            </p:nvSpPr>
            <p:spPr bwMode="auto">
              <a:xfrm>
                <a:off x="4306" y="482"/>
                <a:ext cx="344"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b="1">
                    <a:solidFill>
                      <a:srgbClr val="FF0000"/>
                    </a:solidFill>
                    <a:latin typeface="+mn-lt"/>
                    <a:ea typeface="+mn-ea"/>
                    <a:cs typeface="+mn-ea"/>
                    <a:sym typeface="+mn-lt"/>
                  </a:rPr>
                  <a:t>②</a:t>
                </a:r>
              </a:p>
            </p:txBody>
          </p:sp>
          <p:sp>
            <p:nvSpPr>
              <p:cNvPr id="126012" name="Text Box 50">
                <a:extLst>
                  <a:ext uri="{FF2B5EF4-FFF2-40B4-BE49-F238E27FC236}">
                    <a16:creationId xmlns:a16="http://schemas.microsoft.com/office/drawing/2014/main" id="{5F87E185-FCE4-4A04-B380-AB6FE7152A28}"/>
                  </a:ext>
                </a:extLst>
              </p:cNvPr>
              <p:cNvSpPr txBox="1">
                <a:spLocks noChangeArrowheads="1"/>
              </p:cNvSpPr>
              <p:nvPr/>
            </p:nvSpPr>
            <p:spPr bwMode="auto">
              <a:xfrm>
                <a:off x="1020" y="844"/>
                <a:ext cx="344"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b="1">
                    <a:solidFill>
                      <a:srgbClr val="FF0000"/>
                    </a:solidFill>
                    <a:latin typeface="+mn-lt"/>
                    <a:ea typeface="+mn-ea"/>
                    <a:cs typeface="+mn-ea"/>
                    <a:sym typeface="+mn-lt"/>
                  </a:rPr>
                  <a:t>③</a:t>
                </a:r>
              </a:p>
            </p:txBody>
          </p:sp>
          <p:sp>
            <p:nvSpPr>
              <p:cNvPr id="126013" name="Text Box 51">
                <a:extLst>
                  <a:ext uri="{FF2B5EF4-FFF2-40B4-BE49-F238E27FC236}">
                    <a16:creationId xmlns:a16="http://schemas.microsoft.com/office/drawing/2014/main" id="{7818D36A-5BBC-4220-ADC6-A9F4473EB8B5}"/>
                  </a:ext>
                </a:extLst>
              </p:cNvPr>
              <p:cNvSpPr txBox="1">
                <a:spLocks noChangeArrowheads="1"/>
              </p:cNvSpPr>
              <p:nvPr/>
            </p:nvSpPr>
            <p:spPr bwMode="auto">
              <a:xfrm>
                <a:off x="4261" y="1343"/>
                <a:ext cx="344"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b="1">
                    <a:solidFill>
                      <a:srgbClr val="FF0000"/>
                    </a:solidFill>
                    <a:latin typeface="+mn-lt"/>
                    <a:ea typeface="+mn-ea"/>
                    <a:cs typeface="+mn-ea"/>
                    <a:sym typeface="+mn-lt"/>
                  </a:rPr>
                  <a:t>④</a:t>
                </a:r>
              </a:p>
            </p:txBody>
          </p:sp>
          <p:sp>
            <p:nvSpPr>
              <p:cNvPr id="126014" name="Text Box 56">
                <a:extLst>
                  <a:ext uri="{FF2B5EF4-FFF2-40B4-BE49-F238E27FC236}">
                    <a16:creationId xmlns:a16="http://schemas.microsoft.com/office/drawing/2014/main" id="{68C1EEA2-BF3A-4B29-AA8A-64E57EDFD123}"/>
                  </a:ext>
                </a:extLst>
              </p:cNvPr>
              <p:cNvSpPr txBox="1">
                <a:spLocks noChangeArrowheads="1"/>
              </p:cNvSpPr>
              <p:nvPr/>
            </p:nvSpPr>
            <p:spPr bwMode="auto">
              <a:xfrm>
                <a:off x="4542" y="16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Ta</a:t>
                </a:r>
              </a:p>
            </p:txBody>
          </p:sp>
          <p:sp>
            <p:nvSpPr>
              <p:cNvPr id="126015" name="Text Box 61">
                <a:extLst>
                  <a:ext uri="{FF2B5EF4-FFF2-40B4-BE49-F238E27FC236}">
                    <a16:creationId xmlns:a16="http://schemas.microsoft.com/office/drawing/2014/main" id="{57E48C92-8469-4C44-B552-AC212E65B3B8}"/>
                  </a:ext>
                </a:extLst>
              </p:cNvPr>
              <p:cNvSpPr txBox="1">
                <a:spLocks noChangeArrowheads="1"/>
              </p:cNvSpPr>
              <p:nvPr/>
            </p:nvSpPr>
            <p:spPr bwMode="auto">
              <a:xfrm>
                <a:off x="4542" y="935"/>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Tb</a:t>
                </a:r>
              </a:p>
            </p:txBody>
          </p:sp>
        </p:grpSp>
        <p:sp>
          <p:nvSpPr>
            <p:cNvPr id="125960" name="Line 67">
              <a:extLst>
                <a:ext uri="{FF2B5EF4-FFF2-40B4-BE49-F238E27FC236}">
                  <a16:creationId xmlns:a16="http://schemas.microsoft.com/office/drawing/2014/main" id="{07D1A3A8-0FC3-484E-B24D-04DB3EC228FD}"/>
                </a:ext>
              </a:extLst>
            </p:cNvPr>
            <p:cNvSpPr>
              <a:spLocks noChangeShapeType="1"/>
            </p:cNvSpPr>
            <p:nvPr/>
          </p:nvSpPr>
          <p:spPr bwMode="auto">
            <a:xfrm flipH="1">
              <a:off x="7845425" y="790600"/>
              <a:ext cx="452437" cy="0"/>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61" name="Freeform 68">
              <a:extLst>
                <a:ext uri="{FF2B5EF4-FFF2-40B4-BE49-F238E27FC236}">
                  <a16:creationId xmlns:a16="http://schemas.microsoft.com/office/drawing/2014/main" id="{EB7F36AA-B45F-4F59-981E-515C67CBFF5B}"/>
                </a:ext>
              </a:extLst>
            </p:cNvPr>
            <p:cNvSpPr>
              <a:spLocks noChangeArrowheads="1"/>
            </p:cNvSpPr>
            <p:nvPr/>
          </p:nvSpPr>
          <p:spPr bwMode="auto">
            <a:xfrm rot="18805494" flipH="1">
              <a:off x="7918449" y="750913"/>
              <a:ext cx="4763" cy="236538"/>
            </a:xfrm>
            <a:custGeom>
              <a:avLst/>
              <a:gdLst>
                <a:gd name="T0" fmla="*/ 2147483646 w 3"/>
                <a:gd name="T1" fmla="*/ 0 h 177"/>
                <a:gd name="T2" fmla="*/ 0 w 3"/>
                <a:gd name="T3" fmla="*/ 2147483646 h 177"/>
                <a:gd name="T4" fmla="*/ 0 60000 65536"/>
                <a:gd name="T5" fmla="*/ 0 60000 65536"/>
              </a:gdLst>
              <a:ahLst/>
              <a:cxnLst>
                <a:cxn ang="T4">
                  <a:pos x="T0" y="T1"/>
                </a:cxn>
                <a:cxn ang="T5">
                  <a:pos x="T2" y="T3"/>
                </a:cxn>
              </a:cxnLst>
              <a:rect l="0" t="0" r="r" b="b"/>
              <a:pathLst>
                <a:path w="3" h="177">
                  <a:moveTo>
                    <a:pt x="3" y="0"/>
                  </a:moveTo>
                  <a:cubicBezTo>
                    <a:pt x="3" y="29"/>
                    <a:pt x="1" y="140"/>
                    <a:pt x="0" y="177"/>
                  </a:cubicBezTo>
                </a:path>
              </a:pathLst>
            </a:custGeom>
            <a:noFill/>
            <a:ln w="38100" cap="rnd">
              <a:solidFill>
                <a:srgbClr val="FF33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5962" name="Line 69">
              <a:extLst>
                <a:ext uri="{FF2B5EF4-FFF2-40B4-BE49-F238E27FC236}">
                  <a16:creationId xmlns:a16="http://schemas.microsoft.com/office/drawing/2014/main" id="{65CE81F3-88BD-43E1-94B5-4C4E7759BAAA}"/>
                </a:ext>
              </a:extLst>
            </p:cNvPr>
            <p:cNvSpPr>
              <a:spLocks noChangeShapeType="1"/>
            </p:cNvSpPr>
            <p:nvPr/>
          </p:nvSpPr>
          <p:spPr bwMode="auto">
            <a:xfrm flipH="1">
              <a:off x="7459662" y="943000"/>
              <a:ext cx="515938"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63" name="Line 67">
              <a:extLst>
                <a:ext uri="{FF2B5EF4-FFF2-40B4-BE49-F238E27FC236}">
                  <a16:creationId xmlns:a16="http://schemas.microsoft.com/office/drawing/2014/main" id="{4B0ED1B0-7D8B-4D5B-9CF1-7D459C52E2CA}"/>
                </a:ext>
              </a:extLst>
            </p:cNvPr>
            <p:cNvSpPr>
              <a:spLocks noChangeShapeType="1"/>
            </p:cNvSpPr>
            <p:nvPr/>
          </p:nvSpPr>
          <p:spPr bwMode="auto">
            <a:xfrm flipH="1">
              <a:off x="7750175" y="2009800"/>
              <a:ext cx="450850" cy="0"/>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5964" name="Freeform 68">
              <a:extLst>
                <a:ext uri="{FF2B5EF4-FFF2-40B4-BE49-F238E27FC236}">
                  <a16:creationId xmlns:a16="http://schemas.microsoft.com/office/drawing/2014/main" id="{6D7AA5B3-AD16-49BB-B978-53795D00ED3E}"/>
                </a:ext>
              </a:extLst>
            </p:cNvPr>
            <p:cNvSpPr>
              <a:spLocks noChangeArrowheads="1"/>
            </p:cNvSpPr>
            <p:nvPr/>
          </p:nvSpPr>
          <p:spPr bwMode="auto">
            <a:xfrm rot="18805494" flipH="1">
              <a:off x="7821612" y="1970113"/>
              <a:ext cx="4763" cy="236537"/>
            </a:xfrm>
            <a:custGeom>
              <a:avLst/>
              <a:gdLst>
                <a:gd name="T0" fmla="*/ 2147483646 w 3"/>
                <a:gd name="T1" fmla="*/ 0 h 177"/>
                <a:gd name="T2" fmla="*/ 0 w 3"/>
                <a:gd name="T3" fmla="*/ 2147483646 h 177"/>
                <a:gd name="T4" fmla="*/ 0 60000 65536"/>
                <a:gd name="T5" fmla="*/ 0 60000 65536"/>
              </a:gdLst>
              <a:ahLst/>
              <a:cxnLst>
                <a:cxn ang="T4">
                  <a:pos x="T0" y="T1"/>
                </a:cxn>
                <a:cxn ang="T5">
                  <a:pos x="T2" y="T3"/>
                </a:cxn>
              </a:cxnLst>
              <a:rect l="0" t="0" r="r" b="b"/>
              <a:pathLst>
                <a:path w="3" h="177">
                  <a:moveTo>
                    <a:pt x="3" y="0"/>
                  </a:moveTo>
                  <a:cubicBezTo>
                    <a:pt x="3" y="29"/>
                    <a:pt x="1" y="140"/>
                    <a:pt x="0" y="177"/>
                  </a:cubicBezTo>
                </a:path>
              </a:pathLst>
            </a:custGeom>
            <a:noFill/>
            <a:ln w="38100" cap="rnd">
              <a:solidFill>
                <a:srgbClr val="FF33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5965" name="Line 69">
              <a:extLst>
                <a:ext uri="{FF2B5EF4-FFF2-40B4-BE49-F238E27FC236}">
                  <a16:creationId xmlns:a16="http://schemas.microsoft.com/office/drawing/2014/main" id="{03C928F7-EF42-4FD1-B86C-A8F132FD79A4}"/>
                </a:ext>
              </a:extLst>
            </p:cNvPr>
            <p:cNvSpPr>
              <a:spLocks noChangeShapeType="1"/>
            </p:cNvSpPr>
            <p:nvPr/>
          </p:nvSpPr>
          <p:spPr bwMode="auto">
            <a:xfrm flipH="1">
              <a:off x="7362825" y="2162200"/>
              <a:ext cx="515937"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125958" name="Text Box 6">
            <a:extLst>
              <a:ext uri="{FF2B5EF4-FFF2-40B4-BE49-F238E27FC236}">
                <a16:creationId xmlns:a16="http://schemas.microsoft.com/office/drawing/2014/main" id="{E23616D5-CE97-42CC-BB61-8764B70FCEB9}"/>
              </a:ext>
            </a:extLst>
          </p:cNvPr>
          <p:cNvSpPr txBox="1">
            <a:spLocks noChangeArrowheads="1"/>
          </p:cNvSpPr>
          <p:nvPr/>
        </p:nvSpPr>
        <p:spPr bwMode="auto">
          <a:xfrm>
            <a:off x="463550" y="2012950"/>
            <a:ext cx="1152525" cy="585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zh-CN" altLang="en-US" sz="3200" dirty="0">
                <a:latin typeface="+mn-lt"/>
                <a:ea typeface="+mn-ea"/>
                <a:cs typeface="+mn-ea"/>
                <a:sym typeface="+mn-lt"/>
              </a:rPr>
              <a:t>示例</a:t>
            </a:r>
          </a:p>
        </p:txBody>
      </p:sp>
      <p:sp>
        <p:nvSpPr>
          <p:cNvPr id="126" name="Rectangle 4">
            <a:extLst>
              <a:ext uri="{FF2B5EF4-FFF2-40B4-BE49-F238E27FC236}">
                <a16:creationId xmlns:a16="http://schemas.microsoft.com/office/drawing/2014/main" id="{2C1B9ABD-937B-444F-8F2E-6B4A28E35FE4}"/>
              </a:ext>
            </a:extLst>
          </p:cNvPr>
          <p:cNvSpPr>
            <a:spLocks noChangeArrowheads="1"/>
          </p:cNvSpPr>
          <p:nvPr/>
        </p:nvSpPr>
        <p:spPr bwMode="auto">
          <a:xfrm>
            <a:off x="889000" y="139700"/>
            <a:ext cx="71643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循环链表</a:t>
            </a:r>
          </a:p>
        </p:txBody>
      </p:sp>
      <p:sp>
        <p:nvSpPr>
          <p:cNvPr id="2" name="下弧形箭头 1">
            <a:extLst>
              <a:ext uri="{FF2B5EF4-FFF2-40B4-BE49-F238E27FC236}">
                <a16:creationId xmlns:a16="http://schemas.microsoft.com/office/drawing/2014/main" id="{B97972A2-9636-6545-8E3D-DB4150C76108}"/>
              </a:ext>
            </a:extLst>
          </p:cNvPr>
          <p:cNvSpPr>
            <a:spLocks noChangeArrowheads="1"/>
          </p:cNvSpPr>
          <p:nvPr/>
        </p:nvSpPr>
        <p:spPr bwMode="auto">
          <a:xfrm rot="16200000" flipV="1">
            <a:off x="1588" y="3810000"/>
            <a:ext cx="2222500" cy="825500"/>
          </a:xfrm>
          <a:prstGeom prst="curvedUpArrow">
            <a:avLst>
              <a:gd name="adj1" fmla="val 25004"/>
              <a:gd name="adj2" fmla="val 50032"/>
              <a:gd name="adj3" fmla="val 25000"/>
            </a:avLst>
          </a:prstGeom>
          <a:solidFill>
            <a:srgbClr val="FF0000"/>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ppt_x"/>
                                          </p:val>
                                        </p:tav>
                                        <p:tav tm="100000">
                                          <p:val>
                                            <p:strVal val="#ppt_x"/>
                                          </p:val>
                                        </p:tav>
                                      </p:tavLst>
                                    </p:anim>
                                    <p:anim calcmode="lin" valueType="num">
                                      <p:cBhvr additive="base">
                                        <p:cTn id="12"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矩形 1">
            <a:extLst>
              <a:ext uri="{FF2B5EF4-FFF2-40B4-BE49-F238E27FC236}">
                <a16:creationId xmlns:a16="http://schemas.microsoft.com/office/drawing/2014/main" id="{5C7D7E2D-0690-7E44-AD5C-58FE7461D62E}"/>
              </a:ext>
            </a:extLst>
          </p:cNvPr>
          <p:cNvSpPr>
            <a:spLocks noChangeArrowheads="1"/>
          </p:cNvSpPr>
          <p:nvPr/>
        </p:nvSpPr>
        <p:spPr bwMode="auto">
          <a:xfrm>
            <a:off x="0" y="3681413"/>
            <a:ext cx="9144000" cy="3176587"/>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grpSp>
        <p:nvGrpSpPr>
          <p:cNvPr id="132099" name="Group 2">
            <a:extLst>
              <a:ext uri="{FF2B5EF4-FFF2-40B4-BE49-F238E27FC236}">
                <a16:creationId xmlns:a16="http://schemas.microsoft.com/office/drawing/2014/main" id="{FA225844-52C6-9042-83BA-24710B1B87B5}"/>
              </a:ext>
            </a:extLst>
          </p:cNvPr>
          <p:cNvGrpSpPr>
            <a:grpSpLocks/>
          </p:cNvGrpSpPr>
          <p:nvPr/>
        </p:nvGrpSpPr>
        <p:grpSpPr bwMode="auto">
          <a:xfrm>
            <a:off x="1752600" y="881063"/>
            <a:ext cx="6924675" cy="2611437"/>
            <a:chOff x="612" y="28"/>
            <a:chExt cx="4362" cy="1645"/>
          </a:xfrm>
        </p:grpSpPr>
        <p:sp>
          <p:nvSpPr>
            <p:cNvPr id="126992" name="Rectangle 3">
              <a:extLst>
                <a:ext uri="{FF2B5EF4-FFF2-40B4-BE49-F238E27FC236}">
                  <a16:creationId xmlns:a16="http://schemas.microsoft.com/office/drawing/2014/main" id="{343FA907-F64C-4CA7-B210-AD9286B56B64}"/>
                </a:ext>
              </a:extLst>
            </p:cNvPr>
            <p:cNvSpPr>
              <a:spLocks noChangeArrowheads="1"/>
            </p:cNvSpPr>
            <p:nvPr/>
          </p:nvSpPr>
          <p:spPr bwMode="auto">
            <a:xfrm>
              <a:off x="2496" y="308"/>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6993" name="Rectangle 4">
              <a:extLst>
                <a:ext uri="{FF2B5EF4-FFF2-40B4-BE49-F238E27FC236}">
                  <a16:creationId xmlns:a16="http://schemas.microsoft.com/office/drawing/2014/main" id="{0E49FC27-F9B8-4336-8560-0B88F03B0E61}"/>
                </a:ext>
              </a:extLst>
            </p:cNvPr>
            <p:cNvSpPr>
              <a:spLocks noChangeArrowheads="1"/>
            </p:cNvSpPr>
            <p:nvPr/>
          </p:nvSpPr>
          <p:spPr bwMode="auto">
            <a:xfrm>
              <a:off x="3523" y="308"/>
              <a:ext cx="500"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6994" name="Line 5">
              <a:extLst>
                <a:ext uri="{FF2B5EF4-FFF2-40B4-BE49-F238E27FC236}">
                  <a16:creationId xmlns:a16="http://schemas.microsoft.com/office/drawing/2014/main" id="{117C90D7-7918-45FB-B042-08E00A114D32}"/>
                </a:ext>
              </a:extLst>
            </p:cNvPr>
            <p:cNvSpPr>
              <a:spLocks noChangeShapeType="1"/>
            </p:cNvSpPr>
            <p:nvPr/>
          </p:nvSpPr>
          <p:spPr bwMode="auto">
            <a:xfrm>
              <a:off x="3773" y="308"/>
              <a:ext cx="1" cy="336"/>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995" name="Line 6">
              <a:extLst>
                <a:ext uri="{FF2B5EF4-FFF2-40B4-BE49-F238E27FC236}">
                  <a16:creationId xmlns:a16="http://schemas.microsoft.com/office/drawing/2014/main" id="{F3FAF6E6-58F9-4366-88CF-322155DECD1A}"/>
                </a:ext>
              </a:extLst>
            </p:cNvPr>
            <p:cNvSpPr>
              <a:spLocks noChangeShapeType="1"/>
            </p:cNvSpPr>
            <p:nvPr/>
          </p:nvSpPr>
          <p:spPr bwMode="auto">
            <a:xfrm>
              <a:off x="2727" y="308"/>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996" name="Line 7">
              <a:extLst>
                <a:ext uri="{FF2B5EF4-FFF2-40B4-BE49-F238E27FC236}">
                  <a16:creationId xmlns:a16="http://schemas.microsoft.com/office/drawing/2014/main" id="{F0873527-F64C-410A-9EA5-48FB46C69FE7}"/>
                </a:ext>
              </a:extLst>
            </p:cNvPr>
            <p:cNvSpPr>
              <a:spLocks noChangeShapeType="1"/>
            </p:cNvSpPr>
            <p:nvPr/>
          </p:nvSpPr>
          <p:spPr bwMode="auto">
            <a:xfrm>
              <a:off x="2889" y="500"/>
              <a:ext cx="249"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997" name="Rectangle 8">
              <a:extLst>
                <a:ext uri="{FF2B5EF4-FFF2-40B4-BE49-F238E27FC236}">
                  <a16:creationId xmlns:a16="http://schemas.microsoft.com/office/drawing/2014/main" id="{D7BD5D36-BE9F-4AAC-8734-282B664F9388}"/>
                </a:ext>
              </a:extLst>
            </p:cNvPr>
            <p:cNvSpPr>
              <a:spLocks noChangeArrowheads="1"/>
            </p:cNvSpPr>
            <p:nvPr/>
          </p:nvSpPr>
          <p:spPr bwMode="auto">
            <a:xfrm>
              <a:off x="1854" y="308"/>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6998" name="Line 9">
              <a:extLst>
                <a:ext uri="{FF2B5EF4-FFF2-40B4-BE49-F238E27FC236}">
                  <a16:creationId xmlns:a16="http://schemas.microsoft.com/office/drawing/2014/main" id="{D228F49F-BBB5-4F0F-9598-AA539EE3A3B6}"/>
                </a:ext>
              </a:extLst>
            </p:cNvPr>
            <p:cNvSpPr>
              <a:spLocks noChangeShapeType="1"/>
            </p:cNvSpPr>
            <p:nvPr/>
          </p:nvSpPr>
          <p:spPr bwMode="auto">
            <a:xfrm>
              <a:off x="2104" y="308"/>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999" name="Line 10">
              <a:extLst>
                <a:ext uri="{FF2B5EF4-FFF2-40B4-BE49-F238E27FC236}">
                  <a16:creationId xmlns:a16="http://schemas.microsoft.com/office/drawing/2014/main" id="{77732988-C82A-4248-A2FA-FFE0EA694F29}"/>
                </a:ext>
              </a:extLst>
            </p:cNvPr>
            <p:cNvSpPr>
              <a:spLocks noChangeShapeType="1"/>
            </p:cNvSpPr>
            <p:nvPr/>
          </p:nvSpPr>
          <p:spPr bwMode="auto">
            <a:xfrm>
              <a:off x="2246" y="500"/>
              <a:ext cx="250"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00" name="Line 11">
              <a:extLst>
                <a:ext uri="{FF2B5EF4-FFF2-40B4-BE49-F238E27FC236}">
                  <a16:creationId xmlns:a16="http://schemas.microsoft.com/office/drawing/2014/main" id="{3F078BC2-A9BC-465E-813D-B55D13FB3CD9}"/>
                </a:ext>
              </a:extLst>
            </p:cNvPr>
            <p:cNvSpPr>
              <a:spLocks noChangeShapeType="1"/>
            </p:cNvSpPr>
            <p:nvPr/>
          </p:nvSpPr>
          <p:spPr bwMode="auto">
            <a:xfrm>
              <a:off x="3345" y="500"/>
              <a:ext cx="178" cy="1"/>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01" name="Line 12">
              <a:extLst>
                <a:ext uri="{FF2B5EF4-FFF2-40B4-BE49-F238E27FC236}">
                  <a16:creationId xmlns:a16="http://schemas.microsoft.com/office/drawing/2014/main" id="{B60F0AA9-C122-4F54-94E5-54F276E2FAE8}"/>
                </a:ext>
              </a:extLst>
            </p:cNvPr>
            <p:cNvSpPr>
              <a:spLocks noChangeShapeType="1"/>
            </p:cNvSpPr>
            <p:nvPr/>
          </p:nvSpPr>
          <p:spPr bwMode="auto">
            <a:xfrm>
              <a:off x="3175" y="500"/>
              <a:ext cx="141" cy="0"/>
            </a:xfrm>
            <a:prstGeom prst="line">
              <a:avLst/>
            </a:prstGeom>
            <a:noFill/>
            <a:ln w="28575">
              <a:solidFill>
                <a:srgbClr val="FF0000"/>
              </a:solidFill>
              <a:prstDash val="sysDot"/>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02" name="Rectangle 13">
              <a:extLst>
                <a:ext uri="{FF2B5EF4-FFF2-40B4-BE49-F238E27FC236}">
                  <a16:creationId xmlns:a16="http://schemas.microsoft.com/office/drawing/2014/main" id="{6DE4BFF8-A0CD-499A-BA69-CAFD712C50B9}"/>
                </a:ext>
              </a:extLst>
            </p:cNvPr>
            <p:cNvSpPr>
              <a:spLocks noChangeArrowheads="1"/>
            </p:cNvSpPr>
            <p:nvPr/>
          </p:nvSpPr>
          <p:spPr bwMode="auto">
            <a:xfrm>
              <a:off x="1187" y="308"/>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7003" name="Line 14">
              <a:extLst>
                <a:ext uri="{FF2B5EF4-FFF2-40B4-BE49-F238E27FC236}">
                  <a16:creationId xmlns:a16="http://schemas.microsoft.com/office/drawing/2014/main" id="{36673B39-F64F-4AC2-96A9-86FB434F76A0}"/>
                </a:ext>
              </a:extLst>
            </p:cNvPr>
            <p:cNvSpPr>
              <a:spLocks noChangeShapeType="1"/>
            </p:cNvSpPr>
            <p:nvPr/>
          </p:nvSpPr>
          <p:spPr bwMode="auto">
            <a:xfrm>
              <a:off x="1436" y="308"/>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04" name="Line 15">
              <a:extLst>
                <a:ext uri="{FF2B5EF4-FFF2-40B4-BE49-F238E27FC236}">
                  <a16:creationId xmlns:a16="http://schemas.microsoft.com/office/drawing/2014/main" id="{26E94EBC-D4DD-4F96-8178-8E3F61F4EBBE}"/>
                </a:ext>
              </a:extLst>
            </p:cNvPr>
            <p:cNvSpPr>
              <a:spLocks noChangeShapeType="1"/>
            </p:cNvSpPr>
            <p:nvPr/>
          </p:nvSpPr>
          <p:spPr bwMode="auto">
            <a:xfrm>
              <a:off x="1579" y="500"/>
              <a:ext cx="249"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05" name="Line 16">
              <a:extLst>
                <a:ext uri="{FF2B5EF4-FFF2-40B4-BE49-F238E27FC236}">
                  <a16:creationId xmlns:a16="http://schemas.microsoft.com/office/drawing/2014/main" id="{2C364EBA-9DB8-4C27-B41A-63A7C2629B05}"/>
                </a:ext>
              </a:extLst>
            </p:cNvPr>
            <p:cNvSpPr>
              <a:spLocks noChangeShapeType="1"/>
            </p:cNvSpPr>
            <p:nvPr/>
          </p:nvSpPr>
          <p:spPr bwMode="auto">
            <a:xfrm flipH="1">
              <a:off x="1187" y="308"/>
              <a:ext cx="125" cy="192"/>
            </a:xfrm>
            <a:prstGeom prst="line">
              <a:avLst/>
            </a:prstGeom>
            <a:noFill/>
            <a:ln w="127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06" name="Line 17">
              <a:extLst>
                <a:ext uri="{FF2B5EF4-FFF2-40B4-BE49-F238E27FC236}">
                  <a16:creationId xmlns:a16="http://schemas.microsoft.com/office/drawing/2014/main" id="{87D67A41-6BFF-4227-9515-CFC360C4B519}"/>
                </a:ext>
              </a:extLst>
            </p:cNvPr>
            <p:cNvSpPr>
              <a:spLocks noChangeShapeType="1"/>
            </p:cNvSpPr>
            <p:nvPr/>
          </p:nvSpPr>
          <p:spPr bwMode="auto">
            <a:xfrm flipH="1">
              <a:off x="1228" y="308"/>
              <a:ext cx="209" cy="336"/>
            </a:xfrm>
            <a:prstGeom prst="line">
              <a:avLst/>
            </a:prstGeom>
            <a:noFill/>
            <a:ln w="127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07" name="Line 18">
              <a:extLst>
                <a:ext uri="{FF2B5EF4-FFF2-40B4-BE49-F238E27FC236}">
                  <a16:creationId xmlns:a16="http://schemas.microsoft.com/office/drawing/2014/main" id="{343B1D81-8583-4C5C-AB61-11884530A991}"/>
                </a:ext>
              </a:extLst>
            </p:cNvPr>
            <p:cNvSpPr>
              <a:spLocks noChangeShapeType="1"/>
            </p:cNvSpPr>
            <p:nvPr/>
          </p:nvSpPr>
          <p:spPr bwMode="auto">
            <a:xfrm flipH="1">
              <a:off x="1312" y="500"/>
              <a:ext cx="125" cy="144"/>
            </a:xfrm>
            <a:prstGeom prst="line">
              <a:avLst/>
            </a:prstGeom>
            <a:noFill/>
            <a:ln w="127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08" name="Line 19">
              <a:extLst>
                <a:ext uri="{FF2B5EF4-FFF2-40B4-BE49-F238E27FC236}">
                  <a16:creationId xmlns:a16="http://schemas.microsoft.com/office/drawing/2014/main" id="{9ADD3163-B9F7-45B4-8999-3EE6CBF4DFA0}"/>
                </a:ext>
              </a:extLst>
            </p:cNvPr>
            <p:cNvSpPr>
              <a:spLocks noChangeShapeType="1"/>
            </p:cNvSpPr>
            <p:nvPr/>
          </p:nvSpPr>
          <p:spPr bwMode="auto">
            <a:xfrm>
              <a:off x="1943" y="754"/>
              <a:ext cx="2178" cy="0"/>
            </a:xfrm>
            <a:prstGeom prst="line">
              <a:avLst/>
            </a:prstGeom>
            <a:noFill/>
            <a:ln w="38100" cap="rnd">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09" name="Text Box 20">
              <a:extLst>
                <a:ext uri="{FF2B5EF4-FFF2-40B4-BE49-F238E27FC236}">
                  <a16:creationId xmlns:a16="http://schemas.microsoft.com/office/drawing/2014/main" id="{3F84E668-429E-4330-B9D6-230A321C82FE}"/>
                </a:ext>
              </a:extLst>
            </p:cNvPr>
            <p:cNvSpPr txBox="1">
              <a:spLocks noChangeArrowheads="1"/>
            </p:cNvSpPr>
            <p:nvPr/>
          </p:nvSpPr>
          <p:spPr bwMode="auto">
            <a:xfrm>
              <a:off x="1863" y="308"/>
              <a:ext cx="288"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a</a:t>
              </a:r>
              <a:r>
                <a:rPr lang="en-US" altLang="zh-CN" sz="1600" b="1">
                  <a:solidFill>
                    <a:srgbClr val="FF0000"/>
                  </a:solidFill>
                  <a:latin typeface="+mn-lt"/>
                  <a:ea typeface="+mn-ea"/>
                  <a:cs typeface="+mn-ea"/>
                  <a:sym typeface="+mn-lt"/>
                </a:rPr>
                <a:t>1</a:t>
              </a:r>
              <a:endParaRPr lang="zh-CN" altLang="en-US" sz="1600" b="1">
                <a:solidFill>
                  <a:srgbClr val="FF0000"/>
                </a:solidFill>
                <a:latin typeface="+mn-lt"/>
                <a:ea typeface="+mn-ea"/>
                <a:cs typeface="+mn-ea"/>
                <a:sym typeface="+mn-lt"/>
              </a:endParaRPr>
            </a:p>
          </p:txBody>
        </p:sp>
        <p:sp>
          <p:nvSpPr>
            <p:cNvPr id="127010" name="Text Box 21">
              <a:extLst>
                <a:ext uri="{FF2B5EF4-FFF2-40B4-BE49-F238E27FC236}">
                  <a16:creationId xmlns:a16="http://schemas.microsoft.com/office/drawing/2014/main" id="{B3A70650-E709-44DE-B547-D075A25CAF06}"/>
                </a:ext>
              </a:extLst>
            </p:cNvPr>
            <p:cNvSpPr txBox="1">
              <a:spLocks noChangeArrowheads="1"/>
            </p:cNvSpPr>
            <p:nvPr/>
          </p:nvSpPr>
          <p:spPr bwMode="auto">
            <a:xfrm>
              <a:off x="3495" y="308"/>
              <a:ext cx="288"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a</a:t>
              </a:r>
              <a:r>
                <a:rPr lang="en-US" altLang="zh-CN" sz="1600" b="1">
                  <a:solidFill>
                    <a:srgbClr val="FF0000"/>
                  </a:solidFill>
                  <a:latin typeface="+mn-lt"/>
                  <a:ea typeface="+mn-ea"/>
                  <a:cs typeface="+mn-ea"/>
                  <a:sym typeface="+mn-lt"/>
                </a:rPr>
                <a:t>n</a:t>
              </a:r>
              <a:endParaRPr lang="zh-CN" altLang="en-US" sz="1600" b="1">
                <a:solidFill>
                  <a:srgbClr val="FF0000"/>
                </a:solidFill>
                <a:latin typeface="+mn-lt"/>
                <a:ea typeface="+mn-ea"/>
                <a:cs typeface="+mn-ea"/>
                <a:sym typeface="+mn-lt"/>
              </a:endParaRPr>
            </a:p>
          </p:txBody>
        </p:sp>
        <p:sp>
          <p:nvSpPr>
            <p:cNvPr id="127011" name="Rectangle 22">
              <a:extLst>
                <a:ext uri="{FF2B5EF4-FFF2-40B4-BE49-F238E27FC236}">
                  <a16:creationId xmlns:a16="http://schemas.microsoft.com/office/drawing/2014/main" id="{BEC3EC6B-6867-4D45-A8FB-4734874236FB}"/>
                </a:ext>
              </a:extLst>
            </p:cNvPr>
            <p:cNvSpPr>
              <a:spLocks noChangeArrowheads="1"/>
            </p:cNvSpPr>
            <p:nvPr/>
          </p:nvSpPr>
          <p:spPr bwMode="auto">
            <a:xfrm>
              <a:off x="2496" y="1079"/>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7012" name="Rectangle 23">
              <a:extLst>
                <a:ext uri="{FF2B5EF4-FFF2-40B4-BE49-F238E27FC236}">
                  <a16:creationId xmlns:a16="http://schemas.microsoft.com/office/drawing/2014/main" id="{6E059BBD-DC4D-4C1D-9A90-0A323EB1E989}"/>
                </a:ext>
              </a:extLst>
            </p:cNvPr>
            <p:cNvSpPr>
              <a:spLocks noChangeArrowheads="1"/>
            </p:cNvSpPr>
            <p:nvPr/>
          </p:nvSpPr>
          <p:spPr bwMode="auto">
            <a:xfrm>
              <a:off x="3523" y="1079"/>
              <a:ext cx="500"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7013" name="Line 24">
              <a:extLst>
                <a:ext uri="{FF2B5EF4-FFF2-40B4-BE49-F238E27FC236}">
                  <a16:creationId xmlns:a16="http://schemas.microsoft.com/office/drawing/2014/main" id="{99F77409-9BB2-4B6E-96DF-091A036F34A8}"/>
                </a:ext>
              </a:extLst>
            </p:cNvPr>
            <p:cNvSpPr>
              <a:spLocks noChangeShapeType="1"/>
            </p:cNvSpPr>
            <p:nvPr/>
          </p:nvSpPr>
          <p:spPr bwMode="auto">
            <a:xfrm>
              <a:off x="3773" y="1079"/>
              <a:ext cx="1" cy="336"/>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14" name="Line 25">
              <a:extLst>
                <a:ext uri="{FF2B5EF4-FFF2-40B4-BE49-F238E27FC236}">
                  <a16:creationId xmlns:a16="http://schemas.microsoft.com/office/drawing/2014/main" id="{25A9991E-DE39-40EB-85A8-458D44D4E9F3}"/>
                </a:ext>
              </a:extLst>
            </p:cNvPr>
            <p:cNvSpPr>
              <a:spLocks noChangeShapeType="1"/>
            </p:cNvSpPr>
            <p:nvPr/>
          </p:nvSpPr>
          <p:spPr bwMode="auto">
            <a:xfrm>
              <a:off x="2727" y="1079"/>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15" name="Line 26">
              <a:extLst>
                <a:ext uri="{FF2B5EF4-FFF2-40B4-BE49-F238E27FC236}">
                  <a16:creationId xmlns:a16="http://schemas.microsoft.com/office/drawing/2014/main" id="{88A86DA4-E6C3-4579-8EE3-E53AF6845024}"/>
                </a:ext>
              </a:extLst>
            </p:cNvPr>
            <p:cNvSpPr>
              <a:spLocks noChangeShapeType="1"/>
            </p:cNvSpPr>
            <p:nvPr/>
          </p:nvSpPr>
          <p:spPr bwMode="auto">
            <a:xfrm>
              <a:off x="2889" y="1271"/>
              <a:ext cx="249"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16" name="Rectangle 27">
              <a:extLst>
                <a:ext uri="{FF2B5EF4-FFF2-40B4-BE49-F238E27FC236}">
                  <a16:creationId xmlns:a16="http://schemas.microsoft.com/office/drawing/2014/main" id="{0F92DADC-95A9-452F-A6DE-94D92CEC7F15}"/>
                </a:ext>
              </a:extLst>
            </p:cNvPr>
            <p:cNvSpPr>
              <a:spLocks noChangeArrowheads="1"/>
            </p:cNvSpPr>
            <p:nvPr/>
          </p:nvSpPr>
          <p:spPr bwMode="auto">
            <a:xfrm>
              <a:off x="1854" y="1079"/>
              <a:ext cx="499" cy="323"/>
            </a:xfrm>
            <a:prstGeom prst="rect">
              <a:avLst/>
            </a:prstGeom>
            <a:solidFill>
              <a:srgbClr val="B8D4EC"/>
            </a:solidFill>
            <a:ln w="12700" cap="rnd">
              <a:solidFill>
                <a:schemeClr val="bg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7017" name="Line 28">
              <a:extLst>
                <a:ext uri="{FF2B5EF4-FFF2-40B4-BE49-F238E27FC236}">
                  <a16:creationId xmlns:a16="http://schemas.microsoft.com/office/drawing/2014/main" id="{41C7CED2-A79D-422F-8281-D81BE2CA55DF}"/>
                </a:ext>
              </a:extLst>
            </p:cNvPr>
            <p:cNvSpPr>
              <a:spLocks noChangeShapeType="1"/>
            </p:cNvSpPr>
            <p:nvPr/>
          </p:nvSpPr>
          <p:spPr bwMode="auto">
            <a:xfrm>
              <a:off x="2104" y="1079"/>
              <a:ext cx="0" cy="323"/>
            </a:xfrm>
            <a:prstGeom prst="line">
              <a:avLst/>
            </a:prstGeom>
            <a:noFill/>
            <a:ln w="12700" cap="rnd">
              <a:solidFill>
                <a:schemeClr val="bg2"/>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18" name="Line 29">
              <a:extLst>
                <a:ext uri="{FF2B5EF4-FFF2-40B4-BE49-F238E27FC236}">
                  <a16:creationId xmlns:a16="http://schemas.microsoft.com/office/drawing/2014/main" id="{4884C0A0-033C-4EC2-ACE3-1FB262EC57DD}"/>
                </a:ext>
              </a:extLst>
            </p:cNvPr>
            <p:cNvSpPr>
              <a:spLocks noChangeShapeType="1"/>
            </p:cNvSpPr>
            <p:nvPr/>
          </p:nvSpPr>
          <p:spPr bwMode="auto">
            <a:xfrm>
              <a:off x="2246" y="1271"/>
              <a:ext cx="250"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19" name="Line 30">
              <a:extLst>
                <a:ext uri="{FF2B5EF4-FFF2-40B4-BE49-F238E27FC236}">
                  <a16:creationId xmlns:a16="http://schemas.microsoft.com/office/drawing/2014/main" id="{16CC677D-6D24-447D-8878-FB205AE78EF3}"/>
                </a:ext>
              </a:extLst>
            </p:cNvPr>
            <p:cNvSpPr>
              <a:spLocks noChangeShapeType="1"/>
            </p:cNvSpPr>
            <p:nvPr/>
          </p:nvSpPr>
          <p:spPr bwMode="auto">
            <a:xfrm>
              <a:off x="3345" y="1271"/>
              <a:ext cx="178" cy="1"/>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20" name="Line 31">
              <a:extLst>
                <a:ext uri="{FF2B5EF4-FFF2-40B4-BE49-F238E27FC236}">
                  <a16:creationId xmlns:a16="http://schemas.microsoft.com/office/drawing/2014/main" id="{306BBF4C-967F-470C-B533-D88EB9FC09E6}"/>
                </a:ext>
              </a:extLst>
            </p:cNvPr>
            <p:cNvSpPr>
              <a:spLocks noChangeShapeType="1"/>
            </p:cNvSpPr>
            <p:nvPr/>
          </p:nvSpPr>
          <p:spPr bwMode="auto">
            <a:xfrm>
              <a:off x="3175" y="1271"/>
              <a:ext cx="141" cy="0"/>
            </a:xfrm>
            <a:prstGeom prst="line">
              <a:avLst/>
            </a:prstGeom>
            <a:noFill/>
            <a:ln w="28575">
              <a:solidFill>
                <a:srgbClr val="FF0000"/>
              </a:solidFill>
              <a:prstDash val="sysDot"/>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21" name="Rectangle 32">
              <a:extLst>
                <a:ext uri="{FF2B5EF4-FFF2-40B4-BE49-F238E27FC236}">
                  <a16:creationId xmlns:a16="http://schemas.microsoft.com/office/drawing/2014/main" id="{B478F496-4CEA-4CDD-A4A8-55079D95CADF}"/>
                </a:ext>
              </a:extLst>
            </p:cNvPr>
            <p:cNvSpPr>
              <a:spLocks noChangeArrowheads="1"/>
            </p:cNvSpPr>
            <p:nvPr/>
          </p:nvSpPr>
          <p:spPr bwMode="auto">
            <a:xfrm>
              <a:off x="1187" y="1079"/>
              <a:ext cx="499" cy="323"/>
            </a:xfrm>
            <a:prstGeom prst="rect">
              <a:avLst/>
            </a:prstGeom>
            <a:solidFill>
              <a:schemeClr val="tx2"/>
            </a:solidFill>
            <a:ln w="12700">
              <a:solidFill>
                <a:schemeClr val="bg1"/>
              </a:solidFill>
              <a:prstDash val="dash"/>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endParaRPr lang="zh-CN" altLang="en-US" sz="2000" b="1">
                <a:solidFill>
                  <a:srgbClr val="010000"/>
                </a:solidFill>
                <a:latin typeface="+mn-lt"/>
                <a:ea typeface="+mn-ea"/>
                <a:cs typeface="+mn-ea"/>
                <a:sym typeface="+mn-lt"/>
              </a:endParaRPr>
            </a:p>
          </p:txBody>
        </p:sp>
        <p:sp>
          <p:nvSpPr>
            <p:cNvPr id="127022" name="Line 33">
              <a:extLst>
                <a:ext uri="{FF2B5EF4-FFF2-40B4-BE49-F238E27FC236}">
                  <a16:creationId xmlns:a16="http://schemas.microsoft.com/office/drawing/2014/main" id="{3BA1DE6E-E374-4F53-B3C2-1E47D61EFF29}"/>
                </a:ext>
              </a:extLst>
            </p:cNvPr>
            <p:cNvSpPr>
              <a:spLocks noChangeShapeType="1"/>
            </p:cNvSpPr>
            <p:nvPr/>
          </p:nvSpPr>
          <p:spPr bwMode="auto">
            <a:xfrm>
              <a:off x="1445" y="1071"/>
              <a:ext cx="0" cy="323"/>
            </a:xfrm>
            <a:prstGeom prst="line">
              <a:avLst/>
            </a:prstGeom>
            <a:noFill/>
            <a:ln w="12700">
              <a:solidFill>
                <a:schemeClr val="bg1"/>
              </a:solidFill>
              <a:prstDash val="dash"/>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23" name="Line 34">
              <a:extLst>
                <a:ext uri="{FF2B5EF4-FFF2-40B4-BE49-F238E27FC236}">
                  <a16:creationId xmlns:a16="http://schemas.microsoft.com/office/drawing/2014/main" id="{5C7A734D-D355-4D65-8CF3-49E76CFD7C6E}"/>
                </a:ext>
              </a:extLst>
            </p:cNvPr>
            <p:cNvSpPr>
              <a:spLocks noChangeShapeType="1"/>
            </p:cNvSpPr>
            <p:nvPr/>
          </p:nvSpPr>
          <p:spPr bwMode="auto">
            <a:xfrm flipH="1">
              <a:off x="1187" y="1079"/>
              <a:ext cx="125" cy="192"/>
            </a:xfrm>
            <a:prstGeom prst="line">
              <a:avLst/>
            </a:prstGeom>
            <a:noFill/>
            <a:ln w="12700">
              <a:solidFill>
                <a:schemeClr val="bg1"/>
              </a:solidFill>
              <a:prstDash val="dash"/>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24" name="Line 35">
              <a:extLst>
                <a:ext uri="{FF2B5EF4-FFF2-40B4-BE49-F238E27FC236}">
                  <a16:creationId xmlns:a16="http://schemas.microsoft.com/office/drawing/2014/main" id="{D789D65B-174E-42D7-998B-41A3427C9596}"/>
                </a:ext>
              </a:extLst>
            </p:cNvPr>
            <p:cNvSpPr>
              <a:spLocks noChangeShapeType="1"/>
            </p:cNvSpPr>
            <p:nvPr/>
          </p:nvSpPr>
          <p:spPr bwMode="auto">
            <a:xfrm flipH="1">
              <a:off x="1228" y="1079"/>
              <a:ext cx="209" cy="336"/>
            </a:xfrm>
            <a:prstGeom prst="line">
              <a:avLst/>
            </a:prstGeom>
            <a:noFill/>
            <a:ln w="12700">
              <a:solidFill>
                <a:schemeClr val="bg1"/>
              </a:solidFill>
              <a:prstDash val="dash"/>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25" name="Line 36">
              <a:extLst>
                <a:ext uri="{FF2B5EF4-FFF2-40B4-BE49-F238E27FC236}">
                  <a16:creationId xmlns:a16="http://schemas.microsoft.com/office/drawing/2014/main" id="{C629E529-0F57-43CF-9DBB-CB7120149753}"/>
                </a:ext>
              </a:extLst>
            </p:cNvPr>
            <p:cNvSpPr>
              <a:spLocks noChangeShapeType="1"/>
            </p:cNvSpPr>
            <p:nvPr/>
          </p:nvSpPr>
          <p:spPr bwMode="auto">
            <a:xfrm flipH="1">
              <a:off x="1312" y="1271"/>
              <a:ext cx="125" cy="144"/>
            </a:xfrm>
            <a:prstGeom prst="line">
              <a:avLst/>
            </a:prstGeom>
            <a:noFill/>
            <a:ln w="12700">
              <a:solidFill>
                <a:schemeClr val="bg1"/>
              </a:solidFill>
              <a:prstDash val="dash"/>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26" name="Text Box 37">
              <a:extLst>
                <a:ext uri="{FF2B5EF4-FFF2-40B4-BE49-F238E27FC236}">
                  <a16:creationId xmlns:a16="http://schemas.microsoft.com/office/drawing/2014/main" id="{35B5EDD0-8E0F-49B8-8AEE-91E98114D899}"/>
                </a:ext>
              </a:extLst>
            </p:cNvPr>
            <p:cNvSpPr txBox="1">
              <a:spLocks noChangeArrowheads="1"/>
            </p:cNvSpPr>
            <p:nvPr/>
          </p:nvSpPr>
          <p:spPr bwMode="auto">
            <a:xfrm>
              <a:off x="1863" y="1079"/>
              <a:ext cx="288"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b</a:t>
              </a:r>
              <a:r>
                <a:rPr lang="en-US" altLang="zh-CN" sz="1600" b="1">
                  <a:solidFill>
                    <a:srgbClr val="FF0000"/>
                  </a:solidFill>
                  <a:latin typeface="+mn-lt"/>
                  <a:ea typeface="+mn-ea"/>
                  <a:cs typeface="+mn-ea"/>
                  <a:sym typeface="+mn-lt"/>
                </a:rPr>
                <a:t>1</a:t>
              </a:r>
              <a:endParaRPr lang="zh-CN" altLang="en-US" sz="1600" b="1">
                <a:solidFill>
                  <a:srgbClr val="FF0000"/>
                </a:solidFill>
                <a:latin typeface="+mn-lt"/>
                <a:ea typeface="+mn-ea"/>
                <a:cs typeface="+mn-ea"/>
                <a:sym typeface="+mn-lt"/>
              </a:endParaRPr>
            </a:p>
          </p:txBody>
        </p:sp>
        <p:sp>
          <p:nvSpPr>
            <p:cNvPr id="127027" name="Text Box 38">
              <a:extLst>
                <a:ext uri="{FF2B5EF4-FFF2-40B4-BE49-F238E27FC236}">
                  <a16:creationId xmlns:a16="http://schemas.microsoft.com/office/drawing/2014/main" id="{F87BDD19-76B1-49F8-A4AC-9770C51FC203}"/>
                </a:ext>
              </a:extLst>
            </p:cNvPr>
            <p:cNvSpPr txBox="1">
              <a:spLocks noChangeArrowheads="1"/>
            </p:cNvSpPr>
            <p:nvPr/>
          </p:nvSpPr>
          <p:spPr bwMode="auto">
            <a:xfrm>
              <a:off x="3495" y="1079"/>
              <a:ext cx="288" cy="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b</a:t>
              </a:r>
              <a:r>
                <a:rPr lang="en-US" altLang="zh-CN" sz="1600" b="1">
                  <a:solidFill>
                    <a:srgbClr val="FF0000"/>
                  </a:solidFill>
                  <a:latin typeface="+mn-lt"/>
                  <a:ea typeface="+mn-ea"/>
                  <a:cs typeface="+mn-ea"/>
                  <a:sym typeface="+mn-lt"/>
                </a:rPr>
                <a:t>n</a:t>
              </a:r>
              <a:endParaRPr lang="zh-CN" altLang="en-US" sz="1600" b="1">
                <a:solidFill>
                  <a:srgbClr val="FF0000"/>
                </a:solidFill>
                <a:latin typeface="+mn-lt"/>
                <a:ea typeface="+mn-ea"/>
                <a:cs typeface="+mn-ea"/>
                <a:sym typeface="+mn-lt"/>
              </a:endParaRPr>
            </a:p>
          </p:txBody>
        </p:sp>
        <p:sp>
          <p:nvSpPr>
            <p:cNvPr id="127028" name="Freeform 39">
              <a:extLst>
                <a:ext uri="{FF2B5EF4-FFF2-40B4-BE49-F238E27FC236}">
                  <a16:creationId xmlns:a16="http://schemas.microsoft.com/office/drawing/2014/main" id="{5C258265-9413-4B8E-B944-C320892B8040}"/>
                </a:ext>
              </a:extLst>
            </p:cNvPr>
            <p:cNvSpPr>
              <a:spLocks noChangeArrowheads="1"/>
            </p:cNvSpPr>
            <p:nvPr/>
          </p:nvSpPr>
          <p:spPr bwMode="auto">
            <a:xfrm>
              <a:off x="1702" y="754"/>
              <a:ext cx="241" cy="453"/>
            </a:xfrm>
            <a:custGeom>
              <a:avLst/>
              <a:gdLst>
                <a:gd name="T0" fmla="*/ 241 w 241"/>
                <a:gd name="T1" fmla="*/ 0 h 453"/>
                <a:gd name="T2" fmla="*/ 60 w 241"/>
                <a:gd name="T3" fmla="*/ 90 h 453"/>
                <a:gd name="T4" fmla="*/ 15 w 241"/>
                <a:gd name="T5" fmla="*/ 272 h 453"/>
                <a:gd name="T6" fmla="*/ 151 w 241"/>
                <a:gd name="T7" fmla="*/ 453 h 45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41" h="453">
                  <a:moveTo>
                    <a:pt x="241" y="0"/>
                  </a:moveTo>
                  <a:cubicBezTo>
                    <a:pt x="169" y="22"/>
                    <a:pt x="98" y="45"/>
                    <a:pt x="60" y="90"/>
                  </a:cubicBezTo>
                  <a:cubicBezTo>
                    <a:pt x="22" y="135"/>
                    <a:pt x="0" y="212"/>
                    <a:pt x="15" y="272"/>
                  </a:cubicBezTo>
                  <a:cubicBezTo>
                    <a:pt x="30" y="332"/>
                    <a:pt x="90" y="392"/>
                    <a:pt x="151" y="453"/>
                  </a:cubicBezTo>
                </a:path>
              </a:pathLst>
            </a:custGeom>
            <a:noFill/>
            <a:ln w="38100" cap="sq">
              <a:solidFill>
                <a:srgbClr val="000000"/>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7029" name="Freeform 40">
              <a:extLst>
                <a:ext uri="{FF2B5EF4-FFF2-40B4-BE49-F238E27FC236}">
                  <a16:creationId xmlns:a16="http://schemas.microsoft.com/office/drawing/2014/main" id="{C6225681-2DDC-4A77-889E-5CC3D777D8B9}"/>
                </a:ext>
              </a:extLst>
            </p:cNvPr>
            <p:cNvSpPr>
              <a:spLocks noChangeArrowheads="1"/>
            </p:cNvSpPr>
            <p:nvPr/>
          </p:nvSpPr>
          <p:spPr bwMode="auto">
            <a:xfrm>
              <a:off x="3894" y="413"/>
              <a:ext cx="423" cy="341"/>
            </a:xfrm>
            <a:custGeom>
              <a:avLst/>
              <a:gdLst>
                <a:gd name="T0" fmla="*/ 0 w 423"/>
                <a:gd name="T1" fmla="*/ 23 h 341"/>
                <a:gd name="T2" fmla="*/ 272 w 423"/>
                <a:gd name="T3" fmla="*/ 23 h 341"/>
                <a:gd name="T4" fmla="*/ 408 w 423"/>
                <a:gd name="T5" fmla="*/ 159 h 341"/>
                <a:gd name="T6" fmla="*/ 363 w 423"/>
                <a:gd name="T7" fmla="*/ 250 h 341"/>
                <a:gd name="T8" fmla="*/ 227 w 423"/>
                <a:gd name="T9" fmla="*/ 341 h 3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23" h="341">
                  <a:moveTo>
                    <a:pt x="0" y="23"/>
                  </a:moveTo>
                  <a:cubicBezTo>
                    <a:pt x="102" y="11"/>
                    <a:pt x="204" y="0"/>
                    <a:pt x="272" y="23"/>
                  </a:cubicBezTo>
                  <a:cubicBezTo>
                    <a:pt x="340" y="46"/>
                    <a:pt x="393" y="121"/>
                    <a:pt x="408" y="159"/>
                  </a:cubicBezTo>
                  <a:cubicBezTo>
                    <a:pt x="423" y="197"/>
                    <a:pt x="393" y="220"/>
                    <a:pt x="363" y="250"/>
                  </a:cubicBezTo>
                  <a:cubicBezTo>
                    <a:pt x="333" y="280"/>
                    <a:pt x="280" y="310"/>
                    <a:pt x="227" y="341"/>
                  </a:cubicBezTo>
                </a:path>
              </a:pathLst>
            </a:custGeom>
            <a:noFill/>
            <a:ln w="38100" cap="sq">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7030" name="Line 41">
              <a:extLst>
                <a:ext uri="{FF2B5EF4-FFF2-40B4-BE49-F238E27FC236}">
                  <a16:creationId xmlns:a16="http://schemas.microsoft.com/office/drawing/2014/main" id="{85060A1D-20B5-4C62-B151-38BBDDB11C3D}"/>
                </a:ext>
              </a:extLst>
            </p:cNvPr>
            <p:cNvSpPr>
              <a:spLocks noChangeShapeType="1"/>
            </p:cNvSpPr>
            <p:nvPr/>
          </p:nvSpPr>
          <p:spPr bwMode="auto">
            <a:xfrm>
              <a:off x="1082" y="1525"/>
              <a:ext cx="3039" cy="0"/>
            </a:xfrm>
            <a:prstGeom prst="line">
              <a:avLst/>
            </a:prstGeom>
            <a:noFill/>
            <a:ln w="38100" cap="sq">
              <a:solidFill>
                <a:schemeClr val="hlink"/>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31" name="Freeform 42">
              <a:extLst>
                <a:ext uri="{FF2B5EF4-FFF2-40B4-BE49-F238E27FC236}">
                  <a16:creationId xmlns:a16="http://schemas.microsoft.com/office/drawing/2014/main" id="{235B584A-7E4D-4B31-AD8B-7D94ACB22ECD}"/>
                </a:ext>
              </a:extLst>
            </p:cNvPr>
            <p:cNvSpPr>
              <a:spLocks noChangeArrowheads="1"/>
            </p:cNvSpPr>
            <p:nvPr/>
          </p:nvSpPr>
          <p:spPr bwMode="auto">
            <a:xfrm>
              <a:off x="3894" y="1238"/>
              <a:ext cx="462" cy="287"/>
            </a:xfrm>
            <a:custGeom>
              <a:avLst/>
              <a:gdLst>
                <a:gd name="T0" fmla="*/ 0 w 462"/>
                <a:gd name="T1" fmla="*/ 15 h 287"/>
                <a:gd name="T2" fmla="*/ 317 w 462"/>
                <a:gd name="T3" fmla="*/ 15 h 287"/>
                <a:gd name="T4" fmla="*/ 454 w 462"/>
                <a:gd name="T5" fmla="*/ 105 h 287"/>
                <a:gd name="T6" fmla="*/ 363 w 462"/>
                <a:gd name="T7" fmla="*/ 241 h 287"/>
                <a:gd name="T8" fmla="*/ 181 w 462"/>
                <a:gd name="T9" fmla="*/ 287 h 28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2" h="287">
                  <a:moveTo>
                    <a:pt x="0" y="15"/>
                  </a:moveTo>
                  <a:cubicBezTo>
                    <a:pt x="121" y="7"/>
                    <a:pt x="242" y="0"/>
                    <a:pt x="317" y="15"/>
                  </a:cubicBezTo>
                  <a:cubicBezTo>
                    <a:pt x="392" y="30"/>
                    <a:pt x="446" y="67"/>
                    <a:pt x="454" y="105"/>
                  </a:cubicBezTo>
                  <a:cubicBezTo>
                    <a:pt x="462" y="143"/>
                    <a:pt x="409" y="211"/>
                    <a:pt x="363" y="241"/>
                  </a:cubicBezTo>
                  <a:cubicBezTo>
                    <a:pt x="317" y="271"/>
                    <a:pt x="249" y="279"/>
                    <a:pt x="181" y="287"/>
                  </a:cubicBezTo>
                </a:path>
              </a:pathLst>
            </a:custGeom>
            <a:noFill/>
            <a:ln w="38100" cap="sq">
              <a:solidFill>
                <a:schemeClr val="hlink"/>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7032" name="Freeform 43">
              <a:extLst>
                <a:ext uri="{FF2B5EF4-FFF2-40B4-BE49-F238E27FC236}">
                  <a16:creationId xmlns:a16="http://schemas.microsoft.com/office/drawing/2014/main" id="{454107DD-4529-4BA7-A071-624C66635288}"/>
                </a:ext>
              </a:extLst>
            </p:cNvPr>
            <p:cNvSpPr>
              <a:spLocks noChangeArrowheads="1"/>
            </p:cNvSpPr>
            <p:nvPr/>
          </p:nvSpPr>
          <p:spPr bwMode="auto">
            <a:xfrm>
              <a:off x="748" y="474"/>
              <a:ext cx="424" cy="1051"/>
            </a:xfrm>
            <a:custGeom>
              <a:avLst/>
              <a:gdLst>
                <a:gd name="T0" fmla="*/ 334 w 424"/>
                <a:gd name="T1" fmla="*/ 1051 h 1051"/>
                <a:gd name="T2" fmla="*/ 198 w 424"/>
                <a:gd name="T3" fmla="*/ 1005 h 1051"/>
                <a:gd name="T4" fmla="*/ 61 w 424"/>
                <a:gd name="T5" fmla="*/ 869 h 1051"/>
                <a:gd name="T6" fmla="*/ 61 w 424"/>
                <a:gd name="T7" fmla="*/ 144 h 1051"/>
                <a:gd name="T8" fmla="*/ 424 w 424"/>
                <a:gd name="T9" fmla="*/ 7 h 105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24" h="1051">
                  <a:moveTo>
                    <a:pt x="334" y="1051"/>
                  </a:moveTo>
                  <a:cubicBezTo>
                    <a:pt x="289" y="1043"/>
                    <a:pt x="244" y="1035"/>
                    <a:pt x="198" y="1005"/>
                  </a:cubicBezTo>
                  <a:cubicBezTo>
                    <a:pt x="152" y="975"/>
                    <a:pt x="84" y="1012"/>
                    <a:pt x="61" y="869"/>
                  </a:cubicBezTo>
                  <a:cubicBezTo>
                    <a:pt x="38" y="726"/>
                    <a:pt x="0" y="288"/>
                    <a:pt x="61" y="144"/>
                  </a:cubicBezTo>
                  <a:cubicBezTo>
                    <a:pt x="122" y="0"/>
                    <a:pt x="273" y="3"/>
                    <a:pt x="424" y="7"/>
                  </a:cubicBezTo>
                </a:path>
              </a:pathLst>
            </a:custGeom>
            <a:noFill/>
            <a:ln w="38100" cap="sq">
              <a:solidFill>
                <a:schemeClr val="hlink"/>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7033" name="Text Box 44">
              <a:extLst>
                <a:ext uri="{FF2B5EF4-FFF2-40B4-BE49-F238E27FC236}">
                  <a16:creationId xmlns:a16="http://schemas.microsoft.com/office/drawing/2014/main" id="{4598857F-BF5A-4CF8-BD41-FE46FB0C7318}"/>
                </a:ext>
              </a:extLst>
            </p:cNvPr>
            <p:cNvSpPr txBox="1">
              <a:spLocks noChangeArrowheads="1"/>
            </p:cNvSpPr>
            <p:nvPr/>
          </p:nvSpPr>
          <p:spPr bwMode="auto">
            <a:xfrm>
              <a:off x="884" y="28"/>
              <a:ext cx="252"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b="1">
                  <a:solidFill>
                    <a:srgbClr val="000000"/>
                  </a:solidFill>
                  <a:latin typeface="+mn-lt"/>
                  <a:ea typeface="+mn-ea"/>
                  <a:cs typeface="+mn-ea"/>
                  <a:sym typeface="+mn-lt"/>
                </a:rPr>
                <a:t>①</a:t>
              </a:r>
            </a:p>
          </p:txBody>
        </p:sp>
        <p:sp>
          <p:nvSpPr>
            <p:cNvPr id="127034" name="Line 45">
              <a:extLst>
                <a:ext uri="{FF2B5EF4-FFF2-40B4-BE49-F238E27FC236}">
                  <a16:creationId xmlns:a16="http://schemas.microsoft.com/office/drawing/2014/main" id="{E21C66FF-E476-4B18-9311-0FFD9FA72100}"/>
                </a:ext>
              </a:extLst>
            </p:cNvPr>
            <p:cNvSpPr>
              <a:spLocks noChangeShapeType="1"/>
            </p:cNvSpPr>
            <p:nvPr/>
          </p:nvSpPr>
          <p:spPr bwMode="auto">
            <a:xfrm>
              <a:off x="793" y="345"/>
              <a:ext cx="363" cy="0"/>
            </a:xfrm>
            <a:prstGeom prst="line">
              <a:avLst/>
            </a:prstGeom>
            <a:noFill/>
            <a:ln w="38100" cap="sq">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7035" name="Text Box 46">
              <a:extLst>
                <a:ext uri="{FF2B5EF4-FFF2-40B4-BE49-F238E27FC236}">
                  <a16:creationId xmlns:a16="http://schemas.microsoft.com/office/drawing/2014/main" id="{F2679439-516A-4A4D-921C-CD853CDF9080}"/>
                </a:ext>
              </a:extLst>
            </p:cNvPr>
            <p:cNvSpPr txBox="1">
              <a:spLocks noChangeArrowheads="1"/>
            </p:cNvSpPr>
            <p:nvPr/>
          </p:nvSpPr>
          <p:spPr bwMode="auto">
            <a:xfrm>
              <a:off x="612" y="73"/>
              <a:ext cx="278"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b="1">
                  <a:solidFill>
                    <a:srgbClr val="FF0000"/>
                  </a:solidFill>
                  <a:latin typeface="+mn-lt"/>
                  <a:ea typeface="+mn-ea"/>
                  <a:cs typeface="+mn-ea"/>
                  <a:sym typeface="+mn-lt"/>
                </a:rPr>
                <a:t>p</a:t>
              </a:r>
            </a:p>
          </p:txBody>
        </p:sp>
        <p:sp>
          <p:nvSpPr>
            <p:cNvPr id="127036" name="Text Box 47">
              <a:extLst>
                <a:ext uri="{FF2B5EF4-FFF2-40B4-BE49-F238E27FC236}">
                  <a16:creationId xmlns:a16="http://schemas.microsoft.com/office/drawing/2014/main" id="{27D8B53C-9815-41DE-A508-ED380C7C8A0F}"/>
                </a:ext>
              </a:extLst>
            </p:cNvPr>
            <p:cNvSpPr txBox="1">
              <a:spLocks noChangeArrowheads="1"/>
            </p:cNvSpPr>
            <p:nvPr/>
          </p:nvSpPr>
          <p:spPr bwMode="auto">
            <a:xfrm>
              <a:off x="4306" y="482"/>
              <a:ext cx="344"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b="1">
                  <a:solidFill>
                    <a:srgbClr val="000000"/>
                  </a:solidFill>
                  <a:latin typeface="+mn-lt"/>
                  <a:ea typeface="+mn-ea"/>
                  <a:cs typeface="+mn-ea"/>
                  <a:sym typeface="+mn-lt"/>
                </a:rPr>
                <a:t>②</a:t>
              </a:r>
            </a:p>
          </p:txBody>
        </p:sp>
        <p:sp>
          <p:nvSpPr>
            <p:cNvPr id="127037" name="Text Box 48">
              <a:extLst>
                <a:ext uri="{FF2B5EF4-FFF2-40B4-BE49-F238E27FC236}">
                  <a16:creationId xmlns:a16="http://schemas.microsoft.com/office/drawing/2014/main" id="{81276E14-AAE2-4541-A41F-F4A7D80B49B4}"/>
                </a:ext>
              </a:extLst>
            </p:cNvPr>
            <p:cNvSpPr txBox="1">
              <a:spLocks noChangeArrowheads="1"/>
            </p:cNvSpPr>
            <p:nvPr/>
          </p:nvSpPr>
          <p:spPr bwMode="auto">
            <a:xfrm>
              <a:off x="1020" y="844"/>
              <a:ext cx="344"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b="1">
                  <a:solidFill>
                    <a:srgbClr val="000000"/>
                  </a:solidFill>
                  <a:latin typeface="+mn-lt"/>
                  <a:ea typeface="+mn-ea"/>
                  <a:cs typeface="+mn-ea"/>
                  <a:sym typeface="+mn-lt"/>
                </a:rPr>
                <a:t>③</a:t>
              </a:r>
            </a:p>
          </p:txBody>
        </p:sp>
        <p:sp>
          <p:nvSpPr>
            <p:cNvPr id="127038" name="Text Box 49">
              <a:extLst>
                <a:ext uri="{FF2B5EF4-FFF2-40B4-BE49-F238E27FC236}">
                  <a16:creationId xmlns:a16="http://schemas.microsoft.com/office/drawing/2014/main" id="{FE663A1F-8E34-40FE-B1F2-C2E6E64EB1DC}"/>
                </a:ext>
              </a:extLst>
            </p:cNvPr>
            <p:cNvSpPr txBox="1">
              <a:spLocks noChangeArrowheads="1"/>
            </p:cNvSpPr>
            <p:nvPr/>
          </p:nvSpPr>
          <p:spPr bwMode="auto">
            <a:xfrm>
              <a:off x="4261" y="1343"/>
              <a:ext cx="344"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b="1">
                  <a:solidFill>
                    <a:srgbClr val="000000"/>
                  </a:solidFill>
                  <a:latin typeface="+mn-lt"/>
                  <a:ea typeface="+mn-ea"/>
                  <a:cs typeface="+mn-ea"/>
                  <a:sym typeface="+mn-lt"/>
                </a:rPr>
                <a:t>④</a:t>
              </a:r>
            </a:p>
          </p:txBody>
        </p:sp>
        <p:sp>
          <p:nvSpPr>
            <p:cNvPr id="127039" name="Text Box 54">
              <a:extLst>
                <a:ext uri="{FF2B5EF4-FFF2-40B4-BE49-F238E27FC236}">
                  <a16:creationId xmlns:a16="http://schemas.microsoft.com/office/drawing/2014/main" id="{8485AF67-14DD-4538-9044-0272A660B483}"/>
                </a:ext>
              </a:extLst>
            </p:cNvPr>
            <p:cNvSpPr txBox="1">
              <a:spLocks noChangeArrowheads="1"/>
            </p:cNvSpPr>
            <p:nvPr/>
          </p:nvSpPr>
          <p:spPr bwMode="auto">
            <a:xfrm>
              <a:off x="4542" y="16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Ta</a:t>
              </a:r>
            </a:p>
          </p:txBody>
        </p:sp>
        <p:sp>
          <p:nvSpPr>
            <p:cNvPr id="127040" name="Text Box 59">
              <a:extLst>
                <a:ext uri="{FF2B5EF4-FFF2-40B4-BE49-F238E27FC236}">
                  <a16:creationId xmlns:a16="http://schemas.microsoft.com/office/drawing/2014/main" id="{67BE55B1-D7D5-4ADD-8B8D-C1296A8FFF23}"/>
                </a:ext>
              </a:extLst>
            </p:cNvPr>
            <p:cNvSpPr txBox="1">
              <a:spLocks noChangeArrowheads="1"/>
            </p:cNvSpPr>
            <p:nvPr/>
          </p:nvSpPr>
          <p:spPr bwMode="auto">
            <a:xfrm>
              <a:off x="4542" y="935"/>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b="1">
                  <a:solidFill>
                    <a:srgbClr val="FF0000"/>
                  </a:solidFill>
                  <a:latin typeface="+mn-lt"/>
                  <a:ea typeface="+mn-ea"/>
                  <a:cs typeface="+mn-ea"/>
                  <a:sym typeface="+mn-lt"/>
                </a:rPr>
                <a:t>Tb</a:t>
              </a:r>
            </a:p>
          </p:txBody>
        </p:sp>
      </p:grpSp>
      <p:sp>
        <p:nvSpPr>
          <p:cNvPr id="126979" name="Text Box 60">
            <a:extLst>
              <a:ext uri="{FF2B5EF4-FFF2-40B4-BE49-F238E27FC236}">
                <a16:creationId xmlns:a16="http://schemas.microsoft.com/office/drawing/2014/main" id="{3EA17FCE-31BE-4D3F-9B22-AB4055146FB2}"/>
              </a:ext>
            </a:extLst>
          </p:cNvPr>
          <p:cNvSpPr txBox="1">
            <a:spLocks noChangeArrowheads="1"/>
          </p:cNvSpPr>
          <p:nvPr/>
        </p:nvSpPr>
        <p:spPr bwMode="auto">
          <a:xfrm>
            <a:off x="669925" y="3819525"/>
            <a:ext cx="8183563" cy="2986088"/>
          </a:xfrm>
          <a:prstGeom prst="rect">
            <a:avLst/>
          </a:prstGeom>
          <a:solidFill>
            <a:schemeClr val="bg2">
              <a:lumMod val="20000"/>
              <a:lumOff val="80000"/>
            </a:schemeClr>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000">
                <a:solidFill>
                  <a:srgbClr val="000000"/>
                </a:solidFill>
                <a:sym typeface="+mn-lt"/>
              </a:rPr>
              <a:t>LinkList  Connect(LinkList  Ta,LinkList  Tb)</a:t>
            </a:r>
          </a:p>
          <a:p>
            <a:pPr>
              <a:lnSpc>
                <a:spcPct val="100000"/>
              </a:lnSpc>
              <a:spcBef>
                <a:spcPct val="20000"/>
              </a:spcBef>
            </a:pPr>
            <a:r>
              <a:rPr lang="en-US" altLang="zh-CN" sz="2000">
                <a:solidFill>
                  <a:srgbClr val="000000"/>
                </a:solidFill>
                <a:sym typeface="+mn-lt"/>
              </a:rPr>
              <a:t>{//</a:t>
            </a:r>
            <a:r>
              <a:rPr lang="zh-CN" altLang="en-US" sz="2000">
                <a:solidFill>
                  <a:srgbClr val="000000"/>
                </a:solidFill>
                <a:sym typeface="+mn-lt"/>
              </a:rPr>
              <a:t>假设</a:t>
            </a:r>
            <a:r>
              <a:rPr lang="en-US" altLang="zh-CN" sz="2000">
                <a:solidFill>
                  <a:srgbClr val="000000"/>
                </a:solidFill>
                <a:sym typeface="+mn-lt"/>
              </a:rPr>
              <a:t>Ta</a:t>
            </a:r>
            <a:r>
              <a:rPr lang="zh-CN" altLang="en-US" sz="2000">
                <a:solidFill>
                  <a:srgbClr val="000000"/>
                </a:solidFill>
                <a:sym typeface="+mn-lt"/>
              </a:rPr>
              <a:t>、</a:t>
            </a:r>
            <a:r>
              <a:rPr lang="en-US" altLang="zh-CN" sz="2000">
                <a:solidFill>
                  <a:srgbClr val="000000"/>
                </a:solidFill>
                <a:sym typeface="+mn-lt"/>
              </a:rPr>
              <a:t>Tb</a:t>
            </a:r>
            <a:r>
              <a:rPr lang="zh-CN" altLang="en-US" sz="2000">
                <a:solidFill>
                  <a:srgbClr val="000000"/>
                </a:solidFill>
                <a:sym typeface="+mn-lt"/>
              </a:rPr>
              <a:t>都是非空的单循环链表</a:t>
            </a:r>
          </a:p>
          <a:p>
            <a:pPr>
              <a:lnSpc>
                <a:spcPct val="100000"/>
              </a:lnSpc>
              <a:spcBef>
                <a:spcPct val="20000"/>
              </a:spcBef>
            </a:pPr>
            <a:r>
              <a:rPr lang="en-US" altLang="zh-CN" sz="2000">
                <a:solidFill>
                  <a:srgbClr val="000000"/>
                </a:solidFill>
                <a:sym typeface="+mn-lt"/>
              </a:rPr>
              <a:t>                                                          //①p</a:t>
            </a:r>
            <a:r>
              <a:rPr lang="zh-CN" altLang="en-US" sz="2000">
                <a:solidFill>
                  <a:srgbClr val="000000"/>
                </a:solidFill>
                <a:sym typeface="+mn-lt"/>
              </a:rPr>
              <a:t>存表头结点</a:t>
            </a:r>
          </a:p>
          <a:p>
            <a:pPr>
              <a:lnSpc>
                <a:spcPct val="100000"/>
              </a:lnSpc>
              <a:spcBef>
                <a:spcPct val="20000"/>
              </a:spcBef>
            </a:pPr>
            <a:r>
              <a:rPr lang="en-US" altLang="zh-CN" sz="2000">
                <a:solidFill>
                  <a:srgbClr val="000000"/>
                </a:solidFill>
                <a:sym typeface="+mn-lt"/>
              </a:rPr>
              <a:t>                                                          //②Tb</a:t>
            </a:r>
            <a:r>
              <a:rPr lang="zh-CN" altLang="en-US" sz="2000">
                <a:solidFill>
                  <a:srgbClr val="000000"/>
                </a:solidFill>
                <a:sym typeface="+mn-lt"/>
              </a:rPr>
              <a:t>表头连结</a:t>
            </a:r>
            <a:r>
              <a:rPr lang="en-US" altLang="zh-CN" sz="2000">
                <a:solidFill>
                  <a:srgbClr val="000000"/>
                </a:solidFill>
                <a:sym typeface="+mn-lt"/>
              </a:rPr>
              <a:t>Ta</a:t>
            </a:r>
            <a:r>
              <a:rPr lang="zh-CN" altLang="en-US" sz="2000">
                <a:solidFill>
                  <a:srgbClr val="000000"/>
                </a:solidFill>
                <a:sym typeface="+mn-lt"/>
              </a:rPr>
              <a:t>表尾</a:t>
            </a:r>
          </a:p>
          <a:p>
            <a:pPr>
              <a:lnSpc>
                <a:spcPct val="100000"/>
              </a:lnSpc>
              <a:spcBef>
                <a:spcPct val="20000"/>
              </a:spcBef>
            </a:pPr>
            <a:r>
              <a:rPr lang="en-US" altLang="zh-CN" sz="2000">
                <a:solidFill>
                  <a:srgbClr val="000000"/>
                </a:solidFill>
                <a:sym typeface="+mn-lt"/>
              </a:rPr>
              <a:t>                                                          //③</a:t>
            </a:r>
            <a:r>
              <a:rPr lang="zh-CN" altLang="en-US" sz="2000">
                <a:solidFill>
                  <a:srgbClr val="000000"/>
                </a:solidFill>
                <a:sym typeface="+mn-lt"/>
              </a:rPr>
              <a:t>释放</a:t>
            </a:r>
            <a:r>
              <a:rPr lang="en-US" altLang="zh-CN" sz="2000">
                <a:solidFill>
                  <a:srgbClr val="000000"/>
                </a:solidFill>
                <a:sym typeface="+mn-lt"/>
              </a:rPr>
              <a:t>Tb</a:t>
            </a:r>
            <a:r>
              <a:rPr lang="zh-CN" altLang="en-US" sz="2000">
                <a:solidFill>
                  <a:srgbClr val="000000"/>
                </a:solidFill>
                <a:sym typeface="+mn-lt"/>
              </a:rPr>
              <a:t>表头结点</a:t>
            </a:r>
          </a:p>
          <a:p>
            <a:pPr>
              <a:lnSpc>
                <a:spcPct val="100000"/>
              </a:lnSpc>
              <a:spcBef>
                <a:spcPct val="20000"/>
              </a:spcBef>
            </a:pPr>
            <a:r>
              <a:rPr lang="en-US" altLang="zh-CN" sz="2000">
                <a:solidFill>
                  <a:srgbClr val="000000"/>
                </a:solidFill>
                <a:sym typeface="+mn-lt"/>
              </a:rPr>
              <a:t>                                                          //④</a:t>
            </a:r>
            <a:r>
              <a:rPr lang="zh-CN" altLang="en-US" sz="2000">
                <a:solidFill>
                  <a:srgbClr val="000000"/>
                </a:solidFill>
                <a:sym typeface="+mn-lt"/>
              </a:rPr>
              <a:t>修改指针</a:t>
            </a:r>
          </a:p>
          <a:p>
            <a:pPr>
              <a:lnSpc>
                <a:spcPct val="100000"/>
              </a:lnSpc>
              <a:spcBef>
                <a:spcPct val="20000"/>
              </a:spcBef>
            </a:pPr>
            <a:r>
              <a:rPr lang="en-US" altLang="zh-CN" sz="2000">
                <a:solidFill>
                  <a:srgbClr val="000000"/>
                </a:solidFill>
                <a:sym typeface="+mn-lt"/>
              </a:rPr>
              <a:t>             return  Tb;</a:t>
            </a:r>
          </a:p>
          <a:p>
            <a:pPr>
              <a:lnSpc>
                <a:spcPct val="100000"/>
              </a:lnSpc>
              <a:spcBef>
                <a:spcPct val="20000"/>
              </a:spcBef>
            </a:pPr>
            <a:r>
              <a:rPr lang="en-US" altLang="zh-CN" sz="2000">
                <a:solidFill>
                  <a:srgbClr val="000000"/>
                </a:solidFill>
                <a:sym typeface="+mn-lt"/>
              </a:rPr>
              <a:t>}</a:t>
            </a:r>
          </a:p>
        </p:txBody>
      </p:sp>
      <p:sp>
        <p:nvSpPr>
          <p:cNvPr id="64" name="Text Box 125">
            <a:extLst>
              <a:ext uri="{FF2B5EF4-FFF2-40B4-BE49-F238E27FC236}">
                <a16:creationId xmlns:a16="http://schemas.microsoft.com/office/drawing/2014/main" id="{260ABCF9-2703-4419-A8E3-EFE0BA9EE00D}"/>
              </a:ext>
            </a:extLst>
          </p:cNvPr>
          <p:cNvSpPr txBox="1">
            <a:spLocks noChangeArrowheads="1"/>
          </p:cNvSpPr>
          <p:nvPr/>
        </p:nvSpPr>
        <p:spPr bwMode="auto">
          <a:xfrm>
            <a:off x="1603375" y="4565650"/>
            <a:ext cx="1450975"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000" dirty="0">
                <a:solidFill>
                  <a:srgbClr val="FF0000"/>
                </a:solidFill>
                <a:latin typeface="+mn-lt"/>
                <a:ea typeface="+mn-ea"/>
                <a:cs typeface="+mn-ea"/>
                <a:sym typeface="+mn-lt"/>
              </a:rPr>
              <a:t>p=Ta-&gt;next;</a:t>
            </a:r>
          </a:p>
        </p:txBody>
      </p:sp>
      <p:sp>
        <p:nvSpPr>
          <p:cNvPr id="65" name="Text Box 126">
            <a:extLst>
              <a:ext uri="{FF2B5EF4-FFF2-40B4-BE49-F238E27FC236}">
                <a16:creationId xmlns:a16="http://schemas.microsoft.com/office/drawing/2014/main" id="{53700D0A-680C-4BE4-B722-A6EA4062F3D7}"/>
              </a:ext>
            </a:extLst>
          </p:cNvPr>
          <p:cNvSpPr txBox="1">
            <a:spLocks noChangeArrowheads="1"/>
          </p:cNvSpPr>
          <p:nvPr/>
        </p:nvSpPr>
        <p:spPr bwMode="auto">
          <a:xfrm>
            <a:off x="1566863" y="4957763"/>
            <a:ext cx="294798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000" dirty="0">
                <a:solidFill>
                  <a:srgbClr val="000000"/>
                </a:solidFill>
                <a:latin typeface="+mn-lt"/>
                <a:ea typeface="+mn-ea"/>
                <a:cs typeface="+mn-ea"/>
                <a:sym typeface="+mn-lt"/>
              </a:rPr>
              <a:t>Ta-&gt;next=Tb-&gt;next-&gt;next;</a:t>
            </a:r>
          </a:p>
        </p:txBody>
      </p:sp>
      <p:sp>
        <p:nvSpPr>
          <p:cNvPr id="66" name="Rectangle 127">
            <a:extLst>
              <a:ext uri="{FF2B5EF4-FFF2-40B4-BE49-F238E27FC236}">
                <a16:creationId xmlns:a16="http://schemas.microsoft.com/office/drawing/2014/main" id="{1AFCF518-A654-4A18-9098-CD1C6BA2D9DF}"/>
              </a:ext>
            </a:extLst>
          </p:cNvPr>
          <p:cNvSpPr>
            <a:spLocks noChangeArrowheads="1"/>
          </p:cNvSpPr>
          <p:nvPr/>
        </p:nvSpPr>
        <p:spPr bwMode="auto">
          <a:xfrm>
            <a:off x="1592263" y="5280025"/>
            <a:ext cx="1820862"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000" dirty="0" err="1">
                <a:solidFill>
                  <a:srgbClr val="000000"/>
                </a:solidFill>
                <a:latin typeface="+mn-lt"/>
                <a:ea typeface="+mn-ea"/>
                <a:cs typeface="+mn-ea"/>
                <a:sym typeface="+mn-lt"/>
              </a:rPr>
              <a:t>deleteTb</a:t>
            </a:r>
            <a:r>
              <a:rPr lang="en-US" altLang="zh-CN" sz="2000" dirty="0">
                <a:solidFill>
                  <a:srgbClr val="000000"/>
                </a:solidFill>
                <a:latin typeface="+mn-lt"/>
                <a:ea typeface="+mn-ea"/>
                <a:cs typeface="+mn-ea"/>
                <a:sym typeface="+mn-lt"/>
              </a:rPr>
              <a:t>-&gt;next;</a:t>
            </a:r>
            <a:endParaRPr lang="zh-CN" altLang="en-US" sz="2000" dirty="0">
              <a:solidFill>
                <a:srgbClr val="000000"/>
              </a:solidFill>
              <a:latin typeface="+mn-lt"/>
              <a:ea typeface="+mn-ea"/>
              <a:cs typeface="+mn-ea"/>
              <a:sym typeface="+mn-lt"/>
            </a:endParaRPr>
          </a:p>
        </p:txBody>
      </p:sp>
      <p:sp>
        <p:nvSpPr>
          <p:cNvPr id="67" name="Rectangle 128">
            <a:extLst>
              <a:ext uri="{FF2B5EF4-FFF2-40B4-BE49-F238E27FC236}">
                <a16:creationId xmlns:a16="http://schemas.microsoft.com/office/drawing/2014/main" id="{234C4D1D-DF93-4E71-B66C-18047C6BA65E}"/>
              </a:ext>
            </a:extLst>
          </p:cNvPr>
          <p:cNvSpPr>
            <a:spLocks noChangeArrowheads="1"/>
          </p:cNvSpPr>
          <p:nvPr/>
        </p:nvSpPr>
        <p:spPr bwMode="auto">
          <a:xfrm>
            <a:off x="1554163" y="5657850"/>
            <a:ext cx="16065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000" dirty="0">
                <a:latin typeface="+mn-lt"/>
                <a:ea typeface="+mn-ea"/>
                <a:cs typeface="+mn-ea"/>
                <a:sym typeface="+mn-lt"/>
              </a:rPr>
              <a:t> </a:t>
            </a:r>
            <a:r>
              <a:rPr lang="en-US" altLang="zh-CN" sz="2000" dirty="0">
                <a:solidFill>
                  <a:srgbClr val="000000"/>
                </a:solidFill>
                <a:latin typeface="+mn-lt"/>
                <a:ea typeface="+mn-ea"/>
                <a:cs typeface="+mn-ea"/>
                <a:sym typeface="+mn-lt"/>
              </a:rPr>
              <a:t>Tb-&gt;next=p;</a:t>
            </a:r>
            <a:r>
              <a:rPr lang="en-US" altLang="zh-CN" sz="2000" dirty="0">
                <a:latin typeface="+mn-lt"/>
                <a:ea typeface="+mn-ea"/>
                <a:cs typeface="+mn-ea"/>
                <a:sym typeface="+mn-lt"/>
              </a:rPr>
              <a:t> </a:t>
            </a:r>
            <a:endParaRPr lang="zh-CN" altLang="en-US" sz="2000" dirty="0">
              <a:latin typeface="+mn-lt"/>
              <a:ea typeface="+mn-ea"/>
              <a:cs typeface="+mn-ea"/>
              <a:sym typeface="+mn-lt"/>
            </a:endParaRPr>
          </a:p>
        </p:txBody>
      </p:sp>
      <p:sp>
        <p:nvSpPr>
          <p:cNvPr id="126984" name="Line 67">
            <a:extLst>
              <a:ext uri="{FF2B5EF4-FFF2-40B4-BE49-F238E27FC236}">
                <a16:creationId xmlns:a16="http://schemas.microsoft.com/office/drawing/2014/main" id="{8F1E34ED-B460-48A5-B041-F00FFF4D5680}"/>
              </a:ext>
            </a:extLst>
          </p:cNvPr>
          <p:cNvSpPr>
            <a:spLocks noChangeShapeType="1"/>
          </p:cNvSpPr>
          <p:nvPr/>
        </p:nvSpPr>
        <p:spPr bwMode="auto">
          <a:xfrm flipH="1">
            <a:off x="7534275" y="2555875"/>
            <a:ext cx="450850" cy="0"/>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985" name="Freeform 68">
            <a:extLst>
              <a:ext uri="{FF2B5EF4-FFF2-40B4-BE49-F238E27FC236}">
                <a16:creationId xmlns:a16="http://schemas.microsoft.com/office/drawing/2014/main" id="{B5B45AF2-C5B1-4FC0-9E61-FF2E2FFC3C58}"/>
              </a:ext>
            </a:extLst>
          </p:cNvPr>
          <p:cNvSpPr>
            <a:spLocks noChangeArrowheads="1"/>
          </p:cNvSpPr>
          <p:nvPr/>
        </p:nvSpPr>
        <p:spPr bwMode="auto">
          <a:xfrm rot="18805494" flipH="1">
            <a:off x="7605712" y="2516188"/>
            <a:ext cx="4763" cy="236538"/>
          </a:xfrm>
          <a:custGeom>
            <a:avLst/>
            <a:gdLst>
              <a:gd name="T0" fmla="*/ 2147483646 w 3"/>
              <a:gd name="T1" fmla="*/ 0 h 177"/>
              <a:gd name="T2" fmla="*/ 0 w 3"/>
              <a:gd name="T3" fmla="*/ 2147483646 h 177"/>
              <a:gd name="T4" fmla="*/ 0 60000 65536"/>
              <a:gd name="T5" fmla="*/ 0 60000 65536"/>
            </a:gdLst>
            <a:ahLst/>
            <a:cxnLst>
              <a:cxn ang="T4">
                <a:pos x="T0" y="T1"/>
              </a:cxn>
              <a:cxn ang="T5">
                <a:pos x="T2" y="T3"/>
              </a:cxn>
            </a:cxnLst>
            <a:rect l="0" t="0" r="r" b="b"/>
            <a:pathLst>
              <a:path w="3" h="177">
                <a:moveTo>
                  <a:pt x="3" y="0"/>
                </a:moveTo>
                <a:cubicBezTo>
                  <a:pt x="3" y="29"/>
                  <a:pt x="1" y="140"/>
                  <a:pt x="0" y="177"/>
                </a:cubicBezTo>
              </a:path>
            </a:pathLst>
          </a:custGeom>
          <a:noFill/>
          <a:ln w="38100" cap="rnd">
            <a:solidFill>
              <a:srgbClr val="FF33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6986" name="Line 69">
            <a:extLst>
              <a:ext uri="{FF2B5EF4-FFF2-40B4-BE49-F238E27FC236}">
                <a16:creationId xmlns:a16="http://schemas.microsoft.com/office/drawing/2014/main" id="{0A9C2DCE-2FBC-4F51-A91F-0F611FCD3E23}"/>
              </a:ext>
            </a:extLst>
          </p:cNvPr>
          <p:cNvSpPr>
            <a:spLocks noChangeShapeType="1"/>
          </p:cNvSpPr>
          <p:nvPr/>
        </p:nvSpPr>
        <p:spPr bwMode="auto">
          <a:xfrm flipH="1">
            <a:off x="7146925" y="2708275"/>
            <a:ext cx="515938"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987" name="Line 67">
            <a:extLst>
              <a:ext uri="{FF2B5EF4-FFF2-40B4-BE49-F238E27FC236}">
                <a16:creationId xmlns:a16="http://schemas.microsoft.com/office/drawing/2014/main" id="{9F1389B0-0F75-4F88-AED3-8C0C21722A39}"/>
              </a:ext>
            </a:extLst>
          </p:cNvPr>
          <p:cNvSpPr>
            <a:spLocks noChangeShapeType="1"/>
          </p:cNvSpPr>
          <p:nvPr/>
        </p:nvSpPr>
        <p:spPr bwMode="auto">
          <a:xfrm flipH="1">
            <a:off x="7499350" y="1246188"/>
            <a:ext cx="452438" cy="0"/>
          </a:xfrm>
          <a:prstGeom prst="line">
            <a:avLst/>
          </a:prstGeom>
          <a:noFill/>
          <a:ln w="38100" cap="rnd">
            <a:solidFill>
              <a:srgbClr val="FF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988" name="Freeform 68">
            <a:extLst>
              <a:ext uri="{FF2B5EF4-FFF2-40B4-BE49-F238E27FC236}">
                <a16:creationId xmlns:a16="http://schemas.microsoft.com/office/drawing/2014/main" id="{0DE42DC8-D5D3-4990-97C6-4C88AED31CC0}"/>
              </a:ext>
            </a:extLst>
          </p:cNvPr>
          <p:cNvSpPr>
            <a:spLocks noChangeArrowheads="1"/>
          </p:cNvSpPr>
          <p:nvPr/>
        </p:nvSpPr>
        <p:spPr bwMode="auto">
          <a:xfrm rot="18805494" flipH="1">
            <a:off x="7572376" y="1206500"/>
            <a:ext cx="4762" cy="236537"/>
          </a:xfrm>
          <a:custGeom>
            <a:avLst/>
            <a:gdLst>
              <a:gd name="T0" fmla="*/ 2147483646 w 3"/>
              <a:gd name="T1" fmla="*/ 0 h 177"/>
              <a:gd name="T2" fmla="*/ 0 w 3"/>
              <a:gd name="T3" fmla="*/ 2147483646 h 177"/>
              <a:gd name="T4" fmla="*/ 0 60000 65536"/>
              <a:gd name="T5" fmla="*/ 0 60000 65536"/>
            </a:gdLst>
            <a:ahLst/>
            <a:cxnLst>
              <a:cxn ang="T4">
                <a:pos x="T0" y="T1"/>
              </a:cxn>
              <a:cxn ang="T5">
                <a:pos x="T2" y="T3"/>
              </a:cxn>
            </a:cxnLst>
            <a:rect l="0" t="0" r="r" b="b"/>
            <a:pathLst>
              <a:path w="3" h="177">
                <a:moveTo>
                  <a:pt x="3" y="0"/>
                </a:moveTo>
                <a:cubicBezTo>
                  <a:pt x="3" y="29"/>
                  <a:pt x="1" y="140"/>
                  <a:pt x="0" y="177"/>
                </a:cubicBezTo>
              </a:path>
            </a:pathLst>
          </a:custGeom>
          <a:noFill/>
          <a:ln w="38100" cap="rnd">
            <a:solidFill>
              <a:srgbClr val="FF33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26989" name="Line 69">
            <a:extLst>
              <a:ext uri="{FF2B5EF4-FFF2-40B4-BE49-F238E27FC236}">
                <a16:creationId xmlns:a16="http://schemas.microsoft.com/office/drawing/2014/main" id="{E2977DE7-4D84-43B5-890F-9F94E4EEB44A}"/>
              </a:ext>
            </a:extLst>
          </p:cNvPr>
          <p:cNvSpPr>
            <a:spLocks noChangeShapeType="1"/>
          </p:cNvSpPr>
          <p:nvPr/>
        </p:nvSpPr>
        <p:spPr bwMode="auto">
          <a:xfrm flipH="1">
            <a:off x="7113588" y="1398588"/>
            <a:ext cx="515937" cy="0"/>
          </a:xfrm>
          <a:prstGeom prst="line">
            <a:avLst/>
          </a:prstGeom>
          <a:noFill/>
          <a:ln w="38100" cap="rnd">
            <a:solidFill>
              <a:srgbClr val="FF3300"/>
            </a:solidFill>
            <a:round/>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26991" name="Text Box 6">
            <a:extLst>
              <a:ext uri="{FF2B5EF4-FFF2-40B4-BE49-F238E27FC236}">
                <a16:creationId xmlns:a16="http://schemas.microsoft.com/office/drawing/2014/main" id="{CCE2AB18-2DA9-4137-875E-72AC7F6C11B9}"/>
              </a:ext>
            </a:extLst>
          </p:cNvPr>
          <p:cNvSpPr txBox="1">
            <a:spLocks noChangeArrowheads="1"/>
          </p:cNvSpPr>
          <p:nvPr/>
        </p:nvSpPr>
        <p:spPr bwMode="auto">
          <a:xfrm>
            <a:off x="463550" y="1911350"/>
            <a:ext cx="1152525" cy="585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zh-CN" altLang="en-US" sz="3200" dirty="0">
                <a:latin typeface="+mn-lt"/>
                <a:ea typeface="+mn-ea"/>
                <a:cs typeface="+mn-ea"/>
                <a:sym typeface="+mn-lt"/>
              </a:rPr>
              <a:t>示例</a:t>
            </a:r>
          </a:p>
        </p:txBody>
      </p:sp>
      <p:sp>
        <p:nvSpPr>
          <p:cNvPr id="68" name="Rectangle 4">
            <a:extLst>
              <a:ext uri="{FF2B5EF4-FFF2-40B4-BE49-F238E27FC236}">
                <a16:creationId xmlns:a16="http://schemas.microsoft.com/office/drawing/2014/main" id="{9B569192-F3C9-48E2-BBF0-4BC4968B12D6}"/>
              </a:ext>
            </a:extLst>
          </p:cNvPr>
          <p:cNvSpPr>
            <a:spLocks noChangeArrowheads="1"/>
          </p:cNvSpPr>
          <p:nvPr/>
        </p:nvSpPr>
        <p:spPr bwMode="auto">
          <a:xfrm>
            <a:off x="889000" y="139700"/>
            <a:ext cx="71643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循环链表</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wipe(left)">
                                      <p:cBhvr>
                                        <p:cTn id="7" dur="500"/>
                                        <p:tgtEl>
                                          <p:spTgt spid="64"/>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5"/>
                                        </p:tgtEl>
                                        <p:attrNameLst>
                                          <p:attrName>style.visibility</p:attrName>
                                        </p:attrNameLst>
                                      </p:cBhvr>
                                      <p:to>
                                        <p:strVal val="visible"/>
                                      </p:to>
                                    </p:set>
                                    <p:animEffect transition="in" filter="wipe(left)">
                                      <p:cBhvr>
                                        <p:cTn id="12" dur="500"/>
                                        <p:tgtEl>
                                          <p:spTgt spid="65"/>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6"/>
                                        </p:tgtEl>
                                        <p:attrNameLst>
                                          <p:attrName>style.visibility</p:attrName>
                                        </p:attrNameLst>
                                      </p:cBhvr>
                                      <p:to>
                                        <p:strVal val="visible"/>
                                      </p:to>
                                    </p:set>
                                    <p:animEffect transition="in" filter="wipe(left)">
                                      <p:cBhvr>
                                        <p:cTn id="17" dur="500"/>
                                        <p:tgtEl>
                                          <p:spTgt spid="66"/>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wipe(left)">
                                      <p:cBhvr>
                                        <p:cTn id="22"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a:extLst>
              <a:ext uri="{FF2B5EF4-FFF2-40B4-BE49-F238E27FC236}">
                <a16:creationId xmlns:a16="http://schemas.microsoft.com/office/drawing/2014/main" id="{247253F1-93A3-46D6-B32A-369F248044FC}"/>
              </a:ext>
            </a:extLst>
          </p:cNvPr>
          <p:cNvSpPr txBox="1">
            <a:spLocks noChangeArrowheads="1"/>
          </p:cNvSpPr>
          <p:nvPr/>
        </p:nvSpPr>
        <p:spPr bwMode="auto">
          <a:xfrm>
            <a:off x="431800" y="258763"/>
            <a:ext cx="7777163"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a:lnSpc>
                <a:spcPct val="100000"/>
              </a:lnSpc>
              <a:defRPr/>
            </a:pPr>
            <a:endParaRPr lang="zh-CN" altLang="zh-CN" sz="3200" b="1">
              <a:latin typeface="+mn-lt"/>
              <a:ea typeface="+mn-ea"/>
              <a:cs typeface="+mn-ea"/>
              <a:sym typeface="+mn-lt"/>
            </a:endParaRPr>
          </a:p>
        </p:txBody>
      </p:sp>
      <p:sp>
        <p:nvSpPr>
          <p:cNvPr id="6" name="Rectangle 3">
            <a:extLst>
              <a:ext uri="{FF2B5EF4-FFF2-40B4-BE49-F238E27FC236}">
                <a16:creationId xmlns:a16="http://schemas.microsoft.com/office/drawing/2014/main" id="{DCBA046A-2A91-4566-92C7-DC362BE98A2C}"/>
              </a:ext>
            </a:extLst>
          </p:cNvPr>
          <p:cNvSpPr txBox="1">
            <a:spLocks noChangeArrowheads="1"/>
          </p:cNvSpPr>
          <p:nvPr/>
        </p:nvSpPr>
        <p:spPr bwMode="auto">
          <a:xfrm>
            <a:off x="0" y="979488"/>
            <a:ext cx="9144000" cy="504825"/>
          </a:xfrm>
          <a:prstGeom prst="rect">
            <a:avLst/>
          </a:prstGeom>
          <a:solidFill>
            <a:srgbClr val="9476B6"/>
          </a:solidFill>
          <a:ln>
            <a:noFill/>
          </a:ln>
        </p:spPr>
        <p:txBody>
          <a:bodyPr anchor="ctr"/>
          <a:lstStyle>
            <a:lvl1pPr marL="269875">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25000"/>
              </a:lnSpc>
              <a:spcBef>
                <a:spcPct val="20000"/>
              </a:spcBef>
            </a:pPr>
            <a:r>
              <a:rPr lang="zh-CN" altLang="zh-CN" sz="2200">
                <a:solidFill>
                  <a:schemeClr val="bg1"/>
                </a:solidFill>
                <a:sym typeface="+mn-lt"/>
              </a:rPr>
              <a:t>著名犹太历史学家</a:t>
            </a:r>
            <a:r>
              <a:rPr lang="en-US" altLang="zh-CN" sz="2200">
                <a:solidFill>
                  <a:schemeClr val="bg1"/>
                </a:solidFill>
                <a:sym typeface="+mn-lt"/>
              </a:rPr>
              <a:t> </a:t>
            </a:r>
            <a:r>
              <a:rPr lang="en-US" altLang="zh-CN" sz="2200">
                <a:solidFill>
                  <a:srgbClr val="FFFF00"/>
                </a:solidFill>
                <a:sym typeface="+mn-lt"/>
              </a:rPr>
              <a:t>Josephus</a:t>
            </a:r>
          </a:p>
        </p:txBody>
      </p:sp>
      <p:sp>
        <p:nvSpPr>
          <p:cNvPr id="133124" name="Text Box 6">
            <a:extLst>
              <a:ext uri="{FF2B5EF4-FFF2-40B4-BE49-F238E27FC236}">
                <a16:creationId xmlns:a16="http://schemas.microsoft.com/office/drawing/2014/main" id="{C1BBBC31-BEB4-CB4C-8769-34EE16BD0E6D}"/>
              </a:ext>
            </a:extLst>
          </p:cNvPr>
          <p:cNvSpPr txBox="1">
            <a:spLocks noChangeArrowheads="1"/>
          </p:cNvSpPr>
          <p:nvPr/>
        </p:nvSpPr>
        <p:spPr bwMode="auto">
          <a:xfrm>
            <a:off x="798513" y="230188"/>
            <a:ext cx="242887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zh-CN" sz="2800">
                <a:solidFill>
                  <a:schemeClr val="bg1"/>
                </a:solidFill>
                <a:sym typeface="+mn-lt"/>
              </a:rPr>
              <a:t>约瑟夫问题</a:t>
            </a:r>
          </a:p>
        </p:txBody>
      </p:sp>
      <p:sp>
        <p:nvSpPr>
          <p:cNvPr id="7" name="Rectangle 3">
            <a:extLst>
              <a:ext uri="{FF2B5EF4-FFF2-40B4-BE49-F238E27FC236}">
                <a16:creationId xmlns:a16="http://schemas.microsoft.com/office/drawing/2014/main" id="{9DC3F2BB-505E-40C7-8E1A-365186333737}"/>
              </a:ext>
            </a:extLst>
          </p:cNvPr>
          <p:cNvSpPr txBox="1">
            <a:spLocks noChangeArrowheads="1"/>
          </p:cNvSpPr>
          <p:nvPr/>
        </p:nvSpPr>
        <p:spPr bwMode="auto">
          <a:xfrm>
            <a:off x="0" y="1557338"/>
            <a:ext cx="5403850" cy="5157787"/>
          </a:xfrm>
          <a:prstGeom prst="rect">
            <a:avLst/>
          </a:prstGeom>
          <a:solidFill>
            <a:srgbClr val="EAEAEA"/>
          </a:solidFill>
          <a:ln>
            <a:noFill/>
          </a:ln>
        </p:spPr>
        <p:txBody>
          <a:bodyPr anchor="ctr"/>
          <a:lstStyle>
            <a:lvl1pPr marL="269875">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25000"/>
              </a:lnSpc>
              <a:spcBef>
                <a:spcPct val="20000"/>
              </a:spcBef>
            </a:pPr>
            <a:r>
              <a:rPr lang="zh-CN" altLang="zh-CN" sz="2000">
                <a:solidFill>
                  <a:srgbClr val="002060"/>
                </a:solidFill>
                <a:sym typeface="+mn-lt"/>
              </a:rPr>
              <a:t>在罗马人占领乔塔帕特后</a:t>
            </a:r>
            <a:endParaRPr lang="en-US" altLang="zh-CN" sz="2000">
              <a:solidFill>
                <a:srgbClr val="002060"/>
              </a:solidFill>
              <a:sym typeface="+mn-lt"/>
            </a:endParaRPr>
          </a:p>
          <a:p>
            <a:pPr>
              <a:lnSpc>
                <a:spcPct val="125000"/>
              </a:lnSpc>
              <a:spcBef>
                <a:spcPct val="20000"/>
              </a:spcBef>
            </a:pPr>
            <a:r>
              <a:rPr lang="en-US" altLang="zh-CN" sz="2000">
                <a:solidFill>
                  <a:srgbClr val="002060"/>
                </a:solidFill>
                <a:sym typeface="+mn-lt"/>
              </a:rPr>
              <a:t>39 </a:t>
            </a:r>
            <a:r>
              <a:rPr lang="zh-CN" altLang="zh-CN" sz="2000">
                <a:solidFill>
                  <a:srgbClr val="002060"/>
                </a:solidFill>
                <a:sym typeface="+mn-lt"/>
              </a:rPr>
              <a:t>个犹太人与</a:t>
            </a:r>
            <a:r>
              <a:rPr lang="en-US" altLang="zh-CN" sz="2000">
                <a:solidFill>
                  <a:srgbClr val="002060"/>
                </a:solidFill>
                <a:sym typeface="+mn-lt"/>
              </a:rPr>
              <a:t>Josephus</a:t>
            </a:r>
            <a:r>
              <a:rPr lang="zh-CN" altLang="zh-CN" sz="2000">
                <a:solidFill>
                  <a:srgbClr val="002060"/>
                </a:solidFill>
                <a:sym typeface="+mn-lt"/>
              </a:rPr>
              <a:t>及他的朋友躲到一个洞中</a:t>
            </a:r>
            <a:endParaRPr lang="en-US" altLang="zh-CN" sz="2000">
              <a:solidFill>
                <a:srgbClr val="002060"/>
              </a:solidFill>
              <a:sym typeface="+mn-lt"/>
            </a:endParaRPr>
          </a:p>
          <a:p>
            <a:pPr>
              <a:lnSpc>
                <a:spcPct val="125000"/>
              </a:lnSpc>
              <a:spcBef>
                <a:spcPct val="20000"/>
              </a:spcBef>
            </a:pPr>
            <a:r>
              <a:rPr lang="en-US" altLang="zh-CN" sz="2000">
                <a:solidFill>
                  <a:srgbClr val="002060"/>
                </a:solidFill>
                <a:sym typeface="+mn-lt"/>
              </a:rPr>
              <a:t>39</a:t>
            </a:r>
            <a:r>
              <a:rPr lang="zh-CN" altLang="zh-CN" sz="2000">
                <a:solidFill>
                  <a:srgbClr val="002060"/>
                </a:solidFill>
                <a:sym typeface="+mn-lt"/>
              </a:rPr>
              <a:t>个犹太人决定宁愿死也不要被敌人抓到，于是决定了一个自杀方式</a:t>
            </a:r>
            <a:endParaRPr lang="en-US" altLang="zh-CN" sz="2000">
              <a:solidFill>
                <a:srgbClr val="002060"/>
              </a:solidFill>
              <a:sym typeface="+mn-lt"/>
            </a:endParaRPr>
          </a:p>
          <a:p>
            <a:pPr>
              <a:lnSpc>
                <a:spcPct val="125000"/>
              </a:lnSpc>
              <a:spcBef>
                <a:spcPct val="20000"/>
              </a:spcBef>
            </a:pPr>
            <a:r>
              <a:rPr lang="en-US" altLang="zh-CN" sz="2000">
                <a:solidFill>
                  <a:srgbClr val="FF0000"/>
                </a:solidFill>
                <a:sym typeface="+mn-lt"/>
              </a:rPr>
              <a:t>41</a:t>
            </a:r>
            <a:r>
              <a:rPr lang="zh-CN" altLang="zh-CN" sz="2000">
                <a:solidFill>
                  <a:srgbClr val="FF0000"/>
                </a:solidFill>
                <a:sym typeface="+mn-lt"/>
              </a:rPr>
              <a:t>个人</a:t>
            </a:r>
            <a:r>
              <a:rPr lang="zh-CN" altLang="zh-CN" sz="2000">
                <a:solidFill>
                  <a:srgbClr val="002060"/>
                </a:solidFill>
                <a:sym typeface="+mn-lt"/>
              </a:rPr>
              <a:t>排成一个圆圈，由第</a:t>
            </a:r>
            <a:r>
              <a:rPr lang="en-US" altLang="zh-CN" sz="2000">
                <a:solidFill>
                  <a:srgbClr val="FF0000"/>
                </a:solidFill>
                <a:sym typeface="+mn-lt"/>
              </a:rPr>
              <a:t>1</a:t>
            </a:r>
            <a:r>
              <a:rPr lang="zh-CN" altLang="zh-CN" sz="2000">
                <a:solidFill>
                  <a:srgbClr val="002060"/>
                </a:solidFill>
                <a:sym typeface="+mn-lt"/>
              </a:rPr>
              <a:t>个人开始报数，每报数到第</a:t>
            </a:r>
            <a:r>
              <a:rPr lang="en-US" altLang="zh-CN" sz="2000">
                <a:solidFill>
                  <a:srgbClr val="FF0000"/>
                </a:solidFill>
                <a:sym typeface="+mn-lt"/>
              </a:rPr>
              <a:t>3</a:t>
            </a:r>
            <a:r>
              <a:rPr lang="zh-CN" altLang="zh-CN" sz="2000">
                <a:solidFill>
                  <a:srgbClr val="002060"/>
                </a:solidFill>
                <a:sym typeface="+mn-lt"/>
              </a:rPr>
              <a:t>人该人就必须自杀，然后再由下一个重新报数，直到所有人都自杀身亡为止</a:t>
            </a:r>
            <a:endParaRPr lang="en-US" altLang="zh-CN" sz="2000">
              <a:solidFill>
                <a:srgbClr val="002060"/>
              </a:solidFill>
              <a:sym typeface="+mn-lt"/>
            </a:endParaRPr>
          </a:p>
          <a:p>
            <a:pPr>
              <a:lnSpc>
                <a:spcPct val="125000"/>
              </a:lnSpc>
              <a:spcBef>
                <a:spcPct val="20000"/>
              </a:spcBef>
            </a:pPr>
            <a:r>
              <a:rPr lang="zh-CN" altLang="zh-CN" sz="2000">
                <a:solidFill>
                  <a:srgbClr val="002060"/>
                </a:solidFill>
                <a:sym typeface="+mn-lt"/>
              </a:rPr>
              <a:t>然而</a:t>
            </a:r>
            <a:r>
              <a:rPr lang="en-US" altLang="zh-CN" sz="2000">
                <a:solidFill>
                  <a:srgbClr val="002060"/>
                </a:solidFill>
                <a:sym typeface="+mn-lt"/>
              </a:rPr>
              <a:t>Josephus </a:t>
            </a:r>
            <a:r>
              <a:rPr lang="zh-CN" altLang="zh-CN" sz="2000">
                <a:solidFill>
                  <a:srgbClr val="002060"/>
                </a:solidFill>
                <a:sym typeface="+mn-lt"/>
              </a:rPr>
              <a:t>和他的朋友并不想遵从，</a:t>
            </a:r>
            <a:r>
              <a:rPr lang="en-US" altLang="zh-CN" sz="2000">
                <a:solidFill>
                  <a:srgbClr val="002060"/>
                </a:solidFill>
                <a:sym typeface="+mn-lt"/>
              </a:rPr>
              <a:t>Josephus</a:t>
            </a:r>
            <a:r>
              <a:rPr lang="zh-CN" altLang="zh-CN" sz="2000">
                <a:solidFill>
                  <a:srgbClr val="002060"/>
                </a:solidFill>
                <a:sym typeface="+mn-lt"/>
              </a:rPr>
              <a:t>要他的朋友先假装遵从，他将朋友与自己安排在第</a:t>
            </a:r>
            <a:r>
              <a:rPr lang="en-US" altLang="zh-CN" sz="2000">
                <a:solidFill>
                  <a:srgbClr val="FF0000"/>
                </a:solidFill>
                <a:sym typeface="+mn-lt"/>
              </a:rPr>
              <a:t>16</a:t>
            </a:r>
            <a:r>
              <a:rPr lang="zh-CN" altLang="zh-CN" sz="2000">
                <a:solidFill>
                  <a:srgbClr val="002060"/>
                </a:solidFill>
                <a:sym typeface="+mn-lt"/>
              </a:rPr>
              <a:t>个与第</a:t>
            </a:r>
            <a:r>
              <a:rPr lang="en-US" altLang="zh-CN" sz="2000">
                <a:solidFill>
                  <a:srgbClr val="FF0000"/>
                </a:solidFill>
                <a:sym typeface="+mn-lt"/>
              </a:rPr>
              <a:t>31</a:t>
            </a:r>
            <a:r>
              <a:rPr lang="zh-CN" altLang="zh-CN" sz="2000">
                <a:solidFill>
                  <a:srgbClr val="002060"/>
                </a:solidFill>
                <a:sym typeface="+mn-lt"/>
              </a:rPr>
              <a:t>个位置，于是逃过了这场死亡游戏 </a:t>
            </a:r>
            <a:endParaRPr lang="zh-CN" altLang="en-US" sz="2000">
              <a:solidFill>
                <a:srgbClr val="002060"/>
              </a:solidFill>
              <a:sym typeface="+mn-lt"/>
            </a:endParaRPr>
          </a:p>
        </p:txBody>
      </p:sp>
      <p:pic>
        <p:nvPicPr>
          <p:cNvPr id="132098" name="Picture 2" descr="http://t3.baidu.com/it/u=3734063827,1396026635&amp;fm=21&amp;gp=0.jpg">
            <a:extLst>
              <a:ext uri="{FF2B5EF4-FFF2-40B4-BE49-F238E27FC236}">
                <a16:creationId xmlns:a16="http://schemas.microsoft.com/office/drawing/2014/main" id="{94D12BCA-CDB6-4DFB-8538-1D2C02D3C7CD}"/>
              </a:ext>
            </a:extLst>
          </p:cNvPr>
          <p:cNvPicPr>
            <a:picLocks noChangeAspect="1" noChangeArrowheads="1"/>
          </p:cNvPicPr>
          <p:nvPr/>
        </p:nvPicPr>
        <p:blipFill>
          <a:blip r:embed="rId2">
            <a:duotone>
              <a:prstClr val="black"/>
              <a:srgbClr val="D2D2F4">
                <a:tint val="45000"/>
                <a:satMod val="400000"/>
              </a:srgbClr>
            </a:duotone>
            <a:extLst>
              <a:ext uri="{28A0092B-C50C-407E-A947-70E740481C1C}">
                <a14:useLocalDpi xmlns:a14="http://schemas.microsoft.com/office/drawing/2010/main" val="0"/>
              </a:ext>
            </a:extLst>
          </a:blip>
          <a:srcRect/>
          <a:stretch>
            <a:fillRect/>
          </a:stretch>
        </p:blipFill>
        <p:spPr bwMode="auto">
          <a:xfrm>
            <a:off x="5619800" y="1556792"/>
            <a:ext cx="3524200" cy="3284352"/>
          </a:xfrm>
          <a:prstGeom prst="rect">
            <a:avLst/>
          </a:prstGeom>
          <a:solidFill>
            <a:srgbClr val="B8D4EC"/>
          </a:solidFill>
          <a:ln>
            <a:noFill/>
          </a:ln>
        </p:spPr>
      </p:pic>
      <p:sp>
        <p:nvSpPr>
          <p:cNvPr id="133127" name="矩形 1">
            <a:extLst>
              <a:ext uri="{FF2B5EF4-FFF2-40B4-BE49-F238E27FC236}">
                <a16:creationId xmlns:a16="http://schemas.microsoft.com/office/drawing/2014/main" id="{9C4C67B9-B9C0-BF4F-850B-0A75702EE09B}"/>
              </a:ext>
            </a:extLst>
          </p:cNvPr>
          <p:cNvSpPr>
            <a:spLocks noChangeArrowheads="1"/>
          </p:cNvSpPr>
          <p:nvPr/>
        </p:nvSpPr>
        <p:spPr bwMode="auto">
          <a:xfrm>
            <a:off x="5619750" y="4941888"/>
            <a:ext cx="3524250" cy="71437"/>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33128" name="矩形 8">
            <a:extLst>
              <a:ext uri="{FF2B5EF4-FFF2-40B4-BE49-F238E27FC236}">
                <a16:creationId xmlns:a16="http://schemas.microsoft.com/office/drawing/2014/main" id="{215023F9-705C-2441-B9D3-36852E9CB061}"/>
              </a:ext>
            </a:extLst>
          </p:cNvPr>
          <p:cNvSpPr>
            <a:spLocks noChangeArrowheads="1"/>
          </p:cNvSpPr>
          <p:nvPr/>
        </p:nvSpPr>
        <p:spPr bwMode="auto">
          <a:xfrm>
            <a:off x="5619750" y="5076825"/>
            <a:ext cx="3524250" cy="73025"/>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33129" name="矩形 9">
            <a:extLst>
              <a:ext uri="{FF2B5EF4-FFF2-40B4-BE49-F238E27FC236}">
                <a16:creationId xmlns:a16="http://schemas.microsoft.com/office/drawing/2014/main" id="{8E1925EC-97B5-8E43-A0DF-71B6B5FFCC7D}"/>
              </a:ext>
            </a:extLst>
          </p:cNvPr>
          <p:cNvSpPr>
            <a:spLocks noChangeArrowheads="1"/>
          </p:cNvSpPr>
          <p:nvPr/>
        </p:nvSpPr>
        <p:spPr bwMode="auto">
          <a:xfrm>
            <a:off x="5619750" y="5219700"/>
            <a:ext cx="3524250" cy="71438"/>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33130" name="矩形 10">
            <a:extLst>
              <a:ext uri="{FF2B5EF4-FFF2-40B4-BE49-F238E27FC236}">
                <a16:creationId xmlns:a16="http://schemas.microsoft.com/office/drawing/2014/main" id="{A234D3E2-F196-954F-BBFC-B2C6D67A188D}"/>
              </a:ext>
            </a:extLst>
          </p:cNvPr>
          <p:cNvSpPr>
            <a:spLocks noChangeArrowheads="1"/>
          </p:cNvSpPr>
          <p:nvPr/>
        </p:nvSpPr>
        <p:spPr bwMode="auto">
          <a:xfrm>
            <a:off x="5619750" y="5360988"/>
            <a:ext cx="3524250" cy="71437"/>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33131" name="矩形 11">
            <a:extLst>
              <a:ext uri="{FF2B5EF4-FFF2-40B4-BE49-F238E27FC236}">
                <a16:creationId xmlns:a16="http://schemas.microsoft.com/office/drawing/2014/main" id="{AA492A4C-8BEE-7240-A400-942F9350C301}"/>
              </a:ext>
            </a:extLst>
          </p:cNvPr>
          <p:cNvSpPr>
            <a:spLocks noChangeArrowheads="1"/>
          </p:cNvSpPr>
          <p:nvPr/>
        </p:nvSpPr>
        <p:spPr bwMode="auto">
          <a:xfrm>
            <a:off x="5619750" y="5495925"/>
            <a:ext cx="3524250" cy="73025"/>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33132" name="矩形 14">
            <a:extLst>
              <a:ext uri="{FF2B5EF4-FFF2-40B4-BE49-F238E27FC236}">
                <a16:creationId xmlns:a16="http://schemas.microsoft.com/office/drawing/2014/main" id="{9CA8B9C9-F714-2E4B-8093-D143A853BB30}"/>
              </a:ext>
            </a:extLst>
          </p:cNvPr>
          <p:cNvSpPr>
            <a:spLocks noChangeArrowheads="1"/>
          </p:cNvSpPr>
          <p:nvPr/>
        </p:nvSpPr>
        <p:spPr bwMode="auto">
          <a:xfrm>
            <a:off x="5619750" y="5618163"/>
            <a:ext cx="3524250" cy="71437"/>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33133" name="矩形 15">
            <a:extLst>
              <a:ext uri="{FF2B5EF4-FFF2-40B4-BE49-F238E27FC236}">
                <a16:creationId xmlns:a16="http://schemas.microsoft.com/office/drawing/2014/main" id="{DAD8317A-A14E-0946-BD4F-6DB058296E01}"/>
              </a:ext>
            </a:extLst>
          </p:cNvPr>
          <p:cNvSpPr>
            <a:spLocks noChangeArrowheads="1"/>
          </p:cNvSpPr>
          <p:nvPr/>
        </p:nvSpPr>
        <p:spPr bwMode="auto">
          <a:xfrm>
            <a:off x="5619750" y="5773738"/>
            <a:ext cx="3524250" cy="73025"/>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33134" name="矩形 16">
            <a:extLst>
              <a:ext uri="{FF2B5EF4-FFF2-40B4-BE49-F238E27FC236}">
                <a16:creationId xmlns:a16="http://schemas.microsoft.com/office/drawing/2014/main" id="{8421B52B-0CD0-C64A-9716-B3CE7CC5A991}"/>
              </a:ext>
            </a:extLst>
          </p:cNvPr>
          <p:cNvSpPr>
            <a:spLocks noChangeArrowheads="1"/>
          </p:cNvSpPr>
          <p:nvPr/>
        </p:nvSpPr>
        <p:spPr bwMode="auto">
          <a:xfrm>
            <a:off x="5619750" y="5930900"/>
            <a:ext cx="3524250" cy="73025"/>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33135" name="矩形 17">
            <a:extLst>
              <a:ext uri="{FF2B5EF4-FFF2-40B4-BE49-F238E27FC236}">
                <a16:creationId xmlns:a16="http://schemas.microsoft.com/office/drawing/2014/main" id="{28180E9A-F941-1845-8A25-8A717C471241}"/>
              </a:ext>
            </a:extLst>
          </p:cNvPr>
          <p:cNvSpPr>
            <a:spLocks noChangeArrowheads="1"/>
          </p:cNvSpPr>
          <p:nvPr/>
        </p:nvSpPr>
        <p:spPr bwMode="auto">
          <a:xfrm>
            <a:off x="5619750" y="6107113"/>
            <a:ext cx="3524250" cy="73025"/>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33136" name="矩形 18">
            <a:extLst>
              <a:ext uri="{FF2B5EF4-FFF2-40B4-BE49-F238E27FC236}">
                <a16:creationId xmlns:a16="http://schemas.microsoft.com/office/drawing/2014/main" id="{5E569005-7F4C-E043-8351-F7408280119A}"/>
              </a:ext>
            </a:extLst>
          </p:cNvPr>
          <p:cNvSpPr>
            <a:spLocks noChangeArrowheads="1"/>
          </p:cNvSpPr>
          <p:nvPr/>
        </p:nvSpPr>
        <p:spPr bwMode="auto">
          <a:xfrm>
            <a:off x="5619750" y="6272213"/>
            <a:ext cx="3524250" cy="71437"/>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33137" name="矩形 19">
            <a:extLst>
              <a:ext uri="{FF2B5EF4-FFF2-40B4-BE49-F238E27FC236}">
                <a16:creationId xmlns:a16="http://schemas.microsoft.com/office/drawing/2014/main" id="{64B7B68B-862B-2E4D-A5EF-49F8ADBBEE82}"/>
              </a:ext>
            </a:extLst>
          </p:cNvPr>
          <p:cNvSpPr>
            <a:spLocks noChangeArrowheads="1"/>
          </p:cNvSpPr>
          <p:nvPr/>
        </p:nvSpPr>
        <p:spPr bwMode="auto">
          <a:xfrm>
            <a:off x="5619750" y="6429375"/>
            <a:ext cx="3524250" cy="73025"/>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33138" name="矩形 20">
            <a:extLst>
              <a:ext uri="{FF2B5EF4-FFF2-40B4-BE49-F238E27FC236}">
                <a16:creationId xmlns:a16="http://schemas.microsoft.com/office/drawing/2014/main" id="{248BDF69-A9C8-784D-9D73-2E37ED179B61}"/>
              </a:ext>
            </a:extLst>
          </p:cNvPr>
          <p:cNvSpPr>
            <a:spLocks noChangeArrowheads="1"/>
          </p:cNvSpPr>
          <p:nvPr/>
        </p:nvSpPr>
        <p:spPr bwMode="auto">
          <a:xfrm>
            <a:off x="5619750" y="6605588"/>
            <a:ext cx="3524250" cy="73025"/>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nodePh="1">
                                  <p:stCondLst>
                                    <p:cond delay="0"/>
                                  </p:stCondLst>
                                  <p:endCondLst>
                                    <p:cond delay="0"/>
                                  </p:end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nodeType="clickPar">
                      <p:stCondLst>
                        <p:cond delay="indefinite"/>
                      </p:stCondLst>
                      <p:childTnLst>
                        <p:par>
                          <p:cTn id="11" fill="hold" nodeType="withGroup">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6">
                                            <p:bg/>
                                          </p:spTgt>
                                        </p:tgtEl>
                                        <p:attrNameLst>
                                          <p:attrName>style.visibility</p:attrName>
                                        </p:attrNameLst>
                                      </p:cBhvr>
                                      <p:to>
                                        <p:strVal val="visible"/>
                                      </p:to>
                                    </p:set>
                                    <p:animEffect transition="in" filter="fade">
                                      <p:cBhvr>
                                        <p:cTn id="14" dur="2000"/>
                                        <p:tgtEl>
                                          <p:spTgt spid="6">
                                            <p:bg/>
                                          </p:spTgt>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6">
                                            <p:txEl>
                                              <p:pRg st="0" end="0"/>
                                            </p:txEl>
                                          </p:spTgt>
                                        </p:tgtEl>
                                        <p:attrNameLst>
                                          <p:attrName>style.visibility</p:attrName>
                                        </p:attrNameLst>
                                      </p:cBhvr>
                                      <p:to>
                                        <p:strVal val="visible"/>
                                      </p:to>
                                    </p:set>
                                    <p:animEffect transition="in" filter="fade">
                                      <p:cBhvr>
                                        <p:cTn id="17" dur="2000"/>
                                        <p:tgtEl>
                                          <p:spTgt spid="6">
                                            <p:txEl>
                                              <p:pRg st="0" end="0"/>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bg/>
                                          </p:spTgt>
                                        </p:tgtEl>
                                        <p:attrNameLst>
                                          <p:attrName>style.visibility</p:attrName>
                                        </p:attrNameLst>
                                      </p:cBhvr>
                                      <p:to>
                                        <p:strVal val="visible"/>
                                      </p:to>
                                    </p:set>
                                    <p:animEffect transition="in" filter="fade">
                                      <p:cBhvr>
                                        <p:cTn id="22" dur="2000"/>
                                        <p:tgtEl>
                                          <p:spTgt spid="7">
                                            <p:bg/>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
                                            <p:txEl>
                                              <p:pRg st="0" end="0"/>
                                            </p:txEl>
                                          </p:spTgt>
                                        </p:tgtEl>
                                        <p:attrNameLst>
                                          <p:attrName>style.visibility</p:attrName>
                                        </p:attrNameLst>
                                      </p:cBhvr>
                                      <p:to>
                                        <p:strVal val="visible"/>
                                      </p:to>
                                    </p:set>
                                    <p:animEffect transition="in" filter="fade">
                                      <p:cBhvr>
                                        <p:cTn id="25" dur="2000"/>
                                        <p:tgtEl>
                                          <p:spTgt spid="7">
                                            <p:txEl>
                                              <p:pRg st="0" end="0"/>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
                                            <p:txEl>
                                              <p:pRg st="1" end="1"/>
                                            </p:txEl>
                                          </p:spTgt>
                                        </p:tgtEl>
                                        <p:attrNameLst>
                                          <p:attrName>style.visibility</p:attrName>
                                        </p:attrNameLst>
                                      </p:cBhvr>
                                      <p:to>
                                        <p:strVal val="visible"/>
                                      </p:to>
                                    </p:set>
                                    <p:animEffect transition="in" filter="fade">
                                      <p:cBhvr>
                                        <p:cTn id="28" dur="2000"/>
                                        <p:tgtEl>
                                          <p:spTgt spid="7">
                                            <p:txEl>
                                              <p:pRg st="1" end="1"/>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7">
                                            <p:txEl>
                                              <p:pRg st="2" end="2"/>
                                            </p:txEl>
                                          </p:spTgt>
                                        </p:tgtEl>
                                        <p:attrNameLst>
                                          <p:attrName>style.visibility</p:attrName>
                                        </p:attrNameLst>
                                      </p:cBhvr>
                                      <p:to>
                                        <p:strVal val="visible"/>
                                      </p:to>
                                    </p:set>
                                    <p:animEffect transition="in" filter="fade">
                                      <p:cBhvr>
                                        <p:cTn id="31" dur="2000"/>
                                        <p:tgtEl>
                                          <p:spTgt spid="7">
                                            <p:txEl>
                                              <p:pRg st="2" end="2"/>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7">
                                            <p:txEl>
                                              <p:pRg st="3" end="3"/>
                                            </p:txEl>
                                          </p:spTgt>
                                        </p:tgtEl>
                                        <p:attrNameLst>
                                          <p:attrName>style.visibility</p:attrName>
                                        </p:attrNameLst>
                                      </p:cBhvr>
                                      <p:to>
                                        <p:strVal val="visible"/>
                                      </p:to>
                                    </p:set>
                                    <p:animEffect transition="in" filter="fade">
                                      <p:cBhvr>
                                        <p:cTn id="34" dur="2000"/>
                                        <p:tgtEl>
                                          <p:spTgt spid="7">
                                            <p:txEl>
                                              <p:pRg st="3" end="3"/>
                                            </p:txEl>
                                          </p:spTgt>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7">
                                            <p:txEl>
                                              <p:pRg st="4" end="4"/>
                                            </p:txEl>
                                          </p:spTgt>
                                        </p:tgtEl>
                                        <p:attrNameLst>
                                          <p:attrName>style.visibility</p:attrName>
                                        </p:attrNameLst>
                                      </p:cBhvr>
                                      <p:to>
                                        <p:strVal val="visible"/>
                                      </p:to>
                                    </p:set>
                                    <p:animEffect transition="in" filter="fade">
                                      <p:cBhvr>
                                        <p:cTn id="37" dur="20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build="allAtOnce" animBg="1"/>
      <p:bldP spid="7" grpId="0" build="allAtOnce"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矩形 1">
            <a:extLst>
              <a:ext uri="{FF2B5EF4-FFF2-40B4-BE49-F238E27FC236}">
                <a16:creationId xmlns:a16="http://schemas.microsoft.com/office/drawing/2014/main" id="{232D2E74-2443-CE4A-8627-888A033F3AA4}"/>
              </a:ext>
            </a:extLst>
          </p:cNvPr>
          <p:cNvSpPr>
            <a:spLocks noChangeArrowheads="1"/>
          </p:cNvSpPr>
          <p:nvPr/>
        </p:nvSpPr>
        <p:spPr bwMode="auto">
          <a:xfrm>
            <a:off x="0" y="1711325"/>
            <a:ext cx="179388" cy="4873625"/>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585730" name="Rectangle 2">
            <a:extLst>
              <a:ext uri="{FF2B5EF4-FFF2-40B4-BE49-F238E27FC236}">
                <a16:creationId xmlns:a16="http://schemas.microsoft.com/office/drawing/2014/main" id="{4FC4EAF3-2589-4FC5-B5EA-0646581B268B}"/>
              </a:ext>
            </a:extLst>
          </p:cNvPr>
          <p:cNvSpPr>
            <a:spLocks noGrp="1" noChangeArrowheads="1"/>
          </p:cNvSpPr>
          <p:nvPr>
            <p:ph idx="1"/>
          </p:nvPr>
        </p:nvSpPr>
        <p:spPr>
          <a:xfrm>
            <a:off x="114300" y="889000"/>
            <a:ext cx="6096000" cy="685800"/>
          </a:xfrm>
        </p:spPr>
        <p:txBody>
          <a:bodyPr anchor="ctr"/>
          <a:lstStyle/>
          <a:p>
            <a:pPr>
              <a:lnSpc>
                <a:spcPct val="90000"/>
              </a:lnSpc>
              <a:defRPr/>
            </a:pPr>
            <a:r>
              <a:rPr kumimoji="1" lang="zh-CN" altLang="en-US" dirty="0">
                <a:ea typeface="+mn-ea"/>
                <a:cs typeface="+mn-ea"/>
                <a:sym typeface="+mn-lt"/>
              </a:rPr>
              <a:t>例如  </a:t>
            </a:r>
            <a:r>
              <a:rPr kumimoji="1" lang="en-US" altLang="zh-CN" i="1" dirty="0">
                <a:solidFill>
                  <a:srgbClr val="0000CC"/>
                </a:solidFill>
                <a:ea typeface="+mn-ea"/>
                <a:cs typeface="+mn-ea"/>
                <a:sym typeface="+mn-lt"/>
              </a:rPr>
              <a:t>n </a:t>
            </a:r>
            <a:r>
              <a:rPr kumimoji="1" lang="en-US" altLang="zh-CN" dirty="0">
                <a:solidFill>
                  <a:srgbClr val="0000CC"/>
                </a:solidFill>
                <a:ea typeface="+mn-ea"/>
                <a:cs typeface="+mn-ea"/>
                <a:sym typeface="+mn-lt"/>
              </a:rPr>
              <a:t>= 8   </a:t>
            </a:r>
            <a:r>
              <a:rPr kumimoji="1" lang="en-US" altLang="zh-CN" i="1" dirty="0">
                <a:solidFill>
                  <a:srgbClr val="0000CC"/>
                </a:solidFill>
                <a:ea typeface="+mn-ea"/>
                <a:cs typeface="+mn-ea"/>
                <a:sym typeface="+mn-lt"/>
              </a:rPr>
              <a:t>m</a:t>
            </a:r>
            <a:r>
              <a:rPr kumimoji="1" lang="en-US" altLang="zh-CN" dirty="0">
                <a:solidFill>
                  <a:srgbClr val="0000CC"/>
                </a:solidFill>
                <a:ea typeface="+mn-ea"/>
                <a:cs typeface="+mn-ea"/>
                <a:sym typeface="+mn-lt"/>
              </a:rPr>
              <a:t> = 3</a:t>
            </a:r>
          </a:p>
        </p:txBody>
      </p:sp>
      <p:pic>
        <p:nvPicPr>
          <p:cNvPr id="134148" name="Picture 3">
            <a:extLst>
              <a:ext uri="{FF2B5EF4-FFF2-40B4-BE49-F238E27FC236}">
                <a16:creationId xmlns:a16="http://schemas.microsoft.com/office/drawing/2014/main" id="{4C70680F-A331-BB4A-9365-BD9B424C76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43996"/>
          <a:stretch>
            <a:fillRect/>
          </a:stretch>
        </p:blipFill>
        <p:spPr bwMode="auto">
          <a:xfrm>
            <a:off x="179388" y="1711325"/>
            <a:ext cx="8748712" cy="2590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4149" name="Picture 4">
            <a:extLst>
              <a:ext uri="{FF2B5EF4-FFF2-40B4-BE49-F238E27FC236}">
                <a16:creationId xmlns:a16="http://schemas.microsoft.com/office/drawing/2014/main" id="{2E4AAFDF-533B-F848-AA52-0A0710B4E0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56342"/>
          <a:stretch>
            <a:fillRect/>
          </a:stretch>
        </p:blipFill>
        <p:spPr bwMode="auto">
          <a:xfrm>
            <a:off x="841375" y="3821113"/>
            <a:ext cx="7186613" cy="2763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4150" name="Text Box 6">
            <a:extLst>
              <a:ext uri="{FF2B5EF4-FFF2-40B4-BE49-F238E27FC236}">
                <a16:creationId xmlns:a16="http://schemas.microsoft.com/office/drawing/2014/main" id="{DD4A9A74-A082-AC44-BF1B-1CA741623F01}"/>
              </a:ext>
            </a:extLst>
          </p:cNvPr>
          <p:cNvSpPr txBox="1">
            <a:spLocks noChangeArrowheads="1"/>
          </p:cNvSpPr>
          <p:nvPr/>
        </p:nvSpPr>
        <p:spPr bwMode="auto">
          <a:xfrm>
            <a:off x="798513" y="230188"/>
            <a:ext cx="242887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zh-CN" sz="2800">
                <a:solidFill>
                  <a:schemeClr val="bg1"/>
                </a:solidFill>
                <a:sym typeface="+mn-lt"/>
              </a:rPr>
              <a:t>约瑟夫问题</a:t>
            </a:r>
          </a:p>
        </p:txBody>
      </p:sp>
      <p:sp>
        <p:nvSpPr>
          <p:cNvPr id="134151" name="矩形 11">
            <a:extLst>
              <a:ext uri="{FF2B5EF4-FFF2-40B4-BE49-F238E27FC236}">
                <a16:creationId xmlns:a16="http://schemas.microsoft.com/office/drawing/2014/main" id="{B3880B84-B3E4-2A4F-BE18-3E2E5A926C62}"/>
              </a:ext>
            </a:extLst>
          </p:cNvPr>
          <p:cNvSpPr>
            <a:spLocks noChangeArrowheads="1"/>
          </p:cNvSpPr>
          <p:nvPr/>
        </p:nvSpPr>
        <p:spPr bwMode="auto">
          <a:xfrm>
            <a:off x="8999538" y="1711325"/>
            <a:ext cx="180975" cy="4873625"/>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Tree>
  </p:cSld>
  <p:clrMapOvr>
    <a:masterClrMapping/>
  </p:clrMapOvr>
  <p:transition>
    <p:split orient="vert"/>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矩形 4">
            <a:extLst>
              <a:ext uri="{FF2B5EF4-FFF2-40B4-BE49-F238E27FC236}">
                <a16:creationId xmlns:a16="http://schemas.microsoft.com/office/drawing/2014/main" id="{0DAEFF03-D3B4-9941-B82F-0728A659E27C}"/>
              </a:ext>
            </a:extLst>
          </p:cNvPr>
          <p:cNvSpPr>
            <a:spLocks noChangeArrowheads="1"/>
          </p:cNvSpPr>
          <p:nvPr/>
        </p:nvSpPr>
        <p:spPr bwMode="auto">
          <a:xfrm>
            <a:off x="-14288" y="3141663"/>
            <a:ext cx="9144001" cy="3702050"/>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586754" name="Text Box 1026">
            <a:extLst>
              <a:ext uri="{FF2B5EF4-FFF2-40B4-BE49-F238E27FC236}">
                <a16:creationId xmlns:a16="http://schemas.microsoft.com/office/drawing/2014/main" id="{4983F8C9-652E-40A4-9E59-B642AD8D43DC}"/>
              </a:ext>
            </a:extLst>
          </p:cNvPr>
          <p:cNvSpPr txBox="1">
            <a:spLocks noChangeArrowheads="1"/>
          </p:cNvSpPr>
          <p:nvPr/>
        </p:nvSpPr>
        <p:spPr bwMode="auto">
          <a:xfrm>
            <a:off x="107950" y="2420938"/>
            <a:ext cx="9047163" cy="4422775"/>
          </a:xfrm>
          <a:prstGeom prst="rect">
            <a:avLst/>
          </a:prstGeom>
          <a:noFill/>
          <a:ln w="9525">
            <a:noFill/>
            <a:miter lim="800000"/>
          </a:ln>
        </p:spPr>
        <p:txBody>
          <a:bodyPr lIns="112947" tIns="56473" rIns="112947" bIns="56473">
            <a:spAutoFit/>
          </a:bodyPr>
          <a:lstStyle>
            <a:lvl1pPr defTabSz="1127125">
              <a:defRPr sz="2800">
                <a:solidFill>
                  <a:schemeClr val="tx1"/>
                </a:solidFill>
                <a:latin typeface="Times New Roman" panose="02020603050405020304" pitchFamily="18" charset="0"/>
                <a:ea typeface="仿宋_GB2312" pitchFamily="49" charset="-122"/>
              </a:defRPr>
            </a:lvl1pPr>
            <a:lvl2pPr marL="742950" indent="-285750" defTabSz="1127125">
              <a:defRPr sz="2800">
                <a:solidFill>
                  <a:schemeClr val="tx1"/>
                </a:solidFill>
                <a:latin typeface="Times New Roman" panose="02020603050405020304" pitchFamily="18" charset="0"/>
                <a:ea typeface="仿宋_GB2312" pitchFamily="49" charset="-122"/>
              </a:defRPr>
            </a:lvl2pPr>
            <a:lvl3pPr marL="1143000" indent="-228600" defTabSz="1127125">
              <a:defRPr sz="2800">
                <a:solidFill>
                  <a:schemeClr val="tx1"/>
                </a:solidFill>
                <a:latin typeface="Times New Roman" panose="02020603050405020304" pitchFamily="18" charset="0"/>
                <a:ea typeface="仿宋_GB2312" pitchFamily="49" charset="-122"/>
              </a:defRPr>
            </a:lvl3pPr>
            <a:lvl4pPr marL="1600200" indent="-228600" defTabSz="1127125">
              <a:defRPr sz="2800">
                <a:solidFill>
                  <a:schemeClr val="tx1"/>
                </a:solidFill>
                <a:latin typeface="Times New Roman" panose="02020603050405020304" pitchFamily="18" charset="0"/>
                <a:ea typeface="仿宋_GB2312" pitchFamily="49" charset="-122"/>
              </a:defRPr>
            </a:lvl4pPr>
            <a:lvl5pPr marL="2057400" indent="-228600" defTabSz="1127125">
              <a:defRPr sz="2800">
                <a:solidFill>
                  <a:schemeClr val="tx1"/>
                </a:solidFill>
                <a:latin typeface="Times New Roman" panose="02020603050405020304" pitchFamily="18" charset="0"/>
                <a:ea typeface="仿宋_GB2312" pitchFamily="49" charset="-122"/>
              </a:defRPr>
            </a:lvl5pPr>
            <a:lvl6pPr marL="2514600" indent="-228600" defTabSz="1127125"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defTabSz="1127125"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defTabSz="1127125"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defTabSz="1127125"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lnSpc>
                <a:spcPct val="125000"/>
              </a:lnSpc>
            </a:pPr>
            <a:r>
              <a:rPr kumimoji="1" lang="zh-CN" altLang="en-US" sz="2400">
                <a:solidFill>
                  <a:srgbClr val="0000CC"/>
                </a:solidFill>
                <a:ea typeface="微软雅黑" panose="020B0503020204020204" pitchFamily="34" charset="-122"/>
                <a:sym typeface="+mn-lt"/>
              </a:rPr>
              <a:t>约瑟夫问题的解法</a:t>
            </a:r>
            <a:endParaRPr kumimoji="1" lang="en-US" altLang="zh-CN" sz="2400">
              <a:solidFill>
                <a:srgbClr val="0000CC"/>
              </a:solidFill>
              <a:ea typeface="微软雅黑" panose="020B0503020204020204" pitchFamily="34" charset="-122"/>
              <a:sym typeface="+mn-lt"/>
            </a:endParaRPr>
          </a:p>
          <a:p>
            <a:pPr eaLnBrk="1" hangingPunct="1">
              <a:lnSpc>
                <a:spcPct val="125000"/>
              </a:lnSpc>
            </a:pPr>
            <a:endParaRPr kumimoji="1" lang="zh-CN" altLang="en-US" sz="2400">
              <a:solidFill>
                <a:srgbClr val="0000CC"/>
              </a:solidFill>
              <a:ea typeface="微软雅黑" panose="020B0503020204020204" pitchFamily="34" charset="-122"/>
              <a:sym typeface="+mn-lt"/>
            </a:endParaRPr>
          </a:p>
          <a:p>
            <a:pPr eaLnBrk="1" hangingPunct="1">
              <a:lnSpc>
                <a:spcPct val="125000"/>
              </a:lnSpc>
            </a:pPr>
            <a:r>
              <a:rPr kumimoji="1" lang="en-US" altLang="zh-CN" sz="2200">
                <a:solidFill>
                  <a:schemeClr val="tx2"/>
                </a:solidFill>
                <a:ea typeface="微软雅黑" panose="020B0503020204020204" pitchFamily="34" charset="-122"/>
                <a:sym typeface="+mn-lt"/>
              </a:rPr>
              <a:t>void Josephus ( int n, int m ) {</a:t>
            </a:r>
          </a:p>
          <a:p>
            <a:pPr eaLnBrk="1" hangingPunct="1">
              <a:lnSpc>
                <a:spcPct val="125000"/>
              </a:lnSpc>
            </a:pPr>
            <a:r>
              <a:rPr kumimoji="1" lang="en-US" altLang="zh-CN" sz="2200">
                <a:solidFill>
                  <a:schemeClr val="tx2"/>
                </a:solidFill>
                <a:ea typeface="微软雅黑" panose="020B0503020204020204" pitchFamily="34" charset="-122"/>
                <a:sym typeface="+mn-lt"/>
              </a:rPr>
              <a:t>    Firster ( );                                         </a:t>
            </a:r>
            <a:r>
              <a:rPr kumimoji="1" lang="en-US" altLang="zh-CN" sz="2200">
                <a:solidFill>
                  <a:schemeClr val="folHlink"/>
                </a:solidFill>
                <a:ea typeface="微软雅黑" panose="020B0503020204020204" pitchFamily="34" charset="-122"/>
                <a:sym typeface="+mn-lt"/>
              </a:rPr>
              <a:t>//</a:t>
            </a:r>
            <a:r>
              <a:rPr kumimoji="1" lang="zh-CN" altLang="en-US" sz="2200">
                <a:solidFill>
                  <a:schemeClr val="folHlink"/>
                </a:solidFill>
                <a:ea typeface="微软雅黑" panose="020B0503020204020204" pitchFamily="34" charset="-122"/>
                <a:sym typeface="+mn-lt"/>
              </a:rPr>
              <a:t>检验指针指向第一个结点</a:t>
            </a:r>
          </a:p>
          <a:p>
            <a:pPr eaLnBrk="1" hangingPunct="1">
              <a:lnSpc>
                <a:spcPct val="125000"/>
              </a:lnSpc>
            </a:pPr>
            <a:r>
              <a:rPr kumimoji="1" lang="zh-CN" altLang="en-US" sz="2200">
                <a:solidFill>
                  <a:schemeClr val="tx2"/>
                </a:solidFill>
                <a:ea typeface="微软雅黑" panose="020B0503020204020204" pitchFamily="34" charset="-122"/>
                <a:sym typeface="+mn-lt"/>
              </a:rPr>
              <a:t>    </a:t>
            </a:r>
            <a:r>
              <a:rPr kumimoji="1" lang="en-US" altLang="zh-CN" sz="2200">
                <a:solidFill>
                  <a:schemeClr val="tx2"/>
                </a:solidFill>
                <a:ea typeface="微软雅黑" panose="020B0503020204020204" pitchFamily="34" charset="-122"/>
                <a:sym typeface="+mn-lt"/>
              </a:rPr>
              <a:t>for ( int i = 0; i &lt; n-1; i++ ) {</a:t>
            </a:r>
            <a:r>
              <a:rPr kumimoji="1" lang="en-US" altLang="zh-CN" sz="2200">
                <a:solidFill>
                  <a:schemeClr val="hlink"/>
                </a:solidFill>
                <a:ea typeface="微软雅黑" panose="020B0503020204020204" pitchFamily="34" charset="-122"/>
                <a:sym typeface="+mn-lt"/>
              </a:rPr>
              <a:t>           </a:t>
            </a:r>
            <a:r>
              <a:rPr kumimoji="1" lang="en-US" altLang="zh-CN" sz="2200">
                <a:solidFill>
                  <a:srgbClr val="CC0000"/>
                </a:solidFill>
                <a:ea typeface="微软雅黑" panose="020B0503020204020204" pitchFamily="34" charset="-122"/>
                <a:sym typeface="+mn-lt"/>
              </a:rPr>
              <a:t>//</a:t>
            </a:r>
            <a:r>
              <a:rPr kumimoji="1" lang="zh-CN" altLang="en-US" sz="2200">
                <a:solidFill>
                  <a:srgbClr val="CC0000"/>
                </a:solidFill>
                <a:ea typeface="微软雅黑" panose="020B0503020204020204" pitchFamily="34" charset="-122"/>
                <a:sym typeface="+mn-lt"/>
              </a:rPr>
              <a:t>执行</a:t>
            </a:r>
            <a:r>
              <a:rPr kumimoji="1" lang="en-US" altLang="zh-CN" sz="2200" i="1">
                <a:solidFill>
                  <a:srgbClr val="CC0000"/>
                </a:solidFill>
                <a:ea typeface="微软雅黑" panose="020B0503020204020204" pitchFamily="34" charset="-122"/>
                <a:sym typeface="+mn-lt"/>
              </a:rPr>
              <a:t>n</a:t>
            </a:r>
            <a:r>
              <a:rPr kumimoji="1" lang="en-US" altLang="zh-CN" sz="2200">
                <a:solidFill>
                  <a:srgbClr val="CC0000"/>
                </a:solidFill>
                <a:ea typeface="微软雅黑" panose="020B0503020204020204" pitchFamily="34" charset="-122"/>
                <a:sym typeface="+mn-lt"/>
              </a:rPr>
              <a:t>-1</a:t>
            </a:r>
            <a:r>
              <a:rPr kumimoji="1" lang="zh-CN" altLang="zh-CN" sz="2200">
                <a:solidFill>
                  <a:srgbClr val="CC0000"/>
                </a:solidFill>
                <a:ea typeface="微软雅黑" panose="020B0503020204020204" pitchFamily="34" charset="-122"/>
                <a:sym typeface="+mn-lt"/>
              </a:rPr>
              <a:t>次</a:t>
            </a:r>
            <a:endParaRPr kumimoji="1" lang="zh-CN" altLang="en-US" sz="2200">
              <a:solidFill>
                <a:srgbClr val="CC0000"/>
              </a:solidFill>
              <a:ea typeface="微软雅黑" panose="020B0503020204020204" pitchFamily="34" charset="-122"/>
              <a:sym typeface="+mn-lt"/>
            </a:endParaRPr>
          </a:p>
          <a:p>
            <a:pPr eaLnBrk="1" hangingPunct="1">
              <a:lnSpc>
                <a:spcPct val="125000"/>
              </a:lnSpc>
            </a:pPr>
            <a:r>
              <a:rPr kumimoji="1" lang="zh-CN" altLang="en-US" sz="2200">
                <a:solidFill>
                  <a:schemeClr val="hlink"/>
                </a:solidFill>
                <a:ea typeface="微软雅黑" panose="020B0503020204020204" pitchFamily="34" charset="-122"/>
                <a:sym typeface="+mn-lt"/>
              </a:rPr>
              <a:t>        </a:t>
            </a:r>
            <a:r>
              <a:rPr kumimoji="1" lang="en-US" altLang="zh-CN" sz="2200">
                <a:solidFill>
                  <a:schemeClr val="tx2"/>
                </a:solidFill>
                <a:ea typeface="微软雅黑" panose="020B0503020204020204" pitchFamily="34" charset="-122"/>
                <a:sym typeface="+mn-lt"/>
              </a:rPr>
              <a:t>for ( int j = 0; j &lt; m-1; j++ ) Next ( );</a:t>
            </a:r>
          </a:p>
          <a:p>
            <a:pPr eaLnBrk="1" hangingPunct="1">
              <a:lnSpc>
                <a:spcPct val="125000"/>
              </a:lnSpc>
            </a:pPr>
            <a:r>
              <a:rPr kumimoji="1" lang="en-US" altLang="zh-CN" sz="2200">
                <a:solidFill>
                  <a:schemeClr val="tx2"/>
                </a:solidFill>
                <a:ea typeface="微软雅黑" panose="020B0503020204020204" pitchFamily="34" charset="-122"/>
                <a:sym typeface="+mn-lt"/>
              </a:rPr>
              <a:t>         </a:t>
            </a:r>
            <a:r>
              <a:rPr kumimoji="1" lang="en-US" altLang="zh-CN" sz="2200">
                <a:solidFill>
                  <a:srgbClr val="CC0000"/>
                </a:solidFill>
                <a:ea typeface="微软雅黑" panose="020B0503020204020204" pitchFamily="34" charset="-122"/>
                <a:sym typeface="+mn-lt"/>
              </a:rPr>
              <a:t>//</a:t>
            </a:r>
            <a:r>
              <a:rPr kumimoji="1" lang="zh-CN" altLang="en-US" sz="2200">
                <a:solidFill>
                  <a:srgbClr val="CC0000"/>
                </a:solidFill>
                <a:ea typeface="微软雅黑" panose="020B0503020204020204" pitchFamily="34" charset="-122"/>
                <a:sym typeface="+mn-lt"/>
              </a:rPr>
              <a:t>循环</a:t>
            </a:r>
            <a:r>
              <a:rPr kumimoji="1" lang="en-US" altLang="zh-CN" sz="2200">
                <a:solidFill>
                  <a:srgbClr val="CC0000"/>
                </a:solidFill>
                <a:ea typeface="微软雅黑" panose="020B0503020204020204" pitchFamily="34" charset="-122"/>
                <a:sym typeface="+mn-lt"/>
              </a:rPr>
              <a:t>m</a:t>
            </a:r>
            <a:r>
              <a:rPr kumimoji="1" lang="zh-CN" altLang="en-US" sz="2200">
                <a:solidFill>
                  <a:srgbClr val="CC0000"/>
                </a:solidFill>
                <a:ea typeface="微软雅黑" panose="020B0503020204020204" pitchFamily="34" charset="-122"/>
                <a:sym typeface="+mn-lt"/>
              </a:rPr>
              <a:t>次使</a:t>
            </a:r>
            <a:r>
              <a:rPr kumimoji="1" lang="en-US" altLang="zh-CN" sz="2200">
                <a:solidFill>
                  <a:srgbClr val="CC0000"/>
                </a:solidFill>
                <a:ea typeface="微软雅黑" panose="020B0503020204020204" pitchFamily="34" charset="-122"/>
                <a:sym typeface="+mn-lt"/>
              </a:rPr>
              <a:t>current</a:t>
            </a:r>
            <a:r>
              <a:rPr kumimoji="1" lang="zh-CN" altLang="en-US" sz="2200">
                <a:solidFill>
                  <a:srgbClr val="CC0000"/>
                </a:solidFill>
                <a:ea typeface="微软雅黑" panose="020B0503020204020204" pitchFamily="34" charset="-122"/>
                <a:sym typeface="+mn-lt"/>
              </a:rPr>
              <a:t>指向被删除结点</a:t>
            </a:r>
          </a:p>
          <a:p>
            <a:pPr eaLnBrk="1" hangingPunct="1">
              <a:lnSpc>
                <a:spcPct val="125000"/>
              </a:lnSpc>
            </a:pPr>
            <a:r>
              <a:rPr kumimoji="1" lang="zh-CN" altLang="en-US" sz="2200">
                <a:solidFill>
                  <a:schemeClr val="tx2"/>
                </a:solidFill>
                <a:ea typeface="微软雅黑" panose="020B0503020204020204" pitchFamily="34" charset="-122"/>
                <a:sym typeface="+mn-lt"/>
              </a:rPr>
              <a:t>        </a:t>
            </a:r>
            <a:r>
              <a:rPr kumimoji="1" lang="en-US" altLang="zh-CN" sz="2200">
                <a:solidFill>
                  <a:schemeClr val="tx2"/>
                </a:solidFill>
                <a:ea typeface="微软雅黑" panose="020B0503020204020204" pitchFamily="34" charset="-122"/>
                <a:sym typeface="+mn-lt"/>
              </a:rPr>
              <a:t>cout &lt;&lt; “</a:t>
            </a:r>
            <a:r>
              <a:rPr kumimoji="1" lang="zh-CN" altLang="en-US" sz="2200">
                <a:solidFill>
                  <a:schemeClr val="tx2"/>
                </a:solidFill>
                <a:ea typeface="微软雅黑" panose="020B0503020204020204" pitchFamily="34" charset="-122"/>
                <a:sym typeface="+mn-lt"/>
              </a:rPr>
              <a:t>出列的人是” </a:t>
            </a:r>
            <a:r>
              <a:rPr kumimoji="1" lang="en-US" altLang="zh-CN" sz="2200">
                <a:solidFill>
                  <a:schemeClr val="tx2"/>
                </a:solidFill>
                <a:ea typeface="微软雅黑" panose="020B0503020204020204" pitchFamily="34" charset="-122"/>
                <a:sym typeface="+mn-lt"/>
              </a:rPr>
              <a:t>&lt;&lt; </a:t>
            </a:r>
            <a:r>
              <a:rPr kumimoji="1" lang="en-US" altLang="zh-CN" sz="2200">
                <a:ea typeface="微软雅黑" panose="020B0503020204020204" pitchFamily="34" charset="-122"/>
                <a:sym typeface="+mn-lt"/>
              </a:rPr>
              <a:t>GetElem_L </a:t>
            </a:r>
            <a:r>
              <a:rPr kumimoji="1" lang="en-US" altLang="zh-CN" sz="2200">
                <a:solidFill>
                  <a:schemeClr val="tx2"/>
                </a:solidFill>
                <a:ea typeface="微软雅黑" panose="020B0503020204020204" pitchFamily="34" charset="-122"/>
                <a:sym typeface="+mn-lt"/>
              </a:rPr>
              <a:t>( ) &lt;&lt; endl;</a:t>
            </a:r>
            <a:r>
              <a:rPr kumimoji="1" lang="en-US" altLang="zh-CN" sz="2200">
                <a:solidFill>
                  <a:schemeClr val="hlink"/>
                </a:solidFill>
                <a:ea typeface="微软雅黑" panose="020B0503020204020204" pitchFamily="34" charset="-122"/>
                <a:sym typeface="+mn-lt"/>
              </a:rPr>
              <a:t>    </a:t>
            </a:r>
            <a:r>
              <a:rPr kumimoji="1" lang="en-US" altLang="zh-CN" sz="2200">
                <a:solidFill>
                  <a:srgbClr val="CC0000"/>
                </a:solidFill>
                <a:ea typeface="微软雅黑" panose="020B0503020204020204" pitchFamily="34" charset="-122"/>
                <a:sym typeface="+mn-lt"/>
              </a:rPr>
              <a:t>//</a:t>
            </a:r>
            <a:r>
              <a:rPr kumimoji="1" lang="zh-CN" altLang="en-US" sz="2200">
                <a:solidFill>
                  <a:srgbClr val="CC0000"/>
                </a:solidFill>
                <a:ea typeface="微软雅黑" panose="020B0503020204020204" pitchFamily="34" charset="-122"/>
                <a:sym typeface="+mn-lt"/>
              </a:rPr>
              <a:t>出列人员的数据</a:t>
            </a:r>
            <a:endParaRPr kumimoji="1" lang="en-US" altLang="zh-CN" sz="2200">
              <a:solidFill>
                <a:srgbClr val="CC0000"/>
              </a:solidFill>
              <a:ea typeface="微软雅黑" panose="020B0503020204020204" pitchFamily="34" charset="-122"/>
              <a:sym typeface="+mn-lt"/>
            </a:endParaRPr>
          </a:p>
          <a:p>
            <a:pPr eaLnBrk="1" hangingPunct="1">
              <a:lnSpc>
                <a:spcPct val="125000"/>
              </a:lnSpc>
            </a:pPr>
            <a:r>
              <a:rPr kumimoji="1" lang="en-US" altLang="zh-CN" sz="2200">
                <a:solidFill>
                  <a:schemeClr val="tx2"/>
                </a:solidFill>
                <a:ea typeface="微软雅黑" panose="020B0503020204020204" pitchFamily="34" charset="-122"/>
                <a:sym typeface="+mn-lt"/>
              </a:rPr>
              <a:t>        ListDelete ( );</a:t>
            </a:r>
            <a:r>
              <a:rPr kumimoji="1" lang="en-US" altLang="zh-CN" sz="2200">
                <a:solidFill>
                  <a:schemeClr val="hlink"/>
                </a:solidFill>
                <a:ea typeface="微软雅黑" panose="020B0503020204020204" pitchFamily="34" charset="-122"/>
                <a:sym typeface="+mn-lt"/>
              </a:rPr>
              <a:t>                    </a:t>
            </a:r>
            <a:r>
              <a:rPr kumimoji="1" lang="en-US" altLang="zh-CN" sz="2200">
                <a:solidFill>
                  <a:srgbClr val="CC0000"/>
                </a:solidFill>
                <a:ea typeface="微软雅黑" panose="020B0503020204020204" pitchFamily="34" charset="-122"/>
                <a:sym typeface="+mn-lt"/>
              </a:rPr>
              <a:t>//</a:t>
            </a:r>
            <a:r>
              <a:rPr kumimoji="1" lang="zh-CN" altLang="en-US" sz="2200">
                <a:solidFill>
                  <a:srgbClr val="CC0000"/>
                </a:solidFill>
                <a:ea typeface="微软雅黑" panose="020B0503020204020204" pitchFamily="34" charset="-122"/>
                <a:sym typeface="+mn-lt"/>
              </a:rPr>
              <a:t>删去每一趟的第</a:t>
            </a:r>
            <a:r>
              <a:rPr kumimoji="1" lang="en-US" altLang="zh-CN" sz="2200">
                <a:solidFill>
                  <a:srgbClr val="CC0000"/>
                </a:solidFill>
                <a:ea typeface="微软雅黑" panose="020B0503020204020204" pitchFamily="34" charset="-122"/>
                <a:sym typeface="+mn-lt"/>
              </a:rPr>
              <a:t>m</a:t>
            </a:r>
            <a:r>
              <a:rPr kumimoji="1" lang="zh-CN" altLang="en-US" sz="2200">
                <a:solidFill>
                  <a:srgbClr val="CC0000"/>
                </a:solidFill>
                <a:ea typeface="微软雅黑" panose="020B0503020204020204" pitchFamily="34" charset="-122"/>
                <a:sym typeface="+mn-lt"/>
              </a:rPr>
              <a:t>结点</a:t>
            </a:r>
          </a:p>
          <a:p>
            <a:pPr eaLnBrk="1" hangingPunct="1">
              <a:lnSpc>
                <a:spcPct val="125000"/>
              </a:lnSpc>
            </a:pPr>
            <a:r>
              <a:rPr kumimoji="1" lang="zh-CN" altLang="en-US" sz="2200">
                <a:solidFill>
                  <a:schemeClr val="hlink"/>
                </a:solidFill>
                <a:ea typeface="微软雅黑" panose="020B0503020204020204" pitchFamily="34" charset="-122"/>
                <a:sym typeface="+mn-lt"/>
              </a:rPr>
              <a:t>    </a:t>
            </a:r>
            <a:r>
              <a:rPr kumimoji="1" lang="en-US" altLang="zh-CN" sz="2200">
                <a:solidFill>
                  <a:schemeClr val="tx2"/>
                </a:solidFill>
                <a:ea typeface="微软雅黑" panose="020B0503020204020204" pitchFamily="34" charset="-122"/>
                <a:sym typeface="+mn-lt"/>
              </a:rPr>
              <a:t>}</a:t>
            </a:r>
            <a:endParaRPr kumimoji="1" lang="en-US" altLang="zh-CN" sz="2200">
              <a:solidFill>
                <a:schemeClr val="hlink"/>
              </a:solidFill>
              <a:ea typeface="微软雅黑" panose="020B0503020204020204" pitchFamily="34" charset="-122"/>
              <a:sym typeface="+mn-lt"/>
            </a:endParaRPr>
          </a:p>
        </p:txBody>
      </p:sp>
      <p:pic>
        <p:nvPicPr>
          <p:cNvPr id="135172" name="Picture 1027">
            <a:extLst>
              <a:ext uri="{FF2B5EF4-FFF2-40B4-BE49-F238E27FC236}">
                <a16:creationId xmlns:a16="http://schemas.microsoft.com/office/drawing/2014/main" id="{1ECF82BD-1310-9E47-9A26-42A14C0571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13" y="908050"/>
            <a:ext cx="9144000" cy="159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5173" name="Text Box 6">
            <a:extLst>
              <a:ext uri="{FF2B5EF4-FFF2-40B4-BE49-F238E27FC236}">
                <a16:creationId xmlns:a16="http://schemas.microsoft.com/office/drawing/2014/main" id="{F8421F3D-1427-5A4E-9430-5A3B155C7835}"/>
              </a:ext>
            </a:extLst>
          </p:cNvPr>
          <p:cNvSpPr txBox="1">
            <a:spLocks noChangeArrowheads="1"/>
          </p:cNvSpPr>
          <p:nvPr/>
        </p:nvSpPr>
        <p:spPr bwMode="auto">
          <a:xfrm>
            <a:off x="798513" y="230188"/>
            <a:ext cx="242887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zh-CN" sz="2800">
                <a:solidFill>
                  <a:schemeClr val="bg1"/>
                </a:solidFill>
                <a:sym typeface="+mn-lt"/>
              </a:rPr>
              <a:t>约瑟夫问题</a:t>
            </a:r>
          </a:p>
        </p:txBody>
      </p:sp>
    </p:spTree>
  </p:cSld>
  <p:clrMapOvr>
    <a:masterClrMapping/>
  </p:clrMapOvr>
  <p:transition>
    <p:split orient="vert"/>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矩形 2">
            <a:extLst>
              <a:ext uri="{FF2B5EF4-FFF2-40B4-BE49-F238E27FC236}">
                <a16:creationId xmlns:a16="http://schemas.microsoft.com/office/drawing/2014/main" id="{1A3EC673-56B9-A94E-A1FE-C4B68571DC0C}"/>
              </a:ext>
            </a:extLst>
          </p:cNvPr>
          <p:cNvSpPr>
            <a:spLocks noChangeArrowheads="1"/>
          </p:cNvSpPr>
          <p:nvPr/>
        </p:nvSpPr>
        <p:spPr bwMode="auto">
          <a:xfrm>
            <a:off x="0" y="1916113"/>
            <a:ext cx="9144000" cy="3203575"/>
          </a:xfrm>
          <a:prstGeom prst="rect">
            <a:avLst/>
          </a:prstGeom>
          <a:solidFill>
            <a:srgbClr val="D2D2F4"/>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graphicFrame>
        <p:nvGraphicFramePr>
          <p:cNvPr id="662531" name="Object 3">
            <a:extLst>
              <a:ext uri="{FF2B5EF4-FFF2-40B4-BE49-F238E27FC236}">
                <a16:creationId xmlns:a16="http://schemas.microsoft.com/office/drawing/2014/main" id="{6F67E254-0984-6A43-9750-E4C45AECDC9B}"/>
              </a:ext>
            </a:extLst>
          </p:cNvPr>
          <p:cNvGraphicFramePr>
            <a:graphicFrameLocks/>
          </p:cNvGraphicFramePr>
          <p:nvPr/>
        </p:nvGraphicFramePr>
        <p:xfrm>
          <a:off x="5435600" y="3678238"/>
          <a:ext cx="3378200" cy="1130300"/>
        </p:xfrm>
        <a:graphic>
          <a:graphicData uri="http://schemas.openxmlformats.org/presentationml/2006/ole">
            <mc:AlternateContent xmlns:mc="http://schemas.openxmlformats.org/markup-compatibility/2006">
              <mc:Choice xmlns:v="urn:schemas-microsoft-com:vml" Requires="v">
                <p:oleObj spid="_x0000_s136209" r:id="rId3" imgW="1739900" imgH="584200" progId="Visio.Drawing.11">
                  <p:embed/>
                </p:oleObj>
              </mc:Choice>
              <mc:Fallback>
                <p:oleObj r:id="rId3" imgW="1739900" imgH="584200" progId="Visio.Drawing.11">
                  <p:embed/>
                  <p:pic>
                    <p:nvPicPr>
                      <p:cNvPr id="0" name="Object 3"/>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35600" y="3678238"/>
                        <a:ext cx="3378200" cy="1130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662532" name="Object 4">
            <a:extLst>
              <a:ext uri="{FF2B5EF4-FFF2-40B4-BE49-F238E27FC236}">
                <a16:creationId xmlns:a16="http://schemas.microsoft.com/office/drawing/2014/main" id="{4F78C566-E946-164B-A783-AF16FA07A60A}"/>
              </a:ext>
            </a:extLst>
          </p:cNvPr>
          <p:cNvGraphicFramePr>
            <a:graphicFrameLocks/>
          </p:cNvGraphicFramePr>
          <p:nvPr/>
        </p:nvGraphicFramePr>
        <p:xfrm>
          <a:off x="6332538" y="2574925"/>
          <a:ext cx="2476500" cy="1082675"/>
        </p:xfrm>
        <a:graphic>
          <a:graphicData uri="http://schemas.openxmlformats.org/presentationml/2006/ole">
            <mc:AlternateContent xmlns:mc="http://schemas.openxmlformats.org/markup-compatibility/2006">
              <mc:Choice xmlns:v="urn:schemas-microsoft-com:vml" Requires="v">
                <p:oleObj spid="_x0000_s136210" r:id="rId5" imgW="1244600" imgH="584200" progId="Visio.Drawing.11">
                  <p:embed/>
                </p:oleObj>
              </mc:Choice>
              <mc:Fallback>
                <p:oleObj r:id="rId5" imgW="1244600" imgH="584200" progId="Visio.Drawing.11">
                  <p:embed/>
                  <p:pic>
                    <p:nvPicPr>
                      <p:cNvPr id="0" name="Object 4"/>
                      <p:cNvPicPr>
                        <a:picLocks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32538" y="2574925"/>
                        <a:ext cx="2476500" cy="1082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2" name="Group 5">
            <a:extLst>
              <a:ext uri="{FF2B5EF4-FFF2-40B4-BE49-F238E27FC236}">
                <a16:creationId xmlns:a16="http://schemas.microsoft.com/office/drawing/2014/main" id="{D03E475B-AF4E-43E6-A198-6B3D4DB063BB}"/>
              </a:ext>
            </a:extLst>
          </p:cNvPr>
          <p:cNvGrpSpPr>
            <a:grpSpLocks/>
          </p:cNvGrpSpPr>
          <p:nvPr/>
        </p:nvGrpSpPr>
        <p:grpSpPr bwMode="auto">
          <a:xfrm>
            <a:off x="344860" y="2071761"/>
            <a:ext cx="5029200" cy="2892425"/>
            <a:chOff x="144" y="1440"/>
            <a:chExt cx="3168" cy="1822"/>
          </a:xfrm>
          <a:solidFill>
            <a:srgbClr val="D2D2F4"/>
          </a:solidFill>
        </p:grpSpPr>
        <p:sp>
          <p:nvSpPr>
            <p:cNvPr id="131080" name="Text Box 6">
              <a:extLst>
                <a:ext uri="{FF2B5EF4-FFF2-40B4-BE49-F238E27FC236}">
                  <a16:creationId xmlns:a16="http://schemas.microsoft.com/office/drawing/2014/main" id="{9EB379C4-864C-4BDC-9E32-91410142E781}"/>
                </a:ext>
              </a:extLst>
            </p:cNvPr>
            <p:cNvSpPr txBox="1">
              <a:spLocks noChangeArrowheads="1"/>
            </p:cNvSpPr>
            <p:nvPr/>
          </p:nvSpPr>
          <p:spPr bwMode="auto">
            <a:xfrm>
              <a:off x="144" y="1440"/>
              <a:ext cx="2555" cy="1822"/>
            </a:xfrm>
            <a:prstGeom prst="rect">
              <a:avLst/>
            </a:prstGeom>
            <a:solidFill>
              <a:srgbClr val="D2D2F4"/>
            </a:solidFill>
            <a:ln w="9525">
              <a:solidFill>
                <a:schemeClr val="bg2">
                  <a:lumMod val="60000"/>
                  <a:lumOff val="40000"/>
                </a:schemeClr>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defRPr/>
              </a:pPr>
              <a:r>
                <a:rPr lang="en-US" altLang="zh-CN" sz="2800" dirty="0">
                  <a:latin typeface="+mn-lt"/>
                  <a:ea typeface="+mn-ea"/>
                  <a:cs typeface="+mn-ea"/>
                  <a:sym typeface="+mn-lt"/>
                </a:rPr>
                <a:t>typedef </a:t>
              </a:r>
              <a:r>
                <a:rPr lang="en-US" altLang="zh-CN" sz="2800" dirty="0" err="1">
                  <a:latin typeface="+mn-lt"/>
                  <a:ea typeface="+mn-ea"/>
                  <a:cs typeface="+mn-ea"/>
                  <a:sym typeface="+mn-lt"/>
                </a:rPr>
                <a:t>struct</a:t>
              </a:r>
              <a:r>
                <a:rPr lang="en-US" altLang="zh-CN" sz="2800" dirty="0">
                  <a:latin typeface="+mn-lt"/>
                  <a:ea typeface="+mn-ea"/>
                  <a:cs typeface="+mn-ea"/>
                  <a:sym typeface="+mn-lt"/>
                </a:rPr>
                <a:t> </a:t>
              </a:r>
              <a:r>
                <a:rPr lang="en-US" altLang="zh-CN" sz="2800" dirty="0" err="1">
                  <a:latin typeface="+mn-lt"/>
                  <a:ea typeface="+mn-ea"/>
                  <a:cs typeface="+mn-ea"/>
                  <a:sym typeface="+mn-lt"/>
                </a:rPr>
                <a:t>DuLNode</a:t>
              </a:r>
              <a:r>
                <a:rPr lang="en-US" altLang="zh-CN" sz="2800" dirty="0">
                  <a:latin typeface="+mn-lt"/>
                  <a:ea typeface="+mn-ea"/>
                  <a:cs typeface="+mn-ea"/>
                  <a:sym typeface="+mn-lt"/>
                </a:rPr>
                <a:t>{</a:t>
              </a:r>
            </a:p>
            <a:p>
              <a:pPr eaLnBrk="1" hangingPunct="1">
                <a:defRPr/>
              </a:pPr>
              <a:r>
                <a:rPr lang="en-US" altLang="zh-CN" sz="2800" dirty="0">
                  <a:latin typeface="+mn-lt"/>
                  <a:ea typeface="+mn-ea"/>
                  <a:cs typeface="+mn-ea"/>
                  <a:sym typeface="+mn-lt"/>
                </a:rPr>
                <a:t>    </a:t>
              </a:r>
              <a:r>
                <a:rPr lang="en-US" altLang="zh-CN" sz="2800" dirty="0" err="1">
                  <a:latin typeface="+mn-lt"/>
                  <a:ea typeface="+mn-ea"/>
                  <a:cs typeface="+mn-ea"/>
                  <a:sym typeface="+mn-lt"/>
                </a:rPr>
                <a:t>ElemType</a:t>
              </a:r>
              <a:r>
                <a:rPr lang="en-US" altLang="zh-CN" sz="2800" dirty="0">
                  <a:latin typeface="+mn-lt"/>
                  <a:ea typeface="+mn-ea"/>
                  <a:cs typeface="+mn-ea"/>
                  <a:sym typeface="+mn-lt"/>
                </a:rPr>
                <a:t>   data;              </a:t>
              </a:r>
            </a:p>
            <a:p>
              <a:pPr eaLnBrk="1" hangingPunct="1">
                <a:defRPr/>
              </a:pPr>
              <a:r>
                <a:rPr lang="en-US" altLang="zh-CN" sz="2800" dirty="0">
                  <a:latin typeface="+mn-lt"/>
                  <a:ea typeface="+mn-ea"/>
                  <a:cs typeface="+mn-ea"/>
                  <a:sym typeface="+mn-lt"/>
                </a:rPr>
                <a:t>    </a:t>
              </a:r>
              <a:r>
                <a:rPr lang="en-US" altLang="zh-CN" sz="2800" dirty="0" err="1">
                  <a:latin typeface="+mn-lt"/>
                  <a:ea typeface="+mn-ea"/>
                  <a:cs typeface="+mn-ea"/>
                  <a:sym typeface="+mn-lt"/>
                </a:rPr>
                <a:t>struct</a:t>
              </a:r>
              <a:r>
                <a:rPr lang="en-US" altLang="zh-CN" sz="2800" dirty="0">
                  <a:latin typeface="+mn-lt"/>
                  <a:ea typeface="+mn-ea"/>
                  <a:cs typeface="+mn-ea"/>
                  <a:sym typeface="+mn-lt"/>
                </a:rPr>
                <a:t> </a:t>
              </a:r>
              <a:r>
                <a:rPr lang="en-US" altLang="zh-CN" sz="2800" dirty="0" err="1">
                  <a:latin typeface="+mn-lt"/>
                  <a:ea typeface="+mn-ea"/>
                  <a:cs typeface="+mn-ea"/>
                  <a:sym typeface="+mn-lt"/>
                </a:rPr>
                <a:t>DuLNode</a:t>
              </a:r>
              <a:r>
                <a:rPr lang="en-US" altLang="zh-CN" sz="2800" dirty="0">
                  <a:latin typeface="+mn-lt"/>
                  <a:ea typeface="+mn-ea"/>
                  <a:cs typeface="+mn-ea"/>
                  <a:sym typeface="+mn-lt"/>
                </a:rPr>
                <a:t>  *prior;  </a:t>
              </a:r>
            </a:p>
            <a:p>
              <a:pPr eaLnBrk="1" hangingPunct="1">
                <a:defRPr/>
              </a:pPr>
              <a:r>
                <a:rPr lang="en-US" altLang="zh-CN" sz="2800" dirty="0">
                  <a:latin typeface="+mn-lt"/>
                  <a:ea typeface="+mn-ea"/>
                  <a:cs typeface="+mn-ea"/>
                  <a:sym typeface="+mn-lt"/>
                </a:rPr>
                <a:t>    </a:t>
              </a:r>
              <a:r>
                <a:rPr lang="en-US" altLang="zh-CN" sz="2800" dirty="0" err="1">
                  <a:latin typeface="+mn-lt"/>
                  <a:ea typeface="+mn-ea"/>
                  <a:cs typeface="+mn-ea"/>
                  <a:sym typeface="+mn-lt"/>
                </a:rPr>
                <a:t>struct</a:t>
              </a:r>
              <a:r>
                <a:rPr lang="en-US" altLang="zh-CN" sz="2800" dirty="0">
                  <a:latin typeface="+mn-lt"/>
                  <a:ea typeface="+mn-ea"/>
                  <a:cs typeface="+mn-ea"/>
                  <a:sym typeface="+mn-lt"/>
                </a:rPr>
                <a:t> </a:t>
              </a:r>
              <a:r>
                <a:rPr lang="en-US" altLang="zh-CN" sz="2800" dirty="0" err="1">
                  <a:latin typeface="+mn-lt"/>
                  <a:ea typeface="+mn-ea"/>
                  <a:cs typeface="+mn-ea"/>
                  <a:sym typeface="+mn-lt"/>
                </a:rPr>
                <a:t>DuLNode</a:t>
              </a:r>
              <a:r>
                <a:rPr lang="en-US" altLang="zh-CN" sz="2800" dirty="0">
                  <a:latin typeface="+mn-lt"/>
                  <a:ea typeface="+mn-ea"/>
                  <a:cs typeface="+mn-ea"/>
                  <a:sym typeface="+mn-lt"/>
                </a:rPr>
                <a:t>  *next;  </a:t>
              </a:r>
            </a:p>
            <a:p>
              <a:pPr eaLnBrk="1" hangingPunct="1">
                <a:defRPr/>
              </a:pPr>
              <a:r>
                <a:rPr lang="en-US" altLang="zh-CN" sz="2800" dirty="0">
                  <a:latin typeface="+mn-lt"/>
                  <a:ea typeface="+mn-ea"/>
                  <a:cs typeface="+mn-ea"/>
                  <a:sym typeface="+mn-lt"/>
                </a:rPr>
                <a:t>}</a:t>
              </a:r>
              <a:r>
                <a:rPr lang="en-US" altLang="zh-CN" sz="2800" dirty="0" err="1">
                  <a:latin typeface="+mn-lt"/>
                  <a:ea typeface="+mn-ea"/>
                  <a:cs typeface="+mn-ea"/>
                  <a:sym typeface="+mn-lt"/>
                </a:rPr>
                <a:t>DuLNode</a:t>
              </a:r>
              <a:r>
                <a:rPr lang="en-US" altLang="zh-CN" sz="2800" dirty="0">
                  <a:latin typeface="+mn-lt"/>
                  <a:ea typeface="+mn-ea"/>
                  <a:cs typeface="+mn-ea"/>
                  <a:sym typeface="+mn-lt"/>
                </a:rPr>
                <a:t>, *</a:t>
              </a:r>
              <a:r>
                <a:rPr lang="en-US" altLang="zh-CN" sz="2800" dirty="0" err="1">
                  <a:latin typeface="+mn-lt"/>
                  <a:ea typeface="+mn-ea"/>
                  <a:cs typeface="+mn-ea"/>
                  <a:sym typeface="+mn-lt"/>
                </a:rPr>
                <a:t>DuLinkList</a:t>
              </a:r>
              <a:endParaRPr lang="en-US" altLang="zh-CN" sz="2800" dirty="0">
                <a:latin typeface="+mn-lt"/>
                <a:ea typeface="+mn-ea"/>
                <a:cs typeface="+mn-ea"/>
                <a:sym typeface="+mn-lt"/>
              </a:endParaRPr>
            </a:p>
          </p:txBody>
        </p:sp>
        <p:sp>
          <p:nvSpPr>
            <p:cNvPr id="131081" name="Line 7">
              <a:extLst>
                <a:ext uri="{FF2B5EF4-FFF2-40B4-BE49-F238E27FC236}">
                  <a16:creationId xmlns:a16="http://schemas.microsoft.com/office/drawing/2014/main" id="{EA3C8FC1-76ED-4197-8D2C-80F2FF986FC0}"/>
                </a:ext>
              </a:extLst>
            </p:cNvPr>
            <p:cNvSpPr>
              <a:spLocks noChangeShapeType="1"/>
            </p:cNvSpPr>
            <p:nvPr/>
          </p:nvSpPr>
          <p:spPr bwMode="auto">
            <a:xfrm flipH="1" flipV="1">
              <a:off x="2880" y="2684"/>
              <a:ext cx="432" cy="288"/>
            </a:xfrm>
            <a:prstGeom prst="line">
              <a:avLst/>
            </a:prstGeom>
            <a:grpFill/>
            <a:ln w="76200">
              <a:solidFill>
                <a:srgbClr val="FF0000"/>
              </a:solidFill>
              <a:round/>
              <a:headEnd/>
              <a:tailEnd type="triangle" w="med" len="med"/>
            </a:ln>
          </p:spPr>
          <p:txBody>
            <a:bodyPr/>
            <a:lstStyle/>
            <a:p>
              <a:pPr>
                <a:defRPr/>
              </a:pPr>
              <a:endParaRPr lang="zh-CN" altLang="en-US">
                <a:latin typeface="+mn-lt"/>
                <a:ea typeface="+mn-ea"/>
                <a:cs typeface="+mn-ea"/>
                <a:sym typeface="+mn-lt"/>
              </a:endParaRPr>
            </a:p>
          </p:txBody>
        </p:sp>
      </p:grpSp>
      <p:sp>
        <p:nvSpPr>
          <p:cNvPr id="131077" name="Rectangle 8">
            <a:extLst>
              <a:ext uri="{FF2B5EF4-FFF2-40B4-BE49-F238E27FC236}">
                <a16:creationId xmlns:a16="http://schemas.microsoft.com/office/drawing/2014/main" id="{EB54E2EA-FAD1-4CA3-B43F-436E48B7C557}"/>
              </a:ext>
            </a:extLst>
          </p:cNvPr>
          <p:cNvSpPr>
            <a:spLocks noChangeArrowheads="1"/>
          </p:cNvSpPr>
          <p:nvPr/>
        </p:nvSpPr>
        <p:spPr bwMode="auto">
          <a:xfrm>
            <a:off x="836613" y="166688"/>
            <a:ext cx="7165975"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双向链表</a:t>
            </a:r>
          </a:p>
        </p:txBody>
      </p:sp>
      <p:grpSp>
        <p:nvGrpSpPr>
          <p:cNvPr id="11" name="组合 10">
            <a:extLst>
              <a:ext uri="{FF2B5EF4-FFF2-40B4-BE49-F238E27FC236}">
                <a16:creationId xmlns:a16="http://schemas.microsoft.com/office/drawing/2014/main" id="{55809997-3A9D-6B4E-B599-712DE70BD6A8}"/>
              </a:ext>
            </a:extLst>
          </p:cNvPr>
          <p:cNvGrpSpPr>
            <a:grpSpLocks/>
          </p:cNvGrpSpPr>
          <p:nvPr/>
        </p:nvGrpSpPr>
        <p:grpSpPr bwMode="auto">
          <a:xfrm>
            <a:off x="0" y="6380163"/>
            <a:ext cx="9144000" cy="431800"/>
            <a:chOff x="0" y="6379908"/>
            <a:chExt cx="9144000" cy="432048"/>
          </a:xfrm>
        </p:grpSpPr>
        <p:grpSp>
          <p:nvGrpSpPr>
            <p:cNvPr id="136200" name="组合 5">
              <a:extLst>
                <a:ext uri="{FF2B5EF4-FFF2-40B4-BE49-F238E27FC236}">
                  <a16:creationId xmlns:a16="http://schemas.microsoft.com/office/drawing/2014/main" id="{9EBFF496-E2FD-6448-9E4E-9B279A765B30}"/>
                </a:ext>
              </a:extLst>
            </p:cNvPr>
            <p:cNvGrpSpPr>
              <a:grpSpLocks/>
            </p:cNvGrpSpPr>
            <p:nvPr/>
          </p:nvGrpSpPr>
          <p:grpSpPr bwMode="auto">
            <a:xfrm>
              <a:off x="0" y="6379908"/>
              <a:ext cx="9144000" cy="432048"/>
              <a:chOff x="0" y="6165304"/>
              <a:chExt cx="9144000" cy="432048"/>
            </a:xfrm>
          </p:grpSpPr>
          <p:cxnSp>
            <p:nvCxnSpPr>
              <p:cNvPr id="136202" name="直接连接符 6">
                <a:extLst>
                  <a:ext uri="{FF2B5EF4-FFF2-40B4-BE49-F238E27FC236}">
                    <a16:creationId xmlns:a16="http://schemas.microsoft.com/office/drawing/2014/main" id="{6A57AF32-9C6E-4442-8271-DDEB8B3CAB38}"/>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15" name="直接连接符 14">
                <a:extLst>
                  <a:ext uri="{FF2B5EF4-FFF2-40B4-BE49-F238E27FC236}">
                    <a16:creationId xmlns:a16="http://schemas.microsoft.com/office/drawing/2014/main" id="{ED2D5558-4EEE-468D-9650-810421FE6AF0}"/>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136204" name="直接连接符 8">
                <a:extLst>
                  <a:ext uri="{FF2B5EF4-FFF2-40B4-BE49-F238E27FC236}">
                    <a16:creationId xmlns:a16="http://schemas.microsoft.com/office/drawing/2014/main" id="{483EDF2C-23C2-814B-84FB-409DCF91DE4D}"/>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13" name="Shape 26">
              <a:extLst>
                <a:ext uri="{FF2B5EF4-FFF2-40B4-BE49-F238E27FC236}">
                  <a16:creationId xmlns:a16="http://schemas.microsoft.com/office/drawing/2014/main" id="{85C6520A-2B7E-4010-951B-CD343B770502}"/>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66253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662531"/>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2"/>
                                        </p:tgtEl>
                                        <p:attrNameLst>
                                          <p:attrName>style.visibility</p:attrName>
                                        </p:attrNameLst>
                                      </p:cBhvr>
                                      <p:to>
                                        <p:strVal val="visible"/>
                                      </p:to>
                                    </p:set>
                                  </p:childTnLst>
                                </p:cTn>
                              </p:par>
                            </p:childTnLst>
                          </p:cTn>
                        </p:par>
                        <p:par>
                          <p:cTn id="15" fill="hold" nodeType="afterGroup">
                            <p:stCondLst>
                              <p:cond delay="500"/>
                            </p:stCondLst>
                            <p:childTnLst>
                              <p:par>
                                <p:cTn id="16" presetID="2" presetClass="entr" presetSubtype="4" fill="hold" nodeType="afterEffect">
                                  <p:stCondLst>
                                    <p:cond delay="0"/>
                                  </p:stCondLst>
                                  <p:childTnLst>
                                    <p:set>
                                      <p:cBhvr>
                                        <p:cTn id="17" dur="1" fill="hold">
                                          <p:stCondLst>
                                            <p:cond delay="0"/>
                                          </p:stCondLst>
                                        </p:cTn>
                                        <p:tgtEl>
                                          <p:spTgt spid="11"/>
                                        </p:tgtEl>
                                        <p:attrNameLst>
                                          <p:attrName>style.visibility</p:attrName>
                                        </p:attrNameLst>
                                      </p:cBhvr>
                                      <p:to>
                                        <p:strVal val="visible"/>
                                      </p:to>
                                    </p:set>
                                    <p:anim calcmode="lin" valueType="num">
                                      <p:cBhvr additive="base">
                                        <p:cTn id="18" dur="500" fill="hold"/>
                                        <p:tgtEl>
                                          <p:spTgt spid="11"/>
                                        </p:tgtEl>
                                        <p:attrNameLst>
                                          <p:attrName>ppt_x</p:attrName>
                                        </p:attrNameLst>
                                      </p:cBhvr>
                                      <p:tavLst>
                                        <p:tav tm="0">
                                          <p:val>
                                            <p:strVal val="#ppt_x"/>
                                          </p:val>
                                        </p:tav>
                                        <p:tav tm="100000">
                                          <p:val>
                                            <p:strVal val="#ppt_x"/>
                                          </p:val>
                                        </p:tav>
                                      </p:tavLst>
                                    </p:anim>
                                    <p:anim calcmode="lin" valueType="num">
                                      <p:cBhvr additive="base">
                                        <p:cTn id="19"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矩形 4">
            <a:extLst>
              <a:ext uri="{FF2B5EF4-FFF2-40B4-BE49-F238E27FC236}">
                <a16:creationId xmlns:a16="http://schemas.microsoft.com/office/drawing/2014/main" id="{3412A575-22E3-024B-B10F-07E9D43AB92F}"/>
              </a:ext>
            </a:extLst>
          </p:cNvPr>
          <p:cNvSpPr>
            <a:spLocks noChangeArrowheads="1"/>
          </p:cNvSpPr>
          <p:nvPr/>
        </p:nvSpPr>
        <p:spPr bwMode="auto">
          <a:xfrm>
            <a:off x="0" y="5438775"/>
            <a:ext cx="9144000" cy="1357313"/>
          </a:xfrm>
          <a:prstGeom prst="rect">
            <a:avLst/>
          </a:prstGeom>
          <a:solidFill>
            <a:srgbClr val="D2D2F4"/>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grpSp>
        <p:nvGrpSpPr>
          <p:cNvPr id="2" name="Group 2">
            <a:extLst>
              <a:ext uri="{FF2B5EF4-FFF2-40B4-BE49-F238E27FC236}">
                <a16:creationId xmlns:a16="http://schemas.microsoft.com/office/drawing/2014/main" id="{04A9610B-BE4A-BA4F-A3FB-090AF739E661}"/>
              </a:ext>
            </a:extLst>
          </p:cNvPr>
          <p:cNvGrpSpPr>
            <a:grpSpLocks/>
          </p:cNvGrpSpPr>
          <p:nvPr/>
        </p:nvGrpSpPr>
        <p:grpSpPr bwMode="auto">
          <a:xfrm>
            <a:off x="92075" y="1300163"/>
            <a:ext cx="3201988" cy="1468437"/>
            <a:chOff x="143" y="624"/>
            <a:chExt cx="2017" cy="925"/>
          </a:xfrm>
        </p:grpSpPr>
        <p:graphicFrame>
          <p:nvGraphicFramePr>
            <p:cNvPr id="137228" name="Object 3">
              <a:extLst>
                <a:ext uri="{FF2B5EF4-FFF2-40B4-BE49-F238E27FC236}">
                  <a16:creationId xmlns:a16="http://schemas.microsoft.com/office/drawing/2014/main" id="{72DE3433-BCB9-1C43-891A-30F9747894F9}"/>
                </a:ext>
              </a:extLst>
            </p:cNvPr>
            <p:cNvGraphicFramePr>
              <a:graphicFrameLocks/>
            </p:cNvGraphicFramePr>
            <p:nvPr/>
          </p:nvGraphicFramePr>
          <p:xfrm>
            <a:off x="192" y="624"/>
            <a:ext cx="1968" cy="545"/>
          </p:xfrm>
          <a:graphic>
            <a:graphicData uri="http://schemas.openxmlformats.org/presentationml/2006/ole">
              <mc:AlternateContent xmlns:mc="http://schemas.openxmlformats.org/markup-compatibility/2006">
                <mc:Choice xmlns:v="urn:schemas-microsoft-com:vml" Requires="v">
                  <p:oleObj spid="_x0000_s137234" r:id="rId3" imgW="12153900" imgH="3378200" progId="Visio.Drawing.11">
                    <p:embed/>
                  </p:oleObj>
                </mc:Choice>
                <mc:Fallback>
                  <p:oleObj r:id="rId3" imgW="12153900" imgH="3378200" progId="Visio.Drawing.11">
                    <p:embed/>
                    <p:pic>
                      <p:nvPicPr>
                        <p:cNvPr id="0" name="Object 3"/>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2" y="624"/>
                          <a:ext cx="1968" cy="545"/>
                        </a:xfrm>
                        <a:prstGeom prst="rect">
                          <a:avLst/>
                        </a:prstGeom>
                        <a:solidFill>
                          <a:srgbClr val="D2D2F4"/>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32107" name="Text Box 4">
              <a:extLst>
                <a:ext uri="{FF2B5EF4-FFF2-40B4-BE49-F238E27FC236}">
                  <a16:creationId xmlns:a16="http://schemas.microsoft.com/office/drawing/2014/main" id="{BC32FFB1-943B-43AE-8202-78F7F8535424}"/>
                </a:ext>
              </a:extLst>
            </p:cNvPr>
            <p:cNvSpPr txBox="1">
              <a:spLocks noChangeArrowheads="1"/>
            </p:cNvSpPr>
            <p:nvPr/>
          </p:nvSpPr>
          <p:spPr bwMode="auto">
            <a:xfrm>
              <a:off x="143" y="1258"/>
              <a:ext cx="1852"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en-US" altLang="zh-CN">
                  <a:sym typeface="+mn-lt"/>
                </a:rPr>
                <a:t>(a)  </a:t>
              </a:r>
              <a:r>
                <a:rPr lang="zh-CN" altLang="en-US">
                  <a:sym typeface="+mn-lt"/>
                </a:rPr>
                <a:t>空双向循环链表</a:t>
              </a:r>
            </a:p>
          </p:txBody>
        </p:sp>
      </p:grpSp>
      <p:grpSp>
        <p:nvGrpSpPr>
          <p:cNvPr id="3" name="Group 5">
            <a:extLst>
              <a:ext uri="{FF2B5EF4-FFF2-40B4-BE49-F238E27FC236}">
                <a16:creationId xmlns:a16="http://schemas.microsoft.com/office/drawing/2014/main" id="{6C69DB7A-836B-BB48-9C8F-204D8EA6B558}"/>
              </a:ext>
            </a:extLst>
          </p:cNvPr>
          <p:cNvGrpSpPr>
            <a:grpSpLocks/>
          </p:cNvGrpSpPr>
          <p:nvPr/>
        </p:nvGrpSpPr>
        <p:grpSpPr bwMode="auto">
          <a:xfrm>
            <a:off x="161925" y="3082925"/>
            <a:ext cx="8928100" cy="2016125"/>
            <a:chOff x="136" y="1744"/>
            <a:chExt cx="5624" cy="1270"/>
          </a:xfrm>
        </p:grpSpPr>
        <p:graphicFrame>
          <p:nvGraphicFramePr>
            <p:cNvPr id="137226" name="Object 6">
              <a:extLst>
                <a:ext uri="{FF2B5EF4-FFF2-40B4-BE49-F238E27FC236}">
                  <a16:creationId xmlns:a16="http://schemas.microsoft.com/office/drawing/2014/main" id="{1EB4D600-0DB1-364E-B2AC-EAC0A0B413B6}"/>
                </a:ext>
              </a:extLst>
            </p:cNvPr>
            <p:cNvGraphicFramePr>
              <a:graphicFrameLocks/>
            </p:cNvGraphicFramePr>
            <p:nvPr/>
          </p:nvGraphicFramePr>
          <p:xfrm>
            <a:off x="136" y="1744"/>
            <a:ext cx="5624" cy="866"/>
          </p:xfrm>
          <a:graphic>
            <a:graphicData uri="http://schemas.openxmlformats.org/presentationml/2006/ole">
              <mc:AlternateContent xmlns:mc="http://schemas.openxmlformats.org/markup-compatibility/2006">
                <mc:Choice xmlns:v="urn:schemas-microsoft-com:vml" Requires="v">
                  <p:oleObj spid="_x0000_s137235" r:id="rId5" imgW="38011100" imgH="5854700" progId="Visio.Drawing.11">
                    <p:embed/>
                  </p:oleObj>
                </mc:Choice>
                <mc:Fallback>
                  <p:oleObj r:id="rId5" imgW="38011100" imgH="5854700" progId="Visio.Drawing.11">
                    <p:embed/>
                    <p:pic>
                      <p:nvPicPr>
                        <p:cNvPr id="0" name="Object 6"/>
                        <p:cNvPicPr>
                          <a:picLocks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36" y="1744"/>
                          <a:ext cx="5624" cy="866"/>
                        </a:xfrm>
                        <a:prstGeom prst="rect">
                          <a:avLst/>
                        </a:prstGeom>
                        <a:solidFill>
                          <a:srgbClr val="D2D2F4"/>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32105" name="Text Box 7">
              <a:extLst>
                <a:ext uri="{FF2B5EF4-FFF2-40B4-BE49-F238E27FC236}">
                  <a16:creationId xmlns:a16="http://schemas.microsoft.com/office/drawing/2014/main" id="{A494E6E6-4FEF-4FE5-B7DE-66A5BDBA08ED}"/>
                </a:ext>
              </a:extLst>
            </p:cNvPr>
            <p:cNvSpPr txBox="1">
              <a:spLocks noChangeArrowheads="1"/>
            </p:cNvSpPr>
            <p:nvPr/>
          </p:nvSpPr>
          <p:spPr bwMode="auto">
            <a:xfrm>
              <a:off x="192" y="2723"/>
              <a:ext cx="1565"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en-US" altLang="zh-CN">
                  <a:sym typeface="+mn-lt"/>
                </a:rPr>
                <a:t>(b) </a:t>
              </a:r>
              <a:r>
                <a:rPr lang="zh-CN" altLang="en-US">
                  <a:sym typeface="+mn-lt"/>
                </a:rPr>
                <a:t>双向循环链表</a:t>
              </a:r>
            </a:p>
          </p:txBody>
        </p:sp>
      </p:grpSp>
      <p:sp>
        <p:nvSpPr>
          <p:cNvPr id="663560" name="Text Box 8">
            <a:extLst>
              <a:ext uri="{FF2B5EF4-FFF2-40B4-BE49-F238E27FC236}">
                <a16:creationId xmlns:a16="http://schemas.microsoft.com/office/drawing/2014/main" id="{71D89E03-3411-4952-A1DA-9410F1B74E88}"/>
              </a:ext>
            </a:extLst>
          </p:cNvPr>
          <p:cNvSpPr txBox="1">
            <a:spLocks noChangeArrowheads="1"/>
          </p:cNvSpPr>
          <p:nvPr/>
        </p:nvSpPr>
        <p:spPr bwMode="auto">
          <a:xfrm>
            <a:off x="434975" y="5765800"/>
            <a:ext cx="8382000" cy="711200"/>
          </a:xfrm>
          <a:prstGeom prst="rect">
            <a:avLst/>
          </a:prstGeom>
          <a:noFill/>
          <a:ln w="9525">
            <a:no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4000" dirty="0">
                <a:latin typeface="+mn-lt"/>
                <a:ea typeface="+mn-ea"/>
                <a:cs typeface="+mn-ea"/>
                <a:sym typeface="+mn-lt"/>
              </a:rPr>
              <a:t>d-&gt;next-&gt;prior = d-&gt;prior-&gt;next = d</a:t>
            </a:r>
          </a:p>
        </p:txBody>
      </p:sp>
      <p:grpSp>
        <p:nvGrpSpPr>
          <p:cNvPr id="4" name="Group 9">
            <a:extLst>
              <a:ext uri="{FF2B5EF4-FFF2-40B4-BE49-F238E27FC236}">
                <a16:creationId xmlns:a16="http://schemas.microsoft.com/office/drawing/2014/main" id="{6D8F1C17-1E95-8440-ABA1-5C4E3E03EBC1}"/>
              </a:ext>
            </a:extLst>
          </p:cNvPr>
          <p:cNvGrpSpPr>
            <a:grpSpLocks/>
          </p:cNvGrpSpPr>
          <p:nvPr/>
        </p:nvGrpSpPr>
        <p:grpSpPr bwMode="auto">
          <a:xfrm>
            <a:off x="3482975" y="1423988"/>
            <a:ext cx="4545013" cy="677862"/>
            <a:chOff x="2458" y="3015"/>
            <a:chExt cx="2863" cy="427"/>
          </a:xfrm>
        </p:grpSpPr>
        <p:sp>
          <p:nvSpPr>
            <p:cNvPr id="132102" name="Text Box 10">
              <a:extLst>
                <a:ext uri="{FF2B5EF4-FFF2-40B4-BE49-F238E27FC236}">
                  <a16:creationId xmlns:a16="http://schemas.microsoft.com/office/drawing/2014/main" id="{81A3CB13-AF54-4D70-A244-1FE81F0E21B5}"/>
                </a:ext>
              </a:extLst>
            </p:cNvPr>
            <p:cNvSpPr txBox="1">
              <a:spLocks noChangeArrowheads="1"/>
            </p:cNvSpPr>
            <p:nvPr/>
          </p:nvSpPr>
          <p:spPr bwMode="auto">
            <a:xfrm>
              <a:off x="3209" y="3015"/>
              <a:ext cx="2112" cy="427"/>
            </a:xfrm>
            <a:prstGeom prst="rect">
              <a:avLst/>
            </a:prstGeom>
            <a:solidFill>
              <a:srgbClr val="D2D2F4"/>
            </a:solidFill>
            <a:ln w="9525">
              <a:noFill/>
              <a:miter lim="800000"/>
              <a:headEnd/>
              <a:tailEnd/>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r>
                <a:rPr lang="en-US" altLang="zh-CN" sz="3800" dirty="0">
                  <a:latin typeface="+mn-lt"/>
                  <a:ea typeface="+mn-ea"/>
                  <a:cs typeface="+mn-ea"/>
                  <a:sym typeface="+mn-lt"/>
                </a:rPr>
                <a:t>L-&gt;next=L</a:t>
              </a:r>
            </a:p>
          </p:txBody>
        </p:sp>
        <p:sp>
          <p:nvSpPr>
            <p:cNvPr id="132103" name="Line 11">
              <a:extLst>
                <a:ext uri="{FF2B5EF4-FFF2-40B4-BE49-F238E27FC236}">
                  <a16:creationId xmlns:a16="http://schemas.microsoft.com/office/drawing/2014/main" id="{EE083849-45A5-4AE5-ACA5-113D1BD6AA57}"/>
                </a:ext>
              </a:extLst>
            </p:cNvPr>
            <p:cNvSpPr>
              <a:spLocks noChangeShapeType="1"/>
            </p:cNvSpPr>
            <p:nvPr/>
          </p:nvSpPr>
          <p:spPr bwMode="auto">
            <a:xfrm flipH="1" flipV="1">
              <a:off x="2458" y="3234"/>
              <a:ext cx="650" cy="6"/>
            </a:xfrm>
            <a:prstGeom prst="line">
              <a:avLst/>
            </a:prstGeom>
            <a:noFill/>
            <a:ln w="76200">
              <a:solidFill>
                <a:srgbClr val="FF0000"/>
              </a:solidFill>
              <a:round/>
              <a:headEnd/>
              <a:tailEnd type="triangle" w="med" len="med"/>
            </a:ln>
            <a:extLst>
              <a:ext uri="{909E8E84-426E-40DD-AFC4-6F175D3DCCD1}">
                <a14:hiddenFill xmlns:a14="http://schemas.microsoft.com/office/drawing/2010/main">
                  <a:noFill/>
                </a14:hiddenFill>
              </a:ext>
            </a:extLst>
          </p:spPr>
          <p:txBody>
            <a:bodyPr anchor="ctr"/>
            <a:lstStyle/>
            <a:p>
              <a:pPr>
                <a:defRPr/>
              </a:pPr>
              <a:endParaRPr lang="zh-CN" altLang="en-US">
                <a:latin typeface="+mn-lt"/>
                <a:ea typeface="+mn-ea"/>
                <a:cs typeface="+mn-ea"/>
                <a:sym typeface="+mn-lt"/>
              </a:endParaRPr>
            </a:p>
          </p:txBody>
        </p:sp>
      </p:grpSp>
      <p:sp>
        <p:nvSpPr>
          <p:cNvPr id="12" name="Rectangle 8">
            <a:extLst>
              <a:ext uri="{FF2B5EF4-FFF2-40B4-BE49-F238E27FC236}">
                <a16:creationId xmlns:a16="http://schemas.microsoft.com/office/drawing/2014/main" id="{91B32700-3727-43E4-9C9B-DCF95E77F6DB}"/>
              </a:ext>
            </a:extLst>
          </p:cNvPr>
          <p:cNvSpPr>
            <a:spLocks noChangeArrowheads="1"/>
          </p:cNvSpPr>
          <p:nvPr/>
        </p:nvSpPr>
        <p:spPr bwMode="auto">
          <a:xfrm>
            <a:off x="836613" y="166688"/>
            <a:ext cx="7165975"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双向链表</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663560"/>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3560"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矩形 1">
            <a:extLst>
              <a:ext uri="{FF2B5EF4-FFF2-40B4-BE49-F238E27FC236}">
                <a16:creationId xmlns:a16="http://schemas.microsoft.com/office/drawing/2014/main" id="{F5000B57-1125-EC4B-9C16-04E91BEBF33A}"/>
              </a:ext>
            </a:extLst>
          </p:cNvPr>
          <p:cNvSpPr>
            <a:spLocks noChangeArrowheads="1"/>
          </p:cNvSpPr>
          <p:nvPr/>
        </p:nvSpPr>
        <p:spPr bwMode="auto">
          <a:xfrm>
            <a:off x="0" y="1960563"/>
            <a:ext cx="9144000" cy="3025775"/>
          </a:xfrm>
          <a:prstGeom prst="rect">
            <a:avLst/>
          </a:prstGeom>
          <a:solidFill>
            <a:srgbClr val="D2D2F4"/>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graphicFrame>
        <p:nvGraphicFramePr>
          <p:cNvPr id="138243" name="Object 2">
            <a:extLst>
              <a:ext uri="{FF2B5EF4-FFF2-40B4-BE49-F238E27FC236}">
                <a16:creationId xmlns:a16="http://schemas.microsoft.com/office/drawing/2014/main" id="{1EFB6D2E-C451-6641-BAB3-3AF11CAFCD89}"/>
              </a:ext>
            </a:extLst>
          </p:cNvPr>
          <p:cNvGraphicFramePr>
            <a:graphicFrameLocks/>
          </p:cNvGraphicFramePr>
          <p:nvPr/>
        </p:nvGraphicFramePr>
        <p:xfrm>
          <a:off x="750888" y="2292350"/>
          <a:ext cx="7467600" cy="2362200"/>
        </p:xfrm>
        <a:graphic>
          <a:graphicData uri="http://schemas.openxmlformats.org/presentationml/2006/ole">
            <mc:AlternateContent xmlns:mc="http://schemas.openxmlformats.org/markup-compatibility/2006">
              <mc:Choice xmlns:v="urn:schemas-microsoft-com:vml" Requires="v">
                <p:oleObj spid="_x0000_s138256" r:id="rId3" imgW="27597100" imgH="9639300" progId="Visio.Drawing.11">
                  <p:embed/>
                </p:oleObj>
              </mc:Choice>
              <mc:Fallback>
                <p:oleObj r:id="rId3" imgW="27597100" imgH="9639300" progId="Visio.Drawing.11">
                  <p:embed/>
                  <p:pic>
                    <p:nvPicPr>
                      <p:cNvPr id="0" name="Object 2"/>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0888" y="2292350"/>
                        <a:ext cx="7467600" cy="2362200"/>
                      </a:xfrm>
                      <a:prstGeom prst="rect">
                        <a:avLst/>
                      </a:prstGeom>
                      <a:solidFill>
                        <a:srgbClr val="D2D2F4"/>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8244" name="Object 3">
            <a:extLst>
              <a:ext uri="{FF2B5EF4-FFF2-40B4-BE49-F238E27FC236}">
                <a16:creationId xmlns:a16="http://schemas.microsoft.com/office/drawing/2014/main" id="{4F2CB551-235D-C64C-BDD6-DBFF26775EA9}"/>
              </a:ext>
            </a:extLst>
          </p:cNvPr>
          <p:cNvGraphicFramePr>
            <a:graphicFrameLocks/>
          </p:cNvGraphicFramePr>
          <p:nvPr/>
        </p:nvGraphicFramePr>
        <p:xfrm>
          <a:off x="3417888" y="4044950"/>
          <a:ext cx="2822575" cy="608013"/>
        </p:xfrm>
        <a:graphic>
          <a:graphicData uri="http://schemas.openxmlformats.org/presentationml/2006/ole">
            <mc:AlternateContent xmlns:mc="http://schemas.openxmlformats.org/markup-compatibility/2006">
              <mc:Choice xmlns:v="urn:schemas-microsoft-com:vml" Requires="v">
                <p:oleObj spid="_x0000_s138257" r:id="rId5" imgW="11010900" imgH="2374900" progId="Visio.Drawing.11">
                  <p:embed/>
                </p:oleObj>
              </mc:Choice>
              <mc:Fallback>
                <p:oleObj r:id="rId5" imgW="11010900" imgH="2374900" progId="Visio.Drawing.11">
                  <p:embed/>
                  <p:pic>
                    <p:nvPicPr>
                      <p:cNvPr id="0" name="Object 3"/>
                      <p:cNvPicPr>
                        <a:picLocks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17888" y="4044950"/>
                        <a:ext cx="2822575" cy="608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pic>
                </p:oleObj>
              </mc:Fallback>
            </mc:AlternateContent>
          </a:graphicData>
        </a:graphic>
      </p:graphicFrame>
      <p:sp>
        <p:nvSpPr>
          <p:cNvPr id="664580" name="Rectangle 4">
            <a:extLst>
              <a:ext uri="{FF2B5EF4-FFF2-40B4-BE49-F238E27FC236}">
                <a16:creationId xmlns:a16="http://schemas.microsoft.com/office/drawing/2014/main" id="{1EB3906F-8025-4ADC-9C61-EE6BB2415278}"/>
              </a:ext>
            </a:extLst>
          </p:cNvPr>
          <p:cNvSpPr>
            <a:spLocks noChangeArrowheads="1"/>
          </p:cNvSpPr>
          <p:nvPr/>
        </p:nvSpPr>
        <p:spPr bwMode="auto">
          <a:xfrm>
            <a:off x="785813" y="188913"/>
            <a:ext cx="3595687"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双向链表的插入</a:t>
            </a:r>
          </a:p>
        </p:txBody>
      </p:sp>
      <p:grpSp>
        <p:nvGrpSpPr>
          <p:cNvPr id="6" name="组合 5">
            <a:extLst>
              <a:ext uri="{FF2B5EF4-FFF2-40B4-BE49-F238E27FC236}">
                <a16:creationId xmlns:a16="http://schemas.microsoft.com/office/drawing/2014/main" id="{382655E7-7E15-AC4F-9A32-3B36AE41AA3C}"/>
              </a:ext>
            </a:extLst>
          </p:cNvPr>
          <p:cNvGrpSpPr>
            <a:grpSpLocks/>
          </p:cNvGrpSpPr>
          <p:nvPr/>
        </p:nvGrpSpPr>
        <p:grpSpPr bwMode="auto">
          <a:xfrm>
            <a:off x="0" y="6380163"/>
            <a:ext cx="9144000" cy="431800"/>
            <a:chOff x="0" y="6379908"/>
            <a:chExt cx="9144000" cy="432048"/>
          </a:xfrm>
        </p:grpSpPr>
        <p:grpSp>
          <p:nvGrpSpPr>
            <p:cNvPr id="138247" name="组合 5">
              <a:extLst>
                <a:ext uri="{FF2B5EF4-FFF2-40B4-BE49-F238E27FC236}">
                  <a16:creationId xmlns:a16="http://schemas.microsoft.com/office/drawing/2014/main" id="{85B27E16-F072-9A43-9FC1-EC649110BE0D}"/>
                </a:ext>
              </a:extLst>
            </p:cNvPr>
            <p:cNvGrpSpPr>
              <a:grpSpLocks/>
            </p:cNvGrpSpPr>
            <p:nvPr/>
          </p:nvGrpSpPr>
          <p:grpSpPr bwMode="auto">
            <a:xfrm>
              <a:off x="0" y="6379908"/>
              <a:ext cx="9144000" cy="432048"/>
              <a:chOff x="0" y="6165304"/>
              <a:chExt cx="9144000" cy="432048"/>
            </a:xfrm>
          </p:grpSpPr>
          <p:cxnSp>
            <p:nvCxnSpPr>
              <p:cNvPr id="138249" name="直接连接符 6">
                <a:extLst>
                  <a:ext uri="{FF2B5EF4-FFF2-40B4-BE49-F238E27FC236}">
                    <a16:creationId xmlns:a16="http://schemas.microsoft.com/office/drawing/2014/main" id="{43D089C3-D107-2F40-BC55-C4763C92D89B}"/>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10" name="直接连接符 9">
                <a:extLst>
                  <a:ext uri="{FF2B5EF4-FFF2-40B4-BE49-F238E27FC236}">
                    <a16:creationId xmlns:a16="http://schemas.microsoft.com/office/drawing/2014/main" id="{F772D8C9-75AE-497D-82D6-39686AC707BA}"/>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138251" name="直接连接符 8">
                <a:extLst>
                  <a:ext uri="{FF2B5EF4-FFF2-40B4-BE49-F238E27FC236}">
                    <a16:creationId xmlns:a16="http://schemas.microsoft.com/office/drawing/2014/main" id="{96FBADC1-40EA-1A44-A09A-1B02E49C8C30}"/>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8" name="Shape 26">
              <a:extLst>
                <a:ext uri="{FF2B5EF4-FFF2-40B4-BE49-F238E27FC236}">
                  <a16:creationId xmlns:a16="http://schemas.microsoft.com/office/drawing/2014/main" id="{07259D60-7771-49F7-8F56-16589751E0BE}"/>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 presetClass="entr" presetSubtype="4"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Rectangle 4">
            <a:extLst>
              <a:ext uri="{FF2B5EF4-FFF2-40B4-BE49-F238E27FC236}">
                <a16:creationId xmlns:a16="http://schemas.microsoft.com/office/drawing/2014/main" id="{314CD4F8-D035-4899-9A95-70A7A2C995C6}"/>
              </a:ext>
            </a:extLst>
          </p:cNvPr>
          <p:cNvSpPr>
            <a:spLocks noChangeArrowheads="1"/>
          </p:cNvSpPr>
          <p:nvPr/>
        </p:nvSpPr>
        <p:spPr bwMode="auto">
          <a:xfrm>
            <a:off x="785813" y="188913"/>
            <a:ext cx="3595687"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双向链表的插入</a:t>
            </a:r>
          </a:p>
        </p:txBody>
      </p:sp>
      <p:sp>
        <p:nvSpPr>
          <p:cNvPr id="139267" name="矩形 64">
            <a:extLst>
              <a:ext uri="{FF2B5EF4-FFF2-40B4-BE49-F238E27FC236}">
                <a16:creationId xmlns:a16="http://schemas.microsoft.com/office/drawing/2014/main" id="{7988A563-765C-3840-9618-827C08714992}"/>
              </a:ext>
            </a:extLst>
          </p:cNvPr>
          <p:cNvSpPr>
            <a:spLocks noChangeArrowheads="1"/>
          </p:cNvSpPr>
          <p:nvPr/>
        </p:nvSpPr>
        <p:spPr bwMode="auto">
          <a:xfrm>
            <a:off x="0" y="1285875"/>
            <a:ext cx="9144000" cy="3025775"/>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39268" name="Rectangle 5">
            <a:extLst>
              <a:ext uri="{FF2B5EF4-FFF2-40B4-BE49-F238E27FC236}">
                <a16:creationId xmlns:a16="http://schemas.microsoft.com/office/drawing/2014/main" id="{787EF7AC-5EC9-6C41-94A4-80F0CF9E0269}"/>
              </a:ext>
            </a:extLst>
          </p:cNvPr>
          <p:cNvSpPr>
            <a:spLocks noChangeArrowheads="1"/>
          </p:cNvSpPr>
          <p:nvPr/>
        </p:nvSpPr>
        <p:spPr bwMode="auto">
          <a:xfrm>
            <a:off x="2476500" y="1812925"/>
            <a:ext cx="584200" cy="530225"/>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sp>
        <p:nvSpPr>
          <p:cNvPr id="139269" name="Rectangle 6">
            <a:extLst>
              <a:ext uri="{FF2B5EF4-FFF2-40B4-BE49-F238E27FC236}">
                <a16:creationId xmlns:a16="http://schemas.microsoft.com/office/drawing/2014/main" id="{563AA355-C1D4-F747-962F-92E79924C795}"/>
              </a:ext>
            </a:extLst>
          </p:cNvPr>
          <p:cNvSpPr>
            <a:spLocks noChangeArrowheads="1"/>
          </p:cNvSpPr>
          <p:nvPr/>
        </p:nvSpPr>
        <p:spPr bwMode="auto">
          <a:xfrm>
            <a:off x="2674938" y="1889125"/>
            <a:ext cx="171450"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700" b="1">
                <a:solidFill>
                  <a:srgbClr val="000000"/>
                </a:solidFill>
                <a:latin typeface="宋体" panose="02010600030101010101" pitchFamily="2" charset="-122"/>
                <a:ea typeface="宋体" panose="02010600030101010101" pitchFamily="2" charset="-122"/>
              </a:rPr>
              <a:t>a</a:t>
            </a:r>
            <a:endParaRPr lang="en-US" altLang="zh-CN" sz="2800" b="1">
              <a:ea typeface="仿宋_GB2312" pitchFamily="49" charset="-122"/>
            </a:endParaRPr>
          </a:p>
        </p:txBody>
      </p:sp>
      <p:sp>
        <p:nvSpPr>
          <p:cNvPr id="139270" name="Rectangle 7">
            <a:extLst>
              <a:ext uri="{FF2B5EF4-FFF2-40B4-BE49-F238E27FC236}">
                <a16:creationId xmlns:a16="http://schemas.microsoft.com/office/drawing/2014/main" id="{D873A595-7932-E542-81E3-B88BA39281FA}"/>
              </a:ext>
            </a:extLst>
          </p:cNvPr>
          <p:cNvSpPr>
            <a:spLocks noChangeArrowheads="1"/>
          </p:cNvSpPr>
          <p:nvPr/>
        </p:nvSpPr>
        <p:spPr bwMode="auto">
          <a:xfrm>
            <a:off x="1892300" y="1812925"/>
            <a:ext cx="584200" cy="530225"/>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sp>
        <p:nvSpPr>
          <p:cNvPr id="139271" name="Rectangle 8">
            <a:extLst>
              <a:ext uri="{FF2B5EF4-FFF2-40B4-BE49-F238E27FC236}">
                <a16:creationId xmlns:a16="http://schemas.microsoft.com/office/drawing/2014/main" id="{8AC09507-7D18-2D48-BE68-52CD8DECE298}"/>
              </a:ext>
            </a:extLst>
          </p:cNvPr>
          <p:cNvSpPr>
            <a:spLocks noChangeArrowheads="1"/>
          </p:cNvSpPr>
          <p:nvPr/>
        </p:nvSpPr>
        <p:spPr bwMode="auto">
          <a:xfrm>
            <a:off x="3060700" y="1812925"/>
            <a:ext cx="584200" cy="530225"/>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sp>
        <p:nvSpPr>
          <p:cNvPr id="139272" name="Rectangle 9">
            <a:extLst>
              <a:ext uri="{FF2B5EF4-FFF2-40B4-BE49-F238E27FC236}">
                <a16:creationId xmlns:a16="http://schemas.microsoft.com/office/drawing/2014/main" id="{348CF730-0138-2B4E-91A1-8F0D7CD85101}"/>
              </a:ext>
            </a:extLst>
          </p:cNvPr>
          <p:cNvSpPr>
            <a:spLocks noChangeArrowheads="1"/>
          </p:cNvSpPr>
          <p:nvPr/>
        </p:nvSpPr>
        <p:spPr bwMode="auto">
          <a:xfrm>
            <a:off x="4522788" y="1812925"/>
            <a:ext cx="584200" cy="530225"/>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sp>
        <p:nvSpPr>
          <p:cNvPr id="139273" name="Rectangle 10">
            <a:extLst>
              <a:ext uri="{FF2B5EF4-FFF2-40B4-BE49-F238E27FC236}">
                <a16:creationId xmlns:a16="http://schemas.microsoft.com/office/drawing/2014/main" id="{D6E81EEC-46A1-FB49-8671-5AB9112C1D7F}"/>
              </a:ext>
            </a:extLst>
          </p:cNvPr>
          <p:cNvSpPr>
            <a:spLocks noChangeArrowheads="1"/>
          </p:cNvSpPr>
          <p:nvPr/>
        </p:nvSpPr>
        <p:spPr bwMode="auto">
          <a:xfrm>
            <a:off x="5106988" y="1812925"/>
            <a:ext cx="584200" cy="530225"/>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sp>
        <p:nvSpPr>
          <p:cNvPr id="139274" name="Rectangle 11">
            <a:extLst>
              <a:ext uri="{FF2B5EF4-FFF2-40B4-BE49-F238E27FC236}">
                <a16:creationId xmlns:a16="http://schemas.microsoft.com/office/drawing/2014/main" id="{9FB5AB79-D8C2-494E-BDC8-53D78F1BF2ED}"/>
              </a:ext>
            </a:extLst>
          </p:cNvPr>
          <p:cNvSpPr>
            <a:spLocks noChangeArrowheads="1"/>
          </p:cNvSpPr>
          <p:nvPr/>
        </p:nvSpPr>
        <p:spPr bwMode="auto">
          <a:xfrm>
            <a:off x="5305425" y="1889125"/>
            <a:ext cx="171450"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700" b="1">
                <a:solidFill>
                  <a:srgbClr val="000000"/>
                </a:solidFill>
                <a:latin typeface="宋体" panose="02010600030101010101" pitchFamily="2" charset="-122"/>
                <a:ea typeface="宋体" panose="02010600030101010101" pitchFamily="2" charset="-122"/>
              </a:rPr>
              <a:t>b</a:t>
            </a:r>
            <a:endParaRPr lang="en-US" altLang="zh-CN" sz="2800" b="1">
              <a:ea typeface="仿宋_GB2312" pitchFamily="49" charset="-122"/>
            </a:endParaRPr>
          </a:p>
        </p:txBody>
      </p:sp>
      <p:sp>
        <p:nvSpPr>
          <p:cNvPr id="139275" name="Rectangle 12">
            <a:extLst>
              <a:ext uri="{FF2B5EF4-FFF2-40B4-BE49-F238E27FC236}">
                <a16:creationId xmlns:a16="http://schemas.microsoft.com/office/drawing/2014/main" id="{E8069E8F-605A-6C47-9396-535253742BF6}"/>
              </a:ext>
            </a:extLst>
          </p:cNvPr>
          <p:cNvSpPr>
            <a:spLocks noChangeArrowheads="1"/>
          </p:cNvSpPr>
          <p:nvPr/>
        </p:nvSpPr>
        <p:spPr bwMode="auto">
          <a:xfrm>
            <a:off x="5691188" y="1812925"/>
            <a:ext cx="584200" cy="530225"/>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sp>
        <p:nvSpPr>
          <p:cNvPr id="139276" name="Rectangle 13">
            <a:extLst>
              <a:ext uri="{FF2B5EF4-FFF2-40B4-BE49-F238E27FC236}">
                <a16:creationId xmlns:a16="http://schemas.microsoft.com/office/drawing/2014/main" id="{E21D3DBE-6D36-2B41-92E8-0D7647708632}"/>
              </a:ext>
            </a:extLst>
          </p:cNvPr>
          <p:cNvSpPr>
            <a:spLocks noChangeArrowheads="1"/>
          </p:cNvSpPr>
          <p:nvPr/>
        </p:nvSpPr>
        <p:spPr bwMode="auto">
          <a:xfrm>
            <a:off x="3352800" y="3136900"/>
            <a:ext cx="584200" cy="528638"/>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sp>
        <p:nvSpPr>
          <p:cNvPr id="139277" name="Rectangle 14">
            <a:extLst>
              <a:ext uri="{FF2B5EF4-FFF2-40B4-BE49-F238E27FC236}">
                <a16:creationId xmlns:a16="http://schemas.microsoft.com/office/drawing/2014/main" id="{00F5FA4F-C310-6643-BDF2-BB271D61AF06}"/>
              </a:ext>
            </a:extLst>
          </p:cNvPr>
          <p:cNvSpPr>
            <a:spLocks noChangeArrowheads="1"/>
          </p:cNvSpPr>
          <p:nvPr/>
        </p:nvSpPr>
        <p:spPr bwMode="auto">
          <a:xfrm>
            <a:off x="3937000" y="3136900"/>
            <a:ext cx="585788" cy="528638"/>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sp>
        <p:nvSpPr>
          <p:cNvPr id="139278" name="Rectangle 15">
            <a:extLst>
              <a:ext uri="{FF2B5EF4-FFF2-40B4-BE49-F238E27FC236}">
                <a16:creationId xmlns:a16="http://schemas.microsoft.com/office/drawing/2014/main" id="{2AF15B92-9BD5-C24D-91D0-8B31085985A6}"/>
              </a:ext>
            </a:extLst>
          </p:cNvPr>
          <p:cNvSpPr>
            <a:spLocks noChangeArrowheads="1"/>
          </p:cNvSpPr>
          <p:nvPr/>
        </p:nvSpPr>
        <p:spPr bwMode="auto">
          <a:xfrm>
            <a:off x="4137025" y="3213100"/>
            <a:ext cx="171450"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700" b="1">
                <a:solidFill>
                  <a:srgbClr val="000000"/>
                </a:solidFill>
                <a:latin typeface="宋体" panose="02010600030101010101" pitchFamily="2" charset="-122"/>
                <a:ea typeface="宋体" panose="02010600030101010101" pitchFamily="2" charset="-122"/>
              </a:rPr>
              <a:t>x</a:t>
            </a:r>
            <a:endParaRPr lang="en-US" altLang="zh-CN" sz="2800" b="1">
              <a:ea typeface="仿宋_GB2312" pitchFamily="49" charset="-122"/>
            </a:endParaRPr>
          </a:p>
        </p:txBody>
      </p:sp>
      <p:sp>
        <p:nvSpPr>
          <p:cNvPr id="139279" name="Rectangle 16">
            <a:extLst>
              <a:ext uri="{FF2B5EF4-FFF2-40B4-BE49-F238E27FC236}">
                <a16:creationId xmlns:a16="http://schemas.microsoft.com/office/drawing/2014/main" id="{34AAE513-83B9-5D4E-A813-69385797A736}"/>
              </a:ext>
            </a:extLst>
          </p:cNvPr>
          <p:cNvSpPr>
            <a:spLocks noChangeArrowheads="1"/>
          </p:cNvSpPr>
          <p:nvPr/>
        </p:nvSpPr>
        <p:spPr bwMode="auto">
          <a:xfrm>
            <a:off x="4522788" y="3136900"/>
            <a:ext cx="584200" cy="528638"/>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lang="zh-CN" altLang="en-US" sz="2800">
              <a:ea typeface="仿宋_GB2312" pitchFamily="49" charset="-122"/>
            </a:endParaRPr>
          </a:p>
        </p:txBody>
      </p:sp>
      <p:sp>
        <p:nvSpPr>
          <p:cNvPr id="139280" name="Line 17">
            <a:extLst>
              <a:ext uri="{FF2B5EF4-FFF2-40B4-BE49-F238E27FC236}">
                <a16:creationId xmlns:a16="http://schemas.microsoft.com/office/drawing/2014/main" id="{748DC980-3322-9D4B-8003-9039BDCA0A35}"/>
              </a:ext>
            </a:extLst>
          </p:cNvPr>
          <p:cNvSpPr>
            <a:spLocks noChangeShapeType="1"/>
          </p:cNvSpPr>
          <p:nvPr/>
        </p:nvSpPr>
        <p:spPr bwMode="auto">
          <a:xfrm>
            <a:off x="1452563" y="1944688"/>
            <a:ext cx="338137" cy="1587"/>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281" name="Freeform 18">
            <a:extLst>
              <a:ext uri="{FF2B5EF4-FFF2-40B4-BE49-F238E27FC236}">
                <a16:creationId xmlns:a16="http://schemas.microsoft.com/office/drawing/2014/main" id="{B2C5971B-7481-7845-903C-8E9C322B1ECB}"/>
              </a:ext>
            </a:extLst>
          </p:cNvPr>
          <p:cNvSpPr>
            <a:spLocks noChangeArrowheads="1"/>
          </p:cNvSpPr>
          <p:nvPr/>
        </p:nvSpPr>
        <p:spPr bwMode="auto">
          <a:xfrm>
            <a:off x="1758950" y="1884363"/>
            <a:ext cx="133350" cy="120650"/>
          </a:xfrm>
          <a:custGeom>
            <a:avLst/>
            <a:gdLst>
              <a:gd name="T0" fmla="*/ 211693125 w 84"/>
              <a:gd name="T1" fmla="*/ 95765938 h 76"/>
              <a:gd name="T2" fmla="*/ 0 w 84"/>
              <a:gd name="T3" fmla="*/ 191531875 h 76"/>
              <a:gd name="T4" fmla="*/ 15120938 w 84"/>
              <a:gd name="T5" fmla="*/ 146169063 h 76"/>
              <a:gd name="T6" fmla="*/ 22682200 w 84"/>
              <a:gd name="T7" fmla="*/ 95765938 h 76"/>
              <a:gd name="T8" fmla="*/ 15120938 w 84"/>
              <a:gd name="T9" fmla="*/ 47883763 h 76"/>
              <a:gd name="T10" fmla="*/ 0 w 84"/>
              <a:gd name="T11" fmla="*/ 0 h 76"/>
              <a:gd name="T12" fmla="*/ 211693125 w 84"/>
              <a:gd name="T13" fmla="*/ 95765938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84" y="38"/>
                </a:moveTo>
                <a:lnTo>
                  <a:pt x="0" y="76"/>
                </a:lnTo>
                <a:lnTo>
                  <a:pt x="6" y="58"/>
                </a:lnTo>
                <a:lnTo>
                  <a:pt x="9" y="38"/>
                </a:lnTo>
                <a:lnTo>
                  <a:pt x="6" y="19"/>
                </a:lnTo>
                <a:lnTo>
                  <a:pt x="0" y="0"/>
                </a:lnTo>
                <a:lnTo>
                  <a:pt x="8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9282" name="Line 19">
            <a:extLst>
              <a:ext uri="{FF2B5EF4-FFF2-40B4-BE49-F238E27FC236}">
                <a16:creationId xmlns:a16="http://schemas.microsoft.com/office/drawing/2014/main" id="{AB892481-5960-974E-9E88-5994604B68F5}"/>
              </a:ext>
            </a:extLst>
          </p:cNvPr>
          <p:cNvSpPr>
            <a:spLocks noChangeShapeType="1"/>
          </p:cNvSpPr>
          <p:nvPr/>
        </p:nvSpPr>
        <p:spPr bwMode="auto">
          <a:xfrm>
            <a:off x="1554163" y="2211388"/>
            <a:ext cx="630237" cy="1587"/>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283" name="Freeform 20">
            <a:extLst>
              <a:ext uri="{FF2B5EF4-FFF2-40B4-BE49-F238E27FC236}">
                <a16:creationId xmlns:a16="http://schemas.microsoft.com/office/drawing/2014/main" id="{20E68EAB-B564-F143-A61A-54C94CFEF071}"/>
              </a:ext>
            </a:extLst>
          </p:cNvPr>
          <p:cNvSpPr>
            <a:spLocks noChangeArrowheads="1"/>
          </p:cNvSpPr>
          <p:nvPr/>
        </p:nvSpPr>
        <p:spPr bwMode="auto">
          <a:xfrm>
            <a:off x="1452563" y="2151063"/>
            <a:ext cx="133350" cy="120650"/>
          </a:xfrm>
          <a:custGeom>
            <a:avLst/>
            <a:gdLst>
              <a:gd name="T0" fmla="*/ 0 w 84"/>
              <a:gd name="T1" fmla="*/ 95765938 h 76"/>
              <a:gd name="T2" fmla="*/ 211693125 w 84"/>
              <a:gd name="T3" fmla="*/ 191531875 h 76"/>
              <a:gd name="T4" fmla="*/ 196572188 w 84"/>
              <a:gd name="T5" fmla="*/ 141128750 h 76"/>
              <a:gd name="T6" fmla="*/ 189012513 w 84"/>
              <a:gd name="T7" fmla="*/ 95765938 h 76"/>
              <a:gd name="T8" fmla="*/ 196572188 w 84"/>
              <a:gd name="T9" fmla="*/ 45362813 h 76"/>
              <a:gd name="T10" fmla="*/ 211693125 w 84"/>
              <a:gd name="T11" fmla="*/ 0 h 76"/>
              <a:gd name="T12" fmla="*/ 0 w 84"/>
              <a:gd name="T13" fmla="*/ 95765938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0" y="38"/>
                </a:moveTo>
                <a:lnTo>
                  <a:pt x="84" y="76"/>
                </a:lnTo>
                <a:lnTo>
                  <a:pt x="78" y="56"/>
                </a:lnTo>
                <a:lnTo>
                  <a:pt x="75" y="38"/>
                </a:lnTo>
                <a:lnTo>
                  <a:pt x="78" y="18"/>
                </a:lnTo>
                <a:lnTo>
                  <a:pt x="84" y="0"/>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9284" name="Line 21">
            <a:extLst>
              <a:ext uri="{FF2B5EF4-FFF2-40B4-BE49-F238E27FC236}">
                <a16:creationId xmlns:a16="http://schemas.microsoft.com/office/drawing/2014/main" id="{D1564F03-B769-C849-B4DF-56E7DD5801D0}"/>
              </a:ext>
            </a:extLst>
          </p:cNvPr>
          <p:cNvSpPr>
            <a:spLocks noChangeShapeType="1"/>
          </p:cNvSpPr>
          <p:nvPr/>
        </p:nvSpPr>
        <p:spPr bwMode="auto">
          <a:xfrm>
            <a:off x="3498850" y="1944688"/>
            <a:ext cx="922338" cy="1587"/>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285" name="Freeform 22">
            <a:extLst>
              <a:ext uri="{FF2B5EF4-FFF2-40B4-BE49-F238E27FC236}">
                <a16:creationId xmlns:a16="http://schemas.microsoft.com/office/drawing/2014/main" id="{60DF0BE2-A169-5845-992E-782702BBEE31}"/>
              </a:ext>
            </a:extLst>
          </p:cNvPr>
          <p:cNvSpPr>
            <a:spLocks noChangeArrowheads="1"/>
          </p:cNvSpPr>
          <p:nvPr/>
        </p:nvSpPr>
        <p:spPr bwMode="auto">
          <a:xfrm>
            <a:off x="4389438" y="1884363"/>
            <a:ext cx="133350" cy="120650"/>
          </a:xfrm>
          <a:custGeom>
            <a:avLst/>
            <a:gdLst>
              <a:gd name="T0" fmla="*/ 211693125 w 84"/>
              <a:gd name="T1" fmla="*/ 95765938 h 76"/>
              <a:gd name="T2" fmla="*/ 0 w 84"/>
              <a:gd name="T3" fmla="*/ 191531875 h 76"/>
              <a:gd name="T4" fmla="*/ 15120938 w 84"/>
              <a:gd name="T5" fmla="*/ 146169063 h 76"/>
              <a:gd name="T6" fmla="*/ 22682200 w 84"/>
              <a:gd name="T7" fmla="*/ 95765938 h 76"/>
              <a:gd name="T8" fmla="*/ 15120938 w 84"/>
              <a:gd name="T9" fmla="*/ 47883763 h 76"/>
              <a:gd name="T10" fmla="*/ 0 w 84"/>
              <a:gd name="T11" fmla="*/ 0 h 76"/>
              <a:gd name="T12" fmla="*/ 211693125 w 84"/>
              <a:gd name="T13" fmla="*/ 95765938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84" y="38"/>
                </a:moveTo>
                <a:lnTo>
                  <a:pt x="0" y="76"/>
                </a:lnTo>
                <a:lnTo>
                  <a:pt x="6" y="58"/>
                </a:lnTo>
                <a:lnTo>
                  <a:pt x="9" y="38"/>
                </a:lnTo>
                <a:lnTo>
                  <a:pt x="6" y="19"/>
                </a:lnTo>
                <a:lnTo>
                  <a:pt x="0" y="0"/>
                </a:lnTo>
                <a:lnTo>
                  <a:pt x="8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9286" name="Line 23">
            <a:extLst>
              <a:ext uri="{FF2B5EF4-FFF2-40B4-BE49-F238E27FC236}">
                <a16:creationId xmlns:a16="http://schemas.microsoft.com/office/drawing/2014/main" id="{E1B47FA7-57AE-6E41-BB93-FFF9F731F198}"/>
              </a:ext>
            </a:extLst>
          </p:cNvPr>
          <p:cNvSpPr>
            <a:spLocks noChangeShapeType="1"/>
          </p:cNvSpPr>
          <p:nvPr/>
        </p:nvSpPr>
        <p:spPr bwMode="auto">
          <a:xfrm>
            <a:off x="3746500" y="2211388"/>
            <a:ext cx="922338" cy="1587"/>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287" name="Freeform 24">
            <a:extLst>
              <a:ext uri="{FF2B5EF4-FFF2-40B4-BE49-F238E27FC236}">
                <a16:creationId xmlns:a16="http://schemas.microsoft.com/office/drawing/2014/main" id="{5E22A558-6D39-884E-B818-79D3223C6A2D}"/>
              </a:ext>
            </a:extLst>
          </p:cNvPr>
          <p:cNvSpPr>
            <a:spLocks noChangeArrowheads="1"/>
          </p:cNvSpPr>
          <p:nvPr/>
        </p:nvSpPr>
        <p:spPr bwMode="auto">
          <a:xfrm>
            <a:off x="3644900" y="2151063"/>
            <a:ext cx="133350" cy="120650"/>
          </a:xfrm>
          <a:custGeom>
            <a:avLst/>
            <a:gdLst>
              <a:gd name="T0" fmla="*/ 0 w 84"/>
              <a:gd name="T1" fmla="*/ 95765938 h 76"/>
              <a:gd name="T2" fmla="*/ 211693125 w 84"/>
              <a:gd name="T3" fmla="*/ 191531875 h 76"/>
              <a:gd name="T4" fmla="*/ 196572188 w 84"/>
              <a:gd name="T5" fmla="*/ 141128750 h 76"/>
              <a:gd name="T6" fmla="*/ 189012513 w 84"/>
              <a:gd name="T7" fmla="*/ 95765938 h 76"/>
              <a:gd name="T8" fmla="*/ 196572188 w 84"/>
              <a:gd name="T9" fmla="*/ 45362813 h 76"/>
              <a:gd name="T10" fmla="*/ 211693125 w 84"/>
              <a:gd name="T11" fmla="*/ 0 h 76"/>
              <a:gd name="T12" fmla="*/ 0 w 84"/>
              <a:gd name="T13" fmla="*/ 95765938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0" y="38"/>
                </a:moveTo>
                <a:lnTo>
                  <a:pt x="84" y="76"/>
                </a:lnTo>
                <a:lnTo>
                  <a:pt x="78" y="56"/>
                </a:lnTo>
                <a:lnTo>
                  <a:pt x="75" y="38"/>
                </a:lnTo>
                <a:lnTo>
                  <a:pt x="78" y="18"/>
                </a:lnTo>
                <a:lnTo>
                  <a:pt x="84" y="0"/>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9288" name="Line 25">
            <a:extLst>
              <a:ext uri="{FF2B5EF4-FFF2-40B4-BE49-F238E27FC236}">
                <a16:creationId xmlns:a16="http://schemas.microsoft.com/office/drawing/2014/main" id="{344E8817-2B77-5646-A58D-CD721273E840}"/>
              </a:ext>
            </a:extLst>
          </p:cNvPr>
          <p:cNvSpPr>
            <a:spLocks noChangeShapeType="1"/>
          </p:cNvSpPr>
          <p:nvPr/>
        </p:nvSpPr>
        <p:spPr bwMode="auto">
          <a:xfrm>
            <a:off x="6129338" y="1944688"/>
            <a:ext cx="922337" cy="1587"/>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289" name="Freeform 26">
            <a:extLst>
              <a:ext uri="{FF2B5EF4-FFF2-40B4-BE49-F238E27FC236}">
                <a16:creationId xmlns:a16="http://schemas.microsoft.com/office/drawing/2014/main" id="{0FBF736D-FD25-EF4B-8A5B-302F71786FB1}"/>
              </a:ext>
            </a:extLst>
          </p:cNvPr>
          <p:cNvSpPr>
            <a:spLocks noChangeArrowheads="1"/>
          </p:cNvSpPr>
          <p:nvPr/>
        </p:nvSpPr>
        <p:spPr bwMode="auto">
          <a:xfrm>
            <a:off x="7019925" y="1884363"/>
            <a:ext cx="133350" cy="120650"/>
          </a:xfrm>
          <a:custGeom>
            <a:avLst/>
            <a:gdLst>
              <a:gd name="T0" fmla="*/ 211693125 w 84"/>
              <a:gd name="T1" fmla="*/ 95765938 h 76"/>
              <a:gd name="T2" fmla="*/ 0 w 84"/>
              <a:gd name="T3" fmla="*/ 191531875 h 76"/>
              <a:gd name="T4" fmla="*/ 15120938 w 84"/>
              <a:gd name="T5" fmla="*/ 146169063 h 76"/>
              <a:gd name="T6" fmla="*/ 22682200 w 84"/>
              <a:gd name="T7" fmla="*/ 95765938 h 76"/>
              <a:gd name="T8" fmla="*/ 15120938 w 84"/>
              <a:gd name="T9" fmla="*/ 47883763 h 76"/>
              <a:gd name="T10" fmla="*/ 0 w 84"/>
              <a:gd name="T11" fmla="*/ 0 h 76"/>
              <a:gd name="T12" fmla="*/ 211693125 w 84"/>
              <a:gd name="T13" fmla="*/ 95765938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84" y="38"/>
                </a:moveTo>
                <a:lnTo>
                  <a:pt x="0" y="76"/>
                </a:lnTo>
                <a:lnTo>
                  <a:pt x="6" y="58"/>
                </a:lnTo>
                <a:lnTo>
                  <a:pt x="9" y="38"/>
                </a:lnTo>
                <a:lnTo>
                  <a:pt x="6" y="19"/>
                </a:lnTo>
                <a:lnTo>
                  <a:pt x="0" y="0"/>
                </a:lnTo>
                <a:lnTo>
                  <a:pt x="8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9290" name="Line 27">
            <a:extLst>
              <a:ext uri="{FF2B5EF4-FFF2-40B4-BE49-F238E27FC236}">
                <a16:creationId xmlns:a16="http://schemas.microsoft.com/office/drawing/2014/main" id="{4C870D3F-7D8B-804B-8AB8-B7E8977A9A21}"/>
              </a:ext>
            </a:extLst>
          </p:cNvPr>
          <p:cNvSpPr>
            <a:spLocks noChangeShapeType="1"/>
          </p:cNvSpPr>
          <p:nvPr/>
        </p:nvSpPr>
        <p:spPr bwMode="auto">
          <a:xfrm>
            <a:off x="6376988" y="2211388"/>
            <a:ext cx="922337" cy="1587"/>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291" name="Freeform 28">
            <a:extLst>
              <a:ext uri="{FF2B5EF4-FFF2-40B4-BE49-F238E27FC236}">
                <a16:creationId xmlns:a16="http://schemas.microsoft.com/office/drawing/2014/main" id="{23BDF497-EDA3-5B47-8471-6DC66EEFBC01}"/>
              </a:ext>
            </a:extLst>
          </p:cNvPr>
          <p:cNvSpPr>
            <a:spLocks noChangeArrowheads="1"/>
          </p:cNvSpPr>
          <p:nvPr/>
        </p:nvSpPr>
        <p:spPr bwMode="auto">
          <a:xfrm>
            <a:off x="6275388" y="2151063"/>
            <a:ext cx="133350" cy="120650"/>
          </a:xfrm>
          <a:custGeom>
            <a:avLst/>
            <a:gdLst>
              <a:gd name="T0" fmla="*/ 0 w 84"/>
              <a:gd name="T1" fmla="*/ 95765938 h 76"/>
              <a:gd name="T2" fmla="*/ 211693125 w 84"/>
              <a:gd name="T3" fmla="*/ 191531875 h 76"/>
              <a:gd name="T4" fmla="*/ 196572188 w 84"/>
              <a:gd name="T5" fmla="*/ 141128750 h 76"/>
              <a:gd name="T6" fmla="*/ 186491563 w 84"/>
              <a:gd name="T7" fmla="*/ 95765938 h 76"/>
              <a:gd name="T8" fmla="*/ 196572188 w 84"/>
              <a:gd name="T9" fmla="*/ 45362813 h 76"/>
              <a:gd name="T10" fmla="*/ 211693125 w 84"/>
              <a:gd name="T11" fmla="*/ 0 h 76"/>
              <a:gd name="T12" fmla="*/ 0 w 84"/>
              <a:gd name="T13" fmla="*/ 95765938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0" y="38"/>
                </a:moveTo>
                <a:lnTo>
                  <a:pt x="84" y="76"/>
                </a:lnTo>
                <a:lnTo>
                  <a:pt x="78" y="56"/>
                </a:lnTo>
                <a:lnTo>
                  <a:pt x="74" y="38"/>
                </a:lnTo>
                <a:lnTo>
                  <a:pt x="78" y="18"/>
                </a:lnTo>
                <a:lnTo>
                  <a:pt x="84" y="0"/>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9292" name="Rectangle 29">
            <a:extLst>
              <a:ext uri="{FF2B5EF4-FFF2-40B4-BE49-F238E27FC236}">
                <a16:creationId xmlns:a16="http://schemas.microsoft.com/office/drawing/2014/main" id="{9002D42B-3EAC-F241-A786-F8D5F2594B59}"/>
              </a:ext>
            </a:extLst>
          </p:cNvPr>
          <p:cNvSpPr>
            <a:spLocks noChangeArrowheads="1"/>
          </p:cNvSpPr>
          <p:nvPr/>
        </p:nvSpPr>
        <p:spPr bwMode="auto">
          <a:xfrm>
            <a:off x="7458075" y="1812925"/>
            <a:ext cx="519113"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700" b="1">
                <a:solidFill>
                  <a:srgbClr val="000000"/>
                </a:solidFill>
                <a:latin typeface="宋体" panose="02010600030101010101" pitchFamily="2" charset="-122"/>
                <a:ea typeface="宋体" panose="02010600030101010101" pitchFamily="2" charset="-122"/>
              </a:rPr>
              <a:t>...</a:t>
            </a:r>
            <a:endParaRPr lang="en-US" altLang="zh-CN" sz="2800" b="1">
              <a:ea typeface="仿宋_GB2312" pitchFamily="49" charset="-122"/>
            </a:endParaRPr>
          </a:p>
        </p:txBody>
      </p:sp>
      <p:sp>
        <p:nvSpPr>
          <p:cNvPr id="139293" name="Rectangle 30">
            <a:extLst>
              <a:ext uri="{FF2B5EF4-FFF2-40B4-BE49-F238E27FC236}">
                <a16:creationId xmlns:a16="http://schemas.microsoft.com/office/drawing/2014/main" id="{8B962639-1DAE-574C-A6C1-77989F5287FF}"/>
              </a:ext>
            </a:extLst>
          </p:cNvPr>
          <p:cNvSpPr>
            <a:spLocks noChangeArrowheads="1"/>
          </p:cNvSpPr>
          <p:nvPr/>
        </p:nvSpPr>
        <p:spPr bwMode="auto">
          <a:xfrm>
            <a:off x="898525" y="1812925"/>
            <a:ext cx="519113"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700" b="1">
                <a:solidFill>
                  <a:srgbClr val="000000"/>
                </a:solidFill>
                <a:latin typeface="宋体" panose="02010600030101010101" pitchFamily="2" charset="-122"/>
                <a:ea typeface="宋体" panose="02010600030101010101" pitchFamily="2" charset="-122"/>
              </a:rPr>
              <a:t>...</a:t>
            </a:r>
            <a:endParaRPr lang="en-US" altLang="zh-CN" sz="2800" b="1">
              <a:ea typeface="仿宋_GB2312" pitchFamily="49" charset="-122"/>
            </a:endParaRPr>
          </a:p>
        </p:txBody>
      </p:sp>
      <p:sp>
        <p:nvSpPr>
          <p:cNvPr id="139294" name="Line 31">
            <a:extLst>
              <a:ext uri="{FF2B5EF4-FFF2-40B4-BE49-F238E27FC236}">
                <a16:creationId xmlns:a16="http://schemas.microsoft.com/office/drawing/2014/main" id="{624BDF8D-55F2-C948-8C75-1DB6D12F39D3}"/>
              </a:ext>
            </a:extLst>
          </p:cNvPr>
          <p:cNvSpPr>
            <a:spLocks noChangeShapeType="1"/>
          </p:cNvSpPr>
          <p:nvPr/>
        </p:nvSpPr>
        <p:spPr bwMode="auto">
          <a:xfrm flipH="1">
            <a:off x="3525838" y="3400425"/>
            <a:ext cx="119062" cy="1588"/>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295" name="Line 32">
            <a:extLst>
              <a:ext uri="{FF2B5EF4-FFF2-40B4-BE49-F238E27FC236}">
                <a16:creationId xmlns:a16="http://schemas.microsoft.com/office/drawing/2014/main" id="{F901B181-180D-3441-BDCD-46501F378261}"/>
              </a:ext>
            </a:extLst>
          </p:cNvPr>
          <p:cNvSpPr>
            <a:spLocks noChangeShapeType="1"/>
          </p:cNvSpPr>
          <p:nvPr/>
        </p:nvSpPr>
        <p:spPr bwMode="auto">
          <a:xfrm flipH="1">
            <a:off x="3332163" y="3400425"/>
            <a:ext cx="119062" cy="1588"/>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296" name="Line 33">
            <a:extLst>
              <a:ext uri="{FF2B5EF4-FFF2-40B4-BE49-F238E27FC236}">
                <a16:creationId xmlns:a16="http://schemas.microsoft.com/office/drawing/2014/main" id="{911A89FD-5E1C-5544-A671-B14D69CDBB88}"/>
              </a:ext>
            </a:extLst>
          </p:cNvPr>
          <p:cNvSpPr>
            <a:spLocks noChangeShapeType="1"/>
          </p:cNvSpPr>
          <p:nvPr/>
        </p:nvSpPr>
        <p:spPr bwMode="auto">
          <a:xfrm flipH="1">
            <a:off x="3140075" y="3400425"/>
            <a:ext cx="119063" cy="1588"/>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297" name="Line 34">
            <a:extLst>
              <a:ext uri="{FF2B5EF4-FFF2-40B4-BE49-F238E27FC236}">
                <a16:creationId xmlns:a16="http://schemas.microsoft.com/office/drawing/2014/main" id="{EB5515D8-A0FE-0F44-AB83-6E672EF8F208}"/>
              </a:ext>
            </a:extLst>
          </p:cNvPr>
          <p:cNvSpPr>
            <a:spLocks noChangeShapeType="1"/>
          </p:cNvSpPr>
          <p:nvPr/>
        </p:nvSpPr>
        <p:spPr bwMode="auto">
          <a:xfrm flipH="1">
            <a:off x="2946400" y="3400425"/>
            <a:ext cx="119063" cy="1588"/>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298" name="Freeform 35">
            <a:extLst>
              <a:ext uri="{FF2B5EF4-FFF2-40B4-BE49-F238E27FC236}">
                <a16:creationId xmlns:a16="http://schemas.microsoft.com/office/drawing/2014/main" id="{0C7543CC-BC3D-3745-BE24-E41E05981DEB}"/>
              </a:ext>
            </a:extLst>
          </p:cNvPr>
          <p:cNvSpPr>
            <a:spLocks noChangeArrowheads="1"/>
          </p:cNvSpPr>
          <p:nvPr/>
        </p:nvSpPr>
        <p:spPr bwMode="auto">
          <a:xfrm>
            <a:off x="2768600" y="3387725"/>
            <a:ext cx="103188" cy="12700"/>
          </a:xfrm>
          <a:custGeom>
            <a:avLst/>
            <a:gdLst>
              <a:gd name="T0" fmla="*/ 253515718 w 42"/>
              <a:gd name="T1" fmla="*/ 26881667 h 6"/>
              <a:gd name="T2" fmla="*/ 0 w 42"/>
              <a:gd name="T3" fmla="*/ 26881667 h 6"/>
              <a:gd name="T4" fmla="*/ 0 w 42"/>
              <a:gd name="T5" fmla="*/ 0 h 6"/>
              <a:gd name="T6" fmla="*/ 0 60000 65536"/>
              <a:gd name="T7" fmla="*/ 0 60000 65536"/>
              <a:gd name="T8" fmla="*/ 0 60000 65536"/>
            </a:gdLst>
            <a:ahLst/>
            <a:cxnLst>
              <a:cxn ang="T6">
                <a:pos x="T0" y="T1"/>
              </a:cxn>
              <a:cxn ang="T7">
                <a:pos x="T2" y="T3"/>
              </a:cxn>
              <a:cxn ang="T8">
                <a:pos x="T4" y="T5"/>
              </a:cxn>
            </a:cxnLst>
            <a:rect l="0" t="0" r="r" b="b"/>
            <a:pathLst>
              <a:path w="42" h="6">
                <a:moveTo>
                  <a:pt x="42" y="6"/>
                </a:moveTo>
                <a:lnTo>
                  <a:pt x="0" y="6"/>
                </a:lnTo>
                <a:lnTo>
                  <a:pt x="0" y="0"/>
                </a:lnTo>
              </a:path>
            </a:pathLst>
          </a:custGeom>
          <a:noFill/>
          <a:ln w="14288">
            <a:solidFill>
              <a:srgbClr val="00FF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39299" name="Line 36">
            <a:extLst>
              <a:ext uri="{FF2B5EF4-FFF2-40B4-BE49-F238E27FC236}">
                <a16:creationId xmlns:a16="http://schemas.microsoft.com/office/drawing/2014/main" id="{2820342D-D11A-454A-A918-E640220546A3}"/>
              </a:ext>
            </a:extLst>
          </p:cNvPr>
          <p:cNvSpPr>
            <a:spLocks noChangeShapeType="1"/>
          </p:cNvSpPr>
          <p:nvPr/>
        </p:nvSpPr>
        <p:spPr bwMode="auto">
          <a:xfrm flipV="1">
            <a:off x="2768600" y="3213100"/>
            <a:ext cx="1588" cy="107950"/>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300" name="Line 37">
            <a:extLst>
              <a:ext uri="{FF2B5EF4-FFF2-40B4-BE49-F238E27FC236}">
                <a16:creationId xmlns:a16="http://schemas.microsoft.com/office/drawing/2014/main" id="{78EDA849-ABF5-8148-8067-D353587B16CF}"/>
              </a:ext>
            </a:extLst>
          </p:cNvPr>
          <p:cNvSpPr>
            <a:spLocks noChangeShapeType="1"/>
          </p:cNvSpPr>
          <p:nvPr/>
        </p:nvSpPr>
        <p:spPr bwMode="auto">
          <a:xfrm flipV="1">
            <a:off x="2768600" y="3038475"/>
            <a:ext cx="1588" cy="107950"/>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301" name="Line 38">
            <a:extLst>
              <a:ext uri="{FF2B5EF4-FFF2-40B4-BE49-F238E27FC236}">
                <a16:creationId xmlns:a16="http://schemas.microsoft.com/office/drawing/2014/main" id="{97A89717-0F35-1044-9B07-11907E475853}"/>
              </a:ext>
            </a:extLst>
          </p:cNvPr>
          <p:cNvSpPr>
            <a:spLocks noChangeShapeType="1"/>
          </p:cNvSpPr>
          <p:nvPr/>
        </p:nvSpPr>
        <p:spPr bwMode="auto">
          <a:xfrm flipV="1">
            <a:off x="2768600" y="2863850"/>
            <a:ext cx="1588" cy="106363"/>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302" name="Line 39">
            <a:extLst>
              <a:ext uri="{FF2B5EF4-FFF2-40B4-BE49-F238E27FC236}">
                <a16:creationId xmlns:a16="http://schemas.microsoft.com/office/drawing/2014/main" id="{2209DAD8-2F90-0F46-8D1C-32E4AC6BDE18}"/>
              </a:ext>
            </a:extLst>
          </p:cNvPr>
          <p:cNvSpPr>
            <a:spLocks noChangeShapeType="1"/>
          </p:cNvSpPr>
          <p:nvPr/>
        </p:nvSpPr>
        <p:spPr bwMode="auto">
          <a:xfrm flipV="1">
            <a:off x="2768600" y="2689225"/>
            <a:ext cx="1588" cy="106363"/>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303" name="Line 40">
            <a:extLst>
              <a:ext uri="{FF2B5EF4-FFF2-40B4-BE49-F238E27FC236}">
                <a16:creationId xmlns:a16="http://schemas.microsoft.com/office/drawing/2014/main" id="{5BC9BEFF-9379-8146-A0C2-D73B1BD18003}"/>
              </a:ext>
            </a:extLst>
          </p:cNvPr>
          <p:cNvSpPr>
            <a:spLocks noChangeShapeType="1"/>
          </p:cNvSpPr>
          <p:nvPr/>
        </p:nvSpPr>
        <p:spPr bwMode="auto">
          <a:xfrm flipV="1">
            <a:off x="2768600" y="2513013"/>
            <a:ext cx="1588" cy="107950"/>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304" name="Line 41">
            <a:extLst>
              <a:ext uri="{FF2B5EF4-FFF2-40B4-BE49-F238E27FC236}">
                <a16:creationId xmlns:a16="http://schemas.microsoft.com/office/drawing/2014/main" id="{8D786581-A8DE-CF48-A344-2A8CE30947B8}"/>
              </a:ext>
            </a:extLst>
          </p:cNvPr>
          <p:cNvSpPr>
            <a:spLocks noChangeShapeType="1"/>
          </p:cNvSpPr>
          <p:nvPr/>
        </p:nvSpPr>
        <p:spPr bwMode="auto">
          <a:xfrm flipV="1">
            <a:off x="2768600" y="2433638"/>
            <a:ext cx="1588" cy="12700"/>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305" name="Freeform 42">
            <a:extLst>
              <a:ext uri="{FF2B5EF4-FFF2-40B4-BE49-F238E27FC236}">
                <a16:creationId xmlns:a16="http://schemas.microsoft.com/office/drawing/2014/main" id="{340709E5-666E-6E4B-9E30-FA9461132552}"/>
              </a:ext>
            </a:extLst>
          </p:cNvPr>
          <p:cNvSpPr>
            <a:spLocks noChangeArrowheads="1"/>
          </p:cNvSpPr>
          <p:nvPr/>
        </p:nvSpPr>
        <p:spPr bwMode="auto">
          <a:xfrm>
            <a:off x="2701925" y="2343150"/>
            <a:ext cx="133350" cy="120650"/>
          </a:xfrm>
          <a:custGeom>
            <a:avLst/>
            <a:gdLst>
              <a:gd name="T0" fmla="*/ 105846563 w 84"/>
              <a:gd name="T1" fmla="*/ 0 h 76"/>
              <a:gd name="T2" fmla="*/ 211693125 w 84"/>
              <a:gd name="T3" fmla="*/ 191531875 h 76"/>
              <a:gd name="T4" fmla="*/ 161290000 w 84"/>
              <a:gd name="T5" fmla="*/ 173891575 h 76"/>
              <a:gd name="T6" fmla="*/ 105846563 w 84"/>
              <a:gd name="T7" fmla="*/ 166330313 h 76"/>
              <a:gd name="T8" fmla="*/ 50403125 w 84"/>
              <a:gd name="T9" fmla="*/ 173891575 h 76"/>
              <a:gd name="T10" fmla="*/ 0 w 84"/>
              <a:gd name="T11" fmla="*/ 191531875 h 76"/>
              <a:gd name="T12" fmla="*/ 105846563 w 84"/>
              <a:gd name="T13" fmla="*/ 0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42" y="0"/>
                </a:moveTo>
                <a:lnTo>
                  <a:pt x="84" y="76"/>
                </a:lnTo>
                <a:lnTo>
                  <a:pt x="64" y="69"/>
                </a:lnTo>
                <a:lnTo>
                  <a:pt x="42" y="66"/>
                </a:lnTo>
                <a:lnTo>
                  <a:pt x="20" y="69"/>
                </a:lnTo>
                <a:lnTo>
                  <a:pt x="0" y="76"/>
                </a:lnTo>
                <a:lnTo>
                  <a:pt x="42" y="0"/>
                </a:lnTo>
                <a:close/>
              </a:path>
            </a:pathLst>
          </a:cu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9306" name="Freeform 43">
            <a:extLst>
              <a:ext uri="{FF2B5EF4-FFF2-40B4-BE49-F238E27FC236}">
                <a16:creationId xmlns:a16="http://schemas.microsoft.com/office/drawing/2014/main" id="{25B2B71E-1F50-B34E-BB33-46FF5BDBF29D}"/>
              </a:ext>
            </a:extLst>
          </p:cNvPr>
          <p:cNvSpPr>
            <a:spLocks noChangeArrowheads="1"/>
          </p:cNvSpPr>
          <p:nvPr/>
        </p:nvSpPr>
        <p:spPr bwMode="auto">
          <a:xfrm>
            <a:off x="2417763" y="2500313"/>
            <a:ext cx="263525" cy="239712"/>
          </a:xfrm>
          <a:custGeom>
            <a:avLst/>
            <a:gdLst>
              <a:gd name="T0" fmla="*/ 0 w 166"/>
              <a:gd name="T1" fmla="*/ 191531475 h 151"/>
              <a:gd name="T2" fmla="*/ 7561263 w 166"/>
              <a:gd name="T3" fmla="*/ 141128456 h 151"/>
              <a:gd name="T4" fmla="*/ 27722513 w 166"/>
              <a:gd name="T5" fmla="*/ 95765738 h 151"/>
              <a:gd name="T6" fmla="*/ 63004700 w 166"/>
              <a:gd name="T7" fmla="*/ 57964267 h 151"/>
              <a:gd name="T8" fmla="*/ 105846563 w 166"/>
              <a:gd name="T9" fmla="*/ 27722455 h 151"/>
              <a:gd name="T10" fmla="*/ 156249688 w 166"/>
              <a:gd name="T11" fmla="*/ 7561247 h 151"/>
              <a:gd name="T12" fmla="*/ 206652813 w 166"/>
              <a:gd name="T13" fmla="*/ 0 h 151"/>
              <a:gd name="T14" fmla="*/ 262096250 w 166"/>
              <a:gd name="T15" fmla="*/ 7561247 h 151"/>
              <a:gd name="T16" fmla="*/ 312499375 w 166"/>
              <a:gd name="T17" fmla="*/ 27722455 h 151"/>
              <a:gd name="T18" fmla="*/ 357862188 w 166"/>
              <a:gd name="T19" fmla="*/ 57964267 h 151"/>
              <a:gd name="T20" fmla="*/ 388104063 w 166"/>
              <a:gd name="T21" fmla="*/ 95765738 h 151"/>
              <a:gd name="T22" fmla="*/ 410786263 w 166"/>
              <a:gd name="T23" fmla="*/ 141128456 h 151"/>
              <a:gd name="T24" fmla="*/ 418345938 w 166"/>
              <a:gd name="T25" fmla="*/ 191531475 h 151"/>
              <a:gd name="T26" fmla="*/ 410786263 w 166"/>
              <a:gd name="T27" fmla="*/ 239415138 h 151"/>
              <a:gd name="T28" fmla="*/ 388104063 w 166"/>
              <a:gd name="T29" fmla="*/ 284777856 h 151"/>
              <a:gd name="T30" fmla="*/ 357862188 w 166"/>
              <a:gd name="T31" fmla="*/ 322579327 h 151"/>
              <a:gd name="T32" fmla="*/ 312499375 w 166"/>
              <a:gd name="T33" fmla="*/ 355342084 h 151"/>
              <a:gd name="T34" fmla="*/ 262096250 w 166"/>
              <a:gd name="T35" fmla="*/ 372982347 h 151"/>
              <a:gd name="T36" fmla="*/ 206652813 w 166"/>
              <a:gd name="T37" fmla="*/ 380543594 h 151"/>
              <a:gd name="T38" fmla="*/ 156249688 w 166"/>
              <a:gd name="T39" fmla="*/ 372982347 h 151"/>
              <a:gd name="T40" fmla="*/ 105846563 w 166"/>
              <a:gd name="T41" fmla="*/ 355342084 h 151"/>
              <a:gd name="T42" fmla="*/ 63004700 w 166"/>
              <a:gd name="T43" fmla="*/ 322579327 h 151"/>
              <a:gd name="T44" fmla="*/ 27722513 w 166"/>
              <a:gd name="T45" fmla="*/ 284777856 h 151"/>
              <a:gd name="T46" fmla="*/ 7561263 w 166"/>
              <a:gd name="T47" fmla="*/ 239415138 h 151"/>
              <a:gd name="T48" fmla="*/ 0 w 166"/>
              <a:gd name="T49" fmla="*/ 191531475 h 151"/>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66" h="151">
                <a:moveTo>
                  <a:pt x="0" y="76"/>
                </a:moveTo>
                <a:lnTo>
                  <a:pt x="3" y="56"/>
                </a:lnTo>
                <a:lnTo>
                  <a:pt x="11" y="38"/>
                </a:lnTo>
                <a:lnTo>
                  <a:pt x="25" y="23"/>
                </a:lnTo>
                <a:lnTo>
                  <a:pt x="42" y="11"/>
                </a:lnTo>
                <a:lnTo>
                  <a:pt x="62" y="3"/>
                </a:lnTo>
                <a:lnTo>
                  <a:pt x="82" y="0"/>
                </a:lnTo>
                <a:lnTo>
                  <a:pt x="104" y="3"/>
                </a:lnTo>
                <a:lnTo>
                  <a:pt x="124" y="11"/>
                </a:lnTo>
                <a:lnTo>
                  <a:pt x="142" y="23"/>
                </a:lnTo>
                <a:lnTo>
                  <a:pt x="154" y="38"/>
                </a:lnTo>
                <a:lnTo>
                  <a:pt x="163" y="56"/>
                </a:lnTo>
                <a:lnTo>
                  <a:pt x="166" y="76"/>
                </a:lnTo>
                <a:lnTo>
                  <a:pt x="163" y="95"/>
                </a:lnTo>
                <a:lnTo>
                  <a:pt x="154" y="113"/>
                </a:lnTo>
                <a:lnTo>
                  <a:pt x="142" y="128"/>
                </a:lnTo>
                <a:lnTo>
                  <a:pt x="124" y="141"/>
                </a:lnTo>
                <a:lnTo>
                  <a:pt x="104" y="148"/>
                </a:lnTo>
                <a:lnTo>
                  <a:pt x="82" y="151"/>
                </a:lnTo>
                <a:lnTo>
                  <a:pt x="62" y="148"/>
                </a:lnTo>
                <a:lnTo>
                  <a:pt x="42" y="141"/>
                </a:lnTo>
                <a:lnTo>
                  <a:pt x="25" y="128"/>
                </a:lnTo>
                <a:lnTo>
                  <a:pt x="11" y="113"/>
                </a:lnTo>
                <a:lnTo>
                  <a:pt x="3" y="95"/>
                </a:lnTo>
                <a:lnTo>
                  <a:pt x="0" y="76"/>
                </a:lnTo>
                <a:close/>
              </a:path>
            </a:pathLst>
          </a:custGeom>
          <a:solidFill>
            <a:srgbClr val="00FFFF"/>
          </a:solidFill>
          <a:ln w="14288">
            <a:solidFill>
              <a:srgbClr val="000000"/>
            </a:solidFill>
            <a:round/>
            <a:headEnd/>
            <a:tailEnd/>
          </a:ln>
        </p:spPr>
        <p:txBody>
          <a:bodyPr/>
          <a:lstStyle/>
          <a:p>
            <a:endParaRPr lang="en-US"/>
          </a:p>
        </p:txBody>
      </p:sp>
      <p:sp>
        <p:nvSpPr>
          <p:cNvPr id="139307" name="Rectangle 44">
            <a:extLst>
              <a:ext uri="{FF2B5EF4-FFF2-40B4-BE49-F238E27FC236}">
                <a16:creationId xmlns:a16="http://schemas.microsoft.com/office/drawing/2014/main" id="{08AA5663-076E-8F41-95F4-C2F525CBD1BE}"/>
              </a:ext>
            </a:extLst>
          </p:cNvPr>
          <p:cNvSpPr>
            <a:spLocks noChangeArrowheads="1"/>
          </p:cNvSpPr>
          <p:nvPr/>
        </p:nvSpPr>
        <p:spPr bwMode="auto">
          <a:xfrm>
            <a:off x="2501900" y="2527300"/>
            <a:ext cx="82550" cy="198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1300" b="1">
                <a:solidFill>
                  <a:srgbClr val="000000"/>
                </a:solidFill>
                <a:latin typeface="宋体" panose="02010600030101010101" pitchFamily="2" charset="-122"/>
                <a:ea typeface="宋体" panose="02010600030101010101" pitchFamily="2" charset="-122"/>
              </a:rPr>
              <a:t>1</a:t>
            </a:r>
            <a:endParaRPr lang="en-US" altLang="zh-CN" sz="2800" b="1">
              <a:ea typeface="仿宋_GB2312" pitchFamily="49" charset="-122"/>
            </a:endParaRPr>
          </a:p>
        </p:txBody>
      </p:sp>
      <p:sp>
        <p:nvSpPr>
          <p:cNvPr id="139308" name="Line 45">
            <a:extLst>
              <a:ext uri="{FF2B5EF4-FFF2-40B4-BE49-F238E27FC236}">
                <a16:creationId xmlns:a16="http://schemas.microsoft.com/office/drawing/2014/main" id="{5E61550B-980F-0940-A0B8-6528E3D6DDDD}"/>
              </a:ext>
            </a:extLst>
          </p:cNvPr>
          <p:cNvSpPr>
            <a:spLocks noChangeShapeType="1"/>
          </p:cNvSpPr>
          <p:nvPr/>
        </p:nvSpPr>
        <p:spPr bwMode="auto">
          <a:xfrm>
            <a:off x="5399088" y="1416050"/>
            <a:ext cx="1587" cy="304800"/>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309" name="Freeform 46">
            <a:extLst>
              <a:ext uri="{FF2B5EF4-FFF2-40B4-BE49-F238E27FC236}">
                <a16:creationId xmlns:a16="http://schemas.microsoft.com/office/drawing/2014/main" id="{0AACD43C-C1EB-D240-B85E-7DA114451C3F}"/>
              </a:ext>
            </a:extLst>
          </p:cNvPr>
          <p:cNvSpPr>
            <a:spLocks noChangeArrowheads="1"/>
          </p:cNvSpPr>
          <p:nvPr/>
        </p:nvSpPr>
        <p:spPr bwMode="auto">
          <a:xfrm>
            <a:off x="5332413" y="1690688"/>
            <a:ext cx="133350" cy="122237"/>
          </a:xfrm>
          <a:custGeom>
            <a:avLst/>
            <a:gdLst>
              <a:gd name="T0" fmla="*/ 105846563 w 84"/>
              <a:gd name="T1" fmla="*/ 194052031 h 77"/>
              <a:gd name="T2" fmla="*/ 0 w 84"/>
              <a:gd name="T3" fmla="*/ 0 h 77"/>
              <a:gd name="T4" fmla="*/ 50403125 w 84"/>
              <a:gd name="T5" fmla="*/ 17641815 h 77"/>
              <a:gd name="T6" fmla="*/ 105846563 w 84"/>
              <a:gd name="T7" fmla="*/ 25201459 h 77"/>
              <a:gd name="T8" fmla="*/ 161290000 w 84"/>
              <a:gd name="T9" fmla="*/ 17641815 h 77"/>
              <a:gd name="T10" fmla="*/ 211693125 w 84"/>
              <a:gd name="T11" fmla="*/ 0 h 77"/>
              <a:gd name="T12" fmla="*/ 105846563 w 84"/>
              <a:gd name="T13" fmla="*/ 194052031 h 7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7">
                <a:moveTo>
                  <a:pt x="42" y="77"/>
                </a:moveTo>
                <a:lnTo>
                  <a:pt x="0" y="0"/>
                </a:lnTo>
                <a:lnTo>
                  <a:pt x="20" y="7"/>
                </a:lnTo>
                <a:lnTo>
                  <a:pt x="42" y="10"/>
                </a:lnTo>
                <a:lnTo>
                  <a:pt x="64" y="7"/>
                </a:lnTo>
                <a:lnTo>
                  <a:pt x="84" y="0"/>
                </a:lnTo>
                <a:lnTo>
                  <a:pt x="42" y="7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9310" name="Rectangle 47">
            <a:extLst>
              <a:ext uri="{FF2B5EF4-FFF2-40B4-BE49-F238E27FC236}">
                <a16:creationId xmlns:a16="http://schemas.microsoft.com/office/drawing/2014/main" id="{C72D6C92-8458-D347-8420-1301CE62FEB2}"/>
              </a:ext>
            </a:extLst>
          </p:cNvPr>
          <p:cNvSpPr>
            <a:spLocks noChangeArrowheads="1"/>
          </p:cNvSpPr>
          <p:nvPr/>
        </p:nvSpPr>
        <p:spPr bwMode="auto">
          <a:xfrm>
            <a:off x="5013325" y="1308100"/>
            <a:ext cx="171450"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700" b="1">
                <a:solidFill>
                  <a:srgbClr val="000000"/>
                </a:solidFill>
                <a:latin typeface="宋体" panose="02010600030101010101" pitchFamily="2" charset="-122"/>
                <a:ea typeface="宋体" panose="02010600030101010101" pitchFamily="2" charset="-122"/>
              </a:rPr>
              <a:t>p</a:t>
            </a:r>
            <a:endParaRPr lang="en-US" altLang="zh-CN" sz="2800" b="1">
              <a:ea typeface="仿宋_GB2312" pitchFamily="49" charset="-122"/>
            </a:endParaRPr>
          </a:p>
        </p:txBody>
      </p:sp>
      <p:sp>
        <p:nvSpPr>
          <p:cNvPr id="139311" name="Line 48">
            <a:extLst>
              <a:ext uri="{FF2B5EF4-FFF2-40B4-BE49-F238E27FC236}">
                <a16:creationId xmlns:a16="http://schemas.microsoft.com/office/drawing/2014/main" id="{C0338977-55C6-E141-BA9B-A9310C963F0D}"/>
              </a:ext>
            </a:extLst>
          </p:cNvPr>
          <p:cNvSpPr>
            <a:spLocks noChangeShapeType="1"/>
          </p:cNvSpPr>
          <p:nvPr/>
        </p:nvSpPr>
        <p:spPr bwMode="auto">
          <a:xfrm>
            <a:off x="5208588" y="3533775"/>
            <a:ext cx="890587"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312" name="Freeform 49">
            <a:extLst>
              <a:ext uri="{FF2B5EF4-FFF2-40B4-BE49-F238E27FC236}">
                <a16:creationId xmlns:a16="http://schemas.microsoft.com/office/drawing/2014/main" id="{CB9DA047-06BB-B841-8C98-D5AB4420A0BF}"/>
              </a:ext>
            </a:extLst>
          </p:cNvPr>
          <p:cNvSpPr>
            <a:spLocks noChangeArrowheads="1"/>
          </p:cNvSpPr>
          <p:nvPr/>
        </p:nvSpPr>
        <p:spPr bwMode="auto">
          <a:xfrm>
            <a:off x="5106988" y="3473450"/>
            <a:ext cx="133350" cy="120650"/>
          </a:xfrm>
          <a:custGeom>
            <a:avLst/>
            <a:gdLst>
              <a:gd name="T0" fmla="*/ 0 w 84"/>
              <a:gd name="T1" fmla="*/ 95765938 h 76"/>
              <a:gd name="T2" fmla="*/ 211693125 w 84"/>
              <a:gd name="T3" fmla="*/ 0 h 76"/>
              <a:gd name="T4" fmla="*/ 191531875 w 84"/>
              <a:gd name="T5" fmla="*/ 45362813 h 76"/>
              <a:gd name="T6" fmla="*/ 183972200 w 84"/>
              <a:gd name="T7" fmla="*/ 95765938 h 76"/>
              <a:gd name="T8" fmla="*/ 191531875 w 84"/>
              <a:gd name="T9" fmla="*/ 146169063 h 76"/>
              <a:gd name="T10" fmla="*/ 211693125 w 84"/>
              <a:gd name="T11" fmla="*/ 191531875 h 76"/>
              <a:gd name="T12" fmla="*/ 0 w 84"/>
              <a:gd name="T13" fmla="*/ 95765938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0" y="38"/>
                </a:moveTo>
                <a:lnTo>
                  <a:pt x="84" y="0"/>
                </a:lnTo>
                <a:lnTo>
                  <a:pt x="76" y="18"/>
                </a:lnTo>
                <a:lnTo>
                  <a:pt x="73" y="38"/>
                </a:lnTo>
                <a:lnTo>
                  <a:pt x="76" y="58"/>
                </a:lnTo>
                <a:lnTo>
                  <a:pt x="84" y="76"/>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9313" name="Rectangle 50">
            <a:extLst>
              <a:ext uri="{FF2B5EF4-FFF2-40B4-BE49-F238E27FC236}">
                <a16:creationId xmlns:a16="http://schemas.microsoft.com/office/drawing/2014/main" id="{7C36F66D-345B-7240-B20F-19D2283C8B1A}"/>
              </a:ext>
            </a:extLst>
          </p:cNvPr>
          <p:cNvSpPr>
            <a:spLocks noChangeArrowheads="1"/>
          </p:cNvSpPr>
          <p:nvPr/>
        </p:nvSpPr>
        <p:spPr bwMode="auto">
          <a:xfrm>
            <a:off x="5888038" y="3162300"/>
            <a:ext cx="171450"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2700" b="1">
                <a:solidFill>
                  <a:srgbClr val="000000"/>
                </a:solidFill>
                <a:latin typeface="宋体" panose="02010600030101010101" pitchFamily="2" charset="-122"/>
                <a:ea typeface="宋体" panose="02010600030101010101" pitchFamily="2" charset="-122"/>
              </a:rPr>
              <a:t>s</a:t>
            </a:r>
            <a:endParaRPr lang="en-US" altLang="zh-CN" sz="2800" b="1">
              <a:ea typeface="仿宋_GB2312" pitchFamily="49" charset="-122"/>
            </a:endParaRPr>
          </a:p>
        </p:txBody>
      </p:sp>
      <p:sp>
        <p:nvSpPr>
          <p:cNvPr id="99" name="Rectangle 2">
            <a:extLst>
              <a:ext uri="{FF2B5EF4-FFF2-40B4-BE49-F238E27FC236}">
                <a16:creationId xmlns:a16="http://schemas.microsoft.com/office/drawing/2014/main" id="{9C75487D-9717-408E-9930-943DF1E34961}"/>
              </a:ext>
            </a:extLst>
          </p:cNvPr>
          <p:cNvSpPr>
            <a:spLocks noChangeArrowheads="1"/>
          </p:cNvSpPr>
          <p:nvPr/>
        </p:nvSpPr>
        <p:spPr bwMode="auto">
          <a:xfrm>
            <a:off x="754063" y="4673600"/>
            <a:ext cx="43434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b="1" dirty="0">
                <a:solidFill>
                  <a:srgbClr val="FF0000"/>
                </a:solidFill>
                <a:latin typeface="+mn-lt"/>
                <a:ea typeface="+mn-ea"/>
                <a:cs typeface="+mn-ea"/>
                <a:sym typeface="+mn-lt"/>
              </a:rPr>
              <a:t>1. s-&gt;prior=p-&gt;prior;</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矩形 64">
            <a:extLst>
              <a:ext uri="{FF2B5EF4-FFF2-40B4-BE49-F238E27FC236}">
                <a16:creationId xmlns:a16="http://schemas.microsoft.com/office/drawing/2014/main" id="{9169E848-EEF0-D943-A3FB-40539E2CAEC5}"/>
              </a:ext>
            </a:extLst>
          </p:cNvPr>
          <p:cNvSpPr>
            <a:spLocks noChangeArrowheads="1"/>
          </p:cNvSpPr>
          <p:nvPr/>
        </p:nvSpPr>
        <p:spPr bwMode="auto">
          <a:xfrm>
            <a:off x="0" y="1285875"/>
            <a:ext cx="9144000" cy="3025775"/>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666628" name="Rectangle 4">
            <a:extLst>
              <a:ext uri="{FF2B5EF4-FFF2-40B4-BE49-F238E27FC236}">
                <a16:creationId xmlns:a16="http://schemas.microsoft.com/office/drawing/2014/main" id="{0F1BA36D-1769-4E81-ABA9-D282F45FD6B6}"/>
              </a:ext>
            </a:extLst>
          </p:cNvPr>
          <p:cNvSpPr>
            <a:spLocks noChangeArrowheads="1"/>
          </p:cNvSpPr>
          <p:nvPr/>
        </p:nvSpPr>
        <p:spPr bwMode="auto">
          <a:xfrm>
            <a:off x="781050" y="5295900"/>
            <a:ext cx="4187825"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b="1" dirty="0">
                <a:solidFill>
                  <a:srgbClr val="9476B6"/>
                </a:solidFill>
                <a:latin typeface="+mn-lt"/>
                <a:ea typeface="+mn-ea"/>
                <a:cs typeface="+mn-ea"/>
                <a:sym typeface="+mn-lt"/>
              </a:rPr>
              <a:t>2. p-&gt;prior-&gt;next=s;</a:t>
            </a:r>
          </a:p>
        </p:txBody>
      </p:sp>
      <p:sp>
        <p:nvSpPr>
          <p:cNvPr id="135173" name="AutoShape 5">
            <a:extLst>
              <a:ext uri="{FF2B5EF4-FFF2-40B4-BE49-F238E27FC236}">
                <a16:creationId xmlns:a16="http://schemas.microsoft.com/office/drawing/2014/main" id="{9267757B-3534-4C2A-A120-DBACFC4B3261}"/>
              </a:ext>
            </a:extLst>
          </p:cNvPr>
          <p:cNvSpPr>
            <a:spLocks noChangeAspect="1" noChangeArrowheads="1" noTextEdit="1"/>
          </p:cNvSpPr>
          <p:nvPr/>
        </p:nvSpPr>
        <p:spPr bwMode="auto">
          <a:xfrm>
            <a:off x="895350" y="1528763"/>
            <a:ext cx="7467600" cy="2362200"/>
          </a:xfrm>
          <a:prstGeom prst="rect">
            <a:avLst/>
          </a:prstGeom>
          <a:solidFill>
            <a:srgbClr val="EAEAEA"/>
          </a:solidFill>
          <a:ln>
            <a:noFill/>
          </a:ln>
        </p:spPr>
        <p:txBody>
          <a:bodyPr/>
          <a:lstStyle/>
          <a:p>
            <a:pPr>
              <a:defRPr/>
            </a:pPr>
            <a:endParaRPr lang="zh-CN" altLang="en-US">
              <a:latin typeface="+mn-lt"/>
              <a:ea typeface="+mn-ea"/>
              <a:cs typeface="+mn-ea"/>
              <a:sym typeface="+mn-lt"/>
            </a:endParaRPr>
          </a:p>
        </p:txBody>
      </p:sp>
      <p:sp>
        <p:nvSpPr>
          <p:cNvPr id="135174" name="Rectangle 6">
            <a:extLst>
              <a:ext uri="{FF2B5EF4-FFF2-40B4-BE49-F238E27FC236}">
                <a16:creationId xmlns:a16="http://schemas.microsoft.com/office/drawing/2014/main" id="{F18FF719-7DBA-47A3-AD55-FE3F9F57A271}"/>
              </a:ext>
            </a:extLst>
          </p:cNvPr>
          <p:cNvSpPr>
            <a:spLocks noChangeArrowheads="1"/>
          </p:cNvSpPr>
          <p:nvPr/>
        </p:nvSpPr>
        <p:spPr bwMode="auto">
          <a:xfrm>
            <a:off x="2582863" y="2011363"/>
            <a:ext cx="584200" cy="530225"/>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5175" name="Rectangle 7">
            <a:extLst>
              <a:ext uri="{FF2B5EF4-FFF2-40B4-BE49-F238E27FC236}">
                <a16:creationId xmlns:a16="http://schemas.microsoft.com/office/drawing/2014/main" id="{F5675F73-9A83-4DCB-992E-B5433797EE15}"/>
              </a:ext>
            </a:extLst>
          </p:cNvPr>
          <p:cNvSpPr>
            <a:spLocks noChangeArrowheads="1"/>
          </p:cNvSpPr>
          <p:nvPr/>
        </p:nvSpPr>
        <p:spPr bwMode="auto">
          <a:xfrm>
            <a:off x="2781300" y="2087563"/>
            <a:ext cx="153988"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a:solidFill>
                  <a:srgbClr val="000000"/>
                </a:solidFill>
                <a:latin typeface="+mn-lt"/>
                <a:ea typeface="+mn-ea"/>
                <a:cs typeface="+mn-ea"/>
                <a:sym typeface="+mn-lt"/>
              </a:rPr>
              <a:t>a</a:t>
            </a:r>
            <a:endParaRPr lang="en-US" altLang="zh-CN" sz="2800">
              <a:latin typeface="+mn-lt"/>
              <a:ea typeface="+mn-ea"/>
              <a:cs typeface="+mn-ea"/>
              <a:sym typeface="+mn-lt"/>
            </a:endParaRPr>
          </a:p>
        </p:txBody>
      </p:sp>
      <p:sp>
        <p:nvSpPr>
          <p:cNvPr id="135176" name="Rectangle 8">
            <a:extLst>
              <a:ext uri="{FF2B5EF4-FFF2-40B4-BE49-F238E27FC236}">
                <a16:creationId xmlns:a16="http://schemas.microsoft.com/office/drawing/2014/main" id="{07904CF9-A3B2-4A50-8E04-3D42FADD2993}"/>
              </a:ext>
            </a:extLst>
          </p:cNvPr>
          <p:cNvSpPr>
            <a:spLocks noChangeArrowheads="1"/>
          </p:cNvSpPr>
          <p:nvPr/>
        </p:nvSpPr>
        <p:spPr bwMode="auto">
          <a:xfrm>
            <a:off x="1998663" y="2011363"/>
            <a:ext cx="584200" cy="530225"/>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5177" name="Rectangle 9">
            <a:extLst>
              <a:ext uri="{FF2B5EF4-FFF2-40B4-BE49-F238E27FC236}">
                <a16:creationId xmlns:a16="http://schemas.microsoft.com/office/drawing/2014/main" id="{57DAF756-B39D-418D-947E-2E99D377CEBD}"/>
              </a:ext>
            </a:extLst>
          </p:cNvPr>
          <p:cNvSpPr>
            <a:spLocks noChangeArrowheads="1"/>
          </p:cNvSpPr>
          <p:nvPr/>
        </p:nvSpPr>
        <p:spPr bwMode="auto">
          <a:xfrm>
            <a:off x="3167063" y="2011363"/>
            <a:ext cx="584200" cy="530225"/>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5178" name="Rectangle 10">
            <a:extLst>
              <a:ext uri="{FF2B5EF4-FFF2-40B4-BE49-F238E27FC236}">
                <a16:creationId xmlns:a16="http://schemas.microsoft.com/office/drawing/2014/main" id="{9FC034D5-B725-4EAF-B58D-D449E26D3762}"/>
              </a:ext>
            </a:extLst>
          </p:cNvPr>
          <p:cNvSpPr>
            <a:spLocks noChangeArrowheads="1"/>
          </p:cNvSpPr>
          <p:nvPr/>
        </p:nvSpPr>
        <p:spPr bwMode="auto">
          <a:xfrm>
            <a:off x="4629150" y="2011363"/>
            <a:ext cx="584200" cy="530225"/>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5179" name="Rectangle 11">
            <a:extLst>
              <a:ext uri="{FF2B5EF4-FFF2-40B4-BE49-F238E27FC236}">
                <a16:creationId xmlns:a16="http://schemas.microsoft.com/office/drawing/2014/main" id="{30A83E92-E89A-4A06-97A7-D6D880F80179}"/>
              </a:ext>
            </a:extLst>
          </p:cNvPr>
          <p:cNvSpPr>
            <a:spLocks noChangeArrowheads="1"/>
          </p:cNvSpPr>
          <p:nvPr/>
        </p:nvSpPr>
        <p:spPr bwMode="auto">
          <a:xfrm>
            <a:off x="5213350" y="2011363"/>
            <a:ext cx="584200" cy="530225"/>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5180" name="Rectangle 12">
            <a:extLst>
              <a:ext uri="{FF2B5EF4-FFF2-40B4-BE49-F238E27FC236}">
                <a16:creationId xmlns:a16="http://schemas.microsoft.com/office/drawing/2014/main" id="{024FD4EE-A81D-44E7-936E-02841B1355DE}"/>
              </a:ext>
            </a:extLst>
          </p:cNvPr>
          <p:cNvSpPr>
            <a:spLocks noChangeArrowheads="1"/>
          </p:cNvSpPr>
          <p:nvPr/>
        </p:nvSpPr>
        <p:spPr bwMode="auto">
          <a:xfrm>
            <a:off x="5411788" y="2087563"/>
            <a:ext cx="173037"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a:solidFill>
                  <a:srgbClr val="000000"/>
                </a:solidFill>
                <a:latin typeface="+mn-lt"/>
                <a:ea typeface="+mn-ea"/>
                <a:cs typeface="+mn-ea"/>
                <a:sym typeface="+mn-lt"/>
              </a:rPr>
              <a:t>b</a:t>
            </a:r>
            <a:endParaRPr lang="en-US" altLang="zh-CN" sz="2800">
              <a:latin typeface="+mn-lt"/>
              <a:ea typeface="+mn-ea"/>
              <a:cs typeface="+mn-ea"/>
              <a:sym typeface="+mn-lt"/>
            </a:endParaRPr>
          </a:p>
        </p:txBody>
      </p:sp>
      <p:sp>
        <p:nvSpPr>
          <p:cNvPr id="135181" name="Rectangle 13">
            <a:extLst>
              <a:ext uri="{FF2B5EF4-FFF2-40B4-BE49-F238E27FC236}">
                <a16:creationId xmlns:a16="http://schemas.microsoft.com/office/drawing/2014/main" id="{90680AC8-615C-4482-BA45-E91F354A5A58}"/>
              </a:ext>
            </a:extLst>
          </p:cNvPr>
          <p:cNvSpPr>
            <a:spLocks noChangeArrowheads="1"/>
          </p:cNvSpPr>
          <p:nvPr/>
        </p:nvSpPr>
        <p:spPr bwMode="auto">
          <a:xfrm>
            <a:off x="5797550" y="2011363"/>
            <a:ext cx="584200" cy="530225"/>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5182" name="Rectangle 14">
            <a:extLst>
              <a:ext uri="{FF2B5EF4-FFF2-40B4-BE49-F238E27FC236}">
                <a16:creationId xmlns:a16="http://schemas.microsoft.com/office/drawing/2014/main" id="{B41793EB-F03E-4734-B146-E78D335F9483}"/>
              </a:ext>
            </a:extLst>
          </p:cNvPr>
          <p:cNvSpPr>
            <a:spLocks noChangeArrowheads="1"/>
          </p:cNvSpPr>
          <p:nvPr/>
        </p:nvSpPr>
        <p:spPr bwMode="auto">
          <a:xfrm>
            <a:off x="3459163" y="3335338"/>
            <a:ext cx="584200" cy="528637"/>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5183" name="Rectangle 15">
            <a:extLst>
              <a:ext uri="{FF2B5EF4-FFF2-40B4-BE49-F238E27FC236}">
                <a16:creationId xmlns:a16="http://schemas.microsoft.com/office/drawing/2014/main" id="{3FBF0B0E-9E5F-4295-8B92-89F551AFB020}"/>
              </a:ext>
            </a:extLst>
          </p:cNvPr>
          <p:cNvSpPr>
            <a:spLocks noChangeArrowheads="1"/>
          </p:cNvSpPr>
          <p:nvPr/>
        </p:nvSpPr>
        <p:spPr bwMode="auto">
          <a:xfrm>
            <a:off x="4043363" y="3335338"/>
            <a:ext cx="585787" cy="528637"/>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5184" name="Rectangle 16">
            <a:extLst>
              <a:ext uri="{FF2B5EF4-FFF2-40B4-BE49-F238E27FC236}">
                <a16:creationId xmlns:a16="http://schemas.microsoft.com/office/drawing/2014/main" id="{878EC9B7-006C-4C38-B9B0-D3A6705D22A6}"/>
              </a:ext>
            </a:extLst>
          </p:cNvPr>
          <p:cNvSpPr>
            <a:spLocks noChangeArrowheads="1"/>
          </p:cNvSpPr>
          <p:nvPr/>
        </p:nvSpPr>
        <p:spPr bwMode="auto">
          <a:xfrm>
            <a:off x="4243388" y="3411538"/>
            <a:ext cx="173037"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a:solidFill>
                  <a:srgbClr val="000000"/>
                </a:solidFill>
                <a:latin typeface="+mn-lt"/>
                <a:ea typeface="+mn-ea"/>
                <a:cs typeface="+mn-ea"/>
                <a:sym typeface="+mn-lt"/>
              </a:rPr>
              <a:t>x</a:t>
            </a:r>
            <a:endParaRPr lang="en-US" altLang="zh-CN" sz="2800">
              <a:latin typeface="+mn-lt"/>
              <a:ea typeface="+mn-ea"/>
              <a:cs typeface="+mn-ea"/>
              <a:sym typeface="+mn-lt"/>
            </a:endParaRPr>
          </a:p>
        </p:txBody>
      </p:sp>
      <p:sp>
        <p:nvSpPr>
          <p:cNvPr id="135185" name="Rectangle 17">
            <a:extLst>
              <a:ext uri="{FF2B5EF4-FFF2-40B4-BE49-F238E27FC236}">
                <a16:creationId xmlns:a16="http://schemas.microsoft.com/office/drawing/2014/main" id="{85175D42-E67B-4E6E-AADB-E2DF34D09E05}"/>
              </a:ext>
            </a:extLst>
          </p:cNvPr>
          <p:cNvSpPr>
            <a:spLocks noChangeArrowheads="1"/>
          </p:cNvSpPr>
          <p:nvPr/>
        </p:nvSpPr>
        <p:spPr bwMode="auto">
          <a:xfrm>
            <a:off x="4629150" y="3335338"/>
            <a:ext cx="584200" cy="528637"/>
          </a:xfrm>
          <a:prstGeom prst="rect">
            <a:avLst/>
          </a:prstGeom>
          <a:solidFill>
            <a:srgbClr val="FFFFFF"/>
          </a:solid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5186" name="Line 18">
            <a:extLst>
              <a:ext uri="{FF2B5EF4-FFF2-40B4-BE49-F238E27FC236}">
                <a16:creationId xmlns:a16="http://schemas.microsoft.com/office/drawing/2014/main" id="{16C7C5B0-92D4-48CD-A929-DCFD478D21FD}"/>
              </a:ext>
            </a:extLst>
          </p:cNvPr>
          <p:cNvSpPr>
            <a:spLocks noChangeShapeType="1"/>
          </p:cNvSpPr>
          <p:nvPr/>
        </p:nvSpPr>
        <p:spPr bwMode="auto">
          <a:xfrm>
            <a:off x="1558925" y="2143125"/>
            <a:ext cx="338138"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187" name="Freeform 19">
            <a:extLst>
              <a:ext uri="{FF2B5EF4-FFF2-40B4-BE49-F238E27FC236}">
                <a16:creationId xmlns:a16="http://schemas.microsoft.com/office/drawing/2014/main" id="{4FE64EF3-4F0C-4D95-B050-39F0A871265D}"/>
              </a:ext>
            </a:extLst>
          </p:cNvPr>
          <p:cNvSpPr>
            <a:spLocks noChangeArrowheads="1"/>
          </p:cNvSpPr>
          <p:nvPr/>
        </p:nvSpPr>
        <p:spPr bwMode="auto">
          <a:xfrm>
            <a:off x="1865313" y="2082800"/>
            <a:ext cx="133350" cy="120650"/>
          </a:xfrm>
          <a:custGeom>
            <a:avLst/>
            <a:gdLst>
              <a:gd name="T0" fmla="*/ 2147483646 w 84"/>
              <a:gd name="T1" fmla="*/ 2147483646 h 76"/>
              <a:gd name="T2" fmla="*/ 0 w 84"/>
              <a:gd name="T3" fmla="*/ 2147483646 h 76"/>
              <a:gd name="T4" fmla="*/ 2147483646 w 84"/>
              <a:gd name="T5" fmla="*/ 2147483646 h 76"/>
              <a:gd name="T6" fmla="*/ 2147483646 w 84"/>
              <a:gd name="T7" fmla="*/ 2147483646 h 76"/>
              <a:gd name="T8" fmla="*/ 2147483646 w 84"/>
              <a:gd name="T9" fmla="*/ 2147483646 h 76"/>
              <a:gd name="T10" fmla="*/ 0 w 84"/>
              <a:gd name="T11" fmla="*/ 0 h 76"/>
              <a:gd name="T12" fmla="*/ 2147483646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84" y="38"/>
                </a:moveTo>
                <a:lnTo>
                  <a:pt x="0" y="76"/>
                </a:lnTo>
                <a:lnTo>
                  <a:pt x="6" y="58"/>
                </a:lnTo>
                <a:lnTo>
                  <a:pt x="9" y="38"/>
                </a:lnTo>
                <a:lnTo>
                  <a:pt x="6" y="19"/>
                </a:lnTo>
                <a:lnTo>
                  <a:pt x="0" y="0"/>
                </a:lnTo>
                <a:lnTo>
                  <a:pt x="8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5188" name="Line 20">
            <a:extLst>
              <a:ext uri="{FF2B5EF4-FFF2-40B4-BE49-F238E27FC236}">
                <a16:creationId xmlns:a16="http://schemas.microsoft.com/office/drawing/2014/main" id="{45384CCC-9BF4-43BF-9EF6-78CDD33AE701}"/>
              </a:ext>
            </a:extLst>
          </p:cNvPr>
          <p:cNvSpPr>
            <a:spLocks noChangeShapeType="1"/>
          </p:cNvSpPr>
          <p:nvPr/>
        </p:nvSpPr>
        <p:spPr bwMode="auto">
          <a:xfrm>
            <a:off x="1660525" y="2409825"/>
            <a:ext cx="630238"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189" name="Freeform 21">
            <a:extLst>
              <a:ext uri="{FF2B5EF4-FFF2-40B4-BE49-F238E27FC236}">
                <a16:creationId xmlns:a16="http://schemas.microsoft.com/office/drawing/2014/main" id="{295A3697-6178-46F8-BF22-D24B9D8005BD}"/>
              </a:ext>
            </a:extLst>
          </p:cNvPr>
          <p:cNvSpPr>
            <a:spLocks noChangeArrowheads="1"/>
          </p:cNvSpPr>
          <p:nvPr/>
        </p:nvSpPr>
        <p:spPr bwMode="auto">
          <a:xfrm>
            <a:off x="1558925" y="2349500"/>
            <a:ext cx="133350" cy="120650"/>
          </a:xfrm>
          <a:custGeom>
            <a:avLst/>
            <a:gdLst>
              <a:gd name="T0" fmla="*/ 0 w 84"/>
              <a:gd name="T1" fmla="*/ 2147483646 h 76"/>
              <a:gd name="T2" fmla="*/ 2147483646 w 84"/>
              <a:gd name="T3" fmla="*/ 2147483646 h 76"/>
              <a:gd name="T4" fmla="*/ 2147483646 w 84"/>
              <a:gd name="T5" fmla="*/ 2147483646 h 76"/>
              <a:gd name="T6" fmla="*/ 2147483646 w 84"/>
              <a:gd name="T7" fmla="*/ 2147483646 h 76"/>
              <a:gd name="T8" fmla="*/ 2147483646 w 84"/>
              <a:gd name="T9" fmla="*/ 2147483646 h 76"/>
              <a:gd name="T10" fmla="*/ 2147483646 w 84"/>
              <a:gd name="T11" fmla="*/ 0 h 76"/>
              <a:gd name="T12" fmla="*/ 0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0" y="38"/>
                </a:moveTo>
                <a:lnTo>
                  <a:pt x="84" y="76"/>
                </a:lnTo>
                <a:lnTo>
                  <a:pt x="78" y="56"/>
                </a:lnTo>
                <a:lnTo>
                  <a:pt x="75" y="38"/>
                </a:lnTo>
                <a:lnTo>
                  <a:pt x="78" y="18"/>
                </a:lnTo>
                <a:lnTo>
                  <a:pt x="84" y="0"/>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5190" name="Line 22">
            <a:extLst>
              <a:ext uri="{FF2B5EF4-FFF2-40B4-BE49-F238E27FC236}">
                <a16:creationId xmlns:a16="http://schemas.microsoft.com/office/drawing/2014/main" id="{326BA36B-1DC4-4DF9-AD44-B48C41860979}"/>
              </a:ext>
            </a:extLst>
          </p:cNvPr>
          <p:cNvSpPr>
            <a:spLocks noChangeShapeType="1"/>
          </p:cNvSpPr>
          <p:nvPr/>
        </p:nvSpPr>
        <p:spPr bwMode="auto">
          <a:xfrm>
            <a:off x="3605213" y="2143125"/>
            <a:ext cx="922337"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191" name="Freeform 23">
            <a:extLst>
              <a:ext uri="{FF2B5EF4-FFF2-40B4-BE49-F238E27FC236}">
                <a16:creationId xmlns:a16="http://schemas.microsoft.com/office/drawing/2014/main" id="{C5864C6E-2AEB-41A2-BD26-6E7841DD0A72}"/>
              </a:ext>
            </a:extLst>
          </p:cNvPr>
          <p:cNvSpPr>
            <a:spLocks noChangeArrowheads="1"/>
          </p:cNvSpPr>
          <p:nvPr/>
        </p:nvSpPr>
        <p:spPr bwMode="auto">
          <a:xfrm>
            <a:off x="4495800" y="2082800"/>
            <a:ext cx="133350" cy="120650"/>
          </a:xfrm>
          <a:custGeom>
            <a:avLst/>
            <a:gdLst>
              <a:gd name="T0" fmla="*/ 2147483646 w 84"/>
              <a:gd name="T1" fmla="*/ 2147483646 h 76"/>
              <a:gd name="T2" fmla="*/ 0 w 84"/>
              <a:gd name="T3" fmla="*/ 2147483646 h 76"/>
              <a:gd name="T4" fmla="*/ 2147483646 w 84"/>
              <a:gd name="T5" fmla="*/ 2147483646 h 76"/>
              <a:gd name="T6" fmla="*/ 2147483646 w 84"/>
              <a:gd name="T7" fmla="*/ 2147483646 h 76"/>
              <a:gd name="T8" fmla="*/ 2147483646 w 84"/>
              <a:gd name="T9" fmla="*/ 2147483646 h 76"/>
              <a:gd name="T10" fmla="*/ 0 w 84"/>
              <a:gd name="T11" fmla="*/ 0 h 76"/>
              <a:gd name="T12" fmla="*/ 2147483646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84" y="38"/>
                </a:moveTo>
                <a:lnTo>
                  <a:pt x="0" y="76"/>
                </a:lnTo>
                <a:lnTo>
                  <a:pt x="6" y="58"/>
                </a:lnTo>
                <a:lnTo>
                  <a:pt x="9" y="38"/>
                </a:lnTo>
                <a:lnTo>
                  <a:pt x="6" y="19"/>
                </a:lnTo>
                <a:lnTo>
                  <a:pt x="0" y="0"/>
                </a:lnTo>
                <a:lnTo>
                  <a:pt x="8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5192" name="Line 24">
            <a:extLst>
              <a:ext uri="{FF2B5EF4-FFF2-40B4-BE49-F238E27FC236}">
                <a16:creationId xmlns:a16="http://schemas.microsoft.com/office/drawing/2014/main" id="{FF72F2DF-2F6F-4F12-B0C3-DE85998FFE9E}"/>
              </a:ext>
            </a:extLst>
          </p:cNvPr>
          <p:cNvSpPr>
            <a:spLocks noChangeShapeType="1"/>
          </p:cNvSpPr>
          <p:nvPr/>
        </p:nvSpPr>
        <p:spPr bwMode="auto">
          <a:xfrm>
            <a:off x="3852863" y="2409825"/>
            <a:ext cx="922337"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193" name="Freeform 25">
            <a:extLst>
              <a:ext uri="{FF2B5EF4-FFF2-40B4-BE49-F238E27FC236}">
                <a16:creationId xmlns:a16="http://schemas.microsoft.com/office/drawing/2014/main" id="{4547A9C3-6F7C-4533-95AC-D74CC3C0D035}"/>
              </a:ext>
            </a:extLst>
          </p:cNvPr>
          <p:cNvSpPr>
            <a:spLocks noChangeArrowheads="1"/>
          </p:cNvSpPr>
          <p:nvPr/>
        </p:nvSpPr>
        <p:spPr bwMode="auto">
          <a:xfrm>
            <a:off x="3751263" y="2349500"/>
            <a:ext cx="133350" cy="120650"/>
          </a:xfrm>
          <a:custGeom>
            <a:avLst/>
            <a:gdLst>
              <a:gd name="T0" fmla="*/ 0 w 84"/>
              <a:gd name="T1" fmla="*/ 2147483646 h 76"/>
              <a:gd name="T2" fmla="*/ 2147483646 w 84"/>
              <a:gd name="T3" fmla="*/ 2147483646 h 76"/>
              <a:gd name="T4" fmla="*/ 2147483646 w 84"/>
              <a:gd name="T5" fmla="*/ 2147483646 h 76"/>
              <a:gd name="T6" fmla="*/ 2147483646 w 84"/>
              <a:gd name="T7" fmla="*/ 2147483646 h 76"/>
              <a:gd name="T8" fmla="*/ 2147483646 w 84"/>
              <a:gd name="T9" fmla="*/ 2147483646 h 76"/>
              <a:gd name="T10" fmla="*/ 2147483646 w 84"/>
              <a:gd name="T11" fmla="*/ 0 h 76"/>
              <a:gd name="T12" fmla="*/ 0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0" y="38"/>
                </a:moveTo>
                <a:lnTo>
                  <a:pt x="84" y="76"/>
                </a:lnTo>
                <a:lnTo>
                  <a:pt x="78" y="56"/>
                </a:lnTo>
                <a:lnTo>
                  <a:pt x="75" y="38"/>
                </a:lnTo>
                <a:lnTo>
                  <a:pt x="78" y="18"/>
                </a:lnTo>
                <a:lnTo>
                  <a:pt x="84" y="0"/>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5194" name="Line 26">
            <a:extLst>
              <a:ext uri="{FF2B5EF4-FFF2-40B4-BE49-F238E27FC236}">
                <a16:creationId xmlns:a16="http://schemas.microsoft.com/office/drawing/2014/main" id="{D41FD67A-D914-46C2-B803-DFE0E2001D53}"/>
              </a:ext>
            </a:extLst>
          </p:cNvPr>
          <p:cNvSpPr>
            <a:spLocks noChangeShapeType="1"/>
          </p:cNvSpPr>
          <p:nvPr/>
        </p:nvSpPr>
        <p:spPr bwMode="auto">
          <a:xfrm>
            <a:off x="6235700" y="2143125"/>
            <a:ext cx="922338"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195" name="Freeform 27">
            <a:extLst>
              <a:ext uri="{FF2B5EF4-FFF2-40B4-BE49-F238E27FC236}">
                <a16:creationId xmlns:a16="http://schemas.microsoft.com/office/drawing/2014/main" id="{6836181D-32F3-4F35-AE12-93BA45B05D1A}"/>
              </a:ext>
            </a:extLst>
          </p:cNvPr>
          <p:cNvSpPr>
            <a:spLocks noChangeArrowheads="1"/>
          </p:cNvSpPr>
          <p:nvPr/>
        </p:nvSpPr>
        <p:spPr bwMode="auto">
          <a:xfrm>
            <a:off x="7126288" y="2082800"/>
            <a:ext cx="133350" cy="120650"/>
          </a:xfrm>
          <a:custGeom>
            <a:avLst/>
            <a:gdLst>
              <a:gd name="T0" fmla="*/ 2147483646 w 84"/>
              <a:gd name="T1" fmla="*/ 2147483646 h 76"/>
              <a:gd name="T2" fmla="*/ 0 w 84"/>
              <a:gd name="T3" fmla="*/ 2147483646 h 76"/>
              <a:gd name="T4" fmla="*/ 2147483646 w 84"/>
              <a:gd name="T5" fmla="*/ 2147483646 h 76"/>
              <a:gd name="T6" fmla="*/ 2147483646 w 84"/>
              <a:gd name="T7" fmla="*/ 2147483646 h 76"/>
              <a:gd name="T8" fmla="*/ 2147483646 w 84"/>
              <a:gd name="T9" fmla="*/ 2147483646 h 76"/>
              <a:gd name="T10" fmla="*/ 0 w 84"/>
              <a:gd name="T11" fmla="*/ 0 h 76"/>
              <a:gd name="T12" fmla="*/ 2147483646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84" y="38"/>
                </a:moveTo>
                <a:lnTo>
                  <a:pt x="0" y="76"/>
                </a:lnTo>
                <a:lnTo>
                  <a:pt x="6" y="58"/>
                </a:lnTo>
                <a:lnTo>
                  <a:pt x="9" y="38"/>
                </a:lnTo>
                <a:lnTo>
                  <a:pt x="6" y="19"/>
                </a:lnTo>
                <a:lnTo>
                  <a:pt x="0" y="0"/>
                </a:lnTo>
                <a:lnTo>
                  <a:pt x="8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5196" name="Line 28">
            <a:extLst>
              <a:ext uri="{FF2B5EF4-FFF2-40B4-BE49-F238E27FC236}">
                <a16:creationId xmlns:a16="http://schemas.microsoft.com/office/drawing/2014/main" id="{5F19D60A-51F9-4290-AC54-8BB1D4BC3401}"/>
              </a:ext>
            </a:extLst>
          </p:cNvPr>
          <p:cNvSpPr>
            <a:spLocks noChangeShapeType="1"/>
          </p:cNvSpPr>
          <p:nvPr/>
        </p:nvSpPr>
        <p:spPr bwMode="auto">
          <a:xfrm>
            <a:off x="6483350" y="2409825"/>
            <a:ext cx="922338"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197" name="Freeform 29">
            <a:extLst>
              <a:ext uri="{FF2B5EF4-FFF2-40B4-BE49-F238E27FC236}">
                <a16:creationId xmlns:a16="http://schemas.microsoft.com/office/drawing/2014/main" id="{20CA9ED6-0358-40E7-AF33-2A56A58F290A}"/>
              </a:ext>
            </a:extLst>
          </p:cNvPr>
          <p:cNvSpPr>
            <a:spLocks noChangeArrowheads="1"/>
          </p:cNvSpPr>
          <p:nvPr/>
        </p:nvSpPr>
        <p:spPr bwMode="auto">
          <a:xfrm>
            <a:off x="6381750" y="2349500"/>
            <a:ext cx="133350" cy="120650"/>
          </a:xfrm>
          <a:custGeom>
            <a:avLst/>
            <a:gdLst>
              <a:gd name="T0" fmla="*/ 0 w 84"/>
              <a:gd name="T1" fmla="*/ 2147483646 h 76"/>
              <a:gd name="T2" fmla="*/ 2147483646 w 84"/>
              <a:gd name="T3" fmla="*/ 2147483646 h 76"/>
              <a:gd name="T4" fmla="*/ 2147483646 w 84"/>
              <a:gd name="T5" fmla="*/ 2147483646 h 76"/>
              <a:gd name="T6" fmla="*/ 2147483646 w 84"/>
              <a:gd name="T7" fmla="*/ 2147483646 h 76"/>
              <a:gd name="T8" fmla="*/ 2147483646 w 84"/>
              <a:gd name="T9" fmla="*/ 2147483646 h 76"/>
              <a:gd name="T10" fmla="*/ 2147483646 w 84"/>
              <a:gd name="T11" fmla="*/ 0 h 76"/>
              <a:gd name="T12" fmla="*/ 0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0" y="38"/>
                </a:moveTo>
                <a:lnTo>
                  <a:pt x="84" y="76"/>
                </a:lnTo>
                <a:lnTo>
                  <a:pt x="78" y="56"/>
                </a:lnTo>
                <a:lnTo>
                  <a:pt x="74" y="38"/>
                </a:lnTo>
                <a:lnTo>
                  <a:pt x="78" y="18"/>
                </a:lnTo>
                <a:lnTo>
                  <a:pt x="84" y="0"/>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5198" name="Rectangle 30">
            <a:extLst>
              <a:ext uri="{FF2B5EF4-FFF2-40B4-BE49-F238E27FC236}">
                <a16:creationId xmlns:a16="http://schemas.microsoft.com/office/drawing/2014/main" id="{A8ADEA3B-6A9E-4359-AFAE-7EE4B8EFA046}"/>
              </a:ext>
            </a:extLst>
          </p:cNvPr>
          <p:cNvSpPr>
            <a:spLocks noChangeArrowheads="1"/>
          </p:cNvSpPr>
          <p:nvPr/>
        </p:nvSpPr>
        <p:spPr bwMode="auto">
          <a:xfrm>
            <a:off x="7564438" y="2011363"/>
            <a:ext cx="260350"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a:solidFill>
                  <a:srgbClr val="000000"/>
                </a:solidFill>
                <a:latin typeface="+mn-lt"/>
                <a:ea typeface="+mn-ea"/>
                <a:cs typeface="+mn-ea"/>
                <a:sym typeface="+mn-lt"/>
              </a:rPr>
              <a:t>...</a:t>
            </a:r>
            <a:endParaRPr lang="en-US" altLang="zh-CN" sz="2800">
              <a:latin typeface="+mn-lt"/>
              <a:ea typeface="+mn-ea"/>
              <a:cs typeface="+mn-ea"/>
              <a:sym typeface="+mn-lt"/>
            </a:endParaRPr>
          </a:p>
        </p:txBody>
      </p:sp>
      <p:sp>
        <p:nvSpPr>
          <p:cNvPr id="135199" name="Rectangle 31">
            <a:extLst>
              <a:ext uri="{FF2B5EF4-FFF2-40B4-BE49-F238E27FC236}">
                <a16:creationId xmlns:a16="http://schemas.microsoft.com/office/drawing/2014/main" id="{EB8CDB77-F197-455E-A3F1-C24A871DC93B}"/>
              </a:ext>
            </a:extLst>
          </p:cNvPr>
          <p:cNvSpPr>
            <a:spLocks noChangeArrowheads="1"/>
          </p:cNvSpPr>
          <p:nvPr/>
        </p:nvSpPr>
        <p:spPr bwMode="auto">
          <a:xfrm>
            <a:off x="1004888" y="2011363"/>
            <a:ext cx="260350"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a:solidFill>
                  <a:srgbClr val="000000"/>
                </a:solidFill>
                <a:latin typeface="+mn-lt"/>
                <a:ea typeface="+mn-ea"/>
                <a:cs typeface="+mn-ea"/>
                <a:sym typeface="+mn-lt"/>
              </a:rPr>
              <a:t>...</a:t>
            </a:r>
            <a:endParaRPr lang="en-US" altLang="zh-CN" sz="2800">
              <a:latin typeface="+mn-lt"/>
              <a:ea typeface="+mn-ea"/>
              <a:cs typeface="+mn-ea"/>
              <a:sym typeface="+mn-lt"/>
            </a:endParaRPr>
          </a:p>
        </p:txBody>
      </p:sp>
      <p:sp>
        <p:nvSpPr>
          <p:cNvPr id="135200" name="Line 32">
            <a:extLst>
              <a:ext uri="{FF2B5EF4-FFF2-40B4-BE49-F238E27FC236}">
                <a16:creationId xmlns:a16="http://schemas.microsoft.com/office/drawing/2014/main" id="{4B1813B8-480B-451F-B802-250E97B74A5C}"/>
              </a:ext>
            </a:extLst>
          </p:cNvPr>
          <p:cNvSpPr>
            <a:spLocks noChangeShapeType="1"/>
          </p:cNvSpPr>
          <p:nvPr/>
        </p:nvSpPr>
        <p:spPr bwMode="auto">
          <a:xfrm flipH="1">
            <a:off x="3632200" y="3598863"/>
            <a:ext cx="119063" cy="1587"/>
          </a:xfrm>
          <a:prstGeom prst="line">
            <a:avLst/>
          </a:prstGeom>
          <a:noFill/>
          <a:ln w="14288">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201" name="Line 33">
            <a:extLst>
              <a:ext uri="{FF2B5EF4-FFF2-40B4-BE49-F238E27FC236}">
                <a16:creationId xmlns:a16="http://schemas.microsoft.com/office/drawing/2014/main" id="{6F38B20F-C55A-452C-929D-72B42C8D1870}"/>
              </a:ext>
            </a:extLst>
          </p:cNvPr>
          <p:cNvSpPr>
            <a:spLocks noChangeShapeType="1"/>
          </p:cNvSpPr>
          <p:nvPr/>
        </p:nvSpPr>
        <p:spPr bwMode="auto">
          <a:xfrm flipH="1">
            <a:off x="3438525" y="3598863"/>
            <a:ext cx="119063" cy="1587"/>
          </a:xfrm>
          <a:prstGeom prst="line">
            <a:avLst/>
          </a:prstGeom>
          <a:noFill/>
          <a:ln w="14288">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202" name="Line 34">
            <a:extLst>
              <a:ext uri="{FF2B5EF4-FFF2-40B4-BE49-F238E27FC236}">
                <a16:creationId xmlns:a16="http://schemas.microsoft.com/office/drawing/2014/main" id="{AAC41B68-D78A-45F7-9420-D7806A47D7C8}"/>
              </a:ext>
            </a:extLst>
          </p:cNvPr>
          <p:cNvSpPr>
            <a:spLocks noChangeShapeType="1"/>
          </p:cNvSpPr>
          <p:nvPr/>
        </p:nvSpPr>
        <p:spPr bwMode="auto">
          <a:xfrm flipH="1">
            <a:off x="3246438" y="3598863"/>
            <a:ext cx="119062" cy="1587"/>
          </a:xfrm>
          <a:prstGeom prst="line">
            <a:avLst/>
          </a:prstGeom>
          <a:noFill/>
          <a:ln w="14288">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203" name="Line 35">
            <a:extLst>
              <a:ext uri="{FF2B5EF4-FFF2-40B4-BE49-F238E27FC236}">
                <a16:creationId xmlns:a16="http://schemas.microsoft.com/office/drawing/2014/main" id="{A2CA0321-56A7-4FD0-ADF9-56B1EB4ADF79}"/>
              </a:ext>
            </a:extLst>
          </p:cNvPr>
          <p:cNvSpPr>
            <a:spLocks noChangeShapeType="1"/>
          </p:cNvSpPr>
          <p:nvPr/>
        </p:nvSpPr>
        <p:spPr bwMode="auto">
          <a:xfrm flipH="1">
            <a:off x="3052763" y="3598863"/>
            <a:ext cx="119062" cy="1587"/>
          </a:xfrm>
          <a:prstGeom prst="line">
            <a:avLst/>
          </a:prstGeom>
          <a:noFill/>
          <a:ln w="14288">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204" name="Freeform 36">
            <a:extLst>
              <a:ext uri="{FF2B5EF4-FFF2-40B4-BE49-F238E27FC236}">
                <a16:creationId xmlns:a16="http://schemas.microsoft.com/office/drawing/2014/main" id="{1C7C1726-5BC1-4F91-9B4E-5D4089F4A866}"/>
              </a:ext>
            </a:extLst>
          </p:cNvPr>
          <p:cNvSpPr>
            <a:spLocks noChangeArrowheads="1"/>
          </p:cNvSpPr>
          <p:nvPr/>
        </p:nvSpPr>
        <p:spPr bwMode="auto">
          <a:xfrm>
            <a:off x="2874963" y="3586163"/>
            <a:ext cx="103187" cy="12700"/>
          </a:xfrm>
          <a:custGeom>
            <a:avLst/>
            <a:gdLst>
              <a:gd name="T0" fmla="*/ 2147483646 w 42"/>
              <a:gd name="T1" fmla="*/ 2147483646 h 6"/>
              <a:gd name="T2" fmla="*/ 0 w 42"/>
              <a:gd name="T3" fmla="*/ 2147483646 h 6"/>
              <a:gd name="T4" fmla="*/ 0 w 42"/>
              <a:gd name="T5" fmla="*/ 0 h 6"/>
              <a:gd name="T6" fmla="*/ 0 60000 65536"/>
              <a:gd name="T7" fmla="*/ 0 60000 65536"/>
              <a:gd name="T8" fmla="*/ 0 60000 65536"/>
            </a:gdLst>
            <a:ahLst/>
            <a:cxnLst>
              <a:cxn ang="T6">
                <a:pos x="T0" y="T1"/>
              </a:cxn>
              <a:cxn ang="T7">
                <a:pos x="T2" y="T3"/>
              </a:cxn>
              <a:cxn ang="T8">
                <a:pos x="T4" y="T5"/>
              </a:cxn>
            </a:cxnLst>
            <a:rect l="0" t="0" r="r" b="b"/>
            <a:pathLst>
              <a:path w="42" h="6">
                <a:moveTo>
                  <a:pt x="42" y="6"/>
                </a:moveTo>
                <a:lnTo>
                  <a:pt x="0" y="6"/>
                </a:lnTo>
                <a:lnTo>
                  <a:pt x="0" y="0"/>
                </a:lnTo>
              </a:path>
            </a:pathLst>
          </a:custGeom>
          <a:solidFill>
            <a:srgbClr val="FF0000"/>
          </a:solidFill>
          <a:ln w="14288">
            <a:solidFill>
              <a:srgbClr val="FF0000"/>
            </a:solidFill>
            <a:round/>
            <a:headEnd/>
            <a:tailEnd/>
          </a:ln>
        </p:spPr>
        <p:txBody>
          <a:bodyPr/>
          <a:lstStyle/>
          <a:p>
            <a:pPr>
              <a:defRPr/>
            </a:pPr>
            <a:endParaRPr lang="zh-CN" altLang="en-US">
              <a:latin typeface="+mn-lt"/>
              <a:ea typeface="+mn-ea"/>
              <a:cs typeface="+mn-ea"/>
              <a:sym typeface="+mn-lt"/>
            </a:endParaRPr>
          </a:p>
        </p:txBody>
      </p:sp>
      <p:sp>
        <p:nvSpPr>
          <p:cNvPr id="135205" name="Line 37">
            <a:extLst>
              <a:ext uri="{FF2B5EF4-FFF2-40B4-BE49-F238E27FC236}">
                <a16:creationId xmlns:a16="http://schemas.microsoft.com/office/drawing/2014/main" id="{D71B051E-71E1-4E85-BD95-22FE34C9EE3A}"/>
              </a:ext>
            </a:extLst>
          </p:cNvPr>
          <p:cNvSpPr>
            <a:spLocks noChangeShapeType="1"/>
          </p:cNvSpPr>
          <p:nvPr/>
        </p:nvSpPr>
        <p:spPr bwMode="auto">
          <a:xfrm flipV="1">
            <a:off x="2874963" y="3411538"/>
            <a:ext cx="1587" cy="107950"/>
          </a:xfrm>
          <a:prstGeom prst="line">
            <a:avLst/>
          </a:prstGeom>
          <a:noFill/>
          <a:ln w="14288">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206" name="Line 38">
            <a:extLst>
              <a:ext uri="{FF2B5EF4-FFF2-40B4-BE49-F238E27FC236}">
                <a16:creationId xmlns:a16="http://schemas.microsoft.com/office/drawing/2014/main" id="{E2A2A616-B687-4DE1-A899-707D0A6F48F7}"/>
              </a:ext>
            </a:extLst>
          </p:cNvPr>
          <p:cNvSpPr>
            <a:spLocks noChangeShapeType="1"/>
          </p:cNvSpPr>
          <p:nvPr/>
        </p:nvSpPr>
        <p:spPr bwMode="auto">
          <a:xfrm flipV="1">
            <a:off x="2874963" y="3236913"/>
            <a:ext cx="1587" cy="107950"/>
          </a:xfrm>
          <a:prstGeom prst="line">
            <a:avLst/>
          </a:prstGeom>
          <a:noFill/>
          <a:ln w="14288">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207" name="Line 39">
            <a:extLst>
              <a:ext uri="{FF2B5EF4-FFF2-40B4-BE49-F238E27FC236}">
                <a16:creationId xmlns:a16="http://schemas.microsoft.com/office/drawing/2014/main" id="{08730374-76E4-463C-A792-4C51AC70C1F5}"/>
              </a:ext>
            </a:extLst>
          </p:cNvPr>
          <p:cNvSpPr>
            <a:spLocks noChangeShapeType="1"/>
          </p:cNvSpPr>
          <p:nvPr/>
        </p:nvSpPr>
        <p:spPr bwMode="auto">
          <a:xfrm flipV="1">
            <a:off x="2874963" y="3062288"/>
            <a:ext cx="1587" cy="106362"/>
          </a:xfrm>
          <a:prstGeom prst="line">
            <a:avLst/>
          </a:prstGeom>
          <a:noFill/>
          <a:ln w="14288">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208" name="Line 40">
            <a:extLst>
              <a:ext uri="{FF2B5EF4-FFF2-40B4-BE49-F238E27FC236}">
                <a16:creationId xmlns:a16="http://schemas.microsoft.com/office/drawing/2014/main" id="{AD2D742A-F092-4B6E-A3B5-4B04DD8A81E8}"/>
              </a:ext>
            </a:extLst>
          </p:cNvPr>
          <p:cNvSpPr>
            <a:spLocks noChangeShapeType="1"/>
          </p:cNvSpPr>
          <p:nvPr/>
        </p:nvSpPr>
        <p:spPr bwMode="auto">
          <a:xfrm flipV="1">
            <a:off x="2874963" y="2887663"/>
            <a:ext cx="1587" cy="106362"/>
          </a:xfrm>
          <a:prstGeom prst="line">
            <a:avLst/>
          </a:prstGeom>
          <a:noFill/>
          <a:ln w="14288">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209" name="Line 41">
            <a:extLst>
              <a:ext uri="{FF2B5EF4-FFF2-40B4-BE49-F238E27FC236}">
                <a16:creationId xmlns:a16="http://schemas.microsoft.com/office/drawing/2014/main" id="{F54203D3-4CBE-4C33-89AA-3BCB6AA907AE}"/>
              </a:ext>
            </a:extLst>
          </p:cNvPr>
          <p:cNvSpPr>
            <a:spLocks noChangeShapeType="1"/>
          </p:cNvSpPr>
          <p:nvPr/>
        </p:nvSpPr>
        <p:spPr bwMode="auto">
          <a:xfrm flipV="1">
            <a:off x="2874963" y="2711450"/>
            <a:ext cx="1587" cy="107950"/>
          </a:xfrm>
          <a:prstGeom prst="line">
            <a:avLst/>
          </a:prstGeom>
          <a:noFill/>
          <a:ln w="14351">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210" name="Line 42">
            <a:extLst>
              <a:ext uri="{FF2B5EF4-FFF2-40B4-BE49-F238E27FC236}">
                <a16:creationId xmlns:a16="http://schemas.microsoft.com/office/drawing/2014/main" id="{DAED967C-20AA-4D45-A411-424AE9089504}"/>
              </a:ext>
            </a:extLst>
          </p:cNvPr>
          <p:cNvSpPr>
            <a:spLocks noChangeShapeType="1"/>
          </p:cNvSpPr>
          <p:nvPr/>
        </p:nvSpPr>
        <p:spPr bwMode="auto">
          <a:xfrm flipV="1">
            <a:off x="2874963" y="2632075"/>
            <a:ext cx="1587" cy="12700"/>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211" name="Freeform 43">
            <a:extLst>
              <a:ext uri="{FF2B5EF4-FFF2-40B4-BE49-F238E27FC236}">
                <a16:creationId xmlns:a16="http://schemas.microsoft.com/office/drawing/2014/main" id="{F27E8714-287E-4FA1-9E1B-C362A13DDDF1}"/>
              </a:ext>
            </a:extLst>
          </p:cNvPr>
          <p:cNvSpPr>
            <a:spLocks noChangeArrowheads="1"/>
          </p:cNvSpPr>
          <p:nvPr/>
        </p:nvSpPr>
        <p:spPr bwMode="auto">
          <a:xfrm>
            <a:off x="2808288" y="2541588"/>
            <a:ext cx="133350" cy="120650"/>
          </a:xfrm>
          <a:custGeom>
            <a:avLst/>
            <a:gdLst>
              <a:gd name="T0" fmla="*/ 2147483646 w 84"/>
              <a:gd name="T1" fmla="*/ 0 h 76"/>
              <a:gd name="T2" fmla="*/ 2147483646 w 84"/>
              <a:gd name="T3" fmla="*/ 2147483646 h 76"/>
              <a:gd name="T4" fmla="*/ 2147483646 w 84"/>
              <a:gd name="T5" fmla="*/ 2147483646 h 76"/>
              <a:gd name="T6" fmla="*/ 2147483646 w 84"/>
              <a:gd name="T7" fmla="*/ 2147483646 h 76"/>
              <a:gd name="T8" fmla="*/ 2147483646 w 84"/>
              <a:gd name="T9" fmla="*/ 2147483646 h 76"/>
              <a:gd name="T10" fmla="*/ 0 w 84"/>
              <a:gd name="T11" fmla="*/ 2147483646 h 76"/>
              <a:gd name="T12" fmla="*/ 2147483646 w 84"/>
              <a:gd name="T13" fmla="*/ 0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42" y="0"/>
                </a:moveTo>
                <a:lnTo>
                  <a:pt x="84" y="76"/>
                </a:lnTo>
                <a:lnTo>
                  <a:pt x="64" y="69"/>
                </a:lnTo>
                <a:lnTo>
                  <a:pt x="42" y="66"/>
                </a:lnTo>
                <a:lnTo>
                  <a:pt x="20" y="69"/>
                </a:lnTo>
                <a:lnTo>
                  <a:pt x="0" y="76"/>
                </a:lnTo>
                <a:lnTo>
                  <a:pt x="42" y="0"/>
                </a:lnTo>
                <a:close/>
              </a:path>
            </a:pathLst>
          </a:custGeom>
          <a:solidFill>
            <a:srgbClr val="FF0000"/>
          </a:solidFill>
          <a:ln w="9525">
            <a:solidFill>
              <a:srgbClr val="000000"/>
            </a:solidFill>
            <a:round/>
            <a:headEnd/>
            <a:tailEnd/>
          </a:ln>
        </p:spPr>
        <p:txBody>
          <a:bodyPr/>
          <a:lstStyle/>
          <a:p>
            <a:pPr>
              <a:defRPr/>
            </a:pPr>
            <a:endParaRPr lang="zh-CN" altLang="en-US">
              <a:latin typeface="+mn-lt"/>
              <a:ea typeface="+mn-ea"/>
              <a:cs typeface="+mn-ea"/>
              <a:sym typeface="+mn-lt"/>
            </a:endParaRPr>
          </a:p>
        </p:txBody>
      </p:sp>
      <p:sp>
        <p:nvSpPr>
          <p:cNvPr id="135212" name="Freeform 44">
            <a:extLst>
              <a:ext uri="{FF2B5EF4-FFF2-40B4-BE49-F238E27FC236}">
                <a16:creationId xmlns:a16="http://schemas.microsoft.com/office/drawing/2014/main" id="{5B0FB6B4-613B-47D8-A49E-1ABD097E3264}"/>
              </a:ext>
            </a:extLst>
          </p:cNvPr>
          <p:cNvSpPr>
            <a:spLocks noChangeArrowheads="1"/>
          </p:cNvSpPr>
          <p:nvPr/>
        </p:nvSpPr>
        <p:spPr bwMode="auto">
          <a:xfrm>
            <a:off x="2524125" y="2698750"/>
            <a:ext cx="263525" cy="239713"/>
          </a:xfrm>
          <a:custGeom>
            <a:avLst/>
            <a:gdLst>
              <a:gd name="T0" fmla="*/ 0 w 166"/>
              <a:gd name="T1" fmla="*/ 2147483646 h 151"/>
              <a:gd name="T2" fmla="*/ 2147483646 w 166"/>
              <a:gd name="T3" fmla="*/ 2147483646 h 151"/>
              <a:gd name="T4" fmla="*/ 2147483646 w 166"/>
              <a:gd name="T5" fmla="*/ 2147483646 h 151"/>
              <a:gd name="T6" fmla="*/ 2147483646 w 166"/>
              <a:gd name="T7" fmla="*/ 2147483646 h 151"/>
              <a:gd name="T8" fmla="*/ 2147483646 w 166"/>
              <a:gd name="T9" fmla="*/ 2147483646 h 151"/>
              <a:gd name="T10" fmla="*/ 2147483646 w 166"/>
              <a:gd name="T11" fmla="*/ 2147483646 h 151"/>
              <a:gd name="T12" fmla="*/ 2147483646 w 166"/>
              <a:gd name="T13" fmla="*/ 0 h 151"/>
              <a:gd name="T14" fmla="*/ 2147483646 w 166"/>
              <a:gd name="T15" fmla="*/ 2147483646 h 151"/>
              <a:gd name="T16" fmla="*/ 2147483646 w 166"/>
              <a:gd name="T17" fmla="*/ 2147483646 h 151"/>
              <a:gd name="T18" fmla="*/ 2147483646 w 166"/>
              <a:gd name="T19" fmla="*/ 2147483646 h 151"/>
              <a:gd name="T20" fmla="*/ 2147483646 w 166"/>
              <a:gd name="T21" fmla="*/ 2147483646 h 151"/>
              <a:gd name="T22" fmla="*/ 2147483646 w 166"/>
              <a:gd name="T23" fmla="*/ 2147483646 h 151"/>
              <a:gd name="T24" fmla="*/ 2147483646 w 166"/>
              <a:gd name="T25" fmla="*/ 2147483646 h 151"/>
              <a:gd name="T26" fmla="*/ 2147483646 w 166"/>
              <a:gd name="T27" fmla="*/ 2147483646 h 151"/>
              <a:gd name="T28" fmla="*/ 2147483646 w 166"/>
              <a:gd name="T29" fmla="*/ 2147483646 h 151"/>
              <a:gd name="T30" fmla="*/ 2147483646 w 166"/>
              <a:gd name="T31" fmla="*/ 2147483646 h 151"/>
              <a:gd name="T32" fmla="*/ 2147483646 w 166"/>
              <a:gd name="T33" fmla="*/ 2147483646 h 151"/>
              <a:gd name="T34" fmla="*/ 2147483646 w 166"/>
              <a:gd name="T35" fmla="*/ 2147483646 h 151"/>
              <a:gd name="T36" fmla="*/ 2147483646 w 166"/>
              <a:gd name="T37" fmla="*/ 2147483646 h 151"/>
              <a:gd name="T38" fmla="*/ 2147483646 w 166"/>
              <a:gd name="T39" fmla="*/ 2147483646 h 151"/>
              <a:gd name="T40" fmla="*/ 2147483646 w 166"/>
              <a:gd name="T41" fmla="*/ 2147483646 h 151"/>
              <a:gd name="T42" fmla="*/ 2147483646 w 166"/>
              <a:gd name="T43" fmla="*/ 2147483646 h 151"/>
              <a:gd name="T44" fmla="*/ 2147483646 w 166"/>
              <a:gd name="T45" fmla="*/ 2147483646 h 151"/>
              <a:gd name="T46" fmla="*/ 2147483646 w 166"/>
              <a:gd name="T47" fmla="*/ 2147483646 h 151"/>
              <a:gd name="T48" fmla="*/ 0 w 166"/>
              <a:gd name="T49" fmla="*/ 2147483646 h 151"/>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66" h="151">
                <a:moveTo>
                  <a:pt x="0" y="76"/>
                </a:moveTo>
                <a:lnTo>
                  <a:pt x="3" y="56"/>
                </a:lnTo>
                <a:lnTo>
                  <a:pt x="11" y="38"/>
                </a:lnTo>
                <a:lnTo>
                  <a:pt x="25" y="23"/>
                </a:lnTo>
                <a:lnTo>
                  <a:pt x="42" y="11"/>
                </a:lnTo>
                <a:lnTo>
                  <a:pt x="62" y="3"/>
                </a:lnTo>
                <a:lnTo>
                  <a:pt x="82" y="0"/>
                </a:lnTo>
                <a:lnTo>
                  <a:pt x="104" y="3"/>
                </a:lnTo>
                <a:lnTo>
                  <a:pt x="124" y="11"/>
                </a:lnTo>
                <a:lnTo>
                  <a:pt x="142" y="23"/>
                </a:lnTo>
                <a:lnTo>
                  <a:pt x="154" y="38"/>
                </a:lnTo>
                <a:lnTo>
                  <a:pt x="163" y="56"/>
                </a:lnTo>
                <a:lnTo>
                  <a:pt x="166" y="76"/>
                </a:lnTo>
                <a:lnTo>
                  <a:pt x="163" y="95"/>
                </a:lnTo>
                <a:lnTo>
                  <a:pt x="154" y="113"/>
                </a:lnTo>
                <a:lnTo>
                  <a:pt x="142" y="128"/>
                </a:lnTo>
                <a:lnTo>
                  <a:pt x="124" y="141"/>
                </a:lnTo>
                <a:lnTo>
                  <a:pt x="104" y="148"/>
                </a:lnTo>
                <a:lnTo>
                  <a:pt x="82" y="151"/>
                </a:lnTo>
                <a:lnTo>
                  <a:pt x="62" y="148"/>
                </a:lnTo>
                <a:lnTo>
                  <a:pt x="42" y="141"/>
                </a:lnTo>
                <a:lnTo>
                  <a:pt x="25" y="128"/>
                </a:lnTo>
                <a:lnTo>
                  <a:pt x="11" y="113"/>
                </a:lnTo>
                <a:lnTo>
                  <a:pt x="3" y="95"/>
                </a:lnTo>
                <a:lnTo>
                  <a:pt x="0" y="76"/>
                </a:lnTo>
                <a:close/>
              </a:path>
            </a:pathLst>
          </a:custGeom>
          <a:solidFill>
            <a:srgbClr val="FF0000"/>
          </a:solidFill>
          <a:ln w="14288">
            <a:solidFill>
              <a:srgbClr val="FF0000"/>
            </a:solidFill>
            <a:round/>
            <a:headEnd/>
            <a:tailEnd/>
          </a:ln>
        </p:spPr>
        <p:txBody>
          <a:bodyPr/>
          <a:lstStyle/>
          <a:p>
            <a:pPr>
              <a:defRPr/>
            </a:pPr>
            <a:endParaRPr lang="zh-CN" altLang="en-US">
              <a:latin typeface="+mn-lt"/>
              <a:ea typeface="+mn-ea"/>
              <a:cs typeface="+mn-ea"/>
              <a:sym typeface="+mn-lt"/>
            </a:endParaRPr>
          </a:p>
        </p:txBody>
      </p:sp>
      <p:sp>
        <p:nvSpPr>
          <p:cNvPr id="135213" name="Rectangle 45">
            <a:extLst>
              <a:ext uri="{FF2B5EF4-FFF2-40B4-BE49-F238E27FC236}">
                <a16:creationId xmlns:a16="http://schemas.microsoft.com/office/drawing/2014/main" id="{9BC3BD3A-B08D-4629-80C6-808C242809FA}"/>
              </a:ext>
            </a:extLst>
          </p:cNvPr>
          <p:cNvSpPr>
            <a:spLocks noChangeArrowheads="1"/>
          </p:cNvSpPr>
          <p:nvPr/>
        </p:nvSpPr>
        <p:spPr bwMode="auto">
          <a:xfrm>
            <a:off x="2608263" y="2725738"/>
            <a:ext cx="84137" cy="20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300" dirty="0">
                <a:solidFill>
                  <a:schemeClr val="bg1"/>
                </a:solidFill>
                <a:latin typeface="+mn-lt"/>
                <a:ea typeface="+mn-ea"/>
                <a:cs typeface="+mn-ea"/>
                <a:sym typeface="+mn-lt"/>
              </a:rPr>
              <a:t>1</a:t>
            </a:r>
            <a:endParaRPr lang="en-US" altLang="zh-CN" sz="2800" dirty="0">
              <a:solidFill>
                <a:schemeClr val="bg1"/>
              </a:solidFill>
              <a:latin typeface="+mn-lt"/>
              <a:ea typeface="+mn-ea"/>
              <a:cs typeface="+mn-ea"/>
              <a:sym typeface="+mn-lt"/>
            </a:endParaRPr>
          </a:p>
        </p:txBody>
      </p:sp>
      <p:sp>
        <p:nvSpPr>
          <p:cNvPr id="135214" name="Freeform 46">
            <a:extLst>
              <a:ext uri="{FF2B5EF4-FFF2-40B4-BE49-F238E27FC236}">
                <a16:creationId xmlns:a16="http://schemas.microsoft.com/office/drawing/2014/main" id="{E67ABCA3-8291-42C4-A0D7-3717DF479751}"/>
              </a:ext>
            </a:extLst>
          </p:cNvPr>
          <p:cNvSpPr>
            <a:spLocks noChangeArrowheads="1"/>
          </p:cNvSpPr>
          <p:nvPr/>
        </p:nvSpPr>
        <p:spPr bwMode="auto">
          <a:xfrm>
            <a:off x="3352800" y="2251075"/>
            <a:ext cx="106363" cy="41275"/>
          </a:xfrm>
          <a:custGeom>
            <a:avLst/>
            <a:gdLst>
              <a:gd name="T0" fmla="*/ 2147483646 w 43"/>
              <a:gd name="T1" fmla="*/ 0 h 19"/>
              <a:gd name="T2" fmla="*/ 2147483646 w 43"/>
              <a:gd name="T3" fmla="*/ 2147483646 h 19"/>
              <a:gd name="T4" fmla="*/ 2147483646 w 43"/>
              <a:gd name="T5" fmla="*/ 2147483646 h 19"/>
              <a:gd name="T6" fmla="*/ 2147483646 w 43"/>
              <a:gd name="T7" fmla="*/ 2147483646 h 19"/>
              <a:gd name="T8" fmla="*/ 0 w 43"/>
              <a:gd name="T9" fmla="*/ 2147483646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 h="19">
                <a:moveTo>
                  <a:pt x="43" y="0"/>
                </a:moveTo>
                <a:lnTo>
                  <a:pt x="30" y="1"/>
                </a:lnTo>
                <a:lnTo>
                  <a:pt x="16" y="7"/>
                </a:lnTo>
                <a:lnTo>
                  <a:pt x="3" y="16"/>
                </a:lnTo>
                <a:lnTo>
                  <a:pt x="0" y="19"/>
                </a:lnTo>
              </a:path>
            </a:pathLst>
          </a:custGeom>
          <a:solidFill>
            <a:schemeClr val="accent1">
              <a:lumMod val="60000"/>
              <a:lumOff val="40000"/>
            </a:schemeClr>
          </a:solidFill>
          <a:ln w="14288">
            <a:solidFill>
              <a:schemeClr val="accent1">
                <a:lumMod val="75000"/>
              </a:schemeClr>
            </a:solidFill>
            <a:round/>
            <a:headEnd/>
            <a:tailEnd/>
          </a:ln>
        </p:spPr>
        <p:txBody>
          <a:bodyPr/>
          <a:lstStyle/>
          <a:p>
            <a:pPr>
              <a:defRPr/>
            </a:pPr>
            <a:endParaRPr lang="zh-CN" altLang="en-US">
              <a:latin typeface="+mn-lt"/>
              <a:ea typeface="+mn-ea"/>
              <a:cs typeface="+mn-ea"/>
              <a:sym typeface="+mn-lt"/>
            </a:endParaRPr>
          </a:p>
        </p:txBody>
      </p:sp>
      <p:sp>
        <p:nvSpPr>
          <p:cNvPr id="135215" name="Freeform 47">
            <a:extLst>
              <a:ext uri="{FF2B5EF4-FFF2-40B4-BE49-F238E27FC236}">
                <a16:creationId xmlns:a16="http://schemas.microsoft.com/office/drawing/2014/main" id="{A4FEB8BD-4B13-4D9D-BBA4-9BB07F3AC37D}"/>
              </a:ext>
            </a:extLst>
          </p:cNvPr>
          <p:cNvSpPr>
            <a:spLocks noChangeArrowheads="1"/>
          </p:cNvSpPr>
          <p:nvPr/>
        </p:nvSpPr>
        <p:spPr bwMode="auto">
          <a:xfrm>
            <a:off x="3246438" y="2341563"/>
            <a:ext cx="57150" cy="95250"/>
          </a:xfrm>
          <a:custGeom>
            <a:avLst/>
            <a:gdLst>
              <a:gd name="T0" fmla="*/ 2147483646 w 23"/>
              <a:gd name="T1" fmla="*/ 0 h 42"/>
              <a:gd name="T2" fmla="*/ 2147483646 w 23"/>
              <a:gd name="T3" fmla="*/ 2147483646 h 42"/>
              <a:gd name="T4" fmla="*/ 2147483646 w 23"/>
              <a:gd name="T5" fmla="*/ 2147483646 h 42"/>
              <a:gd name="T6" fmla="*/ 0 w 23"/>
              <a:gd name="T7" fmla="*/ 2147483646 h 4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3" h="42">
                <a:moveTo>
                  <a:pt x="23" y="0"/>
                </a:moveTo>
                <a:lnTo>
                  <a:pt x="21" y="3"/>
                </a:lnTo>
                <a:lnTo>
                  <a:pt x="10" y="22"/>
                </a:lnTo>
                <a:lnTo>
                  <a:pt x="0" y="42"/>
                </a:lnTo>
              </a:path>
            </a:pathLst>
          </a:custGeom>
          <a:solidFill>
            <a:schemeClr val="accent1">
              <a:lumMod val="60000"/>
              <a:lumOff val="40000"/>
            </a:schemeClr>
          </a:solidFill>
          <a:ln w="14288">
            <a:solidFill>
              <a:schemeClr val="accent1">
                <a:lumMod val="75000"/>
              </a:schemeClr>
            </a:solidFill>
            <a:round/>
            <a:headEnd/>
            <a:tailEnd/>
          </a:ln>
        </p:spPr>
        <p:txBody>
          <a:bodyPr/>
          <a:lstStyle/>
          <a:p>
            <a:pPr>
              <a:defRPr/>
            </a:pPr>
            <a:endParaRPr lang="zh-CN" altLang="en-US">
              <a:latin typeface="+mn-lt"/>
              <a:ea typeface="+mn-ea"/>
              <a:cs typeface="+mn-ea"/>
              <a:sym typeface="+mn-lt"/>
            </a:endParaRPr>
          </a:p>
        </p:txBody>
      </p:sp>
      <p:sp>
        <p:nvSpPr>
          <p:cNvPr id="135216" name="Freeform 48">
            <a:extLst>
              <a:ext uri="{FF2B5EF4-FFF2-40B4-BE49-F238E27FC236}">
                <a16:creationId xmlns:a16="http://schemas.microsoft.com/office/drawing/2014/main" id="{497D2796-5EA1-4F9B-B94B-ED6E37699B44}"/>
              </a:ext>
            </a:extLst>
          </p:cNvPr>
          <p:cNvSpPr>
            <a:spLocks noChangeArrowheads="1"/>
          </p:cNvSpPr>
          <p:nvPr/>
        </p:nvSpPr>
        <p:spPr bwMode="auto">
          <a:xfrm>
            <a:off x="3186113" y="2498725"/>
            <a:ext cx="33337" cy="103188"/>
          </a:xfrm>
          <a:custGeom>
            <a:avLst/>
            <a:gdLst>
              <a:gd name="T0" fmla="*/ 2147483646 w 13"/>
              <a:gd name="T1" fmla="*/ 0 h 46"/>
              <a:gd name="T2" fmla="*/ 2147483646 w 13"/>
              <a:gd name="T3" fmla="*/ 2147483646 h 46"/>
              <a:gd name="T4" fmla="*/ 0 w 13"/>
              <a:gd name="T5" fmla="*/ 2147483646 h 46"/>
              <a:gd name="T6" fmla="*/ 0 60000 65536"/>
              <a:gd name="T7" fmla="*/ 0 60000 65536"/>
              <a:gd name="T8" fmla="*/ 0 60000 65536"/>
            </a:gdLst>
            <a:ahLst/>
            <a:cxnLst>
              <a:cxn ang="T6">
                <a:pos x="T0" y="T1"/>
              </a:cxn>
              <a:cxn ang="T7">
                <a:pos x="T2" y="T3"/>
              </a:cxn>
              <a:cxn ang="T8">
                <a:pos x="T4" y="T5"/>
              </a:cxn>
            </a:cxnLst>
            <a:rect l="0" t="0" r="r" b="b"/>
            <a:pathLst>
              <a:path w="13" h="46">
                <a:moveTo>
                  <a:pt x="13" y="0"/>
                </a:moveTo>
                <a:lnTo>
                  <a:pt x="5" y="25"/>
                </a:lnTo>
                <a:lnTo>
                  <a:pt x="0" y="46"/>
                </a:lnTo>
              </a:path>
            </a:pathLst>
          </a:custGeom>
          <a:solidFill>
            <a:schemeClr val="accent1">
              <a:lumMod val="60000"/>
              <a:lumOff val="40000"/>
            </a:schemeClr>
          </a:solidFill>
          <a:ln w="14288">
            <a:solidFill>
              <a:schemeClr val="accent1">
                <a:lumMod val="75000"/>
              </a:schemeClr>
            </a:solidFill>
            <a:round/>
            <a:headEnd/>
            <a:tailEnd/>
          </a:ln>
        </p:spPr>
        <p:txBody>
          <a:bodyPr/>
          <a:lstStyle/>
          <a:p>
            <a:pPr>
              <a:defRPr/>
            </a:pPr>
            <a:endParaRPr lang="zh-CN" altLang="en-US">
              <a:latin typeface="+mn-lt"/>
              <a:ea typeface="+mn-ea"/>
              <a:cs typeface="+mn-ea"/>
              <a:sym typeface="+mn-lt"/>
            </a:endParaRPr>
          </a:p>
        </p:txBody>
      </p:sp>
      <p:sp>
        <p:nvSpPr>
          <p:cNvPr id="135217" name="Freeform 49">
            <a:extLst>
              <a:ext uri="{FF2B5EF4-FFF2-40B4-BE49-F238E27FC236}">
                <a16:creationId xmlns:a16="http://schemas.microsoft.com/office/drawing/2014/main" id="{325DCD4E-12AF-4203-86A5-E12945F4DCCC}"/>
              </a:ext>
            </a:extLst>
          </p:cNvPr>
          <p:cNvSpPr>
            <a:spLocks noChangeArrowheads="1"/>
          </p:cNvSpPr>
          <p:nvPr/>
        </p:nvSpPr>
        <p:spPr bwMode="auto">
          <a:xfrm>
            <a:off x="3152775" y="2667000"/>
            <a:ext cx="15875" cy="107950"/>
          </a:xfrm>
          <a:custGeom>
            <a:avLst/>
            <a:gdLst>
              <a:gd name="T0" fmla="*/ 2147483646 w 7"/>
              <a:gd name="T1" fmla="*/ 0 h 48"/>
              <a:gd name="T2" fmla="*/ 2147483646 w 7"/>
              <a:gd name="T3" fmla="*/ 2147483646 h 48"/>
              <a:gd name="T4" fmla="*/ 2147483646 w 7"/>
              <a:gd name="T5" fmla="*/ 2147483646 h 48"/>
              <a:gd name="T6" fmla="*/ 0 w 7"/>
              <a:gd name="T7" fmla="*/ 2147483646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 h="48">
                <a:moveTo>
                  <a:pt x="7" y="0"/>
                </a:moveTo>
                <a:lnTo>
                  <a:pt x="5" y="10"/>
                </a:lnTo>
                <a:lnTo>
                  <a:pt x="1" y="42"/>
                </a:lnTo>
                <a:lnTo>
                  <a:pt x="0" y="48"/>
                </a:lnTo>
              </a:path>
            </a:pathLst>
          </a:custGeom>
          <a:solidFill>
            <a:schemeClr val="accent1">
              <a:lumMod val="60000"/>
              <a:lumOff val="40000"/>
            </a:schemeClr>
          </a:solidFill>
          <a:ln w="14288">
            <a:solidFill>
              <a:schemeClr val="accent1">
                <a:lumMod val="75000"/>
              </a:schemeClr>
            </a:solidFill>
            <a:round/>
            <a:headEnd/>
            <a:tailEnd/>
          </a:ln>
        </p:spPr>
        <p:txBody>
          <a:bodyPr/>
          <a:lstStyle/>
          <a:p>
            <a:pPr>
              <a:defRPr/>
            </a:pPr>
            <a:endParaRPr lang="zh-CN" altLang="en-US">
              <a:latin typeface="+mn-lt"/>
              <a:ea typeface="+mn-ea"/>
              <a:cs typeface="+mn-ea"/>
              <a:sym typeface="+mn-lt"/>
            </a:endParaRPr>
          </a:p>
        </p:txBody>
      </p:sp>
      <p:sp>
        <p:nvSpPr>
          <p:cNvPr id="135218" name="Freeform 50">
            <a:extLst>
              <a:ext uri="{FF2B5EF4-FFF2-40B4-BE49-F238E27FC236}">
                <a16:creationId xmlns:a16="http://schemas.microsoft.com/office/drawing/2014/main" id="{06878CD2-1F3B-4898-9731-C7CD86FD4772}"/>
              </a:ext>
            </a:extLst>
          </p:cNvPr>
          <p:cNvSpPr>
            <a:spLocks noChangeArrowheads="1"/>
          </p:cNvSpPr>
          <p:nvPr/>
        </p:nvSpPr>
        <p:spPr bwMode="auto">
          <a:xfrm>
            <a:off x="3140075" y="2841625"/>
            <a:ext cx="4763" cy="107950"/>
          </a:xfrm>
          <a:custGeom>
            <a:avLst/>
            <a:gdLst>
              <a:gd name="T0" fmla="*/ 2147483646 w 2"/>
              <a:gd name="T1" fmla="*/ 0 h 48"/>
              <a:gd name="T2" fmla="*/ 0 w 2"/>
              <a:gd name="T3" fmla="*/ 2147483646 h 48"/>
              <a:gd name="T4" fmla="*/ 0 w 2"/>
              <a:gd name="T5" fmla="*/ 2147483646 h 48"/>
              <a:gd name="T6" fmla="*/ 0 60000 65536"/>
              <a:gd name="T7" fmla="*/ 0 60000 65536"/>
              <a:gd name="T8" fmla="*/ 0 60000 65536"/>
            </a:gdLst>
            <a:ahLst/>
            <a:cxnLst>
              <a:cxn ang="T6">
                <a:pos x="T0" y="T1"/>
              </a:cxn>
              <a:cxn ang="T7">
                <a:pos x="T2" y="T3"/>
              </a:cxn>
              <a:cxn ang="T8">
                <a:pos x="T4" y="T5"/>
              </a:cxn>
            </a:cxnLst>
            <a:rect l="0" t="0" r="r" b="b"/>
            <a:pathLst>
              <a:path w="2" h="48">
                <a:moveTo>
                  <a:pt x="2" y="0"/>
                </a:moveTo>
                <a:lnTo>
                  <a:pt x="0" y="32"/>
                </a:lnTo>
                <a:lnTo>
                  <a:pt x="0" y="48"/>
                </a:lnTo>
              </a:path>
            </a:pathLst>
          </a:custGeom>
          <a:solidFill>
            <a:schemeClr val="accent1">
              <a:lumMod val="60000"/>
              <a:lumOff val="40000"/>
            </a:schemeClr>
          </a:solidFill>
          <a:ln w="14288">
            <a:solidFill>
              <a:schemeClr val="accent1">
                <a:lumMod val="75000"/>
              </a:schemeClr>
            </a:solidFill>
            <a:round/>
            <a:headEnd/>
            <a:tailEnd/>
          </a:ln>
        </p:spPr>
        <p:txBody>
          <a:bodyPr/>
          <a:lstStyle/>
          <a:p>
            <a:pPr>
              <a:defRPr/>
            </a:pPr>
            <a:endParaRPr lang="zh-CN" altLang="en-US">
              <a:latin typeface="+mn-lt"/>
              <a:ea typeface="+mn-ea"/>
              <a:cs typeface="+mn-ea"/>
              <a:sym typeface="+mn-lt"/>
            </a:endParaRPr>
          </a:p>
        </p:txBody>
      </p:sp>
      <p:sp>
        <p:nvSpPr>
          <p:cNvPr id="135219" name="Freeform 51">
            <a:extLst>
              <a:ext uri="{FF2B5EF4-FFF2-40B4-BE49-F238E27FC236}">
                <a16:creationId xmlns:a16="http://schemas.microsoft.com/office/drawing/2014/main" id="{1AD83995-CC63-4FED-AB90-BEB4746D45D6}"/>
              </a:ext>
            </a:extLst>
          </p:cNvPr>
          <p:cNvSpPr>
            <a:spLocks noChangeArrowheads="1"/>
          </p:cNvSpPr>
          <p:nvPr/>
        </p:nvSpPr>
        <p:spPr bwMode="auto">
          <a:xfrm>
            <a:off x="3136900" y="2989263"/>
            <a:ext cx="7938" cy="107950"/>
          </a:xfrm>
          <a:custGeom>
            <a:avLst/>
            <a:gdLst>
              <a:gd name="T0" fmla="*/ 0 w 3"/>
              <a:gd name="T1" fmla="*/ 0 h 48"/>
              <a:gd name="T2" fmla="*/ 2147483646 w 3"/>
              <a:gd name="T3" fmla="*/ 2147483646 h 48"/>
              <a:gd name="T4" fmla="*/ 2147483646 w 3"/>
              <a:gd name="T5" fmla="*/ 2147483646 h 48"/>
              <a:gd name="T6" fmla="*/ 0 60000 65536"/>
              <a:gd name="T7" fmla="*/ 0 60000 65536"/>
              <a:gd name="T8" fmla="*/ 0 60000 65536"/>
            </a:gdLst>
            <a:ahLst/>
            <a:cxnLst>
              <a:cxn ang="T6">
                <a:pos x="T0" y="T1"/>
              </a:cxn>
              <a:cxn ang="T7">
                <a:pos x="T2" y="T3"/>
              </a:cxn>
              <a:cxn ang="T8">
                <a:pos x="T4" y="T5"/>
              </a:cxn>
            </a:cxnLst>
            <a:rect l="0" t="0" r="r" b="b"/>
            <a:pathLst>
              <a:path w="3" h="48">
                <a:moveTo>
                  <a:pt x="0" y="0"/>
                </a:moveTo>
                <a:lnTo>
                  <a:pt x="1" y="32"/>
                </a:lnTo>
                <a:lnTo>
                  <a:pt x="3" y="48"/>
                </a:lnTo>
              </a:path>
            </a:pathLst>
          </a:custGeom>
          <a:solidFill>
            <a:schemeClr val="accent1">
              <a:lumMod val="60000"/>
              <a:lumOff val="40000"/>
            </a:schemeClr>
          </a:solidFill>
          <a:ln w="14288">
            <a:solidFill>
              <a:schemeClr val="accent1">
                <a:lumMod val="75000"/>
              </a:schemeClr>
            </a:solidFill>
            <a:round/>
            <a:headEnd/>
            <a:tailEnd/>
          </a:ln>
        </p:spPr>
        <p:txBody>
          <a:bodyPr/>
          <a:lstStyle/>
          <a:p>
            <a:pPr>
              <a:defRPr/>
            </a:pPr>
            <a:endParaRPr lang="zh-CN" altLang="en-US">
              <a:latin typeface="+mn-lt"/>
              <a:ea typeface="+mn-ea"/>
              <a:cs typeface="+mn-ea"/>
              <a:sym typeface="+mn-lt"/>
            </a:endParaRPr>
          </a:p>
        </p:txBody>
      </p:sp>
      <p:sp>
        <p:nvSpPr>
          <p:cNvPr id="135220" name="Freeform 52">
            <a:extLst>
              <a:ext uri="{FF2B5EF4-FFF2-40B4-BE49-F238E27FC236}">
                <a16:creationId xmlns:a16="http://schemas.microsoft.com/office/drawing/2014/main" id="{12C315B7-ADE8-4B5C-9FB4-916D0E31B481}"/>
              </a:ext>
            </a:extLst>
          </p:cNvPr>
          <p:cNvSpPr>
            <a:spLocks noChangeArrowheads="1"/>
          </p:cNvSpPr>
          <p:nvPr/>
        </p:nvSpPr>
        <p:spPr bwMode="auto">
          <a:xfrm>
            <a:off x="3154363" y="3165475"/>
            <a:ext cx="26987" cy="104775"/>
          </a:xfrm>
          <a:custGeom>
            <a:avLst/>
            <a:gdLst>
              <a:gd name="T0" fmla="*/ 0 w 11"/>
              <a:gd name="T1" fmla="*/ 0 h 47"/>
              <a:gd name="T2" fmla="*/ 2147483646 w 11"/>
              <a:gd name="T3" fmla="*/ 2147483646 h 47"/>
              <a:gd name="T4" fmla="*/ 2147483646 w 11"/>
              <a:gd name="T5" fmla="*/ 2147483646 h 47"/>
              <a:gd name="T6" fmla="*/ 2147483646 w 11"/>
              <a:gd name="T7" fmla="*/ 2147483646 h 4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47">
                <a:moveTo>
                  <a:pt x="0" y="0"/>
                </a:moveTo>
                <a:lnTo>
                  <a:pt x="2" y="14"/>
                </a:lnTo>
                <a:lnTo>
                  <a:pt x="10" y="43"/>
                </a:lnTo>
                <a:lnTo>
                  <a:pt x="11" y="47"/>
                </a:lnTo>
              </a:path>
            </a:pathLst>
          </a:custGeom>
          <a:solidFill>
            <a:schemeClr val="accent1">
              <a:lumMod val="60000"/>
              <a:lumOff val="40000"/>
            </a:schemeClr>
          </a:solidFill>
          <a:ln w="14288">
            <a:solidFill>
              <a:schemeClr val="accent1">
                <a:lumMod val="75000"/>
              </a:schemeClr>
            </a:solidFill>
            <a:round/>
            <a:headEnd/>
            <a:tailEnd/>
          </a:ln>
        </p:spPr>
        <p:txBody>
          <a:bodyPr/>
          <a:lstStyle/>
          <a:p>
            <a:pPr>
              <a:defRPr/>
            </a:pPr>
            <a:endParaRPr lang="zh-CN" altLang="en-US">
              <a:latin typeface="+mn-lt"/>
              <a:ea typeface="+mn-ea"/>
              <a:cs typeface="+mn-ea"/>
              <a:sym typeface="+mn-lt"/>
            </a:endParaRPr>
          </a:p>
        </p:txBody>
      </p:sp>
      <p:sp>
        <p:nvSpPr>
          <p:cNvPr id="135221" name="Freeform 53">
            <a:extLst>
              <a:ext uri="{FF2B5EF4-FFF2-40B4-BE49-F238E27FC236}">
                <a16:creationId xmlns:a16="http://schemas.microsoft.com/office/drawing/2014/main" id="{28982224-EB1D-4AA6-A7EE-0393D748C940}"/>
              </a:ext>
            </a:extLst>
          </p:cNvPr>
          <p:cNvSpPr>
            <a:spLocks noChangeArrowheads="1"/>
          </p:cNvSpPr>
          <p:nvPr/>
        </p:nvSpPr>
        <p:spPr bwMode="auto">
          <a:xfrm>
            <a:off x="3206750" y="3332163"/>
            <a:ext cx="53975" cy="95250"/>
          </a:xfrm>
          <a:custGeom>
            <a:avLst/>
            <a:gdLst>
              <a:gd name="T0" fmla="*/ 0 w 22"/>
              <a:gd name="T1" fmla="*/ 0 h 42"/>
              <a:gd name="T2" fmla="*/ 2147483646 w 22"/>
              <a:gd name="T3" fmla="*/ 2147483646 h 42"/>
              <a:gd name="T4" fmla="*/ 2147483646 w 22"/>
              <a:gd name="T5" fmla="*/ 2147483646 h 42"/>
              <a:gd name="T6" fmla="*/ 2147483646 w 22"/>
              <a:gd name="T7" fmla="*/ 2147483646 h 4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2" h="42">
                <a:moveTo>
                  <a:pt x="0" y="0"/>
                </a:moveTo>
                <a:lnTo>
                  <a:pt x="8" y="18"/>
                </a:lnTo>
                <a:lnTo>
                  <a:pt x="20" y="39"/>
                </a:lnTo>
                <a:lnTo>
                  <a:pt x="22" y="42"/>
                </a:lnTo>
              </a:path>
            </a:pathLst>
          </a:custGeom>
          <a:solidFill>
            <a:schemeClr val="accent1">
              <a:lumMod val="60000"/>
              <a:lumOff val="40000"/>
            </a:schemeClr>
          </a:solidFill>
          <a:ln w="14288">
            <a:solidFill>
              <a:schemeClr val="accent1">
                <a:lumMod val="75000"/>
              </a:schemeClr>
            </a:solidFill>
            <a:round/>
            <a:headEnd/>
            <a:tailEnd/>
          </a:ln>
        </p:spPr>
        <p:txBody>
          <a:bodyPr/>
          <a:lstStyle/>
          <a:p>
            <a:pPr>
              <a:defRPr/>
            </a:pPr>
            <a:endParaRPr lang="zh-CN" altLang="en-US">
              <a:latin typeface="+mn-lt"/>
              <a:ea typeface="+mn-ea"/>
              <a:cs typeface="+mn-ea"/>
              <a:sym typeface="+mn-lt"/>
            </a:endParaRPr>
          </a:p>
        </p:txBody>
      </p:sp>
      <p:sp>
        <p:nvSpPr>
          <p:cNvPr id="135222" name="Freeform 54">
            <a:extLst>
              <a:ext uri="{FF2B5EF4-FFF2-40B4-BE49-F238E27FC236}">
                <a16:creationId xmlns:a16="http://schemas.microsoft.com/office/drawing/2014/main" id="{FD6DBA01-4C5E-499A-9D91-67E17006F5D9}"/>
              </a:ext>
            </a:extLst>
          </p:cNvPr>
          <p:cNvSpPr>
            <a:spLocks noChangeArrowheads="1"/>
          </p:cNvSpPr>
          <p:nvPr/>
        </p:nvSpPr>
        <p:spPr bwMode="auto">
          <a:xfrm>
            <a:off x="3305175" y="3478213"/>
            <a:ext cx="57150" cy="42862"/>
          </a:xfrm>
          <a:custGeom>
            <a:avLst/>
            <a:gdLst>
              <a:gd name="T0" fmla="*/ 0 w 23"/>
              <a:gd name="T1" fmla="*/ 0 h 19"/>
              <a:gd name="T2" fmla="*/ 2147483646 w 23"/>
              <a:gd name="T3" fmla="*/ 2147483646 h 19"/>
              <a:gd name="T4" fmla="*/ 2147483646 w 23"/>
              <a:gd name="T5" fmla="*/ 2147483646 h 19"/>
              <a:gd name="T6" fmla="*/ 0 60000 65536"/>
              <a:gd name="T7" fmla="*/ 0 60000 65536"/>
              <a:gd name="T8" fmla="*/ 0 60000 65536"/>
            </a:gdLst>
            <a:ahLst/>
            <a:cxnLst>
              <a:cxn ang="T6">
                <a:pos x="T0" y="T1"/>
              </a:cxn>
              <a:cxn ang="T7">
                <a:pos x="T2" y="T3"/>
              </a:cxn>
              <a:cxn ang="T8">
                <a:pos x="T4" y="T5"/>
              </a:cxn>
            </a:cxnLst>
            <a:rect l="0" t="0" r="r" b="b"/>
            <a:pathLst>
              <a:path w="23" h="19">
                <a:moveTo>
                  <a:pt x="0" y="0"/>
                </a:moveTo>
                <a:lnTo>
                  <a:pt x="8" y="8"/>
                </a:lnTo>
                <a:lnTo>
                  <a:pt x="23" y="19"/>
                </a:lnTo>
              </a:path>
            </a:pathLst>
          </a:custGeom>
          <a:solidFill>
            <a:schemeClr val="accent1">
              <a:lumMod val="60000"/>
              <a:lumOff val="40000"/>
            </a:schemeClr>
          </a:solidFill>
          <a:ln w="14288">
            <a:solidFill>
              <a:schemeClr val="accent1">
                <a:lumMod val="75000"/>
              </a:schemeClr>
            </a:solidFill>
            <a:round/>
            <a:headEnd/>
            <a:tailEnd/>
          </a:ln>
        </p:spPr>
        <p:txBody>
          <a:bodyPr/>
          <a:lstStyle/>
          <a:p>
            <a:pPr>
              <a:defRPr/>
            </a:pPr>
            <a:endParaRPr lang="zh-CN" altLang="en-US">
              <a:latin typeface="+mn-lt"/>
              <a:ea typeface="+mn-ea"/>
              <a:cs typeface="+mn-ea"/>
              <a:sym typeface="+mn-lt"/>
            </a:endParaRPr>
          </a:p>
        </p:txBody>
      </p:sp>
      <p:sp>
        <p:nvSpPr>
          <p:cNvPr id="135223" name="Freeform 55">
            <a:extLst>
              <a:ext uri="{FF2B5EF4-FFF2-40B4-BE49-F238E27FC236}">
                <a16:creationId xmlns:a16="http://schemas.microsoft.com/office/drawing/2014/main" id="{6DD8BDCF-3F19-42F0-A199-3B8D35C9D0DE}"/>
              </a:ext>
            </a:extLst>
          </p:cNvPr>
          <p:cNvSpPr>
            <a:spLocks noChangeArrowheads="1"/>
          </p:cNvSpPr>
          <p:nvPr/>
        </p:nvSpPr>
        <p:spPr bwMode="auto">
          <a:xfrm>
            <a:off x="3313113" y="3454400"/>
            <a:ext cx="146050" cy="115888"/>
          </a:xfrm>
          <a:custGeom>
            <a:avLst/>
            <a:gdLst>
              <a:gd name="T0" fmla="*/ 2147483646 w 92"/>
              <a:gd name="T1" fmla="*/ 2147483646 h 73"/>
              <a:gd name="T2" fmla="*/ 0 w 92"/>
              <a:gd name="T3" fmla="*/ 2147483646 h 73"/>
              <a:gd name="T4" fmla="*/ 2147483646 w 92"/>
              <a:gd name="T5" fmla="*/ 2147483646 h 73"/>
              <a:gd name="T6" fmla="*/ 2147483646 w 92"/>
              <a:gd name="T7" fmla="*/ 2147483646 h 73"/>
              <a:gd name="T8" fmla="*/ 2147483646 w 92"/>
              <a:gd name="T9" fmla="*/ 2147483646 h 73"/>
              <a:gd name="T10" fmla="*/ 2147483646 w 92"/>
              <a:gd name="T11" fmla="*/ 0 h 73"/>
              <a:gd name="T12" fmla="*/ 2147483646 w 92"/>
              <a:gd name="T13" fmla="*/ 2147483646 h 7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73">
                <a:moveTo>
                  <a:pt x="92" y="58"/>
                </a:moveTo>
                <a:lnTo>
                  <a:pt x="0" y="73"/>
                </a:lnTo>
                <a:lnTo>
                  <a:pt x="12" y="58"/>
                </a:lnTo>
                <a:lnTo>
                  <a:pt x="22" y="39"/>
                </a:lnTo>
                <a:lnTo>
                  <a:pt x="25" y="19"/>
                </a:lnTo>
                <a:lnTo>
                  <a:pt x="23" y="0"/>
                </a:lnTo>
                <a:lnTo>
                  <a:pt x="92" y="58"/>
                </a:lnTo>
                <a:close/>
              </a:path>
            </a:pathLst>
          </a:custGeom>
          <a:solidFill>
            <a:schemeClr val="accent1">
              <a:lumMod val="60000"/>
              <a:lumOff val="40000"/>
            </a:schemeClr>
          </a:solidFill>
          <a:ln>
            <a:solidFill>
              <a:schemeClr val="accent1">
                <a:lumMod val="75000"/>
              </a:schemeClr>
            </a:solidFill>
          </a:ln>
        </p:spPr>
        <p:txBody>
          <a:bodyPr/>
          <a:lstStyle/>
          <a:p>
            <a:pPr>
              <a:defRPr/>
            </a:pPr>
            <a:endParaRPr lang="zh-CN" altLang="en-US">
              <a:latin typeface="+mn-lt"/>
              <a:ea typeface="+mn-ea"/>
              <a:cs typeface="+mn-ea"/>
              <a:sym typeface="+mn-lt"/>
            </a:endParaRPr>
          </a:p>
        </p:txBody>
      </p:sp>
      <p:sp>
        <p:nvSpPr>
          <p:cNvPr id="135224" name="Freeform 56">
            <a:extLst>
              <a:ext uri="{FF2B5EF4-FFF2-40B4-BE49-F238E27FC236}">
                <a16:creationId xmlns:a16="http://schemas.microsoft.com/office/drawing/2014/main" id="{975367F8-3A31-4E5A-9563-B7746373D2CE}"/>
              </a:ext>
            </a:extLst>
          </p:cNvPr>
          <p:cNvSpPr>
            <a:spLocks noChangeArrowheads="1"/>
          </p:cNvSpPr>
          <p:nvPr/>
        </p:nvSpPr>
        <p:spPr bwMode="auto">
          <a:xfrm>
            <a:off x="3255963" y="2673350"/>
            <a:ext cx="261937" cy="238125"/>
          </a:xfrm>
          <a:custGeom>
            <a:avLst/>
            <a:gdLst>
              <a:gd name="T0" fmla="*/ 0 w 165"/>
              <a:gd name="T1" fmla="*/ 2147483646 h 150"/>
              <a:gd name="T2" fmla="*/ 2147483646 w 165"/>
              <a:gd name="T3" fmla="*/ 2147483646 h 150"/>
              <a:gd name="T4" fmla="*/ 2147483646 w 165"/>
              <a:gd name="T5" fmla="*/ 2147483646 h 150"/>
              <a:gd name="T6" fmla="*/ 2147483646 w 165"/>
              <a:gd name="T7" fmla="*/ 2147483646 h 150"/>
              <a:gd name="T8" fmla="*/ 2147483646 w 165"/>
              <a:gd name="T9" fmla="*/ 2147483646 h 150"/>
              <a:gd name="T10" fmla="*/ 2147483646 w 165"/>
              <a:gd name="T11" fmla="*/ 2147483646 h 150"/>
              <a:gd name="T12" fmla="*/ 2147483646 w 165"/>
              <a:gd name="T13" fmla="*/ 0 h 150"/>
              <a:gd name="T14" fmla="*/ 2147483646 w 165"/>
              <a:gd name="T15" fmla="*/ 2147483646 h 150"/>
              <a:gd name="T16" fmla="*/ 2147483646 w 165"/>
              <a:gd name="T17" fmla="*/ 2147483646 h 150"/>
              <a:gd name="T18" fmla="*/ 2147483646 w 165"/>
              <a:gd name="T19" fmla="*/ 2147483646 h 150"/>
              <a:gd name="T20" fmla="*/ 2147483646 w 165"/>
              <a:gd name="T21" fmla="*/ 2147483646 h 150"/>
              <a:gd name="T22" fmla="*/ 2147483646 w 165"/>
              <a:gd name="T23" fmla="*/ 2147483646 h 150"/>
              <a:gd name="T24" fmla="*/ 2147483646 w 165"/>
              <a:gd name="T25" fmla="*/ 2147483646 h 150"/>
              <a:gd name="T26" fmla="*/ 2147483646 w 165"/>
              <a:gd name="T27" fmla="*/ 2147483646 h 150"/>
              <a:gd name="T28" fmla="*/ 2147483646 w 165"/>
              <a:gd name="T29" fmla="*/ 2147483646 h 150"/>
              <a:gd name="T30" fmla="*/ 2147483646 w 165"/>
              <a:gd name="T31" fmla="*/ 2147483646 h 150"/>
              <a:gd name="T32" fmla="*/ 2147483646 w 165"/>
              <a:gd name="T33" fmla="*/ 2147483646 h 150"/>
              <a:gd name="T34" fmla="*/ 2147483646 w 165"/>
              <a:gd name="T35" fmla="*/ 2147483646 h 150"/>
              <a:gd name="T36" fmla="*/ 2147483646 w 165"/>
              <a:gd name="T37" fmla="*/ 2147483646 h 150"/>
              <a:gd name="T38" fmla="*/ 2147483646 w 165"/>
              <a:gd name="T39" fmla="*/ 2147483646 h 150"/>
              <a:gd name="T40" fmla="*/ 2147483646 w 165"/>
              <a:gd name="T41" fmla="*/ 2147483646 h 150"/>
              <a:gd name="T42" fmla="*/ 2147483646 w 165"/>
              <a:gd name="T43" fmla="*/ 2147483646 h 150"/>
              <a:gd name="T44" fmla="*/ 2147483646 w 165"/>
              <a:gd name="T45" fmla="*/ 2147483646 h 150"/>
              <a:gd name="T46" fmla="*/ 2147483646 w 165"/>
              <a:gd name="T47" fmla="*/ 2147483646 h 150"/>
              <a:gd name="T48" fmla="*/ 0 w 165"/>
              <a:gd name="T49" fmla="*/ 2147483646 h 150"/>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65" h="150">
                <a:moveTo>
                  <a:pt x="0" y="75"/>
                </a:moveTo>
                <a:lnTo>
                  <a:pt x="2" y="55"/>
                </a:lnTo>
                <a:lnTo>
                  <a:pt x="11" y="37"/>
                </a:lnTo>
                <a:lnTo>
                  <a:pt x="23" y="22"/>
                </a:lnTo>
                <a:lnTo>
                  <a:pt x="41" y="10"/>
                </a:lnTo>
                <a:lnTo>
                  <a:pt x="61" y="2"/>
                </a:lnTo>
                <a:lnTo>
                  <a:pt x="83" y="0"/>
                </a:lnTo>
                <a:lnTo>
                  <a:pt x="103" y="2"/>
                </a:lnTo>
                <a:lnTo>
                  <a:pt x="123" y="10"/>
                </a:lnTo>
                <a:lnTo>
                  <a:pt x="140" y="22"/>
                </a:lnTo>
                <a:lnTo>
                  <a:pt x="154" y="37"/>
                </a:lnTo>
                <a:lnTo>
                  <a:pt x="162" y="55"/>
                </a:lnTo>
                <a:lnTo>
                  <a:pt x="165" y="75"/>
                </a:lnTo>
                <a:lnTo>
                  <a:pt x="162" y="95"/>
                </a:lnTo>
                <a:lnTo>
                  <a:pt x="154" y="112"/>
                </a:lnTo>
                <a:lnTo>
                  <a:pt x="140" y="127"/>
                </a:lnTo>
                <a:lnTo>
                  <a:pt x="123" y="140"/>
                </a:lnTo>
                <a:lnTo>
                  <a:pt x="103" y="147"/>
                </a:lnTo>
                <a:lnTo>
                  <a:pt x="83" y="150"/>
                </a:lnTo>
                <a:lnTo>
                  <a:pt x="61" y="147"/>
                </a:lnTo>
                <a:lnTo>
                  <a:pt x="41" y="140"/>
                </a:lnTo>
                <a:lnTo>
                  <a:pt x="23" y="127"/>
                </a:lnTo>
                <a:lnTo>
                  <a:pt x="11" y="112"/>
                </a:lnTo>
                <a:lnTo>
                  <a:pt x="2" y="95"/>
                </a:lnTo>
                <a:lnTo>
                  <a:pt x="0" y="75"/>
                </a:lnTo>
                <a:close/>
              </a:path>
            </a:pathLst>
          </a:custGeom>
          <a:solidFill>
            <a:schemeClr val="accent1">
              <a:lumMod val="60000"/>
              <a:lumOff val="40000"/>
            </a:schemeClr>
          </a:solidFill>
          <a:ln w="14288">
            <a:solidFill>
              <a:schemeClr val="accent1">
                <a:lumMod val="75000"/>
              </a:schemeClr>
            </a:solidFill>
            <a:round/>
            <a:headEnd/>
            <a:tailEnd/>
          </a:ln>
        </p:spPr>
        <p:txBody>
          <a:bodyPr/>
          <a:lstStyle/>
          <a:p>
            <a:pPr>
              <a:defRPr/>
            </a:pPr>
            <a:endParaRPr lang="zh-CN" altLang="en-US">
              <a:latin typeface="+mn-lt"/>
              <a:ea typeface="+mn-ea"/>
              <a:cs typeface="+mn-ea"/>
              <a:sym typeface="+mn-lt"/>
            </a:endParaRPr>
          </a:p>
        </p:txBody>
      </p:sp>
      <p:sp>
        <p:nvSpPr>
          <p:cNvPr id="135225" name="Rectangle 57">
            <a:extLst>
              <a:ext uri="{FF2B5EF4-FFF2-40B4-BE49-F238E27FC236}">
                <a16:creationId xmlns:a16="http://schemas.microsoft.com/office/drawing/2014/main" id="{5189A36A-AEF6-40CE-8C68-ABF4A91CB573}"/>
              </a:ext>
            </a:extLst>
          </p:cNvPr>
          <p:cNvSpPr>
            <a:spLocks noChangeArrowheads="1"/>
          </p:cNvSpPr>
          <p:nvPr/>
        </p:nvSpPr>
        <p:spPr bwMode="auto">
          <a:xfrm>
            <a:off x="3336925" y="2698750"/>
            <a:ext cx="84138" cy="20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300" dirty="0">
                <a:solidFill>
                  <a:schemeClr val="bg1"/>
                </a:solidFill>
                <a:latin typeface="+mn-lt"/>
                <a:ea typeface="+mn-ea"/>
                <a:cs typeface="+mn-ea"/>
                <a:sym typeface="+mn-lt"/>
              </a:rPr>
              <a:t>2</a:t>
            </a:r>
            <a:endParaRPr lang="en-US" altLang="zh-CN" sz="2800" dirty="0">
              <a:solidFill>
                <a:schemeClr val="bg1"/>
              </a:solidFill>
              <a:latin typeface="+mn-lt"/>
              <a:ea typeface="+mn-ea"/>
              <a:cs typeface="+mn-ea"/>
              <a:sym typeface="+mn-lt"/>
            </a:endParaRPr>
          </a:p>
        </p:txBody>
      </p:sp>
      <p:sp>
        <p:nvSpPr>
          <p:cNvPr id="135226" name="Line 58">
            <a:extLst>
              <a:ext uri="{FF2B5EF4-FFF2-40B4-BE49-F238E27FC236}">
                <a16:creationId xmlns:a16="http://schemas.microsoft.com/office/drawing/2014/main" id="{7940B876-5083-4330-BD5C-FFE7C23D877E}"/>
              </a:ext>
            </a:extLst>
          </p:cNvPr>
          <p:cNvSpPr>
            <a:spLocks noChangeShapeType="1"/>
          </p:cNvSpPr>
          <p:nvPr/>
        </p:nvSpPr>
        <p:spPr bwMode="auto">
          <a:xfrm>
            <a:off x="5505450" y="1614488"/>
            <a:ext cx="1588" cy="304800"/>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227" name="Freeform 59">
            <a:extLst>
              <a:ext uri="{FF2B5EF4-FFF2-40B4-BE49-F238E27FC236}">
                <a16:creationId xmlns:a16="http://schemas.microsoft.com/office/drawing/2014/main" id="{596EA720-A031-45D2-B214-E4CD5A30805E}"/>
              </a:ext>
            </a:extLst>
          </p:cNvPr>
          <p:cNvSpPr>
            <a:spLocks noChangeArrowheads="1"/>
          </p:cNvSpPr>
          <p:nvPr/>
        </p:nvSpPr>
        <p:spPr bwMode="auto">
          <a:xfrm>
            <a:off x="5438775" y="1889125"/>
            <a:ext cx="133350" cy="122238"/>
          </a:xfrm>
          <a:custGeom>
            <a:avLst/>
            <a:gdLst>
              <a:gd name="T0" fmla="*/ 2147483646 w 84"/>
              <a:gd name="T1" fmla="*/ 2147483646 h 77"/>
              <a:gd name="T2" fmla="*/ 0 w 84"/>
              <a:gd name="T3" fmla="*/ 0 h 77"/>
              <a:gd name="T4" fmla="*/ 2147483646 w 84"/>
              <a:gd name="T5" fmla="*/ 2147483646 h 77"/>
              <a:gd name="T6" fmla="*/ 2147483646 w 84"/>
              <a:gd name="T7" fmla="*/ 2147483646 h 77"/>
              <a:gd name="T8" fmla="*/ 2147483646 w 84"/>
              <a:gd name="T9" fmla="*/ 2147483646 h 77"/>
              <a:gd name="T10" fmla="*/ 2147483646 w 84"/>
              <a:gd name="T11" fmla="*/ 0 h 77"/>
              <a:gd name="T12" fmla="*/ 2147483646 w 84"/>
              <a:gd name="T13" fmla="*/ 2147483646 h 7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7">
                <a:moveTo>
                  <a:pt x="42" y="77"/>
                </a:moveTo>
                <a:lnTo>
                  <a:pt x="0" y="0"/>
                </a:lnTo>
                <a:lnTo>
                  <a:pt x="20" y="7"/>
                </a:lnTo>
                <a:lnTo>
                  <a:pt x="42" y="10"/>
                </a:lnTo>
                <a:lnTo>
                  <a:pt x="64" y="7"/>
                </a:lnTo>
                <a:lnTo>
                  <a:pt x="84" y="0"/>
                </a:lnTo>
                <a:lnTo>
                  <a:pt x="42" y="7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5228" name="Rectangle 60">
            <a:extLst>
              <a:ext uri="{FF2B5EF4-FFF2-40B4-BE49-F238E27FC236}">
                <a16:creationId xmlns:a16="http://schemas.microsoft.com/office/drawing/2014/main" id="{EA164DC0-DF5E-4EF7-AB1F-8855D9B086DD}"/>
              </a:ext>
            </a:extLst>
          </p:cNvPr>
          <p:cNvSpPr>
            <a:spLocks noChangeArrowheads="1"/>
          </p:cNvSpPr>
          <p:nvPr/>
        </p:nvSpPr>
        <p:spPr bwMode="auto">
          <a:xfrm>
            <a:off x="5119688" y="1506538"/>
            <a:ext cx="173037"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a:solidFill>
                  <a:srgbClr val="000000"/>
                </a:solidFill>
                <a:latin typeface="+mn-lt"/>
                <a:ea typeface="+mn-ea"/>
                <a:cs typeface="+mn-ea"/>
                <a:sym typeface="+mn-lt"/>
              </a:rPr>
              <a:t>p</a:t>
            </a:r>
            <a:endParaRPr lang="en-US" altLang="zh-CN" sz="2800">
              <a:latin typeface="+mn-lt"/>
              <a:ea typeface="+mn-ea"/>
              <a:cs typeface="+mn-ea"/>
              <a:sym typeface="+mn-lt"/>
            </a:endParaRPr>
          </a:p>
        </p:txBody>
      </p:sp>
      <p:sp>
        <p:nvSpPr>
          <p:cNvPr id="135229" name="Line 61">
            <a:extLst>
              <a:ext uri="{FF2B5EF4-FFF2-40B4-BE49-F238E27FC236}">
                <a16:creationId xmlns:a16="http://schemas.microsoft.com/office/drawing/2014/main" id="{2CFBDFF0-6B79-4E14-BD33-1684C32B7BC0}"/>
              </a:ext>
            </a:extLst>
          </p:cNvPr>
          <p:cNvSpPr>
            <a:spLocks noChangeShapeType="1"/>
          </p:cNvSpPr>
          <p:nvPr/>
        </p:nvSpPr>
        <p:spPr bwMode="auto">
          <a:xfrm>
            <a:off x="5314950" y="3732213"/>
            <a:ext cx="890588" cy="1587"/>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5230" name="Freeform 62">
            <a:extLst>
              <a:ext uri="{FF2B5EF4-FFF2-40B4-BE49-F238E27FC236}">
                <a16:creationId xmlns:a16="http://schemas.microsoft.com/office/drawing/2014/main" id="{1C36313F-1AAE-405D-A6FE-4C9070B7B919}"/>
              </a:ext>
            </a:extLst>
          </p:cNvPr>
          <p:cNvSpPr>
            <a:spLocks noChangeArrowheads="1"/>
          </p:cNvSpPr>
          <p:nvPr/>
        </p:nvSpPr>
        <p:spPr bwMode="auto">
          <a:xfrm>
            <a:off x="5213350" y="3671888"/>
            <a:ext cx="133350" cy="120650"/>
          </a:xfrm>
          <a:custGeom>
            <a:avLst/>
            <a:gdLst>
              <a:gd name="T0" fmla="*/ 0 w 84"/>
              <a:gd name="T1" fmla="*/ 2147483646 h 76"/>
              <a:gd name="T2" fmla="*/ 2147483646 w 84"/>
              <a:gd name="T3" fmla="*/ 0 h 76"/>
              <a:gd name="T4" fmla="*/ 2147483646 w 84"/>
              <a:gd name="T5" fmla="*/ 2147483646 h 76"/>
              <a:gd name="T6" fmla="*/ 2147483646 w 84"/>
              <a:gd name="T7" fmla="*/ 2147483646 h 76"/>
              <a:gd name="T8" fmla="*/ 2147483646 w 84"/>
              <a:gd name="T9" fmla="*/ 2147483646 h 76"/>
              <a:gd name="T10" fmla="*/ 2147483646 w 84"/>
              <a:gd name="T11" fmla="*/ 2147483646 h 76"/>
              <a:gd name="T12" fmla="*/ 0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0" y="38"/>
                </a:moveTo>
                <a:lnTo>
                  <a:pt x="84" y="0"/>
                </a:lnTo>
                <a:lnTo>
                  <a:pt x="76" y="18"/>
                </a:lnTo>
                <a:lnTo>
                  <a:pt x="73" y="38"/>
                </a:lnTo>
                <a:lnTo>
                  <a:pt x="76" y="58"/>
                </a:lnTo>
                <a:lnTo>
                  <a:pt x="84" y="76"/>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5231" name="Rectangle 63">
            <a:extLst>
              <a:ext uri="{FF2B5EF4-FFF2-40B4-BE49-F238E27FC236}">
                <a16:creationId xmlns:a16="http://schemas.microsoft.com/office/drawing/2014/main" id="{D0F15398-E2C1-4A59-A383-500D0CA877DF}"/>
              </a:ext>
            </a:extLst>
          </p:cNvPr>
          <p:cNvSpPr>
            <a:spLocks noChangeArrowheads="1"/>
          </p:cNvSpPr>
          <p:nvPr/>
        </p:nvSpPr>
        <p:spPr bwMode="auto">
          <a:xfrm>
            <a:off x="5994400" y="3360738"/>
            <a:ext cx="134938"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a:solidFill>
                  <a:srgbClr val="000000"/>
                </a:solidFill>
                <a:latin typeface="+mn-lt"/>
                <a:ea typeface="+mn-ea"/>
                <a:cs typeface="+mn-ea"/>
                <a:sym typeface="+mn-lt"/>
              </a:rPr>
              <a:t>s</a:t>
            </a:r>
            <a:endParaRPr lang="en-US" altLang="zh-CN" sz="2800">
              <a:latin typeface="+mn-lt"/>
              <a:ea typeface="+mn-ea"/>
              <a:cs typeface="+mn-ea"/>
              <a:sym typeface="+mn-lt"/>
            </a:endParaRPr>
          </a:p>
        </p:txBody>
      </p:sp>
      <p:sp>
        <p:nvSpPr>
          <p:cNvPr id="64" name="Rectangle 4">
            <a:extLst>
              <a:ext uri="{FF2B5EF4-FFF2-40B4-BE49-F238E27FC236}">
                <a16:creationId xmlns:a16="http://schemas.microsoft.com/office/drawing/2014/main" id="{45738CD1-CB05-4030-9907-C7EC6F0506E6}"/>
              </a:ext>
            </a:extLst>
          </p:cNvPr>
          <p:cNvSpPr>
            <a:spLocks noChangeArrowheads="1"/>
          </p:cNvSpPr>
          <p:nvPr/>
        </p:nvSpPr>
        <p:spPr bwMode="auto">
          <a:xfrm>
            <a:off x="785813" y="188913"/>
            <a:ext cx="3595687"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双向链表的插入</a:t>
            </a:r>
          </a:p>
        </p:txBody>
      </p:sp>
      <p:sp>
        <p:nvSpPr>
          <p:cNvPr id="73" name="Rectangle 2">
            <a:extLst>
              <a:ext uri="{FF2B5EF4-FFF2-40B4-BE49-F238E27FC236}">
                <a16:creationId xmlns:a16="http://schemas.microsoft.com/office/drawing/2014/main" id="{46A26E08-8ECF-41CF-9BD4-C856936FFEA1}"/>
              </a:ext>
            </a:extLst>
          </p:cNvPr>
          <p:cNvSpPr>
            <a:spLocks noChangeArrowheads="1"/>
          </p:cNvSpPr>
          <p:nvPr/>
        </p:nvSpPr>
        <p:spPr bwMode="auto">
          <a:xfrm>
            <a:off x="754063" y="4673600"/>
            <a:ext cx="43434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b="1" dirty="0">
                <a:solidFill>
                  <a:srgbClr val="FF0000"/>
                </a:solidFill>
                <a:latin typeface="+mn-lt"/>
                <a:ea typeface="+mn-ea"/>
                <a:cs typeface="+mn-ea"/>
                <a:sym typeface="+mn-lt"/>
              </a:rPr>
              <a:t>1. s-&gt;prior=p-&gt;prior;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6662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6628"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矩形 7">
            <a:extLst>
              <a:ext uri="{FF2B5EF4-FFF2-40B4-BE49-F238E27FC236}">
                <a16:creationId xmlns:a16="http://schemas.microsoft.com/office/drawing/2014/main" id="{9DF84032-70E8-A740-81E3-8F75D3ECF165}"/>
              </a:ext>
            </a:extLst>
          </p:cNvPr>
          <p:cNvSpPr>
            <a:spLocks noChangeArrowheads="1"/>
          </p:cNvSpPr>
          <p:nvPr/>
        </p:nvSpPr>
        <p:spPr bwMode="auto">
          <a:xfrm>
            <a:off x="0" y="1077913"/>
            <a:ext cx="9144000" cy="3024187"/>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graphicFrame>
        <p:nvGraphicFramePr>
          <p:cNvPr id="141315" name="Object 3">
            <a:extLst>
              <a:ext uri="{FF2B5EF4-FFF2-40B4-BE49-F238E27FC236}">
                <a16:creationId xmlns:a16="http://schemas.microsoft.com/office/drawing/2014/main" id="{63850DB4-4B25-BF4B-B886-615D87F3AB01}"/>
              </a:ext>
            </a:extLst>
          </p:cNvPr>
          <p:cNvGraphicFramePr>
            <a:graphicFrameLocks/>
          </p:cNvGraphicFramePr>
          <p:nvPr/>
        </p:nvGraphicFramePr>
        <p:xfrm>
          <a:off x="971550" y="1217613"/>
          <a:ext cx="7467600" cy="2362200"/>
        </p:xfrm>
        <a:graphic>
          <a:graphicData uri="http://schemas.openxmlformats.org/presentationml/2006/ole">
            <mc:AlternateContent xmlns:mc="http://schemas.openxmlformats.org/markup-compatibility/2006">
              <mc:Choice xmlns:v="urn:schemas-microsoft-com:vml" Requires="v">
                <p:oleObj spid="_x0000_s141329" r:id="rId3" imgW="27597100" imgH="9639300" progId="Visio.Drawing.11">
                  <p:embed/>
                </p:oleObj>
              </mc:Choice>
              <mc:Fallback>
                <p:oleObj r:id="rId3" imgW="27597100" imgH="9639300" progId="Visio.Drawing.11">
                  <p:embed/>
                  <p:pic>
                    <p:nvPicPr>
                      <p:cNvPr id="0" name="Object 3"/>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71550" y="1217613"/>
                        <a:ext cx="7467600" cy="2362200"/>
                      </a:xfrm>
                      <a:prstGeom prst="rect">
                        <a:avLst/>
                      </a:prstGeom>
                      <a:solidFill>
                        <a:srgbClr val="EAEAEA"/>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7" name="Rectangle 4">
            <a:extLst>
              <a:ext uri="{FF2B5EF4-FFF2-40B4-BE49-F238E27FC236}">
                <a16:creationId xmlns:a16="http://schemas.microsoft.com/office/drawing/2014/main" id="{AEBC70B3-4E3A-43F9-9383-C758017BF53A}"/>
              </a:ext>
            </a:extLst>
          </p:cNvPr>
          <p:cNvSpPr>
            <a:spLocks noChangeArrowheads="1"/>
          </p:cNvSpPr>
          <p:nvPr/>
        </p:nvSpPr>
        <p:spPr bwMode="auto">
          <a:xfrm>
            <a:off x="785813" y="188913"/>
            <a:ext cx="3595687"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双向链表的插入</a:t>
            </a:r>
          </a:p>
        </p:txBody>
      </p:sp>
      <p:sp>
        <p:nvSpPr>
          <p:cNvPr id="50" name="Rectangle 25">
            <a:extLst>
              <a:ext uri="{FF2B5EF4-FFF2-40B4-BE49-F238E27FC236}">
                <a16:creationId xmlns:a16="http://schemas.microsoft.com/office/drawing/2014/main" id="{7ED3145E-BACA-4623-B125-B24894B6B9D7}"/>
              </a:ext>
            </a:extLst>
          </p:cNvPr>
          <p:cNvSpPr>
            <a:spLocks/>
          </p:cNvSpPr>
          <p:nvPr/>
        </p:nvSpPr>
        <p:spPr bwMode="auto">
          <a:xfrm>
            <a:off x="711200" y="5915025"/>
            <a:ext cx="411163"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Lst>
        </p:spPr>
        <p:txBody>
          <a:bodyPr lIns="0" tIns="0" rIns="0" bIns="0" anchor="ctr"/>
          <a:lstStyle>
            <a:lvl1pPr algn="ctr" eaLnBrk="0" hangingPunct="0">
              <a:defRPr sz="2100">
                <a:solidFill>
                  <a:srgbClr val="000000"/>
                </a:solidFill>
                <a:latin typeface="Gill Sans"/>
                <a:ea typeface="ヒラギノ角ゴ ProN W3"/>
                <a:cs typeface="ヒラギノ角ゴ ProN W3"/>
                <a:sym typeface="Gill Sans"/>
              </a:defRPr>
            </a:lvl1pPr>
            <a:lvl2pPr marL="742950" indent="-285750" algn="ctr" eaLnBrk="0" hangingPunct="0">
              <a:defRPr sz="2100">
                <a:solidFill>
                  <a:srgbClr val="000000"/>
                </a:solidFill>
                <a:latin typeface="Gill Sans"/>
                <a:ea typeface="ヒラギノ角ゴ ProN W3"/>
                <a:cs typeface="ヒラギノ角ゴ ProN W3"/>
                <a:sym typeface="Gill Sans"/>
              </a:defRPr>
            </a:lvl2pPr>
            <a:lvl3pPr marL="1143000" indent="-228600" algn="ctr" eaLnBrk="0" hangingPunct="0">
              <a:defRPr sz="2100">
                <a:solidFill>
                  <a:srgbClr val="000000"/>
                </a:solidFill>
                <a:latin typeface="Gill Sans"/>
                <a:ea typeface="ヒラギノ角ゴ ProN W3"/>
                <a:cs typeface="ヒラギノ角ゴ ProN W3"/>
                <a:sym typeface="Gill Sans"/>
              </a:defRPr>
            </a:lvl3pPr>
            <a:lvl4pPr marL="1600200" indent="-228600" algn="ctr" eaLnBrk="0" hangingPunct="0">
              <a:defRPr sz="2100">
                <a:solidFill>
                  <a:srgbClr val="000000"/>
                </a:solidFill>
                <a:latin typeface="Gill Sans"/>
                <a:ea typeface="ヒラギノ角ゴ ProN W3"/>
                <a:cs typeface="ヒラギノ角ゴ ProN W3"/>
                <a:sym typeface="Gill Sans"/>
              </a:defRPr>
            </a:lvl4pPr>
            <a:lvl5pPr marL="2057400" indent="-228600" algn="ctr" eaLnBrk="0" hangingPunct="0">
              <a:defRPr sz="21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9pPr>
          </a:lstStyle>
          <a:p>
            <a:pPr eaLnBrk="1" hangingPunct="1">
              <a:defRPr/>
            </a:pPr>
            <a:r>
              <a:rPr lang="en-US" altLang="zh-CN" sz="2800" dirty="0">
                <a:solidFill>
                  <a:schemeClr val="bg1"/>
                </a:solidFill>
                <a:latin typeface="+mn-lt"/>
                <a:ea typeface="+mn-ea"/>
                <a:cs typeface="+mn-ea"/>
                <a:sym typeface="+mn-lt"/>
              </a:rPr>
              <a:t>03</a:t>
            </a:r>
          </a:p>
        </p:txBody>
      </p:sp>
      <p:grpSp>
        <p:nvGrpSpPr>
          <p:cNvPr id="141318" name="组合 50">
            <a:extLst>
              <a:ext uri="{FF2B5EF4-FFF2-40B4-BE49-F238E27FC236}">
                <a16:creationId xmlns:a16="http://schemas.microsoft.com/office/drawing/2014/main" id="{24900AA1-0017-D147-8E37-79BE6B5D100C}"/>
              </a:ext>
            </a:extLst>
          </p:cNvPr>
          <p:cNvGrpSpPr>
            <a:grpSpLocks/>
          </p:cNvGrpSpPr>
          <p:nvPr/>
        </p:nvGrpSpPr>
        <p:grpSpPr bwMode="auto">
          <a:xfrm>
            <a:off x="0" y="6380163"/>
            <a:ext cx="9144000" cy="431800"/>
            <a:chOff x="0" y="6379908"/>
            <a:chExt cx="9144000" cy="432048"/>
          </a:xfrm>
        </p:grpSpPr>
        <p:grpSp>
          <p:nvGrpSpPr>
            <p:cNvPr id="141322" name="组合 5">
              <a:extLst>
                <a:ext uri="{FF2B5EF4-FFF2-40B4-BE49-F238E27FC236}">
                  <a16:creationId xmlns:a16="http://schemas.microsoft.com/office/drawing/2014/main" id="{332B8F9F-4BD5-084E-A60A-A575F9410927}"/>
                </a:ext>
              </a:extLst>
            </p:cNvPr>
            <p:cNvGrpSpPr>
              <a:grpSpLocks/>
            </p:cNvGrpSpPr>
            <p:nvPr/>
          </p:nvGrpSpPr>
          <p:grpSpPr bwMode="auto">
            <a:xfrm>
              <a:off x="0" y="6379908"/>
              <a:ext cx="9144000" cy="432048"/>
              <a:chOff x="0" y="6165304"/>
              <a:chExt cx="9144000" cy="432048"/>
            </a:xfrm>
          </p:grpSpPr>
          <p:cxnSp>
            <p:nvCxnSpPr>
              <p:cNvPr id="141324" name="直接连接符 6">
                <a:extLst>
                  <a:ext uri="{FF2B5EF4-FFF2-40B4-BE49-F238E27FC236}">
                    <a16:creationId xmlns:a16="http://schemas.microsoft.com/office/drawing/2014/main" id="{EC836BD1-E688-0843-8F56-F7E42480E92C}"/>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55" name="直接连接符 54">
                <a:extLst>
                  <a:ext uri="{FF2B5EF4-FFF2-40B4-BE49-F238E27FC236}">
                    <a16:creationId xmlns:a16="http://schemas.microsoft.com/office/drawing/2014/main" id="{D3A761C4-0809-420A-96C8-B878DCD31144}"/>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141326" name="直接连接符 8">
                <a:extLst>
                  <a:ext uri="{FF2B5EF4-FFF2-40B4-BE49-F238E27FC236}">
                    <a16:creationId xmlns:a16="http://schemas.microsoft.com/office/drawing/2014/main" id="{67043165-370A-3347-820E-29C2215EF11F}"/>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53" name="Shape 26">
              <a:extLst>
                <a:ext uri="{FF2B5EF4-FFF2-40B4-BE49-F238E27FC236}">
                  <a16:creationId xmlns:a16="http://schemas.microsoft.com/office/drawing/2014/main" id="{AAF1B98A-5ACC-4A4F-AB88-B4E08A90C669}"/>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
        <p:nvSpPr>
          <p:cNvPr id="26" name="Rectangle 4">
            <a:extLst>
              <a:ext uri="{FF2B5EF4-FFF2-40B4-BE49-F238E27FC236}">
                <a16:creationId xmlns:a16="http://schemas.microsoft.com/office/drawing/2014/main" id="{543F48A2-E4D3-493F-AC95-710DB4096A07}"/>
              </a:ext>
            </a:extLst>
          </p:cNvPr>
          <p:cNvSpPr>
            <a:spLocks noChangeArrowheads="1"/>
          </p:cNvSpPr>
          <p:nvPr/>
        </p:nvSpPr>
        <p:spPr bwMode="auto">
          <a:xfrm>
            <a:off x="781050" y="4940300"/>
            <a:ext cx="4187825"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b="1" dirty="0">
                <a:solidFill>
                  <a:srgbClr val="9476B6"/>
                </a:solidFill>
                <a:latin typeface="+mn-lt"/>
                <a:ea typeface="+mn-ea"/>
                <a:cs typeface="+mn-ea"/>
                <a:sym typeface="+mn-lt"/>
              </a:rPr>
              <a:t>2. p-&gt;prior-&gt;next=s;</a:t>
            </a:r>
          </a:p>
        </p:txBody>
      </p:sp>
      <p:sp>
        <p:nvSpPr>
          <p:cNvPr id="27" name="Rectangle 2">
            <a:extLst>
              <a:ext uri="{FF2B5EF4-FFF2-40B4-BE49-F238E27FC236}">
                <a16:creationId xmlns:a16="http://schemas.microsoft.com/office/drawing/2014/main" id="{8A86B0C6-6D41-4B4D-9DD3-0C306E35D3CB}"/>
              </a:ext>
            </a:extLst>
          </p:cNvPr>
          <p:cNvSpPr>
            <a:spLocks noChangeArrowheads="1"/>
          </p:cNvSpPr>
          <p:nvPr/>
        </p:nvSpPr>
        <p:spPr bwMode="auto">
          <a:xfrm>
            <a:off x="754063" y="4318000"/>
            <a:ext cx="43434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b="1" dirty="0">
                <a:solidFill>
                  <a:srgbClr val="FF0000"/>
                </a:solidFill>
                <a:latin typeface="+mn-lt"/>
                <a:ea typeface="+mn-ea"/>
                <a:cs typeface="+mn-ea"/>
                <a:sym typeface="+mn-lt"/>
              </a:rPr>
              <a:t>1. s-&gt;prior=p-&gt;prior;</a:t>
            </a:r>
          </a:p>
        </p:txBody>
      </p:sp>
      <p:sp>
        <p:nvSpPr>
          <p:cNvPr id="28" name="Rectangle 26">
            <a:extLst>
              <a:ext uri="{FF2B5EF4-FFF2-40B4-BE49-F238E27FC236}">
                <a16:creationId xmlns:a16="http://schemas.microsoft.com/office/drawing/2014/main" id="{F2CD5FF9-24A5-48F6-B186-CAA11E1A1AE5}"/>
              </a:ext>
            </a:extLst>
          </p:cNvPr>
          <p:cNvSpPr>
            <a:spLocks/>
          </p:cNvSpPr>
          <p:nvPr/>
        </p:nvSpPr>
        <p:spPr bwMode="auto">
          <a:xfrm>
            <a:off x="884238" y="5562600"/>
            <a:ext cx="4578350" cy="495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Lst>
        </p:spPr>
        <p:txBody>
          <a:bodyPr lIns="0" tIns="0" rIns="0" bIns="0" anchor="ctr"/>
          <a:lstStyle>
            <a:lvl1pPr algn="ctr" eaLnBrk="0" hangingPunct="0">
              <a:defRPr sz="2100">
                <a:solidFill>
                  <a:srgbClr val="000000"/>
                </a:solidFill>
                <a:latin typeface="Gill Sans"/>
                <a:ea typeface="ヒラギノ角ゴ ProN W3"/>
                <a:cs typeface="ヒラギノ角ゴ ProN W3"/>
                <a:sym typeface="Gill Sans"/>
              </a:defRPr>
            </a:lvl1pPr>
            <a:lvl2pPr marL="742950" indent="-285750" algn="ctr" eaLnBrk="0" hangingPunct="0">
              <a:defRPr sz="2100">
                <a:solidFill>
                  <a:srgbClr val="000000"/>
                </a:solidFill>
                <a:latin typeface="Gill Sans"/>
                <a:ea typeface="ヒラギノ角ゴ ProN W3"/>
                <a:cs typeface="ヒラギノ角ゴ ProN W3"/>
                <a:sym typeface="Gill Sans"/>
              </a:defRPr>
            </a:lvl2pPr>
            <a:lvl3pPr marL="1143000" indent="-228600" algn="ctr" eaLnBrk="0" hangingPunct="0">
              <a:defRPr sz="2100">
                <a:solidFill>
                  <a:srgbClr val="000000"/>
                </a:solidFill>
                <a:latin typeface="Gill Sans"/>
                <a:ea typeface="ヒラギノ角ゴ ProN W3"/>
                <a:cs typeface="ヒラギノ角ゴ ProN W3"/>
                <a:sym typeface="Gill Sans"/>
              </a:defRPr>
            </a:lvl3pPr>
            <a:lvl4pPr marL="1600200" indent="-228600" algn="ctr" eaLnBrk="0" hangingPunct="0">
              <a:defRPr sz="2100">
                <a:solidFill>
                  <a:srgbClr val="000000"/>
                </a:solidFill>
                <a:latin typeface="Gill Sans"/>
                <a:ea typeface="ヒラギノ角ゴ ProN W3"/>
                <a:cs typeface="ヒラギノ角ゴ ProN W3"/>
                <a:sym typeface="Gill Sans"/>
              </a:defRPr>
            </a:lvl4pPr>
            <a:lvl5pPr marL="2057400" indent="-228600" algn="ctr" eaLnBrk="0" hangingPunct="0">
              <a:defRPr sz="21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9pPr>
          </a:lstStyle>
          <a:p>
            <a:pPr algn="l" eaLnBrk="1" hangingPunct="1">
              <a:lnSpc>
                <a:spcPct val="110000"/>
              </a:lnSpc>
              <a:defRPr/>
            </a:pPr>
            <a:r>
              <a:rPr lang="en-US" altLang="zh-CN" sz="3600" b="1" dirty="0">
                <a:solidFill>
                  <a:srgbClr val="00B050"/>
                </a:solidFill>
                <a:cs typeface="+mn-ea"/>
                <a:sym typeface="+mn-lt"/>
              </a:rPr>
              <a:t>3. </a:t>
            </a:r>
            <a:r>
              <a:rPr lang="en-US" altLang="zh-CN" sz="3600" dirty="0">
                <a:solidFill>
                  <a:srgbClr val="00B050"/>
                </a:solidFill>
                <a:latin typeface="+mn-lt"/>
                <a:ea typeface="+mn-ea"/>
                <a:cs typeface="+mn-ea"/>
                <a:sym typeface="+mn-lt"/>
              </a:rPr>
              <a:t>s-&gt;next=p;</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矩形 100">
            <a:extLst>
              <a:ext uri="{FF2B5EF4-FFF2-40B4-BE49-F238E27FC236}">
                <a16:creationId xmlns:a16="http://schemas.microsoft.com/office/drawing/2014/main" id="{35A3A253-F316-6D4B-969A-056723D7DF97}"/>
              </a:ext>
            </a:extLst>
          </p:cNvPr>
          <p:cNvSpPr>
            <a:spLocks noChangeArrowheads="1"/>
          </p:cNvSpPr>
          <p:nvPr/>
        </p:nvSpPr>
        <p:spPr bwMode="auto">
          <a:xfrm>
            <a:off x="0" y="1285875"/>
            <a:ext cx="9144000" cy="3025775"/>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668675" name="Rectangle 3">
            <a:extLst>
              <a:ext uri="{FF2B5EF4-FFF2-40B4-BE49-F238E27FC236}">
                <a16:creationId xmlns:a16="http://schemas.microsoft.com/office/drawing/2014/main" id="{4F03CBD7-5A4E-4E23-90D9-3A92DF934527}"/>
              </a:ext>
            </a:extLst>
          </p:cNvPr>
          <p:cNvSpPr>
            <a:spLocks noChangeArrowheads="1"/>
          </p:cNvSpPr>
          <p:nvPr/>
        </p:nvSpPr>
        <p:spPr bwMode="auto">
          <a:xfrm>
            <a:off x="785813" y="6057900"/>
            <a:ext cx="2755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10000"/>
              </a:lnSpc>
              <a:defRPr/>
            </a:pPr>
            <a:r>
              <a:rPr lang="en-US" altLang="zh-CN" sz="3600" b="1" dirty="0">
                <a:solidFill>
                  <a:srgbClr val="C00000"/>
                </a:solidFill>
                <a:cs typeface="+mn-ea"/>
                <a:sym typeface="+mn-lt"/>
              </a:rPr>
              <a:t>4. </a:t>
            </a:r>
            <a:r>
              <a:rPr lang="en-US" altLang="zh-CN" sz="3600" dirty="0">
                <a:solidFill>
                  <a:srgbClr val="C00000"/>
                </a:solidFill>
                <a:latin typeface="+mn-lt"/>
                <a:ea typeface="+mn-ea"/>
                <a:cs typeface="+mn-ea"/>
                <a:sym typeface="+mn-lt"/>
              </a:rPr>
              <a:t>p-&gt;prior=s;</a:t>
            </a:r>
          </a:p>
        </p:txBody>
      </p:sp>
      <p:sp>
        <p:nvSpPr>
          <p:cNvPr id="137220" name="AutoShape 4">
            <a:extLst>
              <a:ext uri="{FF2B5EF4-FFF2-40B4-BE49-F238E27FC236}">
                <a16:creationId xmlns:a16="http://schemas.microsoft.com/office/drawing/2014/main" id="{F87541A1-57FF-4EE3-89B4-F5BA7B531AD1}"/>
              </a:ext>
            </a:extLst>
          </p:cNvPr>
          <p:cNvSpPr>
            <a:spLocks noChangeAspect="1" noChangeArrowheads="1" noTextEdit="1"/>
          </p:cNvSpPr>
          <p:nvPr/>
        </p:nvSpPr>
        <p:spPr bwMode="auto">
          <a:xfrm>
            <a:off x="820738" y="1316038"/>
            <a:ext cx="7467600" cy="2362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a:latin typeface="+mn-lt"/>
              <a:ea typeface="+mn-ea"/>
              <a:cs typeface="+mn-ea"/>
              <a:sym typeface="+mn-lt"/>
            </a:endParaRPr>
          </a:p>
        </p:txBody>
      </p:sp>
      <p:sp>
        <p:nvSpPr>
          <p:cNvPr id="137221" name="Rectangle 5">
            <a:extLst>
              <a:ext uri="{FF2B5EF4-FFF2-40B4-BE49-F238E27FC236}">
                <a16:creationId xmlns:a16="http://schemas.microsoft.com/office/drawing/2014/main" id="{AD62FD1F-36D2-44EE-A17B-6021DBAF5905}"/>
              </a:ext>
            </a:extLst>
          </p:cNvPr>
          <p:cNvSpPr>
            <a:spLocks noChangeArrowheads="1"/>
          </p:cNvSpPr>
          <p:nvPr/>
        </p:nvSpPr>
        <p:spPr bwMode="auto">
          <a:xfrm>
            <a:off x="2582863" y="1760538"/>
            <a:ext cx="584200" cy="530225"/>
          </a:xfrm>
          <a:prstGeom prst="rect">
            <a:avLst/>
          </a:prstGeom>
          <a:no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7222" name="Rectangle 6">
            <a:extLst>
              <a:ext uri="{FF2B5EF4-FFF2-40B4-BE49-F238E27FC236}">
                <a16:creationId xmlns:a16="http://schemas.microsoft.com/office/drawing/2014/main" id="{8870196A-950C-4D8F-B50F-EA4DF50E77C5}"/>
              </a:ext>
            </a:extLst>
          </p:cNvPr>
          <p:cNvSpPr>
            <a:spLocks noChangeArrowheads="1"/>
          </p:cNvSpPr>
          <p:nvPr/>
        </p:nvSpPr>
        <p:spPr bwMode="auto">
          <a:xfrm>
            <a:off x="2781300" y="1836738"/>
            <a:ext cx="153988"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dirty="0">
                <a:latin typeface="+mn-lt"/>
                <a:ea typeface="+mn-ea"/>
                <a:cs typeface="+mn-ea"/>
                <a:sym typeface="+mn-lt"/>
              </a:rPr>
              <a:t>a</a:t>
            </a:r>
            <a:endParaRPr lang="en-US" altLang="zh-CN" sz="2800" dirty="0">
              <a:latin typeface="+mn-lt"/>
              <a:ea typeface="+mn-ea"/>
              <a:cs typeface="+mn-ea"/>
              <a:sym typeface="+mn-lt"/>
            </a:endParaRPr>
          </a:p>
        </p:txBody>
      </p:sp>
      <p:sp>
        <p:nvSpPr>
          <p:cNvPr id="137223" name="Rectangle 7">
            <a:extLst>
              <a:ext uri="{FF2B5EF4-FFF2-40B4-BE49-F238E27FC236}">
                <a16:creationId xmlns:a16="http://schemas.microsoft.com/office/drawing/2014/main" id="{A5267D5D-D427-4DDB-882E-B1D8461A1F61}"/>
              </a:ext>
            </a:extLst>
          </p:cNvPr>
          <p:cNvSpPr>
            <a:spLocks noChangeArrowheads="1"/>
          </p:cNvSpPr>
          <p:nvPr/>
        </p:nvSpPr>
        <p:spPr bwMode="auto">
          <a:xfrm>
            <a:off x="1998663" y="1760538"/>
            <a:ext cx="584200" cy="530225"/>
          </a:xfrm>
          <a:prstGeom prst="rect">
            <a:avLst/>
          </a:prstGeom>
          <a:no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7224" name="Rectangle 8">
            <a:extLst>
              <a:ext uri="{FF2B5EF4-FFF2-40B4-BE49-F238E27FC236}">
                <a16:creationId xmlns:a16="http://schemas.microsoft.com/office/drawing/2014/main" id="{D5B49F52-D2EB-4243-9664-D2E830BFFEE8}"/>
              </a:ext>
            </a:extLst>
          </p:cNvPr>
          <p:cNvSpPr>
            <a:spLocks noChangeArrowheads="1"/>
          </p:cNvSpPr>
          <p:nvPr/>
        </p:nvSpPr>
        <p:spPr bwMode="auto">
          <a:xfrm>
            <a:off x="3167063" y="1760538"/>
            <a:ext cx="584200" cy="530225"/>
          </a:xfrm>
          <a:prstGeom prst="rect">
            <a:avLst/>
          </a:prstGeom>
          <a:no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7225" name="Rectangle 9">
            <a:extLst>
              <a:ext uri="{FF2B5EF4-FFF2-40B4-BE49-F238E27FC236}">
                <a16:creationId xmlns:a16="http://schemas.microsoft.com/office/drawing/2014/main" id="{598C280B-E771-4E07-ACF8-49BA635AFF05}"/>
              </a:ext>
            </a:extLst>
          </p:cNvPr>
          <p:cNvSpPr>
            <a:spLocks noChangeArrowheads="1"/>
          </p:cNvSpPr>
          <p:nvPr/>
        </p:nvSpPr>
        <p:spPr bwMode="auto">
          <a:xfrm>
            <a:off x="4629150" y="1760538"/>
            <a:ext cx="584200" cy="530225"/>
          </a:xfrm>
          <a:prstGeom prst="rect">
            <a:avLst/>
          </a:prstGeom>
          <a:no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7226" name="Rectangle 10">
            <a:extLst>
              <a:ext uri="{FF2B5EF4-FFF2-40B4-BE49-F238E27FC236}">
                <a16:creationId xmlns:a16="http://schemas.microsoft.com/office/drawing/2014/main" id="{71B60414-025C-49F4-B409-1A88A71A20DD}"/>
              </a:ext>
            </a:extLst>
          </p:cNvPr>
          <p:cNvSpPr>
            <a:spLocks noChangeArrowheads="1"/>
          </p:cNvSpPr>
          <p:nvPr/>
        </p:nvSpPr>
        <p:spPr bwMode="auto">
          <a:xfrm>
            <a:off x="5213350" y="1760538"/>
            <a:ext cx="584200" cy="530225"/>
          </a:xfrm>
          <a:prstGeom prst="rect">
            <a:avLst/>
          </a:prstGeom>
          <a:no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7227" name="Rectangle 11">
            <a:extLst>
              <a:ext uri="{FF2B5EF4-FFF2-40B4-BE49-F238E27FC236}">
                <a16:creationId xmlns:a16="http://schemas.microsoft.com/office/drawing/2014/main" id="{FFBED654-3B26-425D-AF2B-2B31B2CAB9DA}"/>
              </a:ext>
            </a:extLst>
          </p:cNvPr>
          <p:cNvSpPr>
            <a:spLocks noChangeArrowheads="1"/>
          </p:cNvSpPr>
          <p:nvPr/>
        </p:nvSpPr>
        <p:spPr bwMode="auto">
          <a:xfrm>
            <a:off x="5411788" y="1836738"/>
            <a:ext cx="173037"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dirty="0">
                <a:latin typeface="+mn-lt"/>
                <a:ea typeface="+mn-ea"/>
                <a:cs typeface="+mn-ea"/>
                <a:sym typeface="+mn-lt"/>
              </a:rPr>
              <a:t>b</a:t>
            </a:r>
            <a:endParaRPr lang="en-US" altLang="zh-CN" sz="2800" dirty="0">
              <a:latin typeface="+mn-lt"/>
              <a:ea typeface="+mn-ea"/>
              <a:cs typeface="+mn-ea"/>
              <a:sym typeface="+mn-lt"/>
            </a:endParaRPr>
          </a:p>
        </p:txBody>
      </p:sp>
      <p:sp>
        <p:nvSpPr>
          <p:cNvPr id="137228" name="Rectangle 12">
            <a:extLst>
              <a:ext uri="{FF2B5EF4-FFF2-40B4-BE49-F238E27FC236}">
                <a16:creationId xmlns:a16="http://schemas.microsoft.com/office/drawing/2014/main" id="{734EF28D-22FB-4A1E-AAB9-796421A8F385}"/>
              </a:ext>
            </a:extLst>
          </p:cNvPr>
          <p:cNvSpPr>
            <a:spLocks noChangeArrowheads="1"/>
          </p:cNvSpPr>
          <p:nvPr/>
        </p:nvSpPr>
        <p:spPr bwMode="auto">
          <a:xfrm>
            <a:off x="5797550" y="1760538"/>
            <a:ext cx="584200" cy="530225"/>
          </a:xfrm>
          <a:prstGeom prst="rect">
            <a:avLst/>
          </a:prstGeom>
          <a:no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7229" name="Rectangle 13">
            <a:extLst>
              <a:ext uri="{FF2B5EF4-FFF2-40B4-BE49-F238E27FC236}">
                <a16:creationId xmlns:a16="http://schemas.microsoft.com/office/drawing/2014/main" id="{A2668110-CF7A-4825-B213-99598A62A688}"/>
              </a:ext>
            </a:extLst>
          </p:cNvPr>
          <p:cNvSpPr>
            <a:spLocks noChangeArrowheads="1"/>
          </p:cNvSpPr>
          <p:nvPr/>
        </p:nvSpPr>
        <p:spPr bwMode="auto">
          <a:xfrm>
            <a:off x="3459163" y="3084513"/>
            <a:ext cx="584200" cy="528637"/>
          </a:xfrm>
          <a:prstGeom prst="rect">
            <a:avLst/>
          </a:prstGeom>
          <a:no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7230" name="Rectangle 14">
            <a:extLst>
              <a:ext uri="{FF2B5EF4-FFF2-40B4-BE49-F238E27FC236}">
                <a16:creationId xmlns:a16="http://schemas.microsoft.com/office/drawing/2014/main" id="{7CDD4281-6494-4CB9-ADDD-08CD1E01F4DF}"/>
              </a:ext>
            </a:extLst>
          </p:cNvPr>
          <p:cNvSpPr>
            <a:spLocks noChangeArrowheads="1"/>
          </p:cNvSpPr>
          <p:nvPr/>
        </p:nvSpPr>
        <p:spPr bwMode="auto">
          <a:xfrm>
            <a:off x="4043363" y="3084513"/>
            <a:ext cx="585787" cy="528637"/>
          </a:xfrm>
          <a:prstGeom prst="rect">
            <a:avLst/>
          </a:prstGeom>
          <a:no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7231" name="Rectangle 15">
            <a:extLst>
              <a:ext uri="{FF2B5EF4-FFF2-40B4-BE49-F238E27FC236}">
                <a16:creationId xmlns:a16="http://schemas.microsoft.com/office/drawing/2014/main" id="{281F81BF-925C-4B81-B9F8-31898A45A391}"/>
              </a:ext>
            </a:extLst>
          </p:cNvPr>
          <p:cNvSpPr>
            <a:spLocks noChangeArrowheads="1"/>
          </p:cNvSpPr>
          <p:nvPr/>
        </p:nvSpPr>
        <p:spPr bwMode="auto">
          <a:xfrm>
            <a:off x="4243388" y="3160713"/>
            <a:ext cx="173037"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dirty="0">
                <a:latin typeface="+mn-lt"/>
                <a:ea typeface="+mn-ea"/>
                <a:cs typeface="+mn-ea"/>
                <a:sym typeface="+mn-lt"/>
              </a:rPr>
              <a:t>x</a:t>
            </a:r>
            <a:endParaRPr lang="en-US" altLang="zh-CN" sz="2800" dirty="0">
              <a:latin typeface="+mn-lt"/>
              <a:ea typeface="+mn-ea"/>
              <a:cs typeface="+mn-ea"/>
              <a:sym typeface="+mn-lt"/>
            </a:endParaRPr>
          </a:p>
        </p:txBody>
      </p:sp>
      <p:sp>
        <p:nvSpPr>
          <p:cNvPr id="137232" name="Rectangle 16">
            <a:extLst>
              <a:ext uri="{FF2B5EF4-FFF2-40B4-BE49-F238E27FC236}">
                <a16:creationId xmlns:a16="http://schemas.microsoft.com/office/drawing/2014/main" id="{63E42DE8-254D-4102-9917-29C21765509A}"/>
              </a:ext>
            </a:extLst>
          </p:cNvPr>
          <p:cNvSpPr>
            <a:spLocks noChangeArrowheads="1"/>
          </p:cNvSpPr>
          <p:nvPr/>
        </p:nvSpPr>
        <p:spPr bwMode="auto">
          <a:xfrm>
            <a:off x="4629150" y="3084513"/>
            <a:ext cx="584200" cy="528637"/>
          </a:xfrm>
          <a:prstGeom prst="rect">
            <a:avLst/>
          </a:prstGeom>
          <a:noFill/>
          <a:ln w="14288">
            <a:solidFill>
              <a:srgbClr val="000000"/>
            </a:solidFill>
            <a:miter lim="800000"/>
            <a:headEnd/>
            <a:tailEnd/>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37233" name="Line 17">
            <a:extLst>
              <a:ext uri="{FF2B5EF4-FFF2-40B4-BE49-F238E27FC236}">
                <a16:creationId xmlns:a16="http://schemas.microsoft.com/office/drawing/2014/main" id="{791B08C5-069E-413A-9CAE-8C5A586E21D2}"/>
              </a:ext>
            </a:extLst>
          </p:cNvPr>
          <p:cNvSpPr>
            <a:spLocks noChangeShapeType="1"/>
          </p:cNvSpPr>
          <p:nvPr/>
        </p:nvSpPr>
        <p:spPr bwMode="auto">
          <a:xfrm>
            <a:off x="1558925" y="1892300"/>
            <a:ext cx="338138"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34" name="Freeform 18">
            <a:extLst>
              <a:ext uri="{FF2B5EF4-FFF2-40B4-BE49-F238E27FC236}">
                <a16:creationId xmlns:a16="http://schemas.microsoft.com/office/drawing/2014/main" id="{5C0D8DAF-5107-4CBD-A2DC-631720B6740C}"/>
              </a:ext>
            </a:extLst>
          </p:cNvPr>
          <p:cNvSpPr>
            <a:spLocks noChangeArrowheads="1"/>
          </p:cNvSpPr>
          <p:nvPr/>
        </p:nvSpPr>
        <p:spPr bwMode="auto">
          <a:xfrm>
            <a:off x="1865313" y="1831975"/>
            <a:ext cx="133350" cy="120650"/>
          </a:xfrm>
          <a:custGeom>
            <a:avLst/>
            <a:gdLst>
              <a:gd name="T0" fmla="*/ 2147483646 w 84"/>
              <a:gd name="T1" fmla="*/ 2147483646 h 76"/>
              <a:gd name="T2" fmla="*/ 0 w 84"/>
              <a:gd name="T3" fmla="*/ 2147483646 h 76"/>
              <a:gd name="T4" fmla="*/ 2147483646 w 84"/>
              <a:gd name="T5" fmla="*/ 2147483646 h 76"/>
              <a:gd name="T6" fmla="*/ 2147483646 w 84"/>
              <a:gd name="T7" fmla="*/ 2147483646 h 76"/>
              <a:gd name="T8" fmla="*/ 2147483646 w 84"/>
              <a:gd name="T9" fmla="*/ 2147483646 h 76"/>
              <a:gd name="T10" fmla="*/ 0 w 84"/>
              <a:gd name="T11" fmla="*/ 0 h 76"/>
              <a:gd name="T12" fmla="*/ 2147483646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84" y="38"/>
                </a:moveTo>
                <a:lnTo>
                  <a:pt x="0" y="76"/>
                </a:lnTo>
                <a:lnTo>
                  <a:pt x="6" y="58"/>
                </a:lnTo>
                <a:lnTo>
                  <a:pt x="9" y="38"/>
                </a:lnTo>
                <a:lnTo>
                  <a:pt x="6" y="19"/>
                </a:lnTo>
                <a:lnTo>
                  <a:pt x="0" y="0"/>
                </a:lnTo>
                <a:lnTo>
                  <a:pt x="8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7235" name="Line 19">
            <a:extLst>
              <a:ext uri="{FF2B5EF4-FFF2-40B4-BE49-F238E27FC236}">
                <a16:creationId xmlns:a16="http://schemas.microsoft.com/office/drawing/2014/main" id="{F963AD99-1BBC-4D32-88BE-17E52659A826}"/>
              </a:ext>
            </a:extLst>
          </p:cNvPr>
          <p:cNvSpPr>
            <a:spLocks noChangeShapeType="1"/>
          </p:cNvSpPr>
          <p:nvPr/>
        </p:nvSpPr>
        <p:spPr bwMode="auto">
          <a:xfrm>
            <a:off x="1660525" y="2159000"/>
            <a:ext cx="630238"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36" name="Freeform 20">
            <a:extLst>
              <a:ext uri="{FF2B5EF4-FFF2-40B4-BE49-F238E27FC236}">
                <a16:creationId xmlns:a16="http://schemas.microsoft.com/office/drawing/2014/main" id="{381A900D-6BCF-4FE4-B716-41499F57B98A}"/>
              </a:ext>
            </a:extLst>
          </p:cNvPr>
          <p:cNvSpPr>
            <a:spLocks noChangeArrowheads="1"/>
          </p:cNvSpPr>
          <p:nvPr/>
        </p:nvSpPr>
        <p:spPr bwMode="auto">
          <a:xfrm>
            <a:off x="1558925" y="2098675"/>
            <a:ext cx="133350" cy="120650"/>
          </a:xfrm>
          <a:custGeom>
            <a:avLst/>
            <a:gdLst>
              <a:gd name="T0" fmla="*/ 0 w 84"/>
              <a:gd name="T1" fmla="*/ 2147483646 h 76"/>
              <a:gd name="T2" fmla="*/ 2147483646 w 84"/>
              <a:gd name="T3" fmla="*/ 2147483646 h 76"/>
              <a:gd name="T4" fmla="*/ 2147483646 w 84"/>
              <a:gd name="T5" fmla="*/ 2147483646 h 76"/>
              <a:gd name="T6" fmla="*/ 2147483646 w 84"/>
              <a:gd name="T7" fmla="*/ 2147483646 h 76"/>
              <a:gd name="T8" fmla="*/ 2147483646 w 84"/>
              <a:gd name="T9" fmla="*/ 2147483646 h 76"/>
              <a:gd name="T10" fmla="*/ 2147483646 w 84"/>
              <a:gd name="T11" fmla="*/ 0 h 76"/>
              <a:gd name="T12" fmla="*/ 0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0" y="38"/>
                </a:moveTo>
                <a:lnTo>
                  <a:pt x="84" y="76"/>
                </a:lnTo>
                <a:lnTo>
                  <a:pt x="78" y="56"/>
                </a:lnTo>
                <a:lnTo>
                  <a:pt x="75" y="38"/>
                </a:lnTo>
                <a:lnTo>
                  <a:pt x="78" y="18"/>
                </a:lnTo>
                <a:lnTo>
                  <a:pt x="84" y="0"/>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7237" name="Line 21">
            <a:extLst>
              <a:ext uri="{FF2B5EF4-FFF2-40B4-BE49-F238E27FC236}">
                <a16:creationId xmlns:a16="http://schemas.microsoft.com/office/drawing/2014/main" id="{5F4034D5-02BD-417E-8F40-3BA8A22F1891}"/>
              </a:ext>
            </a:extLst>
          </p:cNvPr>
          <p:cNvSpPr>
            <a:spLocks noChangeShapeType="1"/>
          </p:cNvSpPr>
          <p:nvPr/>
        </p:nvSpPr>
        <p:spPr bwMode="auto">
          <a:xfrm>
            <a:off x="3605213" y="1892300"/>
            <a:ext cx="922337"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38" name="Freeform 22">
            <a:extLst>
              <a:ext uri="{FF2B5EF4-FFF2-40B4-BE49-F238E27FC236}">
                <a16:creationId xmlns:a16="http://schemas.microsoft.com/office/drawing/2014/main" id="{A195EE6C-E4FA-4D4C-94DC-7E90D0AE68AB}"/>
              </a:ext>
            </a:extLst>
          </p:cNvPr>
          <p:cNvSpPr>
            <a:spLocks noChangeArrowheads="1"/>
          </p:cNvSpPr>
          <p:nvPr/>
        </p:nvSpPr>
        <p:spPr bwMode="auto">
          <a:xfrm>
            <a:off x="4495800" y="1831975"/>
            <a:ext cx="133350" cy="120650"/>
          </a:xfrm>
          <a:custGeom>
            <a:avLst/>
            <a:gdLst>
              <a:gd name="T0" fmla="*/ 2147483646 w 84"/>
              <a:gd name="T1" fmla="*/ 2147483646 h 76"/>
              <a:gd name="T2" fmla="*/ 0 w 84"/>
              <a:gd name="T3" fmla="*/ 2147483646 h 76"/>
              <a:gd name="T4" fmla="*/ 2147483646 w 84"/>
              <a:gd name="T5" fmla="*/ 2147483646 h 76"/>
              <a:gd name="T6" fmla="*/ 2147483646 w 84"/>
              <a:gd name="T7" fmla="*/ 2147483646 h 76"/>
              <a:gd name="T8" fmla="*/ 2147483646 w 84"/>
              <a:gd name="T9" fmla="*/ 2147483646 h 76"/>
              <a:gd name="T10" fmla="*/ 0 w 84"/>
              <a:gd name="T11" fmla="*/ 0 h 76"/>
              <a:gd name="T12" fmla="*/ 2147483646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84" y="38"/>
                </a:moveTo>
                <a:lnTo>
                  <a:pt x="0" y="76"/>
                </a:lnTo>
                <a:lnTo>
                  <a:pt x="6" y="58"/>
                </a:lnTo>
                <a:lnTo>
                  <a:pt x="9" y="38"/>
                </a:lnTo>
                <a:lnTo>
                  <a:pt x="6" y="19"/>
                </a:lnTo>
                <a:lnTo>
                  <a:pt x="0" y="0"/>
                </a:lnTo>
                <a:lnTo>
                  <a:pt x="8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7239" name="Line 23">
            <a:extLst>
              <a:ext uri="{FF2B5EF4-FFF2-40B4-BE49-F238E27FC236}">
                <a16:creationId xmlns:a16="http://schemas.microsoft.com/office/drawing/2014/main" id="{39E438C6-2AED-4AF4-AFC0-BB428624AAD8}"/>
              </a:ext>
            </a:extLst>
          </p:cNvPr>
          <p:cNvSpPr>
            <a:spLocks noChangeShapeType="1"/>
          </p:cNvSpPr>
          <p:nvPr/>
        </p:nvSpPr>
        <p:spPr bwMode="auto">
          <a:xfrm>
            <a:off x="3852863" y="2159000"/>
            <a:ext cx="922337"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40" name="Freeform 24">
            <a:extLst>
              <a:ext uri="{FF2B5EF4-FFF2-40B4-BE49-F238E27FC236}">
                <a16:creationId xmlns:a16="http://schemas.microsoft.com/office/drawing/2014/main" id="{9A327228-4838-4E30-96A0-9C3A7FBC9C1E}"/>
              </a:ext>
            </a:extLst>
          </p:cNvPr>
          <p:cNvSpPr>
            <a:spLocks noChangeArrowheads="1"/>
          </p:cNvSpPr>
          <p:nvPr/>
        </p:nvSpPr>
        <p:spPr bwMode="auto">
          <a:xfrm>
            <a:off x="3751263" y="2098675"/>
            <a:ext cx="133350" cy="120650"/>
          </a:xfrm>
          <a:custGeom>
            <a:avLst/>
            <a:gdLst>
              <a:gd name="T0" fmla="*/ 0 w 84"/>
              <a:gd name="T1" fmla="*/ 2147483646 h 76"/>
              <a:gd name="T2" fmla="*/ 2147483646 w 84"/>
              <a:gd name="T3" fmla="*/ 2147483646 h 76"/>
              <a:gd name="T4" fmla="*/ 2147483646 w 84"/>
              <a:gd name="T5" fmla="*/ 2147483646 h 76"/>
              <a:gd name="T6" fmla="*/ 2147483646 w 84"/>
              <a:gd name="T7" fmla="*/ 2147483646 h 76"/>
              <a:gd name="T8" fmla="*/ 2147483646 w 84"/>
              <a:gd name="T9" fmla="*/ 2147483646 h 76"/>
              <a:gd name="T10" fmla="*/ 2147483646 w 84"/>
              <a:gd name="T11" fmla="*/ 0 h 76"/>
              <a:gd name="T12" fmla="*/ 0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0" y="38"/>
                </a:moveTo>
                <a:lnTo>
                  <a:pt x="84" y="76"/>
                </a:lnTo>
                <a:lnTo>
                  <a:pt x="78" y="56"/>
                </a:lnTo>
                <a:lnTo>
                  <a:pt x="75" y="38"/>
                </a:lnTo>
                <a:lnTo>
                  <a:pt x="78" y="18"/>
                </a:lnTo>
                <a:lnTo>
                  <a:pt x="84" y="0"/>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7241" name="Line 25">
            <a:extLst>
              <a:ext uri="{FF2B5EF4-FFF2-40B4-BE49-F238E27FC236}">
                <a16:creationId xmlns:a16="http://schemas.microsoft.com/office/drawing/2014/main" id="{146545A5-F888-4DBD-9909-0EBB42308F41}"/>
              </a:ext>
            </a:extLst>
          </p:cNvPr>
          <p:cNvSpPr>
            <a:spLocks noChangeShapeType="1"/>
          </p:cNvSpPr>
          <p:nvPr/>
        </p:nvSpPr>
        <p:spPr bwMode="auto">
          <a:xfrm>
            <a:off x="6235700" y="1892300"/>
            <a:ext cx="922338"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42" name="Freeform 26">
            <a:extLst>
              <a:ext uri="{FF2B5EF4-FFF2-40B4-BE49-F238E27FC236}">
                <a16:creationId xmlns:a16="http://schemas.microsoft.com/office/drawing/2014/main" id="{A4C43EC4-F609-4585-AB6F-305A18D20676}"/>
              </a:ext>
            </a:extLst>
          </p:cNvPr>
          <p:cNvSpPr>
            <a:spLocks noChangeArrowheads="1"/>
          </p:cNvSpPr>
          <p:nvPr/>
        </p:nvSpPr>
        <p:spPr bwMode="auto">
          <a:xfrm>
            <a:off x="7126288" y="1831975"/>
            <a:ext cx="133350" cy="120650"/>
          </a:xfrm>
          <a:custGeom>
            <a:avLst/>
            <a:gdLst>
              <a:gd name="T0" fmla="*/ 2147483646 w 84"/>
              <a:gd name="T1" fmla="*/ 2147483646 h 76"/>
              <a:gd name="T2" fmla="*/ 0 w 84"/>
              <a:gd name="T3" fmla="*/ 2147483646 h 76"/>
              <a:gd name="T4" fmla="*/ 2147483646 w 84"/>
              <a:gd name="T5" fmla="*/ 2147483646 h 76"/>
              <a:gd name="T6" fmla="*/ 2147483646 w 84"/>
              <a:gd name="T7" fmla="*/ 2147483646 h 76"/>
              <a:gd name="T8" fmla="*/ 2147483646 w 84"/>
              <a:gd name="T9" fmla="*/ 2147483646 h 76"/>
              <a:gd name="T10" fmla="*/ 0 w 84"/>
              <a:gd name="T11" fmla="*/ 0 h 76"/>
              <a:gd name="T12" fmla="*/ 2147483646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84" y="38"/>
                </a:moveTo>
                <a:lnTo>
                  <a:pt x="0" y="76"/>
                </a:lnTo>
                <a:lnTo>
                  <a:pt x="6" y="58"/>
                </a:lnTo>
                <a:lnTo>
                  <a:pt x="9" y="38"/>
                </a:lnTo>
                <a:lnTo>
                  <a:pt x="6" y="19"/>
                </a:lnTo>
                <a:lnTo>
                  <a:pt x="0" y="0"/>
                </a:lnTo>
                <a:lnTo>
                  <a:pt x="8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7243" name="Line 27">
            <a:extLst>
              <a:ext uri="{FF2B5EF4-FFF2-40B4-BE49-F238E27FC236}">
                <a16:creationId xmlns:a16="http://schemas.microsoft.com/office/drawing/2014/main" id="{0483158D-A81C-452E-B35A-1F95A58F1AA3}"/>
              </a:ext>
            </a:extLst>
          </p:cNvPr>
          <p:cNvSpPr>
            <a:spLocks noChangeShapeType="1"/>
          </p:cNvSpPr>
          <p:nvPr/>
        </p:nvSpPr>
        <p:spPr bwMode="auto">
          <a:xfrm>
            <a:off x="6483350" y="2159000"/>
            <a:ext cx="922338" cy="1588"/>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44" name="Freeform 28">
            <a:extLst>
              <a:ext uri="{FF2B5EF4-FFF2-40B4-BE49-F238E27FC236}">
                <a16:creationId xmlns:a16="http://schemas.microsoft.com/office/drawing/2014/main" id="{9D0DC3C3-0874-4A0F-8ACC-C5D10C60EE77}"/>
              </a:ext>
            </a:extLst>
          </p:cNvPr>
          <p:cNvSpPr>
            <a:spLocks noChangeArrowheads="1"/>
          </p:cNvSpPr>
          <p:nvPr/>
        </p:nvSpPr>
        <p:spPr bwMode="auto">
          <a:xfrm>
            <a:off x="6381750" y="2098675"/>
            <a:ext cx="133350" cy="120650"/>
          </a:xfrm>
          <a:custGeom>
            <a:avLst/>
            <a:gdLst>
              <a:gd name="T0" fmla="*/ 0 w 84"/>
              <a:gd name="T1" fmla="*/ 2147483646 h 76"/>
              <a:gd name="T2" fmla="*/ 2147483646 w 84"/>
              <a:gd name="T3" fmla="*/ 2147483646 h 76"/>
              <a:gd name="T4" fmla="*/ 2147483646 w 84"/>
              <a:gd name="T5" fmla="*/ 2147483646 h 76"/>
              <a:gd name="T6" fmla="*/ 2147483646 w 84"/>
              <a:gd name="T7" fmla="*/ 2147483646 h 76"/>
              <a:gd name="T8" fmla="*/ 2147483646 w 84"/>
              <a:gd name="T9" fmla="*/ 2147483646 h 76"/>
              <a:gd name="T10" fmla="*/ 2147483646 w 84"/>
              <a:gd name="T11" fmla="*/ 0 h 76"/>
              <a:gd name="T12" fmla="*/ 0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0" y="38"/>
                </a:moveTo>
                <a:lnTo>
                  <a:pt x="84" y="76"/>
                </a:lnTo>
                <a:lnTo>
                  <a:pt x="78" y="56"/>
                </a:lnTo>
                <a:lnTo>
                  <a:pt x="74" y="38"/>
                </a:lnTo>
                <a:lnTo>
                  <a:pt x="78" y="18"/>
                </a:lnTo>
                <a:lnTo>
                  <a:pt x="84" y="0"/>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7245" name="Rectangle 29">
            <a:extLst>
              <a:ext uri="{FF2B5EF4-FFF2-40B4-BE49-F238E27FC236}">
                <a16:creationId xmlns:a16="http://schemas.microsoft.com/office/drawing/2014/main" id="{CDD259EE-6508-4937-9E8A-DEDA1238B622}"/>
              </a:ext>
            </a:extLst>
          </p:cNvPr>
          <p:cNvSpPr>
            <a:spLocks noChangeArrowheads="1"/>
          </p:cNvSpPr>
          <p:nvPr/>
        </p:nvSpPr>
        <p:spPr bwMode="auto">
          <a:xfrm>
            <a:off x="7564438" y="1760538"/>
            <a:ext cx="260350"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a:solidFill>
                  <a:srgbClr val="000000"/>
                </a:solidFill>
                <a:latin typeface="+mn-lt"/>
                <a:ea typeface="+mn-ea"/>
                <a:cs typeface="+mn-ea"/>
                <a:sym typeface="+mn-lt"/>
              </a:rPr>
              <a:t>...</a:t>
            </a:r>
            <a:endParaRPr lang="en-US" altLang="zh-CN" sz="2800">
              <a:latin typeface="+mn-lt"/>
              <a:ea typeface="+mn-ea"/>
              <a:cs typeface="+mn-ea"/>
              <a:sym typeface="+mn-lt"/>
            </a:endParaRPr>
          </a:p>
        </p:txBody>
      </p:sp>
      <p:sp>
        <p:nvSpPr>
          <p:cNvPr id="137246" name="Rectangle 30">
            <a:extLst>
              <a:ext uri="{FF2B5EF4-FFF2-40B4-BE49-F238E27FC236}">
                <a16:creationId xmlns:a16="http://schemas.microsoft.com/office/drawing/2014/main" id="{FD20C729-5F3F-4BB5-A980-45CA567CA07D}"/>
              </a:ext>
            </a:extLst>
          </p:cNvPr>
          <p:cNvSpPr>
            <a:spLocks noChangeArrowheads="1"/>
          </p:cNvSpPr>
          <p:nvPr/>
        </p:nvSpPr>
        <p:spPr bwMode="auto">
          <a:xfrm>
            <a:off x="1004888" y="1760538"/>
            <a:ext cx="260350"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a:solidFill>
                  <a:srgbClr val="000000"/>
                </a:solidFill>
                <a:latin typeface="+mn-lt"/>
                <a:ea typeface="+mn-ea"/>
                <a:cs typeface="+mn-ea"/>
                <a:sym typeface="+mn-lt"/>
              </a:rPr>
              <a:t>...</a:t>
            </a:r>
            <a:endParaRPr lang="en-US" altLang="zh-CN" sz="2800">
              <a:latin typeface="+mn-lt"/>
              <a:ea typeface="+mn-ea"/>
              <a:cs typeface="+mn-ea"/>
              <a:sym typeface="+mn-lt"/>
            </a:endParaRPr>
          </a:p>
        </p:txBody>
      </p:sp>
      <p:sp>
        <p:nvSpPr>
          <p:cNvPr id="137247" name="Line 31">
            <a:extLst>
              <a:ext uri="{FF2B5EF4-FFF2-40B4-BE49-F238E27FC236}">
                <a16:creationId xmlns:a16="http://schemas.microsoft.com/office/drawing/2014/main" id="{E0494BCE-8682-4829-BDC2-3900D11E48DA}"/>
              </a:ext>
            </a:extLst>
          </p:cNvPr>
          <p:cNvSpPr>
            <a:spLocks noChangeShapeType="1"/>
          </p:cNvSpPr>
          <p:nvPr/>
        </p:nvSpPr>
        <p:spPr bwMode="auto">
          <a:xfrm flipH="1">
            <a:off x="3632200" y="3348038"/>
            <a:ext cx="119063" cy="1587"/>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48" name="Line 32">
            <a:extLst>
              <a:ext uri="{FF2B5EF4-FFF2-40B4-BE49-F238E27FC236}">
                <a16:creationId xmlns:a16="http://schemas.microsoft.com/office/drawing/2014/main" id="{7EC67021-CA70-436D-BAF5-F087F362E9DA}"/>
              </a:ext>
            </a:extLst>
          </p:cNvPr>
          <p:cNvSpPr>
            <a:spLocks noChangeShapeType="1"/>
          </p:cNvSpPr>
          <p:nvPr/>
        </p:nvSpPr>
        <p:spPr bwMode="auto">
          <a:xfrm flipH="1">
            <a:off x="3438525" y="3348038"/>
            <a:ext cx="119063" cy="1587"/>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49" name="Line 33">
            <a:extLst>
              <a:ext uri="{FF2B5EF4-FFF2-40B4-BE49-F238E27FC236}">
                <a16:creationId xmlns:a16="http://schemas.microsoft.com/office/drawing/2014/main" id="{04281D3E-FCF2-42B3-87EE-09ED0863248D}"/>
              </a:ext>
            </a:extLst>
          </p:cNvPr>
          <p:cNvSpPr>
            <a:spLocks noChangeShapeType="1"/>
          </p:cNvSpPr>
          <p:nvPr/>
        </p:nvSpPr>
        <p:spPr bwMode="auto">
          <a:xfrm flipH="1">
            <a:off x="3246438" y="3348038"/>
            <a:ext cx="119062" cy="1587"/>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50" name="Line 34">
            <a:extLst>
              <a:ext uri="{FF2B5EF4-FFF2-40B4-BE49-F238E27FC236}">
                <a16:creationId xmlns:a16="http://schemas.microsoft.com/office/drawing/2014/main" id="{91C2C77F-22DA-4C77-9269-396F299847E2}"/>
              </a:ext>
            </a:extLst>
          </p:cNvPr>
          <p:cNvSpPr>
            <a:spLocks noChangeShapeType="1"/>
          </p:cNvSpPr>
          <p:nvPr/>
        </p:nvSpPr>
        <p:spPr bwMode="auto">
          <a:xfrm flipH="1">
            <a:off x="3052763" y="3348038"/>
            <a:ext cx="119062" cy="1587"/>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51" name="Freeform 35">
            <a:extLst>
              <a:ext uri="{FF2B5EF4-FFF2-40B4-BE49-F238E27FC236}">
                <a16:creationId xmlns:a16="http://schemas.microsoft.com/office/drawing/2014/main" id="{41B7250B-5BE7-4F49-8A31-58743B6114C3}"/>
              </a:ext>
            </a:extLst>
          </p:cNvPr>
          <p:cNvSpPr>
            <a:spLocks noChangeArrowheads="1"/>
          </p:cNvSpPr>
          <p:nvPr/>
        </p:nvSpPr>
        <p:spPr bwMode="auto">
          <a:xfrm>
            <a:off x="2874963" y="3335338"/>
            <a:ext cx="103187" cy="12700"/>
          </a:xfrm>
          <a:custGeom>
            <a:avLst/>
            <a:gdLst>
              <a:gd name="T0" fmla="*/ 2147483646 w 42"/>
              <a:gd name="T1" fmla="*/ 2147483646 h 6"/>
              <a:gd name="T2" fmla="*/ 0 w 42"/>
              <a:gd name="T3" fmla="*/ 2147483646 h 6"/>
              <a:gd name="T4" fmla="*/ 0 w 42"/>
              <a:gd name="T5" fmla="*/ 0 h 6"/>
              <a:gd name="T6" fmla="*/ 0 60000 65536"/>
              <a:gd name="T7" fmla="*/ 0 60000 65536"/>
              <a:gd name="T8" fmla="*/ 0 60000 65536"/>
            </a:gdLst>
            <a:ahLst/>
            <a:cxnLst>
              <a:cxn ang="T6">
                <a:pos x="T0" y="T1"/>
              </a:cxn>
              <a:cxn ang="T7">
                <a:pos x="T2" y="T3"/>
              </a:cxn>
              <a:cxn ang="T8">
                <a:pos x="T4" y="T5"/>
              </a:cxn>
            </a:cxnLst>
            <a:rect l="0" t="0" r="r" b="b"/>
            <a:pathLst>
              <a:path w="42" h="6">
                <a:moveTo>
                  <a:pt x="42" y="6"/>
                </a:moveTo>
                <a:lnTo>
                  <a:pt x="0" y="6"/>
                </a:lnTo>
                <a:lnTo>
                  <a:pt x="0" y="0"/>
                </a:lnTo>
              </a:path>
            </a:pathLst>
          </a:custGeom>
          <a:noFill/>
          <a:ln w="14288">
            <a:solidFill>
              <a:srgbClr val="00FFFF"/>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52" name="Line 36">
            <a:extLst>
              <a:ext uri="{FF2B5EF4-FFF2-40B4-BE49-F238E27FC236}">
                <a16:creationId xmlns:a16="http://schemas.microsoft.com/office/drawing/2014/main" id="{921735C0-CCA5-4A03-B422-59BEA1E41D76}"/>
              </a:ext>
            </a:extLst>
          </p:cNvPr>
          <p:cNvSpPr>
            <a:spLocks noChangeShapeType="1"/>
          </p:cNvSpPr>
          <p:nvPr/>
        </p:nvSpPr>
        <p:spPr bwMode="auto">
          <a:xfrm flipV="1">
            <a:off x="2874963" y="3160713"/>
            <a:ext cx="1587" cy="107950"/>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53" name="Line 37">
            <a:extLst>
              <a:ext uri="{FF2B5EF4-FFF2-40B4-BE49-F238E27FC236}">
                <a16:creationId xmlns:a16="http://schemas.microsoft.com/office/drawing/2014/main" id="{094AE2E1-DE2A-464D-8280-46CE2E16E462}"/>
              </a:ext>
            </a:extLst>
          </p:cNvPr>
          <p:cNvSpPr>
            <a:spLocks noChangeShapeType="1"/>
          </p:cNvSpPr>
          <p:nvPr/>
        </p:nvSpPr>
        <p:spPr bwMode="auto">
          <a:xfrm flipV="1">
            <a:off x="2874963" y="2986088"/>
            <a:ext cx="1587" cy="107950"/>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54" name="Line 38">
            <a:extLst>
              <a:ext uri="{FF2B5EF4-FFF2-40B4-BE49-F238E27FC236}">
                <a16:creationId xmlns:a16="http://schemas.microsoft.com/office/drawing/2014/main" id="{19A88AC2-82FA-48C4-8D30-0D00BCCF8238}"/>
              </a:ext>
            </a:extLst>
          </p:cNvPr>
          <p:cNvSpPr>
            <a:spLocks noChangeShapeType="1"/>
          </p:cNvSpPr>
          <p:nvPr/>
        </p:nvSpPr>
        <p:spPr bwMode="auto">
          <a:xfrm flipV="1">
            <a:off x="2874963" y="2811463"/>
            <a:ext cx="1587" cy="106362"/>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55" name="Line 39">
            <a:extLst>
              <a:ext uri="{FF2B5EF4-FFF2-40B4-BE49-F238E27FC236}">
                <a16:creationId xmlns:a16="http://schemas.microsoft.com/office/drawing/2014/main" id="{7568F84C-4217-4338-B039-84C09BC20B8D}"/>
              </a:ext>
            </a:extLst>
          </p:cNvPr>
          <p:cNvSpPr>
            <a:spLocks noChangeShapeType="1"/>
          </p:cNvSpPr>
          <p:nvPr/>
        </p:nvSpPr>
        <p:spPr bwMode="auto">
          <a:xfrm flipV="1">
            <a:off x="2874963" y="2636838"/>
            <a:ext cx="1587" cy="106362"/>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56" name="Line 40">
            <a:extLst>
              <a:ext uri="{FF2B5EF4-FFF2-40B4-BE49-F238E27FC236}">
                <a16:creationId xmlns:a16="http://schemas.microsoft.com/office/drawing/2014/main" id="{390F3B3D-A606-4CDA-AFAF-62944D5650AA}"/>
              </a:ext>
            </a:extLst>
          </p:cNvPr>
          <p:cNvSpPr>
            <a:spLocks noChangeShapeType="1"/>
          </p:cNvSpPr>
          <p:nvPr/>
        </p:nvSpPr>
        <p:spPr bwMode="auto">
          <a:xfrm flipV="1">
            <a:off x="2874963" y="2460625"/>
            <a:ext cx="1587" cy="107950"/>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57" name="Line 41">
            <a:extLst>
              <a:ext uri="{FF2B5EF4-FFF2-40B4-BE49-F238E27FC236}">
                <a16:creationId xmlns:a16="http://schemas.microsoft.com/office/drawing/2014/main" id="{90A48B75-6C3A-4A13-9A12-68A5DC292FE2}"/>
              </a:ext>
            </a:extLst>
          </p:cNvPr>
          <p:cNvSpPr>
            <a:spLocks noChangeShapeType="1"/>
          </p:cNvSpPr>
          <p:nvPr/>
        </p:nvSpPr>
        <p:spPr bwMode="auto">
          <a:xfrm flipV="1">
            <a:off x="2874963" y="2381250"/>
            <a:ext cx="1587" cy="12700"/>
          </a:xfrm>
          <a:prstGeom prst="line">
            <a:avLst/>
          </a:prstGeom>
          <a:noFill/>
          <a:ln w="14288">
            <a:solidFill>
              <a:srgbClr val="00FFFF"/>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58" name="Freeform 42">
            <a:extLst>
              <a:ext uri="{FF2B5EF4-FFF2-40B4-BE49-F238E27FC236}">
                <a16:creationId xmlns:a16="http://schemas.microsoft.com/office/drawing/2014/main" id="{43BF5F51-1AC0-46F2-8898-6E525B3D16F0}"/>
              </a:ext>
            </a:extLst>
          </p:cNvPr>
          <p:cNvSpPr>
            <a:spLocks noChangeArrowheads="1"/>
          </p:cNvSpPr>
          <p:nvPr/>
        </p:nvSpPr>
        <p:spPr bwMode="auto">
          <a:xfrm>
            <a:off x="2808288" y="2290763"/>
            <a:ext cx="133350" cy="120650"/>
          </a:xfrm>
          <a:custGeom>
            <a:avLst/>
            <a:gdLst>
              <a:gd name="T0" fmla="*/ 2147483646 w 84"/>
              <a:gd name="T1" fmla="*/ 0 h 76"/>
              <a:gd name="T2" fmla="*/ 2147483646 w 84"/>
              <a:gd name="T3" fmla="*/ 2147483646 h 76"/>
              <a:gd name="T4" fmla="*/ 2147483646 w 84"/>
              <a:gd name="T5" fmla="*/ 2147483646 h 76"/>
              <a:gd name="T6" fmla="*/ 2147483646 w 84"/>
              <a:gd name="T7" fmla="*/ 2147483646 h 76"/>
              <a:gd name="T8" fmla="*/ 2147483646 w 84"/>
              <a:gd name="T9" fmla="*/ 2147483646 h 76"/>
              <a:gd name="T10" fmla="*/ 0 w 84"/>
              <a:gd name="T11" fmla="*/ 2147483646 h 76"/>
              <a:gd name="T12" fmla="*/ 2147483646 w 84"/>
              <a:gd name="T13" fmla="*/ 0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42" y="0"/>
                </a:moveTo>
                <a:lnTo>
                  <a:pt x="84" y="76"/>
                </a:lnTo>
                <a:lnTo>
                  <a:pt x="64" y="69"/>
                </a:lnTo>
                <a:lnTo>
                  <a:pt x="42" y="66"/>
                </a:lnTo>
                <a:lnTo>
                  <a:pt x="20" y="69"/>
                </a:lnTo>
                <a:lnTo>
                  <a:pt x="0" y="76"/>
                </a:lnTo>
                <a:lnTo>
                  <a:pt x="42" y="0"/>
                </a:lnTo>
                <a:close/>
              </a:path>
            </a:pathLst>
          </a:cu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7259" name="Freeform 43">
            <a:extLst>
              <a:ext uri="{FF2B5EF4-FFF2-40B4-BE49-F238E27FC236}">
                <a16:creationId xmlns:a16="http://schemas.microsoft.com/office/drawing/2014/main" id="{67C0D0C6-EEB0-4914-876A-84BB6F0EC849}"/>
              </a:ext>
            </a:extLst>
          </p:cNvPr>
          <p:cNvSpPr>
            <a:spLocks noChangeArrowheads="1"/>
          </p:cNvSpPr>
          <p:nvPr/>
        </p:nvSpPr>
        <p:spPr bwMode="auto">
          <a:xfrm>
            <a:off x="2524125" y="2447925"/>
            <a:ext cx="263525" cy="239713"/>
          </a:xfrm>
          <a:custGeom>
            <a:avLst/>
            <a:gdLst>
              <a:gd name="T0" fmla="*/ 0 w 166"/>
              <a:gd name="T1" fmla="*/ 2147483646 h 151"/>
              <a:gd name="T2" fmla="*/ 2147483646 w 166"/>
              <a:gd name="T3" fmla="*/ 2147483646 h 151"/>
              <a:gd name="T4" fmla="*/ 2147483646 w 166"/>
              <a:gd name="T5" fmla="*/ 2147483646 h 151"/>
              <a:gd name="T6" fmla="*/ 2147483646 w 166"/>
              <a:gd name="T7" fmla="*/ 2147483646 h 151"/>
              <a:gd name="T8" fmla="*/ 2147483646 w 166"/>
              <a:gd name="T9" fmla="*/ 2147483646 h 151"/>
              <a:gd name="T10" fmla="*/ 2147483646 w 166"/>
              <a:gd name="T11" fmla="*/ 2147483646 h 151"/>
              <a:gd name="T12" fmla="*/ 2147483646 w 166"/>
              <a:gd name="T13" fmla="*/ 0 h 151"/>
              <a:gd name="T14" fmla="*/ 2147483646 w 166"/>
              <a:gd name="T15" fmla="*/ 2147483646 h 151"/>
              <a:gd name="T16" fmla="*/ 2147483646 w 166"/>
              <a:gd name="T17" fmla="*/ 2147483646 h 151"/>
              <a:gd name="T18" fmla="*/ 2147483646 w 166"/>
              <a:gd name="T19" fmla="*/ 2147483646 h 151"/>
              <a:gd name="T20" fmla="*/ 2147483646 w 166"/>
              <a:gd name="T21" fmla="*/ 2147483646 h 151"/>
              <a:gd name="T22" fmla="*/ 2147483646 w 166"/>
              <a:gd name="T23" fmla="*/ 2147483646 h 151"/>
              <a:gd name="T24" fmla="*/ 2147483646 w 166"/>
              <a:gd name="T25" fmla="*/ 2147483646 h 151"/>
              <a:gd name="T26" fmla="*/ 2147483646 w 166"/>
              <a:gd name="T27" fmla="*/ 2147483646 h 151"/>
              <a:gd name="T28" fmla="*/ 2147483646 w 166"/>
              <a:gd name="T29" fmla="*/ 2147483646 h 151"/>
              <a:gd name="T30" fmla="*/ 2147483646 w 166"/>
              <a:gd name="T31" fmla="*/ 2147483646 h 151"/>
              <a:gd name="T32" fmla="*/ 2147483646 w 166"/>
              <a:gd name="T33" fmla="*/ 2147483646 h 151"/>
              <a:gd name="T34" fmla="*/ 2147483646 w 166"/>
              <a:gd name="T35" fmla="*/ 2147483646 h 151"/>
              <a:gd name="T36" fmla="*/ 2147483646 w 166"/>
              <a:gd name="T37" fmla="*/ 2147483646 h 151"/>
              <a:gd name="T38" fmla="*/ 2147483646 w 166"/>
              <a:gd name="T39" fmla="*/ 2147483646 h 151"/>
              <a:gd name="T40" fmla="*/ 2147483646 w 166"/>
              <a:gd name="T41" fmla="*/ 2147483646 h 151"/>
              <a:gd name="T42" fmla="*/ 2147483646 w 166"/>
              <a:gd name="T43" fmla="*/ 2147483646 h 151"/>
              <a:gd name="T44" fmla="*/ 2147483646 w 166"/>
              <a:gd name="T45" fmla="*/ 2147483646 h 151"/>
              <a:gd name="T46" fmla="*/ 2147483646 w 166"/>
              <a:gd name="T47" fmla="*/ 2147483646 h 151"/>
              <a:gd name="T48" fmla="*/ 0 w 166"/>
              <a:gd name="T49" fmla="*/ 2147483646 h 151"/>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66" h="151">
                <a:moveTo>
                  <a:pt x="0" y="76"/>
                </a:moveTo>
                <a:lnTo>
                  <a:pt x="3" y="56"/>
                </a:lnTo>
                <a:lnTo>
                  <a:pt x="11" y="38"/>
                </a:lnTo>
                <a:lnTo>
                  <a:pt x="25" y="23"/>
                </a:lnTo>
                <a:lnTo>
                  <a:pt x="42" y="11"/>
                </a:lnTo>
                <a:lnTo>
                  <a:pt x="62" y="3"/>
                </a:lnTo>
                <a:lnTo>
                  <a:pt x="82" y="0"/>
                </a:lnTo>
                <a:lnTo>
                  <a:pt x="104" y="3"/>
                </a:lnTo>
                <a:lnTo>
                  <a:pt x="124" y="11"/>
                </a:lnTo>
                <a:lnTo>
                  <a:pt x="142" y="23"/>
                </a:lnTo>
                <a:lnTo>
                  <a:pt x="154" y="38"/>
                </a:lnTo>
                <a:lnTo>
                  <a:pt x="163" y="56"/>
                </a:lnTo>
                <a:lnTo>
                  <a:pt x="166" y="76"/>
                </a:lnTo>
                <a:lnTo>
                  <a:pt x="163" y="95"/>
                </a:lnTo>
                <a:lnTo>
                  <a:pt x="154" y="113"/>
                </a:lnTo>
                <a:lnTo>
                  <a:pt x="142" y="128"/>
                </a:lnTo>
                <a:lnTo>
                  <a:pt x="124" y="141"/>
                </a:lnTo>
                <a:lnTo>
                  <a:pt x="104" y="148"/>
                </a:lnTo>
                <a:lnTo>
                  <a:pt x="82" y="151"/>
                </a:lnTo>
                <a:lnTo>
                  <a:pt x="62" y="148"/>
                </a:lnTo>
                <a:lnTo>
                  <a:pt x="42" y="141"/>
                </a:lnTo>
                <a:lnTo>
                  <a:pt x="25" y="128"/>
                </a:lnTo>
                <a:lnTo>
                  <a:pt x="11" y="113"/>
                </a:lnTo>
                <a:lnTo>
                  <a:pt x="3" y="95"/>
                </a:lnTo>
                <a:lnTo>
                  <a:pt x="0" y="76"/>
                </a:lnTo>
                <a:close/>
              </a:path>
            </a:pathLst>
          </a:custGeom>
          <a:solidFill>
            <a:srgbClr val="00FFFF"/>
          </a:solidFill>
          <a:ln w="14288">
            <a:solidFill>
              <a:srgbClr val="000000"/>
            </a:solidFill>
            <a:round/>
            <a:headEnd/>
            <a:tailEnd/>
          </a:ln>
        </p:spPr>
        <p:txBody>
          <a:bodyPr/>
          <a:lstStyle/>
          <a:p>
            <a:pPr>
              <a:defRPr/>
            </a:pPr>
            <a:endParaRPr lang="zh-CN" altLang="en-US">
              <a:latin typeface="+mn-lt"/>
              <a:ea typeface="+mn-ea"/>
              <a:cs typeface="+mn-ea"/>
              <a:sym typeface="+mn-lt"/>
            </a:endParaRPr>
          </a:p>
        </p:txBody>
      </p:sp>
      <p:sp>
        <p:nvSpPr>
          <p:cNvPr id="137260" name="Rectangle 44">
            <a:extLst>
              <a:ext uri="{FF2B5EF4-FFF2-40B4-BE49-F238E27FC236}">
                <a16:creationId xmlns:a16="http://schemas.microsoft.com/office/drawing/2014/main" id="{A9F286C8-A47A-4BF4-B3C5-E72AF37FA18F}"/>
              </a:ext>
            </a:extLst>
          </p:cNvPr>
          <p:cNvSpPr>
            <a:spLocks noChangeArrowheads="1"/>
          </p:cNvSpPr>
          <p:nvPr/>
        </p:nvSpPr>
        <p:spPr bwMode="auto">
          <a:xfrm>
            <a:off x="2608263" y="2474913"/>
            <a:ext cx="84137" cy="20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300">
                <a:solidFill>
                  <a:srgbClr val="000000"/>
                </a:solidFill>
                <a:latin typeface="+mn-lt"/>
                <a:ea typeface="+mn-ea"/>
                <a:cs typeface="+mn-ea"/>
                <a:sym typeface="+mn-lt"/>
              </a:rPr>
              <a:t>1</a:t>
            </a:r>
            <a:endParaRPr lang="en-US" altLang="zh-CN" sz="2800">
              <a:latin typeface="+mn-lt"/>
              <a:ea typeface="+mn-ea"/>
              <a:cs typeface="+mn-ea"/>
              <a:sym typeface="+mn-lt"/>
            </a:endParaRPr>
          </a:p>
        </p:txBody>
      </p:sp>
      <p:sp>
        <p:nvSpPr>
          <p:cNvPr id="137261" name="Freeform 45">
            <a:extLst>
              <a:ext uri="{FF2B5EF4-FFF2-40B4-BE49-F238E27FC236}">
                <a16:creationId xmlns:a16="http://schemas.microsoft.com/office/drawing/2014/main" id="{F0B049FC-1709-4773-9C10-5085C6170812}"/>
              </a:ext>
            </a:extLst>
          </p:cNvPr>
          <p:cNvSpPr>
            <a:spLocks noChangeArrowheads="1"/>
          </p:cNvSpPr>
          <p:nvPr/>
        </p:nvSpPr>
        <p:spPr bwMode="auto">
          <a:xfrm>
            <a:off x="3352800" y="2000250"/>
            <a:ext cx="106363" cy="41275"/>
          </a:xfrm>
          <a:custGeom>
            <a:avLst/>
            <a:gdLst>
              <a:gd name="T0" fmla="*/ 2147483646 w 43"/>
              <a:gd name="T1" fmla="*/ 0 h 19"/>
              <a:gd name="T2" fmla="*/ 2147483646 w 43"/>
              <a:gd name="T3" fmla="*/ 2147483646 h 19"/>
              <a:gd name="T4" fmla="*/ 2147483646 w 43"/>
              <a:gd name="T5" fmla="*/ 2147483646 h 19"/>
              <a:gd name="T6" fmla="*/ 2147483646 w 43"/>
              <a:gd name="T7" fmla="*/ 2147483646 h 19"/>
              <a:gd name="T8" fmla="*/ 0 w 43"/>
              <a:gd name="T9" fmla="*/ 2147483646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 h="19">
                <a:moveTo>
                  <a:pt x="43" y="0"/>
                </a:moveTo>
                <a:lnTo>
                  <a:pt x="30" y="1"/>
                </a:lnTo>
                <a:lnTo>
                  <a:pt x="16" y="7"/>
                </a:lnTo>
                <a:lnTo>
                  <a:pt x="3" y="16"/>
                </a:lnTo>
                <a:lnTo>
                  <a:pt x="0" y="19"/>
                </a:lnTo>
              </a:path>
            </a:pathLst>
          </a:custGeom>
          <a:noFill/>
          <a:ln w="14288">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62" name="Freeform 46">
            <a:extLst>
              <a:ext uri="{FF2B5EF4-FFF2-40B4-BE49-F238E27FC236}">
                <a16:creationId xmlns:a16="http://schemas.microsoft.com/office/drawing/2014/main" id="{A37D70A8-7DDA-4261-9009-65A4DAFDFF92}"/>
              </a:ext>
            </a:extLst>
          </p:cNvPr>
          <p:cNvSpPr>
            <a:spLocks noChangeArrowheads="1"/>
          </p:cNvSpPr>
          <p:nvPr/>
        </p:nvSpPr>
        <p:spPr bwMode="auto">
          <a:xfrm>
            <a:off x="3246438" y="2090738"/>
            <a:ext cx="57150" cy="95250"/>
          </a:xfrm>
          <a:custGeom>
            <a:avLst/>
            <a:gdLst>
              <a:gd name="T0" fmla="*/ 2147483646 w 23"/>
              <a:gd name="T1" fmla="*/ 0 h 42"/>
              <a:gd name="T2" fmla="*/ 2147483646 w 23"/>
              <a:gd name="T3" fmla="*/ 2147483646 h 42"/>
              <a:gd name="T4" fmla="*/ 2147483646 w 23"/>
              <a:gd name="T5" fmla="*/ 2147483646 h 42"/>
              <a:gd name="T6" fmla="*/ 0 w 23"/>
              <a:gd name="T7" fmla="*/ 2147483646 h 4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3" h="42">
                <a:moveTo>
                  <a:pt x="23" y="0"/>
                </a:moveTo>
                <a:lnTo>
                  <a:pt x="21" y="3"/>
                </a:lnTo>
                <a:lnTo>
                  <a:pt x="10" y="22"/>
                </a:lnTo>
                <a:lnTo>
                  <a:pt x="0" y="42"/>
                </a:lnTo>
              </a:path>
            </a:pathLst>
          </a:custGeom>
          <a:noFill/>
          <a:ln w="14288">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63" name="Freeform 47">
            <a:extLst>
              <a:ext uri="{FF2B5EF4-FFF2-40B4-BE49-F238E27FC236}">
                <a16:creationId xmlns:a16="http://schemas.microsoft.com/office/drawing/2014/main" id="{A06635DA-0D01-417C-8BCD-BB2AA40D92E3}"/>
              </a:ext>
            </a:extLst>
          </p:cNvPr>
          <p:cNvSpPr>
            <a:spLocks noChangeArrowheads="1"/>
          </p:cNvSpPr>
          <p:nvPr/>
        </p:nvSpPr>
        <p:spPr bwMode="auto">
          <a:xfrm>
            <a:off x="3186113" y="2247900"/>
            <a:ext cx="33337" cy="103188"/>
          </a:xfrm>
          <a:custGeom>
            <a:avLst/>
            <a:gdLst>
              <a:gd name="T0" fmla="*/ 2147483646 w 13"/>
              <a:gd name="T1" fmla="*/ 0 h 46"/>
              <a:gd name="T2" fmla="*/ 2147483646 w 13"/>
              <a:gd name="T3" fmla="*/ 2147483646 h 46"/>
              <a:gd name="T4" fmla="*/ 0 w 13"/>
              <a:gd name="T5" fmla="*/ 2147483646 h 46"/>
              <a:gd name="T6" fmla="*/ 0 60000 65536"/>
              <a:gd name="T7" fmla="*/ 0 60000 65536"/>
              <a:gd name="T8" fmla="*/ 0 60000 65536"/>
            </a:gdLst>
            <a:ahLst/>
            <a:cxnLst>
              <a:cxn ang="T6">
                <a:pos x="T0" y="T1"/>
              </a:cxn>
              <a:cxn ang="T7">
                <a:pos x="T2" y="T3"/>
              </a:cxn>
              <a:cxn ang="T8">
                <a:pos x="T4" y="T5"/>
              </a:cxn>
            </a:cxnLst>
            <a:rect l="0" t="0" r="r" b="b"/>
            <a:pathLst>
              <a:path w="13" h="46">
                <a:moveTo>
                  <a:pt x="13" y="0"/>
                </a:moveTo>
                <a:lnTo>
                  <a:pt x="5" y="25"/>
                </a:lnTo>
                <a:lnTo>
                  <a:pt x="0" y="46"/>
                </a:lnTo>
              </a:path>
            </a:pathLst>
          </a:custGeom>
          <a:noFill/>
          <a:ln w="14288">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64" name="Freeform 48">
            <a:extLst>
              <a:ext uri="{FF2B5EF4-FFF2-40B4-BE49-F238E27FC236}">
                <a16:creationId xmlns:a16="http://schemas.microsoft.com/office/drawing/2014/main" id="{D590AB41-A4BD-4728-B05E-E1EA4B26A8BF}"/>
              </a:ext>
            </a:extLst>
          </p:cNvPr>
          <p:cNvSpPr>
            <a:spLocks noChangeArrowheads="1"/>
          </p:cNvSpPr>
          <p:nvPr/>
        </p:nvSpPr>
        <p:spPr bwMode="auto">
          <a:xfrm>
            <a:off x="3152775" y="2416175"/>
            <a:ext cx="15875" cy="107950"/>
          </a:xfrm>
          <a:custGeom>
            <a:avLst/>
            <a:gdLst>
              <a:gd name="T0" fmla="*/ 2147483646 w 7"/>
              <a:gd name="T1" fmla="*/ 0 h 48"/>
              <a:gd name="T2" fmla="*/ 2147483646 w 7"/>
              <a:gd name="T3" fmla="*/ 2147483646 h 48"/>
              <a:gd name="T4" fmla="*/ 2147483646 w 7"/>
              <a:gd name="T5" fmla="*/ 2147483646 h 48"/>
              <a:gd name="T6" fmla="*/ 0 w 7"/>
              <a:gd name="T7" fmla="*/ 2147483646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 h="48">
                <a:moveTo>
                  <a:pt x="7" y="0"/>
                </a:moveTo>
                <a:lnTo>
                  <a:pt x="5" y="10"/>
                </a:lnTo>
                <a:lnTo>
                  <a:pt x="1" y="42"/>
                </a:lnTo>
                <a:lnTo>
                  <a:pt x="0" y="48"/>
                </a:lnTo>
              </a:path>
            </a:pathLst>
          </a:custGeom>
          <a:noFill/>
          <a:ln w="14288">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65" name="Freeform 49">
            <a:extLst>
              <a:ext uri="{FF2B5EF4-FFF2-40B4-BE49-F238E27FC236}">
                <a16:creationId xmlns:a16="http://schemas.microsoft.com/office/drawing/2014/main" id="{0C3974E4-6EC9-4EF9-957B-1676DA445295}"/>
              </a:ext>
            </a:extLst>
          </p:cNvPr>
          <p:cNvSpPr>
            <a:spLocks noChangeArrowheads="1"/>
          </p:cNvSpPr>
          <p:nvPr/>
        </p:nvSpPr>
        <p:spPr bwMode="auto">
          <a:xfrm>
            <a:off x="3140075" y="2590800"/>
            <a:ext cx="4763" cy="107950"/>
          </a:xfrm>
          <a:custGeom>
            <a:avLst/>
            <a:gdLst>
              <a:gd name="T0" fmla="*/ 2147483646 w 2"/>
              <a:gd name="T1" fmla="*/ 0 h 48"/>
              <a:gd name="T2" fmla="*/ 0 w 2"/>
              <a:gd name="T3" fmla="*/ 2147483646 h 48"/>
              <a:gd name="T4" fmla="*/ 0 w 2"/>
              <a:gd name="T5" fmla="*/ 2147483646 h 48"/>
              <a:gd name="T6" fmla="*/ 0 60000 65536"/>
              <a:gd name="T7" fmla="*/ 0 60000 65536"/>
              <a:gd name="T8" fmla="*/ 0 60000 65536"/>
            </a:gdLst>
            <a:ahLst/>
            <a:cxnLst>
              <a:cxn ang="T6">
                <a:pos x="T0" y="T1"/>
              </a:cxn>
              <a:cxn ang="T7">
                <a:pos x="T2" y="T3"/>
              </a:cxn>
              <a:cxn ang="T8">
                <a:pos x="T4" y="T5"/>
              </a:cxn>
            </a:cxnLst>
            <a:rect l="0" t="0" r="r" b="b"/>
            <a:pathLst>
              <a:path w="2" h="48">
                <a:moveTo>
                  <a:pt x="2" y="0"/>
                </a:moveTo>
                <a:lnTo>
                  <a:pt x="0" y="32"/>
                </a:lnTo>
                <a:lnTo>
                  <a:pt x="0" y="48"/>
                </a:lnTo>
              </a:path>
            </a:pathLst>
          </a:custGeom>
          <a:noFill/>
          <a:ln w="14288">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66" name="Freeform 50">
            <a:extLst>
              <a:ext uri="{FF2B5EF4-FFF2-40B4-BE49-F238E27FC236}">
                <a16:creationId xmlns:a16="http://schemas.microsoft.com/office/drawing/2014/main" id="{C2FC58C8-29DF-4232-B1E9-ADD9BEE71548}"/>
              </a:ext>
            </a:extLst>
          </p:cNvPr>
          <p:cNvSpPr>
            <a:spLocks noChangeArrowheads="1"/>
          </p:cNvSpPr>
          <p:nvPr/>
        </p:nvSpPr>
        <p:spPr bwMode="auto">
          <a:xfrm>
            <a:off x="3136900" y="2738438"/>
            <a:ext cx="7938" cy="107950"/>
          </a:xfrm>
          <a:custGeom>
            <a:avLst/>
            <a:gdLst>
              <a:gd name="T0" fmla="*/ 0 w 3"/>
              <a:gd name="T1" fmla="*/ 0 h 48"/>
              <a:gd name="T2" fmla="*/ 2147483646 w 3"/>
              <a:gd name="T3" fmla="*/ 2147483646 h 48"/>
              <a:gd name="T4" fmla="*/ 2147483646 w 3"/>
              <a:gd name="T5" fmla="*/ 2147483646 h 48"/>
              <a:gd name="T6" fmla="*/ 0 60000 65536"/>
              <a:gd name="T7" fmla="*/ 0 60000 65536"/>
              <a:gd name="T8" fmla="*/ 0 60000 65536"/>
            </a:gdLst>
            <a:ahLst/>
            <a:cxnLst>
              <a:cxn ang="T6">
                <a:pos x="T0" y="T1"/>
              </a:cxn>
              <a:cxn ang="T7">
                <a:pos x="T2" y="T3"/>
              </a:cxn>
              <a:cxn ang="T8">
                <a:pos x="T4" y="T5"/>
              </a:cxn>
            </a:cxnLst>
            <a:rect l="0" t="0" r="r" b="b"/>
            <a:pathLst>
              <a:path w="3" h="48">
                <a:moveTo>
                  <a:pt x="0" y="0"/>
                </a:moveTo>
                <a:lnTo>
                  <a:pt x="1" y="32"/>
                </a:lnTo>
                <a:lnTo>
                  <a:pt x="3" y="48"/>
                </a:lnTo>
              </a:path>
            </a:pathLst>
          </a:custGeom>
          <a:noFill/>
          <a:ln w="14288">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67" name="Freeform 51">
            <a:extLst>
              <a:ext uri="{FF2B5EF4-FFF2-40B4-BE49-F238E27FC236}">
                <a16:creationId xmlns:a16="http://schemas.microsoft.com/office/drawing/2014/main" id="{44ED198D-63CE-473C-8E4E-6E8D651BC734}"/>
              </a:ext>
            </a:extLst>
          </p:cNvPr>
          <p:cNvSpPr>
            <a:spLocks noChangeArrowheads="1"/>
          </p:cNvSpPr>
          <p:nvPr/>
        </p:nvSpPr>
        <p:spPr bwMode="auto">
          <a:xfrm>
            <a:off x="3154363" y="2914650"/>
            <a:ext cx="26987" cy="104775"/>
          </a:xfrm>
          <a:custGeom>
            <a:avLst/>
            <a:gdLst>
              <a:gd name="T0" fmla="*/ 0 w 11"/>
              <a:gd name="T1" fmla="*/ 0 h 47"/>
              <a:gd name="T2" fmla="*/ 2147483646 w 11"/>
              <a:gd name="T3" fmla="*/ 2147483646 h 47"/>
              <a:gd name="T4" fmla="*/ 2147483646 w 11"/>
              <a:gd name="T5" fmla="*/ 2147483646 h 47"/>
              <a:gd name="T6" fmla="*/ 2147483646 w 11"/>
              <a:gd name="T7" fmla="*/ 2147483646 h 4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47">
                <a:moveTo>
                  <a:pt x="0" y="0"/>
                </a:moveTo>
                <a:lnTo>
                  <a:pt x="2" y="14"/>
                </a:lnTo>
                <a:lnTo>
                  <a:pt x="10" y="43"/>
                </a:lnTo>
                <a:lnTo>
                  <a:pt x="11" y="47"/>
                </a:lnTo>
              </a:path>
            </a:pathLst>
          </a:custGeom>
          <a:noFill/>
          <a:ln w="14288">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68" name="Freeform 52">
            <a:extLst>
              <a:ext uri="{FF2B5EF4-FFF2-40B4-BE49-F238E27FC236}">
                <a16:creationId xmlns:a16="http://schemas.microsoft.com/office/drawing/2014/main" id="{B2D6CFD6-EFFE-4CD1-BAEB-959767003B0C}"/>
              </a:ext>
            </a:extLst>
          </p:cNvPr>
          <p:cNvSpPr>
            <a:spLocks noChangeArrowheads="1"/>
          </p:cNvSpPr>
          <p:nvPr/>
        </p:nvSpPr>
        <p:spPr bwMode="auto">
          <a:xfrm>
            <a:off x="3206750" y="3081338"/>
            <a:ext cx="53975" cy="95250"/>
          </a:xfrm>
          <a:custGeom>
            <a:avLst/>
            <a:gdLst>
              <a:gd name="T0" fmla="*/ 0 w 22"/>
              <a:gd name="T1" fmla="*/ 0 h 42"/>
              <a:gd name="T2" fmla="*/ 2147483646 w 22"/>
              <a:gd name="T3" fmla="*/ 2147483646 h 42"/>
              <a:gd name="T4" fmla="*/ 2147483646 w 22"/>
              <a:gd name="T5" fmla="*/ 2147483646 h 42"/>
              <a:gd name="T6" fmla="*/ 2147483646 w 22"/>
              <a:gd name="T7" fmla="*/ 2147483646 h 4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2" h="42">
                <a:moveTo>
                  <a:pt x="0" y="0"/>
                </a:moveTo>
                <a:lnTo>
                  <a:pt x="8" y="18"/>
                </a:lnTo>
                <a:lnTo>
                  <a:pt x="20" y="39"/>
                </a:lnTo>
                <a:lnTo>
                  <a:pt x="22" y="42"/>
                </a:lnTo>
              </a:path>
            </a:pathLst>
          </a:custGeom>
          <a:noFill/>
          <a:ln w="14288">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69" name="Freeform 53">
            <a:extLst>
              <a:ext uri="{FF2B5EF4-FFF2-40B4-BE49-F238E27FC236}">
                <a16:creationId xmlns:a16="http://schemas.microsoft.com/office/drawing/2014/main" id="{DE810550-F797-4815-A315-8A6BA703BA68}"/>
              </a:ext>
            </a:extLst>
          </p:cNvPr>
          <p:cNvSpPr>
            <a:spLocks noChangeArrowheads="1"/>
          </p:cNvSpPr>
          <p:nvPr/>
        </p:nvSpPr>
        <p:spPr bwMode="auto">
          <a:xfrm>
            <a:off x="3305175" y="3227388"/>
            <a:ext cx="57150" cy="42862"/>
          </a:xfrm>
          <a:custGeom>
            <a:avLst/>
            <a:gdLst>
              <a:gd name="T0" fmla="*/ 0 w 23"/>
              <a:gd name="T1" fmla="*/ 0 h 19"/>
              <a:gd name="T2" fmla="*/ 2147483646 w 23"/>
              <a:gd name="T3" fmla="*/ 2147483646 h 19"/>
              <a:gd name="T4" fmla="*/ 2147483646 w 23"/>
              <a:gd name="T5" fmla="*/ 2147483646 h 19"/>
              <a:gd name="T6" fmla="*/ 0 60000 65536"/>
              <a:gd name="T7" fmla="*/ 0 60000 65536"/>
              <a:gd name="T8" fmla="*/ 0 60000 65536"/>
            </a:gdLst>
            <a:ahLst/>
            <a:cxnLst>
              <a:cxn ang="T6">
                <a:pos x="T0" y="T1"/>
              </a:cxn>
              <a:cxn ang="T7">
                <a:pos x="T2" y="T3"/>
              </a:cxn>
              <a:cxn ang="T8">
                <a:pos x="T4" y="T5"/>
              </a:cxn>
            </a:cxnLst>
            <a:rect l="0" t="0" r="r" b="b"/>
            <a:pathLst>
              <a:path w="23" h="19">
                <a:moveTo>
                  <a:pt x="0" y="0"/>
                </a:moveTo>
                <a:lnTo>
                  <a:pt x="8" y="8"/>
                </a:lnTo>
                <a:lnTo>
                  <a:pt x="23" y="19"/>
                </a:lnTo>
              </a:path>
            </a:pathLst>
          </a:custGeom>
          <a:noFill/>
          <a:ln w="14288">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70" name="Freeform 54">
            <a:extLst>
              <a:ext uri="{FF2B5EF4-FFF2-40B4-BE49-F238E27FC236}">
                <a16:creationId xmlns:a16="http://schemas.microsoft.com/office/drawing/2014/main" id="{852252AC-EA97-491C-B2F6-2144CE4E6EF1}"/>
              </a:ext>
            </a:extLst>
          </p:cNvPr>
          <p:cNvSpPr>
            <a:spLocks noChangeArrowheads="1"/>
          </p:cNvSpPr>
          <p:nvPr/>
        </p:nvSpPr>
        <p:spPr bwMode="auto">
          <a:xfrm>
            <a:off x="3313113" y="3203575"/>
            <a:ext cx="146050" cy="115888"/>
          </a:xfrm>
          <a:custGeom>
            <a:avLst/>
            <a:gdLst>
              <a:gd name="T0" fmla="*/ 2147483646 w 92"/>
              <a:gd name="T1" fmla="*/ 2147483646 h 73"/>
              <a:gd name="T2" fmla="*/ 0 w 92"/>
              <a:gd name="T3" fmla="*/ 2147483646 h 73"/>
              <a:gd name="T4" fmla="*/ 2147483646 w 92"/>
              <a:gd name="T5" fmla="*/ 2147483646 h 73"/>
              <a:gd name="T6" fmla="*/ 2147483646 w 92"/>
              <a:gd name="T7" fmla="*/ 2147483646 h 73"/>
              <a:gd name="T8" fmla="*/ 2147483646 w 92"/>
              <a:gd name="T9" fmla="*/ 2147483646 h 73"/>
              <a:gd name="T10" fmla="*/ 2147483646 w 92"/>
              <a:gd name="T11" fmla="*/ 0 h 73"/>
              <a:gd name="T12" fmla="*/ 2147483646 w 92"/>
              <a:gd name="T13" fmla="*/ 2147483646 h 7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73">
                <a:moveTo>
                  <a:pt x="92" y="58"/>
                </a:moveTo>
                <a:lnTo>
                  <a:pt x="0" y="73"/>
                </a:lnTo>
                <a:lnTo>
                  <a:pt x="12" y="58"/>
                </a:lnTo>
                <a:lnTo>
                  <a:pt x="22" y="39"/>
                </a:lnTo>
                <a:lnTo>
                  <a:pt x="25" y="19"/>
                </a:lnTo>
                <a:lnTo>
                  <a:pt x="23" y="0"/>
                </a:lnTo>
                <a:lnTo>
                  <a:pt x="92" y="58"/>
                </a:lnTo>
                <a:close/>
              </a:path>
            </a:pathLst>
          </a:cu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7271" name="Freeform 55">
            <a:extLst>
              <a:ext uri="{FF2B5EF4-FFF2-40B4-BE49-F238E27FC236}">
                <a16:creationId xmlns:a16="http://schemas.microsoft.com/office/drawing/2014/main" id="{85FBAAFA-4341-435E-A96C-C95F99AF6E99}"/>
              </a:ext>
            </a:extLst>
          </p:cNvPr>
          <p:cNvSpPr>
            <a:spLocks noChangeArrowheads="1"/>
          </p:cNvSpPr>
          <p:nvPr/>
        </p:nvSpPr>
        <p:spPr bwMode="auto">
          <a:xfrm>
            <a:off x="3255963" y="2422525"/>
            <a:ext cx="261937" cy="238125"/>
          </a:xfrm>
          <a:custGeom>
            <a:avLst/>
            <a:gdLst>
              <a:gd name="T0" fmla="*/ 0 w 165"/>
              <a:gd name="T1" fmla="*/ 2147483646 h 150"/>
              <a:gd name="T2" fmla="*/ 2147483646 w 165"/>
              <a:gd name="T3" fmla="*/ 2147483646 h 150"/>
              <a:gd name="T4" fmla="*/ 2147483646 w 165"/>
              <a:gd name="T5" fmla="*/ 2147483646 h 150"/>
              <a:gd name="T6" fmla="*/ 2147483646 w 165"/>
              <a:gd name="T7" fmla="*/ 2147483646 h 150"/>
              <a:gd name="T8" fmla="*/ 2147483646 w 165"/>
              <a:gd name="T9" fmla="*/ 2147483646 h 150"/>
              <a:gd name="T10" fmla="*/ 2147483646 w 165"/>
              <a:gd name="T11" fmla="*/ 2147483646 h 150"/>
              <a:gd name="T12" fmla="*/ 2147483646 w 165"/>
              <a:gd name="T13" fmla="*/ 0 h 150"/>
              <a:gd name="T14" fmla="*/ 2147483646 w 165"/>
              <a:gd name="T15" fmla="*/ 2147483646 h 150"/>
              <a:gd name="T16" fmla="*/ 2147483646 w 165"/>
              <a:gd name="T17" fmla="*/ 2147483646 h 150"/>
              <a:gd name="T18" fmla="*/ 2147483646 w 165"/>
              <a:gd name="T19" fmla="*/ 2147483646 h 150"/>
              <a:gd name="T20" fmla="*/ 2147483646 w 165"/>
              <a:gd name="T21" fmla="*/ 2147483646 h 150"/>
              <a:gd name="T22" fmla="*/ 2147483646 w 165"/>
              <a:gd name="T23" fmla="*/ 2147483646 h 150"/>
              <a:gd name="T24" fmla="*/ 2147483646 w 165"/>
              <a:gd name="T25" fmla="*/ 2147483646 h 150"/>
              <a:gd name="T26" fmla="*/ 2147483646 w 165"/>
              <a:gd name="T27" fmla="*/ 2147483646 h 150"/>
              <a:gd name="T28" fmla="*/ 2147483646 w 165"/>
              <a:gd name="T29" fmla="*/ 2147483646 h 150"/>
              <a:gd name="T30" fmla="*/ 2147483646 w 165"/>
              <a:gd name="T31" fmla="*/ 2147483646 h 150"/>
              <a:gd name="T32" fmla="*/ 2147483646 w 165"/>
              <a:gd name="T33" fmla="*/ 2147483646 h 150"/>
              <a:gd name="T34" fmla="*/ 2147483646 w 165"/>
              <a:gd name="T35" fmla="*/ 2147483646 h 150"/>
              <a:gd name="T36" fmla="*/ 2147483646 w 165"/>
              <a:gd name="T37" fmla="*/ 2147483646 h 150"/>
              <a:gd name="T38" fmla="*/ 2147483646 w 165"/>
              <a:gd name="T39" fmla="*/ 2147483646 h 150"/>
              <a:gd name="T40" fmla="*/ 2147483646 w 165"/>
              <a:gd name="T41" fmla="*/ 2147483646 h 150"/>
              <a:gd name="T42" fmla="*/ 2147483646 w 165"/>
              <a:gd name="T43" fmla="*/ 2147483646 h 150"/>
              <a:gd name="T44" fmla="*/ 2147483646 w 165"/>
              <a:gd name="T45" fmla="*/ 2147483646 h 150"/>
              <a:gd name="T46" fmla="*/ 2147483646 w 165"/>
              <a:gd name="T47" fmla="*/ 2147483646 h 150"/>
              <a:gd name="T48" fmla="*/ 0 w 165"/>
              <a:gd name="T49" fmla="*/ 2147483646 h 150"/>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65" h="150">
                <a:moveTo>
                  <a:pt x="0" y="75"/>
                </a:moveTo>
                <a:lnTo>
                  <a:pt x="2" y="55"/>
                </a:lnTo>
                <a:lnTo>
                  <a:pt x="11" y="37"/>
                </a:lnTo>
                <a:lnTo>
                  <a:pt x="23" y="22"/>
                </a:lnTo>
                <a:lnTo>
                  <a:pt x="41" y="10"/>
                </a:lnTo>
                <a:lnTo>
                  <a:pt x="61" y="2"/>
                </a:lnTo>
                <a:lnTo>
                  <a:pt x="83" y="0"/>
                </a:lnTo>
                <a:lnTo>
                  <a:pt x="103" y="2"/>
                </a:lnTo>
                <a:lnTo>
                  <a:pt x="123" y="10"/>
                </a:lnTo>
                <a:lnTo>
                  <a:pt x="140" y="22"/>
                </a:lnTo>
                <a:lnTo>
                  <a:pt x="154" y="37"/>
                </a:lnTo>
                <a:lnTo>
                  <a:pt x="162" y="55"/>
                </a:lnTo>
                <a:lnTo>
                  <a:pt x="165" y="75"/>
                </a:lnTo>
                <a:lnTo>
                  <a:pt x="162" y="95"/>
                </a:lnTo>
                <a:lnTo>
                  <a:pt x="154" y="112"/>
                </a:lnTo>
                <a:lnTo>
                  <a:pt x="140" y="127"/>
                </a:lnTo>
                <a:lnTo>
                  <a:pt x="123" y="140"/>
                </a:lnTo>
                <a:lnTo>
                  <a:pt x="103" y="147"/>
                </a:lnTo>
                <a:lnTo>
                  <a:pt x="83" y="150"/>
                </a:lnTo>
                <a:lnTo>
                  <a:pt x="61" y="147"/>
                </a:lnTo>
                <a:lnTo>
                  <a:pt x="41" y="140"/>
                </a:lnTo>
                <a:lnTo>
                  <a:pt x="23" y="127"/>
                </a:lnTo>
                <a:lnTo>
                  <a:pt x="11" y="112"/>
                </a:lnTo>
                <a:lnTo>
                  <a:pt x="2" y="95"/>
                </a:lnTo>
                <a:lnTo>
                  <a:pt x="0" y="75"/>
                </a:lnTo>
                <a:close/>
              </a:path>
            </a:pathLst>
          </a:custGeom>
          <a:solidFill>
            <a:srgbClr val="FF0000"/>
          </a:solidFill>
          <a:ln w="14288">
            <a:solidFill>
              <a:srgbClr val="000000"/>
            </a:solidFill>
            <a:round/>
            <a:headEnd/>
            <a:tailEnd/>
          </a:ln>
        </p:spPr>
        <p:txBody>
          <a:bodyPr/>
          <a:lstStyle/>
          <a:p>
            <a:pPr>
              <a:defRPr/>
            </a:pPr>
            <a:endParaRPr lang="zh-CN" altLang="en-US">
              <a:latin typeface="+mn-lt"/>
              <a:ea typeface="+mn-ea"/>
              <a:cs typeface="+mn-ea"/>
              <a:sym typeface="+mn-lt"/>
            </a:endParaRPr>
          </a:p>
        </p:txBody>
      </p:sp>
      <p:sp>
        <p:nvSpPr>
          <p:cNvPr id="137272" name="Rectangle 56">
            <a:extLst>
              <a:ext uri="{FF2B5EF4-FFF2-40B4-BE49-F238E27FC236}">
                <a16:creationId xmlns:a16="http://schemas.microsoft.com/office/drawing/2014/main" id="{58C20F28-2AE7-4C89-BF1D-15A53EEDC472}"/>
              </a:ext>
            </a:extLst>
          </p:cNvPr>
          <p:cNvSpPr>
            <a:spLocks noChangeArrowheads="1"/>
          </p:cNvSpPr>
          <p:nvPr/>
        </p:nvSpPr>
        <p:spPr bwMode="auto">
          <a:xfrm>
            <a:off x="3336925" y="2447925"/>
            <a:ext cx="84138" cy="20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300">
                <a:solidFill>
                  <a:srgbClr val="000000"/>
                </a:solidFill>
                <a:latin typeface="+mn-lt"/>
                <a:ea typeface="+mn-ea"/>
                <a:cs typeface="+mn-ea"/>
                <a:sym typeface="+mn-lt"/>
              </a:rPr>
              <a:t>2</a:t>
            </a:r>
            <a:endParaRPr lang="en-US" altLang="zh-CN" sz="2800">
              <a:latin typeface="+mn-lt"/>
              <a:ea typeface="+mn-ea"/>
              <a:cs typeface="+mn-ea"/>
              <a:sym typeface="+mn-lt"/>
            </a:endParaRPr>
          </a:p>
        </p:txBody>
      </p:sp>
      <p:sp>
        <p:nvSpPr>
          <p:cNvPr id="137273" name="Line 57">
            <a:extLst>
              <a:ext uri="{FF2B5EF4-FFF2-40B4-BE49-F238E27FC236}">
                <a16:creationId xmlns:a16="http://schemas.microsoft.com/office/drawing/2014/main" id="{0B97D9AB-477F-400F-8FFD-230F839F80AD}"/>
              </a:ext>
            </a:extLst>
          </p:cNvPr>
          <p:cNvSpPr>
            <a:spLocks noChangeShapeType="1"/>
          </p:cNvSpPr>
          <p:nvPr/>
        </p:nvSpPr>
        <p:spPr bwMode="auto">
          <a:xfrm>
            <a:off x="4921250" y="3348038"/>
            <a:ext cx="119063" cy="1587"/>
          </a:xfrm>
          <a:prstGeom prst="line">
            <a:avLst/>
          </a:prstGeom>
          <a:noFill/>
          <a:ln w="14288">
            <a:solidFill>
              <a:srgbClr val="00FF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74" name="Line 58">
            <a:extLst>
              <a:ext uri="{FF2B5EF4-FFF2-40B4-BE49-F238E27FC236}">
                <a16:creationId xmlns:a16="http://schemas.microsoft.com/office/drawing/2014/main" id="{D674EAF4-B5FC-47C5-BA11-5FB65FECC9B0}"/>
              </a:ext>
            </a:extLst>
          </p:cNvPr>
          <p:cNvSpPr>
            <a:spLocks noChangeShapeType="1"/>
          </p:cNvSpPr>
          <p:nvPr/>
        </p:nvSpPr>
        <p:spPr bwMode="auto">
          <a:xfrm>
            <a:off x="5114925" y="3348038"/>
            <a:ext cx="117475" cy="1587"/>
          </a:xfrm>
          <a:prstGeom prst="line">
            <a:avLst/>
          </a:prstGeom>
          <a:noFill/>
          <a:ln w="14288">
            <a:solidFill>
              <a:srgbClr val="00FF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75" name="Line 59">
            <a:extLst>
              <a:ext uri="{FF2B5EF4-FFF2-40B4-BE49-F238E27FC236}">
                <a16:creationId xmlns:a16="http://schemas.microsoft.com/office/drawing/2014/main" id="{FB774ABB-D2F0-4B91-8735-B28A16686413}"/>
              </a:ext>
            </a:extLst>
          </p:cNvPr>
          <p:cNvSpPr>
            <a:spLocks noChangeShapeType="1"/>
          </p:cNvSpPr>
          <p:nvPr/>
        </p:nvSpPr>
        <p:spPr bwMode="auto">
          <a:xfrm>
            <a:off x="5307013" y="3348038"/>
            <a:ext cx="119062" cy="1587"/>
          </a:xfrm>
          <a:prstGeom prst="line">
            <a:avLst/>
          </a:prstGeom>
          <a:noFill/>
          <a:ln w="14288">
            <a:solidFill>
              <a:srgbClr val="00FF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76" name="Freeform 60">
            <a:extLst>
              <a:ext uri="{FF2B5EF4-FFF2-40B4-BE49-F238E27FC236}">
                <a16:creationId xmlns:a16="http://schemas.microsoft.com/office/drawing/2014/main" id="{7D8754F1-7282-4AD0-B824-96659AFFA845}"/>
              </a:ext>
            </a:extLst>
          </p:cNvPr>
          <p:cNvSpPr>
            <a:spLocks noChangeArrowheads="1"/>
          </p:cNvSpPr>
          <p:nvPr/>
        </p:nvSpPr>
        <p:spPr bwMode="auto">
          <a:xfrm>
            <a:off x="5500688" y="3246438"/>
            <a:ext cx="4762" cy="101600"/>
          </a:xfrm>
          <a:custGeom>
            <a:avLst/>
            <a:gdLst>
              <a:gd name="T0" fmla="*/ 0 w 2"/>
              <a:gd name="T1" fmla="*/ 2147483646 h 46"/>
              <a:gd name="T2" fmla="*/ 2147483646 w 2"/>
              <a:gd name="T3" fmla="*/ 2147483646 h 46"/>
              <a:gd name="T4" fmla="*/ 2147483646 w 2"/>
              <a:gd name="T5" fmla="*/ 0 h 46"/>
              <a:gd name="T6" fmla="*/ 0 60000 65536"/>
              <a:gd name="T7" fmla="*/ 0 60000 65536"/>
              <a:gd name="T8" fmla="*/ 0 60000 65536"/>
            </a:gdLst>
            <a:ahLst/>
            <a:cxnLst>
              <a:cxn ang="T6">
                <a:pos x="T0" y="T1"/>
              </a:cxn>
              <a:cxn ang="T7">
                <a:pos x="T2" y="T3"/>
              </a:cxn>
              <a:cxn ang="T8">
                <a:pos x="T4" y="T5"/>
              </a:cxn>
            </a:cxnLst>
            <a:rect l="0" t="0" r="r" b="b"/>
            <a:pathLst>
              <a:path w="2" h="46">
                <a:moveTo>
                  <a:pt x="0" y="46"/>
                </a:moveTo>
                <a:lnTo>
                  <a:pt x="2" y="46"/>
                </a:lnTo>
                <a:lnTo>
                  <a:pt x="2" y="0"/>
                </a:lnTo>
              </a:path>
            </a:pathLst>
          </a:custGeom>
          <a:noFill/>
          <a:ln w="14288">
            <a:solidFill>
              <a:srgbClr val="00FF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77" name="Line 61">
            <a:extLst>
              <a:ext uri="{FF2B5EF4-FFF2-40B4-BE49-F238E27FC236}">
                <a16:creationId xmlns:a16="http://schemas.microsoft.com/office/drawing/2014/main" id="{261E2F7D-A018-4B3B-BA54-88045F0C760E}"/>
              </a:ext>
            </a:extLst>
          </p:cNvPr>
          <p:cNvSpPr>
            <a:spLocks noChangeShapeType="1"/>
          </p:cNvSpPr>
          <p:nvPr/>
        </p:nvSpPr>
        <p:spPr bwMode="auto">
          <a:xfrm flipV="1">
            <a:off x="5505450" y="3070225"/>
            <a:ext cx="1588" cy="107950"/>
          </a:xfrm>
          <a:prstGeom prst="line">
            <a:avLst/>
          </a:prstGeom>
          <a:noFill/>
          <a:ln w="14288">
            <a:solidFill>
              <a:srgbClr val="00FF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78" name="Line 62">
            <a:extLst>
              <a:ext uri="{FF2B5EF4-FFF2-40B4-BE49-F238E27FC236}">
                <a16:creationId xmlns:a16="http://schemas.microsoft.com/office/drawing/2014/main" id="{CF96A272-FC99-4A00-B1FC-59529386699C}"/>
              </a:ext>
            </a:extLst>
          </p:cNvPr>
          <p:cNvSpPr>
            <a:spLocks noChangeShapeType="1"/>
          </p:cNvSpPr>
          <p:nvPr/>
        </p:nvSpPr>
        <p:spPr bwMode="auto">
          <a:xfrm flipV="1">
            <a:off x="5505450" y="2895600"/>
            <a:ext cx="1588" cy="107950"/>
          </a:xfrm>
          <a:prstGeom prst="line">
            <a:avLst/>
          </a:prstGeom>
          <a:noFill/>
          <a:ln w="14288">
            <a:solidFill>
              <a:srgbClr val="00FF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79" name="Line 63">
            <a:extLst>
              <a:ext uri="{FF2B5EF4-FFF2-40B4-BE49-F238E27FC236}">
                <a16:creationId xmlns:a16="http://schemas.microsoft.com/office/drawing/2014/main" id="{83049180-73A1-4B7C-B4F9-E37E822073D5}"/>
              </a:ext>
            </a:extLst>
          </p:cNvPr>
          <p:cNvSpPr>
            <a:spLocks noChangeShapeType="1"/>
          </p:cNvSpPr>
          <p:nvPr/>
        </p:nvSpPr>
        <p:spPr bwMode="auto">
          <a:xfrm flipV="1">
            <a:off x="5505450" y="2720975"/>
            <a:ext cx="1588" cy="107950"/>
          </a:xfrm>
          <a:prstGeom prst="line">
            <a:avLst/>
          </a:prstGeom>
          <a:noFill/>
          <a:ln w="14288">
            <a:solidFill>
              <a:srgbClr val="00FF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80" name="Line 64">
            <a:extLst>
              <a:ext uri="{FF2B5EF4-FFF2-40B4-BE49-F238E27FC236}">
                <a16:creationId xmlns:a16="http://schemas.microsoft.com/office/drawing/2014/main" id="{1BA395ED-BF68-430E-B347-C042E697E6A2}"/>
              </a:ext>
            </a:extLst>
          </p:cNvPr>
          <p:cNvSpPr>
            <a:spLocks noChangeShapeType="1"/>
          </p:cNvSpPr>
          <p:nvPr/>
        </p:nvSpPr>
        <p:spPr bwMode="auto">
          <a:xfrm flipV="1">
            <a:off x="5505450" y="2546350"/>
            <a:ext cx="1588" cy="107950"/>
          </a:xfrm>
          <a:prstGeom prst="line">
            <a:avLst/>
          </a:prstGeom>
          <a:noFill/>
          <a:ln w="14288">
            <a:solidFill>
              <a:srgbClr val="00FF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81" name="Line 65">
            <a:extLst>
              <a:ext uri="{FF2B5EF4-FFF2-40B4-BE49-F238E27FC236}">
                <a16:creationId xmlns:a16="http://schemas.microsoft.com/office/drawing/2014/main" id="{BDB97AA4-9B08-48DB-9D44-D4042C1FE4F2}"/>
              </a:ext>
            </a:extLst>
          </p:cNvPr>
          <p:cNvSpPr>
            <a:spLocks noChangeShapeType="1"/>
          </p:cNvSpPr>
          <p:nvPr/>
        </p:nvSpPr>
        <p:spPr bwMode="auto">
          <a:xfrm flipV="1">
            <a:off x="5505450" y="2381250"/>
            <a:ext cx="1588" cy="98425"/>
          </a:xfrm>
          <a:prstGeom prst="line">
            <a:avLst/>
          </a:prstGeom>
          <a:noFill/>
          <a:ln w="14288">
            <a:solidFill>
              <a:srgbClr val="00FF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82" name="Freeform 66">
            <a:extLst>
              <a:ext uri="{FF2B5EF4-FFF2-40B4-BE49-F238E27FC236}">
                <a16:creationId xmlns:a16="http://schemas.microsoft.com/office/drawing/2014/main" id="{C815E260-53B3-407C-9538-8BA1E44D55E0}"/>
              </a:ext>
            </a:extLst>
          </p:cNvPr>
          <p:cNvSpPr>
            <a:spLocks noChangeArrowheads="1"/>
          </p:cNvSpPr>
          <p:nvPr/>
        </p:nvSpPr>
        <p:spPr bwMode="auto">
          <a:xfrm>
            <a:off x="5438775" y="2290763"/>
            <a:ext cx="133350" cy="120650"/>
          </a:xfrm>
          <a:custGeom>
            <a:avLst/>
            <a:gdLst>
              <a:gd name="T0" fmla="*/ 2147483646 w 84"/>
              <a:gd name="T1" fmla="*/ 0 h 76"/>
              <a:gd name="T2" fmla="*/ 0 w 84"/>
              <a:gd name="T3" fmla="*/ 2147483646 h 76"/>
              <a:gd name="T4" fmla="*/ 2147483646 w 84"/>
              <a:gd name="T5" fmla="*/ 2147483646 h 76"/>
              <a:gd name="T6" fmla="*/ 2147483646 w 84"/>
              <a:gd name="T7" fmla="*/ 2147483646 h 76"/>
              <a:gd name="T8" fmla="*/ 2147483646 w 84"/>
              <a:gd name="T9" fmla="*/ 2147483646 h 76"/>
              <a:gd name="T10" fmla="*/ 2147483646 w 84"/>
              <a:gd name="T11" fmla="*/ 2147483646 h 76"/>
              <a:gd name="T12" fmla="*/ 2147483646 w 84"/>
              <a:gd name="T13" fmla="*/ 0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42" y="0"/>
                </a:moveTo>
                <a:lnTo>
                  <a:pt x="0" y="76"/>
                </a:lnTo>
                <a:lnTo>
                  <a:pt x="20" y="69"/>
                </a:lnTo>
                <a:lnTo>
                  <a:pt x="42" y="66"/>
                </a:lnTo>
                <a:lnTo>
                  <a:pt x="64" y="69"/>
                </a:lnTo>
                <a:lnTo>
                  <a:pt x="84" y="76"/>
                </a:lnTo>
                <a:lnTo>
                  <a:pt x="42" y="0"/>
                </a:lnTo>
                <a:close/>
              </a:path>
            </a:pathLst>
          </a:custGeom>
          <a:solidFill>
            <a:srgbClr val="00FF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7283" name="Freeform 67">
            <a:extLst>
              <a:ext uri="{FF2B5EF4-FFF2-40B4-BE49-F238E27FC236}">
                <a16:creationId xmlns:a16="http://schemas.microsoft.com/office/drawing/2014/main" id="{E960A728-93D0-4ADC-8311-4B9A91F39C0F}"/>
              </a:ext>
            </a:extLst>
          </p:cNvPr>
          <p:cNvSpPr>
            <a:spLocks noChangeArrowheads="1"/>
          </p:cNvSpPr>
          <p:nvPr/>
        </p:nvSpPr>
        <p:spPr bwMode="auto">
          <a:xfrm>
            <a:off x="5535613" y="2422525"/>
            <a:ext cx="261937" cy="238125"/>
          </a:xfrm>
          <a:custGeom>
            <a:avLst/>
            <a:gdLst>
              <a:gd name="T0" fmla="*/ 0 w 165"/>
              <a:gd name="T1" fmla="*/ 2147483646 h 150"/>
              <a:gd name="T2" fmla="*/ 2147483646 w 165"/>
              <a:gd name="T3" fmla="*/ 2147483646 h 150"/>
              <a:gd name="T4" fmla="*/ 2147483646 w 165"/>
              <a:gd name="T5" fmla="*/ 2147483646 h 150"/>
              <a:gd name="T6" fmla="*/ 2147483646 w 165"/>
              <a:gd name="T7" fmla="*/ 2147483646 h 150"/>
              <a:gd name="T8" fmla="*/ 2147483646 w 165"/>
              <a:gd name="T9" fmla="*/ 2147483646 h 150"/>
              <a:gd name="T10" fmla="*/ 2147483646 w 165"/>
              <a:gd name="T11" fmla="*/ 2147483646 h 150"/>
              <a:gd name="T12" fmla="*/ 2147483646 w 165"/>
              <a:gd name="T13" fmla="*/ 0 h 150"/>
              <a:gd name="T14" fmla="*/ 2147483646 w 165"/>
              <a:gd name="T15" fmla="*/ 2147483646 h 150"/>
              <a:gd name="T16" fmla="*/ 2147483646 w 165"/>
              <a:gd name="T17" fmla="*/ 2147483646 h 150"/>
              <a:gd name="T18" fmla="*/ 2147483646 w 165"/>
              <a:gd name="T19" fmla="*/ 2147483646 h 150"/>
              <a:gd name="T20" fmla="*/ 2147483646 w 165"/>
              <a:gd name="T21" fmla="*/ 2147483646 h 150"/>
              <a:gd name="T22" fmla="*/ 2147483646 w 165"/>
              <a:gd name="T23" fmla="*/ 2147483646 h 150"/>
              <a:gd name="T24" fmla="*/ 2147483646 w 165"/>
              <a:gd name="T25" fmla="*/ 2147483646 h 150"/>
              <a:gd name="T26" fmla="*/ 2147483646 w 165"/>
              <a:gd name="T27" fmla="*/ 2147483646 h 150"/>
              <a:gd name="T28" fmla="*/ 2147483646 w 165"/>
              <a:gd name="T29" fmla="*/ 2147483646 h 150"/>
              <a:gd name="T30" fmla="*/ 2147483646 w 165"/>
              <a:gd name="T31" fmla="*/ 2147483646 h 150"/>
              <a:gd name="T32" fmla="*/ 2147483646 w 165"/>
              <a:gd name="T33" fmla="*/ 2147483646 h 150"/>
              <a:gd name="T34" fmla="*/ 2147483646 w 165"/>
              <a:gd name="T35" fmla="*/ 2147483646 h 150"/>
              <a:gd name="T36" fmla="*/ 2147483646 w 165"/>
              <a:gd name="T37" fmla="*/ 2147483646 h 150"/>
              <a:gd name="T38" fmla="*/ 2147483646 w 165"/>
              <a:gd name="T39" fmla="*/ 2147483646 h 150"/>
              <a:gd name="T40" fmla="*/ 2147483646 w 165"/>
              <a:gd name="T41" fmla="*/ 2147483646 h 150"/>
              <a:gd name="T42" fmla="*/ 2147483646 w 165"/>
              <a:gd name="T43" fmla="*/ 2147483646 h 150"/>
              <a:gd name="T44" fmla="*/ 2147483646 w 165"/>
              <a:gd name="T45" fmla="*/ 2147483646 h 150"/>
              <a:gd name="T46" fmla="*/ 2147483646 w 165"/>
              <a:gd name="T47" fmla="*/ 2147483646 h 150"/>
              <a:gd name="T48" fmla="*/ 0 w 165"/>
              <a:gd name="T49" fmla="*/ 2147483646 h 150"/>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65" h="150">
                <a:moveTo>
                  <a:pt x="0" y="75"/>
                </a:moveTo>
                <a:lnTo>
                  <a:pt x="3" y="55"/>
                </a:lnTo>
                <a:lnTo>
                  <a:pt x="10" y="37"/>
                </a:lnTo>
                <a:lnTo>
                  <a:pt x="23" y="22"/>
                </a:lnTo>
                <a:lnTo>
                  <a:pt x="40" y="10"/>
                </a:lnTo>
                <a:lnTo>
                  <a:pt x="60" y="2"/>
                </a:lnTo>
                <a:lnTo>
                  <a:pt x="82" y="0"/>
                </a:lnTo>
                <a:lnTo>
                  <a:pt x="104" y="2"/>
                </a:lnTo>
                <a:lnTo>
                  <a:pt x="123" y="10"/>
                </a:lnTo>
                <a:lnTo>
                  <a:pt x="140" y="22"/>
                </a:lnTo>
                <a:lnTo>
                  <a:pt x="154" y="37"/>
                </a:lnTo>
                <a:lnTo>
                  <a:pt x="162" y="55"/>
                </a:lnTo>
                <a:lnTo>
                  <a:pt x="165" y="75"/>
                </a:lnTo>
                <a:lnTo>
                  <a:pt x="162" y="95"/>
                </a:lnTo>
                <a:lnTo>
                  <a:pt x="154" y="112"/>
                </a:lnTo>
                <a:lnTo>
                  <a:pt x="140" y="127"/>
                </a:lnTo>
                <a:lnTo>
                  <a:pt x="123" y="140"/>
                </a:lnTo>
                <a:lnTo>
                  <a:pt x="104" y="147"/>
                </a:lnTo>
                <a:lnTo>
                  <a:pt x="82" y="150"/>
                </a:lnTo>
                <a:lnTo>
                  <a:pt x="60" y="147"/>
                </a:lnTo>
                <a:lnTo>
                  <a:pt x="40" y="140"/>
                </a:lnTo>
                <a:lnTo>
                  <a:pt x="23" y="127"/>
                </a:lnTo>
                <a:lnTo>
                  <a:pt x="10" y="112"/>
                </a:lnTo>
                <a:lnTo>
                  <a:pt x="3" y="95"/>
                </a:lnTo>
                <a:lnTo>
                  <a:pt x="0" y="75"/>
                </a:lnTo>
                <a:close/>
              </a:path>
            </a:pathLst>
          </a:custGeom>
          <a:solidFill>
            <a:srgbClr val="00FF00"/>
          </a:solidFill>
          <a:ln w="14288">
            <a:solidFill>
              <a:srgbClr val="000000"/>
            </a:solidFill>
            <a:round/>
            <a:headEnd/>
            <a:tailEnd/>
          </a:ln>
        </p:spPr>
        <p:txBody>
          <a:bodyPr/>
          <a:lstStyle/>
          <a:p>
            <a:pPr>
              <a:defRPr/>
            </a:pPr>
            <a:endParaRPr lang="zh-CN" altLang="en-US">
              <a:latin typeface="+mn-lt"/>
              <a:ea typeface="+mn-ea"/>
              <a:cs typeface="+mn-ea"/>
              <a:sym typeface="+mn-lt"/>
            </a:endParaRPr>
          </a:p>
        </p:txBody>
      </p:sp>
      <p:sp>
        <p:nvSpPr>
          <p:cNvPr id="137284" name="Rectangle 68">
            <a:extLst>
              <a:ext uri="{FF2B5EF4-FFF2-40B4-BE49-F238E27FC236}">
                <a16:creationId xmlns:a16="http://schemas.microsoft.com/office/drawing/2014/main" id="{54F34A12-8BD5-455D-8EC6-A2D532593F52}"/>
              </a:ext>
            </a:extLst>
          </p:cNvPr>
          <p:cNvSpPr>
            <a:spLocks noChangeArrowheads="1"/>
          </p:cNvSpPr>
          <p:nvPr/>
        </p:nvSpPr>
        <p:spPr bwMode="auto">
          <a:xfrm>
            <a:off x="5619750" y="2447925"/>
            <a:ext cx="84138" cy="20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300">
                <a:solidFill>
                  <a:srgbClr val="000000"/>
                </a:solidFill>
                <a:latin typeface="+mn-lt"/>
                <a:ea typeface="+mn-ea"/>
                <a:cs typeface="+mn-ea"/>
                <a:sym typeface="+mn-lt"/>
              </a:rPr>
              <a:t>3</a:t>
            </a:r>
            <a:endParaRPr lang="en-US" altLang="zh-CN" sz="2800">
              <a:latin typeface="+mn-lt"/>
              <a:ea typeface="+mn-ea"/>
              <a:cs typeface="+mn-ea"/>
              <a:sym typeface="+mn-lt"/>
            </a:endParaRPr>
          </a:p>
        </p:txBody>
      </p:sp>
      <p:sp>
        <p:nvSpPr>
          <p:cNvPr id="137285" name="Freeform 69">
            <a:extLst>
              <a:ext uri="{FF2B5EF4-FFF2-40B4-BE49-F238E27FC236}">
                <a16:creationId xmlns:a16="http://schemas.microsoft.com/office/drawing/2014/main" id="{9098D803-122F-4834-83E8-05A706BBA704}"/>
              </a:ext>
            </a:extLst>
          </p:cNvPr>
          <p:cNvSpPr>
            <a:spLocks noChangeArrowheads="1"/>
          </p:cNvSpPr>
          <p:nvPr/>
        </p:nvSpPr>
        <p:spPr bwMode="auto">
          <a:xfrm>
            <a:off x="5213350" y="3138488"/>
            <a:ext cx="19050" cy="104775"/>
          </a:xfrm>
          <a:custGeom>
            <a:avLst/>
            <a:gdLst>
              <a:gd name="T0" fmla="*/ 0 w 8"/>
              <a:gd name="T1" fmla="*/ 2147483646 h 47"/>
              <a:gd name="T2" fmla="*/ 2147483646 w 8"/>
              <a:gd name="T3" fmla="*/ 2147483646 h 47"/>
              <a:gd name="T4" fmla="*/ 2147483646 w 8"/>
              <a:gd name="T5" fmla="*/ 0 h 47"/>
              <a:gd name="T6" fmla="*/ 0 60000 65536"/>
              <a:gd name="T7" fmla="*/ 0 60000 65536"/>
              <a:gd name="T8" fmla="*/ 0 60000 65536"/>
            </a:gdLst>
            <a:ahLst/>
            <a:cxnLst>
              <a:cxn ang="T6">
                <a:pos x="T0" y="T1"/>
              </a:cxn>
              <a:cxn ang="T7">
                <a:pos x="T2" y="T3"/>
              </a:cxn>
              <a:cxn ang="T8">
                <a:pos x="T4" y="T5"/>
              </a:cxn>
            </a:cxnLst>
            <a:rect l="0" t="0" r="r" b="b"/>
            <a:pathLst>
              <a:path w="8" h="47">
                <a:moveTo>
                  <a:pt x="0" y="47"/>
                </a:moveTo>
                <a:lnTo>
                  <a:pt x="8" y="2"/>
                </a:lnTo>
                <a:lnTo>
                  <a:pt x="8" y="0"/>
                </a:lnTo>
              </a:path>
            </a:pathLst>
          </a:custGeom>
          <a:noFill/>
          <a:ln w="14351">
            <a:solidFill>
              <a:srgbClr val="80008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86" name="Freeform 70">
            <a:extLst>
              <a:ext uri="{FF2B5EF4-FFF2-40B4-BE49-F238E27FC236}">
                <a16:creationId xmlns:a16="http://schemas.microsoft.com/office/drawing/2014/main" id="{C1C8B86A-9A58-4422-8BD5-C08CFC7E62DC}"/>
              </a:ext>
            </a:extLst>
          </p:cNvPr>
          <p:cNvSpPr>
            <a:spLocks noChangeArrowheads="1"/>
          </p:cNvSpPr>
          <p:nvPr/>
        </p:nvSpPr>
        <p:spPr bwMode="auto">
          <a:xfrm>
            <a:off x="5243513" y="2963863"/>
            <a:ext cx="14287" cy="106362"/>
          </a:xfrm>
          <a:custGeom>
            <a:avLst/>
            <a:gdLst>
              <a:gd name="T0" fmla="*/ 0 w 6"/>
              <a:gd name="T1" fmla="*/ 2147483646 h 48"/>
              <a:gd name="T2" fmla="*/ 2147483646 w 6"/>
              <a:gd name="T3" fmla="*/ 2147483646 h 48"/>
              <a:gd name="T4" fmla="*/ 2147483646 w 6"/>
              <a:gd name="T5" fmla="*/ 0 h 48"/>
              <a:gd name="T6" fmla="*/ 0 60000 65536"/>
              <a:gd name="T7" fmla="*/ 0 60000 65536"/>
              <a:gd name="T8" fmla="*/ 0 60000 65536"/>
            </a:gdLst>
            <a:ahLst/>
            <a:cxnLst>
              <a:cxn ang="T6">
                <a:pos x="T0" y="T1"/>
              </a:cxn>
              <a:cxn ang="T7">
                <a:pos x="T2" y="T3"/>
              </a:cxn>
              <a:cxn ang="T8">
                <a:pos x="T4" y="T5"/>
              </a:cxn>
            </a:cxnLst>
            <a:rect l="0" t="0" r="r" b="b"/>
            <a:pathLst>
              <a:path w="6" h="48">
                <a:moveTo>
                  <a:pt x="0" y="48"/>
                </a:moveTo>
                <a:lnTo>
                  <a:pt x="2" y="36"/>
                </a:lnTo>
                <a:lnTo>
                  <a:pt x="6" y="0"/>
                </a:lnTo>
              </a:path>
            </a:pathLst>
          </a:custGeom>
          <a:noFill/>
          <a:ln w="73025">
            <a:solidFill>
              <a:srgbClr val="993366"/>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87" name="Freeform 71">
            <a:extLst>
              <a:ext uri="{FF2B5EF4-FFF2-40B4-BE49-F238E27FC236}">
                <a16:creationId xmlns:a16="http://schemas.microsoft.com/office/drawing/2014/main" id="{FC29146C-DF63-4A1B-AECB-BAA540EFE05D}"/>
              </a:ext>
            </a:extLst>
          </p:cNvPr>
          <p:cNvSpPr>
            <a:spLocks noChangeArrowheads="1"/>
          </p:cNvSpPr>
          <p:nvPr/>
        </p:nvSpPr>
        <p:spPr bwMode="auto">
          <a:xfrm>
            <a:off x="5262563" y="2789238"/>
            <a:ext cx="4762" cy="106362"/>
          </a:xfrm>
          <a:custGeom>
            <a:avLst/>
            <a:gdLst>
              <a:gd name="T0" fmla="*/ 0 w 2"/>
              <a:gd name="T1" fmla="*/ 2147483646 h 48"/>
              <a:gd name="T2" fmla="*/ 2147483646 w 2"/>
              <a:gd name="T3" fmla="*/ 2147483646 h 48"/>
              <a:gd name="T4" fmla="*/ 2147483646 w 2"/>
              <a:gd name="T5" fmla="*/ 0 h 48"/>
              <a:gd name="T6" fmla="*/ 0 60000 65536"/>
              <a:gd name="T7" fmla="*/ 0 60000 65536"/>
              <a:gd name="T8" fmla="*/ 0 60000 65536"/>
            </a:gdLst>
            <a:ahLst/>
            <a:cxnLst>
              <a:cxn ang="T6">
                <a:pos x="T0" y="T1"/>
              </a:cxn>
              <a:cxn ang="T7">
                <a:pos x="T2" y="T3"/>
              </a:cxn>
              <a:cxn ang="T8">
                <a:pos x="T4" y="T5"/>
              </a:cxn>
            </a:cxnLst>
            <a:rect l="0" t="0" r="r" b="b"/>
            <a:pathLst>
              <a:path w="2" h="48">
                <a:moveTo>
                  <a:pt x="0" y="48"/>
                </a:moveTo>
                <a:lnTo>
                  <a:pt x="1" y="29"/>
                </a:lnTo>
                <a:lnTo>
                  <a:pt x="2" y="0"/>
                </a:lnTo>
              </a:path>
            </a:pathLst>
          </a:custGeom>
          <a:noFill/>
          <a:ln w="73025">
            <a:solidFill>
              <a:srgbClr val="993366"/>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88" name="Freeform 72">
            <a:extLst>
              <a:ext uri="{FF2B5EF4-FFF2-40B4-BE49-F238E27FC236}">
                <a16:creationId xmlns:a16="http://schemas.microsoft.com/office/drawing/2014/main" id="{4CE4FB3D-A6C3-469D-A0B9-CDB20D9F3596}"/>
              </a:ext>
            </a:extLst>
          </p:cNvPr>
          <p:cNvSpPr>
            <a:spLocks noChangeArrowheads="1"/>
          </p:cNvSpPr>
          <p:nvPr/>
        </p:nvSpPr>
        <p:spPr bwMode="auto">
          <a:xfrm>
            <a:off x="5257800" y="2613025"/>
            <a:ext cx="7938" cy="107950"/>
          </a:xfrm>
          <a:custGeom>
            <a:avLst/>
            <a:gdLst>
              <a:gd name="T0" fmla="*/ 2147483646 w 3"/>
              <a:gd name="T1" fmla="*/ 2147483646 h 48"/>
              <a:gd name="T2" fmla="*/ 2147483646 w 3"/>
              <a:gd name="T3" fmla="*/ 2147483646 h 48"/>
              <a:gd name="T4" fmla="*/ 0 w 3"/>
              <a:gd name="T5" fmla="*/ 0 h 48"/>
              <a:gd name="T6" fmla="*/ 0 60000 65536"/>
              <a:gd name="T7" fmla="*/ 0 60000 65536"/>
              <a:gd name="T8" fmla="*/ 0 60000 65536"/>
            </a:gdLst>
            <a:ahLst/>
            <a:cxnLst>
              <a:cxn ang="T6">
                <a:pos x="T0" y="T1"/>
              </a:cxn>
              <a:cxn ang="T7">
                <a:pos x="T2" y="T3"/>
              </a:cxn>
              <a:cxn ang="T8">
                <a:pos x="T4" y="T5"/>
              </a:cxn>
            </a:cxnLst>
            <a:rect l="0" t="0" r="r" b="b"/>
            <a:pathLst>
              <a:path w="3" h="48">
                <a:moveTo>
                  <a:pt x="3" y="48"/>
                </a:moveTo>
                <a:lnTo>
                  <a:pt x="2" y="27"/>
                </a:lnTo>
                <a:lnTo>
                  <a:pt x="0" y="0"/>
                </a:lnTo>
              </a:path>
            </a:pathLst>
          </a:custGeom>
          <a:noFill/>
          <a:ln w="73025">
            <a:solidFill>
              <a:srgbClr val="993366"/>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89" name="Freeform 73">
            <a:extLst>
              <a:ext uri="{FF2B5EF4-FFF2-40B4-BE49-F238E27FC236}">
                <a16:creationId xmlns:a16="http://schemas.microsoft.com/office/drawing/2014/main" id="{B0E5CED0-C1AF-41BE-9D0B-D7B8ED4B8163}"/>
              </a:ext>
            </a:extLst>
          </p:cNvPr>
          <p:cNvSpPr>
            <a:spLocks noChangeArrowheads="1"/>
          </p:cNvSpPr>
          <p:nvPr/>
        </p:nvSpPr>
        <p:spPr bwMode="auto">
          <a:xfrm>
            <a:off x="5226050" y="2441575"/>
            <a:ext cx="22225" cy="104775"/>
          </a:xfrm>
          <a:custGeom>
            <a:avLst/>
            <a:gdLst>
              <a:gd name="T0" fmla="*/ 2147483646 w 9"/>
              <a:gd name="T1" fmla="*/ 2147483646 h 47"/>
              <a:gd name="T2" fmla="*/ 2147483646 w 9"/>
              <a:gd name="T3" fmla="*/ 2147483646 h 47"/>
              <a:gd name="T4" fmla="*/ 0 w 9"/>
              <a:gd name="T5" fmla="*/ 0 h 47"/>
              <a:gd name="T6" fmla="*/ 0 60000 65536"/>
              <a:gd name="T7" fmla="*/ 0 60000 65536"/>
              <a:gd name="T8" fmla="*/ 0 60000 65536"/>
            </a:gdLst>
            <a:ahLst/>
            <a:cxnLst>
              <a:cxn ang="T6">
                <a:pos x="T0" y="T1"/>
              </a:cxn>
              <a:cxn ang="T7">
                <a:pos x="T2" y="T3"/>
              </a:cxn>
              <a:cxn ang="T8">
                <a:pos x="T4" y="T5"/>
              </a:cxn>
            </a:cxnLst>
            <a:rect l="0" t="0" r="r" b="b"/>
            <a:pathLst>
              <a:path w="9" h="47">
                <a:moveTo>
                  <a:pt x="9" y="47"/>
                </a:moveTo>
                <a:lnTo>
                  <a:pt x="7" y="32"/>
                </a:lnTo>
                <a:lnTo>
                  <a:pt x="0" y="0"/>
                </a:lnTo>
              </a:path>
            </a:pathLst>
          </a:custGeom>
          <a:noFill/>
          <a:ln w="73025">
            <a:solidFill>
              <a:srgbClr val="993366"/>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90" name="Freeform 74">
            <a:extLst>
              <a:ext uri="{FF2B5EF4-FFF2-40B4-BE49-F238E27FC236}">
                <a16:creationId xmlns:a16="http://schemas.microsoft.com/office/drawing/2014/main" id="{80AE57E7-2808-4607-9182-661DC809C2E4}"/>
              </a:ext>
            </a:extLst>
          </p:cNvPr>
          <p:cNvSpPr>
            <a:spLocks noChangeArrowheads="1"/>
          </p:cNvSpPr>
          <p:nvPr/>
        </p:nvSpPr>
        <p:spPr bwMode="auto">
          <a:xfrm>
            <a:off x="5159375" y="2278063"/>
            <a:ext cx="46038" cy="98425"/>
          </a:xfrm>
          <a:custGeom>
            <a:avLst/>
            <a:gdLst>
              <a:gd name="T0" fmla="*/ 2147483646 w 19"/>
              <a:gd name="T1" fmla="*/ 2147483646 h 44"/>
              <a:gd name="T2" fmla="*/ 2147483646 w 19"/>
              <a:gd name="T3" fmla="*/ 2147483646 h 44"/>
              <a:gd name="T4" fmla="*/ 2147483646 w 19"/>
              <a:gd name="T5" fmla="*/ 2147483646 h 44"/>
              <a:gd name="T6" fmla="*/ 0 w 19"/>
              <a:gd name="T7" fmla="*/ 0 h 4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 h="44">
                <a:moveTo>
                  <a:pt x="19" y="44"/>
                </a:moveTo>
                <a:lnTo>
                  <a:pt x="18" y="42"/>
                </a:lnTo>
                <a:lnTo>
                  <a:pt x="7" y="15"/>
                </a:lnTo>
                <a:lnTo>
                  <a:pt x="0" y="0"/>
                </a:lnTo>
              </a:path>
            </a:pathLst>
          </a:custGeom>
          <a:noFill/>
          <a:ln w="14288">
            <a:solidFill>
              <a:srgbClr val="FFFF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91" name="Freeform 75">
            <a:extLst>
              <a:ext uri="{FF2B5EF4-FFF2-40B4-BE49-F238E27FC236}">
                <a16:creationId xmlns:a16="http://schemas.microsoft.com/office/drawing/2014/main" id="{7DCA5BD9-9930-4526-A0B2-15D01BDBD2C2}"/>
              </a:ext>
            </a:extLst>
          </p:cNvPr>
          <p:cNvSpPr>
            <a:spLocks noChangeArrowheads="1"/>
          </p:cNvSpPr>
          <p:nvPr/>
        </p:nvSpPr>
        <p:spPr bwMode="auto">
          <a:xfrm>
            <a:off x="5040313" y="2141538"/>
            <a:ext cx="80962" cy="77787"/>
          </a:xfrm>
          <a:custGeom>
            <a:avLst/>
            <a:gdLst>
              <a:gd name="T0" fmla="*/ 2147483646 w 33"/>
              <a:gd name="T1" fmla="*/ 2147483646 h 35"/>
              <a:gd name="T2" fmla="*/ 2147483646 w 33"/>
              <a:gd name="T3" fmla="*/ 2147483646 h 35"/>
              <a:gd name="T4" fmla="*/ 2147483646 w 33"/>
              <a:gd name="T5" fmla="*/ 2147483646 h 35"/>
              <a:gd name="T6" fmla="*/ 0 w 33"/>
              <a:gd name="T7" fmla="*/ 0 h 3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33" h="35">
                <a:moveTo>
                  <a:pt x="33" y="35"/>
                </a:moveTo>
                <a:lnTo>
                  <a:pt x="29" y="30"/>
                </a:lnTo>
                <a:lnTo>
                  <a:pt x="13" y="11"/>
                </a:lnTo>
                <a:lnTo>
                  <a:pt x="0" y="0"/>
                </a:lnTo>
              </a:path>
            </a:pathLst>
          </a:custGeom>
          <a:noFill/>
          <a:ln w="73025">
            <a:solidFill>
              <a:srgbClr val="993366"/>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92" name="Freeform 76">
            <a:extLst>
              <a:ext uri="{FF2B5EF4-FFF2-40B4-BE49-F238E27FC236}">
                <a16:creationId xmlns:a16="http://schemas.microsoft.com/office/drawing/2014/main" id="{9DB9CBEE-37E0-438D-B6D1-5276C8380622}"/>
              </a:ext>
            </a:extLst>
          </p:cNvPr>
          <p:cNvSpPr>
            <a:spLocks noChangeArrowheads="1"/>
          </p:cNvSpPr>
          <p:nvPr/>
        </p:nvSpPr>
        <p:spPr bwMode="auto">
          <a:xfrm>
            <a:off x="4864100" y="2076450"/>
            <a:ext cx="114300" cy="26988"/>
          </a:xfrm>
          <a:custGeom>
            <a:avLst/>
            <a:gdLst>
              <a:gd name="T0" fmla="*/ 2147483646 w 46"/>
              <a:gd name="T1" fmla="*/ 2147483646 h 12"/>
              <a:gd name="T2" fmla="*/ 2147483646 w 46"/>
              <a:gd name="T3" fmla="*/ 2147483646 h 12"/>
              <a:gd name="T4" fmla="*/ 2147483646 w 46"/>
              <a:gd name="T5" fmla="*/ 0 h 12"/>
              <a:gd name="T6" fmla="*/ 0 w 46"/>
              <a:gd name="T7" fmla="*/ 0 h 1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6" h="12">
                <a:moveTo>
                  <a:pt x="46" y="12"/>
                </a:moveTo>
                <a:lnTo>
                  <a:pt x="29" y="5"/>
                </a:lnTo>
                <a:lnTo>
                  <a:pt x="8" y="0"/>
                </a:lnTo>
                <a:lnTo>
                  <a:pt x="0" y="0"/>
                </a:lnTo>
              </a:path>
            </a:pathLst>
          </a:custGeom>
          <a:noFill/>
          <a:ln w="14288">
            <a:solidFill>
              <a:srgbClr val="FFFF00"/>
            </a:solidFill>
            <a:round/>
            <a:headEnd/>
            <a:tailEnd/>
          </a:ln>
          <a:extLst>
            <a:ext uri="{909E8E84-426E-40DD-AFC4-6F175D3DCCD1}">
              <a14:hiddenFill xmlns:a14="http://schemas.microsoft.com/office/drawing/2010/main">
                <a:solidFill>
                  <a:srgbClr val="FFFFFF"/>
                </a:solidFill>
              </a14:hiddenFill>
            </a:ext>
          </a:extLst>
        </p:spPr>
        <p:txBody>
          <a:bodyPr/>
          <a:lstStyle/>
          <a:p>
            <a:pPr>
              <a:defRPr/>
            </a:pPr>
            <a:endParaRPr lang="zh-CN" altLang="en-US">
              <a:latin typeface="+mn-lt"/>
              <a:ea typeface="+mn-ea"/>
              <a:cs typeface="+mn-ea"/>
              <a:sym typeface="+mn-lt"/>
            </a:endParaRPr>
          </a:p>
        </p:txBody>
      </p:sp>
      <p:sp>
        <p:nvSpPr>
          <p:cNvPr id="137293" name="Line 77">
            <a:extLst>
              <a:ext uri="{FF2B5EF4-FFF2-40B4-BE49-F238E27FC236}">
                <a16:creationId xmlns:a16="http://schemas.microsoft.com/office/drawing/2014/main" id="{B3372BC7-28B4-413D-97DB-B053C0A0C05E}"/>
              </a:ext>
            </a:extLst>
          </p:cNvPr>
          <p:cNvSpPr>
            <a:spLocks noChangeShapeType="1"/>
          </p:cNvSpPr>
          <p:nvPr/>
        </p:nvSpPr>
        <p:spPr bwMode="auto">
          <a:xfrm flipH="1">
            <a:off x="4775200" y="2076450"/>
            <a:ext cx="14288" cy="1588"/>
          </a:xfrm>
          <a:prstGeom prst="line">
            <a:avLst/>
          </a:prstGeom>
          <a:noFill/>
          <a:ln w="14288">
            <a:solidFill>
              <a:srgbClr val="FFFF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94" name="Freeform 78">
            <a:extLst>
              <a:ext uri="{FF2B5EF4-FFF2-40B4-BE49-F238E27FC236}">
                <a16:creationId xmlns:a16="http://schemas.microsoft.com/office/drawing/2014/main" id="{5B04422C-3214-4AFB-8ECF-EEE268039AB3}"/>
              </a:ext>
            </a:extLst>
          </p:cNvPr>
          <p:cNvSpPr>
            <a:spLocks noChangeArrowheads="1"/>
          </p:cNvSpPr>
          <p:nvPr/>
        </p:nvSpPr>
        <p:spPr bwMode="auto">
          <a:xfrm>
            <a:off x="4862513" y="2436813"/>
            <a:ext cx="261937" cy="238125"/>
          </a:xfrm>
          <a:custGeom>
            <a:avLst/>
            <a:gdLst>
              <a:gd name="T0" fmla="*/ 0 w 165"/>
              <a:gd name="T1" fmla="*/ 2147483646 h 150"/>
              <a:gd name="T2" fmla="*/ 2147483646 w 165"/>
              <a:gd name="T3" fmla="*/ 2147483646 h 150"/>
              <a:gd name="T4" fmla="*/ 2147483646 w 165"/>
              <a:gd name="T5" fmla="*/ 2147483646 h 150"/>
              <a:gd name="T6" fmla="*/ 2147483646 w 165"/>
              <a:gd name="T7" fmla="*/ 2147483646 h 150"/>
              <a:gd name="T8" fmla="*/ 2147483646 w 165"/>
              <a:gd name="T9" fmla="*/ 2147483646 h 150"/>
              <a:gd name="T10" fmla="*/ 2147483646 w 165"/>
              <a:gd name="T11" fmla="*/ 2147483646 h 150"/>
              <a:gd name="T12" fmla="*/ 2147483646 w 165"/>
              <a:gd name="T13" fmla="*/ 0 h 150"/>
              <a:gd name="T14" fmla="*/ 2147483646 w 165"/>
              <a:gd name="T15" fmla="*/ 2147483646 h 150"/>
              <a:gd name="T16" fmla="*/ 2147483646 w 165"/>
              <a:gd name="T17" fmla="*/ 2147483646 h 150"/>
              <a:gd name="T18" fmla="*/ 2147483646 w 165"/>
              <a:gd name="T19" fmla="*/ 2147483646 h 150"/>
              <a:gd name="T20" fmla="*/ 2147483646 w 165"/>
              <a:gd name="T21" fmla="*/ 2147483646 h 150"/>
              <a:gd name="T22" fmla="*/ 2147483646 w 165"/>
              <a:gd name="T23" fmla="*/ 2147483646 h 150"/>
              <a:gd name="T24" fmla="*/ 2147483646 w 165"/>
              <a:gd name="T25" fmla="*/ 2147483646 h 150"/>
              <a:gd name="T26" fmla="*/ 2147483646 w 165"/>
              <a:gd name="T27" fmla="*/ 2147483646 h 150"/>
              <a:gd name="T28" fmla="*/ 2147483646 w 165"/>
              <a:gd name="T29" fmla="*/ 2147483646 h 150"/>
              <a:gd name="T30" fmla="*/ 2147483646 w 165"/>
              <a:gd name="T31" fmla="*/ 2147483646 h 150"/>
              <a:gd name="T32" fmla="*/ 2147483646 w 165"/>
              <a:gd name="T33" fmla="*/ 2147483646 h 150"/>
              <a:gd name="T34" fmla="*/ 2147483646 w 165"/>
              <a:gd name="T35" fmla="*/ 2147483646 h 150"/>
              <a:gd name="T36" fmla="*/ 2147483646 w 165"/>
              <a:gd name="T37" fmla="*/ 2147483646 h 150"/>
              <a:gd name="T38" fmla="*/ 2147483646 w 165"/>
              <a:gd name="T39" fmla="*/ 2147483646 h 150"/>
              <a:gd name="T40" fmla="*/ 2147483646 w 165"/>
              <a:gd name="T41" fmla="*/ 2147483646 h 150"/>
              <a:gd name="T42" fmla="*/ 2147483646 w 165"/>
              <a:gd name="T43" fmla="*/ 2147483646 h 150"/>
              <a:gd name="T44" fmla="*/ 2147483646 w 165"/>
              <a:gd name="T45" fmla="*/ 2147483646 h 150"/>
              <a:gd name="T46" fmla="*/ 2147483646 w 165"/>
              <a:gd name="T47" fmla="*/ 2147483646 h 150"/>
              <a:gd name="T48" fmla="*/ 0 w 165"/>
              <a:gd name="T49" fmla="*/ 2147483646 h 150"/>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65" h="150">
                <a:moveTo>
                  <a:pt x="0" y="75"/>
                </a:moveTo>
                <a:lnTo>
                  <a:pt x="3" y="55"/>
                </a:lnTo>
                <a:lnTo>
                  <a:pt x="11" y="37"/>
                </a:lnTo>
                <a:lnTo>
                  <a:pt x="25" y="21"/>
                </a:lnTo>
                <a:lnTo>
                  <a:pt x="42" y="10"/>
                </a:lnTo>
                <a:lnTo>
                  <a:pt x="62" y="1"/>
                </a:lnTo>
                <a:lnTo>
                  <a:pt x="82" y="0"/>
                </a:lnTo>
                <a:lnTo>
                  <a:pt x="104" y="1"/>
                </a:lnTo>
                <a:lnTo>
                  <a:pt x="124" y="10"/>
                </a:lnTo>
                <a:lnTo>
                  <a:pt x="141" y="21"/>
                </a:lnTo>
                <a:lnTo>
                  <a:pt x="154" y="37"/>
                </a:lnTo>
                <a:lnTo>
                  <a:pt x="163" y="55"/>
                </a:lnTo>
                <a:lnTo>
                  <a:pt x="165" y="75"/>
                </a:lnTo>
                <a:lnTo>
                  <a:pt x="163" y="93"/>
                </a:lnTo>
                <a:lnTo>
                  <a:pt x="154" y="111"/>
                </a:lnTo>
                <a:lnTo>
                  <a:pt x="141" y="127"/>
                </a:lnTo>
                <a:lnTo>
                  <a:pt x="124" y="140"/>
                </a:lnTo>
                <a:lnTo>
                  <a:pt x="104" y="147"/>
                </a:lnTo>
                <a:lnTo>
                  <a:pt x="82" y="150"/>
                </a:lnTo>
                <a:lnTo>
                  <a:pt x="62" y="147"/>
                </a:lnTo>
                <a:lnTo>
                  <a:pt x="42" y="140"/>
                </a:lnTo>
                <a:lnTo>
                  <a:pt x="25" y="127"/>
                </a:lnTo>
                <a:lnTo>
                  <a:pt x="11" y="111"/>
                </a:lnTo>
                <a:lnTo>
                  <a:pt x="3" y="93"/>
                </a:lnTo>
                <a:lnTo>
                  <a:pt x="0" y="75"/>
                </a:lnTo>
                <a:close/>
              </a:path>
            </a:pathLst>
          </a:custGeom>
          <a:solidFill>
            <a:srgbClr val="FFFF00"/>
          </a:solidFill>
          <a:ln w="14288">
            <a:solidFill>
              <a:srgbClr val="000000"/>
            </a:solidFill>
            <a:round/>
            <a:headEnd/>
            <a:tailEnd/>
          </a:ln>
        </p:spPr>
        <p:txBody>
          <a:bodyPr/>
          <a:lstStyle/>
          <a:p>
            <a:pPr>
              <a:defRPr/>
            </a:pPr>
            <a:endParaRPr lang="zh-CN" altLang="en-US">
              <a:latin typeface="+mn-lt"/>
              <a:ea typeface="+mn-ea"/>
              <a:cs typeface="+mn-ea"/>
              <a:sym typeface="+mn-lt"/>
            </a:endParaRPr>
          </a:p>
        </p:txBody>
      </p:sp>
      <p:sp>
        <p:nvSpPr>
          <p:cNvPr id="137295" name="Rectangle 79">
            <a:extLst>
              <a:ext uri="{FF2B5EF4-FFF2-40B4-BE49-F238E27FC236}">
                <a16:creationId xmlns:a16="http://schemas.microsoft.com/office/drawing/2014/main" id="{34132E03-AAE9-4806-BA8D-5C989259C45D}"/>
              </a:ext>
            </a:extLst>
          </p:cNvPr>
          <p:cNvSpPr>
            <a:spLocks noChangeArrowheads="1"/>
          </p:cNvSpPr>
          <p:nvPr/>
        </p:nvSpPr>
        <p:spPr bwMode="auto">
          <a:xfrm>
            <a:off x="4946650" y="2462213"/>
            <a:ext cx="84138" cy="20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300">
                <a:solidFill>
                  <a:srgbClr val="000000"/>
                </a:solidFill>
                <a:latin typeface="+mn-lt"/>
                <a:ea typeface="+mn-ea"/>
                <a:cs typeface="+mn-ea"/>
                <a:sym typeface="+mn-lt"/>
              </a:rPr>
              <a:t>4</a:t>
            </a:r>
            <a:endParaRPr lang="en-US" altLang="zh-CN" sz="2800">
              <a:latin typeface="+mn-lt"/>
              <a:ea typeface="+mn-ea"/>
              <a:cs typeface="+mn-ea"/>
              <a:sym typeface="+mn-lt"/>
            </a:endParaRPr>
          </a:p>
        </p:txBody>
      </p:sp>
      <p:sp>
        <p:nvSpPr>
          <p:cNvPr id="137296" name="Line 80">
            <a:extLst>
              <a:ext uri="{FF2B5EF4-FFF2-40B4-BE49-F238E27FC236}">
                <a16:creationId xmlns:a16="http://schemas.microsoft.com/office/drawing/2014/main" id="{47DEAECA-B4CB-41C4-915C-5F4A3EE1A2F1}"/>
              </a:ext>
            </a:extLst>
          </p:cNvPr>
          <p:cNvSpPr>
            <a:spLocks noChangeShapeType="1"/>
          </p:cNvSpPr>
          <p:nvPr/>
        </p:nvSpPr>
        <p:spPr bwMode="auto">
          <a:xfrm>
            <a:off x="5505450" y="1363663"/>
            <a:ext cx="1588" cy="304800"/>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297" name="Freeform 81">
            <a:extLst>
              <a:ext uri="{FF2B5EF4-FFF2-40B4-BE49-F238E27FC236}">
                <a16:creationId xmlns:a16="http://schemas.microsoft.com/office/drawing/2014/main" id="{48B305B3-82A0-45AD-B719-3E80EFE6CC92}"/>
              </a:ext>
            </a:extLst>
          </p:cNvPr>
          <p:cNvSpPr>
            <a:spLocks noChangeArrowheads="1"/>
          </p:cNvSpPr>
          <p:nvPr/>
        </p:nvSpPr>
        <p:spPr bwMode="auto">
          <a:xfrm>
            <a:off x="5438775" y="1638300"/>
            <a:ext cx="133350" cy="122238"/>
          </a:xfrm>
          <a:custGeom>
            <a:avLst/>
            <a:gdLst>
              <a:gd name="T0" fmla="*/ 2147483646 w 84"/>
              <a:gd name="T1" fmla="*/ 2147483646 h 77"/>
              <a:gd name="T2" fmla="*/ 0 w 84"/>
              <a:gd name="T3" fmla="*/ 0 h 77"/>
              <a:gd name="T4" fmla="*/ 2147483646 w 84"/>
              <a:gd name="T5" fmla="*/ 2147483646 h 77"/>
              <a:gd name="T6" fmla="*/ 2147483646 w 84"/>
              <a:gd name="T7" fmla="*/ 2147483646 h 77"/>
              <a:gd name="T8" fmla="*/ 2147483646 w 84"/>
              <a:gd name="T9" fmla="*/ 2147483646 h 77"/>
              <a:gd name="T10" fmla="*/ 2147483646 w 84"/>
              <a:gd name="T11" fmla="*/ 0 h 77"/>
              <a:gd name="T12" fmla="*/ 2147483646 w 84"/>
              <a:gd name="T13" fmla="*/ 2147483646 h 7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7">
                <a:moveTo>
                  <a:pt x="42" y="77"/>
                </a:moveTo>
                <a:lnTo>
                  <a:pt x="0" y="0"/>
                </a:lnTo>
                <a:lnTo>
                  <a:pt x="20" y="7"/>
                </a:lnTo>
                <a:lnTo>
                  <a:pt x="42" y="10"/>
                </a:lnTo>
                <a:lnTo>
                  <a:pt x="64" y="7"/>
                </a:lnTo>
                <a:lnTo>
                  <a:pt x="84" y="0"/>
                </a:lnTo>
                <a:lnTo>
                  <a:pt x="42" y="7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7298" name="Rectangle 82">
            <a:extLst>
              <a:ext uri="{FF2B5EF4-FFF2-40B4-BE49-F238E27FC236}">
                <a16:creationId xmlns:a16="http://schemas.microsoft.com/office/drawing/2014/main" id="{9413C8A0-F390-40CF-BE42-0F288B4B02E1}"/>
              </a:ext>
            </a:extLst>
          </p:cNvPr>
          <p:cNvSpPr>
            <a:spLocks noChangeArrowheads="1"/>
          </p:cNvSpPr>
          <p:nvPr/>
        </p:nvSpPr>
        <p:spPr bwMode="auto">
          <a:xfrm>
            <a:off x="5119688" y="1255713"/>
            <a:ext cx="173037"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dirty="0">
                <a:latin typeface="+mn-lt"/>
                <a:ea typeface="+mn-ea"/>
                <a:cs typeface="+mn-ea"/>
                <a:sym typeface="+mn-lt"/>
              </a:rPr>
              <a:t>p</a:t>
            </a:r>
            <a:endParaRPr lang="en-US" altLang="zh-CN" sz="2800" dirty="0">
              <a:latin typeface="+mn-lt"/>
              <a:ea typeface="+mn-ea"/>
              <a:cs typeface="+mn-ea"/>
              <a:sym typeface="+mn-lt"/>
            </a:endParaRPr>
          </a:p>
        </p:txBody>
      </p:sp>
      <p:sp>
        <p:nvSpPr>
          <p:cNvPr id="137299" name="Line 83">
            <a:extLst>
              <a:ext uri="{FF2B5EF4-FFF2-40B4-BE49-F238E27FC236}">
                <a16:creationId xmlns:a16="http://schemas.microsoft.com/office/drawing/2014/main" id="{2BB80463-C1EC-43CA-9A46-9A470A7A9681}"/>
              </a:ext>
            </a:extLst>
          </p:cNvPr>
          <p:cNvSpPr>
            <a:spLocks noChangeShapeType="1"/>
          </p:cNvSpPr>
          <p:nvPr/>
        </p:nvSpPr>
        <p:spPr bwMode="auto">
          <a:xfrm>
            <a:off x="5314950" y="3481388"/>
            <a:ext cx="890588" cy="1587"/>
          </a:xfrm>
          <a:prstGeom prst="line">
            <a:avLst/>
          </a:prstGeom>
          <a:noFill/>
          <a:ln w="14288">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37300" name="Freeform 84">
            <a:extLst>
              <a:ext uri="{FF2B5EF4-FFF2-40B4-BE49-F238E27FC236}">
                <a16:creationId xmlns:a16="http://schemas.microsoft.com/office/drawing/2014/main" id="{877D1E65-DE5E-48D8-AA45-5A337BD5B2FA}"/>
              </a:ext>
            </a:extLst>
          </p:cNvPr>
          <p:cNvSpPr>
            <a:spLocks noChangeArrowheads="1"/>
          </p:cNvSpPr>
          <p:nvPr/>
        </p:nvSpPr>
        <p:spPr bwMode="auto">
          <a:xfrm>
            <a:off x="5213350" y="3421063"/>
            <a:ext cx="133350" cy="120650"/>
          </a:xfrm>
          <a:custGeom>
            <a:avLst/>
            <a:gdLst>
              <a:gd name="T0" fmla="*/ 0 w 84"/>
              <a:gd name="T1" fmla="*/ 2147483646 h 76"/>
              <a:gd name="T2" fmla="*/ 2147483646 w 84"/>
              <a:gd name="T3" fmla="*/ 0 h 76"/>
              <a:gd name="T4" fmla="*/ 2147483646 w 84"/>
              <a:gd name="T5" fmla="*/ 2147483646 h 76"/>
              <a:gd name="T6" fmla="*/ 2147483646 w 84"/>
              <a:gd name="T7" fmla="*/ 2147483646 h 76"/>
              <a:gd name="T8" fmla="*/ 2147483646 w 84"/>
              <a:gd name="T9" fmla="*/ 2147483646 h 76"/>
              <a:gd name="T10" fmla="*/ 2147483646 w 84"/>
              <a:gd name="T11" fmla="*/ 2147483646 h 76"/>
              <a:gd name="T12" fmla="*/ 0 w 84"/>
              <a:gd name="T13" fmla="*/ 2147483646 h 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4" h="76">
                <a:moveTo>
                  <a:pt x="0" y="38"/>
                </a:moveTo>
                <a:lnTo>
                  <a:pt x="84" y="0"/>
                </a:lnTo>
                <a:lnTo>
                  <a:pt x="76" y="18"/>
                </a:lnTo>
                <a:lnTo>
                  <a:pt x="73" y="38"/>
                </a:lnTo>
                <a:lnTo>
                  <a:pt x="76" y="58"/>
                </a:lnTo>
                <a:lnTo>
                  <a:pt x="84" y="76"/>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a:latin typeface="+mn-lt"/>
              <a:ea typeface="+mn-ea"/>
              <a:cs typeface="+mn-ea"/>
              <a:sym typeface="+mn-lt"/>
            </a:endParaRPr>
          </a:p>
        </p:txBody>
      </p:sp>
      <p:sp>
        <p:nvSpPr>
          <p:cNvPr id="137301" name="Rectangle 85">
            <a:extLst>
              <a:ext uri="{FF2B5EF4-FFF2-40B4-BE49-F238E27FC236}">
                <a16:creationId xmlns:a16="http://schemas.microsoft.com/office/drawing/2014/main" id="{3AF8BA70-E192-462D-B456-C4F85918F38E}"/>
              </a:ext>
            </a:extLst>
          </p:cNvPr>
          <p:cNvSpPr>
            <a:spLocks noChangeArrowheads="1"/>
          </p:cNvSpPr>
          <p:nvPr/>
        </p:nvSpPr>
        <p:spPr bwMode="auto">
          <a:xfrm>
            <a:off x="5994400" y="3109913"/>
            <a:ext cx="134938"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700" dirty="0">
                <a:latin typeface="+mn-lt"/>
                <a:ea typeface="+mn-ea"/>
                <a:cs typeface="+mn-ea"/>
                <a:sym typeface="+mn-lt"/>
              </a:rPr>
              <a:t>s</a:t>
            </a:r>
            <a:endParaRPr lang="en-US" altLang="zh-CN" sz="2800" dirty="0">
              <a:latin typeface="+mn-lt"/>
              <a:ea typeface="+mn-ea"/>
              <a:cs typeface="+mn-ea"/>
              <a:sym typeface="+mn-lt"/>
            </a:endParaRPr>
          </a:p>
        </p:txBody>
      </p:sp>
      <p:sp>
        <p:nvSpPr>
          <p:cNvPr id="89" name="Rectangle 4">
            <a:extLst>
              <a:ext uri="{FF2B5EF4-FFF2-40B4-BE49-F238E27FC236}">
                <a16:creationId xmlns:a16="http://schemas.microsoft.com/office/drawing/2014/main" id="{0E63C86C-8FAA-4D23-9B31-429F97DC8A0D}"/>
              </a:ext>
            </a:extLst>
          </p:cNvPr>
          <p:cNvSpPr>
            <a:spLocks noChangeArrowheads="1"/>
          </p:cNvSpPr>
          <p:nvPr/>
        </p:nvSpPr>
        <p:spPr bwMode="auto">
          <a:xfrm>
            <a:off x="785813" y="188913"/>
            <a:ext cx="3595687"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双向链表的插入</a:t>
            </a:r>
          </a:p>
        </p:txBody>
      </p:sp>
      <p:sp>
        <p:nvSpPr>
          <p:cNvPr id="95" name="Rectangle 4">
            <a:extLst>
              <a:ext uri="{FF2B5EF4-FFF2-40B4-BE49-F238E27FC236}">
                <a16:creationId xmlns:a16="http://schemas.microsoft.com/office/drawing/2014/main" id="{13D22C7C-1672-4338-B546-B0E12AD62E6A}"/>
              </a:ext>
            </a:extLst>
          </p:cNvPr>
          <p:cNvSpPr>
            <a:spLocks noChangeArrowheads="1"/>
          </p:cNvSpPr>
          <p:nvPr/>
        </p:nvSpPr>
        <p:spPr bwMode="auto">
          <a:xfrm>
            <a:off x="781050" y="4940300"/>
            <a:ext cx="4187825"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b="1" dirty="0">
                <a:solidFill>
                  <a:srgbClr val="9476B6"/>
                </a:solidFill>
                <a:latin typeface="+mn-lt"/>
                <a:ea typeface="+mn-ea"/>
                <a:cs typeface="+mn-ea"/>
                <a:sym typeface="+mn-lt"/>
              </a:rPr>
              <a:t>2. p-&gt;prior-&gt;next=s;</a:t>
            </a:r>
          </a:p>
        </p:txBody>
      </p:sp>
      <p:sp>
        <p:nvSpPr>
          <p:cNvPr id="96" name="Rectangle 2">
            <a:extLst>
              <a:ext uri="{FF2B5EF4-FFF2-40B4-BE49-F238E27FC236}">
                <a16:creationId xmlns:a16="http://schemas.microsoft.com/office/drawing/2014/main" id="{763FE54D-4170-47E0-B0A9-3E2E4532FCD5}"/>
              </a:ext>
            </a:extLst>
          </p:cNvPr>
          <p:cNvSpPr>
            <a:spLocks noChangeArrowheads="1"/>
          </p:cNvSpPr>
          <p:nvPr/>
        </p:nvSpPr>
        <p:spPr bwMode="auto">
          <a:xfrm>
            <a:off x="754063" y="4318000"/>
            <a:ext cx="43434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b="1" dirty="0">
                <a:solidFill>
                  <a:srgbClr val="FF0000"/>
                </a:solidFill>
                <a:latin typeface="+mn-lt"/>
                <a:ea typeface="+mn-ea"/>
                <a:cs typeface="+mn-ea"/>
                <a:sym typeface="+mn-lt"/>
              </a:rPr>
              <a:t>1. s-&gt;prior=p-&gt;prior;</a:t>
            </a:r>
          </a:p>
        </p:txBody>
      </p:sp>
      <p:sp>
        <p:nvSpPr>
          <p:cNvPr id="97" name="Rectangle 26">
            <a:extLst>
              <a:ext uri="{FF2B5EF4-FFF2-40B4-BE49-F238E27FC236}">
                <a16:creationId xmlns:a16="http://schemas.microsoft.com/office/drawing/2014/main" id="{7F25E13B-44BD-4156-B039-CAEEE7F539E5}"/>
              </a:ext>
            </a:extLst>
          </p:cNvPr>
          <p:cNvSpPr>
            <a:spLocks/>
          </p:cNvSpPr>
          <p:nvPr/>
        </p:nvSpPr>
        <p:spPr bwMode="auto">
          <a:xfrm>
            <a:off x="865188" y="5562600"/>
            <a:ext cx="4578350" cy="495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Lst>
        </p:spPr>
        <p:txBody>
          <a:bodyPr lIns="0" tIns="0" rIns="0" bIns="0" anchor="ctr"/>
          <a:lstStyle>
            <a:lvl1pPr algn="ctr" eaLnBrk="0" hangingPunct="0">
              <a:defRPr sz="2100">
                <a:solidFill>
                  <a:srgbClr val="000000"/>
                </a:solidFill>
                <a:latin typeface="Gill Sans"/>
                <a:ea typeface="ヒラギノ角ゴ ProN W3"/>
                <a:cs typeface="ヒラギノ角ゴ ProN W3"/>
                <a:sym typeface="Gill Sans"/>
              </a:defRPr>
            </a:lvl1pPr>
            <a:lvl2pPr marL="742950" indent="-285750" algn="ctr" eaLnBrk="0" hangingPunct="0">
              <a:defRPr sz="2100">
                <a:solidFill>
                  <a:srgbClr val="000000"/>
                </a:solidFill>
                <a:latin typeface="Gill Sans"/>
                <a:ea typeface="ヒラギノ角ゴ ProN W3"/>
                <a:cs typeface="ヒラギノ角ゴ ProN W3"/>
                <a:sym typeface="Gill Sans"/>
              </a:defRPr>
            </a:lvl2pPr>
            <a:lvl3pPr marL="1143000" indent="-228600" algn="ctr" eaLnBrk="0" hangingPunct="0">
              <a:defRPr sz="2100">
                <a:solidFill>
                  <a:srgbClr val="000000"/>
                </a:solidFill>
                <a:latin typeface="Gill Sans"/>
                <a:ea typeface="ヒラギノ角ゴ ProN W3"/>
                <a:cs typeface="ヒラギノ角ゴ ProN W3"/>
                <a:sym typeface="Gill Sans"/>
              </a:defRPr>
            </a:lvl3pPr>
            <a:lvl4pPr marL="1600200" indent="-228600" algn="ctr" eaLnBrk="0" hangingPunct="0">
              <a:defRPr sz="2100">
                <a:solidFill>
                  <a:srgbClr val="000000"/>
                </a:solidFill>
                <a:latin typeface="Gill Sans"/>
                <a:ea typeface="ヒラギノ角ゴ ProN W3"/>
                <a:cs typeface="ヒラギノ角ゴ ProN W3"/>
                <a:sym typeface="Gill Sans"/>
              </a:defRPr>
            </a:lvl4pPr>
            <a:lvl5pPr marL="2057400" indent="-228600" algn="ctr" eaLnBrk="0" hangingPunct="0">
              <a:defRPr sz="21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9pPr>
          </a:lstStyle>
          <a:p>
            <a:pPr algn="l" eaLnBrk="1" hangingPunct="1">
              <a:lnSpc>
                <a:spcPct val="110000"/>
              </a:lnSpc>
              <a:defRPr/>
            </a:pPr>
            <a:r>
              <a:rPr lang="en-US" altLang="zh-CN" sz="3600" b="1" dirty="0">
                <a:solidFill>
                  <a:srgbClr val="00B050"/>
                </a:solidFill>
                <a:cs typeface="+mn-ea"/>
                <a:sym typeface="+mn-lt"/>
              </a:rPr>
              <a:t>3. </a:t>
            </a:r>
            <a:r>
              <a:rPr lang="en-US" altLang="zh-CN" sz="3600" dirty="0">
                <a:solidFill>
                  <a:srgbClr val="00B050"/>
                </a:solidFill>
                <a:latin typeface="+mn-lt"/>
                <a:ea typeface="+mn-ea"/>
                <a:cs typeface="+mn-ea"/>
                <a:sym typeface="+mn-lt"/>
              </a:rPr>
              <a:t>s-&gt;next=p;</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6867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8675" grpId="0"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矩形 5">
            <a:extLst>
              <a:ext uri="{FF2B5EF4-FFF2-40B4-BE49-F238E27FC236}">
                <a16:creationId xmlns:a16="http://schemas.microsoft.com/office/drawing/2014/main" id="{8FDD076B-6862-6540-994B-A26480B08C2E}"/>
              </a:ext>
            </a:extLst>
          </p:cNvPr>
          <p:cNvSpPr>
            <a:spLocks noChangeArrowheads="1"/>
          </p:cNvSpPr>
          <p:nvPr/>
        </p:nvSpPr>
        <p:spPr bwMode="auto">
          <a:xfrm>
            <a:off x="0" y="1196975"/>
            <a:ext cx="9144000" cy="5184775"/>
          </a:xfrm>
          <a:prstGeom prst="rect">
            <a:avLst/>
          </a:prstGeom>
          <a:solidFill>
            <a:srgbClr val="D2D2F4"/>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669698" name="Rectangle 2">
            <a:extLst>
              <a:ext uri="{FF2B5EF4-FFF2-40B4-BE49-F238E27FC236}">
                <a16:creationId xmlns:a16="http://schemas.microsoft.com/office/drawing/2014/main" id="{56EF0AEC-CECE-496D-9A63-25FDA8B714FF}"/>
              </a:ext>
            </a:extLst>
          </p:cNvPr>
          <p:cNvSpPr>
            <a:spLocks noChangeArrowheads="1"/>
          </p:cNvSpPr>
          <p:nvPr/>
        </p:nvSpPr>
        <p:spPr bwMode="auto">
          <a:xfrm>
            <a:off x="685800" y="1196975"/>
            <a:ext cx="7772400" cy="51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a:lnSpc>
                <a:spcPct val="120000"/>
              </a:lnSpc>
              <a:spcBef>
                <a:spcPct val="20000"/>
              </a:spcBef>
              <a:defRPr/>
            </a:pPr>
            <a:r>
              <a:rPr lang="en-US" altLang="zh-CN" dirty="0">
                <a:solidFill>
                  <a:schemeClr val="folHlink"/>
                </a:solidFill>
                <a:latin typeface="+mn-lt"/>
                <a:ea typeface="+mn-ea"/>
                <a:cs typeface="+mn-ea"/>
                <a:sym typeface="+mn-lt"/>
              </a:rPr>
              <a:t>Status </a:t>
            </a:r>
            <a:r>
              <a:rPr lang="en-US" altLang="zh-CN" dirty="0" err="1">
                <a:solidFill>
                  <a:schemeClr val="folHlink"/>
                </a:solidFill>
                <a:latin typeface="+mn-lt"/>
                <a:ea typeface="+mn-ea"/>
                <a:cs typeface="+mn-ea"/>
                <a:sym typeface="+mn-lt"/>
              </a:rPr>
              <a:t>ListInsert_DuL</a:t>
            </a:r>
            <a:r>
              <a:rPr lang="en-US" altLang="zh-CN" dirty="0">
                <a:solidFill>
                  <a:schemeClr val="folHlink"/>
                </a:solidFill>
                <a:latin typeface="+mn-lt"/>
                <a:ea typeface="+mn-ea"/>
                <a:cs typeface="+mn-ea"/>
                <a:sym typeface="+mn-lt"/>
              </a:rPr>
              <a:t>(</a:t>
            </a:r>
            <a:r>
              <a:rPr lang="en-US" altLang="zh-CN" dirty="0" err="1">
                <a:solidFill>
                  <a:schemeClr val="folHlink"/>
                </a:solidFill>
                <a:latin typeface="+mn-lt"/>
                <a:ea typeface="+mn-ea"/>
                <a:cs typeface="+mn-ea"/>
                <a:sym typeface="+mn-lt"/>
              </a:rPr>
              <a:t>DuLinkList</a:t>
            </a:r>
            <a:r>
              <a:rPr lang="en-US" altLang="zh-CN" dirty="0">
                <a:solidFill>
                  <a:schemeClr val="folHlink"/>
                </a:solidFill>
                <a:latin typeface="+mn-lt"/>
                <a:ea typeface="+mn-ea"/>
                <a:cs typeface="+mn-ea"/>
                <a:sym typeface="+mn-lt"/>
              </a:rPr>
              <a:t> &amp;</a:t>
            </a:r>
            <a:r>
              <a:rPr lang="en-US" altLang="zh-CN" dirty="0" err="1">
                <a:solidFill>
                  <a:schemeClr val="folHlink"/>
                </a:solidFill>
                <a:latin typeface="+mn-lt"/>
                <a:ea typeface="+mn-ea"/>
                <a:cs typeface="+mn-ea"/>
                <a:sym typeface="+mn-lt"/>
              </a:rPr>
              <a:t>L,int</a:t>
            </a:r>
            <a:r>
              <a:rPr lang="en-US" altLang="zh-CN" dirty="0">
                <a:solidFill>
                  <a:schemeClr val="folHlink"/>
                </a:solidFill>
                <a:latin typeface="+mn-lt"/>
                <a:ea typeface="+mn-ea"/>
                <a:cs typeface="+mn-ea"/>
                <a:sym typeface="+mn-lt"/>
              </a:rPr>
              <a:t> </a:t>
            </a:r>
            <a:r>
              <a:rPr lang="en-US" altLang="zh-CN" dirty="0" err="1">
                <a:solidFill>
                  <a:schemeClr val="folHlink"/>
                </a:solidFill>
                <a:latin typeface="+mn-lt"/>
                <a:ea typeface="+mn-ea"/>
                <a:cs typeface="+mn-ea"/>
                <a:sym typeface="+mn-lt"/>
              </a:rPr>
              <a:t>i,ElemType</a:t>
            </a:r>
            <a:r>
              <a:rPr lang="en-US" altLang="zh-CN" dirty="0">
                <a:solidFill>
                  <a:schemeClr val="folHlink"/>
                </a:solidFill>
                <a:latin typeface="+mn-lt"/>
                <a:ea typeface="+mn-ea"/>
                <a:cs typeface="+mn-ea"/>
                <a:sym typeface="+mn-lt"/>
              </a:rPr>
              <a:t> e){</a:t>
            </a:r>
          </a:p>
          <a:p>
            <a:pPr algn="just">
              <a:lnSpc>
                <a:spcPct val="120000"/>
              </a:lnSpc>
              <a:spcBef>
                <a:spcPct val="20000"/>
              </a:spcBef>
              <a:defRPr/>
            </a:pPr>
            <a:r>
              <a:rPr lang="en-US" altLang="zh-CN" dirty="0">
                <a:latin typeface="+mn-lt"/>
                <a:ea typeface="+mn-ea"/>
                <a:cs typeface="+mn-ea"/>
                <a:sym typeface="+mn-lt"/>
              </a:rPr>
              <a:t>   if(!(p=</a:t>
            </a:r>
            <a:r>
              <a:rPr lang="en-US" altLang="zh-CN" dirty="0" err="1">
                <a:latin typeface="+mn-lt"/>
                <a:ea typeface="+mn-ea"/>
                <a:cs typeface="+mn-ea"/>
                <a:sym typeface="+mn-lt"/>
              </a:rPr>
              <a:t>GetElemP_DuL</a:t>
            </a:r>
            <a:r>
              <a:rPr lang="en-US" altLang="zh-CN" dirty="0">
                <a:latin typeface="+mn-lt"/>
                <a:ea typeface="+mn-ea"/>
                <a:cs typeface="+mn-ea"/>
                <a:sym typeface="+mn-lt"/>
              </a:rPr>
              <a:t>(</a:t>
            </a:r>
            <a:r>
              <a:rPr lang="en-US" altLang="zh-CN" dirty="0" err="1">
                <a:latin typeface="+mn-lt"/>
                <a:ea typeface="+mn-ea"/>
                <a:cs typeface="+mn-ea"/>
                <a:sym typeface="+mn-lt"/>
              </a:rPr>
              <a:t>L,i</a:t>
            </a:r>
            <a:r>
              <a:rPr lang="en-US" altLang="zh-CN" dirty="0">
                <a:latin typeface="+mn-lt"/>
                <a:ea typeface="+mn-ea"/>
                <a:cs typeface="+mn-ea"/>
                <a:sym typeface="+mn-lt"/>
              </a:rPr>
              <a:t>))) return ERROR;</a:t>
            </a:r>
          </a:p>
          <a:p>
            <a:pPr algn="just">
              <a:lnSpc>
                <a:spcPct val="120000"/>
              </a:lnSpc>
              <a:spcBef>
                <a:spcPct val="20000"/>
              </a:spcBef>
              <a:defRPr/>
            </a:pPr>
            <a:r>
              <a:rPr lang="en-US" altLang="zh-CN" dirty="0">
                <a:latin typeface="+mn-lt"/>
                <a:ea typeface="+mn-ea"/>
                <a:cs typeface="+mn-ea"/>
                <a:sym typeface="+mn-lt"/>
              </a:rPr>
              <a:t>    s=new </a:t>
            </a:r>
            <a:r>
              <a:rPr lang="en-US" altLang="zh-CN" dirty="0" err="1">
                <a:latin typeface="+mn-lt"/>
                <a:ea typeface="+mn-ea"/>
                <a:cs typeface="+mn-ea"/>
                <a:sym typeface="+mn-lt"/>
              </a:rPr>
              <a:t>DuLNode</a:t>
            </a:r>
            <a:r>
              <a:rPr lang="en-US" altLang="zh-CN" dirty="0">
                <a:latin typeface="+mn-lt"/>
                <a:ea typeface="+mn-ea"/>
                <a:cs typeface="+mn-ea"/>
                <a:sym typeface="+mn-lt"/>
              </a:rPr>
              <a:t>; </a:t>
            </a:r>
          </a:p>
          <a:p>
            <a:pPr algn="just">
              <a:lnSpc>
                <a:spcPct val="120000"/>
              </a:lnSpc>
              <a:spcBef>
                <a:spcPct val="20000"/>
              </a:spcBef>
              <a:defRPr/>
            </a:pPr>
            <a:r>
              <a:rPr lang="en-US" altLang="zh-CN" dirty="0">
                <a:latin typeface="+mn-lt"/>
                <a:ea typeface="+mn-ea"/>
                <a:cs typeface="+mn-ea"/>
                <a:sym typeface="+mn-lt"/>
              </a:rPr>
              <a:t>   s-&gt;data=e;</a:t>
            </a:r>
          </a:p>
          <a:p>
            <a:pPr algn="just">
              <a:lnSpc>
                <a:spcPct val="120000"/>
              </a:lnSpc>
              <a:spcBef>
                <a:spcPct val="20000"/>
              </a:spcBef>
              <a:defRPr/>
            </a:pPr>
            <a:r>
              <a:rPr lang="en-US" altLang="zh-CN" dirty="0">
                <a:latin typeface="+mn-lt"/>
                <a:ea typeface="+mn-ea"/>
                <a:cs typeface="+mn-ea"/>
                <a:sym typeface="+mn-lt"/>
              </a:rPr>
              <a:t>   </a:t>
            </a:r>
            <a:r>
              <a:rPr lang="en-US" altLang="zh-CN" dirty="0">
                <a:solidFill>
                  <a:srgbClr val="FF0000"/>
                </a:solidFill>
                <a:latin typeface="+mn-lt"/>
                <a:ea typeface="+mn-ea"/>
                <a:cs typeface="+mn-ea"/>
                <a:sym typeface="+mn-lt"/>
              </a:rPr>
              <a:t>s-&gt;prior=p-&gt;prior;  </a:t>
            </a:r>
          </a:p>
          <a:p>
            <a:pPr algn="just">
              <a:lnSpc>
                <a:spcPct val="120000"/>
              </a:lnSpc>
              <a:spcBef>
                <a:spcPct val="20000"/>
              </a:spcBef>
              <a:defRPr/>
            </a:pPr>
            <a:r>
              <a:rPr lang="en-US" altLang="zh-CN" dirty="0">
                <a:solidFill>
                  <a:srgbClr val="FF0000"/>
                </a:solidFill>
                <a:latin typeface="+mn-lt"/>
                <a:ea typeface="+mn-ea"/>
                <a:cs typeface="+mn-ea"/>
                <a:sym typeface="+mn-lt"/>
              </a:rPr>
              <a:t>   p-&gt;prior-&gt;next=s;</a:t>
            </a:r>
          </a:p>
          <a:p>
            <a:pPr algn="just">
              <a:lnSpc>
                <a:spcPct val="120000"/>
              </a:lnSpc>
              <a:spcBef>
                <a:spcPct val="20000"/>
              </a:spcBef>
              <a:defRPr/>
            </a:pPr>
            <a:r>
              <a:rPr lang="en-US" altLang="zh-CN" dirty="0">
                <a:solidFill>
                  <a:srgbClr val="FF0000"/>
                </a:solidFill>
                <a:latin typeface="+mn-lt"/>
                <a:ea typeface="+mn-ea"/>
                <a:cs typeface="+mn-ea"/>
                <a:sym typeface="+mn-lt"/>
              </a:rPr>
              <a:t>   s-&gt;next=p;  </a:t>
            </a:r>
          </a:p>
          <a:p>
            <a:pPr algn="just">
              <a:lnSpc>
                <a:spcPct val="120000"/>
              </a:lnSpc>
              <a:spcBef>
                <a:spcPct val="20000"/>
              </a:spcBef>
              <a:defRPr/>
            </a:pPr>
            <a:r>
              <a:rPr lang="en-US" altLang="zh-CN" dirty="0">
                <a:solidFill>
                  <a:srgbClr val="FF0000"/>
                </a:solidFill>
                <a:latin typeface="+mn-lt"/>
                <a:ea typeface="+mn-ea"/>
                <a:cs typeface="+mn-ea"/>
                <a:sym typeface="+mn-lt"/>
              </a:rPr>
              <a:t>   p-&gt;prior=s;</a:t>
            </a:r>
          </a:p>
          <a:p>
            <a:pPr algn="just">
              <a:lnSpc>
                <a:spcPct val="120000"/>
              </a:lnSpc>
              <a:spcBef>
                <a:spcPct val="20000"/>
              </a:spcBef>
              <a:defRPr/>
            </a:pPr>
            <a:r>
              <a:rPr lang="en-US" altLang="zh-CN" dirty="0">
                <a:latin typeface="+mn-lt"/>
                <a:ea typeface="+mn-ea"/>
                <a:cs typeface="+mn-ea"/>
                <a:sym typeface="+mn-lt"/>
              </a:rPr>
              <a:t>   return OK;</a:t>
            </a:r>
          </a:p>
          <a:p>
            <a:pPr algn="just">
              <a:lnSpc>
                <a:spcPct val="120000"/>
              </a:lnSpc>
              <a:spcBef>
                <a:spcPct val="20000"/>
              </a:spcBef>
              <a:defRPr/>
            </a:pPr>
            <a:r>
              <a:rPr lang="en-US" altLang="zh-CN" dirty="0">
                <a:latin typeface="+mn-lt"/>
                <a:ea typeface="+mn-ea"/>
                <a:cs typeface="+mn-ea"/>
                <a:sym typeface="+mn-lt"/>
              </a:rPr>
              <a:t>}</a:t>
            </a:r>
          </a:p>
        </p:txBody>
      </p:sp>
      <p:sp>
        <p:nvSpPr>
          <p:cNvPr id="138243" name="Rectangle 3">
            <a:extLst>
              <a:ext uri="{FF2B5EF4-FFF2-40B4-BE49-F238E27FC236}">
                <a16:creationId xmlns:a16="http://schemas.microsoft.com/office/drawing/2014/main" id="{C69C1D77-104B-4B67-BCCA-928411121331}"/>
              </a:ext>
            </a:extLst>
          </p:cNvPr>
          <p:cNvSpPr>
            <a:spLocks noChangeArrowheads="1"/>
          </p:cNvSpPr>
          <p:nvPr/>
        </p:nvSpPr>
        <p:spPr bwMode="auto">
          <a:xfrm>
            <a:off x="971550" y="233363"/>
            <a:ext cx="5611813"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双向链表的插入</a:t>
            </a:r>
          </a:p>
        </p:txBody>
      </p:sp>
      <p:grpSp>
        <p:nvGrpSpPr>
          <p:cNvPr id="143365" name="组合 11">
            <a:extLst>
              <a:ext uri="{FF2B5EF4-FFF2-40B4-BE49-F238E27FC236}">
                <a16:creationId xmlns:a16="http://schemas.microsoft.com/office/drawing/2014/main" id="{ACA57718-EA87-A94D-8F01-B4F60D44D8C0}"/>
              </a:ext>
            </a:extLst>
          </p:cNvPr>
          <p:cNvGrpSpPr>
            <a:grpSpLocks/>
          </p:cNvGrpSpPr>
          <p:nvPr/>
        </p:nvGrpSpPr>
        <p:grpSpPr bwMode="auto">
          <a:xfrm>
            <a:off x="7789863" y="5389563"/>
            <a:ext cx="642937" cy="717550"/>
            <a:chOff x="5330826" y="2798763"/>
            <a:chExt cx="1390650" cy="1555750"/>
          </a:xfrm>
        </p:grpSpPr>
        <p:sp>
          <p:nvSpPr>
            <p:cNvPr id="143366" name="Freeform 57">
              <a:extLst>
                <a:ext uri="{FF2B5EF4-FFF2-40B4-BE49-F238E27FC236}">
                  <a16:creationId xmlns:a16="http://schemas.microsoft.com/office/drawing/2014/main" id="{6AC58A0E-C5FF-D440-ABF8-3666373CE25A}"/>
                </a:ext>
              </a:extLst>
            </p:cNvPr>
            <p:cNvSpPr>
              <a:spLocks/>
            </p:cNvSpPr>
            <p:nvPr/>
          </p:nvSpPr>
          <p:spPr bwMode="auto">
            <a:xfrm>
              <a:off x="5614988" y="2798763"/>
              <a:ext cx="1106488" cy="987425"/>
            </a:xfrm>
            <a:custGeom>
              <a:avLst/>
              <a:gdLst>
                <a:gd name="T0" fmla="*/ 2147483646 w 376"/>
                <a:gd name="T1" fmla="*/ 0 h 336"/>
                <a:gd name="T2" fmla="*/ 2147483646 w 376"/>
                <a:gd name="T3" fmla="*/ 2147483646 h 336"/>
                <a:gd name="T4" fmla="*/ 2147483646 w 376"/>
                <a:gd name="T5" fmla="*/ 2147483646 h 336"/>
                <a:gd name="T6" fmla="*/ 2147483646 w 376"/>
                <a:gd name="T7" fmla="*/ 2147483646 h 336"/>
                <a:gd name="T8" fmla="*/ 2147483646 w 376"/>
                <a:gd name="T9" fmla="*/ 2147483646 h 336"/>
                <a:gd name="T10" fmla="*/ 2147483646 w 376"/>
                <a:gd name="T11" fmla="*/ 2147483646 h 336"/>
                <a:gd name="T12" fmla="*/ 2147483646 w 376"/>
                <a:gd name="T13" fmla="*/ 2147483646 h 336"/>
                <a:gd name="T14" fmla="*/ 2147483646 w 376"/>
                <a:gd name="T15" fmla="*/ 2147483646 h 336"/>
                <a:gd name="T16" fmla="*/ 2147483646 w 376"/>
                <a:gd name="T17" fmla="*/ 2147483646 h 336"/>
                <a:gd name="T18" fmla="*/ 2147483646 w 376"/>
                <a:gd name="T19" fmla="*/ 2147483646 h 336"/>
                <a:gd name="T20" fmla="*/ 2147483646 w 376"/>
                <a:gd name="T21" fmla="*/ 2147483646 h 336"/>
                <a:gd name="T22" fmla="*/ 2147483646 w 376"/>
                <a:gd name="T23" fmla="*/ 2147483646 h 336"/>
                <a:gd name="T24" fmla="*/ 2147483646 w 376"/>
                <a:gd name="T25" fmla="*/ 2147483646 h 336"/>
                <a:gd name="T26" fmla="*/ 2147483646 w 376"/>
                <a:gd name="T27" fmla="*/ 2147483646 h 336"/>
                <a:gd name="T28" fmla="*/ 2147483646 w 376"/>
                <a:gd name="T29" fmla="*/ 2147483646 h 336"/>
                <a:gd name="T30" fmla="*/ 2147483646 w 376"/>
                <a:gd name="T31" fmla="*/ 2147483646 h 336"/>
                <a:gd name="T32" fmla="*/ 2147483646 w 376"/>
                <a:gd name="T33" fmla="*/ 0 h 3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376" h="336">
                  <a:moveTo>
                    <a:pt x="376" y="0"/>
                  </a:moveTo>
                  <a:cubicBezTo>
                    <a:pt x="313" y="5"/>
                    <a:pt x="258" y="16"/>
                    <a:pt x="213" y="37"/>
                  </a:cubicBezTo>
                  <a:cubicBezTo>
                    <a:pt x="202" y="99"/>
                    <a:pt x="202" y="99"/>
                    <a:pt x="202" y="99"/>
                  </a:cubicBezTo>
                  <a:cubicBezTo>
                    <a:pt x="202" y="40"/>
                    <a:pt x="202" y="40"/>
                    <a:pt x="202" y="40"/>
                  </a:cubicBezTo>
                  <a:cubicBezTo>
                    <a:pt x="170" y="53"/>
                    <a:pt x="137" y="70"/>
                    <a:pt x="112" y="94"/>
                  </a:cubicBezTo>
                  <a:cubicBezTo>
                    <a:pt x="111" y="159"/>
                    <a:pt x="111" y="159"/>
                    <a:pt x="111" y="159"/>
                  </a:cubicBezTo>
                  <a:cubicBezTo>
                    <a:pt x="102" y="101"/>
                    <a:pt x="102" y="101"/>
                    <a:pt x="102" y="101"/>
                  </a:cubicBezTo>
                  <a:cubicBezTo>
                    <a:pt x="0" y="171"/>
                    <a:pt x="8" y="276"/>
                    <a:pt x="15" y="321"/>
                  </a:cubicBezTo>
                  <a:cubicBezTo>
                    <a:pt x="75" y="236"/>
                    <a:pt x="191" y="121"/>
                    <a:pt x="291" y="67"/>
                  </a:cubicBezTo>
                  <a:cubicBezTo>
                    <a:pt x="291" y="67"/>
                    <a:pt x="125" y="188"/>
                    <a:pt x="13" y="332"/>
                  </a:cubicBezTo>
                  <a:cubicBezTo>
                    <a:pt x="150" y="336"/>
                    <a:pt x="236" y="286"/>
                    <a:pt x="289" y="223"/>
                  </a:cubicBezTo>
                  <a:cubicBezTo>
                    <a:pt x="189" y="204"/>
                    <a:pt x="189" y="204"/>
                    <a:pt x="189" y="204"/>
                  </a:cubicBezTo>
                  <a:cubicBezTo>
                    <a:pt x="295" y="214"/>
                    <a:pt x="295" y="214"/>
                    <a:pt x="295" y="214"/>
                  </a:cubicBezTo>
                  <a:cubicBezTo>
                    <a:pt x="317" y="189"/>
                    <a:pt x="335" y="154"/>
                    <a:pt x="344" y="131"/>
                  </a:cubicBezTo>
                  <a:cubicBezTo>
                    <a:pt x="255" y="141"/>
                    <a:pt x="255" y="141"/>
                    <a:pt x="255" y="141"/>
                  </a:cubicBezTo>
                  <a:cubicBezTo>
                    <a:pt x="348" y="119"/>
                    <a:pt x="348" y="119"/>
                    <a:pt x="348" y="119"/>
                  </a:cubicBezTo>
                  <a:cubicBezTo>
                    <a:pt x="372" y="64"/>
                    <a:pt x="376" y="0"/>
                    <a:pt x="376" y="0"/>
                  </a:cubicBezTo>
                  <a:close/>
                </a:path>
              </a:pathLst>
            </a:custGeom>
            <a:solidFill>
              <a:srgbClr val="23A3D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43367" name="Freeform 58">
              <a:extLst>
                <a:ext uri="{FF2B5EF4-FFF2-40B4-BE49-F238E27FC236}">
                  <a16:creationId xmlns:a16="http://schemas.microsoft.com/office/drawing/2014/main" id="{ED9B1D54-01F6-CC45-AD0B-8D275B7F987B}"/>
                </a:ext>
              </a:extLst>
            </p:cNvPr>
            <p:cNvSpPr>
              <a:spLocks/>
            </p:cNvSpPr>
            <p:nvPr/>
          </p:nvSpPr>
          <p:spPr bwMode="auto">
            <a:xfrm>
              <a:off x="5330826" y="3706813"/>
              <a:ext cx="422275" cy="547688"/>
            </a:xfrm>
            <a:custGeom>
              <a:avLst/>
              <a:gdLst>
                <a:gd name="T0" fmla="*/ 2147483646 w 144"/>
                <a:gd name="T1" fmla="*/ 0 h 187"/>
                <a:gd name="T2" fmla="*/ 0 w 144"/>
                <a:gd name="T3" fmla="*/ 2147483646 h 187"/>
                <a:gd name="T4" fmla="*/ 2147483646 w 144"/>
                <a:gd name="T5" fmla="*/ 2147483646 h 187"/>
                <a:gd name="T6" fmla="*/ 2147483646 w 144"/>
                <a:gd name="T7" fmla="*/ 2147483646 h 187"/>
                <a:gd name="T8" fmla="*/ 2147483646 w 144"/>
                <a:gd name="T9" fmla="*/ 0 h 18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4" h="187">
                  <a:moveTo>
                    <a:pt x="129" y="0"/>
                  </a:moveTo>
                  <a:cubicBezTo>
                    <a:pt x="48" y="99"/>
                    <a:pt x="0" y="187"/>
                    <a:pt x="0" y="187"/>
                  </a:cubicBezTo>
                  <a:cubicBezTo>
                    <a:pt x="45" y="121"/>
                    <a:pt x="95" y="60"/>
                    <a:pt x="144" y="7"/>
                  </a:cubicBezTo>
                  <a:cubicBezTo>
                    <a:pt x="139" y="6"/>
                    <a:pt x="133" y="6"/>
                    <a:pt x="128" y="5"/>
                  </a:cubicBezTo>
                  <a:cubicBezTo>
                    <a:pt x="128" y="5"/>
                    <a:pt x="128" y="3"/>
                    <a:pt x="129" y="0"/>
                  </a:cubicBezTo>
                  <a:close/>
                </a:path>
              </a:pathLst>
            </a:custGeom>
            <a:solidFill>
              <a:srgbClr val="23A3D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43368" name="Freeform 59">
              <a:extLst>
                <a:ext uri="{FF2B5EF4-FFF2-40B4-BE49-F238E27FC236}">
                  <a16:creationId xmlns:a16="http://schemas.microsoft.com/office/drawing/2014/main" id="{33247F32-5303-BF4B-945F-8E4E0E95D53F}"/>
                </a:ext>
              </a:extLst>
            </p:cNvPr>
            <p:cNvSpPr>
              <a:spLocks/>
            </p:cNvSpPr>
            <p:nvPr/>
          </p:nvSpPr>
          <p:spPr bwMode="auto">
            <a:xfrm>
              <a:off x="5330826" y="4143375"/>
              <a:ext cx="1271588" cy="211138"/>
            </a:xfrm>
            <a:custGeom>
              <a:avLst/>
              <a:gdLst>
                <a:gd name="T0" fmla="*/ 2147483646 w 433"/>
                <a:gd name="T1" fmla="*/ 2147483646 h 72"/>
                <a:gd name="T2" fmla="*/ 2147483646 w 433"/>
                <a:gd name="T3" fmla="*/ 2147483646 h 72"/>
                <a:gd name="T4" fmla="*/ 2147483646 w 433"/>
                <a:gd name="T5" fmla="*/ 2147483646 h 72"/>
                <a:gd name="T6" fmla="*/ 2147483646 w 433"/>
                <a:gd name="T7" fmla="*/ 2147483646 h 72"/>
                <a:gd name="T8" fmla="*/ 2147483646 w 433"/>
                <a:gd name="T9" fmla="*/ 2147483646 h 72"/>
                <a:gd name="T10" fmla="*/ 2147483646 w 433"/>
                <a:gd name="T11" fmla="*/ 0 h 72"/>
                <a:gd name="T12" fmla="*/ 2147483646 w 433"/>
                <a:gd name="T13" fmla="*/ 0 h 72"/>
                <a:gd name="T14" fmla="*/ 2147483646 w 433"/>
                <a:gd name="T15" fmla="*/ 2147483646 h 72"/>
                <a:gd name="T16" fmla="*/ 2147483646 w 433"/>
                <a:gd name="T17" fmla="*/ 2147483646 h 72"/>
                <a:gd name="T18" fmla="*/ 2147483646 w 433"/>
                <a:gd name="T19" fmla="*/ 2147483646 h 72"/>
                <a:gd name="T20" fmla="*/ 2147483646 w 433"/>
                <a:gd name="T21" fmla="*/ 2147483646 h 72"/>
                <a:gd name="T22" fmla="*/ 2147483646 w 433"/>
                <a:gd name="T23" fmla="*/ 2147483646 h 72"/>
                <a:gd name="T24" fmla="*/ 2147483646 w 433"/>
                <a:gd name="T25" fmla="*/ 2147483646 h 72"/>
                <a:gd name="T26" fmla="*/ 2147483646 w 433"/>
                <a:gd name="T27" fmla="*/ 2147483646 h 72"/>
                <a:gd name="T28" fmla="*/ 2147483646 w 433"/>
                <a:gd name="T29" fmla="*/ 2147483646 h 72"/>
                <a:gd name="T30" fmla="*/ 2147483646 w 433"/>
                <a:gd name="T31" fmla="*/ 2147483646 h 72"/>
                <a:gd name="T32" fmla="*/ 2147483646 w 433"/>
                <a:gd name="T33" fmla="*/ 2147483646 h 72"/>
                <a:gd name="T34" fmla="*/ 2147483646 w 433"/>
                <a:gd name="T35" fmla="*/ 2147483646 h 72"/>
                <a:gd name="T36" fmla="*/ 2147483646 w 433"/>
                <a:gd name="T37" fmla="*/ 2147483646 h 72"/>
                <a:gd name="T38" fmla="*/ 2147483646 w 433"/>
                <a:gd name="T39" fmla="*/ 2147483646 h 72"/>
                <a:gd name="T40" fmla="*/ 2147483646 w 433"/>
                <a:gd name="T41" fmla="*/ 2147483646 h 72"/>
                <a:gd name="T42" fmla="*/ 2147483646 w 433"/>
                <a:gd name="T43" fmla="*/ 2147483646 h 72"/>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33" h="72">
                  <a:moveTo>
                    <a:pt x="206" y="45"/>
                  </a:moveTo>
                  <a:cubicBezTo>
                    <a:pt x="167" y="26"/>
                    <a:pt x="134" y="20"/>
                    <a:pt x="107" y="20"/>
                  </a:cubicBezTo>
                  <a:cubicBezTo>
                    <a:pt x="107" y="20"/>
                    <a:pt x="107" y="20"/>
                    <a:pt x="107" y="20"/>
                  </a:cubicBezTo>
                  <a:cubicBezTo>
                    <a:pt x="51" y="20"/>
                    <a:pt x="8" y="55"/>
                    <a:pt x="4" y="51"/>
                  </a:cubicBezTo>
                  <a:cubicBezTo>
                    <a:pt x="4" y="51"/>
                    <a:pt x="4" y="51"/>
                    <a:pt x="4" y="51"/>
                  </a:cubicBezTo>
                  <a:cubicBezTo>
                    <a:pt x="0" y="47"/>
                    <a:pt x="39" y="0"/>
                    <a:pt x="107" y="0"/>
                  </a:cubicBezTo>
                  <a:cubicBezTo>
                    <a:pt x="107" y="0"/>
                    <a:pt x="107" y="0"/>
                    <a:pt x="107" y="0"/>
                  </a:cubicBezTo>
                  <a:cubicBezTo>
                    <a:pt x="137" y="0"/>
                    <a:pt x="173" y="7"/>
                    <a:pt x="215" y="27"/>
                  </a:cubicBezTo>
                  <a:cubicBezTo>
                    <a:pt x="215" y="27"/>
                    <a:pt x="215" y="27"/>
                    <a:pt x="215" y="27"/>
                  </a:cubicBezTo>
                  <a:cubicBezTo>
                    <a:pt x="255" y="46"/>
                    <a:pt x="289" y="52"/>
                    <a:pt x="316" y="52"/>
                  </a:cubicBezTo>
                  <a:cubicBezTo>
                    <a:pt x="316" y="52"/>
                    <a:pt x="316" y="52"/>
                    <a:pt x="316" y="52"/>
                  </a:cubicBezTo>
                  <a:cubicBezTo>
                    <a:pt x="380" y="52"/>
                    <a:pt x="410" y="16"/>
                    <a:pt x="413" y="12"/>
                  </a:cubicBezTo>
                  <a:cubicBezTo>
                    <a:pt x="413" y="12"/>
                    <a:pt x="413" y="12"/>
                    <a:pt x="413" y="12"/>
                  </a:cubicBezTo>
                  <a:cubicBezTo>
                    <a:pt x="413" y="12"/>
                    <a:pt x="413" y="12"/>
                    <a:pt x="413" y="12"/>
                  </a:cubicBezTo>
                  <a:cubicBezTo>
                    <a:pt x="413" y="12"/>
                    <a:pt x="413" y="12"/>
                    <a:pt x="413" y="12"/>
                  </a:cubicBezTo>
                  <a:cubicBezTo>
                    <a:pt x="417" y="8"/>
                    <a:pt x="423" y="7"/>
                    <a:pt x="428" y="10"/>
                  </a:cubicBezTo>
                  <a:cubicBezTo>
                    <a:pt x="428" y="10"/>
                    <a:pt x="428" y="10"/>
                    <a:pt x="428" y="10"/>
                  </a:cubicBezTo>
                  <a:cubicBezTo>
                    <a:pt x="432" y="14"/>
                    <a:pt x="433" y="20"/>
                    <a:pt x="430" y="24"/>
                  </a:cubicBezTo>
                  <a:cubicBezTo>
                    <a:pt x="430" y="24"/>
                    <a:pt x="430" y="24"/>
                    <a:pt x="430" y="24"/>
                  </a:cubicBezTo>
                  <a:cubicBezTo>
                    <a:pt x="429" y="26"/>
                    <a:pt x="393" y="72"/>
                    <a:pt x="316" y="72"/>
                  </a:cubicBezTo>
                  <a:cubicBezTo>
                    <a:pt x="316" y="72"/>
                    <a:pt x="316" y="72"/>
                    <a:pt x="316" y="72"/>
                  </a:cubicBezTo>
                  <a:cubicBezTo>
                    <a:pt x="286" y="72"/>
                    <a:pt x="249" y="65"/>
                    <a:pt x="206" y="45"/>
                  </a:cubicBezTo>
                  <a:close/>
                </a:path>
              </a:pathLst>
            </a:custGeom>
            <a:solidFill>
              <a:srgbClr val="3B444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69698">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69698">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669698">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69698">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669698">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669698">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669698">
                                            <p:txEl>
                                              <p:pRg st="6" end="6"/>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669698">
                                            <p:txEl>
                                              <p:pRg st="7" end="7"/>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669698">
                                            <p:txEl>
                                              <p:pRg st="8" end="8"/>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66969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9698" grpId="0" build="p"/>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386" name="Object 2">
            <a:extLst>
              <a:ext uri="{FF2B5EF4-FFF2-40B4-BE49-F238E27FC236}">
                <a16:creationId xmlns:a16="http://schemas.microsoft.com/office/drawing/2014/main" id="{7138DB8B-0948-FD4C-B1D1-55E36F297741}"/>
              </a:ext>
            </a:extLst>
          </p:cNvPr>
          <p:cNvGraphicFramePr>
            <a:graphicFrameLocks/>
          </p:cNvGraphicFramePr>
          <p:nvPr/>
        </p:nvGraphicFramePr>
        <p:xfrm>
          <a:off x="263525" y="1116013"/>
          <a:ext cx="8628063" cy="2247900"/>
        </p:xfrm>
        <a:graphic>
          <a:graphicData uri="http://schemas.openxmlformats.org/presentationml/2006/ole">
            <mc:AlternateContent xmlns:mc="http://schemas.openxmlformats.org/markup-compatibility/2006">
              <mc:Choice xmlns:v="urn:schemas-microsoft-com:vml" Requires="v">
                <p:oleObj spid="_x0000_s144394" r:id="rId3" imgW="35852100" imgH="9347200" progId="Visio.Drawing.11">
                  <p:embed/>
                </p:oleObj>
              </mc:Choice>
              <mc:Fallback>
                <p:oleObj r:id="rId3" imgW="35852100" imgH="9347200" progId="Visio.Drawing.11">
                  <p:embed/>
                  <p:pic>
                    <p:nvPicPr>
                      <p:cNvPr id="0" name="Object 2"/>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3525" y="1116013"/>
                        <a:ext cx="8628063" cy="2247900"/>
                      </a:xfrm>
                      <a:prstGeom prst="rect">
                        <a:avLst/>
                      </a:prstGeom>
                      <a:solidFill>
                        <a:srgbClr val="B8D4EC"/>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670723" name="Rectangle 3">
            <a:extLst>
              <a:ext uri="{FF2B5EF4-FFF2-40B4-BE49-F238E27FC236}">
                <a16:creationId xmlns:a16="http://schemas.microsoft.com/office/drawing/2014/main" id="{4D64CF44-45D3-4B96-B6F2-64B1769CD46A}"/>
              </a:ext>
            </a:extLst>
          </p:cNvPr>
          <p:cNvSpPr>
            <a:spLocks noChangeArrowheads="1"/>
          </p:cNvSpPr>
          <p:nvPr/>
        </p:nvSpPr>
        <p:spPr bwMode="auto">
          <a:xfrm>
            <a:off x="900113" y="176213"/>
            <a:ext cx="3595687"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双向链表的删除</a:t>
            </a:r>
          </a:p>
        </p:txBody>
      </p:sp>
      <p:graphicFrame>
        <p:nvGraphicFramePr>
          <p:cNvPr id="144388" name="Object 2">
            <a:extLst>
              <a:ext uri="{FF2B5EF4-FFF2-40B4-BE49-F238E27FC236}">
                <a16:creationId xmlns:a16="http://schemas.microsoft.com/office/drawing/2014/main" id="{06F7C1FE-6035-774C-9CB8-0DB2EA8DF33D}"/>
              </a:ext>
            </a:extLst>
          </p:cNvPr>
          <p:cNvGraphicFramePr>
            <a:graphicFrameLocks/>
          </p:cNvGraphicFramePr>
          <p:nvPr/>
        </p:nvGraphicFramePr>
        <p:xfrm>
          <a:off x="263525" y="3460750"/>
          <a:ext cx="8628063" cy="2247900"/>
        </p:xfrm>
        <a:graphic>
          <a:graphicData uri="http://schemas.openxmlformats.org/presentationml/2006/ole">
            <mc:AlternateContent xmlns:mc="http://schemas.openxmlformats.org/markup-compatibility/2006">
              <mc:Choice xmlns:v="urn:schemas-microsoft-com:vml" Requires="v">
                <p:oleObj spid="_x0000_s144395" r:id="rId5" imgW="35852100" imgH="9347200" progId="Visio.Drawing.11">
                  <p:embed/>
                </p:oleObj>
              </mc:Choice>
              <mc:Fallback>
                <p:oleObj r:id="rId5" imgW="35852100" imgH="9347200" progId="Visio.Drawing.11">
                  <p:embed/>
                  <p:pic>
                    <p:nvPicPr>
                      <p:cNvPr id="0" name="Object 2"/>
                      <p:cNvPicPr>
                        <a:picLocks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3525" y="3460750"/>
                        <a:ext cx="8628063" cy="2247900"/>
                      </a:xfrm>
                      <a:prstGeom prst="rect">
                        <a:avLst/>
                      </a:prstGeom>
                      <a:solidFill>
                        <a:srgbClr val="EAEAEA"/>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 name="Rectangle 3">
            <a:extLst>
              <a:ext uri="{FF2B5EF4-FFF2-40B4-BE49-F238E27FC236}">
                <a16:creationId xmlns:a16="http://schemas.microsoft.com/office/drawing/2014/main" id="{350EEF5B-57EE-4495-B087-186C1F0B3292}"/>
              </a:ext>
            </a:extLst>
          </p:cNvPr>
          <p:cNvSpPr>
            <a:spLocks noChangeArrowheads="1"/>
          </p:cNvSpPr>
          <p:nvPr/>
        </p:nvSpPr>
        <p:spPr bwMode="auto">
          <a:xfrm>
            <a:off x="1833563" y="5805488"/>
            <a:ext cx="5489575" cy="676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800" dirty="0">
                <a:solidFill>
                  <a:srgbClr val="FF0000"/>
                </a:solidFill>
                <a:latin typeface="+mn-lt"/>
                <a:ea typeface="+mn-ea"/>
                <a:cs typeface="+mn-ea"/>
                <a:sym typeface="+mn-lt"/>
              </a:rPr>
              <a:t>1. p-&gt;prior-&gt;next=p-&gt;next;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矩形 145407">
            <a:extLst>
              <a:ext uri="{FF2B5EF4-FFF2-40B4-BE49-F238E27FC236}">
                <a16:creationId xmlns:a16="http://schemas.microsoft.com/office/drawing/2014/main" id="{8D7EAE87-3F3B-2342-ADC3-6FE0C2DC11A9}"/>
              </a:ext>
            </a:extLst>
          </p:cNvPr>
          <p:cNvSpPr>
            <a:spLocks noChangeArrowheads="1"/>
          </p:cNvSpPr>
          <p:nvPr/>
        </p:nvSpPr>
        <p:spPr bwMode="auto">
          <a:xfrm>
            <a:off x="287338" y="3729038"/>
            <a:ext cx="8628062" cy="2314575"/>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672770" name="Rectangle 2">
            <a:extLst>
              <a:ext uri="{FF2B5EF4-FFF2-40B4-BE49-F238E27FC236}">
                <a16:creationId xmlns:a16="http://schemas.microsoft.com/office/drawing/2014/main" id="{492F1506-25DA-4115-BE53-BF84E7067C31}"/>
              </a:ext>
            </a:extLst>
          </p:cNvPr>
          <p:cNvSpPr>
            <a:spLocks noChangeArrowheads="1"/>
          </p:cNvSpPr>
          <p:nvPr/>
        </p:nvSpPr>
        <p:spPr bwMode="auto">
          <a:xfrm>
            <a:off x="900113" y="207963"/>
            <a:ext cx="3595687"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双向链表的删除</a:t>
            </a:r>
          </a:p>
        </p:txBody>
      </p:sp>
      <p:graphicFrame>
        <p:nvGraphicFramePr>
          <p:cNvPr id="145412" name="Object 3">
            <a:extLst>
              <a:ext uri="{FF2B5EF4-FFF2-40B4-BE49-F238E27FC236}">
                <a16:creationId xmlns:a16="http://schemas.microsoft.com/office/drawing/2014/main" id="{882BE9D4-1108-CE43-87E9-1773B18EA64D}"/>
              </a:ext>
            </a:extLst>
          </p:cNvPr>
          <p:cNvGraphicFramePr>
            <a:graphicFrameLocks/>
          </p:cNvGraphicFramePr>
          <p:nvPr/>
        </p:nvGraphicFramePr>
        <p:xfrm>
          <a:off x="287338" y="1196975"/>
          <a:ext cx="8628062" cy="2247900"/>
        </p:xfrm>
        <a:graphic>
          <a:graphicData uri="http://schemas.openxmlformats.org/presentationml/2006/ole">
            <mc:AlternateContent xmlns:mc="http://schemas.openxmlformats.org/markup-compatibility/2006">
              <mc:Choice xmlns:v="urn:schemas-microsoft-com:vml" Requires="v">
                <p:oleObj spid="_x0000_s145421" r:id="rId3" imgW="5981700" imgH="1562100" progId="Visio.Drawing.11">
                  <p:embed/>
                </p:oleObj>
              </mc:Choice>
              <mc:Fallback>
                <p:oleObj r:id="rId3" imgW="5981700" imgH="1562100" progId="Visio.Drawing.11">
                  <p:embed/>
                  <p:pic>
                    <p:nvPicPr>
                      <p:cNvPr id="0" name="Object 3"/>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7338" y="1196975"/>
                        <a:ext cx="8628062" cy="2247900"/>
                      </a:xfrm>
                      <a:prstGeom prst="rect">
                        <a:avLst/>
                      </a:prstGeom>
                      <a:solidFill>
                        <a:srgbClr val="EAEAEA"/>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41316" name="Rectangle 4">
            <a:extLst>
              <a:ext uri="{FF2B5EF4-FFF2-40B4-BE49-F238E27FC236}">
                <a16:creationId xmlns:a16="http://schemas.microsoft.com/office/drawing/2014/main" id="{A8127B5D-10B6-4550-92C4-36FA9A760AF9}"/>
              </a:ext>
            </a:extLst>
          </p:cNvPr>
          <p:cNvSpPr>
            <a:spLocks noChangeArrowheads="1"/>
          </p:cNvSpPr>
          <p:nvPr/>
        </p:nvSpPr>
        <p:spPr bwMode="auto">
          <a:xfrm>
            <a:off x="1368425" y="3995738"/>
            <a:ext cx="5487988" cy="676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800" dirty="0">
                <a:solidFill>
                  <a:schemeClr val="tx1">
                    <a:lumMod val="95000"/>
                    <a:lumOff val="5000"/>
                  </a:schemeClr>
                </a:solidFill>
                <a:latin typeface="+mn-lt"/>
                <a:ea typeface="+mn-ea"/>
                <a:cs typeface="+mn-ea"/>
                <a:sym typeface="+mn-lt"/>
              </a:rPr>
              <a:t>1. p-&gt;prior-&gt;next=p-&gt;next;</a:t>
            </a:r>
          </a:p>
        </p:txBody>
      </p:sp>
      <p:sp>
        <p:nvSpPr>
          <p:cNvPr id="672773" name="Rectangle 5">
            <a:extLst>
              <a:ext uri="{FF2B5EF4-FFF2-40B4-BE49-F238E27FC236}">
                <a16:creationId xmlns:a16="http://schemas.microsoft.com/office/drawing/2014/main" id="{B485A44D-5B9F-4689-B625-5A4E393A0E6C}"/>
              </a:ext>
            </a:extLst>
          </p:cNvPr>
          <p:cNvSpPr>
            <a:spLocks noChangeArrowheads="1"/>
          </p:cNvSpPr>
          <p:nvPr/>
        </p:nvSpPr>
        <p:spPr bwMode="auto">
          <a:xfrm>
            <a:off x="1368425" y="5011738"/>
            <a:ext cx="5605463" cy="677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800" dirty="0">
                <a:solidFill>
                  <a:schemeClr val="tx1">
                    <a:lumMod val="95000"/>
                    <a:lumOff val="5000"/>
                  </a:schemeClr>
                </a:solidFill>
                <a:latin typeface="+mn-lt"/>
                <a:ea typeface="+mn-ea"/>
                <a:cs typeface="+mn-ea"/>
                <a:sym typeface="+mn-lt"/>
              </a:rPr>
              <a:t>2. p-&gt;next-&gt;prior=p-&gt;prior;</a:t>
            </a:r>
          </a:p>
        </p:txBody>
      </p:sp>
      <p:cxnSp>
        <p:nvCxnSpPr>
          <p:cNvPr id="145415" name="肘形连接符 10">
            <a:extLst>
              <a:ext uri="{FF2B5EF4-FFF2-40B4-BE49-F238E27FC236}">
                <a16:creationId xmlns:a16="http://schemas.microsoft.com/office/drawing/2014/main" id="{B4232B8A-4161-8347-AB9E-E21EF99D0701}"/>
              </a:ext>
            </a:extLst>
          </p:cNvPr>
          <p:cNvCxnSpPr>
            <a:cxnSpLocks noChangeShapeType="1"/>
          </p:cNvCxnSpPr>
          <p:nvPr/>
        </p:nvCxnSpPr>
        <p:spPr bwMode="auto">
          <a:xfrm>
            <a:off x="1192213" y="5178425"/>
            <a:ext cx="914400" cy="914400"/>
          </a:xfrm>
          <a:prstGeom prst="bentConnector3">
            <a:avLst>
              <a:gd name="adj1" fmla="val 50000"/>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9525" algn="ctr">
                <a:solidFill>
                  <a:srgbClr val="000000"/>
                </a:solidFill>
                <a:round/>
                <a:headEnd/>
                <a:tailEnd type="triangle" w="med" len="med"/>
              </a14:hiddenLine>
            </a:ext>
          </a:extLst>
        </p:spPr>
      </p:cxnSp>
      <p:cxnSp>
        <p:nvCxnSpPr>
          <p:cNvPr id="21" name="直接箭头连接符 20">
            <a:extLst>
              <a:ext uri="{FF2B5EF4-FFF2-40B4-BE49-F238E27FC236}">
                <a16:creationId xmlns:a16="http://schemas.microsoft.com/office/drawing/2014/main" id="{A19C13A0-D33B-4C4D-A5AD-4DD06F0BF1EC}"/>
              </a:ext>
            </a:extLst>
          </p:cNvPr>
          <p:cNvCxnSpPr/>
          <p:nvPr/>
        </p:nvCxnSpPr>
        <p:spPr bwMode="auto">
          <a:xfrm flipH="1" flipV="1">
            <a:off x="2112963" y="2786063"/>
            <a:ext cx="150812" cy="249237"/>
          </a:xfrm>
          <a:prstGeom prst="straightConnector1">
            <a:avLst/>
          </a:prstGeom>
          <a:solidFill>
            <a:schemeClr val="accent1"/>
          </a:solidFill>
          <a:ln w="28575" cap="flat" cmpd="sng" algn="ctr">
            <a:solidFill>
              <a:schemeClr val="accent1">
                <a:lumMod val="60000"/>
                <a:lumOff val="40000"/>
              </a:schemeClr>
            </a:solidFill>
            <a:prstDash val="dash"/>
            <a:round/>
            <a:headEnd type="none" w="med" len="med"/>
            <a:tailEnd type="triangle"/>
          </a:ln>
        </p:spPr>
      </p:cxnSp>
      <p:cxnSp>
        <p:nvCxnSpPr>
          <p:cNvPr id="23" name="直接连接符 22">
            <a:extLst>
              <a:ext uri="{FF2B5EF4-FFF2-40B4-BE49-F238E27FC236}">
                <a16:creationId xmlns:a16="http://schemas.microsoft.com/office/drawing/2014/main" id="{A70916A5-9BEF-48F5-B756-9B0E73A75BAD}"/>
              </a:ext>
            </a:extLst>
          </p:cNvPr>
          <p:cNvCxnSpPr/>
          <p:nvPr/>
        </p:nvCxnSpPr>
        <p:spPr bwMode="auto">
          <a:xfrm>
            <a:off x="2290763" y="3035300"/>
            <a:ext cx="3721100" cy="0"/>
          </a:xfrm>
          <a:prstGeom prst="line">
            <a:avLst/>
          </a:prstGeom>
          <a:solidFill>
            <a:schemeClr val="accent1"/>
          </a:solidFill>
          <a:ln w="19050" cap="flat" cmpd="sng" algn="ctr">
            <a:solidFill>
              <a:schemeClr val="accent1">
                <a:lumMod val="60000"/>
                <a:lumOff val="40000"/>
              </a:schemeClr>
            </a:solidFill>
            <a:prstDash val="dash"/>
            <a:round/>
            <a:headEnd type="none" w="med" len="med"/>
            <a:tailEnd type="none" w="med" len="med"/>
          </a:ln>
        </p:spPr>
      </p:cxnSp>
      <p:cxnSp>
        <p:nvCxnSpPr>
          <p:cNvPr id="32" name="直接连接符 31">
            <a:extLst>
              <a:ext uri="{FF2B5EF4-FFF2-40B4-BE49-F238E27FC236}">
                <a16:creationId xmlns:a16="http://schemas.microsoft.com/office/drawing/2014/main" id="{BAF059EF-2872-4C88-B680-F7B41C2804CB}"/>
              </a:ext>
            </a:extLst>
          </p:cNvPr>
          <p:cNvCxnSpPr/>
          <p:nvPr/>
        </p:nvCxnSpPr>
        <p:spPr bwMode="auto">
          <a:xfrm flipV="1">
            <a:off x="6084888" y="2636838"/>
            <a:ext cx="71437" cy="406400"/>
          </a:xfrm>
          <a:prstGeom prst="line">
            <a:avLst/>
          </a:prstGeom>
          <a:solidFill>
            <a:schemeClr val="accent1"/>
          </a:solidFill>
          <a:ln w="19050" cap="flat" cmpd="sng" algn="ctr">
            <a:solidFill>
              <a:schemeClr val="accent1">
                <a:lumMod val="60000"/>
                <a:lumOff val="40000"/>
              </a:schemeClr>
            </a:solidFill>
            <a:prstDash val="dash"/>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7277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2773"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矩形 1">
            <a:extLst>
              <a:ext uri="{FF2B5EF4-FFF2-40B4-BE49-F238E27FC236}">
                <a16:creationId xmlns:a16="http://schemas.microsoft.com/office/drawing/2014/main" id="{AE94DBA4-C424-A042-8CDB-5554944A5514}"/>
              </a:ext>
            </a:extLst>
          </p:cNvPr>
          <p:cNvSpPr>
            <a:spLocks noChangeArrowheads="1"/>
          </p:cNvSpPr>
          <p:nvPr/>
        </p:nvSpPr>
        <p:spPr bwMode="auto">
          <a:xfrm>
            <a:off x="0" y="1125538"/>
            <a:ext cx="9144000" cy="5040312"/>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673794" name="Rectangle 2">
            <a:extLst>
              <a:ext uri="{FF2B5EF4-FFF2-40B4-BE49-F238E27FC236}">
                <a16:creationId xmlns:a16="http://schemas.microsoft.com/office/drawing/2014/main" id="{EEB53773-98DB-425A-BC2F-F635388C4B16}"/>
              </a:ext>
            </a:extLst>
          </p:cNvPr>
          <p:cNvSpPr>
            <a:spLocks noChangeArrowheads="1"/>
          </p:cNvSpPr>
          <p:nvPr/>
        </p:nvSpPr>
        <p:spPr bwMode="auto">
          <a:xfrm>
            <a:off x="228600" y="1136650"/>
            <a:ext cx="8534400" cy="5173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a:lnSpc>
                <a:spcPct val="120000"/>
              </a:lnSpc>
              <a:spcBef>
                <a:spcPct val="20000"/>
              </a:spcBef>
              <a:defRPr/>
            </a:pPr>
            <a:r>
              <a:rPr lang="en-US" altLang="zh-CN" sz="2600" dirty="0">
                <a:solidFill>
                  <a:schemeClr val="bg1">
                    <a:lumMod val="10000"/>
                  </a:schemeClr>
                </a:solidFill>
                <a:latin typeface="+mn-lt"/>
                <a:ea typeface="+mn-ea"/>
                <a:cs typeface="+mn-ea"/>
                <a:sym typeface="+mn-lt"/>
              </a:rPr>
              <a:t>Status </a:t>
            </a:r>
            <a:r>
              <a:rPr lang="en-US" altLang="zh-CN" sz="2600" dirty="0" err="1">
                <a:solidFill>
                  <a:schemeClr val="bg1">
                    <a:lumMod val="10000"/>
                  </a:schemeClr>
                </a:solidFill>
                <a:latin typeface="+mn-lt"/>
                <a:ea typeface="+mn-ea"/>
                <a:cs typeface="+mn-ea"/>
                <a:sym typeface="+mn-lt"/>
              </a:rPr>
              <a:t>ListDelete_DuL</a:t>
            </a:r>
            <a:r>
              <a:rPr lang="en-US" altLang="zh-CN" sz="2600" dirty="0">
                <a:solidFill>
                  <a:schemeClr val="bg1">
                    <a:lumMod val="10000"/>
                  </a:schemeClr>
                </a:solidFill>
                <a:latin typeface="+mn-lt"/>
                <a:ea typeface="+mn-ea"/>
                <a:cs typeface="+mn-ea"/>
                <a:sym typeface="+mn-lt"/>
              </a:rPr>
              <a:t>(</a:t>
            </a:r>
            <a:r>
              <a:rPr lang="en-US" altLang="zh-CN" sz="2600" dirty="0" err="1">
                <a:solidFill>
                  <a:schemeClr val="bg1">
                    <a:lumMod val="10000"/>
                  </a:schemeClr>
                </a:solidFill>
                <a:latin typeface="+mn-lt"/>
                <a:ea typeface="+mn-ea"/>
                <a:cs typeface="+mn-ea"/>
                <a:sym typeface="+mn-lt"/>
              </a:rPr>
              <a:t>DuLinkList</a:t>
            </a:r>
            <a:r>
              <a:rPr lang="en-US" altLang="zh-CN" sz="2600" dirty="0">
                <a:solidFill>
                  <a:schemeClr val="bg1">
                    <a:lumMod val="10000"/>
                  </a:schemeClr>
                </a:solidFill>
                <a:latin typeface="+mn-lt"/>
                <a:ea typeface="+mn-ea"/>
                <a:cs typeface="+mn-ea"/>
                <a:sym typeface="+mn-lt"/>
              </a:rPr>
              <a:t> &amp;</a:t>
            </a:r>
            <a:r>
              <a:rPr lang="en-US" altLang="zh-CN" sz="2600" dirty="0" err="1">
                <a:solidFill>
                  <a:schemeClr val="bg1">
                    <a:lumMod val="10000"/>
                  </a:schemeClr>
                </a:solidFill>
                <a:latin typeface="+mn-lt"/>
                <a:ea typeface="+mn-ea"/>
                <a:cs typeface="+mn-ea"/>
                <a:sym typeface="+mn-lt"/>
              </a:rPr>
              <a:t>L,int</a:t>
            </a:r>
            <a:r>
              <a:rPr lang="en-US" altLang="zh-CN" sz="2600" dirty="0">
                <a:solidFill>
                  <a:schemeClr val="bg1">
                    <a:lumMod val="10000"/>
                  </a:schemeClr>
                </a:solidFill>
                <a:latin typeface="+mn-lt"/>
                <a:ea typeface="+mn-ea"/>
                <a:cs typeface="+mn-ea"/>
                <a:sym typeface="+mn-lt"/>
              </a:rPr>
              <a:t> </a:t>
            </a:r>
            <a:r>
              <a:rPr lang="en-US" altLang="zh-CN" sz="2600" dirty="0" err="1">
                <a:solidFill>
                  <a:schemeClr val="bg1">
                    <a:lumMod val="10000"/>
                  </a:schemeClr>
                </a:solidFill>
                <a:latin typeface="+mn-lt"/>
                <a:ea typeface="+mn-ea"/>
                <a:cs typeface="+mn-ea"/>
                <a:sym typeface="+mn-lt"/>
              </a:rPr>
              <a:t>i,ElemType</a:t>
            </a:r>
            <a:r>
              <a:rPr lang="en-US" altLang="zh-CN" sz="2600" dirty="0">
                <a:solidFill>
                  <a:schemeClr val="bg1">
                    <a:lumMod val="10000"/>
                  </a:schemeClr>
                </a:solidFill>
                <a:latin typeface="+mn-lt"/>
                <a:ea typeface="+mn-ea"/>
                <a:cs typeface="+mn-ea"/>
                <a:sym typeface="+mn-lt"/>
              </a:rPr>
              <a:t> &amp;e)</a:t>
            </a:r>
          </a:p>
          <a:p>
            <a:pPr algn="just">
              <a:lnSpc>
                <a:spcPct val="120000"/>
              </a:lnSpc>
              <a:spcBef>
                <a:spcPct val="20000"/>
              </a:spcBef>
              <a:defRPr/>
            </a:pPr>
            <a:r>
              <a:rPr lang="en-US" altLang="zh-CN" sz="2600" dirty="0">
                <a:solidFill>
                  <a:schemeClr val="folHlink"/>
                </a:solidFill>
                <a:latin typeface="+mn-lt"/>
                <a:ea typeface="+mn-ea"/>
                <a:cs typeface="+mn-ea"/>
                <a:sym typeface="+mn-lt"/>
              </a:rPr>
              <a:t>{</a:t>
            </a:r>
          </a:p>
          <a:p>
            <a:pPr algn="just">
              <a:lnSpc>
                <a:spcPct val="120000"/>
              </a:lnSpc>
              <a:spcBef>
                <a:spcPct val="20000"/>
              </a:spcBef>
              <a:defRPr/>
            </a:pPr>
            <a:r>
              <a:rPr lang="en-US" altLang="zh-CN" sz="2600" dirty="0">
                <a:latin typeface="+mn-lt"/>
                <a:ea typeface="+mn-ea"/>
                <a:cs typeface="+mn-ea"/>
                <a:sym typeface="+mn-lt"/>
              </a:rPr>
              <a:t>   if(!(p=</a:t>
            </a:r>
            <a:r>
              <a:rPr lang="en-US" altLang="zh-CN" sz="2600" dirty="0" err="1">
                <a:latin typeface="+mn-lt"/>
                <a:ea typeface="+mn-ea"/>
                <a:cs typeface="+mn-ea"/>
                <a:sym typeface="+mn-lt"/>
              </a:rPr>
              <a:t>GetElemP_DuL</a:t>
            </a:r>
            <a:r>
              <a:rPr lang="en-US" altLang="zh-CN" sz="2600" dirty="0">
                <a:latin typeface="+mn-lt"/>
                <a:ea typeface="+mn-ea"/>
                <a:cs typeface="+mn-ea"/>
                <a:sym typeface="+mn-lt"/>
              </a:rPr>
              <a:t>(</a:t>
            </a:r>
            <a:r>
              <a:rPr lang="en-US" altLang="zh-CN" sz="2600" dirty="0" err="1">
                <a:latin typeface="+mn-lt"/>
                <a:ea typeface="+mn-ea"/>
                <a:cs typeface="+mn-ea"/>
                <a:sym typeface="+mn-lt"/>
              </a:rPr>
              <a:t>L,i</a:t>
            </a:r>
            <a:r>
              <a:rPr lang="en-US" altLang="zh-CN" sz="2600" dirty="0">
                <a:latin typeface="+mn-lt"/>
                <a:ea typeface="+mn-ea"/>
                <a:cs typeface="+mn-ea"/>
                <a:sym typeface="+mn-lt"/>
              </a:rPr>
              <a:t>)))     return ERROR;</a:t>
            </a:r>
          </a:p>
          <a:p>
            <a:pPr algn="just">
              <a:lnSpc>
                <a:spcPct val="120000"/>
              </a:lnSpc>
              <a:spcBef>
                <a:spcPct val="20000"/>
              </a:spcBef>
              <a:defRPr/>
            </a:pPr>
            <a:r>
              <a:rPr lang="en-US" altLang="zh-CN" sz="2600" dirty="0">
                <a:latin typeface="+mn-lt"/>
                <a:ea typeface="+mn-ea"/>
                <a:cs typeface="+mn-ea"/>
                <a:sym typeface="+mn-lt"/>
              </a:rPr>
              <a:t>   e=p-&gt;data;</a:t>
            </a:r>
          </a:p>
          <a:p>
            <a:pPr algn="just">
              <a:lnSpc>
                <a:spcPct val="120000"/>
              </a:lnSpc>
              <a:spcBef>
                <a:spcPct val="20000"/>
              </a:spcBef>
              <a:defRPr/>
            </a:pPr>
            <a:r>
              <a:rPr lang="en-US" altLang="zh-CN" sz="2600" dirty="0">
                <a:latin typeface="+mn-lt"/>
                <a:ea typeface="+mn-ea"/>
                <a:cs typeface="+mn-ea"/>
                <a:sym typeface="+mn-lt"/>
              </a:rPr>
              <a:t>   </a:t>
            </a:r>
            <a:r>
              <a:rPr lang="en-US" altLang="zh-CN" sz="2600" dirty="0">
                <a:solidFill>
                  <a:srgbClr val="FF0000"/>
                </a:solidFill>
                <a:latin typeface="+mn-lt"/>
                <a:ea typeface="+mn-ea"/>
                <a:cs typeface="+mn-ea"/>
                <a:sym typeface="+mn-lt"/>
              </a:rPr>
              <a:t>p-&gt;prior-&gt;next=p-&gt;next;</a:t>
            </a:r>
          </a:p>
          <a:p>
            <a:pPr algn="just">
              <a:lnSpc>
                <a:spcPct val="120000"/>
              </a:lnSpc>
              <a:spcBef>
                <a:spcPct val="20000"/>
              </a:spcBef>
              <a:defRPr/>
            </a:pPr>
            <a:r>
              <a:rPr lang="en-US" altLang="zh-CN" sz="2600" dirty="0">
                <a:solidFill>
                  <a:srgbClr val="FF0000"/>
                </a:solidFill>
                <a:latin typeface="+mn-lt"/>
                <a:ea typeface="+mn-ea"/>
                <a:cs typeface="+mn-ea"/>
                <a:sym typeface="+mn-lt"/>
              </a:rPr>
              <a:t>   p-&gt;next-&gt;prior=p-&gt;prior;</a:t>
            </a:r>
          </a:p>
          <a:p>
            <a:pPr algn="just">
              <a:lnSpc>
                <a:spcPct val="120000"/>
              </a:lnSpc>
              <a:spcBef>
                <a:spcPct val="20000"/>
              </a:spcBef>
              <a:defRPr/>
            </a:pPr>
            <a:r>
              <a:rPr lang="en-US" altLang="zh-CN" sz="2600" dirty="0">
                <a:latin typeface="+mn-lt"/>
                <a:ea typeface="+mn-ea"/>
                <a:cs typeface="+mn-ea"/>
                <a:sym typeface="+mn-lt"/>
              </a:rPr>
              <a:t>   delete p; </a:t>
            </a:r>
          </a:p>
          <a:p>
            <a:pPr algn="just">
              <a:lnSpc>
                <a:spcPct val="120000"/>
              </a:lnSpc>
              <a:spcBef>
                <a:spcPct val="20000"/>
              </a:spcBef>
              <a:defRPr/>
            </a:pPr>
            <a:r>
              <a:rPr lang="en-US" altLang="zh-CN" sz="2600" dirty="0">
                <a:latin typeface="+mn-lt"/>
                <a:ea typeface="+mn-ea"/>
                <a:cs typeface="+mn-ea"/>
                <a:sym typeface="+mn-lt"/>
              </a:rPr>
              <a:t>   return OK;</a:t>
            </a:r>
          </a:p>
          <a:p>
            <a:pPr algn="just">
              <a:lnSpc>
                <a:spcPct val="120000"/>
              </a:lnSpc>
              <a:spcBef>
                <a:spcPct val="20000"/>
              </a:spcBef>
              <a:defRPr/>
            </a:pPr>
            <a:r>
              <a:rPr lang="en-US" altLang="zh-CN" sz="2600" dirty="0">
                <a:latin typeface="+mn-lt"/>
                <a:ea typeface="+mn-ea"/>
                <a:cs typeface="+mn-ea"/>
                <a:sym typeface="+mn-lt"/>
              </a:rPr>
              <a:t>}</a:t>
            </a:r>
          </a:p>
          <a:p>
            <a:pPr algn="just">
              <a:lnSpc>
                <a:spcPct val="100000"/>
              </a:lnSpc>
              <a:spcBef>
                <a:spcPct val="20000"/>
              </a:spcBef>
              <a:defRPr/>
            </a:pPr>
            <a:endParaRPr lang="en-US" altLang="zh-CN" sz="2600" dirty="0">
              <a:solidFill>
                <a:schemeClr val="accent1"/>
              </a:solidFill>
              <a:latin typeface="+mn-lt"/>
              <a:ea typeface="+mn-ea"/>
              <a:cs typeface="+mn-ea"/>
              <a:sym typeface="+mn-lt"/>
            </a:endParaRPr>
          </a:p>
          <a:p>
            <a:pPr algn="just">
              <a:lnSpc>
                <a:spcPct val="120000"/>
              </a:lnSpc>
              <a:spcBef>
                <a:spcPct val="20000"/>
              </a:spcBef>
              <a:defRPr/>
            </a:pPr>
            <a:endParaRPr lang="en-US" altLang="zh-CN" sz="2600" dirty="0">
              <a:latin typeface="+mn-lt"/>
              <a:ea typeface="+mn-ea"/>
              <a:cs typeface="+mn-ea"/>
              <a:sym typeface="+mn-lt"/>
            </a:endParaRPr>
          </a:p>
        </p:txBody>
      </p:sp>
      <p:sp>
        <p:nvSpPr>
          <p:cNvPr id="142339" name="Rectangle 3">
            <a:extLst>
              <a:ext uri="{FF2B5EF4-FFF2-40B4-BE49-F238E27FC236}">
                <a16:creationId xmlns:a16="http://schemas.microsoft.com/office/drawing/2014/main" id="{1C89B63D-9B49-4086-8DD3-26CCA7B93C54}"/>
              </a:ext>
            </a:extLst>
          </p:cNvPr>
          <p:cNvSpPr>
            <a:spLocks noChangeArrowheads="1"/>
          </p:cNvSpPr>
          <p:nvPr/>
        </p:nvSpPr>
        <p:spPr bwMode="auto">
          <a:xfrm>
            <a:off x="904875" y="188913"/>
            <a:ext cx="5611813"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双向链表的删除</a:t>
            </a:r>
          </a:p>
        </p:txBody>
      </p:sp>
      <p:grpSp>
        <p:nvGrpSpPr>
          <p:cNvPr id="4" name="组合 3">
            <a:extLst>
              <a:ext uri="{FF2B5EF4-FFF2-40B4-BE49-F238E27FC236}">
                <a16:creationId xmlns:a16="http://schemas.microsoft.com/office/drawing/2014/main" id="{B0AF7A2E-8F8C-7249-9534-8679B55A440D}"/>
              </a:ext>
            </a:extLst>
          </p:cNvPr>
          <p:cNvGrpSpPr>
            <a:grpSpLocks/>
          </p:cNvGrpSpPr>
          <p:nvPr/>
        </p:nvGrpSpPr>
        <p:grpSpPr bwMode="auto">
          <a:xfrm>
            <a:off x="0" y="6380163"/>
            <a:ext cx="9144000" cy="431800"/>
            <a:chOff x="0" y="6379908"/>
            <a:chExt cx="9144000" cy="432048"/>
          </a:xfrm>
        </p:grpSpPr>
        <p:grpSp>
          <p:nvGrpSpPr>
            <p:cNvPr id="146438" name="组合 5">
              <a:extLst>
                <a:ext uri="{FF2B5EF4-FFF2-40B4-BE49-F238E27FC236}">
                  <a16:creationId xmlns:a16="http://schemas.microsoft.com/office/drawing/2014/main" id="{39EFE124-94F4-284A-89A3-A5FEECB2138E}"/>
                </a:ext>
              </a:extLst>
            </p:cNvPr>
            <p:cNvGrpSpPr>
              <a:grpSpLocks/>
            </p:cNvGrpSpPr>
            <p:nvPr/>
          </p:nvGrpSpPr>
          <p:grpSpPr bwMode="auto">
            <a:xfrm>
              <a:off x="0" y="6379908"/>
              <a:ext cx="9144000" cy="432048"/>
              <a:chOff x="0" y="6165304"/>
              <a:chExt cx="9144000" cy="432048"/>
            </a:xfrm>
          </p:grpSpPr>
          <p:cxnSp>
            <p:nvCxnSpPr>
              <p:cNvPr id="146440" name="直接连接符 6">
                <a:extLst>
                  <a:ext uri="{FF2B5EF4-FFF2-40B4-BE49-F238E27FC236}">
                    <a16:creationId xmlns:a16="http://schemas.microsoft.com/office/drawing/2014/main" id="{33C4E658-B16F-0240-B37F-81A314EAEDEC}"/>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8" name="直接连接符 7">
                <a:extLst>
                  <a:ext uri="{FF2B5EF4-FFF2-40B4-BE49-F238E27FC236}">
                    <a16:creationId xmlns:a16="http://schemas.microsoft.com/office/drawing/2014/main" id="{007BC784-BDBF-4CE6-8DCC-A2763C0B7975}"/>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146442" name="直接连接符 8">
                <a:extLst>
                  <a:ext uri="{FF2B5EF4-FFF2-40B4-BE49-F238E27FC236}">
                    <a16:creationId xmlns:a16="http://schemas.microsoft.com/office/drawing/2014/main" id="{34BA5E8A-F565-7A47-AB89-55C8E4A7ECC0}"/>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6" name="Shape 26">
              <a:extLst>
                <a:ext uri="{FF2B5EF4-FFF2-40B4-BE49-F238E27FC236}">
                  <a16:creationId xmlns:a16="http://schemas.microsoft.com/office/drawing/2014/main" id="{DF989858-65E9-4766-BB96-C1073630A8E4}"/>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73794">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73794">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673794">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73794">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673794">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673794">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673794">
                                            <p:txEl>
                                              <p:pRg st="6" end="6"/>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673794">
                                            <p:txEl>
                                              <p:pRg st="7" end="7"/>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673794">
                                            <p:txEl>
                                              <p:pRg st="8" end="8"/>
                                            </p:txEl>
                                          </p:spTgt>
                                        </p:tgtEl>
                                        <p:attrNameLst>
                                          <p:attrName>style.visibility</p:attrName>
                                        </p:attrNameLst>
                                      </p:cBhvr>
                                      <p:to>
                                        <p:strVal val="visible"/>
                                      </p:to>
                                    </p:set>
                                  </p:childTnLst>
                                </p:cTn>
                              </p:par>
                            </p:childTnLst>
                          </p:cTn>
                        </p:par>
                        <p:par>
                          <p:cTn id="39" fill="hold" nodeType="afterGroup">
                            <p:stCondLst>
                              <p:cond delay="500"/>
                            </p:stCondLst>
                            <p:childTnLst>
                              <p:par>
                                <p:cTn id="40" presetID="2" presetClass="entr" presetSubtype="4" fill="hold" nodeType="afterEffect">
                                  <p:stCondLst>
                                    <p:cond delay="0"/>
                                  </p:stCondLst>
                                  <p:childTnLst>
                                    <p:set>
                                      <p:cBhvr>
                                        <p:cTn id="41" dur="1" fill="hold">
                                          <p:stCondLst>
                                            <p:cond delay="0"/>
                                          </p:stCondLst>
                                        </p:cTn>
                                        <p:tgtEl>
                                          <p:spTgt spid="4"/>
                                        </p:tgtEl>
                                        <p:attrNameLst>
                                          <p:attrName>style.visibility</p:attrName>
                                        </p:attrNameLst>
                                      </p:cBhvr>
                                      <p:to>
                                        <p:strVal val="visible"/>
                                      </p:to>
                                    </p:set>
                                    <p:anim calcmode="lin" valueType="num">
                                      <p:cBhvr additive="base">
                                        <p:cTn id="42" dur="500" fill="hold"/>
                                        <p:tgtEl>
                                          <p:spTgt spid="4"/>
                                        </p:tgtEl>
                                        <p:attrNameLst>
                                          <p:attrName>ppt_x</p:attrName>
                                        </p:attrNameLst>
                                      </p:cBhvr>
                                      <p:tavLst>
                                        <p:tav tm="0">
                                          <p:val>
                                            <p:strVal val="#ppt_x"/>
                                          </p:val>
                                        </p:tav>
                                        <p:tav tm="100000">
                                          <p:val>
                                            <p:strVal val="#ppt_x"/>
                                          </p:val>
                                        </p:tav>
                                      </p:tavLst>
                                    </p:anim>
                                    <p:anim calcmode="lin" valueType="num">
                                      <p:cBhvr additive="base">
                                        <p:cTn id="4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3794"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7458" name="图片 9">
            <a:extLst>
              <a:ext uri="{FF2B5EF4-FFF2-40B4-BE49-F238E27FC236}">
                <a16:creationId xmlns:a16="http://schemas.microsoft.com/office/drawing/2014/main" id="{186C2F79-F035-B94F-80D4-4782839149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75"/>
          <a:stretch>
            <a:fillRect/>
          </a:stretch>
        </p:blipFill>
        <p:spPr bwMode="auto">
          <a:xfrm>
            <a:off x="0" y="1588"/>
            <a:ext cx="9124950"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6" name="矩形: 圆角 16">
            <a:extLst>
              <a:ext uri="{FF2B5EF4-FFF2-40B4-BE49-F238E27FC236}">
                <a16:creationId xmlns:a16="http://schemas.microsoft.com/office/drawing/2014/main" id="{80923E47-C77D-45AB-AE46-04D889F1CB33}"/>
              </a:ext>
            </a:extLst>
          </p:cNvPr>
          <p:cNvSpPr>
            <a:spLocks noChangeArrowheads="1"/>
          </p:cNvSpPr>
          <p:nvPr/>
        </p:nvSpPr>
        <p:spPr bwMode="auto">
          <a:xfrm>
            <a:off x="3044825" y="4965700"/>
            <a:ext cx="5199063"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11267" name="矩形: 圆角 15">
            <a:extLst>
              <a:ext uri="{FF2B5EF4-FFF2-40B4-BE49-F238E27FC236}">
                <a16:creationId xmlns:a16="http://schemas.microsoft.com/office/drawing/2014/main" id="{262AACBC-4C30-417A-A9DF-A6234326133F}"/>
              </a:ext>
            </a:extLst>
          </p:cNvPr>
          <p:cNvSpPr>
            <a:spLocks noChangeArrowheads="1"/>
          </p:cNvSpPr>
          <p:nvPr/>
        </p:nvSpPr>
        <p:spPr bwMode="auto">
          <a:xfrm>
            <a:off x="2100263" y="4965700"/>
            <a:ext cx="839787" cy="504825"/>
          </a:xfrm>
          <a:prstGeom prst="roundRect">
            <a:avLst>
              <a:gd name="adj" fmla="val 16667"/>
            </a:avLst>
          </a:prstGeom>
          <a:solidFill>
            <a:schemeClr val="accent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8" name="矩形 7">
            <a:extLst>
              <a:ext uri="{FF2B5EF4-FFF2-40B4-BE49-F238E27FC236}">
                <a16:creationId xmlns:a16="http://schemas.microsoft.com/office/drawing/2014/main" id="{17530F9F-A55B-471E-8A2D-702E0AC86234}"/>
              </a:ext>
            </a:extLst>
          </p:cNvPr>
          <p:cNvSpPr/>
          <p:nvPr/>
        </p:nvSpPr>
        <p:spPr bwMode="auto">
          <a:xfrm>
            <a:off x="9525" y="1588"/>
            <a:ext cx="9151938" cy="2024062"/>
          </a:xfrm>
          <a:prstGeom prst="rect">
            <a:avLst/>
          </a:prstGeom>
          <a:solidFill>
            <a:schemeClr val="tx1">
              <a:alpha val="50000"/>
            </a:schemeClr>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zh-CN" altLang="en-US" sz="1800" kern="0">
              <a:solidFill>
                <a:prstClr val="white"/>
              </a:solidFill>
              <a:latin typeface="+mn-lt"/>
              <a:ea typeface="+mn-ea"/>
              <a:cs typeface="+mn-ea"/>
              <a:sym typeface="+mn-lt"/>
            </a:endParaRPr>
          </a:p>
        </p:txBody>
      </p:sp>
      <p:sp>
        <p:nvSpPr>
          <p:cNvPr id="7" name="Shape 26">
            <a:extLst>
              <a:ext uri="{FF2B5EF4-FFF2-40B4-BE49-F238E27FC236}">
                <a16:creationId xmlns:a16="http://schemas.microsoft.com/office/drawing/2014/main" id="{D8351079-FE89-4939-AE4F-77E61A2371BC}"/>
              </a:ext>
            </a:extLst>
          </p:cNvPr>
          <p:cNvSpPr/>
          <p:nvPr/>
        </p:nvSpPr>
        <p:spPr>
          <a:xfrm flipH="1">
            <a:off x="-36513" y="774700"/>
            <a:ext cx="9207501" cy="1260475"/>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bg1"/>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
        <p:nvSpPr>
          <p:cNvPr id="13" name="文本框 12">
            <a:extLst>
              <a:ext uri="{FF2B5EF4-FFF2-40B4-BE49-F238E27FC236}">
                <a16:creationId xmlns:a16="http://schemas.microsoft.com/office/drawing/2014/main" id="{A3982D95-0F22-4BFF-930D-C51D04465694}"/>
              </a:ext>
            </a:extLst>
          </p:cNvPr>
          <p:cNvSpPr txBox="1"/>
          <p:nvPr/>
        </p:nvSpPr>
        <p:spPr>
          <a:xfrm>
            <a:off x="558800" y="331788"/>
            <a:ext cx="2573338" cy="647700"/>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dist"/>
            <a:r>
              <a:rPr lang="zh-CN" altLang="en-US" sz="3600">
                <a:solidFill>
                  <a:schemeClr val="bg1"/>
                </a:solidFill>
                <a:ea typeface="微软雅黑" panose="020B0503020204020204" pitchFamily="34" charset="-122"/>
                <a:sym typeface="+mn-lt"/>
              </a:rPr>
              <a:t>目录导航</a:t>
            </a:r>
          </a:p>
        </p:txBody>
      </p:sp>
      <p:sp>
        <p:nvSpPr>
          <p:cNvPr id="14" name="文本框 13">
            <a:extLst>
              <a:ext uri="{FF2B5EF4-FFF2-40B4-BE49-F238E27FC236}">
                <a16:creationId xmlns:a16="http://schemas.microsoft.com/office/drawing/2014/main" id="{69B3229C-8B14-40A1-86A5-F457F692DC61}"/>
              </a:ext>
            </a:extLst>
          </p:cNvPr>
          <p:cNvSpPr txBox="1"/>
          <p:nvPr/>
        </p:nvSpPr>
        <p:spPr>
          <a:xfrm>
            <a:off x="2219325" y="2138363"/>
            <a:ext cx="720725" cy="4524375"/>
          </a:xfrm>
          <a:prstGeom prst="rect">
            <a:avLst/>
          </a:prstGeom>
          <a:noFill/>
        </p:spPr>
        <p:txBody>
          <a:bodyPr>
            <a:spAutoFit/>
          </a:bodyPr>
          <a:lstStyle/>
          <a:p>
            <a:pPr>
              <a:lnSpc>
                <a:spcPct val="150000"/>
              </a:lnSpc>
              <a:defRPr/>
            </a:pPr>
            <a:r>
              <a:rPr lang="en-US" altLang="zh-CN" sz="2400" dirty="0">
                <a:latin typeface="+mn-lt"/>
                <a:ea typeface="+mn-ea"/>
                <a:cs typeface="+mn-ea"/>
                <a:sym typeface="+mn-lt"/>
              </a:rPr>
              <a:t>2.1</a:t>
            </a:r>
            <a:endParaRPr lang="zh-CN" altLang="en-US" sz="2400" dirty="0">
              <a:latin typeface="+mn-lt"/>
              <a:ea typeface="+mn-ea"/>
              <a:cs typeface="+mn-ea"/>
              <a:sym typeface="+mn-lt"/>
            </a:endParaRPr>
          </a:p>
          <a:p>
            <a:pPr>
              <a:lnSpc>
                <a:spcPct val="150000"/>
              </a:lnSpc>
              <a:defRPr/>
            </a:pPr>
            <a:r>
              <a:rPr lang="en-US" altLang="zh-CN" sz="2400" dirty="0">
                <a:latin typeface="+mn-lt"/>
                <a:ea typeface="+mn-ea"/>
                <a:cs typeface="+mn-ea"/>
                <a:sym typeface="+mn-lt"/>
              </a:rPr>
              <a:t>2.2</a:t>
            </a:r>
            <a:endParaRPr lang="zh-CN" altLang="en-US" sz="2400" dirty="0">
              <a:latin typeface="+mn-lt"/>
              <a:ea typeface="+mn-ea"/>
              <a:cs typeface="+mn-ea"/>
              <a:sym typeface="+mn-lt"/>
            </a:endParaRPr>
          </a:p>
          <a:p>
            <a:pPr>
              <a:lnSpc>
                <a:spcPct val="150000"/>
              </a:lnSpc>
              <a:defRPr/>
            </a:pPr>
            <a:r>
              <a:rPr lang="en-US" altLang="zh-CN" sz="2400" dirty="0">
                <a:latin typeface="+mn-lt"/>
                <a:ea typeface="+mn-ea"/>
                <a:cs typeface="+mn-ea"/>
                <a:sym typeface="+mn-lt"/>
              </a:rPr>
              <a:t>2.3</a:t>
            </a:r>
            <a:endParaRPr lang="zh-CN" altLang="en-US" sz="2400" dirty="0">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2.4</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latin typeface="+mn-lt"/>
                <a:ea typeface="+mn-ea"/>
                <a:cs typeface="+mn-ea"/>
                <a:sym typeface="+mn-lt"/>
              </a:rPr>
              <a:t>2.5</a:t>
            </a:r>
            <a:endParaRPr lang="zh-CN" altLang="en-US" sz="2400" dirty="0">
              <a:latin typeface="+mn-lt"/>
              <a:ea typeface="+mn-ea"/>
              <a:cs typeface="+mn-ea"/>
              <a:sym typeface="+mn-lt"/>
            </a:endParaRPr>
          </a:p>
          <a:p>
            <a:pPr>
              <a:lnSpc>
                <a:spcPct val="150000"/>
              </a:lnSpc>
              <a:defRPr/>
            </a:pPr>
            <a:r>
              <a:rPr lang="en-US" altLang="zh-CN" sz="2400" dirty="0">
                <a:solidFill>
                  <a:schemeClr val="bg1"/>
                </a:solidFill>
                <a:latin typeface="+mn-lt"/>
                <a:ea typeface="+mn-ea"/>
                <a:cs typeface="+mn-ea"/>
                <a:sym typeface="+mn-lt"/>
              </a:rPr>
              <a:t>2.6</a:t>
            </a:r>
          </a:p>
          <a:p>
            <a:pPr>
              <a:lnSpc>
                <a:spcPct val="150000"/>
              </a:lnSpc>
              <a:defRPr/>
            </a:pPr>
            <a:r>
              <a:rPr lang="en-US" altLang="zh-CN" sz="2400" dirty="0">
                <a:solidFill>
                  <a:schemeClr val="tx1">
                    <a:lumMod val="95000"/>
                    <a:lumOff val="5000"/>
                  </a:schemeClr>
                </a:solidFill>
                <a:latin typeface="+mn-lt"/>
                <a:ea typeface="+mn-ea"/>
                <a:cs typeface="+mn-ea"/>
                <a:sym typeface="+mn-lt"/>
              </a:rPr>
              <a:t>2.7</a:t>
            </a:r>
          </a:p>
          <a:p>
            <a:pPr>
              <a:lnSpc>
                <a:spcPct val="150000"/>
              </a:lnSpc>
              <a:defRPr/>
            </a:pPr>
            <a:r>
              <a:rPr lang="en-US" altLang="zh-CN" sz="2400" dirty="0">
                <a:solidFill>
                  <a:schemeClr val="tx1">
                    <a:lumMod val="95000"/>
                    <a:lumOff val="5000"/>
                  </a:schemeClr>
                </a:solidFill>
                <a:latin typeface="+mn-lt"/>
                <a:ea typeface="+mn-ea"/>
                <a:cs typeface="+mn-ea"/>
                <a:sym typeface="+mn-lt"/>
              </a:rPr>
              <a:t>2.8</a:t>
            </a:r>
            <a:endParaRPr lang="zh-CN" altLang="en-US" sz="2400" dirty="0">
              <a:solidFill>
                <a:schemeClr val="tx1">
                  <a:lumMod val="95000"/>
                  <a:lumOff val="5000"/>
                </a:schemeClr>
              </a:solidFill>
              <a:latin typeface="+mn-lt"/>
              <a:ea typeface="+mn-ea"/>
              <a:cs typeface="+mn-ea"/>
              <a:sym typeface="+mn-lt"/>
            </a:endParaRPr>
          </a:p>
        </p:txBody>
      </p:sp>
      <p:sp>
        <p:nvSpPr>
          <p:cNvPr id="15" name="文本框 14">
            <a:extLst>
              <a:ext uri="{FF2B5EF4-FFF2-40B4-BE49-F238E27FC236}">
                <a16:creationId xmlns:a16="http://schemas.microsoft.com/office/drawing/2014/main" id="{81262D84-ECA4-44DC-8F70-3BF687E1D4B2}"/>
              </a:ext>
            </a:extLst>
          </p:cNvPr>
          <p:cNvSpPr txBox="1"/>
          <p:nvPr/>
        </p:nvSpPr>
        <p:spPr>
          <a:xfrm>
            <a:off x="3057525" y="2138363"/>
            <a:ext cx="4129088" cy="4524375"/>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nSpc>
                <a:spcPct val="150000"/>
              </a:lnSpc>
            </a:pPr>
            <a:r>
              <a:rPr lang="zh-CN" altLang="en-US" sz="2400">
                <a:ea typeface="微软雅黑" panose="020B0503020204020204" pitchFamily="34" charset="-122"/>
                <a:sym typeface="+mn-lt"/>
              </a:rPr>
              <a:t>线性表的定义和特点</a:t>
            </a:r>
          </a:p>
          <a:p>
            <a:pPr>
              <a:lnSpc>
                <a:spcPct val="150000"/>
              </a:lnSpc>
            </a:pPr>
            <a:r>
              <a:rPr lang="zh-CN" altLang="en-US" sz="2400">
                <a:ea typeface="微软雅黑" panose="020B0503020204020204" pitchFamily="34" charset="-122"/>
                <a:sym typeface="+mn-lt"/>
              </a:rPr>
              <a:t>案例引入</a:t>
            </a:r>
          </a:p>
          <a:p>
            <a:pPr>
              <a:lnSpc>
                <a:spcPct val="150000"/>
              </a:lnSpc>
            </a:pPr>
            <a:r>
              <a:rPr lang="zh-CN" altLang="en-US" sz="2400">
                <a:ea typeface="微软雅黑" panose="020B0503020204020204" pitchFamily="34" charset="-122"/>
                <a:sym typeface="+mn-lt"/>
              </a:rPr>
              <a:t>线性的类型定义</a:t>
            </a:r>
          </a:p>
          <a:p>
            <a:pPr>
              <a:lnSpc>
                <a:spcPct val="150000"/>
              </a:lnSpc>
            </a:pPr>
            <a:r>
              <a:rPr lang="zh-CN" altLang="en-US" sz="2400">
                <a:ea typeface="微软雅黑" panose="020B0503020204020204" pitchFamily="34" charset="-122"/>
                <a:sym typeface="+mn-lt"/>
              </a:rPr>
              <a:t>线性表的顺序表示和实现</a:t>
            </a:r>
          </a:p>
          <a:p>
            <a:pPr>
              <a:lnSpc>
                <a:spcPct val="150000"/>
              </a:lnSpc>
            </a:pPr>
            <a:r>
              <a:rPr lang="zh-CN" altLang="en-US" sz="2400">
                <a:ea typeface="微软雅黑" panose="020B0503020204020204" pitchFamily="34" charset="-122"/>
                <a:sym typeface="+mn-lt"/>
              </a:rPr>
              <a:t>线性表的链式表示和实现</a:t>
            </a:r>
          </a:p>
          <a:p>
            <a:pPr>
              <a:lnSpc>
                <a:spcPct val="150000"/>
              </a:lnSpc>
            </a:pPr>
            <a:r>
              <a:rPr lang="zh-CN" altLang="en-US" sz="2400">
                <a:solidFill>
                  <a:schemeClr val="bg1"/>
                </a:solidFill>
                <a:ea typeface="微软雅黑" panose="020B0503020204020204" pitchFamily="34" charset="-122"/>
                <a:sym typeface="+mn-lt"/>
              </a:rPr>
              <a:t>顺序表和链表的比较</a:t>
            </a:r>
          </a:p>
          <a:p>
            <a:pPr>
              <a:lnSpc>
                <a:spcPct val="150000"/>
              </a:lnSpc>
            </a:pPr>
            <a:r>
              <a:rPr lang="zh-CN" altLang="en-US" sz="2400">
                <a:ea typeface="微软雅黑" panose="020B0503020204020204" pitchFamily="34" charset="-122"/>
                <a:sym typeface="+mn-lt"/>
              </a:rPr>
              <a:t>线性表的应用</a:t>
            </a:r>
          </a:p>
          <a:p>
            <a:pPr>
              <a:lnSpc>
                <a:spcPct val="150000"/>
              </a:lnSpc>
            </a:pPr>
            <a:r>
              <a:rPr lang="zh-CN" altLang="en-US" sz="2400">
                <a:ea typeface="微软雅黑" panose="020B0503020204020204" pitchFamily="34" charset="-122"/>
                <a:sym typeface="+mn-lt"/>
              </a:rPr>
              <a:t>案例分析与实现</a:t>
            </a:r>
          </a:p>
        </p:txBody>
      </p:sp>
      <p:sp>
        <p:nvSpPr>
          <p:cNvPr id="2" name="矩形 1">
            <a:extLst>
              <a:ext uri="{FF2B5EF4-FFF2-40B4-BE49-F238E27FC236}">
                <a16:creationId xmlns:a16="http://schemas.microsoft.com/office/drawing/2014/main" id="{412A5650-8746-4C7D-9B2D-D1CD92C4539E}"/>
              </a:ext>
            </a:extLst>
          </p:cNvPr>
          <p:cNvSpPr/>
          <p:nvPr/>
        </p:nvSpPr>
        <p:spPr>
          <a:xfrm>
            <a:off x="3276600" y="457200"/>
            <a:ext cx="1458913" cy="522288"/>
          </a:xfrm>
          <a:prstGeom prst="rect">
            <a:avLst/>
          </a:prstGeom>
        </p:spPr>
        <p:txBody>
          <a:bodyPr wrap="none">
            <a:spAutoFit/>
          </a:bodyPr>
          <a:lstStyle/>
          <a:p>
            <a:pPr>
              <a:defRPr/>
            </a:pPr>
            <a:r>
              <a:rPr lang="zh-CN" altLang="en-US" dirty="0">
                <a:solidFill>
                  <a:schemeClr val="bg1"/>
                </a:solidFill>
                <a:latin typeface="+mn-lt"/>
                <a:ea typeface="+mn-ea"/>
                <a:cs typeface="+mn-ea"/>
                <a:sym typeface="+mn-lt"/>
              </a:rPr>
              <a:t>Contents</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4">
            <a:extLst>
              <a:ext uri="{FF2B5EF4-FFF2-40B4-BE49-F238E27FC236}">
                <a16:creationId xmlns:a16="http://schemas.microsoft.com/office/drawing/2014/main" id="{253C6027-DDCA-43BC-85EB-9E2C6F29C02B}"/>
              </a:ext>
            </a:extLst>
          </p:cNvPr>
          <p:cNvSpPr>
            <a:spLocks noChangeArrowheads="1"/>
          </p:cNvSpPr>
          <p:nvPr/>
        </p:nvSpPr>
        <p:spPr bwMode="auto">
          <a:xfrm>
            <a:off x="936625" y="112713"/>
            <a:ext cx="78501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顺序表和链表的比较</a:t>
            </a:r>
          </a:p>
        </p:txBody>
      </p:sp>
      <p:graphicFrame>
        <p:nvGraphicFramePr>
          <p:cNvPr id="6" name="表格 5">
            <a:extLst>
              <a:ext uri="{FF2B5EF4-FFF2-40B4-BE49-F238E27FC236}">
                <a16:creationId xmlns:a16="http://schemas.microsoft.com/office/drawing/2014/main" id="{B44A04FA-3DAE-3F47-B3DA-9921FBAEBB7D}"/>
              </a:ext>
            </a:extLst>
          </p:cNvPr>
          <p:cNvGraphicFramePr>
            <a:graphicFrameLocks noGrp="1"/>
          </p:cNvGraphicFramePr>
          <p:nvPr/>
        </p:nvGraphicFramePr>
        <p:xfrm>
          <a:off x="285750" y="946150"/>
          <a:ext cx="8572500" cy="5751513"/>
        </p:xfrm>
        <a:graphic>
          <a:graphicData uri="http://schemas.openxmlformats.org/drawingml/2006/table">
            <a:tbl>
              <a:tblPr/>
              <a:tblGrid>
                <a:gridCol w="793750">
                  <a:extLst>
                    <a:ext uri="{9D8B030D-6E8A-4147-A177-3AD203B41FA5}">
                      <a16:colId xmlns:a16="http://schemas.microsoft.com/office/drawing/2014/main" val="2121976988"/>
                    </a:ext>
                  </a:extLst>
                </a:gridCol>
                <a:gridCol w="1763713">
                  <a:extLst>
                    <a:ext uri="{9D8B030D-6E8A-4147-A177-3AD203B41FA5}">
                      <a16:colId xmlns:a16="http://schemas.microsoft.com/office/drawing/2014/main" val="1934064654"/>
                    </a:ext>
                  </a:extLst>
                </a:gridCol>
                <a:gridCol w="2952750">
                  <a:extLst>
                    <a:ext uri="{9D8B030D-6E8A-4147-A177-3AD203B41FA5}">
                      <a16:colId xmlns:a16="http://schemas.microsoft.com/office/drawing/2014/main" val="1468777931"/>
                    </a:ext>
                  </a:extLst>
                </a:gridCol>
                <a:gridCol w="3062287">
                  <a:extLst>
                    <a:ext uri="{9D8B030D-6E8A-4147-A177-3AD203B41FA5}">
                      <a16:colId xmlns:a16="http://schemas.microsoft.com/office/drawing/2014/main" val="2891990545"/>
                    </a:ext>
                  </a:extLst>
                </a:gridCol>
              </a:tblGrid>
              <a:tr h="873125">
                <a:tc gridSpan="2">
                  <a:txBody>
                    <a:bodyPr/>
                    <a:lstStyle>
                      <a:lvl1pPr indent="430213">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430213" algn="just" defTabSz="914400" rtl="0" eaLnBrk="1" fontAlgn="base" latinLnBrk="0" hangingPunct="1">
                        <a:lnSpc>
                          <a:spcPct val="100000"/>
                        </a:lnSpc>
                        <a:spcBef>
                          <a:spcPts val="125"/>
                        </a:spcBef>
                        <a:spcAft>
                          <a:spcPts val="125"/>
                        </a:spcAft>
                        <a:buClrTx/>
                        <a:buSzTx/>
                        <a:buFontTx/>
                        <a:buNone/>
                        <a:tabLst/>
                      </a:pPr>
                      <a:r>
                        <a:rPr kumimoji="0" lang="en-US" altLang="zh-CN"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           </a:t>
                      </a:r>
                      <a:r>
                        <a:rPr kumimoji="0"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存储结构</a:t>
                      </a:r>
                    </a:p>
                    <a:p>
                      <a:pPr marL="0" marR="0" lvl="0" indent="430213" algn="just" defTabSz="914400" rtl="0" eaLnBrk="1" fontAlgn="base" latinLnBrk="0" hangingPunct="1">
                        <a:lnSpc>
                          <a:spcPct val="100000"/>
                        </a:lnSpc>
                        <a:spcBef>
                          <a:spcPts val="125"/>
                        </a:spcBef>
                        <a:spcAft>
                          <a:spcPts val="125"/>
                        </a:spcAft>
                        <a:buClrTx/>
                        <a:buSzTx/>
                        <a:buFontTx/>
                        <a:buNone/>
                        <a:tabLst/>
                      </a:pPr>
                      <a:r>
                        <a:rPr kumimoji="0" lang="en-US" altLang="zh-CN"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    </a:t>
                      </a:r>
                    </a:p>
                    <a:p>
                      <a:pPr marL="0" marR="0" lvl="0" indent="430213" algn="just" defTabSz="914400" rtl="0" eaLnBrk="1" fontAlgn="base" latinLnBrk="0" hangingPunct="1">
                        <a:lnSpc>
                          <a:spcPct val="100000"/>
                        </a:lnSpc>
                        <a:spcBef>
                          <a:spcPts val="125"/>
                        </a:spcBef>
                        <a:spcAft>
                          <a:spcPts val="125"/>
                        </a:spcAft>
                        <a:buClrTx/>
                        <a:buSzTx/>
                        <a:buFontTx/>
                        <a:buNone/>
                        <a:tabLst/>
                      </a:pPr>
                      <a:r>
                        <a:rPr kumimoji="0" lang="en-US" altLang="zh-CN"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       </a:t>
                      </a:r>
                      <a:r>
                        <a:rPr kumimoji="0"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比较项目</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476B6"/>
                    </a:solidFill>
                  </a:tcPr>
                </a:tc>
                <a:tc hMerge="1">
                  <a:txBody>
                    <a:bodyPr/>
                    <a:lstStyle/>
                    <a:p>
                      <a:endParaRPr lang="en-US"/>
                    </a:p>
                  </a:txBody>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顺序表</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476B6"/>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链表</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476B6"/>
                    </a:solidFill>
                  </a:tcPr>
                </a:tc>
                <a:extLst>
                  <a:ext uri="{0D108BD9-81ED-4DB2-BD59-A6C34878D82A}">
                    <a16:rowId xmlns:a16="http://schemas.microsoft.com/office/drawing/2014/main" val="2230473853"/>
                  </a:ext>
                </a:extLst>
              </a:tr>
              <a:tr h="654050">
                <a:tc rowSpan="2">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空间</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存储空间</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just"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预先分配，会导致空间闲置或溢出现象</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just"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动态分配，不会出现存储空间闲置或溢出现象</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28987596"/>
                  </a:ext>
                </a:extLst>
              </a:tr>
              <a:tr h="981075">
                <a:tc vMerge="1">
                  <a:txBody>
                    <a:bodyPr/>
                    <a:lstStyle/>
                    <a:p>
                      <a:endParaRPr lang="en-US"/>
                    </a:p>
                  </a:txBody>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存储密度</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just"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不用为表示结点间的逻辑关系而增加额外的存储开销，存储密度等于</a:t>
                      </a:r>
                      <a:r>
                        <a:rPr kumimoji="0" lang="en-US"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1</a:t>
                      </a:r>
                      <a:endParaRPr kumimoji="0" lang="zh-CN"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just"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需要借助指针来体现元素间的逻辑关系，存储密度小于</a:t>
                      </a:r>
                      <a:r>
                        <a:rPr kumimoji="0" lang="en-US"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1</a:t>
                      </a:r>
                      <a:endParaRPr kumimoji="0" lang="zh-CN"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501224238"/>
                  </a:ext>
                </a:extLst>
              </a:tr>
              <a:tr h="654050">
                <a:tc rowSpan="2">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时间</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存取元素</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just"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随机存取，按位置访问元素的时间复杂度为</a:t>
                      </a:r>
                      <a:r>
                        <a:rPr kumimoji="0" lang="en-US"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O(1)</a:t>
                      </a:r>
                      <a:endParaRPr kumimoji="0" lang="zh-CN"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just"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顺序存取，按位置访问元素时间复杂度为</a:t>
                      </a:r>
                      <a:r>
                        <a:rPr kumimoji="0" lang="en-US"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O(n)</a:t>
                      </a:r>
                      <a:endParaRPr kumimoji="0" lang="zh-CN"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428795395"/>
                  </a:ext>
                </a:extLst>
              </a:tr>
              <a:tr h="822325">
                <a:tc vMerge="1">
                  <a:txBody>
                    <a:bodyPr/>
                    <a:lstStyle/>
                    <a:p>
                      <a:endParaRPr lang="en-US"/>
                    </a:p>
                  </a:txBody>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插入、删除</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just"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平均移动约表中一半元素，时间复杂度为</a:t>
                      </a:r>
                      <a:r>
                        <a:rPr kumimoji="0" lang="en-US"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O(n)</a:t>
                      </a:r>
                      <a:endParaRPr kumimoji="0" lang="zh-CN"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just"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不需移动元素，确定插入、删除位置后，时间复杂度为</a:t>
                      </a:r>
                      <a:r>
                        <a:rPr kumimoji="0" lang="en-US"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O(1)</a:t>
                      </a:r>
                      <a:endParaRPr kumimoji="0" lang="zh-CN"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23525001"/>
                  </a:ext>
                </a:extLst>
              </a:tr>
              <a:tr h="1763713">
                <a:tc gridSpan="2">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适用情况</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en-US"/>
                    </a:p>
                  </a:txBody>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just" defTabSz="914400" rtl="0" eaLnBrk="1" fontAlgn="base" latinLnBrk="0" hangingPunct="1">
                        <a:lnSpc>
                          <a:spcPct val="100000"/>
                        </a:lnSpc>
                        <a:spcBef>
                          <a:spcPts val="238"/>
                        </a:spcBef>
                        <a:spcAft>
                          <a:spcPts val="238"/>
                        </a:spcAft>
                        <a:buClrTx/>
                        <a:buSzTx/>
                        <a:buFontTx/>
                        <a:buNone/>
                        <a:tabLst/>
                      </a:pPr>
                      <a:r>
                        <a:rPr kumimoji="0" lang="zh-CN"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① </a:t>
                      </a: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表长变化不大，且能事先确定变化的范围</a:t>
                      </a:r>
                    </a:p>
                    <a:p>
                      <a:pPr marL="0" marR="0" lvl="0" indent="0" algn="just"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② 很少进行插入或删除操作，经常按元素位置序号访问数据元素</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just" defTabSz="914400" rtl="0" eaLnBrk="1" fontAlgn="base" latinLnBrk="0" hangingPunct="1">
                        <a:lnSpc>
                          <a:spcPct val="100000"/>
                        </a:lnSpc>
                        <a:spcBef>
                          <a:spcPts val="238"/>
                        </a:spcBef>
                        <a:spcAft>
                          <a:spcPts val="238"/>
                        </a:spcAft>
                        <a:buClrTx/>
                        <a:buSzTx/>
                        <a:buFontTx/>
                        <a:buNone/>
                        <a:tabLst/>
                      </a:pPr>
                      <a:r>
                        <a:rPr kumimoji="0" lang="zh-CN" altLang="zh-CN"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① </a:t>
                      </a: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长度变化较大</a:t>
                      </a:r>
                    </a:p>
                    <a:p>
                      <a:pPr marL="0" marR="0" lvl="0" indent="0" algn="just" defTabSz="914400" rtl="0" eaLnBrk="1" fontAlgn="base" latinLnBrk="0" hangingPunct="1">
                        <a:lnSpc>
                          <a:spcPct val="100000"/>
                        </a:lnSpc>
                        <a:spcBef>
                          <a:spcPts val="238"/>
                        </a:spcBef>
                        <a:spcAft>
                          <a:spcPts val="238"/>
                        </a:spcAft>
                        <a:buClrTx/>
                        <a:buSzTx/>
                        <a:buFontTx/>
                        <a:buNone/>
                        <a:tabLst/>
                      </a:pPr>
                      <a:r>
                        <a:rPr kumimoji="0" lang="zh-CN" altLang="en-US" sz="1800" b="0" i="0" u="none" strike="noStrike" cap="none" normalizeH="0" baseline="0">
                          <a:ln>
                            <a:noFill/>
                          </a:ln>
                          <a:solidFill>
                            <a:srgbClr val="000000"/>
                          </a:solidFill>
                          <a:effectLst/>
                          <a:latin typeface="Times New Roman" panose="02020603050405020304" pitchFamily="18" charset="0"/>
                          <a:ea typeface="微软雅黑" panose="020B0503020204020204" pitchFamily="34" charset="-122"/>
                          <a:sym typeface="+mn-lt"/>
                        </a:rPr>
                        <a:t>② 频繁进行插入或删除操作</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93632961"/>
                  </a:ext>
                </a:extLst>
              </a:tr>
            </a:tbl>
          </a:graphicData>
        </a:graphic>
      </p:graphicFrame>
      <p:sp>
        <p:nvSpPr>
          <p:cNvPr id="143396" name="Line 1">
            <a:extLst>
              <a:ext uri="{FF2B5EF4-FFF2-40B4-BE49-F238E27FC236}">
                <a16:creationId xmlns:a16="http://schemas.microsoft.com/office/drawing/2014/main" id="{048BAF76-503D-4497-B814-8900C7F36C87}"/>
              </a:ext>
            </a:extLst>
          </p:cNvPr>
          <p:cNvSpPr>
            <a:spLocks noChangeShapeType="1"/>
          </p:cNvSpPr>
          <p:nvPr/>
        </p:nvSpPr>
        <p:spPr bwMode="auto">
          <a:xfrm>
            <a:off x="285750" y="946150"/>
            <a:ext cx="2546350" cy="808038"/>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9506" name="图片 9">
            <a:extLst>
              <a:ext uri="{FF2B5EF4-FFF2-40B4-BE49-F238E27FC236}">
                <a16:creationId xmlns:a16="http://schemas.microsoft.com/office/drawing/2014/main" id="{318D90C4-5790-5448-BD26-8ED5458936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75"/>
          <a:stretch>
            <a:fillRect/>
          </a:stretch>
        </p:blipFill>
        <p:spPr bwMode="auto">
          <a:xfrm>
            <a:off x="0" y="1588"/>
            <a:ext cx="9124950"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6" name="矩形: 圆角 16">
            <a:extLst>
              <a:ext uri="{FF2B5EF4-FFF2-40B4-BE49-F238E27FC236}">
                <a16:creationId xmlns:a16="http://schemas.microsoft.com/office/drawing/2014/main" id="{5F4F5C86-8003-473B-8E89-B8F3F1A7CC6E}"/>
              </a:ext>
            </a:extLst>
          </p:cNvPr>
          <p:cNvSpPr>
            <a:spLocks noChangeArrowheads="1"/>
          </p:cNvSpPr>
          <p:nvPr/>
        </p:nvSpPr>
        <p:spPr bwMode="auto">
          <a:xfrm>
            <a:off x="3044825" y="5541963"/>
            <a:ext cx="5199063"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11267" name="矩形: 圆角 15">
            <a:extLst>
              <a:ext uri="{FF2B5EF4-FFF2-40B4-BE49-F238E27FC236}">
                <a16:creationId xmlns:a16="http://schemas.microsoft.com/office/drawing/2014/main" id="{C5227BE9-1D51-42CC-A980-50BC666832AC}"/>
              </a:ext>
            </a:extLst>
          </p:cNvPr>
          <p:cNvSpPr>
            <a:spLocks noChangeArrowheads="1"/>
          </p:cNvSpPr>
          <p:nvPr/>
        </p:nvSpPr>
        <p:spPr bwMode="auto">
          <a:xfrm>
            <a:off x="2100263" y="5541963"/>
            <a:ext cx="839787" cy="504825"/>
          </a:xfrm>
          <a:prstGeom prst="roundRect">
            <a:avLst>
              <a:gd name="adj" fmla="val 16667"/>
            </a:avLst>
          </a:prstGeom>
          <a:solidFill>
            <a:schemeClr val="accent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8" name="矩形 7">
            <a:extLst>
              <a:ext uri="{FF2B5EF4-FFF2-40B4-BE49-F238E27FC236}">
                <a16:creationId xmlns:a16="http://schemas.microsoft.com/office/drawing/2014/main" id="{C1211ECE-38CD-4EFB-B5F9-CD5739691BE0}"/>
              </a:ext>
            </a:extLst>
          </p:cNvPr>
          <p:cNvSpPr/>
          <p:nvPr/>
        </p:nvSpPr>
        <p:spPr bwMode="auto">
          <a:xfrm>
            <a:off x="9525" y="1588"/>
            <a:ext cx="9151938" cy="2024062"/>
          </a:xfrm>
          <a:prstGeom prst="rect">
            <a:avLst/>
          </a:prstGeom>
          <a:solidFill>
            <a:schemeClr val="tx1">
              <a:alpha val="50000"/>
            </a:schemeClr>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zh-CN" altLang="en-US" sz="1800" kern="0">
              <a:solidFill>
                <a:prstClr val="white"/>
              </a:solidFill>
              <a:latin typeface="+mn-lt"/>
              <a:ea typeface="+mn-ea"/>
              <a:cs typeface="+mn-ea"/>
              <a:sym typeface="+mn-lt"/>
            </a:endParaRPr>
          </a:p>
        </p:txBody>
      </p:sp>
      <p:sp>
        <p:nvSpPr>
          <p:cNvPr id="7" name="Shape 26">
            <a:extLst>
              <a:ext uri="{FF2B5EF4-FFF2-40B4-BE49-F238E27FC236}">
                <a16:creationId xmlns:a16="http://schemas.microsoft.com/office/drawing/2014/main" id="{A43F2B5B-3CE8-438B-BEB4-0DFBB0400B0D}"/>
              </a:ext>
            </a:extLst>
          </p:cNvPr>
          <p:cNvSpPr/>
          <p:nvPr/>
        </p:nvSpPr>
        <p:spPr>
          <a:xfrm flipH="1">
            <a:off x="-36513" y="774700"/>
            <a:ext cx="9207501" cy="1260475"/>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bg1"/>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
        <p:nvSpPr>
          <p:cNvPr id="13" name="文本框 12">
            <a:extLst>
              <a:ext uri="{FF2B5EF4-FFF2-40B4-BE49-F238E27FC236}">
                <a16:creationId xmlns:a16="http://schemas.microsoft.com/office/drawing/2014/main" id="{CF6E3D9D-1340-402F-936C-BEF9E54A07B6}"/>
              </a:ext>
            </a:extLst>
          </p:cNvPr>
          <p:cNvSpPr txBox="1"/>
          <p:nvPr/>
        </p:nvSpPr>
        <p:spPr>
          <a:xfrm>
            <a:off x="558800" y="331788"/>
            <a:ext cx="2573338" cy="647700"/>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dist"/>
            <a:r>
              <a:rPr lang="zh-CN" altLang="en-US" sz="3600">
                <a:solidFill>
                  <a:schemeClr val="bg1"/>
                </a:solidFill>
                <a:ea typeface="微软雅黑" panose="020B0503020204020204" pitchFamily="34" charset="-122"/>
                <a:sym typeface="+mn-lt"/>
              </a:rPr>
              <a:t>目录导航</a:t>
            </a:r>
          </a:p>
        </p:txBody>
      </p:sp>
      <p:sp>
        <p:nvSpPr>
          <p:cNvPr id="14" name="文本框 13">
            <a:extLst>
              <a:ext uri="{FF2B5EF4-FFF2-40B4-BE49-F238E27FC236}">
                <a16:creationId xmlns:a16="http://schemas.microsoft.com/office/drawing/2014/main" id="{2E6E927D-282D-4A18-A5FF-4A1945F34219}"/>
              </a:ext>
            </a:extLst>
          </p:cNvPr>
          <p:cNvSpPr txBox="1"/>
          <p:nvPr/>
        </p:nvSpPr>
        <p:spPr>
          <a:xfrm>
            <a:off x="2219325" y="2138363"/>
            <a:ext cx="720725" cy="4524375"/>
          </a:xfrm>
          <a:prstGeom prst="rect">
            <a:avLst/>
          </a:prstGeom>
          <a:noFill/>
        </p:spPr>
        <p:txBody>
          <a:bodyPr>
            <a:spAutoFit/>
          </a:bodyPr>
          <a:lstStyle/>
          <a:p>
            <a:pPr>
              <a:lnSpc>
                <a:spcPct val="150000"/>
              </a:lnSpc>
              <a:defRPr/>
            </a:pPr>
            <a:r>
              <a:rPr lang="en-US" altLang="zh-CN" sz="2400" dirty="0">
                <a:latin typeface="+mn-lt"/>
                <a:ea typeface="+mn-ea"/>
                <a:cs typeface="+mn-ea"/>
                <a:sym typeface="+mn-lt"/>
              </a:rPr>
              <a:t>2.1</a:t>
            </a:r>
            <a:endParaRPr lang="zh-CN" altLang="en-US" sz="2400" dirty="0">
              <a:latin typeface="+mn-lt"/>
              <a:ea typeface="+mn-ea"/>
              <a:cs typeface="+mn-ea"/>
              <a:sym typeface="+mn-lt"/>
            </a:endParaRPr>
          </a:p>
          <a:p>
            <a:pPr>
              <a:lnSpc>
                <a:spcPct val="150000"/>
              </a:lnSpc>
              <a:defRPr/>
            </a:pPr>
            <a:r>
              <a:rPr lang="en-US" altLang="zh-CN" sz="2400" dirty="0">
                <a:latin typeface="+mn-lt"/>
                <a:ea typeface="+mn-ea"/>
                <a:cs typeface="+mn-ea"/>
                <a:sym typeface="+mn-lt"/>
              </a:rPr>
              <a:t>2.2</a:t>
            </a:r>
            <a:endParaRPr lang="zh-CN" altLang="en-US" sz="2400" dirty="0">
              <a:latin typeface="+mn-lt"/>
              <a:ea typeface="+mn-ea"/>
              <a:cs typeface="+mn-ea"/>
              <a:sym typeface="+mn-lt"/>
            </a:endParaRPr>
          </a:p>
          <a:p>
            <a:pPr>
              <a:lnSpc>
                <a:spcPct val="150000"/>
              </a:lnSpc>
              <a:defRPr/>
            </a:pPr>
            <a:r>
              <a:rPr lang="en-US" altLang="zh-CN" sz="2400" dirty="0">
                <a:latin typeface="+mn-lt"/>
                <a:ea typeface="+mn-ea"/>
                <a:cs typeface="+mn-ea"/>
                <a:sym typeface="+mn-lt"/>
              </a:rPr>
              <a:t>2.3</a:t>
            </a:r>
            <a:endParaRPr lang="zh-CN" altLang="en-US" sz="2400" dirty="0">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2.4</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latin typeface="+mn-lt"/>
                <a:ea typeface="+mn-ea"/>
                <a:cs typeface="+mn-ea"/>
                <a:sym typeface="+mn-lt"/>
              </a:rPr>
              <a:t>2.5</a:t>
            </a:r>
            <a:endParaRPr lang="zh-CN" altLang="en-US" sz="2400" dirty="0">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2.6</a:t>
            </a:r>
          </a:p>
          <a:p>
            <a:pPr>
              <a:lnSpc>
                <a:spcPct val="150000"/>
              </a:lnSpc>
              <a:defRPr/>
            </a:pPr>
            <a:r>
              <a:rPr lang="en-US" altLang="zh-CN" sz="2400" dirty="0">
                <a:solidFill>
                  <a:schemeClr val="bg1"/>
                </a:solidFill>
                <a:latin typeface="+mn-lt"/>
                <a:ea typeface="+mn-ea"/>
                <a:cs typeface="+mn-ea"/>
                <a:sym typeface="+mn-lt"/>
              </a:rPr>
              <a:t>2.7</a:t>
            </a:r>
          </a:p>
          <a:p>
            <a:pPr>
              <a:lnSpc>
                <a:spcPct val="150000"/>
              </a:lnSpc>
              <a:defRPr/>
            </a:pPr>
            <a:r>
              <a:rPr lang="en-US" altLang="zh-CN" sz="2400" dirty="0">
                <a:solidFill>
                  <a:schemeClr val="tx1">
                    <a:lumMod val="95000"/>
                    <a:lumOff val="5000"/>
                  </a:schemeClr>
                </a:solidFill>
                <a:latin typeface="+mn-lt"/>
                <a:ea typeface="+mn-ea"/>
                <a:cs typeface="+mn-ea"/>
                <a:sym typeface="+mn-lt"/>
              </a:rPr>
              <a:t>2.8</a:t>
            </a:r>
            <a:endParaRPr lang="zh-CN" altLang="en-US" sz="2400" dirty="0">
              <a:solidFill>
                <a:schemeClr val="tx1">
                  <a:lumMod val="95000"/>
                  <a:lumOff val="5000"/>
                </a:schemeClr>
              </a:solidFill>
              <a:latin typeface="+mn-lt"/>
              <a:ea typeface="+mn-ea"/>
              <a:cs typeface="+mn-ea"/>
              <a:sym typeface="+mn-lt"/>
            </a:endParaRPr>
          </a:p>
        </p:txBody>
      </p:sp>
      <p:sp>
        <p:nvSpPr>
          <p:cNvPr id="15" name="文本框 14">
            <a:extLst>
              <a:ext uri="{FF2B5EF4-FFF2-40B4-BE49-F238E27FC236}">
                <a16:creationId xmlns:a16="http://schemas.microsoft.com/office/drawing/2014/main" id="{E09B4BD2-A253-49C9-B07F-F0A500670BC3}"/>
              </a:ext>
            </a:extLst>
          </p:cNvPr>
          <p:cNvSpPr txBox="1"/>
          <p:nvPr/>
        </p:nvSpPr>
        <p:spPr>
          <a:xfrm>
            <a:off x="3057525" y="2138363"/>
            <a:ext cx="4129088" cy="4524375"/>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nSpc>
                <a:spcPct val="150000"/>
              </a:lnSpc>
            </a:pPr>
            <a:r>
              <a:rPr lang="zh-CN" altLang="en-US" sz="2400">
                <a:ea typeface="微软雅黑" panose="020B0503020204020204" pitchFamily="34" charset="-122"/>
                <a:sym typeface="+mn-lt"/>
              </a:rPr>
              <a:t>线性表的定义和特点</a:t>
            </a:r>
          </a:p>
          <a:p>
            <a:pPr>
              <a:lnSpc>
                <a:spcPct val="150000"/>
              </a:lnSpc>
            </a:pPr>
            <a:r>
              <a:rPr lang="zh-CN" altLang="en-US" sz="2400">
                <a:ea typeface="微软雅黑" panose="020B0503020204020204" pitchFamily="34" charset="-122"/>
                <a:sym typeface="+mn-lt"/>
              </a:rPr>
              <a:t>案例引入</a:t>
            </a:r>
          </a:p>
          <a:p>
            <a:pPr>
              <a:lnSpc>
                <a:spcPct val="150000"/>
              </a:lnSpc>
            </a:pPr>
            <a:r>
              <a:rPr lang="zh-CN" altLang="en-US" sz="2400">
                <a:ea typeface="微软雅黑" panose="020B0503020204020204" pitchFamily="34" charset="-122"/>
                <a:sym typeface="+mn-lt"/>
              </a:rPr>
              <a:t>线性的类型定义</a:t>
            </a:r>
          </a:p>
          <a:p>
            <a:pPr>
              <a:lnSpc>
                <a:spcPct val="150000"/>
              </a:lnSpc>
            </a:pPr>
            <a:r>
              <a:rPr lang="zh-CN" altLang="en-US" sz="2400">
                <a:ea typeface="微软雅黑" panose="020B0503020204020204" pitchFamily="34" charset="-122"/>
                <a:sym typeface="+mn-lt"/>
              </a:rPr>
              <a:t>线性表的顺序表示和实现</a:t>
            </a:r>
          </a:p>
          <a:p>
            <a:pPr>
              <a:lnSpc>
                <a:spcPct val="150000"/>
              </a:lnSpc>
            </a:pPr>
            <a:r>
              <a:rPr lang="zh-CN" altLang="en-US" sz="2400">
                <a:ea typeface="微软雅黑" panose="020B0503020204020204" pitchFamily="34" charset="-122"/>
                <a:sym typeface="+mn-lt"/>
              </a:rPr>
              <a:t>线性表的链式表示和实现</a:t>
            </a:r>
          </a:p>
          <a:p>
            <a:pPr>
              <a:lnSpc>
                <a:spcPct val="150000"/>
              </a:lnSpc>
            </a:pPr>
            <a:r>
              <a:rPr lang="zh-CN" altLang="en-US" sz="2400">
                <a:ea typeface="微软雅黑" panose="020B0503020204020204" pitchFamily="34" charset="-122"/>
                <a:sym typeface="+mn-lt"/>
              </a:rPr>
              <a:t>顺序表和链表的比较</a:t>
            </a:r>
          </a:p>
          <a:p>
            <a:pPr>
              <a:lnSpc>
                <a:spcPct val="150000"/>
              </a:lnSpc>
            </a:pPr>
            <a:r>
              <a:rPr lang="zh-CN" altLang="en-US" sz="2400">
                <a:solidFill>
                  <a:schemeClr val="bg1"/>
                </a:solidFill>
                <a:ea typeface="微软雅黑" panose="020B0503020204020204" pitchFamily="34" charset="-122"/>
                <a:sym typeface="+mn-lt"/>
              </a:rPr>
              <a:t>线性表的应用</a:t>
            </a:r>
          </a:p>
          <a:p>
            <a:pPr>
              <a:lnSpc>
                <a:spcPct val="150000"/>
              </a:lnSpc>
            </a:pPr>
            <a:r>
              <a:rPr lang="zh-CN" altLang="en-US" sz="2400">
                <a:ea typeface="微软雅黑" panose="020B0503020204020204" pitchFamily="34" charset="-122"/>
                <a:sym typeface="+mn-lt"/>
              </a:rPr>
              <a:t>案例分析与实现</a:t>
            </a:r>
          </a:p>
        </p:txBody>
      </p:sp>
      <p:sp>
        <p:nvSpPr>
          <p:cNvPr id="2" name="矩形 1">
            <a:extLst>
              <a:ext uri="{FF2B5EF4-FFF2-40B4-BE49-F238E27FC236}">
                <a16:creationId xmlns:a16="http://schemas.microsoft.com/office/drawing/2014/main" id="{E31BA3B7-91D1-482C-9047-CAF38E29218D}"/>
              </a:ext>
            </a:extLst>
          </p:cNvPr>
          <p:cNvSpPr/>
          <p:nvPr/>
        </p:nvSpPr>
        <p:spPr>
          <a:xfrm>
            <a:off x="3276600" y="457200"/>
            <a:ext cx="1458913" cy="522288"/>
          </a:xfrm>
          <a:prstGeom prst="rect">
            <a:avLst/>
          </a:prstGeom>
        </p:spPr>
        <p:txBody>
          <a:bodyPr wrap="none">
            <a:spAutoFit/>
          </a:bodyPr>
          <a:lstStyle/>
          <a:p>
            <a:pPr>
              <a:defRPr/>
            </a:pPr>
            <a:r>
              <a:rPr lang="zh-CN" altLang="en-US" dirty="0">
                <a:solidFill>
                  <a:schemeClr val="bg1"/>
                </a:solidFill>
                <a:latin typeface="+mn-lt"/>
                <a:ea typeface="+mn-ea"/>
                <a:cs typeface="+mn-ea"/>
                <a:sym typeface="+mn-lt"/>
              </a:rPr>
              <a:t>Contents</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Rectangle 4">
            <a:extLst>
              <a:ext uri="{FF2B5EF4-FFF2-40B4-BE49-F238E27FC236}">
                <a16:creationId xmlns:a16="http://schemas.microsoft.com/office/drawing/2014/main" id="{2190453D-AF0D-45BF-A199-9D4E896E71CF}"/>
              </a:ext>
            </a:extLst>
          </p:cNvPr>
          <p:cNvSpPr>
            <a:spLocks noChangeArrowheads="1"/>
          </p:cNvSpPr>
          <p:nvPr/>
        </p:nvSpPr>
        <p:spPr bwMode="auto">
          <a:xfrm>
            <a:off x="811213" y="134938"/>
            <a:ext cx="785018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线性表的应用</a:t>
            </a:r>
          </a:p>
        </p:txBody>
      </p:sp>
      <p:grpSp>
        <p:nvGrpSpPr>
          <p:cNvPr id="52" name="组合 51">
            <a:extLst>
              <a:ext uri="{FF2B5EF4-FFF2-40B4-BE49-F238E27FC236}">
                <a16:creationId xmlns:a16="http://schemas.microsoft.com/office/drawing/2014/main" id="{A977652C-B4D6-3647-A3EA-8E180F0E8256}"/>
              </a:ext>
            </a:extLst>
          </p:cNvPr>
          <p:cNvGrpSpPr>
            <a:grpSpLocks/>
          </p:cNvGrpSpPr>
          <p:nvPr/>
        </p:nvGrpSpPr>
        <p:grpSpPr bwMode="auto">
          <a:xfrm>
            <a:off x="4811713" y="3127375"/>
            <a:ext cx="2711450" cy="2270125"/>
            <a:chOff x="4561682" y="2200808"/>
            <a:chExt cx="3219450" cy="2697163"/>
          </a:xfrm>
        </p:grpSpPr>
        <p:sp>
          <p:nvSpPr>
            <p:cNvPr id="150539" name="i$liḋe-Oval 12">
              <a:extLst>
                <a:ext uri="{FF2B5EF4-FFF2-40B4-BE49-F238E27FC236}">
                  <a16:creationId xmlns:a16="http://schemas.microsoft.com/office/drawing/2014/main" id="{B230F0CE-6A15-B341-8031-70EB8681C8E1}"/>
                </a:ext>
              </a:extLst>
            </p:cNvPr>
            <p:cNvSpPr>
              <a:spLocks/>
            </p:cNvSpPr>
            <p:nvPr/>
          </p:nvSpPr>
          <p:spPr bwMode="auto">
            <a:xfrm>
              <a:off x="4996764" y="2200808"/>
              <a:ext cx="2284976" cy="2283619"/>
            </a:xfrm>
            <a:prstGeom prst="ellipse">
              <a:avLst/>
            </a:prstGeom>
            <a:solidFill>
              <a:schemeClr val="accent1"/>
            </a:solidFill>
            <a:ln w="50800">
              <a:solidFill>
                <a:schemeClr val="tx1">
                  <a:alpha val="0"/>
                </a:schemeClr>
              </a:solidFill>
              <a:miter lim="800000"/>
              <a:headEnd/>
              <a:tailEnd/>
            </a:ln>
          </p:spPr>
          <p:txBody>
            <a:bodyPr wrap="none" lIns="0" tIns="0" rIns="0" bIns="0"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20000"/>
                </a:spcBef>
              </a:pPr>
              <a:r>
                <a:rPr lang="zh-CN" altLang="en-US" b="1">
                  <a:solidFill>
                    <a:schemeClr val="bg1"/>
                  </a:solidFill>
                  <a:latin typeface="Arial" panose="020B0604020202020204" pitchFamily="34" charset="0"/>
                  <a:sym typeface="Arial" panose="020B0604020202020204" pitchFamily="34" charset="0"/>
                </a:rPr>
                <a:t>有序表</a:t>
              </a:r>
              <a:endParaRPr lang="en-US" altLang="zh-CN" b="1">
                <a:solidFill>
                  <a:schemeClr val="bg1"/>
                </a:solidFill>
                <a:latin typeface="Arial" panose="020B0604020202020204" pitchFamily="34" charset="0"/>
                <a:sym typeface="Arial" panose="020B0604020202020204" pitchFamily="34" charset="0"/>
              </a:endParaRPr>
            </a:p>
            <a:p>
              <a:pPr algn="ctr" eaLnBrk="1" hangingPunct="1">
                <a:lnSpc>
                  <a:spcPct val="100000"/>
                </a:lnSpc>
                <a:spcBef>
                  <a:spcPct val="20000"/>
                </a:spcBef>
              </a:pPr>
              <a:r>
                <a:rPr lang="zh-CN" altLang="en-US" b="1">
                  <a:solidFill>
                    <a:schemeClr val="bg1"/>
                  </a:solidFill>
                  <a:latin typeface="Arial" panose="020B0604020202020204" pitchFamily="34" charset="0"/>
                  <a:sym typeface="Arial" panose="020B0604020202020204" pitchFamily="34" charset="0"/>
                </a:rPr>
                <a:t>的合并</a:t>
              </a:r>
            </a:p>
          </p:txBody>
        </p:sp>
        <p:sp>
          <p:nvSpPr>
            <p:cNvPr id="54" name="i$liḋe-Oval 14">
              <a:extLst>
                <a:ext uri="{FF2B5EF4-FFF2-40B4-BE49-F238E27FC236}">
                  <a16:creationId xmlns:a16="http://schemas.microsoft.com/office/drawing/2014/main" id="{166FEF22-2BF4-4B51-B0CF-8338446B5177}"/>
                </a:ext>
              </a:extLst>
            </p:cNvPr>
            <p:cNvSpPr>
              <a:spLocks/>
            </p:cNvSpPr>
            <p:nvPr/>
          </p:nvSpPr>
          <p:spPr bwMode="auto">
            <a:xfrm>
              <a:off x="4561682" y="3047680"/>
              <a:ext cx="326091" cy="326300"/>
            </a:xfrm>
            <a:prstGeom prst="ellipse">
              <a:avLst/>
            </a:prstGeom>
            <a:solidFill>
              <a:schemeClr val="accent1">
                <a:lumMod val="40000"/>
                <a:lumOff val="60000"/>
                <a:alpha val="20000"/>
              </a:schemeClr>
            </a:solidFill>
            <a:ln w="50800">
              <a:solidFill>
                <a:schemeClr val="tx1">
                  <a:alpha val="0"/>
                </a:schemeClr>
              </a:solidFill>
              <a:miter lim="800000"/>
              <a:headEnd/>
              <a:tailEnd/>
            </a:ln>
          </p:spPr>
          <p:txBody>
            <a:bodyPr anchor="ctr"/>
            <a:lstStyle/>
            <a:p>
              <a:pPr algn="ctr" eaLnBrk="1" hangingPunct="1">
                <a:spcBef>
                  <a:spcPct val="20000"/>
                </a:spcBef>
                <a:buFont typeface="Arial" panose="020B0604020202020204" pitchFamily="34" charset="0"/>
                <a:buNone/>
                <a:defRPr/>
              </a:pPr>
              <a:endParaRPr>
                <a:latin typeface="Arial" panose="020B0604020202020204" pitchFamily="34" charset="0"/>
                <a:ea typeface="微软雅黑" panose="020B0503020204020204" pitchFamily="34" charset="-122"/>
                <a:sym typeface="Arial" panose="020B0604020202020204" pitchFamily="34" charset="0"/>
              </a:endParaRPr>
            </a:p>
          </p:txBody>
        </p:sp>
        <p:sp>
          <p:nvSpPr>
            <p:cNvPr id="55" name="i$liḋe-Oval 15">
              <a:extLst>
                <a:ext uri="{FF2B5EF4-FFF2-40B4-BE49-F238E27FC236}">
                  <a16:creationId xmlns:a16="http://schemas.microsoft.com/office/drawing/2014/main" id="{EEFE7ECC-6597-40AF-9F55-DDBBCC65242E}"/>
                </a:ext>
              </a:extLst>
            </p:cNvPr>
            <p:cNvSpPr>
              <a:spLocks/>
            </p:cNvSpPr>
            <p:nvPr/>
          </p:nvSpPr>
          <p:spPr bwMode="auto">
            <a:xfrm>
              <a:off x="5877359" y="4354766"/>
              <a:ext cx="544742" cy="543205"/>
            </a:xfrm>
            <a:prstGeom prst="ellipse">
              <a:avLst/>
            </a:prstGeom>
            <a:solidFill>
              <a:schemeClr val="accent1">
                <a:lumMod val="40000"/>
                <a:lumOff val="60000"/>
                <a:alpha val="20000"/>
              </a:schemeClr>
            </a:solidFill>
            <a:ln w="50800">
              <a:solidFill>
                <a:schemeClr val="tx1">
                  <a:alpha val="0"/>
                </a:schemeClr>
              </a:solidFill>
              <a:miter lim="800000"/>
              <a:headEnd/>
              <a:tailEnd/>
            </a:ln>
          </p:spPr>
          <p:txBody>
            <a:bodyPr anchor="ctr"/>
            <a:lstStyle/>
            <a:p>
              <a:pPr algn="ctr" eaLnBrk="1" hangingPunct="1">
                <a:spcBef>
                  <a:spcPct val="20000"/>
                </a:spcBef>
                <a:buFont typeface="Arial" panose="020B0604020202020204" pitchFamily="34" charset="0"/>
                <a:buNone/>
                <a:defRPr/>
              </a:pPr>
              <a:endParaRPr>
                <a:latin typeface="Arial" panose="020B0604020202020204" pitchFamily="34" charset="0"/>
                <a:ea typeface="微软雅黑" panose="020B0503020204020204" pitchFamily="34" charset="-122"/>
                <a:sym typeface="Arial" panose="020B0604020202020204" pitchFamily="34" charset="0"/>
              </a:endParaRPr>
            </a:p>
          </p:txBody>
        </p:sp>
        <p:sp>
          <p:nvSpPr>
            <p:cNvPr id="56" name="i$liḋe-Oval 16">
              <a:extLst>
                <a:ext uri="{FF2B5EF4-FFF2-40B4-BE49-F238E27FC236}">
                  <a16:creationId xmlns:a16="http://schemas.microsoft.com/office/drawing/2014/main" id="{B0752A48-B96F-4B86-A599-2572CC3A0E46}"/>
                </a:ext>
              </a:extLst>
            </p:cNvPr>
            <p:cNvSpPr>
              <a:spLocks/>
            </p:cNvSpPr>
            <p:nvPr/>
          </p:nvSpPr>
          <p:spPr bwMode="auto">
            <a:xfrm>
              <a:off x="6857519" y="2221556"/>
              <a:ext cx="173413" cy="175409"/>
            </a:xfrm>
            <a:prstGeom prst="ellipse">
              <a:avLst/>
            </a:prstGeom>
            <a:solidFill>
              <a:schemeClr val="accent1">
                <a:lumMod val="40000"/>
                <a:lumOff val="60000"/>
                <a:alpha val="20000"/>
              </a:schemeClr>
            </a:solidFill>
            <a:ln w="50800">
              <a:noFill/>
              <a:miter lim="800000"/>
              <a:headEnd/>
              <a:tailEnd/>
            </a:ln>
          </p:spPr>
          <p:txBody>
            <a:bodyPr anchor="ctr"/>
            <a:lstStyle/>
            <a:p>
              <a:pPr algn="ctr" eaLnBrk="1" hangingPunct="1">
                <a:spcBef>
                  <a:spcPct val="20000"/>
                </a:spcBef>
                <a:buFont typeface="Arial" panose="020B0604020202020204" pitchFamily="34" charset="0"/>
                <a:buNone/>
                <a:defRPr/>
              </a:pPr>
              <a:endParaRPr>
                <a:latin typeface="Arial" panose="020B0604020202020204" pitchFamily="34" charset="0"/>
                <a:ea typeface="微软雅黑" panose="020B0503020204020204" pitchFamily="34" charset="-122"/>
                <a:sym typeface="Arial" panose="020B0604020202020204" pitchFamily="34" charset="0"/>
              </a:endParaRPr>
            </a:p>
          </p:txBody>
        </p:sp>
        <p:sp>
          <p:nvSpPr>
            <p:cNvPr id="57" name="i$liḋe-Oval 17">
              <a:extLst>
                <a:ext uri="{FF2B5EF4-FFF2-40B4-BE49-F238E27FC236}">
                  <a16:creationId xmlns:a16="http://schemas.microsoft.com/office/drawing/2014/main" id="{C6CA4353-7741-4240-8A5F-D6950328C630}"/>
                </a:ext>
              </a:extLst>
            </p:cNvPr>
            <p:cNvSpPr>
              <a:spLocks/>
            </p:cNvSpPr>
            <p:nvPr/>
          </p:nvSpPr>
          <p:spPr bwMode="auto">
            <a:xfrm>
              <a:off x="7117639" y="3907754"/>
              <a:ext cx="403374" cy="403631"/>
            </a:xfrm>
            <a:prstGeom prst="ellipse">
              <a:avLst/>
            </a:prstGeom>
            <a:solidFill>
              <a:schemeClr val="accent1">
                <a:lumMod val="40000"/>
                <a:lumOff val="60000"/>
                <a:alpha val="20000"/>
              </a:schemeClr>
            </a:solidFill>
            <a:ln w="50800">
              <a:solidFill>
                <a:schemeClr val="tx1">
                  <a:alpha val="0"/>
                </a:schemeClr>
              </a:solidFill>
              <a:miter lim="800000"/>
              <a:headEnd/>
              <a:tailEnd/>
            </a:ln>
          </p:spPr>
          <p:txBody>
            <a:bodyPr anchor="ctr"/>
            <a:lstStyle/>
            <a:p>
              <a:pPr algn="ctr" eaLnBrk="1" hangingPunct="1">
                <a:spcBef>
                  <a:spcPct val="20000"/>
                </a:spcBef>
                <a:buFont typeface="Arial" panose="020B0604020202020204" pitchFamily="34" charset="0"/>
                <a:buNone/>
                <a:defRPr/>
              </a:pPr>
              <a:endParaRPr>
                <a:latin typeface="Arial" panose="020B0604020202020204" pitchFamily="34" charset="0"/>
                <a:ea typeface="微软雅黑" panose="020B0503020204020204" pitchFamily="34" charset="-122"/>
                <a:sym typeface="Arial" panose="020B0604020202020204" pitchFamily="34" charset="0"/>
              </a:endParaRPr>
            </a:p>
          </p:txBody>
        </p:sp>
        <p:sp>
          <p:nvSpPr>
            <p:cNvPr id="58" name="i$liḋe-Oval 18">
              <a:extLst>
                <a:ext uri="{FF2B5EF4-FFF2-40B4-BE49-F238E27FC236}">
                  <a16:creationId xmlns:a16="http://schemas.microsoft.com/office/drawing/2014/main" id="{86080232-23F7-49E8-BDEF-DDF5B77B54D7}"/>
                </a:ext>
              </a:extLst>
            </p:cNvPr>
            <p:cNvSpPr>
              <a:spLocks/>
            </p:cNvSpPr>
            <p:nvPr/>
          </p:nvSpPr>
          <p:spPr bwMode="auto">
            <a:xfrm>
              <a:off x="7292936" y="2940170"/>
              <a:ext cx="488196" cy="488508"/>
            </a:xfrm>
            <a:prstGeom prst="ellipse">
              <a:avLst/>
            </a:prstGeom>
            <a:solidFill>
              <a:schemeClr val="accent1">
                <a:lumMod val="40000"/>
                <a:lumOff val="60000"/>
                <a:alpha val="20000"/>
              </a:schemeClr>
            </a:solidFill>
            <a:ln w="50800">
              <a:solidFill>
                <a:schemeClr val="tx1">
                  <a:alpha val="0"/>
                </a:schemeClr>
              </a:solidFill>
              <a:miter lim="800000"/>
              <a:headEnd/>
              <a:tailEnd/>
            </a:ln>
          </p:spPr>
          <p:txBody>
            <a:bodyPr anchor="ctr"/>
            <a:lstStyle/>
            <a:p>
              <a:pPr algn="ctr" eaLnBrk="1" hangingPunct="1">
                <a:spcBef>
                  <a:spcPct val="20000"/>
                </a:spcBef>
                <a:buFont typeface="Arial" panose="020B0604020202020204" pitchFamily="34" charset="0"/>
                <a:buNone/>
                <a:defRPr/>
              </a:pPr>
              <a:endParaRPr>
                <a:latin typeface="Arial" panose="020B0604020202020204" pitchFamily="34" charset="0"/>
                <a:ea typeface="微软雅黑" panose="020B0503020204020204" pitchFamily="34" charset="-122"/>
                <a:sym typeface="Arial" panose="020B0604020202020204" pitchFamily="34" charset="0"/>
              </a:endParaRPr>
            </a:p>
          </p:txBody>
        </p:sp>
      </p:grpSp>
      <p:grpSp>
        <p:nvGrpSpPr>
          <p:cNvPr id="59" name="组合 58">
            <a:extLst>
              <a:ext uri="{FF2B5EF4-FFF2-40B4-BE49-F238E27FC236}">
                <a16:creationId xmlns:a16="http://schemas.microsoft.com/office/drawing/2014/main" id="{4E181283-1F5B-314C-9FE3-4DBDA85DB2E1}"/>
              </a:ext>
            </a:extLst>
          </p:cNvPr>
          <p:cNvGrpSpPr>
            <a:grpSpLocks/>
          </p:cNvGrpSpPr>
          <p:nvPr/>
        </p:nvGrpSpPr>
        <p:grpSpPr bwMode="auto">
          <a:xfrm>
            <a:off x="1576388" y="1730375"/>
            <a:ext cx="3000375" cy="2557463"/>
            <a:chOff x="755650" y="1929345"/>
            <a:chExt cx="3562350" cy="3037682"/>
          </a:xfrm>
        </p:grpSpPr>
        <p:sp>
          <p:nvSpPr>
            <p:cNvPr id="60" name="i$liḋe-Oval 4">
              <a:extLst>
                <a:ext uri="{FF2B5EF4-FFF2-40B4-BE49-F238E27FC236}">
                  <a16:creationId xmlns:a16="http://schemas.microsoft.com/office/drawing/2014/main" id="{8D7ECB38-50E5-4A3E-B75C-DC297954FDFA}"/>
                </a:ext>
              </a:extLst>
            </p:cNvPr>
            <p:cNvSpPr>
              <a:spLocks/>
            </p:cNvSpPr>
            <p:nvPr/>
          </p:nvSpPr>
          <p:spPr bwMode="auto">
            <a:xfrm>
              <a:off x="1560477" y="2263095"/>
              <a:ext cx="2222228" cy="2223107"/>
            </a:xfrm>
            <a:prstGeom prst="ellipse">
              <a:avLst/>
            </a:prstGeom>
            <a:solidFill>
              <a:schemeClr val="tx1">
                <a:lumMod val="65000"/>
                <a:lumOff val="35000"/>
              </a:schemeClr>
            </a:solidFill>
            <a:ln w="50800" cap="flat">
              <a:solidFill>
                <a:schemeClr val="tx1">
                  <a:alpha val="0"/>
                </a:schemeClr>
              </a:solidFill>
              <a:prstDash val="solid"/>
              <a:miter lim="800000"/>
              <a:headEnd type="none" w="med" len="med"/>
              <a:tailEnd type="none" w="med" len="med"/>
            </a:ln>
          </p:spPr>
          <p:txBody>
            <a:bodyPr wrap="none" lIns="0" tIns="0" rIns="0" bIns="0" anchor="ctr">
              <a:norm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ctr" eaLnBrk="1" hangingPunct="1">
                <a:spcBef>
                  <a:spcPct val="20000"/>
                </a:spcBef>
                <a:buFont typeface="Arial" panose="020B0604020202020204" pitchFamily="34" charset="0"/>
                <a:buNone/>
              </a:pPr>
              <a:r>
                <a:rPr lang="zh-CN" altLang="en-US" sz="2400" b="1">
                  <a:solidFill>
                    <a:schemeClr val="bg1"/>
                  </a:solidFill>
                  <a:latin typeface="Arial" panose="020B0604020202020204" pitchFamily="34" charset="0"/>
                  <a:ea typeface="微软雅黑" panose="020B0503020204020204" pitchFamily="34" charset="-122"/>
                  <a:sym typeface="Arial" panose="020B0604020202020204" pitchFamily="34" charset="0"/>
                </a:rPr>
                <a:t>线性表</a:t>
              </a:r>
              <a:endParaRPr lang="en-US" altLang="zh-CN" sz="2400" b="1">
                <a:solidFill>
                  <a:schemeClr val="bg1"/>
                </a:solidFill>
                <a:latin typeface="Arial" panose="020B0604020202020204" pitchFamily="34" charset="0"/>
                <a:ea typeface="微软雅黑" panose="020B0503020204020204" pitchFamily="34" charset="-122"/>
                <a:sym typeface="Arial" panose="020B0604020202020204" pitchFamily="34" charset="0"/>
              </a:endParaRPr>
            </a:p>
            <a:p>
              <a:pPr algn="ctr" eaLnBrk="1" hangingPunct="1">
                <a:spcBef>
                  <a:spcPct val="20000"/>
                </a:spcBef>
                <a:buFont typeface="Arial" panose="020B0604020202020204" pitchFamily="34" charset="0"/>
                <a:buNone/>
              </a:pPr>
              <a:r>
                <a:rPr lang="zh-CN" altLang="en-US" sz="2400" b="1">
                  <a:solidFill>
                    <a:schemeClr val="bg1"/>
                  </a:solidFill>
                  <a:latin typeface="Arial" panose="020B0604020202020204" pitchFamily="34" charset="0"/>
                  <a:ea typeface="微软雅黑" panose="020B0503020204020204" pitchFamily="34" charset="-122"/>
                  <a:sym typeface="Arial" panose="020B0604020202020204" pitchFamily="34" charset="0"/>
                </a:rPr>
                <a:t>的合并</a:t>
              </a:r>
            </a:p>
          </p:txBody>
        </p:sp>
        <p:sp>
          <p:nvSpPr>
            <p:cNvPr id="61" name="i$liḋe-Oval 6">
              <a:extLst>
                <a:ext uri="{FF2B5EF4-FFF2-40B4-BE49-F238E27FC236}">
                  <a16:creationId xmlns:a16="http://schemas.microsoft.com/office/drawing/2014/main" id="{0AA875F6-FD4C-40BF-9942-5A8FCD349DD1}"/>
                </a:ext>
              </a:extLst>
            </p:cNvPr>
            <p:cNvSpPr>
              <a:spLocks/>
            </p:cNvSpPr>
            <p:nvPr/>
          </p:nvSpPr>
          <p:spPr bwMode="auto">
            <a:xfrm>
              <a:off x="3967420" y="3601862"/>
              <a:ext cx="350580" cy="348833"/>
            </a:xfrm>
            <a:prstGeom prst="ellipse">
              <a:avLst/>
            </a:prstGeom>
            <a:solidFill>
              <a:schemeClr val="accent1">
                <a:lumMod val="40000"/>
                <a:lumOff val="60000"/>
                <a:alpha val="39999"/>
              </a:schemeClr>
            </a:solidFill>
            <a:ln w="50800" cap="flat">
              <a:solidFill>
                <a:schemeClr val="tx1">
                  <a:alpha val="0"/>
                </a:schemeClr>
              </a:solidFill>
              <a:prstDash val="solid"/>
              <a:miter lim="800000"/>
              <a:headEnd type="none" w="med" len="med"/>
              <a:tailEnd type="none" w="med" len="med"/>
            </a:ln>
          </p:spPr>
          <p:txBody>
            <a:bodyPr anchor="ctr"/>
            <a:lstStyle/>
            <a:p>
              <a:pPr algn="ctr" eaLnBrk="1" hangingPunct="1">
                <a:spcBef>
                  <a:spcPct val="20000"/>
                </a:spcBef>
                <a:buFont typeface="Arial" panose="020B0604020202020204" pitchFamily="34" charset="0"/>
                <a:buNone/>
                <a:defRPr/>
              </a:pPr>
              <a:endParaRPr>
                <a:latin typeface="Arial" panose="020B0604020202020204" pitchFamily="34" charset="0"/>
                <a:ea typeface="微软雅黑" panose="020B0503020204020204" pitchFamily="34" charset="-122"/>
                <a:sym typeface="Arial" panose="020B0604020202020204" pitchFamily="34" charset="0"/>
              </a:endParaRPr>
            </a:p>
          </p:txBody>
        </p:sp>
        <p:sp>
          <p:nvSpPr>
            <p:cNvPr id="62" name="i$liḋe-Oval 7">
              <a:extLst>
                <a:ext uri="{FF2B5EF4-FFF2-40B4-BE49-F238E27FC236}">
                  <a16:creationId xmlns:a16="http://schemas.microsoft.com/office/drawing/2014/main" id="{4FFA683A-07EA-40F6-9E1F-6F8FE1158426}"/>
                </a:ext>
              </a:extLst>
            </p:cNvPr>
            <p:cNvSpPr>
              <a:spLocks/>
            </p:cNvSpPr>
            <p:nvPr/>
          </p:nvSpPr>
          <p:spPr bwMode="auto">
            <a:xfrm>
              <a:off x="1524665" y="3835675"/>
              <a:ext cx="348695" cy="348833"/>
            </a:xfrm>
            <a:prstGeom prst="ellipse">
              <a:avLst/>
            </a:prstGeom>
            <a:solidFill>
              <a:schemeClr val="accent1">
                <a:lumMod val="40000"/>
                <a:lumOff val="60000"/>
                <a:alpha val="39999"/>
              </a:schemeClr>
            </a:solidFill>
            <a:ln w="50800" cap="flat">
              <a:solidFill>
                <a:schemeClr val="tx1">
                  <a:alpha val="0"/>
                </a:schemeClr>
              </a:solidFill>
              <a:prstDash val="solid"/>
              <a:miter lim="800000"/>
              <a:headEnd type="none" w="med" len="med"/>
              <a:tailEnd type="none" w="med" len="med"/>
            </a:ln>
          </p:spPr>
          <p:txBody>
            <a:bodyPr anchor="ctr"/>
            <a:lstStyle/>
            <a:p>
              <a:pPr algn="ctr" eaLnBrk="1" hangingPunct="1">
                <a:spcBef>
                  <a:spcPct val="20000"/>
                </a:spcBef>
                <a:buFont typeface="Arial" panose="020B0604020202020204" pitchFamily="34" charset="0"/>
                <a:buNone/>
                <a:defRPr/>
              </a:pPr>
              <a:endParaRPr>
                <a:latin typeface="Arial" panose="020B0604020202020204" pitchFamily="34" charset="0"/>
                <a:ea typeface="微软雅黑" panose="020B0503020204020204" pitchFamily="34" charset="-122"/>
                <a:sym typeface="Arial" panose="020B0604020202020204" pitchFamily="34" charset="0"/>
              </a:endParaRPr>
            </a:p>
          </p:txBody>
        </p:sp>
        <p:sp>
          <p:nvSpPr>
            <p:cNvPr id="63" name="i$liḋe-Oval 8">
              <a:extLst>
                <a:ext uri="{FF2B5EF4-FFF2-40B4-BE49-F238E27FC236}">
                  <a16:creationId xmlns:a16="http://schemas.microsoft.com/office/drawing/2014/main" id="{2732579C-CA46-42BE-96D0-D2FF8FF9B684}"/>
                </a:ext>
              </a:extLst>
            </p:cNvPr>
            <p:cNvSpPr>
              <a:spLocks/>
            </p:cNvSpPr>
            <p:nvPr/>
          </p:nvSpPr>
          <p:spPr bwMode="auto">
            <a:xfrm>
              <a:off x="2010954" y="4363639"/>
              <a:ext cx="603149" cy="603388"/>
            </a:xfrm>
            <a:prstGeom prst="ellipse">
              <a:avLst/>
            </a:prstGeom>
            <a:solidFill>
              <a:schemeClr val="accent1">
                <a:lumMod val="40000"/>
                <a:lumOff val="60000"/>
                <a:alpha val="39999"/>
              </a:schemeClr>
            </a:solidFill>
            <a:ln w="50800" cap="flat">
              <a:solidFill>
                <a:schemeClr val="tx1">
                  <a:alpha val="0"/>
                </a:schemeClr>
              </a:solidFill>
              <a:prstDash val="solid"/>
              <a:miter lim="800000"/>
              <a:headEnd type="none" w="med" len="med"/>
              <a:tailEnd type="none" w="med" len="med"/>
            </a:ln>
          </p:spPr>
          <p:txBody>
            <a:bodyPr anchor="ctr"/>
            <a:lstStyle/>
            <a:p>
              <a:pPr algn="ctr" eaLnBrk="1" hangingPunct="1">
                <a:spcBef>
                  <a:spcPct val="20000"/>
                </a:spcBef>
                <a:buFont typeface="Arial" panose="020B0604020202020204" pitchFamily="34" charset="0"/>
                <a:buNone/>
                <a:defRPr/>
              </a:pPr>
              <a:endParaRPr>
                <a:latin typeface="Arial" panose="020B0604020202020204" pitchFamily="34" charset="0"/>
                <a:ea typeface="微软雅黑" panose="020B0503020204020204" pitchFamily="34" charset="-122"/>
                <a:sym typeface="Arial" panose="020B0604020202020204" pitchFamily="34" charset="0"/>
              </a:endParaRPr>
            </a:p>
          </p:txBody>
        </p:sp>
        <p:sp>
          <p:nvSpPr>
            <p:cNvPr id="64" name="i$liḋe-Oval 9">
              <a:extLst>
                <a:ext uri="{FF2B5EF4-FFF2-40B4-BE49-F238E27FC236}">
                  <a16:creationId xmlns:a16="http://schemas.microsoft.com/office/drawing/2014/main" id="{EE76A3F5-FED9-48FA-9005-E4AE564EA149}"/>
                </a:ext>
              </a:extLst>
            </p:cNvPr>
            <p:cNvSpPr>
              <a:spLocks/>
            </p:cNvSpPr>
            <p:nvPr/>
          </p:nvSpPr>
          <p:spPr bwMode="auto">
            <a:xfrm>
              <a:off x="2485934" y="1929345"/>
              <a:ext cx="201677" cy="201758"/>
            </a:xfrm>
            <a:prstGeom prst="ellipse">
              <a:avLst/>
            </a:prstGeom>
            <a:solidFill>
              <a:schemeClr val="accent1">
                <a:lumMod val="40000"/>
                <a:lumOff val="60000"/>
                <a:alpha val="39999"/>
              </a:schemeClr>
            </a:solidFill>
            <a:ln w="50800" cap="flat">
              <a:solidFill>
                <a:schemeClr val="tx1">
                  <a:alpha val="0"/>
                </a:schemeClr>
              </a:solidFill>
              <a:prstDash val="solid"/>
              <a:miter lim="800000"/>
              <a:headEnd type="none" w="med" len="med"/>
              <a:tailEnd type="none" w="med" len="med"/>
            </a:ln>
          </p:spPr>
          <p:txBody>
            <a:bodyPr anchor="ctr"/>
            <a:lstStyle/>
            <a:p>
              <a:pPr algn="ctr" eaLnBrk="1" hangingPunct="1">
                <a:spcBef>
                  <a:spcPct val="20000"/>
                </a:spcBef>
                <a:buFont typeface="Arial" panose="020B0604020202020204" pitchFamily="34" charset="0"/>
                <a:buNone/>
                <a:defRPr/>
              </a:pPr>
              <a:endParaRPr>
                <a:latin typeface="Arial" panose="020B0604020202020204" pitchFamily="34" charset="0"/>
                <a:ea typeface="微软雅黑" panose="020B0503020204020204" pitchFamily="34" charset="-122"/>
                <a:sym typeface="Arial" panose="020B0604020202020204" pitchFamily="34" charset="0"/>
              </a:endParaRPr>
            </a:p>
          </p:txBody>
        </p:sp>
        <p:sp>
          <p:nvSpPr>
            <p:cNvPr id="65" name="i$liḋe-Oval 10">
              <a:extLst>
                <a:ext uri="{FF2B5EF4-FFF2-40B4-BE49-F238E27FC236}">
                  <a16:creationId xmlns:a16="http://schemas.microsoft.com/office/drawing/2014/main" id="{9D5913DE-1469-45C9-826A-DDBEF8B34106}"/>
                </a:ext>
              </a:extLst>
            </p:cNvPr>
            <p:cNvSpPr>
              <a:spLocks/>
            </p:cNvSpPr>
            <p:nvPr/>
          </p:nvSpPr>
          <p:spPr bwMode="auto">
            <a:xfrm>
              <a:off x="755650" y="3109723"/>
              <a:ext cx="433513" cy="435571"/>
            </a:xfrm>
            <a:prstGeom prst="ellipse">
              <a:avLst/>
            </a:prstGeom>
            <a:solidFill>
              <a:schemeClr val="accent1">
                <a:lumMod val="40000"/>
                <a:lumOff val="60000"/>
                <a:alpha val="39999"/>
              </a:schemeClr>
            </a:solidFill>
            <a:ln w="50800" cap="flat">
              <a:solidFill>
                <a:schemeClr val="tx1">
                  <a:alpha val="0"/>
                </a:schemeClr>
              </a:solidFill>
              <a:prstDash val="solid"/>
              <a:miter lim="800000"/>
              <a:headEnd type="none" w="med" len="med"/>
              <a:tailEnd type="none" w="med" len="med"/>
            </a:ln>
          </p:spPr>
          <p:txBody>
            <a:bodyPr anchor="ctr"/>
            <a:lstStyle/>
            <a:p>
              <a:pPr algn="ctr" eaLnBrk="1" hangingPunct="1">
                <a:spcBef>
                  <a:spcPct val="20000"/>
                </a:spcBef>
                <a:buFont typeface="Arial" panose="020B0604020202020204" pitchFamily="34" charset="0"/>
                <a:buNone/>
                <a:defRPr/>
              </a:pPr>
              <a:endParaRPr>
                <a:latin typeface="Arial" panose="020B0604020202020204" pitchFamily="34" charset="0"/>
                <a:ea typeface="微软雅黑" panose="020B0503020204020204" pitchFamily="34" charset="-122"/>
                <a:sym typeface="Arial" panose="020B0604020202020204" pitchFamily="34"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1" fill="hold"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up)">
                                      <p:cBhvr>
                                        <p:cTn id="7" dur="500"/>
                                        <p:tgtEl>
                                          <p:spTgt spid="59"/>
                                        </p:tgtEl>
                                      </p:cBhvr>
                                    </p:animEffect>
                                  </p:childTnLst>
                                </p:cTn>
                              </p:par>
                            </p:childTnLst>
                          </p:cTn>
                        </p:par>
                        <p:par>
                          <p:cTn id="8" fill="hold" nodeType="afterGroup">
                            <p:stCondLst>
                              <p:cond delay="500"/>
                            </p:stCondLst>
                            <p:childTnLst>
                              <p:par>
                                <p:cTn id="9" presetID="22" presetClass="entr" presetSubtype="1" fill="hold"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wipe(up)">
                                      <p:cBhvr>
                                        <p:cTn id="11"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4">
            <a:extLst>
              <a:ext uri="{FF2B5EF4-FFF2-40B4-BE49-F238E27FC236}">
                <a16:creationId xmlns:a16="http://schemas.microsoft.com/office/drawing/2014/main" id="{14FCEDCC-F83A-45F1-9197-084F71734636}"/>
              </a:ext>
            </a:extLst>
          </p:cNvPr>
          <p:cNvSpPr>
            <a:spLocks noChangeArrowheads="1"/>
          </p:cNvSpPr>
          <p:nvPr/>
        </p:nvSpPr>
        <p:spPr bwMode="auto">
          <a:xfrm>
            <a:off x="874713" y="115888"/>
            <a:ext cx="785018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线性表的合并</a:t>
            </a:r>
          </a:p>
        </p:txBody>
      </p:sp>
      <p:sp>
        <p:nvSpPr>
          <p:cNvPr id="145413" name="Rectangle 10">
            <a:extLst>
              <a:ext uri="{FF2B5EF4-FFF2-40B4-BE49-F238E27FC236}">
                <a16:creationId xmlns:a16="http://schemas.microsoft.com/office/drawing/2014/main" id="{EEB0395F-AD8B-4854-8014-6A149D416183}"/>
              </a:ext>
            </a:extLst>
          </p:cNvPr>
          <p:cNvSpPr>
            <a:spLocks noChangeArrowheads="1"/>
          </p:cNvSpPr>
          <p:nvPr/>
        </p:nvSpPr>
        <p:spPr bwMode="auto">
          <a:xfrm>
            <a:off x="384175" y="1125538"/>
            <a:ext cx="8339138" cy="2879725"/>
          </a:xfrm>
          <a:prstGeom prst="roundRect">
            <a:avLst>
              <a:gd name="adj" fmla="val 6085"/>
            </a:avLst>
          </a:prstGeom>
          <a:solidFill>
            <a:srgbClr val="B8D4EC"/>
          </a:solidFill>
          <a:ln>
            <a:noFill/>
          </a:ln>
        </p:spPr>
        <p:txBody>
          <a:bodyPr anchor="ct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20000"/>
              </a:lnSpc>
              <a:spcBef>
                <a:spcPct val="20000"/>
              </a:spcBef>
            </a:pPr>
            <a:r>
              <a:rPr lang="zh-CN" altLang="en-US" sz="2800">
                <a:solidFill>
                  <a:srgbClr val="FF0000"/>
                </a:solidFill>
                <a:sym typeface="+mn-lt"/>
              </a:rPr>
              <a:t>    </a:t>
            </a:r>
            <a:r>
              <a:rPr lang="zh-CN" altLang="en-US" sz="2800">
                <a:solidFill>
                  <a:srgbClr val="0000FF"/>
                </a:solidFill>
                <a:sym typeface="+mn-lt"/>
              </a:rPr>
              <a:t>问题描述：   </a:t>
            </a:r>
          </a:p>
          <a:p>
            <a:pPr>
              <a:lnSpc>
                <a:spcPct val="120000"/>
              </a:lnSpc>
              <a:spcBef>
                <a:spcPct val="20000"/>
              </a:spcBef>
            </a:pPr>
            <a:r>
              <a:rPr lang="zh-CN" altLang="en-US" sz="2800">
                <a:sym typeface="+mn-lt"/>
              </a:rPr>
              <a:t>         假设利用两个线性表</a:t>
            </a:r>
            <a:r>
              <a:rPr lang="en-US" altLang="zh-CN" sz="2800">
                <a:sym typeface="+mn-lt"/>
              </a:rPr>
              <a:t>La</a:t>
            </a:r>
            <a:r>
              <a:rPr lang="zh-CN" altLang="en-US" sz="2800">
                <a:sym typeface="+mn-lt"/>
              </a:rPr>
              <a:t>和</a:t>
            </a:r>
            <a:r>
              <a:rPr lang="en-US" altLang="zh-CN" sz="2800">
                <a:sym typeface="+mn-lt"/>
              </a:rPr>
              <a:t>Lb</a:t>
            </a:r>
            <a:r>
              <a:rPr lang="zh-CN" altLang="en-US" sz="2800">
                <a:sym typeface="+mn-lt"/>
              </a:rPr>
              <a:t>分别表示两个集合       </a:t>
            </a:r>
            <a:br>
              <a:rPr lang="en-US" altLang="zh-CN" sz="2800">
                <a:sym typeface="+mn-lt"/>
              </a:rPr>
            </a:br>
            <a:r>
              <a:rPr lang="en-US" altLang="zh-CN" sz="2800">
                <a:sym typeface="+mn-lt"/>
              </a:rPr>
              <a:t>     A</a:t>
            </a:r>
            <a:r>
              <a:rPr lang="zh-CN" altLang="en-US" sz="2800">
                <a:sym typeface="+mn-lt"/>
              </a:rPr>
              <a:t>和</a:t>
            </a:r>
            <a:r>
              <a:rPr lang="en-US" altLang="zh-CN" sz="2800">
                <a:sym typeface="+mn-lt"/>
              </a:rPr>
              <a:t>B,</a:t>
            </a:r>
            <a:r>
              <a:rPr lang="zh-CN" altLang="en-US" sz="2800">
                <a:sym typeface="+mn-lt"/>
              </a:rPr>
              <a:t>现要求一个新的集合</a:t>
            </a:r>
          </a:p>
          <a:p>
            <a:pPr>
              <a:lnSpc>
                <a:spcPct val="120000"/>
              </a:lnSpc>
              <a:spcBef>
                <a:spcPct val="20000"/>
              </a:spcBef>
            </a:pPr>
            <a:r>
              <a:rPr lang="zh-CN" altLang="en-US" sz="2800">
                <a:sym typeface="+mn-lt"/>
              </a:rPr>
              <a:t>                                     </a:t>
            </a:r>
            <a:r>
              <a:rPr lang="en-US" altLang="zh-CN" sz="2800">
                <a:solidFill>
                  <a:schemeClr val="tx2"/>
                </a:solidFill>
                <a:sym typeface="+mn-lt"/>
              </a:rPr>
              <a:t>A=AB</a:t>
            </a:r>
            <a:endParaRPr lang="en-US" altLang="zh-CN" sz="2800">
              <a:sym typeface="+mn-lt"/>
            </a:endParaRPr>
          </a:p>
        </p:txBody>
      </p:sp>
      <p:sp>
        <p:nvSpPr>
          <p:cNvPr id="674827" name="Rectangle 11">
            <a:extLst>
              <a:ext uri="{FF2B5EF4-FFF2-40B4-BE49-F238E27FC236}">
                <a16:creationId xmlns:a16="http://schemas.microsoft.com/office/drawing/2014/main" id="{FC856480-BA79-435D-9113-0F21BCC085CA}"/>
              </a:ext>
            </a:extLst>
          </p:cNvPr>
          <p:cNvSpPr>
            <a:spLocks noChangeArrowheads="1"/>
          </p:cNvSpPr>
          <p:nvPr/>
        </p:nvSpPr>
        <p:spPr bwMode="auto">
          <a:xfrm>
            <a:off x="384175" y="4292600"/>
            <a:ext cx="8340725" cy="2016125"/>
          </a:xfrm>
          <a:prstGeom prst="roundRect">
            <a:avLst>
              <a:gd name="adj" fmla="val 7311"/>
            </a:avLst>
          </a:prstGeom>
          <a:solidFill>
            <a:srgbClr val="D2D2F4"/>
          </a:solidFill>
          <a:ln>
            <a:noFill/>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defRPr/>
            </a:pPr>
            <a:r>
              <a:rPr lang="en-US" altLang="en-US" sz="3200" dirty="0">
                <a:latin typeface="+mn-lt"/>
                <a:ea typeface="+mn-ea"/>
                <a:cs typeface="+mn-ea"/>
                <a:sym typeface="+mn-lt"/>
              </a:rPr>
              <a:t>     L</a:t>
            </a:r>
            <a:r>
              <a:rPr lang="en-US" altLang="zh-CN" sz="3200" dirty="0">
                <a:latin typeface="+mn-lt"/>
                <a:ea typeface="+mn-ea"/>
                <a:cs typeface="+mn-ea"/>
                <a:sym typeface="+mn-lt"/>
              </a:rPr>
              <a:t>a</a:t>
            </a:r>
            <a:r>
              <a:rPr lang="en-US" altLang="en-US" sz="3200" dirty="0">
                <a:latin typeface="+mn-lt"/>
                <a:ea typeface="+mn-ea"/>
                <a:cs typeface="+mn-ea"/>
                <a:sym typeface="+mn-lt"/>
              </a:rPr>
              <a:t>=(</a:t>
            </a:r>
            <a:r>
              <a:rPr lang="en-US" altLang="zh-CN" sz="3200" dirty="0">
                <a:latin typeface="+mn-lt"/>
                <a:ea typeface="+mn-ea"/>
                <a:cs typeface="+mn-ea"/>
                <a:sym typeface="+mn-lt"/>
              </a:rPr>
              <a:t>7</a:t>
            </a:r>
            <a:r>
              <a:rPr lang="en-US" altLang="en-US" sz="3200" dirty="0">
                <a:latin typeface="+mn-lt"/>
                <a:ea typeface="+mn-ea"/>
                <a:cs typeface="+mn-ea"/>
                <a:sym typeface="+mn-lt"/>
              </a:rPr>
              <a:t>, 5, </a:t>
            </a:r>
            <a:r>
              <a:rPr lang="en-US" altLang="zh-CN" sz="3200" dirty="0">
                <a:latin typeface="+mn-lt"/>
                <a:ea typeface="+mn-ea"/>
                <a:cs typeface="+mn-ea"/>
                <a:sym typeface="+mn-lt"/>
              </a:rPr>
              <a:t>3</a:t>
            </a:r>
            <a:r>
              <a:rPr lang="en-US" altLang="en-US" sz="3200" dirty="0">
                <a:latin typeface="+mn-lt"/>
                <a:ea typeface="+mn-ea"/>
                <a:cs typeface="+mn-ea"/>
                <a:sym typeface="+mn-lt"/>
              </a:rPr>
              <a:t>, 11)</a:t>
            </a:r>
          </a:p>
          <a:p>
            <a:pPr eaLnBrk="1" hangingPunct="1">
              <a:lnSpc>
                <a:spcPct val="120000"/>
              </a:lnSpc>
              <a:defRPr/>
            </a:pPr>
            <a:r>
              <a:rPr lang="en-US" altLang="en-US" sz="3200" dirty="0">
                <a:latin typeface="+mn-lt"/>
                <a:ea typeface="+mn-ea"/>
                <a:cs typeface="+mn-ea"/>
                <a:sym typeface="+mn-lt"/>
              </a:rPr>
              <a:t>     </a:t>
            </a:r>
            <a:r>
              <a:rPr lang="en-US" altLang="en-US" sz="3200" dirty="0" err="1">
                <a:latin typeface="+mn-lt"/>
                <a:ea typeface="+mn-ea"/>
                <a:cs typeface="+mn-ea"/>
                <a:sym typeface="+mn-lt"/>
              </a:rPr>
              <a:t>L</a:t>
            </a:r>
            <a:r>
              <a:rPr lang="en-US" altLang="zh-CN" sz="3200" dirty="0" err="1">
                <a:latin typeface="+mn-lt"/>
                <a:ea typeface="+mn-ea"/>
                <a:cs typeface="+mn-ea"/>
                <a:sym typeface="+mn-lt"/>
              </a:rPr>
              <a:t>b</a:t>
            </a:r>
            <a:r>
              <a:rPr lang="en-US" altLang="en-US" sz="3200" dirty="0">
                <a:latin typeface="+mn-lt"/>
                <a:ea typeface="+mn-ea"/>
                <a:cs typeface="+mn-ea"/>
                <a:sym typeface="+mn-lt"/>
              </a:rPr>
              <a:t>=(2, 6, </a:t>
            </a:r>
            <a:r>
              <a:rPr lang="en-US" altLang="zh-CN" sz="3200" dirty="0">
                <a:latin typeface="+mn-lt"/>
                <a:ea typeface="+mn-ea"/>
                <a:cs typeface="+mn-ea"/>
                <a:sym typeface="+mn-lt"/>
              </a:rPr>
              <a:t>3</a:t>
            </a:r>
            <a:r>
              <a:rPr lang="en-US" altLang="en-US" sz="3200" dirty="0">
                <a:latin typeface="+mn-lt"/>
                <a:ea typeface="+mn-ea"/>
                <a:cs typeface="+mn-ea"/>
                <a:sym typeface="+mn-lt"/>
              </a:rPr>
              <a:t>)</a:t>
            </a:r>
          </a:p>
          <a:p>
            <a:pPr eaLnBrk="1" hangingPunct="1">
              <a:lnSpc>
                <a:spcPct val="120000"/>
              </a:lnSpc>
              <a:defRPr/>
            </a:pPr>
            <a:r>
              <a:rPr lang="en-US" altLang="zh-CN" sz="3200" dirty="0">
                <a:latin typeface="+mn-lt"/>
                <a:ea typeface="+mn-ea"/>
                <a:cs typeface="+mn-ea"/>
                <a:sym typeface="+mn-lt"/>
              </a:rPr>
              <a:t>     La=(7, 5, 3, 11, 2, 6)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748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4827"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Text Box 5">
            <a:extLst>
              <a:ext uri="{FF2B5EF4-FFF2-40B4-BE49-F238E27FC236}">
                <a16:creationId xmlns:a16="http://schemas.microsoft.com/office/drawing/2014/main" id="{9A226686-D645-4A7F-A014-303F2D1F0373}"/>
              </a:ext>
            </a:extLst>
          </p:cNvPr>
          <p:cNvSpPr txBox="1">
            <a:spLocks noChangeArrowheads="1"/>
          </p:cNvSpPr>
          <p:nvPr/>
        </p:nvSpPr>
        <p:spPr bwMode="auto">
          <a:xfrm>
            <a:off x="811213" y="1906588"/>
            <a:ext cx="7137400" cy="673100"/>
          </a:xfrm>
          <a:prstGeom prst="roundRect">
            <a:avLst/>
          </a:prstGeom>
          <a:solidFill>
            <a:srgbClr val="9476B6"/>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pPr>
            <a:r>
              <a:rPr lang="zh-CN" altLang="en-US" sz="2800">
                <a:solidFill>
                  <a:schemeClr val="bg1"/>
                </a:solidFill>
                <a:sym typeface="+mn-lt"/>
              </a:rPr>
              <a:t>依次取出</a:t>
            </a:r>
            <a:r>
              <a:rPr lang="en-US" altLang="zh-CN" sz="2800">
                <a:solidFill>
                  <a:schemeClr val="bg1"/>
                </a:solidFill>
                <a:sym typeface="+mn-lt"/>
              </a:rPr>
              <a:t>Lb </a:t>
            </a:r>
            <a:r>
              <a:rPr lang="zh-CN" altLang="en-US" sz="2800">
                <a:solidFill>
                  <a:schemeClr val="bg1"/>
                </a:solidFill>
                <a:sym typeface="+mn-lt"/>
              </a:rPr>
              <a:t>中的每个元素，执行以下操作：</a:t>
            </a:r>
          </a:p>
        </p:txBody>
      </p:sp>
      <p:sp>
        <p:nvSpPr>
          <p:cNvPr id="146435" name="Rectangle 8">
            <a:extLst>
              <a:ext uri="{FF2B5EF4-FFF2-40B4-BE49-F238E27FC236}">
                <a16:creationId xmlns:a16="http://schemas.microsoft.com/office/drawing/2014/main" id="{399E8C9A-9998-4CFB-9C36-8ED02C39A7F1}"/>
              </a:ext>
            </a:extLst>
          </p:cNvPr>
          <p:cNvSpPr>
            <a:spLocks noChangeArrowheads="1"/>
          </p:cNvSpPr>
          <p:nvPr/>
        </p:nvSpPr>
        <p:spPr bwMode="auto">
          <a:xfrm>
            <a:off x="611188" y="158750"/>
            <a:ext cx="3775075"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算法步骤</a:t>
            </a:r>
            <a:r>
              <a:rPr lang="en-US" altLang="zh-CN">
                <a:solidFill>
                  <a:schemeClr val="bg1"/>
                </a:solidFill>
                <a:ea typeface="微软雅黑" panose="020B0503020204020204" pitchFamily="34" charset="-122"/>
                <a:sym typeface="+mn-lt"/>
              </a:rPr>
              <a:t>】</a:t>
            </a:r>
          </a:p>
        </p:txBody>
      </p:sp>
      <p:sp>
        <p:nvSpPr>
          <p:cNvPr id="5" name="AutoShape 3">
            <a:extLst>
              <a:ext uri="{FF2B5EF4-FFF2-40B4-BE49-F238E27FC236}">
                <a16:creationId xmlns:a16="http://schemas.microsoft.com/office/drawing/2014/main" id="{B620222D-787B-46C7-9CA5-7C90187B16BD}"/>
              </a:ext>
            </a:extLst>
          </p:cNvPr>
          <p:cNvSpPr>
            <a:spLocks noChangeArrowheads="1"/>
          </p:cNvSpPr>
          <p:nvPr/>
        </p:nvSpPr>
        <p:spPr bwMode="auto">
          <a:xfrm>
            <a:off x="811213" y="3181350"/>
            <a:ext cx="7137400" cy="666750"/>
          </a:xfrm>
          <a:prstGeom prst="roundRect">
            <a:avLst>
              <a:gd name="adj" fmla="val 16667"/>
            </a:avLst>
          </a:prstGeom>
          <a:solidFill>
            <a:srgbClr val="B8D4EC"/>
          </a:solidFill>
          <a:ln w="9525">
            <a:solidFill>
              <a:schemeClr val="bg2"/>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fontAlgn="auto" hangingPunct="1">
              <a:spcBef>
                <a:spcPts val="0"/>
              </a:spcBef>
              <a:spcAft>
                <a:spcPts val="0"/>
              </a:spcAft>
              <a:defRPr/>
            </a:pPr>
            <a:endParaRPr lang="zh-CN" altLang="en-US" sz="1800">
              <a:solidFill>
                <a:srgbClr val="000000"/>
              </a:solidFill>
              <a:latin typeface="+mn-lt"/>
              <a:ea typeface="+mn-ea"/>
              <a:cs typeface="+mn-ea"/>
              <a:sym typeface="+mn-lt"/>
            </a:endParaRPr>
          </a:p>
        </p:txBody>
      </p:sp>
      <p:sp>
        <p:nvSpPr>
          <p:cNvPr id="7" name="AutoShape 5">
            <a:extLst>
              <a:ext uri="{FF2B5EF4-FFF2-40B4-BE49-F238E27FC236}">
                <a16:creationId xmlns:a16="http://schemas.microsoft.com/office/drawing/2014/main" id="{9112776C-F5AC-47D8-A12B-DFCA17ACF813}"/>
              </a:ext>
            </a:extLst>
          </p:cNvPr>
          <p:cNvSpPr>
            <a:spLocks noChangeArrowheads="1"/>
          </p:cNvSpPr>
          <p:nvPr/>
        </p:nvSpPr>
        <p:spPr bwMode="auto">
          <a:xfrm>
            <a:off x="811213" y="4295775"/>
            <a:ext cx="7137400" cy="666750"/>
          </a:xfrm>
          <a:prstGeom prst="roundRect">
            <a:avLst>
              <a:gd name="adj" fmla="val 16667"/>
            </a:avLst>
          </a:prstGeom>
          <a:solidFill>
            <a:srgbClr val="EAEAEA"/>
          </a:solidFill>
          <a:ln w="9525">
            <a:solidFill>
              <a:schemeClr val="bg2"/>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fontAlgn="auto" hangingPunct="1">
              <a:spcBef>
                <a:spcPts val="0"/>
              </a:spcBef>
              <a:spcAft>
                <a:spcPts val="0"/>
              </a:spcAft>
              <a:defRPr/>
            </a:pPr>
            <a:endParaRPr lang="zh-CN" altLang="en-US" sz="1800">
              <a:solidFill>
                <a:srgbClr val="000000"/>
              </a:solidFill>
              <a:latin typeface="+mn-lt"/>
              <a:ea typeface="+mn-ea"/>
              <a:cs typeface="+mn-ea"/>
              <a:sym typeface="+mn-lt"/>
            </a:endParaRPr>
          </a:p>
        </p:txBody>
      </p:sp>
      <p:sp>
        <p:nvSpPr>
          <p:cNvPr id="4" name="Text Box 5">
            <a:extLst>
              <a:ext uri="{FF2B5EF4-FFF2-40B4-BE49-F238E27FC236}">
                <a16:creationId xmlns:a16="http://schemas.microsoft.com/office/drawing/2014/main" id="{D14E7730-1E57-4E3A-AAF3-1DAE48B3C945}"/>
              </a:ext>
            </a:extLst>
          </p:cNvPr>
          <p:cNvSpPr txBox="1">
            <a:spLocks noChangeArrowheads="1"/>
          </p:cNvSpPr>
          <p:nvPr/>
        </p:nvSpPr>
        <p:spPr bwMode="auto">
          <a:xfrm>
            <a:off x="828675" y="3214688"/>
            <a:ext cx="6838950" cy="56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pPr>
            <a:r>
              <a:rPr lang="zh-CN" altLang="en-US" sz="2800">
                <a:sym typeface="+mn-lt"/>
              </a:rPr>
              <a:t>　</a:t>
            </a:r>
            <a:r>
              <a:rPr lang="en-US" altLang="zh-CN" sz="2800">
                <a:sym typeface="+mn-lt"/>
              </a:rPr>
              <a:t>1.</a:t>
            </a:r>
            <a:r>
              <a:rPr lang="zh-CN" altLang="en-US" sz="2800">
                <a:sym typeface="+mn-lt"/>
              </a:rPr>
              <a:t>在</a:t>
            </a:r>
            <a:r>
              <a:rPr lang="en-US" altLang="zh-CN" sz="2800">
                <a:sym typeface="+mn-lt"/>
              </a:rPr>
              <a:t>La</a:t>
            </a:r>
            <a:r>
              <a:rPr lang="zh-CN" altLang="en-US" sz="2800">
                <a:sym typeface="+mn-lt"/>
              </a:rPr>
              <a:t>中查找该元素</a:t>
            </a:r>
          </a:p>
        </p:txBody>
      </p:sp>
      <p:sp>
        <p:nvSpPr>
          <p:cNvPr id="23" name="Text Box 5">
            <a:extLst>
              <a:ext uri="{FF2B5EF4-FFF2-40B4-BE49-F238E27FC236}">
                <a16:creationId xmlns:a16="http://schemas.microsoft.com/office/drawing/2014/main" id="{D7C8B20A-5024-450F-8F17-97C97EE51854}"/>
              </a:ext>
            </a:extLst>
          </p:cNvPr>
          <p:cNvSpPr txBox="1">
            <a:spLocks noChangeArrowheads="1"/>
          </p:cNvSpPr>
          <p:nvPr/>
        </p:nvSpPr>
        <p:spPr bwMode="auto">
          <a:xfrm>
            <a:off x="811213" y="4319588"/>
            <a:ext cx="6856412"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pPr>
            <a:r>
              <a:rPr lang="zh-CN" altLang="en-US" sz="2800">
                <a:sym typeface="+mn-lt"/>
              </a:rPr>
              <a:t>　</a:t>
            </a:r>
            <a:r>
              <a:rPr lang="en-US" altLang="zh-CN" sz="2800">
                <a:sym typeface="+mn-lt"/>
              </a:rPr>
              <a:t>2.</a:t>
            </a:r>
            <a:r>
              <a:rPr lang="zh-CN" altLang="en-US" sz="2800">
                <a:sym typeface="+mn-lt"/>
              </a:rPr>
              <a:t>如果找不到，则将其插入</a:t>
            </a:r>
            <a:r>
              <a:rPr lang="en-US" altLang="zh-CN" sz="2800">
                <a:sym typeface="+mn-lt"/>
              </a:rPr>
              <a:t>La</a:t>
            </a:r>
            <a:r>
              <a:rPr lang="zh-CN" altLang="en-US" sz="2800">
                <a:sym typeface="+mn-lt"/>
              </a:rPr>
              <a:t>的最后</a:t>
            </a:r>
          </a:p>
        </p:txBody>
      </p:sp>
      <p:grpSp>
        <p:nvGrpSpPr>
          <p:cNvPr id="24" name="组合 23">
            <a:extLst>
              <a:ext uri="{FF2B5EF4-FFF2-40B4-BE49-F238E27FC236}">
                <a16:creationId xmlns:a16="http://schemas.microsoft.com/office/drawing/2014/main" id="{5313003F-076A-8040-B651-2AC72BFF4938}"/>
              </a:ext>
            </a:extLst>
          </p:cNvPr>
          <p:cNvGrpSpPr>
            <a:grpSpLocks/>
          </p:cNvGrpSpPr>
          <p:nvPr/>
        </p:nvGrpSpPr>
        <p:grpSpPr bwMode="auto">
          <a:xfrm>
            <a:off x="0" y="6380163"/>
            <a:ext cx="9144000" cy="431800"/>
            <a:chOff x="0" y="6379908"/>
            <a:chExt cx="9144000" cy="432048"/>
          </a:xfrm>
        </p:grpSpPr>
        <p:grpSp>
          <p:nvGrpSpPr>
            <p:cNvPr id="152585" name="组合 5">
              <a:extLst>
                <a:ext uri="{FF2B5EF4-FFF2-40B4-BE49-F238E27FC236}">
                  <a16:creationId xmlns:a16="http://schemas.microsoft.com/office/drawing/2014/main" id="{5F2C9451-30F9-2140-ADCE-01B3888FC000}"/>
                </a:ext>
              </a:extLst>
            </p:cNvPr>
            <p:cNvGrpSpPr>
              <a:grpSpLocks/>
            </p:cNvGrpSpPr>
            <p:nvPr/>
          </p:nvGrpSpPr>
          <p:grpSpPr bwMode="auto">
            <a:xfrm>
              <a:off x="0" y="6379908"/>
              <a:ext cx="9144000" cy="432048"/>
              <a:chOff x="0" y="6165304"/>
              <a:chExt cx="9144000" cy="432048"/>
            </a:xfrm>
          </p:grpSpPr>
          <p:cxnSp>
            <p:nvCxnSpPr>
              <p:cNvPr id="152587" name="直接连接符 26">
                <a:extLst>
                  <a:ext uri="{FF2B5EF4-FFF2-40B4-BE49-F238E27FC236}">
                    <a16:creationId xmlns:a16="http://schemas.microsoft.com/office/drawing/2014/main" id="{196487BA-D537-E249-8E15-EEEC46A85FE2}"/>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28" name="直接连接符 27">
                <a:extLst>
                  <a:ext uri="{FF2B5EF4-FFF2-40B4-BE49-F238E27FC236}">
                    <a16:creationId xmlns:a16="http://schemas.microsoft.com/office/drawing/2014/main" id="{E82A413A-0BB6-4595-963A-6FCC64C90E4C}"/>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152589" name="直接连接符 28">
                <a:extLst>
                  <a:ext uri="{FF2B5EF4-FFF2-40B4-BE49-F238E27FC236}">
                    <a16:creationId xmlns:a16="http://schemas.microsoft.com/office/drawing/2014/main" id="{5F7DC793-EA5B-8447-A8A7-C1D89CDD26F6}"/>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26" name="Shape 26">
              <a:extLst>
                <a:ext uri="{FF2B5EF4-FFF2-40B4-BE49-F238E27FC236}">
                  <a16:creationId xmlns:a16="http://schemas.microsoft.com/office/drawing/2014/main" id="{E1DA3E80-FAA7-46B8-B3D8-710B8DECD029}"/>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7" presetClass="entr" presetSubtype="1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strVal val="#ppt_h"/>
                                          </p:val>
                                        </p:tav>
                                        <p:tav tm="100000">
                                          <p:val>
                                            <p:strVal val="#ppt_h"/>
                                          </p:val>
                                        </p:tav>
                                      </p:tavLst>
                                    </p:anim>
                                  </p:childTnLst>
                                </p:cTn>
                              </p:par>
                            </p:childTnLst>
                          </p:cTn>
                        </p:par>
                        <p:par>
                          <p:cTn id="9" fill="hold" nodeType="afterGroup">
                            <p:stCondLst>
                              <p:cond delay="500"/>
                            </p:stCondLst>
                            <p:childTnLst>
                              <p:par>
                                <p:cTn id="10" presetID="17" presetClass="entr" presetSubtype="1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strVal val="#ppt_h"/>
                                          </p:val>
                                        </p:tav>
                                        <p:tav tm="100000">
                                          <p:val>
                                            <p:strVal val="#ppt_h"/>
                                          </p:val>
                                        </p:tav>
                                      </p:tavLst>
                                    </p:anim>
                                  </p:childTnLst>
                                </p:cTn>
                              </p:par>
                            </p:childTnLst>
                          </p:cTn>
                        </p:par>
                        <p:par>
                          <p:cTn id="14" fill="hold" nodeType="afterGroup">
                            <p:stCondLst>
                              <p:cond delay="1000"/>
                            </p:stCondLst>
                            <p:childTnLst>
                              <p:par>
                                <p:cTn id="15" presetID="2" presetClass="entr" presetSubtype="4" fill="hold" nodeType="afterEffect">
                                  <p:stCondLst>
                                    <p:cond delay="0"/>
                                  </p:stCondLst>
                                  <p:childTnLst>
                                    <p:set>
                                      <p:cBhvr>
                                        <p:cTn id="16" dur="1" fill="hold">
                                          <p:stCondLst>
                                            <p:cond delay="0"/>
                                          </p:stCondLst>
                                        </p:cTn>
                                        <p:tgtEl>
                                          <p:spTgt spid="24"/>
                                        </p:tgtEl>
                                        <p:attrNameLst>
                                          <p:attrName>style.visibility</p:attrName>
                                        </p:attrNameLst>
                                      </p:cBhvr>
                                      <p:to>
                                        <p:strVal val="visible"/>
                                      </p:to>
                                    </p:set>
                                    <p:anim calcmode="lin" valueType="num">
                                      <p:cBhvr additive="base">
                                        <p:cTn id="17" dur="500" fill="hold"/>
                                        <p:tgtEl>
                                          <p:spTgt spid="24"/>
                                        </p:tgtEl>
                                        <p:attrNameLst>
                                          <p:attrName>ppt_x</p:attrName>
                                        </p:attrNameLst>
                                      </p:cBhvr>
                                      <p:tavLst>
                                        <p:tav tm="0">
                                          <p:val>
                                            <p:strVal val="#ppt_x"/>
                                          </p:val>
                                        </p:tav>
                                        <p:tav tm="100000">
                                          <p:val>
                                            <p:strVal val="#ppt_x"/>
                                          </p:val>
                                        </p:tav>
                                      </p:tavLst>
                                    </p:anim>
                                    <p:anim calcmode="lin" valueType="num">
                                      <p:cBhvr additive="base">
                                        <p:cTn id="18"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矩形 1">
            <a:extLst>
              <a:ext uri="{FF2B5EF4-FFF2-40B4-BE49-F238E27FC236}">
                <a16:creationId xmlns:a16="http://schemas.microsoft.com/office/drawing/2014/main" id="{B5985411-5553-5E4C-8A34-722791F2C915}"/>
              </a:ext>
            </a:extLst>
          </p:cNvPr>
          <p:cNvSpPr>
            <a:spLocks noChangeArrowheads="1"/>
          </p:cNvSpPr>
          <p:nvPr/>
        </p:nvSpPr>
        <p:spPr bwMode="auto">
          <a:xfrm>
            <a:off x="0" y="981075"/>
            <a:ext cx="9144000" cy="4940300"/>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47458" name="Rectangle 4">
            <a:extLst>
              <a:ext uri="{FF2B5EF4-FFF2-40B4-BE49-F238E27FC236}">
                <a16:creationId xmlns:a16="http://schemas.microsoft.com/office/drawing/2014/main" id="{4F0E6E0A-9361-42DD-B19F-C56396EE3EBE}"/>
              </a:ext>
            </a:extLst>
          </p:cNvPr>
          <p:cNvSpPr>
            <a:spLocks noChangeArrowheads="1"/>
          </p:cNvSpPr>
          <p:nvPr/>
        </p:nvSpPr>
        <p:spPr bwMode="auto">
          <a:xfrm>
            <a:off x="593725" y="981075"/>
            <a:ext cx="7499350" cy="4940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a:lnSpc>
                <a:spcPct val="120000"/>
              </a:lnSpc>
              <a:spcBef>
                <a:spcPct val="20000"/>
              </a:spcBef>
              <a:defRPr/>
            </a:pPr>
            <a:r>
              <a:rPr lang="en-US" altLang="zh-CN" sz="2600" dirty="0">
                <a:solidFill>
                  <a:schemeClr val="tx2"/>
                </a:solidFill>
                <a:latin typeface="+mn-lt"/>
                <a:ea typeface="+mn-ea"/>
                <a:cs typeface="+mn-ea"/>
                <a:sym typeface="+mn-lt"/>
              </a:rPr>
              <a:t>void union(List &amp;La, List </a:t>
            </a:r>
            <a:r>
              <a:rPr lang="en-US" altLang="zh-CN" sz="2600" dirty="0" err="1">
                <a:solidFill>
                  <a:schemeClr val="tx2"/>
                </a:solidFill>
                <a:latin typeface="+mn-lt"/>
                <a:ea typeface="+mn-ea"/>
                <a:cs typeface="+mn-ea"/>
                <a:sym typeface="+mn-lt"/>
              </a:rPr>
              <a:t>Lb</a:t>
            </a:r>
            <a:r>
              <a:rPr lang="en-US" altLang="zh-CN" sz="2600" dirty="0">
                <a:solidFill>
                  <a:schemeClr val="tx2"/>
                </a:solidFill>
                <a:latin typeface="+mn-lt"/>
                <a:ea typeface="+mn-ea"/>
                <a:cs typeface="+mn-ea"/>
                <a:sym typeface="+mn-lt"/>
              </a:rPr>
              <a:t>){</a:t>
            </a:r>
          </a:p>
          <a:p>
            <a:pPr algn="just">
              <a:lnSpc>
                <a:spcPct val="120000"/>
              </a:lnSpc>
              <a:spcBef>
                <a:spcPct val="20000"/>
              </a:spcBef>
              <a:defRPr/>
            </a:pPr>
            <a:r>
              <a:rPr lang="en-US" altLang="zh-CN" sz="2600" dirty="0">
                <a:latin typeface="+mn-lt"/>
                <a:ea typeface="+mn-ea"/>
                <a:cs typeface="+mn-ea"/>
                <a:sym typeface="+mn-lt"/>
              </a:rPr>
              <a:t>  </a:t>
            </a:r>
            <a:r>
              <a:rPr lang="en-US" altLang="zh-CN" sz="2600" dirty="0" err="1">
                <a:latin typeface="+mn-lt"/>
                <a:ea typeface="+mn-ea"/>
                <a:cs typeface="+mn-ea"/>
                <a:sym typeface="+mn-lt"/>
              </a:rPr>
              <a:t>La_len</a:t>
            </a:r>
            <a:r>
              <a:rPr lang="en-US" altLang="zh-CN" sz="2600" dirty="0">
                <a:latin typeface="+mn-lt"/>
                <a:ea typeface="+mn-ea"/>
                <a:cs typeface="+mn-ea"/>
                <a:sym typeface="+mn-lt"/>
              </a:rPr>
              <a:t>=</a:t>
            </a:r>
            <a:r>
              <a:rPr lang="en-US" altLang="zh-CN" sz="2600" dirty="0" err="1">
                <a:solidFill>
                  <a:schemeClr val="folHlink"/>
                </a:solidFill>
                <a:latin typeface="+mn-lt"/>
                <a:ea typeface="+mn-ea"/>
                <a:cs typeface="+mn-ea"/>
                <a:sym typeface="+mn-lt"/>
              </a:rPr>
              <a:t>ListLength</a:t>
            </a:r>
            <a:r>
              <a:rPr lang="en-US" altLang="zh-CN" sz="2600" dirty="0">
                <a:solidFill>
                  <a:schemeClr val="folHlink"/>
                </a:solidFill>
                <a:latin typeface="+mn-lt"/>
                <a:ea typeface="+mn-ea"/>
                <a:cs typeface="+mn-ea"/>
                <a:sym typeface="+mn-lt"/>
              </a:rPr>
              <a:t>(La);</a:t>
            </a:r>
            <a:endParaRPr lang="en-US" altLang="zh-CN" sz="2600" dirty="0">
              <a:latin typeface="+mn-lt"/>
              <a:ea typeface="+mn-ea"/>
              <a:cs typeface="+mn-ea"/>
              <a:sym typeface="+mn-lt"/>
            </a:endParaRPr>
          </a:p>
          <a:p>
            <a:pPr algn="just">
              <a:lnSpc>
                <a:spcPct val="120000"/>
              </a:lnSpc>
              <a:spcBef>
                <a:spcPct val="20000"/>
              </a:spcBef>
              <a:defRPr/>
            </a:pPr>
            <a:r>
              <a:rPr lang="en-US" altLang="zh-CN" sz="2600" dirty="0">
                <a:latin typeface="+mn-lt"/>
                <a:ea typeface="+mn-ea"/>
                <a:cs typeface="+mn-ea"/>
                <a:sym typeface="+mn-lt"/>
              </a:rPr>
              <a:t>  </a:t>
            </a:r>
            <a:r>
              <a:rPr lang="en-US" altLang="zh-CN" sz="2600" dirty="0" err="1">
                <a:latin typeface="+mn-lt"/>
                <a:ea typeface="+mn-ea"/>
                <a:cs typeface="+mn-ea"/>
                <a:sym typeface="+mn-lt"/>
              </a:rPr>
              <a:t>Lb_len</a:t>
            </a:r>
            <a:r>
              <a:rPr lang="en-US" altLang="zh-CN" sz="2600" dirty="0">
                <a:latin typeface="+mn-lt"/>
                <a:ea typeface="+mn-ea"/>
                <a:cs typeface="+mn-ea"/>
                <a:sym typeface="+mn-lt"/>
              </a:rPr>
              <a:t>=</a:t>
            </a:r>
            <a:r>
              <a:rPr lang="en-US" altLang="zh-CN" sz="2600" dirty="0" err="1">
                <a:solidFill>
                  <a:schemeClr val="folHlink"/>
                </a:solidFill>
                <a:latin typeface="+mn-lt"/>
                <a:ea typeface="+mn-ea"/>
                <a:cs typeface="+mn-ea"/>
                <a:sym typeface="+mn-lt"/>
              </a:rPr>
              <a:t>ListLength</a:t>
            </a:r>
            <a:r>
              <a:rPr lang="en-US" altLang="zh-CN" sz="2600" dirty="0">
                <a:solidFill>
                  <a:schemeClr val="folHlink"/>
                </a:solidFill>
                <a:latin typeface="+mn-lt"/>
                <a:ea typeface="+mn-ea"/>
                <a:cs typeface="+mn-ea"/>
                <a:sym typeface="+mn-lt"/>
              </a:rPr>
              <a:t>(</a:t>
            </a:r>
            <a:r>
              <a:rPr lang="en-US" altLang="zh-CN" sz="2600" dirty="0" err="1">
                <a:solidFill>
                  <a:schemeClr val="folHlink"/>
                </a:solidFill>
                <a:latin typeface="+mn-lt"/>
                <a:ea typeface="+mn-ea"/>
                <a:cs typeface="+mn-ea"/>
                <a:sym typeface="+mn-lt"/>
              </a:rPr>
              <a:t>Lb</a:t>
            </a:r>
            <a:r>
              <a:rPr lang="en-US" altLang="zh-CN" sz="2600" dirty="0">
                <a:solidFill>
                  <a:schemeClr val="folHlink"/>
                </a:solidFill>
                <a:latin typeface="+mn-lt"/>
                <a:ea typeface="+mn-ea"/>
                <a:cs typeface="+mn-ea"/>
                <a:sym typeface="+mn-lt"/>
              </a:rPr>
              <a:t>);</a:t>
            </a:r>
            <a:r>
              <a:rPr lang="en-US" altLang="zh-CN" sz="2600" dirty="0">
                <a:latin typeface="+mn-lt"/>
                <a:ea typeface="+mn-ea"/>
                <a:cs typeface="+mn-ea"/>
                <a:sym typeface="+mn-lt"/>
              </a:rPr>
              <a:t> </a:t>
            </a:r>
          </a:p>
          <a:p>
            <a:pPr algn="just">
              <a:lnSpc>
                <a:spcPct val="120000"/>
              </a:lnSpc>
              <a:spcBef>
                <a:spcPct val="20000"/>
              </a:spcBef>
              <a:defRPr/>
            </a:pPr>
            <a:r>
              <a:rPr lang="en-US" altLang="zh-CN" sz="2600" dirty="0">
                <a:latin typeface="+mn-lt"/>
                <a:ea typeface="+mn-ea"/>
                <a:cs typeface="+mn-ea"/>
                <a:sym typeface="+mn-lt"/>
              </a:rPr>
              <a:t>  for(</a:t>
            </a:r>
            <a:r>
              <a:rPr lang="en-US" altLang="zh-CN" sz="2600" dirty="0" err="1">
                <a:latin typeface="+mn-lt"/>
                <a:ea typeface="+mn-ea"/>
                <a:cs typeface="+mn-ea"/>
                <a:sym typeface="+mn-lt"/>
              </a:rPr>
              <a:t>i</a:t>
            </a:r>
            <a:r>
              <a:rPr lang="en-US" altLang="zh-CN" sz="2600" dirty="0">
                <a:latin typeface="+mn-lt"/>
                <a:ea typeface="+mn-ea"/>
                <a:cs typeface="+mn-ea"/>
                <a:sym typeface="+mn-lt"/>
              </a:rPr>
              <a:t>=1;i&lt;=</a:t>
            </a:r>
            <a:r>
              <a:rPr lang="en-US" altLang="zh-CN" sz="2600" dirty="0" err="1">
                <a:latin typeface="+mn-lt"/>
                <a:ea typeface="+mn-ea"/>
                <a:cs typeface="+mn-ea"/>
                <a:sym typeface="+mn-lt"/>
              </a:rPr>
              <a:t>Lb_len;i</a:t>
            </a:r>
            <a:r>
              <a:rPr lang="en-US" altLang="zh-CN" sz="2600" dirty="0">
                <a:latin typeface="+mn-lt"/>
                <a:ea typeface="+mn-ea"/>
                <a:cs typeface="+mn-ea"/>
                <a:sym typeface="+mn-lt"/>
              </a:rPr>
              <a:t>++){</a:t>
            </a:r>
          </a:p>
          <a:p>
            <a:pPr algn="just">
              <a:lnSpc>
                <a:spcPct val="120000"/>
              </a:lnSpc>
              <a:spcBef>
                <a:spcPct val="20000"/>
              </a:spcBef>
              <a:defRPr/>
            </a:pPr>
            <a:r>
              <a:rPr lang="en-US" altLang="zh-CN" sz="2600" dirty="0">
                <a:latin typeface="+mn-lt"/>
                <a:ea typeface="+mn-ea"/>
                <a:cs typeface="+mn-ea"/>
                <a:sym typeface="+mn-lt"/>
              </a:rPr>
              <a:t>      </a:t>
            </a:r>
            <a:r>
              <a:rPr lang="en-US" altLang="zh-CN" sz="2600" dirty="0" err="1">
                <a:solidFill>
                  <a:schemeClr val="folHlink"/>
                </a:solidFill>
                <a:latin typeface="+mn-lt"/>
                <a:ea typeface="+mn-ea"/>
                <a:cs typeface="+mn-ea"/>
                <a:sym typeface="+mn-lt"/>
              </a:rPr>
              <a:t>GetElem</a:t>
            </a:r>
            <a:r>
              <a:rPr lang="en-US" altLang="zh-CN" sz="2600" dirty="0">
                <a:solidFill>
                  <a:schemeClr val="folHlink"/>
                </a:solidFill>
                <a:latin typeface="+mn-lt"/>
                <a:ea typeface="+mn-ea"/>
                <a:cs typeface="+mn-ea"/>
                <a:sym typeface="+mn-lt"/>
              </a:rPr>
              <a:t>(</a:t>
            </a:r>
            <a:r>
              <a:rPr lang="en-US" altLang="zh-CN" sz="2600" dirty="0" err="1">
                <a:solidFill>
                  <a:schemeClr val="folHlink"/>
                </a:solidFill>
                <a:latin typeface="+mn-lt"/>
                <a:ea typeface="+mn-ea"/>
                <a:cs typeface="+mn-ea"/>
                <a:sym typeface="+mn-lt"/>
              </a:rPr>
              <a:t>Lb,i,e</a:t>
            </a:r>
            <a:r>
              <a:rPr lang="en-US" altLang="zh-CN" sz="2600" dirty="0">
                <a:solidFill>
                  <a:schemeClr val="folHlink"/>
                </a:solidFill>
                <a:latin typeface="+mn-lt"/>
                <a:ea typeface="+mn-ea"/>
                <a:cs typeface="+mn-ea"/>
                <a:sym typeface="+mn-lt"/>
              </a:rPr>
              <a:t>);</a:t>
            </a:r>
          </a:p>
          <a:p>
            <a:pPr algn="just">
              <a:lnSpc>
                <a:spcPct val="120000"/>
              </a:lnSpc>
              <a:spcBef>
                <a:spcPct val="20000"/>
              </a:spcBef>
              <a:defRPr/>
            </a:pPr>
            <a:r>
              <a:rPr lang="en-US" altLang="zh-CN" sz="2600" dirty="0">
                <a:latin typeface="+mn-lt"/>
                <a:ea typeface="+mn-ea"/>
                <a:cs typeface="+mn-ea"/>
                <a:sym typeface="+mn-lt"/>
              </a:rPr>
              <a:t>      if(!</a:t>
            </a:r>
            <a:r>
              <a:rPr lang="en-US" altLang="zh-CN" sz="2600" dirty="0" err="1">
                <a:latin typeface="+mn-lt"/>
                <a:ea typeface="+mn-ea"/>
                <a:cs typeface="+mn-ea"/>
                <a:sym typeface="+mn-lt"/>
              </a:rPr>
              <a:t>LocateElem</a:t>
            </a:r>
            <a:r>
              <a:rPr lang="en-US" altLang="zh-CN" sz="2600" dirty="0">
                <a:latin typeface="+mn-lt"/>
                <a:ea typeface="+mn-ea"/>
                <a:cs typeface="+mn-ea"/>
                <a:sym typeface="+mn-lt"/>
              </a:rPr>
              <a:t>(</a:t>
            </a:r>
            <a:r>
              <a:rPr lang="en-US" altLang="zh-CN" sz="2600" dirty="0" err="1">
                <a:latin typeface="+mn-lt"/>
                <a:ea typeface="+mn-ea"/>
                <a:cs typeface="+mn-ea"/>
                <a:sym typeface="+mn-lt"/>
              </a:rPr>
              <a:t>La,e</a:t>
            </a:r>
            <a:r>
              <a:rPr lang="en-US" altLang="zh-CN" sz="2600" dirty="0">
                <a:latin typeface="+mn-lt"/>
                <a:ea typeface="+mn-ea"/>
                <a:cs typeface="+mn-ea"/>
                <a:sym typeface="+mn-lt"/>
              </a:rPr>
              <a:t>)) </a:t>
            </a:r>
          </a:p>
          <a:p>
            <a:pPr algn="just">
              <a:lnSpc>
                <a:spcPct val="120000"/>
              </a:lnSpc>
              <a:spcBef>
                <a:spcPct val="20000"/>
              </a:spcBef>
              <a:defRPr/>
            </a:pPr>
            <a:r>
              <a:rPr lang="en-US" altLang="zh-CN" sz="2600" dirty="0">
                <a:solidFill>
                  <a:schemeClr val="folHlink"/>
                </a:solidFill>
                <a:latin typeface="+mn-lt"/>
                <a:ea typeface="+mn-ea"/>
                <a:cs typeface="+mn-ea"/>
                <a:sym typeface="+mn-lt"/>
              </a:rPr>
              <a:t>           </a:t>
            </a:r>
            <a:r>
              <a:rPr lang="en-US" altLang="zh-CN" sz="2600" dirty="0" err="1">
                <a:solidFill>
                  <a:srgbClr val="FF0000"/>
                </a:solidFill>
                <a:latin typeface="+mn-lt"/>
                <a:ea typeface="+mn-ea"/>
                <a:cs typeface="+mn-ea"/>
                <a:sym typeface="+mn-lt"/>
              </a:rPr>
              <a:t>ListInsert</a:t>
            </a:r>
            <a:r>
              <a:rPr lang="en-US" altLang="zh-CN" sz="2600" dirty="0">
                <a:solidFill>
                  <a:srgbClr val="FF0000"/>
                </a:solidFill>
                <a:latin typeface="+mn-lt"/>
                <a:ea typeface="+mn-ea"/>
                <a:cs typeface="+mn-ea"/>
                <a:sym typeface="+mn-lt"/>
              </a:rPr>
              <a:t>(&amp;La,++</a:t>
            </a:r>
            <a:r>
              <a:rPr lang="en-US" altLang="zh-CN" sz="2600" dirty="0" err="1">
                <a:solidFill>
                  <a:srgbClr val="FF0000"/>
                </a:solidFill>
                <a:latin typeface="+mn-lt"/>
                <a:ea typeface="+mn-ea"/>
                <a:cs typeface="+mn-ea"/>
                <a:sym typeface="+mn-lt"/>
              </a:rPr>
              <a:t>La_len,e</a:t>
            </a:r>
            <a:r>
              <a:rPr lang="en-US" altLang="zh-CN" sz="2600" dirty="0">
                <a:solidFill>
                  <a:srgbClr val="FF0000"/>
                </a:solidFill>
                <a:latin typeface="+mn-lt"/>
                <a:ea typeface="+mn-ea"/>
                <a:cs typeface="+mn-ea"/>
                <a:sym typeface="+mn-lt"/>
              </a:rPr>
              <a:t>);                     </a:t>
            </a:r>
          </a:p>
          <a:p>
            <a:pPr algn="just">
              <a:lnSpc>
                <a:spcPct val="120000"/>
              </a:lnSpc>
              <a:spcBef>
                <a:spcPct val="20000"/>
              </a:spcBef>
              <a:defRPr/>
            </a:pPr>
            <a:r>
              <a:rPr lang="en-US" altLang="zh-CN" sz="2600" dirty="0">
                <a:latin typeface="+mn-lt"/>
                <a:ea typeface="+mn-ea"/>
                <a:cs typeface="+mn-ea"/>
                <a:sym typeface="+mn-lt"/>
              </a:rPr>
              <a:t>  }</a:t>
            </a:r>
          </a:p>
          <a:p>
            <a:pPr algn="just">
              <a:lnSpc>
                <a:spcPct val="120000"/>
              </a:lnSpc>
              <a:spcBef>
                <a:spcPct val="20000"/>
              </a:spcBef>
              <a:defRPr/>
            </a:pPr>
            <a:r>
              <a:rPr lang="en-US" altLang="zh-CN" sz="2600" dirty="0">
                <a:latin typeface="+mn-lt"/>
                <a:ea typeface="+mn-ea"/>
                <a:cs typeface="+mn-ea"/>
                <a:sym typeface="+mn-lt"/>
              </a:rPr>
              <a:t>}</a:t>
            </a:r>
            <a:endParaRPr lang="en-US" altLang="zh-CN" sz="2600" dirty="0">
              <a:solidFill>
                <a:schemeClr val="tx2"/>
              </a:solidFill>
              <a:latin typeface="+mn-lt"/>
              <a:ea typeface="+mn-ea"/>
              <a:cs typeface="+mn-ea"/>
              <a:sym typeface="+mn-lt"/>
            </a:endParaRPr>
          </a:p>
        </p:txBody>
      </p:sp>
      <p:graphicFrame>
        <p:nvGraphicFramePr>
          <p:cNvPr id="564230" name="Object 6">
            <a:extLst>
              <a:ext uri="{FF2B5EF4-FFF2-40B4-BE49-F238E27FC236}">
                <a16:creationId xmlns:a16="http://schemas.microsoft.com/office/drawing/2014/main" id="{5A5FC344-0723-B341-B0BE-08BF9CD1B60B}"/>
              </a:ext>
            </a:extLst>
          </p:cNvPr>
          <p:cNvGraphicFramePr>
            <a:graphicFrameLocks/>
          </p:cNvGraphicFramePr>
          <p:nvPr/>
        </p:nvGraphicFramePr>
        <p:xfrm>
          <a:off x="1604963" y="6091238"/>
          <a:ext cx="7507287" cy="650875"/>
        </p:xfrm>
        <a:graphic>
          <a:graphicData uri="http://schemas.openxmlformats.org/presentationml/2006/ole">
            <mc:AlternateContent xmlns:mc="http://schemas.openxmlformats.org/markup-compatibility/2006">
              <mc:Choice xmlns:v="urn:schemas-microsoft-com:vml" Requires="v">
                <p:oleObj spid="_x0000_s153608" r:id="rId3" imgW="52959000" imgH="4686300" progId="Equation.3">
                  <p:embed/>
                </p:oleObj>
              </mc:Choice>
              <mc:Fallback>
                <p:oleObj r:id="rId3" imgW="52959000" imgH="4686300" progId="Equation.3">
                  <p:embed/>
                  <p:pic>
                    <p:nvPicPr>
                      <p:cNvPr id="0" name="Object 6"/>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04963" y="6091238"/>
                        <a:ext cx="7507287" cy="6508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47460" name="Rectangle 7">
            <a:extLst>
              <a:ext uri="{FF2B5EF4-FFF2-40B4-BE49-F238E27FC236}">
                <a16:creationId xmlns:a16="http://schemas.microsoft.com/office/drawing/2014/main" id="{BD8040C3-A56F-48A1-AB2A-38FB63358ED7}"/>
              </a:ext>
            </a:extLst>
          </p:cNvPr>
          <p:cNvSpPr>
            <a:spLocks noChangeArrowheads="1"/>
          </p:cNvSpPr>
          <p:nvPr/>
        </p:nvSpPr>
        <p:spPr bwMode="auto">
          <a:xfrm>
            <a:off x="568325" y="174625"/>
            <a:ext cx="3775075"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en-US" altLang="zh-CN" dirty="0">
                <a:solidFill>
                  <a:schemeClr val="bg1"/>
                </a:solidFill>
                <a:latin typeface="+mn-lt"/>
                <a:ea typeface="+mn-ea"/>
                <a:cs typeface="+mn-ea"/>
                <a:sym typeface="+mn-lt"/>
              </a:rPr>
              <a:t>【</a:t>
            </a:r>
            <a:r>
              <a:rPr lang="zh-CN" altLang="en-US" dirty="0">
                <a:solidFill>
                  <a:schemeClr val="bg1"/>
                </a:solidFill>
                <a:latin typeface="+mn-lt"/>
                <a:ea typeface="+mn-ea"/>
                <a:cs typeface="+mn-ea"/>
                <a:sym typeface="+mn-lt"/>
              </a:rPr>
              <a:t>算法描述</a:t>
            </a:r>
            <a:r>
              <a:rPr lang="en-US" altLang="zh-CN" dirty="0">
                <a:solidFill>
                  <a:schemeClr val="bg1"/>
                </a:solidFill>
                <a:latin typeface="+mn-lt"/>
                <a:ea typeface="+mn-ea"/>
                <a:cs typeface="+mn-ea"/>
                <a:sym typeface="+mn-lt"/>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5642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4">
            <a:extLst>
              <a:ext uri="{FF2B5EF4-FFF2-40B4-BE49-F238E27FC236}">
                <a16:creationId xmlns:a16="http://schemas.microsoft.com/office/drawing/2014/main" id="{CA1668BD-6FB7-47EF-B7CE-21D59885F73C}"/>
              </a:ext>
            </a:extLst>
          </p:cNvPr>
          <p:cNvSpPr>
            <a:spLocks noChangeArrowheads="1"/>
          </p:cNvSpPr>
          <p:nvPr/>
        </p:nvSpPr>
        <p:spPr bwMode="auto">
          <a:xfrm>
            <a:off x="381000" y="1819275"/>
            <a:ext cx="8455025" cy="523875"/>
          </a:xfrm>
          <a:prstGeom prst="roundRect">
            <a:avLst/>
          </a:prstGeom>
          <a:solidFill>
            <a:srgbClr val="9476B6"/>
          </a:solidFill>
          <a:ln>
            <a:noFill/>
          </a:ln>
        </p:spPr>
        <p:txBody>
          <a:bodyPr anchor="ct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20000"/>
              </a:lnSpc>
              <a:spcBef>
                <a:spcPct val="20000"/>
              </a:spcBef>
            </a:pPr>
            <a:r>
              <a:rPr lang="zh-CN" altLang="en-US" sz="2800">
                <a:solidFill>
                  <a:schemeClr val="bg1"/>
                </a:solidFill>
                <a:sym typeface="+mn-lt"/>
              </a:rPr>
              <a:t>问题描述：</a:t>
            </a:r>
            <a:endParaRPr lang="en-US" altLang="zh-CN" sz="2800">
              <a:solidFill>
                <a:schemeClr val="bg1"/>
              </a:solidFill>
              <a:sym typeface="+mn-lt"/>
            </a:endParaRPr>
          </a:p>
        </p:txBody>
      </p:sp>
      <p:sp>
        <p:nvSpPr>
          <p:cNvPr id="565253" name="Rectangle 5">
            <a:extLst>
              <a:ext uri="{FF2B5EF4-FFF2-40B4-BE49-F238E27FC236}">
                <a16:creationId xmlns:a16="http://schemas.microsoft.com/office/drawing/2014/main" id="{0392A68B-5F2E-4827-BA75-B01FCD78D792}"/>
              </a:ext>
            </a:extLst>
          </p:cNvPr>
          <p:cNvSpPr>
            <a:spLocks noChangeArrowheads="1"/>
          </p:cNvSpPr>
          <p:nvPr/>
        </p:nvSpPr>
        <p:spPr bwMode="auto">
          <a:xfrm>
            <a:off x="4932363" y="2554288"/>
            <a:ext cx="3903662" cy="3224212"/>
          </a:xfrm>
          <a:prstGeom prst="roundRect">
            <a:avLst>
              <a:gd name="adj" fmla="val 3857"/>
            </a:avLst>
          </a:prstGeom>
          <a:solidFill>
            <a:srgbClr val="EAEAEA"/>
          </a:solidFill>
          <a:ln>
            <a:noFill/>
          </a:ln>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defRPr/>
            </a:pPr>
            <a:r>
              <a:rPr lang="en-US" altLang="en-US" sz="3200" dirty="0">
                <a:latin typeface="+mn-lt"/>
                <a:ea typeface="+mn-ea"/>
                <a:cs typeface="+mn-ea"/>
                <a:sym typeface="+mn-lt"/>
              </a:rPr>
              <a:t>L</a:t>
            </a:r>
            <a:r>
              <a:rPr lang="en-US" altLang="zh-CN" sz="3200" dirty="0">
                <a:latin typeface="+mn-lt"/>
                <a:ea typeface="+mn-ea"/>
                <a:cs typeface="+mn-ea"/>
                <a:sym typeface="+mn-lt"/>
              </a:rPr>
              <a:t>a</a:t>
            </a:r>
            <a:r>
              <a:rPr lang="en-US" altLang="en-US" sz="3200" dirty="0">
                <a:latin typeface="+mn-lt"/>
                <a:ea typeface="+mn-ea"/>
                <a:cs typeface="+mn-ea"/>
                <a:sym typeface="+mn-lt"/>
              </a:rPr>
              <a:t>=(</a:t>
            </a:r>
            <a:r>
              <a:rPr lang="en-US" altLang="zh-CN" sz="3200" dirty="0">
                <a:latin typeface="+mn-lt"/>
                <a:ea typeface="+mn-ea"/>
                <a:cs typeface="+mn-ea"/>
                <a:sym typeface="+mn-lt"/>
              </a:rPr>
              <a:t>1</a:t>
            </a:r>
            <a:r>
              <a:rPr lang="en-US" altLang="en-US" sz="3200" dirty="0">
                <a:latin typeface="+mn-lt"/>
                <a:ea typeface="+mn-ea"/>
                <a:cs typeface="+mn-ea"/>
                <a:sym typeface="+mn-lt"/>
              </a:rPr>
              <a:t> ,</a:t>
            </a:r>
            <a:r>
              <a:rPr lang="en-US" altLang="zh-CN" sz="3200" dirty="0">
                <a:latin typeface="+mn-lt"/>
                <a:ea typeface="+mn-ea"/>
                <a:cs typeface="+mn-ea"/>
                <a:sym typeface="+mn-lt"/>
              </a:rPr>
              <a:t>7</a:t>
            </a:r>
            <a:r>
              <a:rPr lang="en-US" altLang="en-US" sz="3200" dirty="0">
                <a:latin typeface="+mn-lt"/>
                <a:ea typeface="+mn-ea"/>
                <a:cs typeface="+mn-ea"/>
                <a:sym typeface="+mn-lt"/>
              </a:rPr>
              <a:t>, 8)</a:t>
            </a:r>
          </a:p>
          <a:p>
            <a:pPr eaLnBrk="1" hangingPunct="1">
              <a:lnSpc>
                <a:spcPct val="120000"/>
              </a:lnSpc>
              <a:defRPr/>
            </a:pPr>
            <a:r>
              <a:rPr lang="en-US" altLang="en-US" sz="3200" dirty="0" err="1">
                <a:latin typeface="+mn-lt"/>
                <a:ea typeface="+mn-ea"/>
                <a:cs typeface="+mn-ea"/>
                <a:sym typeface="+mn-lt"/>
              </a:rPr>
              <a:t>L</a:t>
            </a:r>
            <a:r>
              <a:rPr lang="en-US" altLang="zh-CN" sz="3200" dirty="0" err="1">
                <a:latin typeface="+mn-lt"/>
                <a:ea typeface="+mn-ea"/>
                <a:cs typeface="+mn-ea"/>
                <a:sym typeface="+mn-lt"/>
              </a:rPr>
              <a:t>b</a:t>
            </a:r>
            <a:r>
              <a:rPr lang="en-US" altLang="en-US" sz="3200" dirty="0">
                <a:latin typeface="+mn-lt"/>
                <a:ea typeface="+mn-ea"/>
                <a:cs typeface="+mn-ea"/>
                <a:sym typeface="+mn-lt"/>
              </a:rPr>
              <a:t>=(2,</a:t>
            </a:r>
            <a:r>
              <a:rPr lang="en-US" altLang="zh-CN" sz="3200" dirty="0">
                <a:latin typeface="+mn-lt"/>
                <a:ea typeface="+mn-ea"/>
                <a:cs typeface="+mn-ea"/>
                <a:sym typeface="+mn-lt"/>
              </a:rPr>
              <a:t> 4</a:t>
            </a:r>
            <a:r>
              <a:rPr lang="en-US" altLang="en-US" sz="3200" dirty="0">
                <a:latin typeface="+mn-lt"/>
                <a:ea typeface="+mn-ea"/>
                <a:cs typeface="+mn-ea"/>
                <a:sym typeface="+mn-lt"/>
              </a:rPr>
              <a:t>, </a:t>
            </a:r>
            <a:r>
              <a:rPr lang="en-US" altLang="zh-CN" sz="3200" dirty="0">
                <a:latin typeface="+mn-lt"/>
                <a:ea typeface="+mn-ea"/>
                <a:cs typeface="+mn-ea"/>
                <a:sym typeface="+mn-lt"/>
              </a:rPr>
              <a:t>6</a:t>
            </a:r>
            <a:r>
              <a:rPr lang="en-US" altLang="en-US" sz="3200" dirty="0">
                <a:latin typeface="+mn-lt"/>
                <a:ea typeface="+mn-ea"/>
                <a:cs typeface="+mn-ea"/>
                <a:sym typeface="+mn-lt"/>
              </a:rPr>
              <a:t>, </a:t>
            </a:r>
            <a:r>
              <a:rPr lang="en-US" altLang="zh-CN" sz="3200" dirty="0">
                <a:latin typeface="+mn-lt"/>
                <a:ea typeface="+mn-ea"/>
                <a:cs typeface="+mn-ea"/>
                <a:sym typeface="+mn-lt"/>
              </a:rPr>
              <a:t>8</a:t>
            </a:r>
            <a:r>
              <a:rPr lang="en-US" altLang="en-US" sz="3200" dirty="0">
                <a:latin typeface="+mn-lt"/>
                <a:ea typeface="+mn-ea"/>
                <a:cs typeface="+mn-ea"/>
                <a:sym typeface="+mn-lt"/>
              </a:rPr>
              <a:t>, 1</a:t>
            </a:r>
            <a:r>
              <a:rPr lang="en-US" altLang="zh-CN" sz="3200" dirty="0">
                <a:latin typeface="+mn-lt"/>
                <a:ea typeface="+mn-ea"/>
                <a:cs typeface="+mn-ea"/>
                <a:sym typeface="+mn-lt"/>
              </a:rPr>
              <a:t>0</a:t>
            </a:r>
            <a:r>
              <a:rPr lang="en-US" altLang="en-US" sz="3200" dirty="0">
                <a:latin typeface="+mn-lt"/>
                <a:ea typeface="+mn-ea"/>
                <a:cs typeface="+mn-ea"/>
                <a:sym typeface="+mn-lt"/>
              </a:rPr>
              <a:t>, </a:t>
            </a:r>
            <a:r>
              <a:rPr lang="en-US" altLang="zh-CN" sz="3200" dirty="0">
                <a:latin typeface="+mn-lt"/>
                <a:ea typeface="+mn-ea"/>
                <a:cs typeface="+mn-ea"/>
                <a:sym typeface="+mn-lt"/>
              </a:rPr>
              <a:t>11</a:t>
            </a:r>
            <a:r>
              <a:rPr lang="en-US" altLang="en-US" sz="3200" dirty="0">
                <a:latin typeface="+mn-lt"/>
                <a:ea typeface="+mn-ea"/>
                <a:cs typeface="+mn-ea"/>
                <a:sym typeface="+mn-lt"/>
              </a:rPr>
              <a:t>)</a:t>
            </a:r>
          </a:p>
          <a:p>
            <a:pPr eaLnBrk="1" hangingPunct="1">
              <a:lnSpc>
                <a:spcPct val="120000"/>
              </a:lnSpc>
              <a:defRPr/>
            </a:pPr>
            <a:r>
              <a:rPr lang="en-US" altLang="zh-CN" sz="3200" dirty="0" err="1">
                <a:latin typeface="+mn-lt"/>
                <a:ea typeface="+mn-ea"/>
                <a:cs typeface="+mn-ea"/>
                <a:sym typeface="+mn-lt"/>
              </a:rPr>
              <a:t>Lc</a:t>
            </a:r>
            <a:r>
              <a:rPr lang="en-US" altLang="zh-CN" sz="3200" dirty="0">
                <a:latin typeface="+mn-lt"/>
                <a:ea typeface="+mn-ea"/>
                <a:cs typeface="+mn-ea"/>
                <a:sym typeface="+mn-lt"/>
              </a:rPr>
              <a:t>=(1</a:t>
            </a:r>
            <a:r>
              <a:rPr lang="en-US" altLang="en-US" sz="3200" dirty="0">
                <a:latin typeface="+mn-lt"/>
                <a:ea typeface="+mn-ea"/>
                <a:cs typeface="+mn-ea"/>
                <a:sym typeface="+mn-lt"/>
              </a:rPr>
              <a:t>,</a:t>
            </a:r>
            <a:r>
              <a:rPr lang="en-US" altLang="zh-CN" sz="3200" dirty="0">
                <a:latin typeface="+mn-lt"/>
                <a:ea typeface="+mn-ea"/>
                <a:cs typeface="+mn-ea"/>
                <a:sym typeface="+mn-lt"/>
              </a:rPr>
              <a:t> 2</a:t>
            </a:r>
            <a:r>
              <a:rPr lang="en-US" altLang="en-US" sz="3200" dirty="0">
                <a:latin typeface="+mn-lt"/>
                <a:ea typeface="+mn-ea"/>
                <a:cs typeface="+mn-ea"/>
                <a:sym typeface="+mn-lt"/>
              </a:rPr>
              <a:t>,</a:t>
            </a:r>
            <a:r>
              <a:rPr lang="en-US" altLang="zh-CN" sz="3200" dirty="0">
                <a:latin typeface="+mn-lt"/>
                <a:ea typeface="+mn-ea"/>
                <a:cs typeface="+mn-ea"/>
                <a:sym typeface="+mn-lt"/>
              </a:rPr>
              <a:t> 4, 6, 7 </a:t>
            </a:r>
            <a:r>
              <a:rPr lang="en-US" altLang="en-US" sz="3200" dirty="0">
                <a:latin typeface="+mn-lt"/>
                <a:ea typeface="+mn-ea"/>
                <a:cs typeface="+mn-ea"/>
                <a:sym typeface="+mn-lt"/>
              </a:rPr>
              <a:t>,</a:t>
            </a:r>
            <a:r>
              <a:rPr lang="en-US" altLang="zh-CN" sz="3200" dirty="0">
                <a:latin typeface="+mn-lt"/>
                <a:ea typeface="+mn-ea"/>
                <a:cs typeface="+mn-ea"/>
                <a:sym typeface="+mn-lt"/>
              </a:rPr>
              <a:t> 8, 8, 10, 11) </a:t>
            </a:r>
          </a:p>
        </p:txBody>
      </p:sp>
      <p:sp>
        <p:nvSpPr>
          <p:cNvPr id="148484" name="Rectangle 7">
            <a:extLst>
              <a:ext uri="{FF2B5EF4-FFF2-40B4-BE49-F238E27FC236}">
                <a16:creationId xmlns:a16="http://schemas.microsoft.com/office/drawing/2014/main" id="{9385A3AD-D2F8-4BE0-949E-ECC9A4B86E56}"/>
              </a:ext>
            </a:extLst>
          </p:cNvPr>
          <p:cNvSpPr>
            <a:spLocks noChangeArrowheads="1"/>
          </p:cNvSpPr>
          <p:nvPr/>
        </p:nvSpPr>
        <p:spPr bwMode="auto">
          <a:xfrm>
            <a:off x="760413" y="152400"/>
            <a:ext cx="785018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dirty="0">
                <a:solidFill>
                  <a:schemeClr val="bg1"/>
                </a:solidFill>
                <a:latin typeface="+mn-lt"/>
                <a:ea typeface="+mn-ea"/>
                <a:cs typeface="+mn-ea"/>
                <a:sym typeface="+mn-lt"/>
              </a:rPr>
              <a:t>有序表的合并</a:t>
            </a:r>
          </a:p>
        </p:txBody>
      </p:sp>
      <p:sp>
        <p:nvSpPr>
          <p:cNvPr id="7" name="Rectangle 4">
            <a:extLst>
              <a:ext uri="{FF2B5EF4-FFF2-40B4-BE49-F238E27FC236}">
                <a16:creationId xmlns:a16="http://schemas.microsoft.com/office/drawing/2014/main" id="{51033EED-D622-4043-AF27-1277AD5D8AF0}"/>
              </a:ext>
            </a:extLst>
          </p:cNvPr>
          <p:cNvSpPr>
            <a:spLocks noChangeArrowheads="1"/>
          </p:cNvSpPr>
          <p:nvPr/>
        </p:nvSpPr>
        <p:spPr bwMode="auto">
          <a:xfrm>
            <a:off x="395288" y="2554288"/>
            <a:ext cx="4414837" cy="3251200"/>
          </a:xfrm>
          <a:prstGeom prst="roundRect">
            <a:avLst>
              <a:gd name="adj" fmla="val 7562"/>
            </a:avLst>
          </a:prstGeom>
          <a:solidFill>
            <a:srgbClr val="EAEAEA"/>
          </a:solidFill>
          <a:ln>
            <a:noFill/>
          </a:ln>
        </p:spPr>
        <p:txBody>
          <a:bodyPr anchor="ctr"/>
          <a:lstStyle>
            <a:lvl1pPr marL="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20000"/>
              </a:lnSpc>
              <a:spcBef>
                <a:spcPct val="20000"/>
              </a:spcBef>
            </a:pPr>
            <a:r>
              <a:rPr lang="zh-CN" altLang="en-US" sz="2600">
                <a:sym typeface="+mn-lt"/>
              </a:rPr>
              <a:t>已知线性表</a:t>
            </a:r>
            <a:r>
              <a:rPr lang="en-US" altLang="zh-CN" sz="2600">
                <a:solidFill>
                  <a:srgbClr val="FF0000"/>
                </a:solidFill>
                <a:sym typeface="+mn-lt"/>
              </a:rPr>
              <a:t>La </a:t>
            </a:r>
            <a:r>
              <a:rPr lang="zh-CN" altLang="en-US" sz="2600">
                <a:sym typeface="+mn-lt"/>
              </a:rPr>
              <a:t>和</a:t>
            </a:r>
            <a:r>
              <a:rPr lang="en-US" altLang="zh-CN" sz="2600">
                <a:solidFill>
                  <a:srgbClr val="FF0000"/>
                </a:solidFill>
                <a:sym typeface="+mn-lt"/>
              </a:rPr>
              <a:t>Lb</a:t>
            </a:r>
            <a:r>
              <a:rPr lang="zh-CN" altLang="en-US" sz="2600">
                <a:sym typeface="+mn-lt"/>
              </a:rPr>
              <a:t>中的数据元素按值</a:t>
            </a:r>
            <a:r>
              <a:rPr lang="zh-CN" altLang="en-US" sz="2600">
                <a:solidFill>
                  <a:schemeClr val="tx2"/>
                </a:solidFill>
                <a:sym typeface="+mn-lt"/>
              </a:rPr>
              <a:t>非递减</a:t>
            </a:r>
            <a:r>
              <a:rPr lang="zh-CN" altLang="en-US" sz="2600">
                <a:sym typeface="+mn-lt"/>
              </a:rPr>
              <a:t>有序排列</a:t>
            </a:r>
            <a:r>
              <a:rPr lang="en-US" altLang="zh-CN" sz="2600">
                <a:sym typeface="+mn-lt"/>
              </a:rPr>
              <a:t>,</a:t>
            </a:r>
            <a:r>
              <a:rPr lang="zh-CN" altLang="en-US" sz="2600">
                <a:sym typeface="+mn-lt"/>
              </a:rPr>
              <a:t>现要求将</a:t>
            </a:r>
            <a:r>
              <a:rPr lang="en-US" altLang="zh-CN" sz="2600">
                <a:sym typeface="+mn-lt"/>
              </a:rPr>
              <a:t>La</a:t>
            </a:r>
            <a:r>
              <a:rPr lang="zh-CN" altLang="en-US" sz="2600">
                <a:sym typeface="+mn-lt"/>
              </a:rPr>
              <a:t>和</a:t>
            </a:r>
            <a:r>
              <a:rPr lang="en-US" altLang="zh-CN" sz="2600">
                <a:sym typeface="+mn-lt"/>
              </a:rPr>
              <a:t>Lb</a:t>
            </a:r>
            <a:r>
              <a:rPr lang="zh-CN" altLang="en-US" sz="2600">
                <a:sym typeface="+mn-lt"/>
              </a:rPr>
              <a:t>归并为一个新的线性表</a:t>
            </a:r>
            <a:r>
              <a:rPr lang="en-US" altLang="zh-CN" sz="2600">
                <a:solidFill>
                  <a:srgbClr val="FF0000"/>
                </a:solidFill>
                <a:sym typeface="+mn-lt"/>
              </a:rPr>
              <a:t>Lc</a:t>
            </a:r>
            <a:r>
              <a:rPr lang="en-US" altLang="zh-CN" sz="2600">
                <a:sym typeface="+mn-lt"/>
              </a:rPr>
              <a:t>,</a:t>
            </a:r>
            <a:r>
              <a:rPr lang="zh-CN" altLang="en-US" sz="2600">
                <a:sym typeface="+mn-lt"/>
              </a:rPr>
              <a:t>且</a:t>
            </a:r>
            <a:r>
              <a:rPr lang="en-US" altLang="zh-CN" sz="2600">
                <a:sym typeface="+mn-lt"/>
              </a:rPr>
              <a:t>Lc</a:t>
            </a:r>
            <a:r>
              <a:rPr lang="zh-CN" altLang="en-US" sz="2600">
                <a:sym typeface="+mn-lt"/>
              </a:rPr>
              <a:t>中的数据元素仍按值非递减有序排列。</a:t>
            </a:r>
            <a:endParaRPr lang="en-US" altLang="zh-CN" sz="2600">
              <a:sym typeface="+mn-lt"/>
            </a:endParaRPr>
          </a:p>
        </p:txBody>
      </p:sp>
      <p:sp>
        <p:nvSpPr>
          <p:cNvPr id="154630" name="矩形 1">
            <a:extLst>
              <a:ext uri="{FF2B5EF4-FFF2-40B4-BE49-F238E27FC236}">
                <a16:creationId xmlns:a16="http://schemas.microsoft.com/office/drawing/2014/main" id="{C525DB11-1ED4-AB42-A364-F04EF7ECB9FD}"/>
              </a:ext>
            </a:extLst>
          </p:cNvPr>
          <p:cNvSpPr>
            <a:spLocks noChangeArrowheads="1"/>
          </p:cNvSpPr>
          <p:nvPr/>
        </p:nvSpPr>
        <p:spPr bwMode="auto">
          <a:xfrm>
            <a:off x="4932363" y="5164138"/>
            <a:ext cx="3903662" cy="44450"/>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54631" name="矩形 8">
            <a:extLst>
              <a:ext uri="{FF2B5EF4-FFF2-40B4-BE49-F238E27FC236}">
                <a16:creationId xmlns:a16="http://schemas.microsoft.com/office/drawing/2014/main" id="{97C8930A-5AA7-9E45-B4B4-21D639B5C5FD}"/>
              </a:ext>
            </a:extLst>
          </p:cNvPr>
          <p:cNvSpPr>
            <a:spLocks noChangeArrowheads="1"/>
          </p:cNvSpPr>
          <p:nvPr/>
        </p:nvSpPr>
        <p:spPr bwMode="auto">
          <a:xfrm>
            <a:off x="4932363" y="5362575"/>
            <a:ext cx="3903662" cy="46038"/>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54632" name="矩形 9">
            <a:extLst>
              <a:ext uri="{FF2B5EF4-FFF2-40B4-BE49-F238E27FC236}">
                <a16:creationId xmlns:a16="http://schemas.microsoft.com/office/drawing/2014/main" id="{C75C94B8-F542-6C4C-909F-2BAC90E40DD9}"/>
              </a:ext>
            </a:extLst>
          </p:cNvPr>
          <p:cNvSpPr>
            <a:spLocks noChangeArrowheads="1"/>
          </p:cNvSpPr>
          <p:nvPr/>
        </p:nvSpPr>
        <p:spPr bwMode="auto">
          <a:xfrm>
            <a:off x="4932363" y="5538788"/>
            <a:ext cx="3903662" cy="44450"/>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5652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5253"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9" name="Rectangle 8">
            <a:extLst>
              <a:ext uri="{FF2B5EF4-FFF2-40B4-BE49-F238E27FC236}">
                <a16:creationId xmlns:a16="http://schemas.microsoft.com/office/drawing/2014/main" id="{DF7CC774-43B0-49A1-824F-B72AD9B2EEF2}"/>
              </a:ext>
            </a:extLst>
          </p:cNvPr>
          <p:cNvSpPr>
            <a:spLocks noChangeArrowheads="1"/>
          </p:cNvSpPr>
          <p:nvPr/>
        </p:nvSpPr>
        <p:spPr bwMode="auto">
          <a:xfrm>
            <a:off x="722313" y="141288"/>
            <a:ext cx="8096250"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算法步骤</a:t>
            </a:r>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－有序的顺序表合并</a:t>
            </a:r>
          </a:p>
        </p:txBody>
      </p:sp>
      <p:grpSp>
        <p:nvGrpSpPr>
          <p:cNvPr id="3" name="组合 2">
            <a:extLst>
              <a:ext uri="{FF2B5EF4-FFF2-40B4-BE49-F238E27FC236}">
                <a16:creationId xmlns:a16="http://schemas.microsoft.com/office/drawing/2014/main" id="{192D3D28-1A2D-AB45-9DD8-4F22545A5577}"/>
              </a:ext>
            </a:extLst>
          </p:cNvPr>
          <p:cNvGrpSpPr>
            <a:grpSpLocks/>
          </p:cNvGrpSpPr>
          <p:nvPr/>
        </p:nvGrpSpPr>
        <p:grpSpPr bwMode="auto">
          <a:xfrm>
            <a:off x="3101975" y="1290638"/>
            <a:ext cx="2901950" cy="5091112"/>
            <a:chOff x="3101975" y="1290638"/>
            <a:chExt cx="2901950" cy="5091112"/>
          </a:xfrm>
        </p:grpSpPr>
        <p:sp>
          <p:nvSpPr>
            <p:cNvPr id="608261" name="Text Box 5">
              <a:extLst>
                <a:ext uri="{FF2B5EF4-FFF2-40B4-BE49-F238E27FC236}">
                  <a16:creationId xmlns:a16="http://schemas.microsoft.com/office/drawing/2014/main" id="{7B43A008-20D7-40B8-89A4-6F8ABFBF973D}"/>
                </a:ext>
              </a:extLst>
            </p:cNvPr>
            <p:cNvSpPr txBox="1">
              <a:spLocks noChangeArrowheads="1"/>
            </p:cNvSpPr>
            <p:nvPr/>
          </p:nvSpPr>
          <p:spPr bwMode="auto">
            <a:xfrm>
              <a:off x="3386138" y="3543300"/>
              <a:ext cx="2406650" cy="271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pPr>
              <a:r>
                <a:rPr lang="zh-CN" altLang="en-US">
                  <a:sym typeface="+mn-lt"/>
                </a:rPr>
                <a:t>依次从 </a:t>
              </a:r>
              <a:r>
                <a:rPr lang="en-US" altLang="zh-CN">
                  <a:sym typeface="+mn-lt"/>
                </a:rPr>
                <a:t>La </a:t>
              </a:r>
              <a:r>
                <a:rPr lang="zh-CN" altLang="en-US">
                  <a:sym typeface="+mn-lt"/>
                </a:rPr>
                <a:t>或 </a:t>
              </a:r>
              <a:r>
                <a:rPr lang="en-US" altLang="zh-CN">
                  <a:sym typeface="+mn-lt"/>
                </a:rPr>
                <a:t>Lb </a:t>
              </a:r>
              <a:r>
                <a:rPr lang="zh-CN" altLang="en-US">
                  <a:sym typeface="+mn-lt"/>
                </a:rPr>
                <a:t>中“摘取”元素值较小的结点插入到 </a:t>
              </a:r>
              <a:r>
                <a:rPr lang="en-US" altLang="zh-CN">
                  <a:sym typeface="+mn-lt"/>
                </a:rPr>
                <a:t>Lc </a:t>
              </a:r>
              <a:r>
                <a:rPr lang="zh-CN" altLang="en-US">
                  <a:sym typeface="+mn-lt"/>
                </a:rPr>
                <a:t>表的最后，直至其中一个表变空为止</a:t>
              </a:r>
            </a:p>
          </p:txBody>
        </p:sp>
        <p:grpSp>
          <p:nvGrpSpPr>
            <p:cNvPr id="155685" name="组合 25">
              <a:extLst>
                <a:ext uri="{FF2B5EF4-FFF2-40B4-BE49-F238E27FC236}">
                  <a16:creationId xmlns:a16="http://schemas.microsoft.com/office/drawing/2014/main" id="{F0CB765D-6A97-6349-80A3-A470CE9E04A4}"/>
                </a:ext>
              </a:extLst>
            </p:cNvPr>
            <p:cNvGrpSpPr>
              <a:grpSpLocks/>
            </p:cNvGrpSpPr>
            <p:nvPr/>
          </p:nvGrpSpPr>
          <p:grpSpPr bwMode="auto">
            <a:xfrm>
              <a:off x="3101975" y="1290638"/>
              <a:ext cx="2901950" cy="5091112"/>
              <a:chOff x="4645526" y="1879600"/>
              <a:chExt cx="2900948" cy="5091111"/>
            </a:xfrm>
          </p:grpSpPr>
          <p:sp>
            <p:nvSpPr>
              <p:cNvPr id="27" name="íślíḋè-Rectangle 6">
                <a:extLst>
                  <a:ext uri="{FF2B5EF4-FFF2-40B4-BE49-F238E27FC236}">
                    <a16:creationId xmlns:a16="http://schemas.microsoft.com/office/drawing/2014/main" id="{A9CEAA19-1A82-40BD-956F-993C43055755}"/>
                  </a:ext>
                </a:extLst>
              </p:cNvPr>
              <p:cNvSpPr/>
              <p:nvPr/>
            </p:nvSpPr>
            <p:spPr>
              <a:xfrm>
                <a:off x="4737569" y="2003425"/>
                <a:ext cx="2716862" cy="4967286"/>
              </a:xfrm>
              <a:prstGeom prst="rect">
                <a:avLst/>
              </a:prstGeom>
              <a:noFill/>
              <a:ln w="19050" cap="flat" cmpd="sng" algn="ctr">
                <a:solidFill>
                  <a:srgbClr val="C0504D"/>
                </a:solidFill>
                <a:prstDash val="solid"/>
              </a:ln>
              <a:effectLst/>
            </p:spPr>
            <p:txBody>
              <a:bodyPr tIns="2160000" anchorCtr="1">
                <a:normAutofit/>
              </a:bodyPr>
              <a:lstStyle/>
              <a:p>
                <a:pPr algn="ctr" eaLnBrk="1" fontAlgn="auto" hangingPunct="1">
                  <a:lnSpc>
                    <a:spcPct val="120000"/>
                  </a:lnSpc>
                  <a:spcBef>
                    <a:spcPts val="0"/>
                  </a:spcBef>
                  <a:spcAft>
                    <a:spcPts val="0"/>
                  </a:spcAft>
                  <a:defRPr/>
                </a:pPr>
                <a:endParaRPr lang="zh-CN" altLang="en-US" sz="1100" kern="0" dirty="0">
                  <a:solidFill>
                    <a:prstClr val="black"/>
                  </a:solidFill>
                  <a:latin typeface="Arial" panose="020B0604020202020204" pitchFamily="34" charset="0"/>
                  <a:ea typeface="宋体" panose="02010600030101010101" pitchFamily="2" charset="-122"/>
                  <a:sym typeface="Arial" panose="020B0604020202020204" pitchFamily="34" charset="0"/>
                </a:endParaRPr>
              </a:p>
            </p:txBody>
          </p:sp>
          <p:sp>
            <p:nvSpPr>
              <p:cNvPr id="28" name="íślíḋè-Arrow: Pentagon 7">
                <a:extLst>
                  <a:ext uri="{FF2B5EF4-FFF2-40B4-BE49-F238E27FC236}">
                    <a16:creationId xmlns:a16="http://schemas.microsoft.com/office/drawing/2014/main" id="{398978EA-2D6A-4FFF-AEAF-49205941F7A1}"/>
                  </a:ext>
                </a:extLst>
              </p:cNvPr>
              <p:cNvSpPr/>
              <p:nvPr/>
            </p:nvSpPr>
            <p:spPr>
              <a:xfrm rot="5400000">
                <a:off x="4977062" y="1548064"/>
                <a:ext cx="2237876" cy="2900948"/>
              </a:xfrm>
              <a:prstGeom prst="homePlate">
                <a:avLst/>
              </a:prstGeom>
              <a:solidFill>
                <a:srgbClr val="C0504D"/>
              </a:solidFill>
              <a:ln w="25400" cap="flat" cmpd="sng" algn="ctr">
                <a:noFill/>
                <a:prstDash val="solid"/>
              </a:ln>
              <a:effectLst/>
            </p:spPr>
            <p:txBody>
              <a:bodyPr vert="vert270" wrap="none" lIns="216000" anchorCtr="1">
                <a:normAutofit/>
              </a:bodyPr>
              <a:lstStyle/>
              <a:p>
                <a:pPr algn="ctr" eaLnBrk="1" fontAlgn="auto" hangingPunct="1">
                  <a:spcBef>
                    <a:spcPts val="0"/>
                  </a:spcBef>
                  <a:spcAft>
                    <a:spcPts val="0"/>
                  </a:spcAft>
                  <a:defRPr/>
                </a:pPr>
                <a:r>
                  <a:rPr lang="en-US" altLang="zh-CN" sz="3200" kern="0" dirty="0">
                    <a:solidFill>
                      <a:prstClr val="white"/>
                    </a:solidFill>
                    <a:latin typeface="+mn-lt"/>
                    <a:ea typeface="宋体" panose="02010600030101010101" pitchFamily="2" charset="-122"/>
                    <a:sym typeface="Arial" panose="020B0604020202020204" pitchFamily="34" charset="0"/>
                  </a:rPr>
                  <a:t>02</a:t>
                </a:r>
                <a:endParaRPr lang="zh-CN" altLang="en-US" sz="3200" kern="0" dirty="0">
                  <a:solidFill>
                    <a:prstClr val="white"/>
                  </a:solidFill>
                  <a:latin typeface="+mn-lt"/>
                  <a:ea typeface="宋体" panose="02010600030101010101" pitchFamily="2" charset="-122"/>
                  <a:sym typeface="Arial" panose="020B0604020202020204" pitchFamily="34" charset="0"/>
                </a:endParaRPr>
              </a:p>
            </p:txBody>
          </p:sp>
          <p:sp>
            <p:nvSpPr>
              <p:cNvPr id="29" name="íślíḋè-Freeform: Shape 21">
                <a:extLst>
                  <a:ext uri="{FF2B5EF4-FFF2-40B4-BE49-F238E27FC236}">
                    <a16:creationId xmlns:a16="http://schemas.microsoft.com/office/drawing/2014/main" id="{C718A39B-3F88-4145-AE83-4E9B9E3D70EC}"/>
                  </a:ext>
                </a:extLst>
              </p:cNvPr>
              <p:cNvSpPr>
                <a:spLocks/>
              </p:cNvSpPr>
              <p:nvPr/>
            </p:nvSpPr>
            <p:spPr bwMode="auto">
              <a:xfrm>
                <a:off x="5743697" y="2808287"/>
                <a:ext cx="729998" cy="728663"/>
              </a:xfrm>
              <a:custGeom>
                <a:avLst/>
                <a:gdLst>
                  <a:gd name="T0" fmla="*/ 130 w 236"/>
                  <a:gd name="T1" fmla="*/ 1 h 236"/>
                  <a:gd name="T2" fmla="*/ 118 w 236"/>
                  <a:gd name="T3" fmla="*/ 0 h 236"/>
                  <a:gd name="T4" fmla="*/ 30 w 236"/>
                  <a:gd name="T5" fmla="*/ 40 h 236"/>
                  <a:gd name="T6" fmla="*/ 68 w 236"/>
                  <a:gd name="T7" fmla="*/ 105 h 236"/>
                  <a:gd name="T8" fmla="*/ 130 w 236"/>
                  <a:gd name="T9" fmla="*/ 1 h 236"/>
                  <a:gd name="T10" fmla="*/ 20 w 236"/>
                  <a:gd name="T11" fmla="*/ 52 h 236"/>
                  <a:gd name="T12" fmla="*/ 0 w 236"/>
                  <a:gd name="T13" fmla="*/ 118 h 236"/>
                  <a:gd name="T14" fmla="*/ 5 w 236"/>
                  <a:gd name="T15" fmla="*/ 153 h 236"/>
                  <a:gd name="T16" fmla="*/ 81 w 236"/>
                  <a:gd name="T17" fmla="*/ 153 h 236"/>
                  <a:gd name="T18" fmla="*/ 20 w 236"/>
                  <a:gd name="T19" fmla="*/ 52 h 236"/>
                  <a:gd name="T20" fmla="*/ 225 w 236"/>
                  <a:gd name="T21" fmla="*/ 68 h 236"/>
                  <a:gd name="T22" fmla="*/ 145 w 236"/>
                  <a:gd name="T23" fmla="*/ 3 h 236"/>
                  <a:gd name="T24" fmla="*/ 106 w 236"/>
                  <a:gd name="T25" fmla="*/ 68 h 236"/>
                  <a:gd name="T26" fmla="*/ 225 w 236"/>
                  <a:gd name="T27" fmla="*/ 68 h 236"/>
                  <a:gd name="T28" fmla="*/ 130 w 236"/>
                  <a:gd name="T29" fmla="*/ 167 h 236"/>
                  <a:gd name="T30" fmla="*/ 11 w 236"/>
                  <a:gd name="T31" fmla="*/ 167 h 236"/>
                  <a:gd name="T32" fmla="*/ 96 w 236"/>
                  <a:gd name="T33" fmla="*/ 234 h 236"/>
                  <a:gd name="T34" fmla="*/ 93 w 236"/>
                  <a:gd name="T35" fmla="*/ 232 h 236"/>
                  <a:gd name="T36" fmla="*/ 130 w 236"/>
                  <a:gd name="T37" fmla="*/ 167 h 236"/>
                  <a:gd name="T38" fmla="*/ 230 w 236"/>
                  <a:gd name="T39" fmla="*/ 82 h 236"/>
                  <a:gd name="T40" fmla="*/ 155 w 236"/>
                  <a:gd name="T41" fmla="*/ 82 h 236"/>
                  <a:gd name="T42" fmla="*/ 215 w 236"/>
                  <a:gd name="T43" fmla="*/ 186 h 236"/>
                  <a:gd name="T44" fmla="*/ 236 w 236"/>
                  <a:gd name="T45" fmla="*/ 118 h 236"/>
                  <a:gd name="T46" fmla="*/ 230 w 236"/>
                  <a:gd name="T47" fmla="*/ 82 h 236"/>
                  <a:gd name="T48" fmla="*/ 108 w 236"/>
                  <a:gd name="T49" fmla="*/ 236 h 236"/>
                  <a:gd name="T50" fmla="*/ 118 w 236"/>
                  <a:gd name="T51" fmla="*/ 236 h 236"/>
                  <a:gd name="T52" fmla="*/ 205 w 236"/>
                  <a:gd name="T53" fmla="*/ 198 h 236"/>
                  <a:gd name="T54" fmla="*/ 167 w 236"/>
                  <a:gd name="T55" fmla="*/ 132 h 236"/>
                  <a:gd name="T56" fmla="*/ 108 w 236"/>
                  <a:gd name="T57" fmla="*/ 236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6" h="236">
                    <a:moveTo>
                      <a:pt x="130" y="1"/>
                    </a:moveTo>
                    <a:cubicBezTo>
                      <a:pt x="126" y="0"/>
                      <a:pt x="122" y="0"/>
                      <a:pt x="118" y="0"/>
                    </a:cubicBezTo>
                    <a:cubicBezTo>
                      <a:pt x="83" y="0"/>
                      <a:pt x="51" y="16"/>
                      <a:pt x="30" y="40"/>
                    </a:cubicBezTo>
                    <a:cubicBezTo>
                      <a:pt x="68" y="105"/>
                      <a:pt x="68" y="105"/>
                      <a:pt x="68" y="105"/>
                    </a:cubicBezTo>
                    <a:lnTo>
                      <a:pt x="130" y="1"/>
                    </a:lnTo>
                    <a:close/>
                    <a:moveTo>
                      <a:pt x="20" y="52"/>
                    </a:moveTo>
                    <a:cubicBezTo>
                      <a:pt x="7" y="71"/>
                      <a:pt x="0" y="94"/>
                      <a:pt x="0" y="118"/>
                    </a:cubicBezTo>
                    <a:cubicBezTo>
                      <a:pt x="0" y="130"/>
                      <a:pt x="2" y="142"/>
                      <a:pt x="5" y="153"/>
                    </a:cubicBezTo>
                    <a:cubicBezTo>
                      <a:pt x="81" y="153"/>
                      <a:pt x="81" y="153"/>
                      <a:pt x="81" y="153"/>
                    </a:cubicBezTo>
                    <a:lnTo>
                      <a:pt x="20" y="52"/>
                    </a:lnTo>
                    <a:close/>
                    <a:moveTo>
                      <a:pt x="225" y="68"/>
                    </a:moveTo>
                    <a:cubicBezTo>
                      <a:pt x="210" y="36"/>
                      <a:pt x="180" y="11"/>
                      <a:pt x="145" y="3"/>
                    </a:cubicBezTo>
                    <a:cubicBezTo>
                      <a:pt x="106" y="68"/>
                      <a:pt x="106" y="68"/>
                      <a:pt x="106" y="68"/>
                    </a:cubicBezTo>
                    <a:lnTo>
                      <a:pt x="225" y="68"/>
                    </a:lnTo>
                    <a:close/>
                    <a:moveTo>
                      <a:pt x="130" y="167"/>
                    </a:moveTo>
                    <a:cubicBezTo>
                      <a:pt x="11" y="167"/>
                      <a:pt x="11" y="167"/>
                      <a:pt x="11" y="167"/>
                    </a:cubicBezTo>
                    <a:cubicBezTo>
                      <a:pt x="26" y="201"/>
                      <a:pt x="58" y="227"/>
                      <a:pt x="96" y="234"/>
                    </a:cubicBezTo>
                    <a:cubicBezTo>
                      <a:pt x="93" y="232"/>
                      <a:pt x="93" y="232"/>
                      <a:pt x="93" y="232"/>
                    </a:cubicBezTo>
                    <a:lnTo>
                      <a:pt x="130" y="167"/>
                    </a:lnTo>
                    <a:close/>
                    <a:moveTo>
                      <a:pt x="230" y="82"/>
                    </a:moveTo>
                    <a:cubicBezTo>
                      <a:pt x="155" y="82"/>
                      <a:pt x="155" y="82"/>
                      <a:pt x="155" y="82"/>
                    </a:cubicBezTo>
                    <a:cubicBezTo>
                      <a:pt x="215" y="186"/>
                      <a:pt x="215" y="186"/>
                      <a:pt x="215" y="186"/>
                    </a:cubicBezTo>
                    <a:cubicBezTo>
                      <a:pt x="228" y="167"/>
                      <a:pt x="236" y="143"/>
                      <a:pt x="236" y="118"/>
                    </a:cubicBezTo>
                    <a:cubicBezTo>
                      <a:pt x="236" y="106"/>
                      <a:pt x="234" y="94"/>
                      <a:pt x="230" y="82"/>
                    </a:cubicBezTo>
                    <a:close/>
                    <a:moveTo>
                      <a:pt x="108" y="236"/>
                    </a:moveTo>
                    <a:cubicBezTo>
                      <a:pt x="111" y="236"/>
                      <a:pt x="115" y="236"/>
                      <a:pt x="118" y="236"/>
                    </a:cubicBezTo>
                    <a:cubicBezTo>
                      <a:pt x="152" y="236"/>
                      <a:pt x="183" y="221"/>
                      <a:pt x="205" y="198"/>
                    </a:cubicBezTo>
                    <a:cubicBezTo>
                      <a:pt x="167" y="132"/>
                      <a:pt x="167" y="132"/>
                      <a:pt x="167" y="132"/>
                    </a:cubicBezTo>
                    <a:lnTo>
                      <a:pt x="108" y="236"/>
                    </a:lnTo>
                    <a:close/>
                  </a:path>
                </a:pathLst>
              </a:custGeom>
              <a:solidFill>
                <a:sysClr val="window" lastClr="FFFFFF"/>
              </a:solidFill>
              <a:ln>
                <a:noFill/>
              </a:ln>
            </p:spPr>
            <p:txBody>
              <a:bodyPr anchor="ctr"/>
              <a:lstStyle/>
              <a:p>
                <a:pPr algn="ctr" eaLnBrk="1" fontAlgn="auto" hangingPunct="1">
                  <a:spcBef>
                    <a:spcPts val="0"/>
                  </a:spcBef>
                  <a:spcAft>
                    <a:spcPts val="0"/>
                  </a:spcAft>
                  <a:defRPr/>
                </a:pPr>
                <a:endParaRPr sz="1800" kern="0">
                  <a:solidFill>
                    <a:prstClr val="black"/>
                  </a:solidFill>
                  <a:latin typeface="Arial" panose="020B0604020202020204" pitchFamily="34" charset="0"/>
                  <a:ea typeface="微软雅黑" panose="020B0503020204020204" pitchFamily="34" charset="-122"/>
                  <a:sym typeface="Arial" panose="020B0604020202020204" pitchFamily="34" charset="0"/>
                </a:endParaRPr>
              </a:p>
            </p:txBody>
          </p:sp>
        </p:grpSp>
      </p:grpSp>
      <p:grpSp>
        <p:nvGrpSpPr>
          <p:cNvPr id="2" name="组合 1">
            <a:extLst>
              <a:ext uri="{FF2B5EF4-FFF2-40B4-BE49-F238E27FC236}">
                <a16:creationId xmlns:a16="http://schemas.microsoft.com/office/drawing/2014/main" id="{02A0F5F5-31B7-5546-BF86-350D05F34781}"/>
              </a:ext>
            </a:extLst>
          </p:cNvPr>
          <p:cNvGrpSpPr>
            <a:grpSpLocks/>
          </p:cNvGrpSpPr>
          <p:nvPr/>
        </p:nvGrpSpPr>
        <p:grpSpPr bwMode="auto">
          <a:xfrm>
            <a:off x="34925" y="1268413"/>
            <a:ext cx="2901950" cy="5113337"/>
            <a:chOff x="34925" y="1268413"/>
            <a:chExt cx="2901950" cy="5113337"/>
          </a:xfrm>
        </p:grpSpPr>
        <p:grpSp>
          <p:nvGrpSpPr>
            <p:cNvPr id="155669" name="组合 21">
              <a:extLst>
                <a:ext uri="{FF2B5EF4-FFF2-40B4-BE49-F238E27FC236}">
                  <a16:creationId xmlns:a16="http://schemas.microsoft.com/office/drawing/2014/main" id="{E53C28A0-6B3C-F84E-BAA0-8E8FE61CE63F}"/>
                </a:ext>
              </a:extLst>
            </p:cNvPr>
            <p:cNvGrpSpPr>
              <a:grpSpLocks/>
            </p:cNvGrpSpPr>
            <p:nvPr/>
          </p:nvGrpSpPr>
          <p:grpSpPr bwMode="auto">
            <a:xfrm>
              <a:off x="34925" y="1268413"/>
              <a:ext cx="2901950" cy="5113337"/>
              <a:chOff x="1267463" y="1879600"/>
              <a:chExt cx="2900948" cy="5112567"/>
            </a:xfrm>
          </p:grpSpPr>
          <p:sp>
            <p:nvSpPr>
              <p:cNvPr id="23" name="íślíḋè-Rectangle 1">
                <a:extLst>
                  <a:ext uri="{FF2B5EF4-FFF2-40B4-BE49-F238E27FC236}">
                    <a16:creationId xmlns:a16="http://schemas.microsoft.com/office/drawing/2014/main" id="{898EF7B9-55ED-4DED-8CCC-44BA6BC9EF5D}"/>
                  </a:ext>
                </a:extLst>
              </p:cNvPr>
              <p:cNvSpPr/>
              <p:nvPr/>
            </p:nvSpPr>
            <p:spPr>
              <a:xfrm>
                <a:off x="1359506" y="2003406"/>
                <a:ext cx="2716862" cy="4988761"/>
              </a:xfrm>
              <a:prstGeom prst="rect">
                <a:avLst/>
              </a:prstGeom>
              <a:noFill/>
              <a:ln w="19050" cap="flat" cmpd="sng" algn="ctr">
                <a:solidFill>
                  <a:srgbClr val="4F81BD"/>
                </a:solidFill>
                <a:prstDash val="solid"/>
              </a:ln>
              <a:effectLst/>
            </p:spPr>
            <p:txBody>
              <a:bodyPr tIns="2160000" anchorCtr="1">
                <a:normAutofit/>
              </a:bodyPr>
              <a:lstStyle/>
              <a:p>
                <a:pPr algn="ctr" eaLnBrk="1" fontAlgn="auto" hangingPunct="1">
                  <a:lnSpc>
                    <a:spcPct val="120000"/>
                  </a:lnSpc>
                  <a:spcBef>
                    <a:spcPts val="0"/>
                  </a:spcBef>
                  <a:spcAft>
                    <a:spcPts val="0"/>
                  </a:spcAft>
                  <a:defRPr/>
                </a:pPr>
                <a:endParaRPr lang="zh-CN" altLang="en-US" sz="1100" kern="0" dirty="0">
                  <a:solidFill>
                    <a:prstClr val="black"/>
                  </a:solidFill>
                  <a:latin typeface="Arial" panose="020B0604020202020204" pitchFamily="34" charset="0"/>
                  <a:ea typeface="宋体" panose="02010600030101010101" pitchFamily="2" charset="-122"/>
                  <a:sym typeface="Arial" panose="020B0604020202020204" pitchFamily="34" charset="0"/>
                </a:endParaRPr>
              </a:p>
            </p:txBody>
          </p:sp>
          <p:sp>
            <p:nvSpPr>
              <p:cNvPr id="24" name="íślíḋè-Arrow: Pentagon 2">
                <a:extLst>
                  <a:ext uri="{FF2B5EF4-FFF2-40B4-BE49-F238E27FC236}">
                    <a16:creationId xmlns:a16="http://schemas.microsoft.com/office/drawing/2014/main" id="{25357FDB-9F3C-428C-8797-5B89CA715307}"/>
                  </a:ext>
                </a:extLst>
              </p:cNvPr>
              <p:cNvSpPr/>
              <p:nvPr/>
            </p:nvSpPr>
            <p:spPr>
              <a:xfrm rot="5400000">
                <a:off x="1598999" y="1548064"/>
                <a:ext cx="2237876" cy="2900948"/>
              </a:xfrm>
              <a:prstGeom prst="homePlate">
                <a:avLst/>
              </a:prstGeom>
              <a:solidFill>
                <a:srgbClr val="4F81BD"/>
              </a:solidFill>
              <a:ln w="25400" cap="flat" cmpd="sng" algn="ctr">
                <a:noFill/>
                <a:prstDash val="solid"/>
              </a:ln>
              <a:effectLst/>
            </p:spPr>
            <p:txBody>
              <a:bodyPr vert="vert270" wrap="none" lIns="216000" anchorCtr="1">
                <a:normAutofit/>
              </a:bodyPr>
              <a:lstStyle/>
              <a:p>
                <a:pPr algn="ctr" eaLnBrk="1" fontAlgn="auto" hangingPunct="1">
                  <a:spcBef>
                    <a:spcPts val="0"/>
                  </a:spcBef>
                  <a:spcAft>
                    <a:spcPts val="0"/>
                  </a:spcAft>
                  <a:defRPr/>
                </a:pPr>
                <a:r>
                  <a:rPr lang="en-US" altLang="zh-CN" sz="3200" kern="0" dirty="0">
                    <a:solidFill>
                      <a:prstClr val="white"/>
                    </a:solidFill>
                    <a:latin typeface="+mn-lt"/>
                    <a:ea typeface="宋体" panose="02010600030101010101" pitchFamily="2" charset="-122"/>
                    <a:sym typeface="Arial" panose="020B0604020202020204" pitchFamily="34" charset="0"/>
                  </a:rPr>
                  <a:t>01</a:t>
                </a:r>
                <a:endParaRPr lang="zh-CN" altLang="en-US" sz="3200" kern="0" dirty="0">
                  <a:solidFill>
                    <a:prstClr val="white"/>
                  </a:solidFill>
                  <a:latin typeface="+mn-lt"/>
                  <a:ea typeface="宋体" panose="02010600030101010101" pitchFamily="2" charset="-122"/>
                  <a:sym typeface="Arial" panose="020B0604020202020204" pitchFamily="34" charset="0"/>
                </a:endParaRPr>
              </a:p>
            </p:txBody>
          </p:sp>
          <p:sp>
            <p:nvSpPr>
              <p:cNvPr id="25" name="íślíḋè-Freeform: Shape 20">
                <a:extLst>
                  <a:ext uri="{FF2B5EF4-FFF2-40B4-BE49-F238E27FC236}">
                    <a16:creationId xmlns:a16="http://schemas.microsoft.com/office/drawing/2014/main" id="{7DBEBDE8-3EE3-4ECF-A288-72EFB0EA4658}"/>
                  </a:ext>
                </a:extLst>
              </p:cNvPr>
              <p:cNvSpPr>
                <a:spLocks/>
              </p:cNvSpPr>
              <p:nvPr/>
            </p:nvSpPr>
            <p:spPr bwMode="auto">
              <a:xfrm>
                <a:off x="2352938" y="2808147"/>
                <a:ext cx="729998" cy="728553"/>
              </a:xfrm>
              <a:custGeom>
                <a:avLst/>
                <a:gdLst>
                  <a:gd name="T0" fmla="*/ 223 w 228"/>
                  <a:gd name="T1" fmla="*/ 95 h 228"/>
                  <a:gd name="T2" fmla="*/ 196 w 228"/>
                  <a:gd name="T3" fmla="*/ 90 h 228"/>
                  <a:gd name="T4" fmla="*/ 189 w 228"/>
                  <a:gd name="T5" fmla="*/ 74 h 228"/>
                  <a:gd name="T6" fmla="*/ 205 w 228"/>
                  <a:gd name="T7" fmla="*/ 50 h 228"/>
                  <a:gd name="T8" fmla="*/ 205 w 228"/>
                  <a:gd name="T9" fmla="*/ 43 h 228"/>
                  <a:gd name="T10" fmla="*/ 185 w 228"/>
                  <a:gd name="T11" fmla="*/ 24 h 228"/>
                  <a:gd name="T12" fmla="*/ 178 w 228"/>
                  <a:gd name="T13" fmla="*/ 23 h 228"/>
                  <a:gd name="T14" fmla="*/ 155 w 228"/>
                  <a:gd name="T15" fmla="*/ 39 h 228"/>
                  <a:gd name="T16" fmla="*/ 138 w 228"/>
                  <a:gd name="T17" fmla="*/ 32 h 228"/>
                  <a:gd name="T18" fmla="*/ 133 w 228"/>
                  <a:gd name="T19" fmla="*/ 5 h 228"/>
                  <a:gd name="T20" fmla="*/ 127 w 228"/>
                  <a:gd name="T21" fmla="*/ 0 h 228"/>
                  <a:gd name="T22" fmla="*/ 100 w 228"/>
                  <a:gd name="T23" fmla="*/ 0 h 228"/>
                  <a:gd name="T24" fmla="*/ 94 w 228"/>
                  <a:gd name="T25" fmla="*/ 5 h 228"/>
                  <a:gd name="T26" fmla="*/ 89 w 228"/>
                  <a:gd name="T27" fmla="*/ 32 h 228"/>
                  <a:gd name="T28" fmla="*/ 73 w 228"/>
                  <a:gd name="T29" fmla="*/ 39 h 228"/>
                  <a:gd name="T30" fmla="*/ 50 w 228"/>
                  <a:gd name="T31" fmla="*/ 23 h 228"/>
                  <a:gd name="T32" fmla="*/ 43 w 228"/>
                  <a:gd name="T33" fmla="*/ 24 h 228"/>
                  <a:gd name="T34" fmla="*/ 23 w 228"/>
                  <a:gd name="T35" fmla="*/ 43 h 228"/>
                  <a:gd name="T36" fmla="*/ 23 w 228"/>
                  <a:gd name="T37" fmla="*/ 51 h 228"/>
                  <a:gd name="T38" fmla="*/ 39 w 228"/>
                  <a:gd name="T39" fmla="*/ 74 h 228"/>
                  <a:gd name="T40" fmla="*/ 32 w 228"/>
                  <a:gd name="T41" fmla="*/ 90 h 228"/>
                  <a:gd name="T42" fmla="*/ 5 w 228"/>
                  <a:gd name="T43" fmla="*/ 95 h 228"/>
                  <a:gd name="T44" fmla="*/ 0 w 228"/>
                  <a:gd name="T45" fmla="*/ 100 h 228"/>
                  <a:gd name="T46" fmla="*/ 0 w 228"/>
                  <a:gd name="T47" fmla="*/ 128 h 228"/>
                  <a:gd name="T48" fmla="*/ 5 w 228"/>
                  <a:gd name="T49" fmla="*/ 134 h 228"/>
                  <a:gd name="T50" fmla="*/ 32 w 228"/>
                  <a:gd name="T51" fmla="*/ 139 h 228"/>
                  <a:gd name="T52" fmla="*/ 39 w 228"/>
                  <a:gd name="T53" fmla="*/ 155 h 228"/>
                  <a:gd name="T54" fmla="*/ 23 w 228"/>
                  <a:gd name="T55" fmla="*/ 178 h 228"/>
                  <a:gd name="T56" fmla="*/ 24 w 228"/>
                  <a:gd name="T57" fmla="*/ 185 h 228"/>
                  <a:gd name="T58" fmla="*/ 43 w 228"/>
                  <a:gd name="T59" fmla="*/ 204 h 228"/>
                  <a:gd name="T60" fmla="*/ 51 w 228"/>
                  <a:gd name="T61" fmla="*/ 205 h 228"/>
                  <a:gd name="T62" fmla="*/ 73 w 228"/>
                  <a:gd name="T63" fmla="*/ 189 h 228"/>
                  <a:gd name="T64" fmla="*/ 89 w 228"/>
                  <a:gd name="T65" fmla="*/ 196 h 228"/>
                  <a:gd name="T66" fmla="*/ 94 w 228"/>
                  <a:gd name="T67" fmla="*/ 223 h 228"/>
                  <a:gd name="T68" fmla="*/ 100 w 228"/>
                  <a:gd name="T69" fmla="*/ 228 h 228"/>
                  <a:gd name="T70" fmla="*/ 127 w 228"/>
                  <a:gd name="T71" fmla="*/ 228 h 228"/>
                  <a:gd name="T72" fmla="*/ 133 w 228"/>
                  <a:gd name="T73" fmla="*/ 223 h 228"/>
                  <a:gd name="T74" fmla="*/ 138 w 228"/>
                  <a:gd name="T75" fmla="*/ 196 h 228"/>
                  <a:gd name="T76" fmla="*/ 154 w 228"/>
                  <a:gd name="T77" fmla="*/ 190 h 228"/>
                  <a:gd name="T78" fmla="*/ 177 w 228"/>
                  <a:gd name="T79" fmla="*/ 205 h 228"/>
                  <a:gd name="T80" fmla="*/ 185 w 228"/>
                  <a:gd name="T81" fmla="*/ 205 h 228"/>
                  <a:gd name="T82" fmla="*/ 204 w 228"/>
                  <a:gd name="T83" fmla="*/ 185 h 228"/>
                  <a:gd name="T84" fmla="*/ 205 w 228"/>
                  <a:gd name="T85" fmla="*/ 178 h 228"/>
                  <a:gd name="T86" fmla="*/ 189 w 228"/>
                  <a:gd name="T87" fmla="*/ 155 h 228"/>
                  <a:gd name="T88" fmla="*/ 196 w 228"/>
                  <a:gd name="T89" fmla="*/ 139 h 228"/>
                  <a:gd name="T90" fmla="*/ 223 w 228"/>
                  <a:gd name="T91" fmla="*/ 134 h 228"/>
                  <a:gd name="T92" fmla="*/ 228 w 228"/>
                  <a:gd name="T93" fmla="*/ 128 h 228"/>
                  <a:gd name="T94" fmla="*/ 228 w 228"/>
                  <a:gd name="T95" fmla="*/ 100 h 228"/>
                  <a:gd name="T96" fmla="*/ 223 w 228"/>
                  <a:gd name="T97" fmla="*/ 95 h 228"/>
                  <a:gd name="T98" fmla="*/ 114 w 228"/>
                  <a:gd name="T99" fmla="*/ 149 h 228"/>
                  <a:gd name="T100" fmla="*/ 79 w 228"/>
                  <a:gd name="T101" fmla="*/ 114 h 228"/>
                  <a:gd name="T102" fmla="*/ 114 w 228"/>
                  <a:gd name="T103" fmla="*/ 79 h 228"/>
                  <a:gd name="T104" fmla="*/ 149 w 228"/>
                  <a:gd name="T105" fmla="*/ 114 h 228"/>
                  <a:gd name="T106" fmla="*/ 114 w 228"/>
                  <a:gd name="T107" fmla="*/ 149 h 2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28" h="228">
                    <a:moveTo>
                      <a:pt x="223" y="95"/>
                    </a:moveTo>
                    <a:cubicBezTo>
                      <a:pt x="196" y="90"/>
                      <a:pt x="196" y="90"/>
                      <a:pt x="196" y="90"/>
                    </a:cubicBezTo>
                    <a:cubicBezTo>
                      <a:pt x="194" y="84"/>
                      <a:pt x="192" y="79"/>
                      <a:pt x="189" y="74"/>
                    </a:cubicBezTo>
                    <a:cubicBezTo>
                      <a:pt x="205" y="50"/>
                      <a:pt x="205" y="50"/>
                      <a:pt x="205" y="50"/>
                    </a:cubicBezTo>
                    <a:cubicBezTo>
                      <a:pt x="207" y="48"/>
                      <a:pt x="206" y="45"/>
                      <a:pt x="205" y="43"/>
                    </a:cubicBezTo>
                    <a:cubicBezTo>
                      <a:pt x="185" y="24"/>
                      <a:pt x="185" y="24"/>
                      <a:pt x="185" y="24"/>
                    </a:cubicBezTo>
                    <a:cubicBezTo>
                      <a:pt x="183" y="22"/>
                      <a:pt x="180" y="21"/>
                      <a:pt x="178" y="23"/>
                    </a:cubicBezTo>
                    <a:cubicBezTo>
                      <a:pt x="155" y="39"/>
                      <a:pt x="155" y="39"/>
                      <a:pt x="155" y="39"/>
                    </a:cubicBezTo>
                    <a:cubicBezTo>
                      <a:pt x="149" y="36"/>
                      <a:pt x="144" y="34"/>
                      <a:pt x="138" y="32"/>
                    </a:cubicBezTo>
                    <a:cubicBezTo>
                      <a:pt x="133" y="5"/>
                      <a:pt x="133" y="5"/>
                      <a:pt x="133" y="5"/>
                    </a:cubicBezTo>
                    <a:cubicBezTo>
                      <a:pt x="133" y="2"/>
                      <a:pt x="130" y="0"/>
                      <a:pt x="127" y="0"/>
                    </a:cubicBezTo>
                    <a:cubicBezTo>
                      <a:pt x="100" y="0"/>
                      <a:pt x="100" y="0"/>
                      <a:pt x="100" y="0"/>
                    </a:cubicBezTo>
                    <a:cubicBezTo>
                      <a:pt x="97" y="0"/>
                      <a:pt x="95" y="2"/>
                      <a:pt x="94" y="5"/>
                    </a:cubicBezTo>
                    <a:cubicBezTo>
                      <a:pt x="89" y="32"/>
                      <a:pt x="89" y="32"/>
                      <a:pt x="89" y="32"/>
                    </a:cubicBezTo>
                    <a:cubicBezTo>
                      <a:pt x="83" y="34"/>
                      <a:pt x="78" y="36"/>
                      <a:pt x="73" y="39"/>
                    </a:cubicBezTo>
                    <a:cubicBezTo>
                      <a:pt x="50" y="23"/>
                      <a:pt x="50" y="23"/>
                      <a:pt x="50" y="23"/>
                    </a:cubicBezTo>
                    <a:cubicBezTo>
                      <a:pt x="48" y="22"/>
                      <a:pt x="45" y="22"/>
                      <a:pt x="43" y="24"/>
                    </a:cubicBezTo>
                    <a:cubicBezTo>
                      <a:pt x="23" y="43"/>
                      <a:pt x="23" y="43"/>
                      <a:pt x="23" y="43"/>
                    </a:cubicBezTo>
                    <a:cubicBezTo>
                      <a:pt x="22" y="45"/>
                      <a:pt x="21" y="49"/>
                      <a:pt x="23" y="51"/>
                    </a:cubicBezTo>
                    <a:cubicBezTo>
                      <a:pt x="39" y="74"/>
                      <a:pt x="39" y="74"/>
                      <a:pt x="39" y="74"/>
                    </a:cubicBezTo>
                    <a:cubicBezTo>
                      <a:pt x="36" y="79"/>
                      <a:pt x="34" y="84"/>
                      <a:pt x="32" y="90"/>
                    </a:cubicBezTo>
                    <a:cubicBezTo>
                      <a:pt x="5" y="95"/>
                      <a:pt x="5" y="95"/>
                      <a:pt x="5" y="95"/>
                    </a:cubicBezTo>
                    <a:cubicBezTo>
                      <a:pt x="2" y="95"/>
                      <a:pt x="0" y="98"/>
                      <a:pt x="0" y="100"/>
                    </a:cubicBezTo>
                    <a:cubicBezTo>
                      <a:pt x="0" y="128"/>
                      <a:pt x="0" y="128"/>
                      <a:pt x="0" y="128"/>
                    </a:cubicBezTo>
                    <a:cubicBezTo>
                      <a:pt x="0" y="131"/>
                      <a:pt x="2" y="133"/>
                      <a:pt x="5" y="134"/>
                    </a:cubicBezTo>
                    <a:cubicBezTo>
                      <a:pt x="32" y="139"/>
                      <a:pt x="32" y="139"/>
                      <a:pt x="32" y="139"/>
                    </a:cubicBezTo>
                    <a:cubicBezTo>
                      <a:pt x="34" y="144"/>
                      <a:pt x="36" y="150"/>
                      <a:pt x="39" y="155"/>
                    </a:cubicBezTo>
                    <a:cubicBezTo>
                      <a:pt x="23" y="178"/>
                      <a:pt x="23" y="178"/>
                      <a:pt x="23" y="178"/>
                    </a:cubicBezTo>
                    <a:cubicBezTo>
                      <a:pt x="22" y="180"/>
                      <a:pt x="22" y="183"/>
                      <a:pt x="24" y="185"/>
                    </a:cubicBezTo>
                    <a:cubicBezTo>
                      <a:pt x="43" y="204"/>
                      <a:pt x="43" y="204"/>
                      <a:pt x="43" y="204"/>
                    </a:cubicBezTo>
                    <a:cubicBezTo>
                      <a:pt x="45" y="206"/>
                      <a:pt x="48" y="207"/>
                      <a:pt x="51" y="205"/>
                    </a:cubicBezTo>
                    <a:cubicBezTo>
                      <a:pt x="73" y="189"/>
                      <a:pt x="73" y="189"/>
                      <a:pt x="73" y="189"/>
                    </a:cubicBezTo>
                    <a:cubicBezTo>
                      <a:pt x="78" y="192"/>
                      <a:pt x="84" y="194"/>
                      <a:pt x="89" y="196"/>
                    </a:cubicBezTo>
                    <a:cubicBezTo>
                      <a:pt x="94" y="223"/>
                      <a:pt x="94" y="223"/>
                      <a:pt x="94" y="223"/>
                    </a:cubicBezTo>
                    <a:cubicBezTo>
                      <a:pt x="95" y="226"/>
                      <a:pt x="97" y="228"/>
                      <a:pt x="100" y="228"/>
                    </a:cubicBezTo>
                    <a:cubicBezTo>
                      <a:pt x="127" y="228"/>
                      <a:pt x="127" y="228"/>
                      <a:pt x="127" y="228"/>
                    </a:cubicBezTo>
                    <a:cubicBezTo>
                      <a:pt x="130" y="228"/>
                      <a:pt x="133" y="226"/>
                      <a:pt x="133" y="223"/>
                    </a:cubicBezTo>
                    <a:cubicBezTo>
                      <a:pt x="138" y="196"/>
                      <a:pt x="138" y="196"/>
                      <a:pt x="138" y="196"/>
                    </a:cubicBezTo>
                    <a:cubicBezTo>
                      <a:pt x="144" y="194"/>
                      <a:pt x="149" y="192"/>
                      <a:pt x="154" y="190"/>
                    </a:cubicBezTo>
                    <a:cubicBezTo>
                      <a:pt x="177" y="205"/>
                      <a:pt x="177" y="205"/>
                      <a:pt x="177" y="205"/>
                    </a:cubicBezTo>
                    <a:cubicBezTo>
                      <a:pt x="180" y="207"/>
                      <a:pt x="183" y="207"/>
                      <a:pt x="185" y="205"/>
                    </a:cubicBezTo>
                    <a:cubicBezTo>
                      <a:pt x="204" y="185"/>
                      <a:pt x="204" y="185"/>
                      <a:pt x="204" y="185"/>
                    </a:cubicBezTo>
                    <a:cubicBezTo>
                      <a:pt x="206" y="183"/>
                      <a:pt x="206" y="180"/>
                      <a:pt x="205" y="178"/>
                    </a:cubicBezTo>
                    <a:cubicBezTo>
                      <a:pt x="189" y="155"/>
                      <a:pt x="189" y="155"/>
                      <a:pt x="189" y="155"/>
                    </a:cubicBezTo>
                    <a:cubicBezTo>
                      <a:pt x="192" y="150"/>
                      <a:pt x="194" y="144"/>
                      <a:pt x="196" y="139"/>
                    </a:cubicBezTo>
                    <a:cubicBezTo>
                      <a:pt x="223" y="134"/>
                      <a:pt x="223" y="134"/>
                      <a:pt x="223" y="134"/>
                    </a:cubicBezTo>
                    <a:cubicBezTo>
                      <a:pt x="226" y="133"/>
                      <a:pt x="228" y="131"/>
                      <a:pt x="228" y="128"/>
                    </a:cubicBezTo>
                    <a:cubicBezTo>
                      <a:pt x="228" y="100"/>
                      <a:pt x="228" y="100"/>
                      <a:pt x="228" y="100"/>
                    </a:cubicBezTo>
                    <a:cubicBezTo>
                      <a:pt x="228" y="98"/>
                      <a:pt x="226" y="95"/>
                      <a:pt x="223" y="95"/>
                    </a:cubicBezTo>
                    <a:close/>
                    <a:moveTo>
                      <a:pt x="114" y="149"/>
                    </a:moveTo>
                    <a:cubicBezTo>
                      <a:pt x="95" y="149"/>
                      <a:pt x="79" y="133"/>
                      <a:pt x="79" y="114"/>
                    </a:cubicBezTo>
                    <a:cubicBezTo>
                      <a:pt x="79" y="95"/>
                      <a:pt x="95" y="79"/>
                      <a:pt x="114" y="79"/>
                    </a:cubicBezTo>
                    <a:cubicBezTo>
                      <a:pt x="133" y="79"/>
                      <a:pt x="149" y="95"/>
                      <a:pt x="149" y="114"/>
                    </a:cubicBezTo>
                    <a:cubicBezTo>
                      <a:pt x="149" y="133"/>
                      <a:pt x="133" y="149"/>
                      <a:pt x="114" y="149"/>
                    </a:cubicBezTo>
                    <a:close/>
                  </a:path>
                </a:pathLst>
              </a:custGeom>
              <a:solidFill>
                <a:sysClr val="window" lastClr="FFFFFF"/>
              </a:solidFill>
              <a:ln>
                <a:noFill/>
              </a:ln>
            </p:spPr>
            <p:txBody>
              <a:bodyPr anchor="ctr"/>
              <a:lstStyle/>
              <a:p>
                <a:pPr algn="ctr" eaLnBrk="1" fontAlgn="auto" hangingPunct="1">
                  <a:spcBef>
                    <a:spcPts val="0"/>
                  </a:spcBef>
                  <a:spcAft>
                    <a:spcPts val="0"/>
                  </a:spcAft>
                  <a:defRPr/>
                </a:pPr>
                <a:endParaRPr sz="1800" kern="0">
                  <a:solidFill>
                    <a:prstClr val="black"/>
                  </a:solidFill>
                  <a:latin typeface="Arial" panose="020B0604020202020204" pitchFamily="34" charset="0"/>
                  <a:ea typeface="微软雅黑" panose="020B0503020204020204" pitchFamily="34" charset="-122"/>
                  <a:sym typeface="Arial" panose="020B0604020202020204" pitchFamily="34" charset="0"/>
                </a:endParaRPr>
              </a:p>
            </p:txBody>
          </p:sp>
        </p:grpSp>
        <p:sp>
          <p:nvSpPr>
            <p:cNvPr id="30" name="Text Box 4">
              <a:extLst>
                <a:ext uri="{FF2B5EF4-FFF2-40B4-BE49-F238E27FC236}">
                  <a16:creationId xmlns:a16="http://schemas.microsoft.com/office/drawing/2014/main" id="{BCB13BC0-65C7-4714-A21B-6B93CC09FC00}"/>
                </a:ext>
              </a:extLst>
            </p:cNvPr>
            <p:cNvSpPr txBox="1">
              <a:spLocks noChangeArrowheads="1"/>
            </p:cNvSpPr>
            <p:nvPr/>
          </p:nvSpPr>
          <p:spPr bwMode="auto">
            <a:xfrm>
              <a:off x="347663" y="3668713"/>
              <a:ext cx="25177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a:sym typeface="+mn-lt"/>
                </a:rPr>
                <a:t>创建一个空表</a:t>
              </a:r>
              <a:r>
                <a:rPr lang="en-US" altLang="zh-CN">
                  <a:sym typeface="+mn-lt"/>
                </a:rPr>
                <a:t>Lc</a:t>
              </a:r>
            </a:p>
          </p:txBody>
        </p:sp>
        <p:cxnSp>
          <p:nvCxnSpPr>
            <p:cNvPr id="155671" name="直接连接符 2">
              <a:extLst>
                <a:ext uri="{FF2B5EF4-FFF2-40B4-BE49-F238E27FC236}">
                  <a16:creationId xmlns:a16="http://schemas.microsoft.com/office/drawing/2014/main" id="{B16EEA6A-7CFD-5A41-86F0-A3117716F91D}"/>
                </a:ext>
              </a:extLst>
            </p:cNvPr>
            <p:cNvCxnSpPr>
              <a:cxnSpLocks noChangeShapeType="1"/>
            </p:cNvCxnSpPr>
            <p:nvPr/>
          </p:nvCxnSpPr>
          <p:spPr bwMode="auto">
            <a:xfrm>
              <a:off x="127000" y="5291138"/>
              <a:ext cx="993775" cy="0"/>
            </a:xfrm>
            <a:prstGeom prst="line">
              <a:avLst/>
            </a:prstGeom>
            <a:noFill/>
            <a:ln w="9525" algn="ctr">
              <a:solidFill>
                <a:srgbClr val="4F81BD"/>
              </a:solidFill>
              <a:round/>
              <a:headEnd/>
              <a:tailEnd/>
            </a:ln>
            <a:extLst>
              <a:ext uri="{909E8E84-426E-40DD-AFC4-6F175D3DCCD1}">
                <a14:hiddenFill xmlns:a14="http://schemas.microsoft.com/office/drawing/2010/main">
                  <a:noFill/>
                </a14:hiddenFill>
              </a:ext>
            </a:extLst>
          </p:spPr>
        </p:cxnSp>
        <p:cxnSp>
          <p:nvCxnSpPr>
            <p:cNvPr id="155672" name="直接连接符 32">
              <a:extLst>
                <a:ext uri="{FF2B5EF4-FFF2-40B4-BE49-F238E27FC236}">
                  <a16:creationId xmlns:a16="http://schemas.microsoft.com/office/drawing/2014/main" id="{F31D140D-033F-A24A-8626-68F8F7FCA7F5}"/>
                </a:ext>
              </a:extLst>
            </p:cNvPr>
            <p:cNvCxnSpPr>
              <a:cxnSpLocks noChangeShapeType="1"/>
            </p:cNvCxnSpPr>
            <p:nvPr/>
          </p:nvCxnSpPr>
          <p:spPr bwMode="auto">
            <a:xfrm>
              <a:off x="127000" y="5373688"/>
              <a:ext cx="993775" cy="0"/>
            </a:xfrm>
            <a:prstGeom prst="line">
              <a:avLst/>
            </a:prstGeom>
            <a:noFill/>
            <a:ln w="9525" algn="ctr">
              <a:solidFill>
                <a:srgbClr val="4F81BD"/>
              </a:solidFill>
              <a:round/>
              <a:headEnd/>
              <a:tailEnd/>
            </a:ln>
            <a:extLst>
              <a:ext uri="{909E8E84-426E-40DD-AFC4-6F175D3DCCD1}">
                <a14:hiddenFill xmlns:a14="http://schemas.microsoft.com/office/drawing/2010/main">
                  <a:noFill/>
                </a14:hiddenFill>
              </a:ext>
            </a:extLst>
          </p:spPr>
        </p:cxnSp>
        <p:cxnSp>
          <p:nvCxnSpPr>
            <p:cNvPr id="155673" name="直接连接符 33">
              <a:extLst>
                <a:ext uri="{FF2B5EF4-FFF2-40B4-BE49-F238E27FC236}">
                  <a16:creationId xmlns:a16="http://schemas.microsoft.com/office/drawing/2014/main" id="{C533EBC4-3A38-814D-8D0B-28291E184B7A}"/>
                </a:ext>
              </a:extLst>
            </p:cNvPr>
            <p:cNvCxnSpPr>
              <a:cxnSpLocks noChangeShapeType="1"/>
            </p:cNvCxnSpPr>
            <p:nvPr/>
          </p:nvCxnSpPr>
          <p:spPr bwMode="auto">
            <a:xfrm>
              <a:off x="127000" y="5445125"/>
              <a:ext cx="993775" cy="0"/>
            </a:xfrm>
            <a:prstGeom prst="line">
              <a:avLst/>
            </a:prstGeom>
            <a:noFill/>
            <a:ln w="9525" algn="ctr">
              <a:solidFill>
                <a:srgbClr val="4F81BD"/>
              </a:solidFill>
              <a:round/>
              <a:headEnd/>
              <a:tailEnd/>
            </a:ln>
            <a:extLst>
              <a:ext uri="{909E8E84-426E-40DD-AFC4-6F175D3DCCD1}">
                <a14:hiddenFill xmlns:a14="http://schemas.microsoft.com/office/drawing/2010/main">
                  <a:noFill/>
                </a14:hiddenFill>
              </a:ext>
            </a:extLst>
          </p:spPr>
        </p:cxnSp>
        <p:cxnSp>
          <p:nvCxnSpPr>
            <p:cNvPr id="155674" name="直接连接符 34">
              <a:extLst>
                <a:ext uri="{FF2B5EF4-FFF2-40B4-BE49-F238E27FC236}">
                  <a16:creationId xmlns:a16="http://schemas.microsoft.com/office/drawing/2014/main" id="{E5F410EE-6082-9F41-9955-4A842D3E8E7E}"/>
                </a:ext>
              </a:extLst>
            </p:cNvPr>
            <p:cNvCxnSpPr>
              <a:cxnSpLocks noChangeShapeType="1"/>
            </p:cNvCxnSpPr>
            <p:nvPr/>
          </p:nvCxnSpPr>
          <p:spPr bwMode="auto">
            <a:xfrm>
              <a:off x="127000" y="5516563"/>
              <a:ext cx="993775" cy="0"/>
            </a:xfrm>
            <a:prstGeom prst="line">
              <a:avLst/>
            </a:prstGeom>
            <a:noFill/>
            <a:ln w="9525" algn="ctr">
              <a:solidFill>
                <a:srgbClr val="4F81BD"/>
              </a:solidFill>
              <a:round/>
              <a:headEnd/>
              <a:tailEnd/>
            </a:ln>
            <a:extLst>
              <a:ext uri="{909E8E84-426E-40DD-AFC4-6F175D3DCCD1}">
                <a14:hiddenFill xmlns:a14="http://schemas.microsoft.com/office/drawing/2010/main">
                  <a:noFill/>
                </a14:hiddenFill>
              </a:ext>
            </a:extLst>
          </p:spPr>
        </p:cxnSp>
        <p:cxnSp>
          <p:nvCxnSpPr>
            <p:cNvPr id="155675" name="直接连接符 36">
              <a:extLst>
                <a:ext uri="{FF2B5EF4-FFF2-40B4-BE49-F238E27FC236}">
                  <a16:creationId xmlns:a16="http://schemas.microsoft.com/office/drawing/2014/main" id="{B767681B-C074-3041-97F8-BE82B15CA0C5}"/>
                </a:ext>
              </a:extLst>
            </p:cNvPr>
            <p:cNvCxnSpPr>
              <a:cxnSpLocks noChangeShapeType="1"/>
            </p:cNvCxnSpPr>
            <p:nvPr/>
          </p:nvCxnSpPr>
          <p:spPr bwMode="auto">
            <a:xfrm>
              <a:off x="127000" y="5589588"/>
              <a:ext cx="993775" cy="0"/>
            </a:xfrm>
            <a:prstGeom prst="line">
              <a:avLst/>
            </a:prstGeom>
            <a:noFill/>
            <a:ln w="9525" algn="ctr">
              <a:solidFill>
                <a:srgbClr val="4F81BD"/>
              </a:solidFill>
              <a:round/>
              <a:headEnd/>
              <a:tailEnd/>
            </a:ln>
            <a:extLst>
              <a:ext uri="{909E8E84-426E-40DD-AFC4-6F175D3DCCD1}">
                <a14:hiddenFill xmlns:a14="http://schemas.microsoft.com/office/drawing/2010/main">
                  <a:noFill/>
                </a14:hiddenFill>
              </a:ext>
            </a:extLst>
          </p:spPr>
        </p:cxnSp>
        <p:cxnSp>
          <p:nvCxnSpPr>
            <p:cNvPr id="155676" name="直接连接符 37">
              <a:extLst>
                <a:ext uri="{FF2B5EF4-FFF2-40B4-BE49-F238E27FC236}">
                  <a16:creationId xmlns:a16="http://schemas.microsoft.com/office/drawing/2014/main" id="{A4C52C41-7787-7747-93F6-672E386A971A}"/>
                </a:ext>
              </a:extLst>
            </p:cNvPr>
            <p:cNvCxnSpPr>
              <a:cxnSpLocks noChangeShapeType="1"/>
            </p:cNvCxnSpPr>
            <p:nvPr/>
          </p:nvCxnSpPr>
          <p:spPr bwMode="auto">
            <a:xfrm>
              <a:off x="127000" y="5651500"/>
              <a:ext cx="993775" cy="0"/>
            </a:xfrm>
            <a:prstGeom prst="line">
              <a:avLst/>
            </a:prstGeom>
            <a:noFill/>
            <a:ln w="9525" algn="ctr">
              <a:solidFill>
                <a:srgbClr val="4F81BD"/>
              </a:solidFill>
              <a:round/>
              <a:headEnd/>
              <a:tailEnd/>
            </a:ln>
            <a:extLst>
              <a:ext uri="{909E8E84-426E-40DD-AFC4-6F175D3DCCD1}">
                <a14:hiddenFill xmlns:a14="http://schemas.microsoft.com/office/drawing/2010/main">
                  <a:noFill/>
                </a14:hiddenFill>
              </a:ext>
            </a:extLst>
          </p:spPr>
        </p:cxnSp>
        <p:cxnSp>
          <p:nvCxnSpPr>
            <p:cNvPr id="155677" name="直接连接符 38">
              <a:extLst>
                <a:ext uri="{FF2B5EF4-FFF2-40B4-BE49-F238E27FC236}">
                  <a16:creationId xmlns:a16="http://schemas.microsoft.com/office/drawing/2014/main" id="{D75FCCBF-C5AE-B14F-8D0F-DFD5FE227DC1}"/>
                </a:ext>
              </a:extLst>
            </p:cNvPr>
            <p:cNvCxnSpPr>
              <a:cxnSpLocks noChangeShapeType="1"/>
            </p:cNvCxnSpPr>
            <p:nvPr/>
          </p:nvCxnSpPr>
          <p:spPr bwMode="auto">
            <a:xfrm>
              <a:off x="127000" y="5732463"/>
              <a:ext cx="993775" cy="0"/>
            </a:xfrm>
            <a:prstGeom prst="line">
              <a:avLst/>
            </a:prstGeom>
            <a:noFill/>
            <a:ln w="9525" algn="ctr">
              <a:solidFill>
                <a:srgbClr val="4F81BD"/>
              </a:solidFill>
              <a:round/>
              <a:headEnd/>
              <a:tailEnd/>
            </a:ln>
            <a:extLst>
              <a:ext uri="{909E8E84-426E-40DD-AFC4-6F175D3DCCD1}">
                <a14:hiddenFill xmlns:a14="http://schemas.microsoft.com/office/drawing/2010/main">
                  <a:noFill/>
                </a14:hiddenFill>
              </a:ext>
            </a:extLst>
          </p:spPr>
        </p:cxnSp>
        <p:cxnSp>
          <p:nvCxnSpPr>
            <p:cNvPr id="155678" name="直接连接符 39">
              <a:extLst>
                <a:ext uri="{FF2B5EF4-FFF2-40B4-BE49-F238E27FC236}">
                  <a16:creationId xmlns:a16="http://schemas.microsoft.com/office/drawing/2014/main" id="{66715667-A994-A04E-949C-83656AF02207}"/>
                </a:ext>
              </a:extLst>
            </p:cNvPr>
            <p:cNvCxnSpPr>
              <a:cxnSpLocks noChangeShapeType="1"/>
            </p:cNvCxnSpPr>
            <p:nvPr/>
          </p:nvCxnSpPr>
          <p:spPr bwMode="auto">
            <a:xfrm>
              <a:off x="127000" y="5805488"/>
              <a:ext cx="993775" cy="0"/>
            </a:xfrm>
            <a:prstGeom prst="line">
              <a:avLst/>
            </a:prstGeom>
            <a:noFill/>
            <a:ln w="9525" algn="ctr">
              <a:solidFill>
                <a:srgbClr val="4F81BD"/>
              </a:solidFill>
              <a:round/>
              <a:headEnd/>
              <a:tailEnd/>
            </a:ln>
            <a:extLst>
              <a:ext uri="{909E8E84-426E-40DD-AFC4-6F175D3DCCD1}">
                <a14:hiddenFill xmlns:a14="http://schemas.microsoft.com/office/drawing/2010/main">
                  <a:noFill/>
                </a14:hiddenFill>
              </a:ext>
            </a:extLst>
          </p:spPr>
        </p:cxnSp>
        <p:cxnSp>
          <p:nvCxnSpPr>
            <p:cNvPr id="155679" name="直接连接符 40">
              <a:extLst>
                <a:ext uri="{FF2B5EF4-FFF2-40B4-BE49-F238E27FC236}">
                  <a16:creationId xmlns:a16="http://schemas.microsoft.com/office/drawing/2014/main" id="{A071AC8F-B9AF-594A-A5D7-F2B91F45594D}"/>
                </a:ext>
              </a:extLst>
            </p:cNvPr>
            <p:cNvCxnSpPr>
              <a:cxnSpLocks noChangeShapeType="1"/>
            </p:cNvCxnSpPr>
            <p:nvPr/>
          </p:nvCxnSpPr>
          <p:spPr bwMode="auto">
            <a:xfrm>
              <a:off x="127000" y="5876925"/>
              <a:ext cx="993775" cy="0"/>
            </a:xfrm>
            <a:prstGeom prst="line">
              <a:avLst/>
            </a:prstGeom>
            <a:noFill/>
            <a:ln w="9525" algn="ctr">
              <a:solidFill>
                <a:srgbClr val="4F81BD"/>
              </a:solidFill>
              <a:round/>
              <a:headEnd/>
              <a:tailEnd/>
            </a:ln>
            <a:extLst>
              <a:ext uri="{909E8E84-426E-40DD-AFC4-6F175D3DCCD1}">
                <a14:hiddenFill xmlns:a14="http://schemas.microsoft.com/office/drawing/2010/main">
                  <a:noFill/>
                </a14:hiddenFill>
              </a:ext>
            </a:extLst>
          </p:spPr>
        </p:cxnSp>
        <p:cxnSp>
          <p:nvCxnSpPr>
            <p:cNvPr id="155680" name="直接连接符 41">
              <a:extLst>
                <a:ext uri="{FF2B5EF4-FFF2-40B4-BE49-F238E27FC236}">
                  <a16:creationId xmlns:a16="http://schemas.microsoft.com/office/drawing/2014/main" id="{0EA9A9FD-9DBA-DD42-91E8-FF8F8065620E}"/>
                </a:ext>
              </a:extLst>
            </p:cNvPr>
            <p:cNvCxnSpPr>
              <a:cxnSpLocks noChangeShapeType="1"/>
            </p:cNvCxnSpPr>
            <p:nvPr/>
          </p:nvCxnSpPr>
          <p:spPr bwMode="auto">
            <a:xfrm>
              <a:off x="127000" y="5949950"/>
              <a:ext cx="993775" cy="0"/>
            </a:xfrm>
            <a:prstGeom prst="line">
              <a:avLst/>
            </a:prstGeom>
            <a:noFill/>
            <a:ln w="9525" algn="ctr">
              <a:solidFill>
                <a:srgbClr val="4F81BD"/>
              </a:solidFill>
              <a:round/>
              <a:headEnd/>
              <a:tailEnd/>
            </a:ln>
            <a:extLst>
              <a:ext uri="{909E8E84-426E-40DD-AFC4-6F175D3DCCD1}">
                <a14:hiddenFill xmlns:a14="http://schemas.microsoft.com/office/drawing/2010/main">
                  <a:noFill/>
                </a14:hiddenFill>
              </a:ext>
            </a:extLst>
          </p:spPr>
        </p:cxnSp>
      </p:grpSp>
      <p:grpSp>
        <p:nvGrpSpPr>
          <p:cNvPr id="4" name="组合 3">
            <a:extLst>
              <a:ext uri="{FF2B5EF4-FFF2-40B4-BE49-F238E27FC236}">
                <a16:creationId xmlns:a16="http://schemas.microsoft.com/office/drawing/2014/main" id="{B288C4DE-83DD-174B-B64B-6BF1D10F2A59}"/>
              </a:ext>
            </a:extLst>
          </p:cNvPr>
          <p:cNvGrpSpPr>
            <a:grpSpLocks/>
          </p:cNvGrpSpPr>
          <p:nvPr/>
        </p:nvGrpSpPr>
        <p:grpSpPr bwMode="auto">
          <a:xfrm>
            <a:off x="6134100" y="1290638"/>
            <a:ext cx="2900363" cy="5091112"/>
            <a:chOff x="6134100" y="1290638"/>
            <a:chExt cx="2900363" cy="5091112"/>
          </a:xfrm>
        </p:grpSpPr>
        <p:sp>
          <p:nvSpPr>
            <p:cNvPr id="608262" name="Text Box 6">
              <a:extLst>
                <a:ext uri="{FF2B5EF4-FFF2-40B4-BE49-F238E27FC236}">
                  <a16:creationId xmlns:a16="http://schemas.microsoft.com/office/drawing/2014/main" id="{8916B353-56F5-494C-9257-0650E2922B00}"/>
                </a:ext>
              </a:extLst>
            </p:cNvPr>
            <p:cNvSpPr txBox="1">
              <a:spLocks noChangeArrowheads="1"/>
            </p:cNvSpPr>
            <p:nvPr/>
          </p:nvSpPr>
          <p:spPr bwMode="auto">
            <a:xfrm>
              <a:off x="6332538" y="3463925"/>
              <a:ext cx="2449512" cy="1827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pPr>
              <a:r>
                <a:rPr lang="zh-CN" altLang="en-US">
                  <a:sym typeface="+mn-lt"/>
                </a:rPr>
                <a:t>继续将 </a:t>
              </a:r>
              <a:r>
                <a:rPr lang="en-US" altLang="zh-CN">
                  <a:sym typeface="+mn-lt"/>
                </a:rPr>
                <a:t>La </a:t>
              </a:r>
              <a:r>
                <a:rPr lang="zh-CN" altLang="en-US">
                  <a:sym typeface="+mn-lt"/>
                </a:rPr>
                <a:t>或 </a:t>
              </a:r>
              <a:r>
                <a:rPr lang="en-US" altLang="zh-CN">
                  <a:sym typeface="+mn-lt"/>
                </a:rPr>
                <a:t>Lb </a:t>
              </a:r>
              <a:r>
                <a:rPr lang="zh-CN" altLang="en-US">
                  <a:sym typeface="+mn-lt"/>
                </a:rPr>
                <a:t>其中一个表的剩余结点插入在 </a:t>
              </a:r>
              <a:r>
                <a:rPr lang="en-US" altLang="zh-CN">
                  <a:sym typeface="+mn-lt"/>
                </a:rPr>
                <a:t>Lc </a:t>
              </a:r>
              <a:r>
                <a:rPr lang="zh-CN" altLang="en-US">
                  <a:sym typeface="+mn-lt"/>
                </a:rPr>
                <a:t>表的最后</a:t>
              </a:r>
            </a:p>
          </p:txBody>
        </p:sp>
        <p:grpSp>
          <p:nvGrpSpPr>
            <p:cNvPr id="155655" name="组合 17">
              <a:extLst>
                <a:ext uri="{FF2B5EF4-FFF2-40B4-BE49-F238E27FC236}">
                  <a16:creationId xmlns:a16="http://schemas.microsoft.com/office/drawing/2014/main" id="{30560532-41A3-C245-A3D0-212FF5572BF3}"/>
                </a:ext>
              </a:extLst>
            </p:cNvPr>
            <p:cNvGrpSpPr>
              <a:grpSpLocks/>
            </p:cNvGrpSpPr>
            <p:nvPr/>
          </p:nvGrpSpPr>
          <p:grpSpPr bwMode="auto">
            <a:xfrm>
              <a:off x="6134100" y="1290638"/>
              <a:ext cx="2900363" cy="5091112"/>
              <a:chOff x="8023591" y="1879600"/>
              <a:chExt cx="2900948" cy="5091111"/>
            </a:xfrm>
          </p:grpSpPr>
          <p:sp>
            <p:nvSpPr>
              <p:cNvPr id="19" name="íślíḋè-Rectangle 11">
                <a:extLst>
                  <a:ext uri="{FF2B5EF4-FFF2-40B4-BE49-F238E27FC236}">
                    <a16:creationId xmlns:a16="http://schemas.microsoft.com/office/drawing/2014/main" id="{6AF31B8C-A701-465D-AE32-161F6AC47215}"/>
                  </a:ext>
                </a:extLst>
              </p:cNvPr>
              <p:cNvSpPr/>
              <p:nvPr/>
            </p:nvSpPr>
            <p:spPr>
              <a:xfrm>
                <a:off x="8115685" y="2003425"/>
                <a:ext cx="2716761" cy="4967286"/>
              </a:xfrm>
              <a:prstGeom prst="rect">
                <a:avLst/>
              </a:prstGeom>
              <a:noFill/>
              <a:ln w="19050" cap="flat" cmpd="sng" algn="ctr">
                <a:solidFill>
                  <a:schemeClr val="accent1">
                    <a:lumMod val="60000"/>
                    <a:lumOff val="40000"/>
                  </a:schemeClr>
                </a:solidFill>
                <a:prstDash val="solid"/>
              </a:ln>
              <a:effectLst/>
            </p:spPr>
            <p:txBody>
              <a:bodyPr tIns="2160000" anchorCtr="1">
                <a:normAutofit/>
              </a:bodyPr>
              <a:lstStyle/>
              <a:p>
                <a:pPr algn="ctr" eaLnBrk="1" fontAlgn="auto" hangingPunct="1">
                  <a:lnSpc>
                    <a:spcPct val="120000"/>
                  </a:lnSpc>
                  <a:spcBef>
                    <a:spcPts val="0"/>
                  </a:spcBef>
                  <a:spcAft>
                    <a:spcPts val="0"/>
                  </a:spcAft>
                  <a:defRPr/>
                </a:pPr>
                <a:endParaRPr lang="zh-CN" altLang="en-US" sz="1100" kern="0" dirty="0">
                  <a:solidFill>
                    <a:prstClr val="black"/>
                  </a:solidFill>
                  <a:latin typeface="Arial" panose="020B0604020202020204" pitchFamily="34" charset="0"/>
                  <a:ea typeface="宋体" panose="02010600030101010101" pitchFamily="2" charset="-122"/>
                  <a:sym typeface="Arial" panose="020B0604020202020204" pitchFamily="34" charset="0"/>
                </a:endParaRPr>
              </a:p>
            </p:txBody>
          </p:sp>
          <p:sp>
            <p:nvSpPr>
              <p:cNvPr id="20" name="íślíḋè-Arrow: Pentagon 12">
                <a:extLst>
                  <a:ext uri="{FF2B5EF4-FFF2-40B4-BE49-F238E27FC236}">
                    <a16:creationId xmlns:a16="http://schemas.microsoft.com/office/drawing/2014/main" id="{905300F4-A6E6-4F01-947F-75C76514140F}"/>
                  </a:ext>
                </a:extLst>
              </p:cNvPr>
              <p:cNvSpPr/>
              <p:nvPr/>
            </p:nvSpPr>
            <p:spPr>
              <a:xfrm rot="5400000">
                <a:off x="8355127" y="1548064"/>
                <a:ext cx="2237876" cy="2900948"/>
              </a:xfrm>
              <a:prstGeom prst="homePlate">
                <a:avLst/>
              </a:prstGeom>
              <a:solidFill>
                <a:srgbClr val="9476B6"/>
              </a:solidFill>
              <a:ln w="25400" cap="flat" cmpd="sng" algn="ctr">
                <a:noFill/>
                <a:prstDash val="solid"/>
              </a:ln>
              <a:effectLst/>
            </p:spPr>
            <p:txBody>
              <a:bodyPr vert="vert270" wrap="none" lIns="216000" tIns="0" anchorCtr="1">
                <a:normAutofit/>
              </a:bodyPr>
              <a:lstStyle/>
              <a:p>
                <a:pPr algn="ctr" eaLnBrk="1" fontAlgn="auto" hangingPunct="1">
                  <a:spcBef>
                    <a:spcPts val="0"/>
                  </a:spcBef>
                  <a:spcAft>
                    <a:spcPts val="0"/>
                  </a:spcAft>
                  <a:defRPr/>
                </a:pPr>
                <a:r>
                  <a:rPr lang="en-US" altLang="zh-CN" sz="3200" kern="0" dirty="0">
                    <a:solidFill>
                      <a:prstClr val="white"/>
                    </a:solidFill>
                    <a:latin typeface="+mn-lt"/>
                    <a:ea typeface="宋体" panose="02010600030101010101" pitchFamily="2" charset="-122"/>
                    <a:sym typeface="Arial" panose="020B0604020202020204" pitchFamily="34" charset="0"/>
                  </a:rPr>
                  <a:t>03</a:t>
                </a:r>
                <a:endParaRPr lang="zh-CN" altLang="en-US" sz="3200" kern="0" dirty="0">
                  <a:solidFill>
                    <a:prstClr val="white"/>
                  </a:solidFill>
                  <a:latin typeface="+mn-lt"/>
                  <a:ea typeface="宋体" panose="02010600030101010101" pitchFamily="2" charset="-122"/>
                  <a:sym typeface="Arial" panose="020B0604020202020204" pitchFamily="34" charset="0"/>
                </a:endParaRPr>
              </a:p>
            </p:txBody>
          </p:sp>
          <p:sp>
            <p:nvSpPr>
              <p:cNvPr id="21" name="íślíḋè-Freeform: Shape 19">
                <a:extLst>
                  <a:ext uri="{FF2B5EF4-FFF2-40B4-BE49-F238E27FC236}">
                    <a16:creationId xmlns:a16="http://schemas.microsoft.com/office/drawing/2014/main" id="{5855027A-DEDD-48E5-A0C2-D03EFE2C0294}"/>
                  </a:ext>
                </a:extLst>
              </p:cNvPr>
              <p:cNvSpPr>
                <a:spLocks/>
              </p:cNvSpPr>
              <p:nvPr/>
            </p:nvSpPr>
            <p:spPr bwMode="auto">
              <a:xfrm>
                <a:off x="9109660" y="2808287"/>
                <a:ext cx="728810" cy="728663"/>
              </a:xfrm>
              <a:custGeom>
                <a:avLst/>
                <a:gdLst>
                  <a:gd name="T0" fmla="*/ 118 w 236"/>
                  <a:gd name="T1" fmla="*/ 0 h 236"/>
                  <a:gd name="T2" fmla="*/ 0 w 236"/>
                  <a:gd name="T3" fmla="*/ 118 h 236"/>
                  <a:gd name="T4" fmla="*/ 118 w 236"/>
                  <a:gd name="T5" fmla="*/ 236 h 236"/>
                  <a:gd name="T6" fmla="*/ 236 w 236"/>
                  <a:gd name="T7" fmla="*/ 118 h 236"/>
                  <a:gd name="T8" fmla="*/ 118 w 236"/>
                  <a:gd name="T9" fmla="*/ 0 h 236"/>
                  <a:gd name="T10" fmla="*/ 106 w 236"/>
                  <a:gd name="T11" fmla="*/ 171 h 236"/>
                  <a:gd name="T12" fmla="*/ 54 w 236"/>
                  <a:gd name="T13" fmla="*/ 163 h 236"/>
                  <a:gd name="T14" fmla="*/ 54 w 236"/>
                  <a:gd name="T15" fmla="*/ 121 h 236"/>
                  <a:gd name="T16" fmla="*/ 106 w 236"/>
                  <a:gd name="T17" fmla="*/ 121 h 236"/>
                  <a:gd name="T18" fmla="*/ 106 w 236"/>
                  <a:gd name="T19" fmla="*/ 171 h 236"/>
                  <a:gd name="T20" fmla="*/ 106 w 236"/>
                  <a:gd name="T21" fmla="*/ 114 h 236"/>
                  <a:gd name="T22" fmla="*/ 54 w 236"/>
                  <a:gd name="T23" fmla="*/ 114 h 236"/>
                  <a:gd name="T24" fmla="*/ 54 w 236"/>
                  <a:gd name="T25" fmla="*/ 72 h 236"/>
                  <a:gd name="T26" fmla="*/ 106 w 236"/>
                  <a:gd name="T27" fmla="*/ 64 h 236"/>
                  <a:gd name="T28" fmla="*/ 106 w 236"/>
                  <a:gd name="T29" fmla="*/ 114 h 236"/>
                  <a:gd name="T30" fmla="*/ 182 w 236"/>
                  <a:gd name="T31" fmla="*/ 182 h 236"/>
                  <a:gd name="T32" fmla="*/ 113 w 236"/>
                  <a:gd name="T33" fmla="*/ 172 h 236"/>
                  <a:gd name="T34" fmla="*/ 113 w 236"/>
                  <a:gd name="T35" fmla="*/ 121 h 236"/>
                  <a:gd name="T36" fmla="*/ 182 w 236"/>
                  <a:gd name="T37" fmla="*/ 121 h 236"/>
                  <a:gd name="T38" fmla="*/ 182 w 236"/>
                  <a:gd name="T39" fmla="*/ 182 h 236"/>
                  <a:gd name="T40" fmla="*/ 182 w 236"/>
                  <a:gd name="T41" fmla="*/ 114 h 236"/>
                  <a:gd name="T42" fmla="*/ 113 w 236"/>
                  <a:gd name="T43" fmla="*/ 114 h 236"/>
                  <a:gd name="T44" fmla="*/ 113 w 236"/>
                  <a:gd name="T45" fmla="*/ 63 h 236"/>
                  <a:gd name="T46" fmla="*/ 182 w 236"/>
                  <a:gd name="T47" fmla="*/ 53 h 236"/>
                  <a:gd name="T48" fmla="*/ 182 w 236"/>
                  <a:gd name="T49" fmla="*/ 114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6" h="236">
                    <a:moveTo>
                      <a:pt x="118" y="0"/>
                    </a:moveTo>
                    <a:cubicBezTo>
                      <a:pt x="53" y="0"/>
                      <a:pt x="0" y="53"/>
                      <a:pt x="0" y="118"/>
                    </a:cubicBezTo>
                    <a:cubicBezTo>
                      <a:pt x="0" y="183"/>
                      <a:pt x="53" y="236"/>
                      <a:pt x="118" y="236"/>
                    </a:cubicBezTo>
                    <a:cubicBezTo>
                      <a:pt x="183" y="236"/>
                      <a:pt x="236" y="183"/>
                      <a:pt x="236" y="118"/>
                    </a:cubicBezTo>
                    <a:cubicBezTo>
                      <a:pt x="236" y="53"/>
                      <a:pt x="183" y="0"/>
                      <a:pt x="118" y="0"/>
                    </a:cubicBezTo>
                    <a:close/>
                    <a:moveTo>
                      <a:pt x="106" y="171"/>
                    </a:moveTo>
                    <a:cubicBezTo>
                      <a:pt x="54" y="163"/>
                      <a:pt x="54" y="163"/>
                      <a:pt x="54" y="163"/>
                    </a:cubicBezTo>
                    <a:cubicBezTo>
                      <a:pt x="54" y="121"/>
                      <a:pt x="54" y="121"/>
                      <a:pt x="54" y="121"/>
                    </a:cubicBezTo>
                    <a:cubicBezTo>
                      <a:pt x="106" y="121"/>
                      <a:pt x="106" y="121"/>
                      <a:pt x="106" y="121"/>
                    </a:cubicBezTo>
                    <a:lnTo>
                      <a:pt x="106" y="171"/>
                    </a:lnTo>
                    <a:close/>
                    <a:moveTo>
                      <a:pt x="106" y="114"/>
                    </a:moveTo>
                    <a:cubicBezTo>
                      <a:pt x="54" y="114"/>
                      <a:pt x="54" y="114"/>
                      <a:pt x="54" y="114"/>
                    </a:cubicBezTo>
                    <a:cubicBezTo>
                      <a:pt x="54" y="72"/>
                      <a:pt x="54" y="72"/>
                      <a:pt x="54" y="72"/>
                    </a:cubicBezTo>
                    <a:cubicBezTo>
                      <a:pt x="106" y="64"/>
                      <a:pt x="106" y="64"/>
                      <a:pt x="106" y="64"/>
                    </a:cubicBezTo>
                    <a:lnTo>
                      <a:pt x="106" y="114"/>
                    </a:lnTo>
                    <a:close/>
                    <a:moveTo>
                      <a:pt x="182" y="182"/>
                    </a:moveTo>
                    <a:cubicBezTo>
                      <a:pt x="113" y="172"/>
                      <a:pt x="113" y="172"/>
                      <a:pt x="113" y="172"/>
                    </a:cubicBezTo>
                    <a:cubicBezTo>
                      <a:pt x="113" y="121"/>
                      <a:pt x="113" y="121"/>
                      <a:pt x="113" y="121"/>
                    </a:cubicBezTo>
                    <a:cubicBezTo>
                      <a:pt x="182" y="121"/>
                      <a:pt x="182" y="121"/>
                      <a:pt x="182" y="121"/>
                    </a:cubicBezTo>
                    <a:lnTo>
                      <a:pt x="182" y="182"/>
                    </a:lnTo>
                    <a:close/>
                    <a:moveTo>
                      <a:pt x="182" y="114"/>
                    </a:moveTo>
                    <a:cubicBezTo>
                      <a:pt x="113" y="114"/>
                      <a:pt x="113" y="114"/>
                      <a:pt x="113" y="114"/>
                    </a:cubicBezTo>
                    <a:cubicBezTo>
                      <a:pt x="113" y="63"/>
                      <a:pt x="113" y="63"/>
                      <a:pt x="113" y="63"/>
                    </a:cubicBezTo>
                    <a:cubicBezTo>
                      <a:pt x="182" y="53"/>
                      <a:pt x="182" y="53"/>
                      <a:pt x="182" y="53"/>
                    </a:cubicBezTo>
                    <a:lnTo>
                      <a:pt x="182" y="114"/>
                    </a:lnTo>
                    <a:close/>
                  </a:path>
                </a:pathLst>
              </a:custGeom>
              <a:solidFill>
                <a:sysClr val="window" lastClr="FFFFFF"/>
              </a:solidFill>
              <a:ln>
                <a:noFill/>
              </a:ln>
            </p:spPr>
            <p:txBody>
              <a:bodyPr anchor="ctr"/>
              <a:lstStyle/>
              <a:p>
                <a:pPr algn="ctr" eaLnBrk="1" fontAlgn="auto" hangingPunct="1">
                  <a:spcBef>
                    <a:spcPts val="0"/>
                  </a:spcBef>
                  <a:spcAft>
                    <a:spcPts val="0"/>
                  </a:spcAft>
                  <a:defRPr/>
                </a:pPr>
                <a:endParaRPr sz="1800" kern="0">
                  <a:solidFill>
                    <a:prstClr val="black"/>
                  </a:solidFill>
                  <a:latin typeface="Arial" panose="020B0604020202020204" pitchFamily="34" charset="0"/>
                  <a:ea typeface="微软雅黑" panose="020B0503020204020204" pitchFamily="34" charset="-122"/>
                  <a:sym typeface="Arial" panose="020B0604020202020204" pitchFamily="34" charset="0"/>
                </a:endParaRPr>
              </a:p>
            </p:txBody>
          </p:sp>
        </p:grpSp>
        <p:cxnSp>
          <p:nvCxnSpPr>
            <p:cNvPr id="155656" name="直接连接符 42">
              <a:extLst>
                <a:ext uri="{FF2B5EF4-FFF2-40B4-BE49-F238E27FC236}">
                  <a16:creationId xmlns:a16="http://schemas.microsoft.com/office/drawing/2014/main" id="{EB08B405-0FF7-2C4B-8D19-C30B386C5B81}"/>
                </a:ext>
              </a:extLst>
            </p:cNvPr>
            <p:cNvCxnSpPr>
              <a:cxnSpLocks noChangeShapeType="1"/>
            </p:cNvCxnSpPr>
            <p:nvPr/>
          </p:nvCxnSpPr>
          <p:spPr bwMode="auto">
            <a:xfrm>
              <a:off x="7951788" y="5435600"/>
              <a:ext cx="993775" cy="0"/>
            </a:xfrm>
            <a:prstGeom prst="line">
              <a:avLst/>
            </a:prstGeom>
            <a:noFill/>
            <a:ln w="9525" algn="ctr">
              <a:solidFill>
                <a:srgbClr val="9476B6"/>
              </a:solidFill>
              <a:round/>
              <a:headEnd/>
              <a:tailEnd/>
            </a:ln>
            <a:extLst>
              <a:ext uri="{909E8E84-426E-40DD-AFC4-6F175D3DCCD1}">
                <a14:hiddenFill xmlns:a14="http://schemas.microsoft.com/office/drawing/2010/main">
                  <a:noFill/>
                </a14:hiddenFill>
              </a:ext>
            </a:extLst>
          </p:spPr>
        </p:cxnSp>
        <p:cxnSp>
          <p:nvCxnSpPr>
            <p:cNvPr id="155657" name="直接连接符 43">
              <a:extLst>
                <a:ext uri="{FF2B5EF4-FFF2-40B4-BE49-F238E27FC236}">
                  <a16:creationId xmlns:a16="http://schemas.microsoft.com/office/drawing/2014/main" id="{B8955B5B-85B9-D841-BA75-E65D33141F93}"/>
                </a:ext>
              </a:extLst>
            </p:cNvPr>
            <p:cNvCxnSpPr>
              <a:cxnSpLocks noChangeShapeType="1"/>
            </p:cNvCxnSpPr>
            <p:nvPr/>
          </p:nvCxnSpPr>
          <p:spPr bwMode="auto">
            <a:xfrm>
              <a:off x="7951788" y="5516563"/>
              <a:ext cx="993775" cy="0"/>
            </a:xfrm>
            <a:prstGeom prst="line">
              <a:avLst/>
            </a:prstGeom>
            <a:noFill/>
            <a:ln w="9525" algn="ctr">
              <a:solidFill>
                <a:srgbClr val="9476B6"/>
              </a:solidFill>
              <a:round/>
              <a:headEnd/>
              <a:tailEnd/>
            </a:ln>
            <a:extLst>
              <a:ext uri="{909E8E84-426E-40DD-AFC4-6F175D3DCCD1}">
                <a14:hiddenFill xmlns:a14="http://schemas.microsoft.com/office/drawing/2010/main">
                  <a:noFill/>
                </a14:hiddenFill>
              </a:ext>
            </a:extLst>
          </p:spPr>
        </p:cxnSp>
        <p:cxnSp>
          <p:nvCxnSpPr>
            <p:cNvPr id="155658" name="直接连接符 44">
              <a:extLst>
                <a:ext uri="{FF2B5EF4-FFF2-40B4-BE49-F238E27FC236}">
                  <a16:creationId xmlns:a16="http://schemas.microsoft.com/office/drawing/2014/main" id="{8FF279DA-47E0-E644-9E6E-5B3EA122986C}"/>
                </a:ext>
              </a:extLst>
            </p:cNvPr>
            <p:cNvCxnSpPr>
              <a:cxnSpLocks noChangeShapeType="1"/>
            </p:cNvCxnSpPr>
            <p:nvPr/>
          </p:nvCxnSpPr>
          <p:spPr bwMode="auto">
            <a:xfrm>
              <a:off x="7951788" y="5589588"/>
              <a:ext cx="993775" cy="0"/>
            </a:xfrm>
            <a:prstGeom prst="line">
              <a:avLst/>
            </a:prstGeom>
            <a:noFill/>
            <a:ln w="9525" algn="ctr">
              <a:solidFill>
                <a:srgbClr val="9476B6"/>
              </a:solidFill>
              <a:round/>
              <a:headEnd/>
              <a:tailEnd/>
            </a:ln>
            <a:extLst>
              <a:ext uri="{909E8E84-426E-40DD-AFC4-6F175D3DCCD1}">
                <a14:hiddenFill xmlns:a14="http://schemas.microsoft.com/office/drawing/2010/main">
                  <a:noFill/>
                </a14:hiddenFill>
              </a:ext>
            </a:extLst>
          </p:spPr>
        </p:cxnSp>
        <p:cxnSp>
          <p:nvCxnSpPr>
            <p:cNvPr id="155659" name="直接连接符 45">
              <a:extLst>
                <a:ext uri="{FF2B5EF4-FFF2-40B4-BE49-F238E27FC236}">
                  <a16:creationId xmlns:a16="http://schemas.microsoft.com/office/drawing/2014/main" id="{09A7B3BD-1B0E-204D-B696-F3B9886486E9}"/>
                </a:ext>
              </a:extLst>
            </p:cNvPr>
            <p:cNvCxnSpPr>
              <a:cxnSpLocks noChangeShapeType="1"/>
            </p:cNvCxnSpPr>
            <p:nvPr/>
          </p:nvCxnSpPr>
          <p:spPr bwMode="auto">
            <a:xfrm>
              <a:off x="7951788" y="5661025"/>
              <a:ext cx="993775" cy="0"/>
            </a:xfrm>
            <a:prstGeom prst="line">
              <a:avLst/>
            </a:prstGeom>
            <a:noFill/>
            <a:ln w="9525" algn="ctr">
              <a:solidFill>
                <a:srgbClr val="9476B6"/>
              </a:solidFill>
              <a:round/>
              <a:headEnd/>
              <a:tailEnd/>
            </a:ln>
            <a:extLst>
              <a:ext uri="{909E8E84-426E-40DD-AFC4-6F175D3DCCD1}">
                <a14:hiddenFill xmlns:a14="http://schemas.microsoft.com/office/drawing/2010/main">
                  <a:noFill/>
                </a14:hiddenFill>
              </a:ext>
            </a:extLst>
          </p:spPr>
        </p:cxnSp>
        <p:cxnSp>
          <p:nvCxnSpPr>
            <p:cNvPr id="155660" name="直接连接符 46">
              <a:extLst>
                <a:ext uri="{FF2B5EF4-FFF2-40B4-BE49-F238E27FC236}">
                  <a16:creationId xmlns:a16="http://schemas.microsoft.com/office/drawing/2014/main" id="{0C50A768-77DF-0149-846F-DD2BCF072D22}"/>
                </a:ext>
              </a:extLst>
            </p:cNvPr>
            <p:cNvCxnSpPr>
              <a:cxnSpLocks noChangeShapeType="1"/>
            </p:cNvCxnSpPr>
            <p:nvPr/>
          </p:nvCxnSpPr>
          <p:spPr bwMode="auto">
            <a:xfrm>
              <a:off x="7951788" y="5732463"/>
              <a:ext cx="993775" cy="0"/>
            </a:xfrm>
            <a:prstGeom prst="line">
              <a:avLst/>
            </a:prstGeom>
            <a:noFill/>
            <a:ln w="9525" algn="ctr">
              <a:solidFill>
                <a:srgbClr val="9476B6"/>
              </a:solidFill>
              <a:round/>
              <a:headEnd/>
              <a:tailEnd/>
            </a:ln>
            <a:extLst>
              <a:ext uri="{909E8E84-426E-40DD-AFC4-6F175D3DCCD1}">
                <a14:hiddenFill xmlns:a14="http://schemas.microsoft.com/office/drawing/2010/main">
                  <a:noFill/>
                </a14:hiddenFill>
              </a:ext>
            </a:extLst>
          </p:spPr>
        </p:cxnSp>
        <p:cxnSp>
          <p:nvCxnSpPr>
            <p:cNvPr id="155661" name="直接连接符 47">
              <a:extLst>
                <a:ext uri="{FF2B5EF4-FFF2-40B4-BE49-F238E27FC236}">
                  <a16:creationId xmlns:a16="http://schemas.microsoft.com/office/drawing/2014/main" id="{CEECF083-39AC-AF46-BF90-E0EA9CEF20CA}"/>
                </a:ext>
              </a:extLst>
            </p:cNvPr>
            <p:cNvCxnSpPr>
              <a:cxnSpLocks noChangeShapeType="1"/>
            </p:cNvCxnSpPr>
            <p:nvPr/>
          </p:nvCxnSpPr>
          <p:spPr bwMode="auto">
            <a:xfrm>
              <a:off x="7951788" y="5795963"/>
              <a:ext cx="993775" cy="0"/>
            </a:xfrm>
            <a:prstGeom prst="line">
              <a:avLst/>
            </a:prstGeom>
            <a:noFill/>
            <a:ln w="9525" algn="ctr">
              <a:solidFill>
                <a:srgbClr val="9476B6"/>
              </a:solidFill>
              <a:round/>
              <a:headEnd/>
              <a:tailEnd/>
            </a:ln>
            <a:extLst>
              <a:ext uri="{909E8E84-426E-40DD-AFC4-6F175D3DCCD1}">
                <a14:hiddenFill xmlns:a14="http://schemas.microsoft.com/office/drawing/2010/main">
                  <a:noFill/>
                </a14:hiddenFill>
              </a:ext>
            </a:extLst>
          </p:spPr>
        </p:cxnSp>
        <p:cxnSp>
          <p:nvCxnSpPr>
            <p:cNvPr id="155662" name="直接连接符 48">
              <a:extLst>
                <a:ext uri="{FF2B5EF4-FFF2-40B4-BE49-F238E27FC236}">
                  <a16:creationId xmlns:a16="http://schemas.microsoft.com/office/drawing/2014/main" id="{63825961-78D1-D345-B84F-FB6F4CA345FD}"/>
                </a:ext>
              </a:extLst>
            </p:cNvPr>
            <p:cNvCxnSpPr>
              <a:cxnSpLocks noChangeShapeType="1"/>
            </p:cNvCxnSpPr>
            <p:nvPr/>
          </p:nvCxnSpPr>
          <p:spPr bwMode="auto">
            <a:xfrm>
              <a:off x="7951788" y="5876925"/>
              <a:ext cx="993775" cy="0"/>
            </a:xfrm>
            <a:prstGeom prst="line">
              <a:avLst/>
            </a:prstGeom>
            <a:noFill/>
            <a:ln w="9525" algn="ctr">
              <a:solidFill>
                <a:srgbClr val="9476B6"/>
              </a:solidFill>
              <a:round/>
              <a:headEnd/>
              <a:tailEnd/>
            </a:ln>
            <a:extLst>
              <a:ext uri="{909E8E84-426E-40DD-AFC4-6F175D3DCCD1}">
                <a14:hiddenFill xmlns:a14="http://schemas.microsoft.com/office/drawing/2010/main">
                  <a:noFill/>
                </a14:hiddenFill>
              </a:ext>
            </a:extLst>
          </p:spPr>
        </p:cxnSp>
        <p:cxnSp>
          <p:nvCxnSpPr>
            <p:cNvPr id="155663" name="直接连接符 49">
              <a:extLst>
                <a:ext uri="{FF2B5EF4-FFF2-40B4-BE49-F238E27FC236}">
                  <a16:creationId xmlns:a16="http://schemas.microsoft.com/office/drawing/2014/main" id="{91D4AC2D-6A7C-1246-9B21-A12C9BF2E8DE}"/>
                </a:ext>
              </a:extLst>
            </p:cNvPr>
            <p:cNvCxnSpPr>
              <a:cxnSpLocks noChangeShapeType="1"/>
            </p:cNvCxnSpPr>
            <p:nvPr/>
          </p:nvCxnSpPr>
          <p:spPr bwMode="auto">
            <a:xfrm>
              <a:off x="7951788" y="5949950"/>
              <a:ext cx="993775" cy="0"/>
            </a:xfrm>
            <a:prstGeom prst="line">
              <a:avLst/>
            </a:prstGeom>
            <a:noFill/>
            <a:ln w="9525" algn="ctr">
              <a:solidFill>
                <a:srgbClr val="9476B6"/>
              </a:solidFill>
              <a:round/>
              <a:headEnd/>
              <a:tailEnd/>
            </a:ln>
            <a:extLst>
              <a:ext uri="{909E8E84-426E-40DD-AFC4-6F175D3DCCD1}">
                <a14:hiddenFill xmlns:a14="http://schemas.microsoft.com/office/drawing/2010/main">
                  <a:noFill/>
                </a14:hiddenFill>
              </a:ext>
            </a:extLst>
          </p:spPr>
        </p:cxnSp>
        <p:cxnSp>
          <p:nvCxnSpPr>
            <p:cNvPr id="155664" name="直接连接符 50">
              <a:extLst>
                <a:ext uri="{FF2B5EF4-FFF2-40B4-BE49-F238E27FC236}">
                  <a16:creationId xmlns:a16="http://schemas.microsoft.com/office/drawing/2014/main" id="{A5F0C832-3355-1F47-AF6B-54E73C1F4763}"/>
                </a:ext>
              </a:extLst>
            </p:cNvPr>
            <p:cNvCxnSpPr>
              <a:cxnSpLocks noChangeShapeType="1"/>
            </p:cNvCxnSpPr>
            <p:nvPr/>
          </p:nvCxnSpPr>
          <p:spPr bwMode="auto">
            <a:xfrm>
              <a:off x="7951788" y="6021388"/>
              <a:ext cx="993775" cy="0"/>
            </a:xfrm>
            <a:prstGeom prst="line">
              <a:avLst/>
            </a:prstGeom>
            <a:noFill/>
            <a:ln w="9525" algn="ctr">
              <a:solidFill>
                <a:srgbClr val="9476B6"/>
              </a:solidFill>
              <a:round/>
              <a:headEnd/>
              <a:tailEnd/>
            </a:ln>
            <a:extLst>
              <a:ext uri="{909E8E84-426E-40DD-AFC4-6F175D3DCCD1}">
                <a14:hiddenFill xmlns:a14="http://schemas.microsoft.com/office/drawing/2010/main">
                  <a:noFill/>
                </a14:hiddenFill>
              </a:ext>
            </a:extLst>
          </p:spPr>
        </p:cxnSp>
        <p:cxnSp>
          <p:nvCxnSpPr>
            <p:cNvPr id="155665" name="直接连接符 51">
              <a:extLst>
                <a:ext uri="{FF2B5EF4-FFF2-40B4-BE49-F238E27FC236}">
                  <a16:creationId xmlns:a16="http://schemas.microsoft.com/office/drawing/2014/main" id="{4B405ED7-B2C6-AC4A-BB70-C81DC6BF49CB}"/>
                </a:ext>
              </a:extLst>
            </p:cNvPr>
            <p:cNvCxnSpPr>
              <a:cxnSpLocks noChangeShapeType="1"/>
            </p:cNvCxnSpPr>
            <p:nvPr/>
          </p:nvCxnSpPr>
          <p:spPr bwMode="auto">
            <a:xfrm>
              <a:off x="7951788" y="6092825"/>
              <a:ext cx="993775" cy="0"/>
            </a:xfrm>
            <a:prstGeom prst="line">
              <a:avLst/>
            </a:prstGeom>
            <a:noFill/>
            <a:ln w="9525" algn="ctr">
              <a:solidFill>
                <a:srgbClr val="9476B6"/>
              </a:solidFill>
              <a:round/>
              <a:headEnd/>
              <a:tailEnd/>
            </a:ln>
            <a:extLst>
              <a:ext uri="{909E8E84-426E-40DD-AFC4-6F175D3DCCD1}">
                <a14:hiddenFill xmlns:a14="http://schemas.microsoft.com/office/drawing/2010/main">
                  <a:noFill/>
                </a14:hiddenFill>
              </a:ext>
            </a:extLst>
          </p:spPr>
        </p:cxn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矩形 2">
            <a:extLst>
              <a:ext uri="{FF2B5EF4-FFF2-40B4-BE49-F238E27FC236}">
                <a16:creationId xmlns:a16="http://schemas.microsoft.com/office/drawing/2014/main" id="{DEE9DC07-7FAE-454B-AAE2-E4B50135B890}"/>
              </a:ext>
            </a:extLst>
          </p:cNvPr>
          <p:cNvSpPr>
            <a:spLocks noChangeArrowheads="1"/>
          </p:cNvSpPr>
          <p:nvPr/>
        </p:nvSpPr>
        <p:spPr bwMode="auto">
          <a:xfrm>
            <a:off x="-4763" y="5719763"/>
            <a:ext cx="9148763" cy="1138237"/>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50530" name="Rectangle 4">
            <a:extLst>
              <a:ext uri="{FF2B5EF4-FFF2-40B4-BE49-F238E27FC236}">
                <a16:creationId xmlns:a16="http://schemas.microsoft.com/office/drawing/2014/main" id="{FB11C166-A86E-488C-940F-825A1A88C50D}"/>
              </a:ext>
            </a:extLst>
          </p:cNvPr>
          <p:cNvSpPr>
            <a:spLocks noChangeArrowheads="1"/>
          </p:cNvSpPr>
          <p:nvPr/>
        </p:nvSpPr>
        <p:spPr bwMode="auto">
          <a:xfrm>
            <a:off x="0" y="981075"/>
            <a:ext cx="9104313" cy="4464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en-US" altLang="zh-CN" sz="1800">
                <a:sym typeface="+mn-lt"/>
              </a:rPr>
              <a:t>void MergeList_Sq(SqList LA,SqList LB,SqList &amp;LC){ </a:t>
            </a:r>
          </a:p>
          <a:p>
            <a:pPr>
              <a:lnSpc>
                <a:spcPct val="100000"/>
              </a:lnSpc>
              <a:spcBef>
                <a:spcPct val="20000"/>
              </a:spcBef>
            </a:pPr>
            <a:r>
              <a:rPr lang="en-US" altLang="zh-CN" sz="1800">
                <a:sym typeface="+mn-lt"/>
              </a:rPr>
              <a:t>     pa=LA.elem;  pb=LB.elem;     //</a:t>
            </a:r>
            <a:r>
              <a:rPr lang="zh-CN" altLang="en-US" sz="1800">
                <a:sym typeface="+mn-lt"/>
              </a:rPr>
              <a:t>指针</a:t>
            </a:r>
            <a:r>
              <a:rPr lang="en-US" altLang="zh-CN" sz="1800">
                <a:sym typeface="+mn-lt"/>
              </a:rPr>
              <a:t>pa</a:t>
            </a:r>
            <a:r>
              <a:rPr lang="zh-CN" altLang="en-US" sz="1800">
                <a:sym typeface="+mn-lt"/>
              </a:rPr>
              <a:t>和</a:t>
            </a:r>
            <a:r>
              <a:rPr lang="en-US" altLang="zh-CN" sz="1800">
                <a:sym typeface="+mn-lt"/>
              </a:rPr>
              <a:t>pb</a:t>
            </a:r>
            <a:r>
              <a:rPr lang="zh-CN" altLang="en-US" sz="1800">
                <a:sym typeface="+mn-lt"/>
              </a:rPr>
              <a:t>的初值分别指向两个表的第一个元素 </a:t>
            </a:r>
          </a:p>
          <a:p>
            <a:pPr>
              <a:lnSpc>
                <a:spcPct val="100000"/>
              </a:lnSpc>
              <a:spcBef>
                <a:spcPct val="20000"/>
              </a:spcBef>
            </a:pPr>
            <a:r>
              <a:rPr lang="zh-CN" altLang="en-US" sz="1800">
                <a:sym typeface="+mn-lt"/>
              </a:rPr>
              <a:t>     </a:t>
            </a:r>
            <a:r>
              <a:rPr lang="en-US" altLang="zh-CN" sz="1800">
                <a:sym typeface="+mn-lt"/>
              </a:rPr>
              <a:t>LC.length=LA.length+LB.length;      	//</a:t>
            </a:r>
            <a:r>
              <a:rPr lang="zh-CN" altLang="en-US" sz="1800">
                <a:sym typeface="+mn-lt"/>
              </a:rPr>
              <a:t>新表长度为待合并两表的长度之和 </a:t>
            </a:r>
          </a:p>
          <a:p>
            <a:pPr>
              <a:lnSpc>
                <a:spcPct val="100000"/>
              </a:lnSpc>
              <a:spcBef>
                <a:spcPct val="20000"/>
              </a:spcBef>
            </a:pPr>
            <a:r>
              <a:rPr lang="zh-CN" altLang="en-US" sz="1800">
                <a:sym typeface="+mn-lt"/>
              </a:rPr>
              <a:t>     </a:t>
            </a:r>
            <a:r>
              <a:rPr lang="en-US" altLang="zh-CN" sz="1800">
                <a:solidFill>
                  <a:srgbClr val="FF0000"/>
                </a:solidFill>
                <a:sym typeface="+mn-lt"/>
              </a:rPr>
              <a:t>LC.elem=new ElemType[LC.length];</a:t>
            </a:r>
            <a:r>
              <a:rPr lang="en-US" altLang="zh-CN" sz="1800">
                <a:sym typeface="+mn-lt"/>
              </a:rPr>
              <a:t>    	//</a:t>
            </a:r>
            <a:r>
              <a:rPr lang="zh-CN" altLang="en-US" sz="1800">
                <a:sym typeface="+mn-lt"/>
              </a:rPr>
              <a:t>为合并后的新表分配一个数组空间 </a:t>
            </a:r>
          </a:p>
          <a:p>
            <a:pPr>
              <a:lnSpc>
                <a:spcPct val="100000"/>
              </a:lnSpc>
              <a:spcBef>
                <a:spcPct val="20000"/>
              </a:spcBef>
            </a:pPr>
            <a:r>
              <a:rPr lang="zh-CN" altLang="en-US" sz="1800">
                <a:sym typeface="+mn-lt"/>
              </a:rPr>
              <a:t>     </a:t>
            </a:r>
            <a:r>
              <a:rPr lang="en-US" altLang="zh-CN" sz="1800">
                <a:sym typeface="+mn-lt"/>
              </a:rPr>
              <a:t>pc=LC.elem;                         		//</a:t>
            </a:r>
            <a:r>
              <a:rPr lang="zh-CN" altLang="en-US" sz="1800">
                <a:sym typeface="+mn-lt"/>
              </a:rPr>
              <a:t>指针</a:t>
            </a:r>
            <a:r>
              <a:rPr lang="en-US" altLang="zh-CN" sz="1800">
                <a:sym typeface="+mn-lt"/>
              </a:rPr>
              <a:t>pc</a:t>
            </a:r>
            <a:r>
              <a:rPr lang="zh-CN" altLang="en-US" sz="1800">
                <a:sym typeface="+mn-lt"/>
              </a:rPr>
              <a:t>指向新表的第一个元素 </a:t>
            </a:r>
          </a:p>
          <a:p>
            <a:pPr>
              <a:lnSpc>
                <a:spcPct val="100000"/>
              </a:lnSpc>
              <a:spcBef>
                <a:spcPct val="20000"/>
              </a:spcBef>
            </a:pPr>
            <a:r>
              <a:rPr lang="zh-CN" altLang="en-US" sz="1800">
                <a:sym typeface="+mn-lt"/>
              </a:rPr>
              <a:t>     </a:t>
            </a:r>
            <a:r>
              <a:rPr lang="en-US" altLang="zh-CN" sz="1800">
                <a:sym typeface="+mn-lt"/>
              </a:rPr>
              <a:t>pa_last=LA.elem+LA.length-1; 	//</a:t>
            </a:r>
            <a:r>
              <a:rPr lang="zh-CN" altLang="en-US" sz="1800">
                <a:sym typeface="+mn-lt"/>
              </a:rPr>
              <a:t>指针</a:t>
            </a:r>
            <a:r>
              <a:rPr lang="en-US" altLang="zh-CN" sz="1800">
                <a:sym typeface="+mn-lt"/>
              </a:rPr>
              <a:t>pa_last</a:t>
            </a:r>
            <a:r>
              <a:rPr lang="zh-CN" altLang="en-US" sz="1800">
                <a:sym typeface="+mn-lt"/>
              </a:rPr>
              <a:t>指向</a:t>
            </a:r>
            <a:r>
              <a:rPr lang="en-US" altLang="zh-CN" sz="1800">
                <a:sym typeface="+mn-lt"/>
              </a:rPr>
              <a:t>LA</a:t>
            </a:r>
            <a:r>
              <a:rPr lang="zh-CN" altLang="en-US" sz="1800">
                <a:sym typeface="+mn-lt"/>
              </a:rPr>
              <a:t>表的最后一个元素 </a:t>
            </a:r>
          </a:p>
          <a:p>
            <a:pPr>
              <a:lnSpc>
                <a:spcPct val="100000"/>
              </a:lnSpc>
              <a:spcBef>
                <a:spcPct val="20000"/>
              </a:spcBef>
            </a:pPr>
            <a:r>
              <a:rPr lang="zh-CN" altLang="en-US" sz="1800">
                <a:sym typeface="+mn-lt"/>
              </a:rPr>
              <a:t>     </a:t>
            </a:r>
            <a:r>
              <a:rPr lang="en-US" altLang="zh-CN" sz="1800">
                <a:sym typeface="+mn-lt"/>
              </a:rPr>
              <a:t>pb_last=LB.elem+LB.length-1; 	//</a:t>
            </a:r>
            <a:r>
              <a:rPr lang="zh-CN" altLang="en-US" sz="1800">
                <a:sym typeface="+mn-lt"/>
              </a:rPr>
              <a:t>指针</a:t>
            </a:r>
            <a:r>
              <a:rPr lang="en-US" altLang="zh-CN" sz="1800">
                <a:sym typeface="+mn-lt"/>
              </a:rPr>
              <a:t>pb_last</a:t>
            </a:r>
            <a:r>
              <a:rPr lang="zh-CN" altLang="en-US" sz="1800">
                <a:sym typeface="+mn-lt"/>
              </a:rPr>
              <a:t>指向</a:t>
            </a:r>
            <a:r>
              <a:rPr lang="en-US" altLang="zh-CN" sz="1800">
                <a:sym typeface="+mn-lt"/>
              </a:rPr>
              <a:t>LB</a:t>
            </a:r>
            <a:r>
              <a:rPr lang="zh-CN" altLang="en-US" sz="1800">
                <a:sym typeface="+mn-lt"/>
              </a:rPr>
              <a:t>表的最后一个元素 </a:t>
            </a:r>
          </a:p>
          <a:p>
            <a:pPr>
              <a:lnSpc>
                <a:spcPct val="100000"/>
              </a:lnSpc>
              <a:spcBef>
                <a:spcPct val="20000"/>
              </a:spcBef>
            </a:pPr>
            <a:r>
              <a:rPr lang="zh-CN" altLang="en-US" sz="1800">
                <a:sym typeface="+mn-lt"/>
              </a:rPr>
              <a:t>     </a:t>
            </a:r>
            <a:r>
              <a:rPr lang="en-US" altLang="zh-CN" sz="1800">
                <a:sym typeface="+mn-lt"/>
              </a:rPr>
              <a:t>while(pa&lt;=pa_last &amp;&amp; pb&lt;=pb_last){  	//</a:t>
            </a:r>
            <a:r>
              <a:rPr lang="zh-CN" altLang="en-US" sz="1800">
                <a:sym typeface="+mn-lt"/>
              </a:rPr>
              <a:t>两个表都非空 </a:t>
            </a:r>
          </a:p>
          <a:p>
            <a:pPr>
              <a:lnSpc>
                <a:spcPct val="100000"/>
              </a:lnSpc>
              <a:spcBef>
                <a:spcPct val="20000"/>
              </a:spcBef>
            </a:pPr>
            <a:r>
              <a:rPr lang="zh-CN" altLang="en-US" sz="1800">
                <a:sym typeface="+mn-lt"/>
              </a:rPr>
              <a:t>      </a:t>
            </a:r>
            <a:r>
              <a:rPr lang="en-US" altLang="zh-CN" sz="1800">
                <a:sym typeface="+mn-lt"/>
              </a:rPr>
              <a:t>if(*pa&lt;=*pb) *pc++=*pa++;        	//</a:t>
            </a:r>
            <a:r>
              <a:rPr lang="zh-CN" altLang="en-US" sz="1800">
                <a:sym typeface="+mn-lt"/>
              </a:rPr>
              <a:t>依次“摘取”两表中值较小的结点      </a:t>
            </a:r>
            <a:endParaRPr lang="en-US" altLang="zh-CN" sz="1800">
              <a:sym typeface="+mn-lt"/>
            </a:endParaRPr>
          </a:p>
          <a:p>
            <a:pPr>
              <a:lnSpc>
                <a:spcPct val="100000"/>
              </a:lnSpc>
              <a:spcBef>
                <a:spcPct val="20000"/>
              </a:spcBef>
            </a:pPr>
            <a:r>
              <a:rPr lang="en-US" altLang="zh-CN" sz="1800">
                <a:sym typeface="+mn-lt"/>
              </a:rPr>
              <a:t>     </a:t>
            </a:r>
            <a:r>
              <a:rPr lang="zh-CN" altLang="en-US" sz="1800">
                <a:sym typeface="+mn-lt"/>
              </a:rPr>
              <a:t> </a:t>
            </a:r>
            <a:r>
              <a:rPr lang="en-US" altLang="zh-CN" sz="1800">
                <a:sym typeface="+mn-lt"/>
              </a:rPr>
              <a:t>else *pc++=*pb++;      } pa++;             //LB</a:t>
            </a:r>
            <a:r>
              <a:rPr lang="zh-CN" altLang="en-US" sz="1800">
                <a:sym typeface="+mn-lt"/>
              </a:rPr>
              <a:t>表已到达表尾</a:t>
            </a:r>
          </a:p>
          <a:p>
            <a:pPr>
              <a:lnSpc>
                <a:spcPct val="100000"/>
              </a:lnSpc>
              <a:spcBef>
                <a:spcPct val="20000"/>
              </a:spcBef>
            </a:pPr>
            <a:r>
              <a:rPr lang="zh-CN" altLang="en-US" sz="1800">
                <a:sym typeface="+mn-lt"/>
              </a:rPr>
              <a:t>     </a:t>
            </a:r>
            <a:r>
              <a:rPr lang="en-US" altLang="zh-CN" sz="1800">
                <a:sym typeface="+mn-lt"/>
              </a:rPr>
              <a:t>while(pb&lt;=pb_last)  *pc+</a:t>
            </a:r>
          </a:p>
          <a:p>
            <a:pPr>
              <a:lnSpc>
                <a:spcPct val="100000"/>
              </a:lnSpc>
              <a:spcBef>
                <a:spcPct val="20000"/>
              </a:spcBef>
            </a:pPr>
            <a:r>
              <a:rPr lang="en-US" altLang="zh-CN" sz="1800">
                <a:sym typeface="+mn-lt"/>
              </a:rPr>
              <a:t>     while(pa&lt;=pa_last)  *pc++=*+=*pb++;          //LA</a:t>
            </a:r>
            <a:r>
              <a:rPr lang="zh-CN" altLang="en-US" sz="1800">
                <a:sym typeface="+mn-lt"/>
              </a:rPr>
              <a:t>表已到达表尾 </a:t>
            </a:r>
          </a:p>
          <a:p>
            <a:pPr>
              <a:lnSpc>
                <a:spcPct val="100000"/>
              </a:lnSpc>
              <a:spcBef>
                <a:spcPct val="20000"/>
              </a:spcBef>
            </a:pPr>
            <a:r>
              <a:rPr lang="en-US" altLang="zh-CN" sz="1800">
                <a:sym typeface="+mn-lt"/>
              </a:rPr>
              <a:t>}//MergeList_Sq </a:t>
            </a:r>
          </a:p>
        </p:txBody>
      </p:sp>
      <p:grpSp>
        <p:nvGrpSpPr>
          <p:cNvPr id="2" name="Group 10">
            <a:extLst>
              <a:ext uri="{FF2B5EF4-FFF2-40B4-BE49-F238E27FC236}">
                <a16:creationId xmlns:a16="http://schemas.microsoft.com/office/drawing/2014/main" id="{9BA54A58-5A50-8242-A2D0-0F1BF6461EBD}"/>
              </a:ext>
            </a:extLst>
          </p:cNvPr>
          <p:cNvGrpSpPr>
            <a:grpSpLocks/>
          </p:cNvGrpSpPr>
          <p:nvPr/>
        </p:nvGrpSpPr>
        <p:grpSpPr bwMode="auto">
          <a:xfrm>
            <a:off x="-4763" y="5719763"/>
            <a:ext cx="8758238" cy="1138237"/>
            <a:chOff x="99" y="3226"/>
            <a:chExt cx="5517" cy="717"/>
          </a:xfrm>
        </p:grpSpPr>
        <p:sp>
          <p:nvSpPr>
            <p:cNvPr id="150533" name="Text Box 8">
              <a:extLst>
                <a:ext uri="{FF2B5EF4-FFF2-40B4-BE49-F238E27FC236}">
                  <a16:creationId xmlns:a16="http://schemas.microsoft.com/office/drawing/2014/main" id="{18C883E1-2B41-4C03-B21D-2769BD7A649F}"/>
                </a:ext>
              </a:extLst>
            </p:cNvPr>
            <p:cNvSpPr txBox="1">
              <a:spLocks noChangeArrowheads="1"/>
            </p:cNvSpPr>
            <p:nvPr/>
          </p:nvSpPr>
          <p:spPr bwMode="auto">
            <a:xfrm>
              <a:off x="99" y="3226"/>
              <a:ext cx="1330" cy="717"/>
            </a:xfrm>
            <a:prstGeom prst="rect">
              <a:avLst/>
            </a:prstGeom>
            <a:solidFill>
              <a:srgbClr val="D7D7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sz="3200" b="1" dirty="0">
                  <a:latin typeface="+mn-lt"/>
                  <a:ea typeface="+mn-ea"/>
                  <a:cs typeface="+mn-ea"/>
                  <a:sym typeface="+mn-lt"/>
                </a:rPr>
                <a:t>T(n)=</a:t>
              </a:r>
            </a:p>
            <a:p>
              <a:pPr>
                <a:lnSpc>
                  <a:spcPct val="100000"/>
                </a:lnSpc>
                <a:spcBef>
                  <a:spcPct val="50000"/>
                </a:spcBef>
                <a:defRPr/>
              </a:pPr>
              <a:r>
                <a:rPr lang="en-US" altLang="zh-CN" b="1" dirty="0">
                  <a:solidFill>
                    <a:srgbClr val="FF0000"/>
                  </a:solidFill>
                  <a:latin typeface="+mn-lt"/>
                  <a:ea typeface="+mn-ea"/>
                  <a:cs typeface="+mn-ea"/>
                  <a:sym typeface="+mn-lt"/>
                </a:rPr>
                <a:t>S(n)= O(n)</a:t>
              </a:r>
            </a:p>
          </p:txBody>
        </p:sp>
        <p:graphicFrame>
          <p:nvGraphicFramePr>
            <p:cNvPr id="156680" name="Object 7">
              <a:extLst>
                <a:ext uri="{FF2B5EF4-FFF2-40B4-BE49-F238E27FC236}">
                  <a16:creationId xmlns:a16="http://schemas.microsoft.com/office/drawing/2014/main" id="{6367947C-578B-9B4D-923F-A46AEBC078BC}"/>
                </a:ext>
              </a:extLst>
            </p:cNvPr>
            <p:cNvGraphicFramePr>
              <a:graphicFrameLocks/>
            </p:cNvGraphicFramePr>
            <p:nvPr/>
          </p:nvGraphicFramePr>
          <p:xfrm>
            <a:off x="887" y="3226"/>
            <a:ext cx="4729" cy="410"/>
          </p:xfrm>
          <a:graphic>
            <a:graphicData uri="http://schemas.openxmlformats.org/presentationml/2006/ole">
              <mc:AlternateContent xmlns:mc="http://schemas.openxmlformats.org/markup-compatibility/2006">
                <mc:Choice xmlns:v="urn:schemas-microsoft-com:vml" Requires="v">
                  <p:oleObj spid="_x0000_s156683" name="公式" r:id="rId3" imgW="52959000" imgH="4686300" progId="Equation.3">
                    <p:embed/>
                  </p:oleObj>
                </mc:Choice>
                <mc:Fallback>
                  <p:oleObj name="公式" r:id="rId3" imgW="52959000" imgH="4686300" progId="Equation.3">
                    <p:embed/>
                    <p:pic>
                      <p:nvPicPr>
                        <p:cNvPr id="0" name="Object 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7" y="3226"/>
                          <a:ext cx="4729" cy="410"/>
                        </a:xfrm>
                        <a:prstGeom prst="rect">
                          <a:avLst/>
                        </a:prstGeom>
                        <a:solidFill>
                          <a:srgbClr val="D7D7FF"/>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sp>
        <p:nvSpPr>
          <p:cNvPr id="150532" name="Rectangle 11">
            <a:extLst>
              <a:ext uri="{FF2B5EF4-FFF2-40B4-BE49-F238E27FC236}">
                <a16:creationId xmlns:a16="http://schemas.microsoft.com/office/drawing/2014/main" id="{C8D4A7C1-C492-46B4-BCF2-7F55E90BD921}"/>
              </a:ext>
            </a:extLst>
          </p:cNvPr>
          <p:cNvSpPr>
            <a:spLocks noChangeArrowheads="1"/>
          </p:cNvSpPr>
          <p:nvPr/>
        </p:nvSpPr>
        <p:spPr bwMode="auto">
          <a:xfrm>
            <a:off x="684213" y="158750"/>
            <a:ext cx="8096250"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算法描述</a:t>
            </a:r>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－有序的顺序表合并</a:t>
            </a:r>
          </a:p>
        </p:txBody>
      </p:sp>
      <p:sp>
        <p:nvSpPr>
          <p:cNvPr id="156678" name="矩形 7">
            <a:extLst>
              <a:ext uri="{FF2B5EF4-FFF2-40B4-BE49-F238E27FC236}">
                <a16:creationId xmlns:a16="http://schemas.microsoft.com/office/drawing/2014/main" id="{EB31EFF6-1594-894E-A0AF-476C8FF5732C}"/>
              </a:ext>
            </a:extLst>
          </p:cNvPr>
          <p:cNvSpPr>
            <a:spLocks noChangeArrowheads="1"/>
          </p:cNvSpPr>
          <p:nvPr/>
        </p:nvSpPr>
        <p:spPr bwMode="auto">
          <a:xfrm>
            <a:off x="0" y="5473700"/>
            <a:ext cx="9148763" cy="138113"/>
          </a:xfrm>
          <a:prstGeom prst="rect">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Rectangle 4">
            <a:extLst>
              <a:ext uri="{FF2B5EF4-FFF2-40B4-BE49-F238E27FC236}">
                <a16:creationId xmlns:a16="http://schemas.microsoft.com/office/drawing/2014/main" id="{C6793C62-A5AD-4759-B39D-DE12D3D0DC73}"/>
              </a:ext>
            </a:extLst>
          </p:cNvPr>
          <p:cNvSpPr>
            <a:spLocks noChangeArrowheads="1"/>
          </p:cNvSpPr>
          <p:nvPr/>
        </p:nvSpPr>
        <p:spPr bwMode="auto">
          <a:xfrm>
            <a:off x="387350" y="1595438"/>
            <a:ext cx="2886075" cy="1771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buClr>
                <a:srgbClr val="FF0000"/>
              </a:buClr>
            </a:pPr>
            <a:r>
              <a:rPr lang="zh-CN" altLang="en-US" sz="2800">
                <a:solidFill>
                  <a:srgbClr val="262626"/>
                </a:solidFill>
                <a:sym typeface="+mn-lt"/>
              </a:rPr>
              <a:t>将这两个有序链表合并成一个有序的单链表。</a:t>
            </a:r>
          </a:p>
        </p:txBody>
      </p:sp>
      <p:sp>
        <p:nvSpPr>
          <p:cNvPr id="602117" name="Rectangle 5">
            <a:extLst>
              <a:ext uri="{FF2B5EF4-FFF2-40B4-BE49-F238E27FC236}">
                <a16:creationId xmlns:a16="http://schemas.microsoft.com/office/drawing/2014/main" id="{2B34AA0C-F027-4A66-8DAF-CFAF28BA4C02}"/>
              </a:ext>
            </a:extLst>
          </p:cNvPr>
          <p:cNvSpPr>
            <a:spLocks noChangeArrowheads="1"/>
          </p:cNvSpPr>
          <p:nvPr/>
        </p:nvSpPr>
        <p:spPr bwMode="auto">
          <a:xfrm>
            <a:off x="755650" y="204788"/>
            <a:ext cx="6764338"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有序链表合并－－重点掌握</a:t>
            </a:r>
          </a:p>
        </p:txBody>
      </p:sp>
      <p:grpSp>
        <p:nvGrpSpPr>
          <p:cNvPr id="157700" name="组合 15">
            <a:extLst>
              <a:ext uri="{FF2B5EF4-FFF2-40B4-BE49-F238E27FC236}">
                <a16:creationId xmlns:a16="http://schemas.microsoft.com/office/drawing/2014/main" id="{0BD274E4-2CA9-D84D-82B8-ACCE2F9E009F}"/>
              </a:ext>
            </a:extLst>
          </p:cNvPr>
          <p:cNvGrpSpPr>
            <a:grpSpLocks/>
          </p:cNvGrpSpPr>
          <p:nvPr/>
        </p:nvGrpSpPr>
        <p:grpSpPr bwMode="auto">
          <a:xfrm>
            <a:off x="2967038" y="2028825"/>
            <a:ext cx="2684462" cy="2392363"/>
            <a:chOff x="3025400" y="1197238"/>
            <a:chExt cx="5489035" cy="4890804"/>
          </a:xfrm>
        </p:grpSpPr>
        <p:sp>
          <p:nvSpPr>
            <p:cNvPr id="5" name="Freeform 5">
              <a:extLst>
                <a:ext uri="{FF2B5EF4-FFF2-40B4-BE49-F238E27FC236}">
                  <a16:creationId xmlns:a16="http://schemas.microsoft.com/office/drawing/2014/main" id="{505F5396-6280-4D7F-9D15-560AF4B5AFB2}"/>
                </a:ext>
              </a:extLst>
            </p:cNvPr>
            <p:cNvSpPr>
              <a:spLocks noEditPoints="1"/>
            </p:cNvSpPr>
            <p:nvPr/>
          </p:nvSpPr>
          <p:spPr bwMode="auto">
            <a:xfrm>
              <a:off x="3373764" y="2204590"/>
              <a:ext cx="2722236" cy="2755074"/>
            </a:xfrm>
            <a:custGeom>
              <a:avLst/>
              <a:gdLst>
                <a:gd name="T0" fmla="*/ 70 w 83"/>
                <a:gd name="T1" fmla="*/ 23 h 84"/>
                <a:gd name="T2" fmla="*/ 76 w 83"/>
                <a:gd name="T3" fmla="*/ 17 h 84"/>
                <a:gd name="T4" fmla="*/ 66 w 83"/>
                <a:gd name="T5" fmla="*/ 8 h 84"/>
                <a:gd name="T6" fmla="*/ 61 w 83"/>
                <a:gd name="T7" fmla="*/ 13 h 84"/>
                <a:gd name="T8" fmla="*/ 48 w 83"/>
                <a:gd name="T9" fmla="*/ 8 h 84"/>
                <a:gd name="T10" fmla="*/ 48 w 83"/>
                <a:gd name="T11" fmla="*/ 0 h 84"/>
                <a:gd name="T12" fmla="*/ 35 w 83"/>
                <a:gd name="T13" fmla="*/ 0 h 84"/>
                <a:gd name="T14" fmla="*/ 35 w 83"/>
                <a:gd name="T15" fmla="*/ 8 h 84"/>
                <a:gd name="T16" fmla="*/ 23 w 83"/>
                <a:gd name="T17" fmla="*/ 13 h 84"/>
                <a:gd name="T18" fmla="*/ 17 w 83"/>
                <a:gd name="T19" fmla="*/ 8 h 84"/>
                <a:gd name="T20" fmla="*/ 7 w 83"/>
                <a:gd name="T21" fmla="*/ 17 h 84"/>
                <a:gd name="T22" fmla="*/ 13 w 83"/>
                <a:gd name="T23" fmla="*/ 23 h 84"/>
                <a:gd name="T24" fmla="*/ 8 w 83"/>
                <a:gd name="T25" fmla="*/ 35 h 84"/>
                <a:gd name="T26" fmla="*/ 0 w 83"/>
                <a:gd name="T27" fmla="*/ 35 h 84"/>
                <a:gd name="T28" fmla="*/ 0 w 83"/>
                <a:gd name="T29" fmla="*/ 49 h 84"/>
                <a:gd name="T30" fmla="*/ 8 w 83"/>
                <a:gd name="T31" fmla="*/ 49 h 84"/>
                <a:gd name="T32" fmla="*/ 13 w 83"/>
                <a:gd name="T33" fmla="*/ 61 h 84"/>
                <a:gd name="T34" fmla="*/ 7 w 83"/>
                <a:gd name="T35" fmla="*/ 67 h 84"/>
                <a:gd name="T36" fmla="*/ 17 w 83"/>
                <a:gd name="T37" fmla="*/ 76 h 84"/>
                <a:gd name="T38" fmla="*/ 22 w 83"/>
                <a:gd name="T39" fmla="*/ 71 h 84"/>
                <a:gd name="T40" fmla="*/ 35 w 83"/>
                <a:gd name="T41" fmla="*/ 76 h 84"/>
                <a:gd name="T42" fmla="*/ 35 w 83"/>
                <a:gd name="T43" fmla="*/ 84 h 84"/>
                <a:gd name="T44" fmla="*/ 48 w 83"/>
                <a:gd name="T45" fmla="*/ 84 h 84"/>
                <a:gd name="T46" fmla="*/ 48 w 83"/>
                <a:gd name="T47" fmla="*/ 76 h 84"/>
                <a:gd name="T48" fmla="*/ 61 w 83"/>
                <a:gd name="T49" fmla="*/ 71 h 84"/>
                <a:gd name="T50" fmla="*/ 66 w 83"/>
                <a:gd name="T51" fmla="*/ 76 h 84"/>
                <a:gd name="T52" fmla="*/ 76 w 83"/>
                <a:gd name="T53" fmla="*/ 67 h 84"/>
                <a:gd name="T54" fmla="*/ 70 w 83"/>
                <a:gd name="T55" fmla="*/ 61 h 84"/>
                <a:gd name="T56" fmla="*/ 75 w 83"/>
                <a:gd name="T57" fmla="*/ 49 h 84"/>
                <a:gd name="T58" fmla="*/ 83 w 83"/>
                <a:gd name="T59" fmla="*/ 49 h 84"/>
                <a:gd name="T60" fmla="*/ 83 w 83"/>
                <a:gd name="T61" fmla="*/ 35 h 84"/>
                <a:gd name="T62" fmla="*/ 75 w 83"/>
                <a:gd name="T63" fmla="*/ 35 h 84"/>
                <a:gd name="T64" fmla="*/ 70 w 83"/>
                <a:gd name="T65" fmla="*/ 23 h 84"/>
                <a:gd name="T66" fmla="*/ 57 w 83"/>
                <a:gd name="T67" fmla="*/ 58 h 84"/>
                <a:gd name="T68" fmla="*/ 42 w 83"/>
                <a:gd name="T69" fmla="*/ 64 h 84"/>
                <a:gd name="T70" fmla="*/ 26 w 83"/>
                <a:gd name="T71" fmla="*/ 58 h 84"/>
                <a:gd name="T72" fmla="*/ 19 w 83"/>
                <a:gd name="T73" fmla="*/ 42 h 84"/>
                <a:gd name="T74" fmla="*/ 26 w 83"/>
                <a:gd name="T75" fmla="*/ 26 h 84"/>
                <a:gd name="T76" fmla="*/ 42 w 83"/>
                <a:gd name="T77" fmla="*/ 20 h 84"/>
                <a:gd name="T78" fmla="*/ 57 w 83"/>
                <a:gd name="T79" fmla="*/ 26 h 84"/>
                <a:gd name="T80" fmla="*/ 64 w 83"/>
                <a:gd name="T81" fmla="*/ 42 h 84"/>
                <a:gd name="T82" fmla="*/ 57 w 83"/>
                <a:gd name="T83" fmla="*/ 58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3" h="84">
                  <a:moveTo>
                    <a:pt x="70" y="23"/>
                  </a:moveTo>
                  <a:cubicBezTo>
                    <a:pt x="76" y="17"/>
                    <a:pt x="76" y="17"/>
                    <a:pt x="76" y="17"/>
                  </a:cubicBezTo>
                  <a:cubicBezTo>
                    <a:pt x="66" y="8"/>
                    <a:pt x="66" y="8"/>
                    <a:pt x="66" y="8"/>
                  </a:cubicBezTo>
                  <a:cubicBezTo>
                    <a:pt x="61" y="13"/>
                    <a:pt x="61" y="13"/>
                    <a:pt x="61" y="13"/>
                  </a:cubicBezTo>
                  <a:cubicBezTo>
                    <a:pt x="57" y="11"/>
                    <a:pt x="53" y="9"/>
                    <a:pt x="48" y="8"/>
                  </a:cubicBezTo>
                  <a:cubicBezTo>
                    <a:pt x="48" y="0"/>
                    <a:pt x="48" y="0"/>
                    <a:pt x="48" y="0"/>
                  </a:cubicBezTo>
                  <a:cubicBezTo>
                    <a:pt x="35" y="0"/>
                    <a:pt x="35" y="0"/>
                    <a:pt x="35" y="0"/>
                  </a:cubicBezTo>
                  <a:cubicBezTo>
                    <a:pt x="35" y="8"/>
                    <a:pt x="35" y="8"/>
                    <a:pt x="35" y="8"/>
                  </a:cubicBezTo>
                  <a:cubicBezTo>
                    <a:pt x="30" y="9"/>
                    <a:pt x="26" y="11"/>
                    <a:pt x="23" y="13"/>
                  </a:cubicBezTo>
                  <a:cubicBezTo>
                    <a:pt x="17" y="8"/>
                    <a:pt x="17" y="8"/>
                    <a:pt x="17" y="8"/>
                  </a:cubicBezTo>
                  <a:cubicBezTo>
                    <a:pt x="7" y="17"/>
                    <a:pt x="7" y="17"/>
                    <a:pt x="7" y="17"/>
                  </a:cubicBezTo>
                  <a:cubicBezTo>
                    <a:pt x="13" y="23"/>
                    <a:pt x="13" y="23"/>
                    <a:pt x="13" y="23"/>
                  </a:cubicBezTo>
                  <a:cubicBezTo>
                    <a:pt x="10" y="27"/>
                    <a:pt x="9" y="31"/>
                    <a:pt x="8" y="35"/>
                  </a:cubicBezTo>
                  <a:cubicBezTo>
                    <a:pt x="0" y="35"/>
                    <a:pt x="0" y="35"/>
                    <a:pt x="0" y="35"/>
                  </a:cubicBezTo>
                  <a:cubicBezTo>
                    <a:pt x="0" y="49"/>
                    <a:pt x="0" y="49"/>
                    <a:pt x="0" y="49"/>
                  </a:cubicBezTo>
                  <a:cubicBezTo>
                    <a:pt x="8" y="49"/>
                    <a:pt x="8" y="49"/>
                    <a:pt x="8" y="49"/>
                  </a:cubicBezTo>
                  <a:cubicBezTo>
                    <a:pt x="9" y="53"/>
                    <a:pt x="10" y="57"/>
                    <a:pt x="13" y="61"/>
                  </a:cubicBezTo>
                  <a:cubicBezTo>
                    <a:pt x="7" y="67"/>
                    <a:pt x="7" y="67"/>
                    <a:pt x="7" y="67"/>
                  </a:cubicBezTo>
                  <a:cubicBezTo>
                    <a:pt x="17" y="76"/>
                    <a:pt x="17" y="76"/>
                    <a:pt x="17" y="76"/>
                  </a:cubicBezTo>
                  <a:cubicBezTo>
                    <a:pt x="22" y="71"/>
                    <a:pt x="22" y="71"/>
                    <a:pt x="22" y="71"/>
                  </a:cubicBezTo>
                  <a:cubicBezTo>
                    <a:pt x="26" y="73"/>
                    <a:pt x="30" y="75"/>
                    <a:pt x="35" y="76"/>
                  </a:cubicBezTo>
                  <a:cubicBezTo>
                    <a:pt x="35" y="84"/>
                    <a:pt x="35" y="84"/>
                    <a:pt x="35" y="84"/>
                  </a:cubicBezTo>
                  <a:cubicBezTo>
                    <a:pt x="48" y="84"/>
                    <a:pt x="48" y="84"/>
                    <a:pt x="48" y="84"/>
                  </a:cubicBezTo>
                  <a:cubicBezTo>
                    <a:pt x="48" y="76"/>
                    <a:pt x="48" y="76"/>
                    <a:pt x="48" y="76"/>
                  </a:cubicBezTo>
                  <a:cubicBezTo>
                    <a:pt x="53" y="75"/>
                    <a:pt x="57" y="73"/>
                    <a:pt x="61" y="71"/>
                  </a:cubicBezTo>
                  <a:cubicBezTo>
                    <a:pt x="66" y="76"/>
                    <a:pt x="66" y="76"/>
                    <a:pt x="66" y="76"/>
                  </a:cubicBezTo>
                  <a:cubicBezTo>
                    <a:pt x="76" y="67"/>
                    <a:pt x="76" y="67"/>
                    <a:pt x="76" y="67"/>
                  </a:cubicBezTo>
                  <a:cubicBezTo>
                    <a:pt x="70" y="61"/>
                    <a:pt x="70" y="61"/>
                    <a:pt x="70" y="61"/>
                  </a:cubicBezTo>
                  <a:cubicBezTo>
                    <a:pt x="73" y="57"/>
                    <a:pt x="74" y="53"/>
                    <a:pt x="75" y="49"/>
                  </a:cubicBezTo>
                  <a:cubicBezTo>
                    <a:pt x="83" y="49"/>
                    <a:pt x="83" y="49"/>
                    <a:pt x="83" y="49"/>
                  </a:cubicBezTo>
                  <a:cubicBezTo>
                    <a:pt x="83" y="35"/>
                    <a:pt x="83" y="35"/>
                    <a:pt x="83" y="35"/>
                  </a:cubicBezTo>
                  <a:cubicBezTo>
                    <a:pt x="75" y="35"/>
                    <a:pt x="75" y="35"/>
                    <a:pt x="75" y="35"/>
                  </a:cubicBezTo>
                  <a:cubicBezTo>
                    <a:pt x="74" y="31"/>
                    <a:pt x="73" y="27"/>
                    <a:pt x="70" y="23"/>
                  </a:cubicBezTo>
                  <a:close/>
                  <a:moveTo>
                    <a:pt x="57" y="58"/>
                  </a:moveTo>
                  <a:cubicBezTo>
                    <a:pt x="53" y="62"/>
                    <a:pt x="48" y="64"/>
                    <a:pt x="42" y="64"/>
                  </a:cubicBezTo>
                  <a:cubicBezTo>
                    <a:pt x="35" y="64"/>
                    <a:pt x="30" y="62"/>
                    <a:pt x="26" y="58"/>
                  </a:cubicBezTo>
                  <a:cubicBezTo>
                    <a:pt x="22" y="54"/>
                    <a:pt x="19" y="48"/>
                    <a:pt x="19" y="42"/>
                  </a:cubicBezTo>
                  <a:cubicBezTo>
                    <a:pt x="19" y="36"/>
                    <a:pt x="22" y="30"/>
                    <a:pt x="26" y="26"/>
                  </a:cubicBezTo>
                  <a:cubicBezTo>
                    <a:pt x="30" y="22"/>
                    <a:pt x="35" y="20"/>
                    <a:pt x="42" y="20"/>
                  </a:cubicBezTo>
                  <a:cubicBezTo>
                    <a:pt x="48" y="20"/>
                    <a:pt x="53" y="22"/>
                    <a:pt x="57" y="26"/>
                  </a:cubicBezTo>
                  <a:cubicBezTo>
                    <a:pt x="61" y="30"/>
                    <a:pt x="64" y="36"/>
                    <a:pt x="64" y="42"/>
                  </a:cubicBezTo>
                  <a:cubicBezTo>
                    <a:pt x="64" y="48"/>
                    <a:pt x="61" y="54"/>
                    <a:pt x="57" y="58"/>
                  </a:cubicBezTo>
                  <a:close/>
                </a:path>
              </a:pathLst>
            </a:custGeom>
            <a:solidFill>
              <a:srgbClr val="01ACBE"/>
            </a:solidFill>
            <a:ln>
              <a:noFill/>
            </a:ln>
            <a:effectLst>
              <a:outerShdw blurRad="50800" dist="38100" dir="8100000" algn="tr" rotWithShape="0">
                <a:prstClr val="black">
                  <a:alpha val="40000"/>
                </a:prstClr>
              </a:outerShdw>
            </a:effectLst>
            <a:scene3d>
              <a:camera prst="orthographicFront"/>
              <a:lightRig rig="threePt" dir="t"/>
            </a:scene3d>
            <a:sp3d extrusionH="76200">
              <a:extrusionClr>
                <a:srgbClr val="A5C3CF"/>
              </a:extrusionClr>
            </a:sp3d>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a:p>
          </p:txBody>
        </p:sp>
        <p:grpSp>
          <p:nvGrpSpPr>
            <p:cNvPr id="157706" name="Group 8">
              <a:extLst>
                <a:ext uri="{FF2B5EF4-FFF2-40B4-BE49-F238E27FC236}">
                  <a16:creationId xmlns:a16="http://schemas.microsoft.com/office/drawing/2014/main" id="{71A95B3A-8150-A547-9A95-D472EEE96DF8}"/>
                </a:ext>
              </a:extLst>
            </p:cNvPr>
            <p:cNvGrpSpPr>
              <a:grpSpLocks noChangeAspect="1"/>
            </p:cNvGrpSpPr>
            <p:nvPr/>
          </p:nvGrpSpPr>
          <p:grpSpPr bwMode="auto">
            <a:xfrm>
              <a:off x="4430530" y="3139897"/>
              <a:ext cx="608702" cy="743027"/>
              <a:chOff x="3804" y="2116"/>
              <a:chExt cx="503" cy="614"/>
            </a:xfrm>
          </p:grpSpPr>
          <p:sp>
            <p:nvSpPr>
              <p:cNvPr id="157715" name="AutoShape 7">
                <a:extLst>
                  <a:ext uri="{FF2B5EF4-FFF2-40B4-BE49-F238E27FC236}">
                    <a16:creationId xmlns:a16="http://schemas.microsoft.com/office/drawing/2014/main" id="{47276A99-87A1-F749-9B79-E630DDEEA66D}"/>
                  </a:ext>
                </a:extLst>
              </p:cNvPr>
              <p:cNvSpPr>
                <a:spLocks noChangeAspect="1" noChangeArrowheads="1" noTextEdit="1"/>
              </p:cNvSpPr>
              <p:nvPr/>
            </p:nvSpPr>
            <p:spPr bwMode="auto">
              <a:xfrm>
                <a:off x="3804" y="2116"/>
                <a:ext cx="503" cy="6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7716" name="Oval 9">
                <a:extLst>
                  <a:ext uri="{FF2B5EF4-FFF2-40B4-BE49-F238E27FC236}">
                    <a16:creationId xmlns:a16="http://schemas.microsoft.com/office/drawing/2014/main" id="{5A1833B5-334E-7343-9B36-ED46D2E5C319}"/>
                  </a:ext>
                </a:extLst>
              </p:cNvPr>
              <p:cNvSpPr>
                <a:spLocks noChangeArrowheads="1"/>
              </p:cNvSpPr>
              <p:nvPr/>
            </p:nvSpPr>
            <p:spPr bwMode="auto">
              <a:xfrm>
                <a:off x="3908" y="2137"/>
                <a:ext cx="273" cy="266"/>
              </a:xfrm>
              <a:prstGeom prst="ellipse">
                <a:avLst/>
              </a:prstGeom>
              <a:solidFill>
                <a:srgbClr val="88889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en-US" sz="1800">
                  <a:latin typeface="Calibri" panose="020F0502020204030204" pitchFamily="34" charset="0"/>
                  <a:ea typeface="仿宋_GB2312" pitchFamily="49" charset="-122"/>
                </a:endParaRPr>
              </a:p>
            </p:txBody>
          </p:sp>
          <p:sp>
            <p:nvSpPr>
              <p:cNvPr id="157717" name="Freeform 10">
                <a:extLst>
                  <a:ext uri="{FF2B5EF4-FFF2-40B4-BE49-F238E27FC236}">
                    <a16:creationId xmlns:a16="http://schemas.microsoft.com/office/drawing/2014/main" id="{B778E3BE-E1D5-C94F-8A07-82DA10318F82}"/>
                  </a:ext>
                </a:extLst>
              </p:cNvPr>
              <p:cNvSpPr>
                <a:spLocks/>
              </p:cNvSpPr>
              <p:nvPr/>
            </p:nvSpPr>
            <p:spPr bwMode="auto">
              <a:xfrm>
                <a:off x="3783" y="2423"/>
                <a:ext cx="524" cy="327"/>
              </a:xfrm>
              <a:custGeom>
                <a:avLst/>
                <a:gdLst>
                  <a:gd name="T0" fmla="*/ 2147483646 w 25"/>
                  <a:gd name="T1" fmla="*/ 0 h 16"/>
                  <a:gd name="T2" fmla="*/ 2147483646 w 25"/>
                  <a:gd name="T3" fmla="*/ 0 h 16"/>
                  <a:gd name="T4" fmla="*/ 2147483646 w 25"/>
                  <a:gd name="T5" fmla="*/ 2147483646 h 16"/>
                  <a:gd name="T6" fmla="*/ 2147483646 w 25"/>
                  <a:gd name="T7" fmla="*/ 2147483646 h 16"/>
                  <a:gd name="T8" fmla="*/ 2147483646 w 25"/>
                  <a:gd name="T9" fmla="*/ 2147483646 h 16"/>
                  <a:gd name="T10" fmla="*/ 2147483646 w 25"/>
                  <a:gd name="T11" fmla="*/ 0 h 16"/>
                  <a:gd name="T12" fmla="*/ 2147483646 w 25"/>
                  <a:gd name="T13" fmla="*/ 0 h 16"/>
                  <a:gd name="T14" fmla="*/ 0 w 25"/>
                  <a:gd name="T15" fmla="*/ 2147483646 h 16"/>
                  <a:gd name="T16" fmla="*/ 0 w 25"/>
                  <a:gd name="T17" fmla="*/ 2147483646 h 16"/>
                  <a:gd name="T18" fmla="*/ 2147483646 w 25"/>
                  <a:gd name="T19" fmla="*/ 2147483646 h 16"/>
                  <a:gd name="T20" fmla="*/ 2147483646 w 25"/>
                  <a:gd name="T21" fmla="*/ 2147483646 h 16"/>
                  <a:gd name="T22" fmla="*/ 2147483646 w 25"/>
                  <a:gd name="T23" fmla="*/ 2147483646 h 16"/>
                  <a:gd name="T24" fmla="*/ 2147483646 w 25"/>
                  <a:gd name="T25" fmla="*/ 0 h 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5" h="16">
                    <a:moveTo>
                      <a:pt x="16" y="0"/>
                    </a:moveTo>
                    <a:cubicBezTo>
                      <a:pt x="13" y="0"/>
                      <a:pt x="13" y="0"/>
                      <a:pt x="13" y="0"/>
                    </a:cubicBezTo>
                    <a:cubicBezTo>
                      <a:pt x="15" y="11"/>
                      <a:pt x="15" y="11"/>
                      <a:pt x="15" y="11"/>
                    </a:cubicBezTo>
                    <a:cubicBezTo>
                      <a:pt x="12" y="14"/>
                      <a:pt x="12" y="14"/>
                      <a:pt x="12" y="14"/>
                    </a:cubicBezTo>
                    <a:cubicBezTo>
                      <a:pt x="9" y="11"/>
                      <a:pt x="9" y="11"/>
                      <a:pt x="9" y="11"/>
                    </a:cubicBezTo>
                    <a:cubicBezTo>
                      <a:pt x="11" y="0"/>
                      <a:pt x="11" y="0"/>
                      <a:pt x="11" y="0"/>
                    </a:cubicBezTo>
                    <a:cubicBezTo>
                      <a:pt x="8" y="0"/>
                      <a:pt x="8" y="0"/>
                      <a:pt x="8" y="0"/>
                    </a:cubicBezTo>
                    <a:cubicBezTo>
                      <a:pt x="3" y="0"/>
                      <a:pt x="0" y="4"/>
                      <a:pt x="0" y="8"/>
                    </a:cubicBezTo>
                    <a:cubicBezTo>
                      <a:pt x="0" y="14"/>
                      <a:pt x="0" y="14"/>
                      <a:pt x="0" y="14"/>
                    </a:cubicBezTo>
                    <a:cubicBezTo>
                      <a:pt x="3" y="16"/>
                      <a:pt x="9" y="16"/>
                      <a:pt x="12" y="16"/>
                    </a:cubicBezTo>
                    <a:cubicBezTo>
                      <a:pt x="15" y="16"/>
                      <a:pt x="21" y="16"/>
                      <a:pt x="25" y="14"/>
                    </a:cubicBezTo>
                    <a:cubicBezTo>
                      <a:pt x="25" y="8"/>
                      <a:pt x="25" y="8"/>
                      <a:pt x="25" y="8"/>
                    </a:cubicBezTo>
                    <a:cubicBezTo>
                      <a:pt x="25" y="4"/>
                      <a:pt x="21" y="0"/>
                      <a:pt x="16" y="0"/>
                    </a:cubicBezTo>
                  </a:path>
                </a:pathLst>
              </a:custGeom>
              <a:solidFill>
                <a:srgbClr val="88889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157707" name="Freeform 14">
              <a:extLst>
                <a:ext uri="{FF2B5EF4-FFF2-40B4-BE49-F238E27FC236}">
                  <a16:creationId xmlns:a16="http://schemas.microsoft.com/office/drawing/2014/main" id="{408DACA4-D8CA-0F4C-A57C-8B34CBD56DA6}"/>
                </a:ext>
              </a:extLst>
            </p:cNvPr>
            <p:cNvSpPr>
              <a:spLocks/>
            </p:cNvSpPr>
            <p:nvPr/>
          </p:nvSpPr>
          <p:spPr bwMode="auto">
            <a:xfrm>
              <a:off x="3025400" y="1969376"/>
              <a:ext cx="2807530" cy="3255283"/>
            </a:xfrm>
            <a:custGeom>
              <a:avLst/>
              <a:gdLst>
                <a:gd name="T0" fmla="*/ 2147483646 w 85"/>
                <a:gd name="T1" fmla="*/ 0 h 99"/>
                <a:gd name="T2" fmla="*/ 2147483646 w 85"/>
                <a:gd name="T3" fmla="*/ 2147483646 h 99"/>
                <a:gd name="T4" fmla="*/ 0 w 85"/>
                <a:gd name="T5" fmla="*/ 2147483646 h 99"/>
                <a:gd name="T6" fmla="*/ 2147483646 w 85"/>
                <a:gd name="T7" fmla="*/ 2147483646 h 99"/>
                <a:gd name="T8" fmla="*/ 2147483646 w 85"/>
                <a:gd name="T9" fmla="*/ 2147483646 h 99"/>
                <a:gd name="T10" fmla="*/ 2147483646 w 85"/>
                <a:gd name="T11" fmla="*/ 2147483646 h 99"/>
                <a:gd name="T12" fmla="*/ 2147483646 w 85"/>
                <a:gd name="T13" fmla="*/ 2147483646 h 99"/>
                <a:gd name="T14" fmla="*/ 2147483646 w 85"/>
                <a:gd name="T15" fmla="*/ 2147483646 h 99"/>
                <a:gd name="T16" fmla="*/ 2147483646 w 85"/>
                <a:gd name="T17" fmla="*/ 2147483646 h 99"/>
                <a:gd name="T18" fmla="*/ 2147483646 w 85"/>
                <a:gd name="T19" fmla="*/ 2147483646 h 99"/>
                <a:gd name="T20" fmla="*/ 2147483646 w 85"/>
                <a:gd name="T21" fmla="*/ 2147483646 h 99"/>
                <a:gd name="T22" fmla="*/ 2147483646 w 85"/>
                <a:gd name="T23" fmla="*/ 2147483646 h 99"/>
                <a:gd name="T24" fmla="*/ 2147483646 w 85"/>
                <a:gd name="T25" fmla="*/ 2147483646 h 99"/>
                <a:gd name="T26" fmla="*/ 2147483646 w 85"/>
                <a:gd name="T27" fmla="*/ 2147483646 h 99"/>
                <a:gd name="T28" fmla="*/ 2147483646 w 85"/>
                <a:gd name="T29" fmla="*/ 0 h 9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5" h="99">
                  <a:moveTo>
                    <a:pt x="49" y="0"/>
                  </a:moveTo>
                  <a:cubicBezTo>
                    <a:pt x="36" y="0"/>
                    <a:pt x="24" y="5"/>
                    <a:pt x="14" y="14"/>
                  </a:cubicBezTo>
                  <a:cubicBezTo>
                    <a:pt x="5" y="23"/>
                    <a:pt x="0" y="36"/>
                    <a:pt x="0" y="49"/>
                  </a:cubicBezTo>
                  <a:cubicBezTo>
                    <a:pt x="0" y="62"/>
                    <a:pt x="5" y="75"/>
                    <a:pt x="14" y="84"/>
                  </a:cubicBezTo>
                  <a:cubicBezTo>
                    <a:pt x="24" y="94"/>
                    <a:pt x="36" y="99"/>
                    <a:pt x="50" y="99"/>
                  </a:cubicBezTo>
                  <a:cubicBezTo>
                    <a:pt x="63" y="99"/>
                    <a:pt x="75" y="94"/>
                    <a:pt x="85" y="84"/>
                  </a:cubicBezTo>
                  <a:cubicBezTo>
                    <a:pt x="82" y="82"/>
                    <a:pt x="82" y="82"/>
                    <a:pt x="82" y="82"/>
                  </a:cubicBezTo>
                  <a:cubicBezTo>
                    <a:pt x="74" y="91"/>
                    <a:pt x="62" y="96"/>
                    <a:pt x="50" y="96"/>
                  </a:cubicBezTo>
                  <a:cubicBezTo>
                    <a:pt x="37" y="96"/>
                    <a:pt x="25" y="91"/>
                    <a:pt x="17" y="82"/>
                  </a:cubicBezTo>
                  <a:cubicBezTo>
                    <a:pt x="8" y="73"/>
                    <a:pt x="3" y="61"/>
                    <a:pt x="3" y="49"/>
                  </a:cubicBezTo>
                  <a:cubicBezTo>
                    <a:pt x="3" y="37"/>
                    <a:pt x="8" y="25"/>
                    <a:pt x="17" y="16"/>
                  </a:cubicBezTo>
                  <a:cubicBezTo>
                    <a:pt x="25" y="7"/>
                    <a:pt x="37" y="3"/>
                    <a:pt x="49" y="2"/>
                  </a:cubicBezTo>
                  <a:cubicBezTo>
                    <a:pt x="60" y="3"/>
                    <a:pt x="70" y="6"/>
                    <a:pt x="78" y="12"/>
                  </a:cubicBezTo>
                  <a:cubicBezTo>
                    <a:pt x="80" y="10"/>
                    <a:pt x="80" y="10"/>
                    <a:pt x="80" y="10"/>
                  </a:cubicBezTo>
                  <a:cubicBezTo>
                    <a:pt x="71" y="3"/>
                    <a:pt x="61" y="0"/>
                    <a:pt x="49" y="0"/>
                  </a:cubicBezTo>
                </a:path>
              </a:pathLst>
            </a:custGeom>
            <a:solidFill>
              <a:srgbClr val="FFC9A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nvGrpSpPr>
            <p:cNvPr id="8" name="组合 7">
              <a:extLst>
                <a:ext uri="{FF2B5EF4-FFF2-40B4-BE49-F238E27FC236}">
                  <a16:creationId xmlns:a16="http://schemas.microsoft.com/office/drawing/2014/main" id="{431F189C-35D0-443A-9932-6FD4C0992E91}"/>
                </a:ext>
              </a:extLst>
            </p:cNvPr>
            <p:cNvGrpSpPr/>
            <p:nvPr/>
          </p:nvGrpSpPr>
          <p:grpSpPr>
            <a:xfrm rot="9277281">
              <a:off x="6065134" y="1197238"/>
              <a:ext cx="2449301" cy="2596616"/>
              <a:chOff x="3533775" y="1263651"/>
              <a:chExt cx="4028103" cy="4270375"/>
            </a:xfrm>
            <a:solidFill>
              <a:srgbClr val="8DC1CF"/>
            </a:solidFill>
          </p:grpSpPr>
          <p:sp>
            <p:nvSpPr>
              <p:cNvPr id="13" name="Freeform 5">
                <a:extLst>
                  <a:ext uri="{FF2B5EF4-FFF2-40B4-BE49-F238E27FC236}">
                    <a16:creationId xmlns:a16="http://schemas.microsoft.com/office/drawing/2014/main" id="{0B1097D6-E573-482F-B9FC-9B9512BF3037}"/>
                  </a:ext>
                </a:extLst>
              </p:cNvPr>
              <p:cNvSpPr>
                <a:spLocks noEditPoints="1"/>
              </p:cNvSpPr>
              <p:nvPr/>
            </p:nvSpPr>
            <p:spPr bwMode="auto">
              <a:xfrm>
                <a:off x="3990769" y="1572211"/>
                <a:ext cx="3571109" cy="3614186"/>
              </a:xfrm>
              <a:custGeom>
                <a:avLst/>
                <a:gdLst>
                  <a:gd name="T0" fmla="*/ 70 w 83"/>
                  <a:gd name="T1" fmla="*/ 23 h 84"/>
                  <a:gd name="T2" fmla="*/ 76 w 83"/>
                  <a:gd name="T3" fmla="*/ 17 h 84"/>
                  <a:gd name="T4" fmla="*/ 66 w 83"/>
                  <a:gd name="T5" fmla="*/ 8 h 84"/>
                  <a:gd name="T6" fmla="*/ 61 w 83"/>
                  <a:gd name="T7" fmla="*/ 13 h 84"/>
                  <a:gd name="T8" fmla="*/ 48 w 83"/>
                  <a:gd name="T9" fmla="*/ 8 h 84"/>
                  <a:gd name="T10" fmla="*/ 48 w 83"/>
                  <a:gd name="T11" fmla="*/ 0 h 84"/>
                  <a:gd name="T12" fmla="*/ 35 w 83"/>
                  <a:gd name="T13" fmla="*/ 0 h 84"/>
                  <a:gd name="T14" fmla="*/ 35 w 83"/>
                  <a:gd name="T15" fmla="*/ 8 h 84"/>
                  <a:gd name="T16" fmla="*/ 23 w 83"/>
                  <a:gd name="T17" fmla="*/ 13 h 84"/>
                  <a:gd name="T18" fmla="*/ 17 w 83"/>
                  <a:gd name="T19" fmla="*/ 8 h 84"/>
                  <a:gd name="T20" fmla="*/ 7 w 83"/>
                  <a:gd name="T21" fmla="*/ 17 h 84"/>
                  <a:gd name="T22" fmla="*/ 13 w 83"/>
                  <a:gd name="T23" fmla="*/ 23 h 84"/>
                  <a:gd name="T24" fmla="*/ 8 w 83"/>
                  <a:gd name="T25" fmla="*/ 35 h 84"/>
                  <a:gd name="T26" fmla="*/ 0 w 83"/>
                  <a:gd name="T27" fmla="*/ 35 h 84"/>
                  <a:gd name="T28" fmla="*/ 0 w 83"/>
                  <a:gd name="T29" fmla="*/ 49 h 84"/>
                  <a:gd name="T30" fmla="*/ 8 w 83"/>
                  <a:gd name="T31" fmla="*/ 49 h 84"/>
                  <a:gd name="T32" fmla="*/ 13 w 83"/>
                  <a:gd name="T33" fmla="*/ 61 h 84"/>
                  <a:gd name="T34" fmla="*/ 7 w 83"/>
                  <a:gd name="T35" fmla="*/ 67 h 84"/>
                  <a:gd name="T36" fmla="*/ 17 w 83"/>
                  <a:gd name="T37" fmla="*/ 76 h 84"/>
                  <a:gd name="T38" fmla="*/ 22 w 83"/>
                  <a:gd name="T39" fmla="*/ 71 h 84"/>
                  <a:gd name="T40" fmla="*/ 35 w 83"/>
                  <a:gd name="T41" fmla="*/ 76 h 84"/>
                  <a:gd name="T42" fmla="*/ 35 w 83"/>
                  <a:gd name="T43" fmla="*/ 84 h 84"/>
                  <a:gd name="T44" fmla="*/ 48 w 83"/>
                  <a:gd name="T45" fmla="*/ 84 h 84"/>
                  <a:gd name="T46" fmla="*/ 48 w 83"/>
                  <a:gd name="T47" fmla="*/ 76 h 84"/>
                  <a:gd name="T48" fmla="*/ 61 w 83"/>
                  <a:gd name="T49" fmla="*/ 71 h 84"/>
                  <a:gd name="T50" fmla="*/ 66 w 83"/>
                  <a:gd name="T51" fmla="*/ 76 h 84"/>
                  <a:gd name="T52" fmla="*/ 76 w 83"/>
                  <a:gd name="T53" fmla="*/ 67 h 84"/>
                  <a:gd name="T54" fmla="*/ 70 w 83"/>
                  <a:gd name="T55" fmla="*/ 61 h 84"/>
                  <a:gd name="T56" fmla="*/ 75 w 83"/>
                  <a:gd name="T57" fmla="*/ 49 h 84"/>
                  <a:gd name="T58" fmla="*/ 83 w 83"/>
                  <a:gd name="T59" fmla="*/ 49 h 84"/>
                  <a:gd name="T60" fmla="*/ 83 w 83"/>
                  <a:gd name="T61" fmla="*/ 35 h 84"/>
                  <a:gd name="T62" fmla="*/ 75 w 83"/>
                  <a:gd name="T63" fmla="*/ 35 h 84"/>
                  <a:gd name="T64" fmla="*/ 70 w 83"/>
                  <a:gd name="T65" fmla="*/ 23 h 84"/>
                  <a:gd name="T66" fmla="*/ 57 w 83"/>
                  <a:gd name="T67" fmla="*/ 58 h 84"/>
                  <a:gd name="T68" fmla="*/ 42 w 83"/>
                  <a:gd name="T69" fmla="*/ 64 h 84"/>
                  <a:gd name="T70" fmla="*/ 26 w 83"/>
                  <a:gd name="T71" fmla="*/ 58 h 84"/>
                  <a:gd name="T72" fmla="*/ 19 w 83"/>
                  <a:gd name="T73" fmla="*/ 42 h 84"/>
                  <a:gd name="T74" fmla="*/ 26 w 83"/>
                  <a:gd name="T75" fmla="*/ 26 h 84"/>
                  <a:gd name="T76" fmla="*/ 42 w 83"/>
                  <a:gd name="T77" fmla="*/ 20 h 84"/>
                  <a:gd name="T78" fmla="*/ 57 w 83"/>
                  <a:gd name="T79" fmla="*/ 26 h 84"/>
                  <a:gd name="T80" fmla="*/ 64 w 83"/>
                  <a:gd name="T81" fmla="*/ 42 h 84"/>
                  <a:gd name="T82" fmla="*/ 57 w 83"/>
                  <a:gd name="T83" fmla="*/ 58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3" h="84">
                    <a:moveTo>
                      <a:pt x="70" y="23"/>
                    </a:moveTo>
                    <a:cubicBezTo>
                      <a:pt x="76" y="17"/>
                      <a:pt x="76" y="17"/>
                      <a:pt x="76" y="17"/>
                    </a:cubicBezTo>
                    <a:cubicBezTo>
                      <a:pt x="66" y="8"/>
                      <a:pt x="66" y="8"/>
                      <a:pt x="66" y="8"/>
                    </a:cubicBezTo>
                    <a:cubicBezTo>
                      <a:pt x="61" y="13"/>
                      <a:pt x="61" y="13"/>
                      <a:pt x="61" y="13"/>
                    </a:cubicBezTo>
                    <a:cubicBezTo>
                      <a:pt x="57" y="11"/>
                      <a:pt x="53" y="9"/>
                      <a:pt x="48" y="8"/>
                    </a:cubicBezTo>
                    <a:cubicBezTo>
                      <a:pt x="48" y="0"/>
                      <a:pt x="48" y="0"/>
                      <a:pt x="48" y="0"/>
                    </a:cubicBezTo>
                    <a:cubicBezTo>
                      <a:pt x="35" y="0"/>
                      <a:pt x="35" y="0"/>
                      <a:pt x="35" y="0"/>
                    </a:cubicBezTo>
                    <a:cubicBezTo>
                      <a:pt x="35" y="8"/>
                      <a:pt x="35" y="8"/>
                      <a:pt x="35" y="8"/>
                    </a:cubicBezTo>
                    <a:cubicBezTo>
                      <a:pt x="30" y="9"/>
                      <a:pt x="26" y="11"/>
                      <a:pt x="23" y="13"/>
                    </a:cubicBezTo>
                    <a:cubicBezTo>
                      <a:pt x="17" y="8"/>
                      <a:pt x="17" y="8"/>
                      <a:pt x="17" y="8"/>
                    </a:cubicBezTo>
                    <a:cubicBezTo>
                      <a:pt x="7" y="17"/>
                      <a:pt x="7" y="17"/>
                      <a:pt x="7" y="17"/>
                    </a:cubicBezTo>
                    <a:cubicBezTo>
                      <a:pt x="13" y="23"/>
                      <a:pt x="13" y="23"/>
                      <a:pt x="13" y="23"/>
                    </a:cubicBezTo>
                    <a:cubicBezTo>
                      <a:pt x="10" y="27"/>
                      <a:pt x="9" y="31"/>
                      <a:pt x="8" y="35"/>
                    </a:cubicBezTo>
                    <a:cubicBezTo>
                      <a:pt x="0" y="35"/>
                      <a:pt x="0" y="35"/>
                      <a:pt x="0" y="35"/>
                    </a:cubicBezTo>
                    <a:cubicBezTo>
                      <a:pt x="0" y="49"/>
                      <a:pt x="0" y="49"/>
                      <a:pt x="0" y="49"/>
                    </a:cubicBezTo>
                    <a:cubicBezTo>
                      <a:pt x="8" y="49"/>
                      <a:pt x="8" y="49"/>
                      <a:pt x="8" y="49"/>
                    </a:cubicBezTo>
                    <a:cubicBezTo>
                      <a:pt x="9" y="53"/>
                      <a:pt x="10" y="57"/>
                      <a:pt x="13" y="61"/>
                    </a:cubicBezTo>
                    <a:cubicBezTo>
                      <a:pt x="7" y="67"/>
                      <a:pt x="7" y="67"/>
                      <a:pt x="7" y="67"/>
                    </a:cubicBezTo>
                    <a:cubicBezTo>
                      <a:pt x="17" y="76"/>
                      <a:pt x="17" y="76"/>
                      <a:pt x="17" y="76"/>
                    </a:cubicBezTo>
                    <a:cubicBezTo>
                      <a:pt x="22" y="71"/>
                      <a:pt x="22" y="71"/>
                      <a:pt x="22" y="71"/>
                    </a:cubicBezTo>
                    <a:cubicBezTo>
                      <a:pt x="26" y="73"/>
                      <a:pt x="30" y="75"/>
                      <a:pt x="35" y="76"/>
                    </a:cubicBezTo>
                    <a:cubicBezTo>
                      <a:pt x="35" y="84"/>
                      <a:pt x="35" y="84"/>
                      <a:pt x="35" y="84"/>
                    </a:cubicBezTo>
                    <a:cubicBezTo>
                      <a:pt x="48" y="84"/>
                      <a:pt x="48" y="84"/>
                      <a:pt x="48" y="84"/>
                    </a:cubicBezTo>
                    <a:cubicBezTo>
                      <a:pt x="48" y="76"/>
                      <a:pt x="48" y="76"/>
                      <a:pt x="48" y="76"/>
                    </a:cubicBezTo>
                    <a:cubicBezTo>
                      <a:pt x="53" y="75"/>
                      <a:pt x="57" y="73"/>
                      <a:pt x="61" y="71"/>
                    </a:cubicBezTo>
                    <a:cubicBezTo>
                      <a:pt x="66" y="76"/>
                      <a:pt x="66" y="76"/>
                      <a:pt x="66" y="76"/>
                    </a:cubicBezTo>
                    <a:cubicBezTo>
                      <a:pt x="76" y="67"/>
                      <a:pt x="76" y="67"/>
                      <a:pt x="76" y="67"/>
                    </a:cubicBezTo>
                    <a:cubicBezTo>
                      <a:pt x="70" y="61"/>
                      <a:pt x="70" y="61"/>
                      <a:pt x="70" y="61"/>
                    </a:cubicBezTo>
                    <a:cubicBezTo>
                      <a:pt x="73" y="57"/>
                      <a:pt x="74" y="53"/>
                      <a:pt x="75" y="49"/>
                    </a:cubicBezTo>
                    <a:cubicBezTo>
                      <a:pt x="83" y="49"/>
                      <a:pt x="83" y="49"/>
                      <a:pt x="83" y="49"/>
                    </a:cubicBezTo>
                    <a:cubicBezTo>
                      <a:pt x="83" y="35"/>
                      <a:pt x="83" y="35"/>
                      <a:pt x="83" y="35"/>
                    </a:cubicBezTo>
                    <a:cubicBezTo>
                      <a:pt x="75" y="35"/>
                      <a:pt x="75" y="35"/>
                      <a:pt x="75" y="35"/>
                    </a:cubicBezTo>
                    <a:cubicBezTo>
                      <a:pt x="74" y="31"/>
                      <a:pt x="73" y="27"/>
                      <a:pt x="70" y="23"/>
                    </a:cubicBezTo>
                    <a:close/>
                    <a:moveTo>
                      <a:pt x="57" y="58"/>
                    </a:moveTo>
                    <a:cubicBezTo>
                      <a:pt x="53" y="62"/>
                      <a:pt x="48" y="64"/>
                      <a:pt x="42" y="64"/>
                    </a:cubicBezTo>
                    <a:cubicBezTo>
                      <a:pt x="35" y="64"/>
                      <a:pt x="30" y="62"/>
                      <a:pt x="26" y="58"/>
                    </a:cubicBezTo>
                    <a:cubicBezTo>
                      <a:pt x="22" y="54"/>
                      <a:pt x="19" y="48"/>
                      <a:pt x="19" y="42"/>
                    </a:cubicBezTo>
                    <a:cubicBezTo>
                      <a:pt x="19" y="36"/>
                      <a:pt x="22" y="30"/>
                      <a:pt x="26" y="26"/>
                    </a:cubicBezTo>
                    <a:cubicBezTo>
                      <a:pt x="30" y="22"/>
                      <a:pt x="35" y="20"/>
                      <a:pt x="42" y="20"/>
                    </a:cubicBezTo>
                    <a:cubicBezTo>
                      <a:pt x="48" y="20"/>
                      <a:pt x="53" y="22"/>
                      <a:pt x="57" y="26"/>
                    </a:cubicBezTo>
                    <a:cubicBezTo>
                      <a:pt x="61" y="30"/>
                      <a:pt x="64" y="36"/>
                      <a:pt x="64" y="42"/>
                    </a:cubicBezTo>
                    <a:cubicBezTo>
                      <a:pt x="64" y="48"/>
                      <a:pt x="61" y="54"/>
                      <a:pt x="57" y="58"/>
                    </a:cubicBezTo>
                    <a:close/>
                  </a:path>
                </a:pathLst>
              </a:custGeom>
              <a:solidFill>
                <a:srgbClr val="9476B6"/>
              </a:solidFill>
              <a:ln>
                <a:noFill/>
              </a:ln>
              <a:effectLst>
                <a:outerShdw blurRad="50800" dist="38100" dir="8100000" algn="tr" rotWithShape="0">
                  <a:prstClr val="black">
                    <a:alpha val="40000"/>
                  </a:prstClr>
                </a:outerShdw>
              </a:effectLst>
              <a:scene3d>
                <a:camera prst="orthographicFront"/>
                <a:lightRig rig="threePt" dir="t"/>
              </a:scene3d>
              <a:sp3d extrusionH="76200">
                <a:extrusionClr>
                  <a:srgbClr val="A5C3CF"/>
                </a:extrusionClr>
              </a:sp3d>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a:p>
            </p:txBody>
          </p:sp>
          <p:sp>
            <p:nvSpPr>
              <p:cNvPr id="14" name="Freeform 14">
                <a:extLst>
                  <a:ext uri="{FF2B5EF4-FFF2-40B4-BE49-F238E27FC236}">
                    <a16:creationId xmlns:a16="http://schemas.microsoft.com/office/drawing/2014/main" id="{D96A3D6B-8930-4A69-BE83-8915E0C4653C}"/>
                  </a:ext>
                </a:extLst>
              </p:cNvPr>
              <p:cNvSpPr/>
              <p:nvPr/>
            </p:nvSpPr>
            <p:spPr bwMode="auto">
              <a:xfrm>
                <a:off x="3533775" y="1263651"/>
                <a:ext cx="3683000" cy="4270375"/>
              </a:xfrm>
              <a:custGeom>
                <a:avLst/>
                <a:gdLst>
                  <a:gd name="T0" fmla="*/ 49 w 85"/>
                  <a:gd name="T1" fmla="*/ 0 h 99"/>
                  <a:gd name="T2" fmla="*/ 14 w 85"/>
                  <a:gd name="T3" fmla="*/ 14 h 99"/>
                  <a:gd name="T4" fmla="*/ 0 w 85"/>
                  <a:gd name="T5" fmla="*/ 49 h 99"/>
                  <a:gd name="T6" fmla="*/ 14 w 85"/>
                  <a:gd name="T7" fmla="*/ 84 h 99"/>
                  <a:gd name="T8" fmla="*/ 50 w 85"/>
                  <a:gd name="T9" fmla="*/ 99 h 99"/>
                  <a:gd name="T10" fmla="*/ 85 w 85"/>
                  <a:gd name="T11" fmla="*/ 84 h 99"/>
                  <a:gd name="T12" fmla="*/ 82 w 85"/>
                  <a:gd name="T13" fmla="*/ 82 h 99"/>
                  <a:gd name="T14" fmla="*/ 50 w 85"/>
                  <a:gd name="T15" fmla="*/ 96 h 99"/>
                  <a:gd name="T16" fmla="*/ 17 w 85"/>
                  <a:gd name="T17" fmla="*/ 82 h 99"/>
                  <a:gd name="T18" fmla="*/ 3 w 85"/>
                  <a:gd name="T19" fmla="*/ 49 h 99"/>
                  <a:gd name="T20" fmla="*/ 17 w 85"/>
                  <a:gd name="T21" fmla="*/ 16 h 99"/>
                  <a:gd name="T22" fmla="*/ 49 w 85"/>
                  <a:gd name="T23" fmla="*/ 2 h 99"/>
                  <a:gd name="T24" fmla="*/ 78 w 85"/>
                  <a:gd name="T25" fmla="*/ 12 h 99"/>
                  <a:gd name="T26" fmla="*/ 80 w 85"/>
                  <a:gd name="T27" fmla="*/ 10 h 99"/>
                  <a:gd name="T28" fmla="*/ 49 w 85"/>
                  <a:gd name="T29" fmla="*/ 0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5" h="99">
                    <a:moveTo>
                      <a:pt x="49" y="0"/>
                    </a:moveTo>
                    <a:cubicBezTo>
                      <a:pt x="36" y="0"/>
                      <a:pt x="24" y="5"/>
                      <a:pt x="14" y="14"/>
                    </a:cubicBezTo>
                    <a:cubicBezTo>
                      <a:pt x="5" y="23"/>
                      <a:pt x="0" y="36"/>
                      <a:pt x="0" y="49"/>
                    </a:cubicBezTo>
                    <a:cubicBezTo>
                      <a:pt x="0" y="62"/>
                      <a:pt x="5" y="75"/>
                      <a:pt x="14" y="84"/>
                    </a:cubicBezTo>
                    <a:cubicBezTo>
                      <a:pt x="24" y="94"/>
                      <a:pt x="36" y="99"/>
                      <a:pt x="50" y="99"/>
                    </a:cubicBezTo>
                    <a:cubicBezTo>
                      <a:pt x="63" y="99"/>
                      <a:pt x="75" y="94"/>
                      <a:pt x="85" y="84"/>
                    </a:cubicBezTo>
                    <a:cubicBezTo>
                      <a:pt x="82" y="82"/>
                      <a:pt x="82" y="82"/>
                      <a:pt x="82" y="82"/>
                    </a:cubicBezTo>
                    <a:cubicBezTo>
                      <a:pt x="74" y="91"/>
                      <a:pt x="62" y="96"/>
                      <a:pt x="50" y="96"/>
                    </a:cubicBezTo>
                    <a:cubicBezTo>
                      <a:pt x="37" y="96"/>
                      <a:pt x="25" y="91"/>
                      <a:pt x="17" y="82"/>
                    </a:cubicBezTo>
                    <a:cubicBezTo>
                      <a:pt x="8" y="73"/>
                      <a:pt x="3" y="61"/>
                      <a:pt x="3" y="49"/>
                    </a:cubicBezTo>
                    <a:cubicBezTo>
                      <a:pt x="3" y="37"/>
                      <a:pt x="8" y="25"/>
                      <a:pt x="17" y="16"/>
                    </a:cubicBezTo>
                    <a:cubicBezTo>
                      <a:pt x="25" y="7"/>
                      <a:pt x="37" y="3"/>
                      <a:pt x="49" y="2"/>
                    </a:cubicBezTo>
                    <a:cubicBezTo>
                      <a:pt x="60" y="3"/>
                      <a:pt x="70" y="6"/>
                      <a:pt x="78" y="12"/>
                    </a:cubicBezTo>
                    <a:cubicBezTo>
                      <a:pt x="80" y="10"/>
                      <a:pt x="80" y="10"/>
                      <a:pt x="80" y="10"/>
                    </a:cubicBezTo>
                    <a:cubicBezTo>
                      <a:pt x="71" y="3"/>
                      <a:pt x="61" y="0"/>
                      <a:pt x="49" y="0"/>
                    </a:cubicBezTo>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a:p>
            </p:txBody>
          </p:sp>
        </p:grpSp>
        <p:sp>
          <p:nvSpPr>
            <p:cNvPr id="157709" name="KSO_Shape">
              <a:extLst>
                <a:ext uri="{FF2B5EF4-FFF2-40B4-BE49-F238E27FC236}">
                  <a16:creationId xmlns:a16="http://schemas.microsoft.com/office/drawing/2014/main" id="{1E374724-7B77-E04C-BEF6-F51D0EF69427}"/>
                </a:ext>
              </a:extLst>
            </p:cNvPr>
            <p:cNvSpPr>
              <a:spLocks/>
            </p:cNvSpPr>
            <p:nvPr/>
          </p:nvSpPr>
          <p:spPr bwMode="auto">
            <a:xfrm>
              <a:off x="7000806" y="2262153"/>
              <a:ext cx="337077" cy="607346"/>
            </a:xfrm>
            <a:custGeom>
              <a:avLst/>
              <a:gdLst>
                <a:gd name="T0" fmla="*/ 566 w 709759"/>
                <a:gd name="T1" fmla="*/ 0 h 1280034"/>
                <a:gd name="T2" fmla="*/ 876 w 709759"/>
                <a:gd name="T3" fmla="*/ 0 h 1280034"/>
                <a:gd name="T4" fmla="*/ 876 w 709759"/>
                <a:gd name="T5" fmla="*/ 279 h 1280034"/>
                <a:gd name="T6" fmla="*/ 1357 w 709759"/>
                <a:gd name="T7" fmla="*/ 362 h 1280034"/>
                <a:gd name="T8" fmla="*/ 1244 w 709759"/>
                <a:gd name="T9" fmla="*/ 725 h 1280034"/>
                <a:gd name="T10" fmla="*/ 792 w 709759"/>
                <a:gd name="T11" fmla="*/ 613 h 1280034"/>
                <a:gd name="T12" fmla="*/ 509 w 709759"/>
                <a:gd name="T13" fmla="*/ 808 h 1280034"/>
                <a:gd name="T14" fmla="*/ 905 w 709759"/>
                <a:gd name="T15" fmla="*/ 1059 h 1280034"/>
                <a:gd name="T16" fmla="*/ 1442 w 709759"/>
                <a:gd name="T17" fmla="*/ 1672 h 1280034"/>
                <a:gd name="T18" fmla="*/ 876 w 709759"/>
                <a:gd name="T19" fmla="*/ 2230 h 1280034"/>
                <a:gd name="T20" fmla="*/ 876 w 709759"/>
                <a:gd name="T21" fmla="*/ 2564 h 1280034"/>
                <a:gd name="T22" fmla="*/ 566 w 709759"/>
                <a:gd name="T23" fmla="*/ 2564 h 1280034"/>
                <a:gd name="T24" fmla="*/ 566 w 709759"/>
                <a:gd name="T25" fmla="*/ 2258 h 1280034"/>
                <a:gd name="T26" fmla="*/ 0 w 709759"/>
                <a:gd name="T27" fmla="*/ 2118 h 1280034"/>
                <a:gd name="T28" fmla="*/ 113 w 709759"/>
                <a:gd name="T29" fmla="*/ 1756 h 1280034"/>
                <a:gd name="T30" fmla="*/ 650 w 709759"/>
                <a:gd name="T31" fmla="*/ 1896 h 1280034"/>
                <a:gd name="T32" fmla="*/ 961 w 709759"/>
                <a:gd name="T33" fmla="*/ 1700 h 1280034"/>
                <a:gd name="T34" fmla="*/ 622 w 709759"/>
                <a:gd name="T35" fmla="*/ 1422 h 1280034"/>
                <a:gd name="T36" fmla="*/ 28 w 709759"/>
                <a:gd name="T37" fmla="*/ 864 h 1280034"/>
                <a:gd name="T38" fmla="*/ 566 w 709759"/>
                <a:gd name="T39" fmla="*/ 279 h 1280034"/>
                <a:gd name="T40" fmla="*/ 566 w 709759"/>
                <a:gd name="T41" fmla="*/ 0 h 128003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09759" h="1280034">
                  <a:moveTo>
                    <a:pt x="278337" y="0"/>
                  </a:moveTo>
                  <a:cubicBezTo>
                    <a:pt x="431422" y="0"/>
                    <a:pt x="431422" y="0"/>
                    <a:pt x="431422" y="0"/>
                  </a:cubicBezTo>
                  <a:cubicBezTo>
                    <a:pt x="431422" y="139134"/>
                    <a:pt x="431422" y="139134"/>
                    <a:pt x="431422" y="139134"/>
                  </a:cubicBezTo>
                  <a:cubicBezTo>
                    <a:pt x="542757" y="139134"/>
                    <a:pt x="612342" y="166961"/>
                    <a:pt x="668009" y="180875"/>
                  </a:cubicBezTo>
                  <a:cubicBezTo>
                    <a:pt x="612342" y="361749"/>
                    <a:pt x="612342" y="361749"/>
                    <a:pt x="612342" y="361749"/>
                  </a:cubicBezTo>
                  <a:cubicBezTo>
                    <a:pt x="584508" y="347835"/>
                    <a:pt x="501007" y="306095"/>
                    <a:pt x="389672" y="306095"/>
                  </a:cubicBezTo>
                  <a:cubicBezTo>
                    <a:pt x="292254" y="306095"/>
                    <a:pt x="250503" y="361749"/>
                    <a:pt x="250503" y="403489"/>
                  </a:cubicBezTo>
                  <a:cubicBezTo>
                    <a:pt x="250503" y="445229"/>
                    <a:pt x="306171" y="486970"/>
                    <a:pt x="445339" y="528710"/>
                  </a:cubicBezTo>
                  <a:cubicBezTo>
                    <a:pt x="640175" y="598277"/>
                    <a:pt x="709759" y="681757"/>
                    <a:pt x="709759" y="834805"/>
                  </a:cubicBezTo>
                  <a:cubicBezTo>
                    <a:pt x="709759" y="973939"/>
                    <a:pt x="612342" y="1085246"/>
                    <a:pt x="431422" y="1113073"/>
                  </a:cubicBezTo>
                  <a:cubicBezTo>
                    <a:pt x="431422" y="1280034"/>
                    <a:pt x="431422" y="1280034"/>
                    <a:pt x="431422" y="1280034"/>
                  </a:cubicBezTo>
                  <a:cubicBezTo>
                    <a:pt x="278337" y="1280034"/>
                    <a:pt x="278337" y="1280034"/>
                    <a:pt x="278337" y="1280034"/>
                  </a:cubicBezTo>
                  <a:cubicBezTo>
                    <a:pt x="278337" y="1126986"/>
                    <a:pt x="278337" y="1126986"/>
                    <a:pt x="278337" y="1126986"/>
                  </a:cubicBezTo>
                  <a:cubicBezTo>
                    <a:pt x="167002" y="1126986"/>
                    <a:pt x="69584" y="1099160"/>
                    <a:pt x="0" y="1057419"/>
                  </a:cubicBezTo>
                  <a:cubicBezTo>
                    <a:pt x="55667" y="876545"/>
                    <a:pt x="55667" y="876545"/>
                    <a:pt x="55667" y="876545"/>
                  </a:cubicBezTo>
                  <a:cubicBezTo>
                    <a:pt x="125252" y="918285"/>
                    <a:pt x="208753" y="946112"/>
                    <a:pt x="320088" y="946112"/>
                  </a:cubicBezTo>
                  <a:cubicBezTo>
                    <a:pt x="403589" y="946112"/>
                    <a:pt x="473173" y="918285"/>
                    <a:pt x="473173" y="848718"/>
                  </a:cubicBezTo>
                  <a:cubicBezTo>
                    <a:pt x="473173" y="793065"/>
                    <a:pt x="417506" y="751324"/>
                    <a:pt x="306171" y="709584"/>
                  </a:cubicBezTo>
                  <a:cubicBezTo>
                    <a:pt x="125252" y="653930"/>
                    <a:pt x="13917" y="584363"/>
                    <a:pt x="13917" y="431316"/>
                  </a:cubicBezTo>
                  <a:cubicBezTo>
                    <a:pt x="13917" y="292182"/>
                    <a:pt x="111335" y="180875"/>
                    <a:pt x="278337" y="139134"/>
                  </a:cubicBezTo>
                  <a:cubicBezTo>
                    <a:pt x="278337" y="0"/>
                    <a:pt x="278337" y="0"/>
                    <a:pt x="278337" y="0"/>
                  </a:cubicBezTo>
                  <a:close/>
                </a:path>
              </a:pathLst>
            </a:custGeom>
            <a:solidFill>
              <a:srgbClr val="888890"/>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endParaRPr lang="en-US"/>
            </a:p>
          </p:txBody>
        </p:sp>
        <p:sp>
          <p:nvSpPr>
            <p:cNvPr id="10" name="Freeform 5">
              <a:extLst>
                <a:ext uri="{FF2B5EF4-FFF2-40B4-BE49-F238E27FC236}">
                  <a16:creationId xmlns:a16="http://schemas.microsoft.com/office/drawing/2014/main" id="{8E19A356-5689-4F08-8EAA-E27769806065}"/>
                </a:ext>
              </a:extLst>
            </p:cNvPr>
            <p:cNvSpPr>
              <a:spLocks noEditPoints="1"/>
            </p:cNvSpPr>
            <p:nvPr/>
          </p:nvSpPr>
          <p:spPr bwMode="auto">
            <a:xfrm rot="13858708">
              <a:off x="6228882" y="4042244"/>
              <a:ext cx="1697289" cy="1717763"/>
            </a:xfrm>
            <a:custGeom>
              <a:avLst/>
              <a:gdLst>
                <a:gd name="T0" fmla="*/ 70 w 83"/>
                <a:gd name="T1" fmla="*/ 23 h 84"/>
                <a:gd name="T2" fmla="*/ 76 w 83"/>
                <a:gd name="T3" fmla="*/ 17 h 84"/>
                <a:gd name="T4" fmla="*/ 66 w 83"/>
                <a:gd name="T5" fmla="*/ 8 h 84"/>
                <a:gd name="T6" fmla="*/ 61 w 83"/>
                <a:gd name="T7" fmla="*/ 13 h 84"/>
                <a:gd name="T8" fmla="*/ 48 w 83"/>
                <a:gd name="T9" fmla="*/ 8 h 84"/>
                <a:gd name="T10" fmla="*/ 48 w 83"/>
                <a:gd name="T11" fmla="*/ 0 h 84"/>
                <a:gd name="T12" fmla="*/ 35 w 83"/>
                <a:gd name="T13" fmla="*/ 0 h 84"/>
                <a:gd name="T14" fmla="*/ 35 w 83"/>
                <a:gd name="T15" fmla="*/ 8 h 84"/>
                <a:gd name="T16" fmla="*/ 23 w 83"/>
                <a:gd name="T17" fmla="*/ 13 h 84"/>
                <a:gd name="T18" fmla="*/ 17 w 83"/>
                <a:gd name="T19" fmla="*/ 8 h 84"/>
                <a:gd name="T20" fmla="*/ 7 w 83"/>
                <a:gd name="T21" fmla="*/ 17 h 84"/>
                <a:gd name="T22" fmla="*/ 13 w 83"/>
                <a:gd name="T23" fmla="*/ 23 h 84"/>
                <a:gd name="T24" fmla="*/ 8 w 83"/>
                <a:gd name="T25" fmla="*/ 35 h 84"/>
                <a:gd name="T26" fmla="*/ 0 w 83"/>
                <a:gd name="T27" fmla="*/ 35 h 84"/>
                <a:gd name="T28" fmla="*/ 0 w 83"/>
                <a:gd name="T29" fmla="*/ 49 h 84"/>
                <a:gd name="T30" fmla="*/ 8 w 83"/>
                <a:gd name="T31" fmla="*/ 49 h 84"/>
                <a:gd name="T32" fmla="*/ 13 w 83"/>
                <a:gd name="T33" fmla="*/ 61 h 84"/>
                <a:gd name="T34" fmla="*/ 7 w 83"/>
                <a:gd name="T35" fmla="*/ 67 h 84"/>
                <a:gd name="T36" fmla="*/ 17 w 83"/>
                <a:gd name="T37" fmla="*/ 76 h 84"/>
                <a:gd name="T38" fmla="*/ 22 w 83"/>
                <a:gd name="T39" fmla="*/ 71 h 84"/>
                <a:gd name="T40" fmla="*/ 35 w 83"/>
                <a:gd name="T41" fmla="*/ 76 h 84"/>
                <a:gd name="T42" fmla="*/ 35 w 83"/>
                <a:gd name="T43" fmla="*/ 84 h 84"/>
                <a:gd name="T44" fmla="*/ 48 w 83"/>
                <a:gd name="T45" fmla="*/ 84 h 84"/>
                <a:gd name="T46" fmla="*/ 48 w 83"/>
                <a:gd name="T47" fmla="*/ 76 h 84"/>
                <a:gd name="T48" fmla="*/ 61 w 83"/>
                <a:gd name="T49" fmla="*/ 71 h 84"/>
                <a:gd name="T50" fmla="*/ 66 w 83"/>
                <a:gd name="T51" fmla="*/ 76 h 84"/>
                <a:gd name="T52" fmla="*/ 76 w 83"/>
                <a:gd name="T53" fmla="*/ 67 h 84"/>
                <a:gd name="T54" fmla="*/ 70 w 83"/>
                <a:gd name="T55" fmla="*/ 61 h 84"/>
                <a:gd name="T56" fmla="*/ 75 w 83"/>
                <a:gd name="T57" fmla="*/ 49 h 84"/>
                <a:gd name="T58" fmla="*/ 83 w 83"/>
                <a:gd name="T59" fmla="*/ 49 h 84"/>
                <a:gd name="T60" fmla="*/ 83 w 83"/>
                <a:gd name="T61" fmla="*/ 35 h 84"/>
                <a:gd name="T62" fmla="*/ 75 w 83"/>
                <a:gd name="T63" fmla="*/ 35 h 84"/>
                <a:gd name="T64" fmla="*/ 70 w 83"/>
                <a:gd name="T65" fmla="*/ 23 h 84"/>
                <a:gd name="T66" fmla="*/ 57 w 83"/>
                <a:gd name="T67" fmla="*/ 58 h 84"/>
                <a:gd name="T68" fmla="*/ 42 w 83"/>
                <a:gd name="T69" fmla="*/ 64 h 84"/>
                <a:gd name="T70" fmla="*/ 26 w 83"/>
                <a:gd name="T71" fmla="*/ 58 h 84"/>
                <a:gd name="T72" fmla="*/ 19 w 83"/>
                <a:gd name="T73" fmla="*/ 42 h 84"/>
                <a:gd name="T74" fmla="*/ 26 w 83"/>
                <a:gd name="T75" fmla="*/ 26 h 84"/>
                <a:gd name="T76" fmla="*/ 42 w 83"/>
                <a:gd name="T77" fmla="*/ 20 h 84"/>
                <a:gd name="T78" fmla="*/ 57 w 83"/>
                <a:gd name="T79" fmla="*/ 26 h 84"/>
                <a:gd name="T80" fmla="*/ 64 w 83"/>
                <a:gd name="T81" fmla="*/ 42 h 84"/>
                <a:gd name="T82" fmla="*/ 57 w 83"/>
                <a:gd name="T83" fmla="*/ 58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3" h="84">
                  <a:moveTo>
                    <a:pt x="70" y="23"/>
                  </a:moveTo>
                  <a:cubicBezTo>
                    <a:pt x="76" y="17"/>
                    <a:pt x="76" y="17"/>
                    <a:pt x="76" y="17"/>
                  </a:cubicBezTo>
                  <a:cubicBezTo>
                    <a:pt x="66" y="8"/>
                    <a:pt x="66" y="8"/>
                    <a:pt x="66" y="8"/>
                  </a:cubicBezTo>
                  <a:cubicBezTo>
                    <a:pt x="61" y="13"/>
                    <a:pt x="61" y="13"/>
                    <a:pt x="61" y="13"/>
                  </a:cubicBezTo>
                  <a:cubicBezTo>
                    <a:pt x="57" y="11"/>
                    <a:pt x="53" y="9"/>
                    <a:pt x="48" y="8"/>
                  </a:cubicBezTo>
                  <a:cubicBezTo>
                    <a:pt x="48" y="0"/>
                    <a:pt x="48" y="0"/>
                    <a:pt x="48" y="0"/>
                  </a:cubicBezTo>
                  <a:cubicBezTo>
                    <a:pt x="35" y="0"/>
                    <a:pt x="35" y="0"/>
                    <a:pt x="35" y="0"/>
                  </a:cubicBezTo>
                  <a:cubicBezTo>
                    <a:pt x="35" y="8"/>
                    <a:pt x="35" y="8"/>
                    <a:pt x="35" y="8"/>
                  </a:cubicBezTo>
                  <a:cubicBezTo>
                    <a:pt x="30" y="9"/>
                    <a:pt x="26" y="11"/>
                    <a:pt x="23" y="13"/>
                  </a:cubicBezTo>
                  <a:cubicBezTo>
                    <a:pt x="17" y="8"/>
                    <a:pt x="17" y="8"/>
                    <a:pt x="17" y="8"/>
                  </a:cubicBezTo>
                  <a:cubicBezTo>
                    <a:pt x="7" y="17"/>
                    <a:pt x="7" y="17"/>
                    <a:pt x="7" y="17"/>
                  </a:cubicBezTo>
                  <a:cubicBezTo>
                    <a:pt x="13" y="23"/>
                    <a:pt x="13" y="23"/>
                    <a:pt x="13" y="23"/>
                  </a:cubicBezTo>
                  <a:cubicBezTo>
                    <a:pt x="10" y="27"/>
                    <a:pt x="9" y="31"/>
                    <a:pt x="8" y="35"/>
                  </a:cubicBezTo>
                  <a:cubicBezTo>
                    <a:pt x="0" y="35"/>
                    <a:pt x="0" y="35"/>
                    <a:pt x="0" y="35"/>
                  </a:cubicBezTo>
                  <a:cubicBezTo>
                    <a:pt x="0" y="49"/>
                    <a:pt x="0" y="49"/>
                    <a:pt x="0" y="49"/>
                  </a:cubicBezTo>
                  <a:cubicBezTo>
                    <a:pt x="8" y="49"/>
                    <a:pt x="8" y="49"/>
                    <a:pt x="8" y="49"/>
                  </a:cubicBezTo>
                  <a:cubicBezTo>
                    <a:pt x="9" y="53"/>
                    <a:pt x="10" y="57"/>
                    <a:pt x="13" y="61"/>
                  </a:cubicBezTo>
                  <a:cubicBezTo>
                    <a:pt x="7" y="67"/>
                    <a:pt x="7" y="67"/>
                    <a:pt x="7" y="67"/>
                  </a:cubicBezTo>
                  <a:cubicBezTo>
                    <a:pt x="17" y="76"/>
                    <a:pt x="17" y="76"/>
                    <a:pt x="17" y="76"/>
                  </a:cubicBezTo>
                  <a:cubicBezTo>
                    <a:pt x="22" y="71"/>
                    <a:pt x="22" y="71"/>
                    <a:pt x="22" y="71"/>
                  </a:cubicBezTo>
                  <a:cubicBezTo>
                    <a:pt x="26" y="73"/>
                    <a:pt x="30" y="75"/>
                    <a:pt x="35" y="76"/>
                  </a:cubicBezTo>
                  <a:cubicBezTo>
                    <a:pt x="35" y="84"/>
                    <a:pt x="35" y="84"/>
                    <a:pt x="35" y="84"/>
                  </a:cubicBezTo>
                  <a:cubicBezTo>
                    <a:pt x="48" y="84"/>
                    <a:pt x="48" y="84"/>
                    <a:pt x="48" y="84"/>
                  </a:cubicBezTo>
                  <a:cubicBezTo>
                    <a:pt x="48" y="76"/>
                    <a:pt x="48" y="76"/>
                    <a:pt x="48" y="76"/>
                  </a:cubicBezTo>
                  <a:cubicBezTo>
                    <a:pt x="53" y="75"/>
                    <a:pt x="57" y="73"/>
                    <a:pt x="61" y="71"/>
                  </a:cubicBezTo>
                  <a:cubicBezTo>
                    <a:pt x="66" y="76"/>
                    <a:pt x="66" y="76"/>
                    <a:pt x="66" y="76"/>
                  </a:cubicBezTo>
                  <a:cubicBezTo>
                    <a:pt x="76" y="67"/>
                    <a:pt x="76" y="67"/>
                    <a:pt x="76" y="67"/>
                  </a:cubicBezTo>
                  <a:cubicBezTo>
                    <a:pt x="70" y="61"/>
                    <a:pt x="70" y="61"/>
                    <a:pt x="70" y="61"/>
                  </a:cubicBezTo>
                  <a:cubicBezTo>
                    <a:pt x="73" y="57"/>
                    <a:pt x="74" y="53"/>
                    <a:pt x="75" y="49"/>
                  </a:cubicBezTo>
                  <a:cubicBezTo>
                    <a:pt x="83" y="49"/>
                    <a:pt x="83" y="49"/>
                    <a:pt x="83" y="49"/>
                  </a:cubicBezTo>
                  <a:cubicBezTo>
                    <a:pt x="83" y="35"/>
                    <a:pt x="83" y="35"/>
                    <a:pt x="83" y="35"/>
                  </a:cubicBezTo>
                  <a:cubicBezTo>
                    <a:pt x="75" y="35"/>
                    <a:pt x="75" y="35"/>
                    <a:pt x="75" y="35"/>
                  </a:cubicBezTo>
                  <a:cubicBezTo>
                    <a:pt x="74" y="31"/>
                    <a:pt x="73" y="27"/>
                    <a:pt x="70" y="23"/>
                  </a:cubicBezTo>
                  <a:close/>
                  <a:moveTo>
                    <a:pt x="57" y="58"/>
                  </a:moveTo>
                  <a:cubicBezTo>
                    <a:pt x="53" y="62"/>
                    <a:pt x="48" y="64"/>
                    <a:pt x="42" y="64"/>
                  </a:cubicBezTo>
                  <a:cubicBezTo>
                    <a:pt x="35" y="64"/>
                    <a:pt x="30" y="62"/>
                    <a:pt x="26" y="58"/>
                  </a:cubicBezTo>
                  <a:cubicBezTo>
                    <a:pt x="22" y="54"/>
                    <a:pt x="19" y="48"/>
                    <a:pt x="19" y="42"/>
                  </a:cubicBezTo>
                  <a:cubicBezTo>
                    <a:pt x="19" y="36"/>
                    <a:pt x="22" y="30"/>
                    <a:pt x="26" y="26"/>
                  </a:cubicBezTo>
                  <a:cubicBezTo>
                    <a:pt x="30" y="22"/>
                    <a:pt x="35" y="20"/>
                    <a:pt x="42" y="20"/>
                  </a:cubicBezTo>
                  <a:cubicBezTo>
                    <a:pt x="48" y="20"/>
                    <a:pt x="53" y="22"/>
                    <a:pt x="57" y="26"/>
                  </a:cubicBezTo>
                  <a:cubicBezTo>
                    <a:pt x="61" y="30"/>
                    <a:pt x="64" y="36"/>
                    <a:pt x="64" y="42"/>
                  </a:cubicBezTo>
                  <a:cubicBezTo>
                    <a:pt x="64" y="48"/>
                    <a:pt x="61" y="54"/>
                    <a:pt x="57" y="58"/>
                  </a:cubicBezTo>
                  <a:close/>
                </a:path>
              </a:pathLst>
            </a:custGeom>
            <a:solidFill>
              <a:schemeClr val="bg2">
                <a:lumMod val="60000"/>
                <a:lumOff val="40000"/>
              </a:schemeClr>
            </a:solidFill>
            <a:ln>
              <a:noFill/>
            </a:ln>
            <a:effectLst>
              <a:outerShdw blurRad="50800" dist="38100" dir="8100000" algn="tr" rotWithShape="0">
                <a:prstClr val="black">
                  <a:alpha val="40000"/>
                </a:prstClr>
              </a:outerShdw>
            </a:effectLst>
            <a:scene3d>
              <a:camera prst="orthographicFront"/>
              <a:lightRig rig="threePt" dir="t"/>
            </a:scene3d>
            <a:sp3d extrusionH="76200">
              <a:extrusionClr>
                <a:srgbClr val="A5C3CF"/>
              </a:extrusionClr>
            </a:sp3d>
          </p:spPr>
          <p:txBody>
            <a:bodyPr/>
            <a:lstStyle/>
            <a:p>
              <a:pPr>
                <a:defRPr/>
              </a:pPr>
              <a:endParaRPr lang="zh-CN" altLang="en-US"/>
            </a:p>
          </p:txBody>
        </p:sp>
        <p:sp>
          <p:nvSpPr>
            <p:cNvPr id="157713" name="Freeform 18">
              <a:extLst>
                <a:ext uri="{FF2B5EF4-FFF2-40B4-BE49-F238E27FC236}">
                  <a16:creationId xmlns:a16="http://schemas.microsoft.com/office/drawing/2014/main" id="{3820DF72-0131-B14B-A84B-9DBA264CCCB6}"/>
                </a:ext>
              </a:extLst>
            </p:cNvPr>
            <p:cNvSpPr>
              <a:spLocks/>
            </p:cNvSpPr>
            <p:nvPr/>
          </p:nvSpPr>
          <p:spPr bwMode="auto">
            <a:xfrm rot="-1119039">
              <a:off x="5874452" y="4031791"/>
              <a:ext cx="2406149" cy="2056251"/>
            </a:xfrm>
            <a:custGeom>
              <a:avLst/>
              <a:gdLst>
                <a:gd name="T0" fmla="*/ 2147483646 w 52"/>
                <a:gd name="T1" fmla="*/ 0 h 44"/>
                <a:gd name="T2" fmla="*/ 2147483646 w 52"/>
                <a:gd name="T3" fmla="*/ 2147483646 h 44"/>
                <a:gd name="T4" fmla="*/ 2147483646 w 52"/>
                <a:gd name="T5" fmla="*/ 2147483646 h 44"/>
                <a:gd name="T6" fmla="*/ 2147483646 w 52"/>
                <a:gd name="T7" fmla="*/ 2147483646 h 44"/>
                <a:gd name="T8" fmla="*/ 2147483646 w 52"/>
                <a:gd name="T9" fmla="*/ 2147483646 h 44"/>
                <a:gd name="T10" fmla="*/ 2147483646 w 52"/>
                <a:gd name="T11" fmla="*/ 2147483646 h 44"/>
                <a:gd name="T12" fmla="*/ 2147483646 w 52"/>
                <a:gd name="T13" fmla="*/ 2147483646 h 44"/>
                <a:gd name="T14" fmla="*/ 2147483646 w 52"/>
                <a:gd name="T15" fmla="*/ 2147483646 h 44"/>
                <a:gd name="T16" fmla="*/ 2147483646 w 52"/>
                <a:gd name="T17" fmla="*/ 2147483646 h 44"/>
                <a:gd name="T18" fmla="*/ 2147483646 w 52"/>
                <a:gd name="T19" fmla="*/ 2147483646 h 44"/>
                <a:gd name="T20" fmla="*/ 0 w 52"/>
                <a:gd name="T21" fmla="*/ 2147483646 h 44"/>
                <a:gd name="T22" fmla="*/ 0 w 52"/>
                <a:gd name="T23" fmla="*/ 2147483646 h 44"/>
                <a:gd name="T24" fmla="*/ 2147483646 w 52"/>
                <a:gd name="T25" fmla="*/ 2147483646 h 44"/>
                <a:gd name="T26" fmla="*/ 2147483646 w 52"/>
                <a:gd name="T27" fmla="*/ 2147483646 h 44"/>
                <a:gd name="T28" fmla="*/ 2147483646 w 52"/>
                <a:gd name="T29" fmla="*/ 2147483646 h 44"/>
                <a:gd name="T30" fmla="*/ 2147483646 w 52"/>
                <a:gd name="T31" fmla="*/ 2147483646 h 44"/>
                <a:gd name="T32" fmla="*/ 2147483646 w 52"/>
                <a:gd name="T33" fmla="*/ 2147483646 h 44"/>
                <a:gd name="T34" fmla="*/ 2147483646 w 52"/>
                <a:gd name="T35" fmla="*/ 2147483646 h 44"/>
                <a:gd name="T36" fmla="*/ 2147483646 w 52"/>
                <a:gd name="T37" fmla="*/ 0 h 4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2" h="44">
                  <a:moveTo>
                    <a:pt x="45" y="0"/>
                  </a:moveTo>
                  <a:cubicBezTo>
                    <a:pt x="43" y="2"/>
                    <a:pt x="43" y="2"/>
                    <a:pt x="43" y="2"/>
                  </a:cubicBezTo>
                  <a:cubicBezTo>
                    <a:pt x="43" y="3"/>
                    <a:pt x="43" y="3"/>
                    <a:pt x="43" y="3"/>
                  </a:cubicBezTo>
                  <a:cubicBezTo>
                    <a:pt x="47" y="8"/>
                    <a:pt x="49" y="14"/>
                    <a:pt x="49" y="20"/>
                  </a:cubicBezTo>
                  <a:cubicBezTo>
                    <a:pt x="48" y="26"/>
                    <a:pt x="45" y="31"/>
                    <a:pt x="41" y="35"/>
                  </a:cubicBezTo>
                  <a:cubicBezTo>
                    <a:pt x="37" y="39"/>
                    <a:pt x="31" y="41"/>
                    <a:pt x="26" y="41"/>
                  </a:cubicBezTo>
                  <a:cubicBezTo>
                    <a:pt x="25" y="41"/>
                    <a:pt x="25" y="41"/>
                    <a:pt x="24" y="40"/>
                  </a:cubicBezTo>
                  <a:cubicBezTo>
                    <a:pt x="18" y="40"/>
                    <a:pt x="13" y="37"/>
                    <a:pt x="9" y="32"/>
                  </a:cubicBezTo>
                  <a:cubicBezTo>
                    <a:pt x="5" y="28"/>
                    <a:pt x="3" y="22"/>
                    <a:pt x="3" y="16"/>
                  </a:cubicBezTo>
                  <a:cubicBezTo>
                    <a:pt x="3" y="15"/>
                    <a:pt x="3" y="15"/>
                    <a:pt x="3" y="15"/>
                  </a:cubicBezTo>
                  <a:cubicBezTo>
                    <a:pt x="0" y="15"/>
                    <a:pt x="0" y="15"/>
                    <a:pt x="0" y="15"/>
                  </a:cubicBezTo>
                  <a:cubicBezTo>
                    <a:pt x="0" y="16"/>
                    <a:pt x="0" y="16"/>
                    <a:pt x="0" y="16"/>
                  </a:cubicBezTo>
                  <a:cubicBezTo>
                    <a:pt x="0" y="22"/>
                    <a:pt x="2" y="29"/>
                    <a:pt x="6" y="34"/>
                  </a:cubicBezTo>
                  <a:cubicBezTo>
                    <a:pt x="11" y="40"/>
                    <a:pt x="17" y="43"/>
                    <a:pt x="24" y="43"/>
                  </a:cubicBezTo>
                  <a:cubicBezTo>
                    <a:pt x="25" y="44"/>
                    <a:pt x="25" y="44"/>
                    <a:pt x="26" y="44"/>
                  </a:cubicBezTo>
                  <a:cubicBezTo>
                    <a:pt x="32" y="44"/>
                    <a:pt x="38" y="41"/>
                    <a:pt x="43" y="38"/>
                  </a:cubicBezTo>
                  <a:cubicBezTo>
                    <a:pt x="48" y="33"/>
                    <a:pt x="51" y="27"/>
                    <a:pt x="52" y="20"/>
                  </a:cubicBezTo>
                  <a:cubicBezTo>
                    <a:pt x="52" y="13"/>
                    <a:pt x="50" y="6"/>
                    <a:pt x="46" y="1"/>
                  </a:cubicBezTo>
                  <a:cubicBezTo>
                    <a:pt x="45" y="0"/>
                    <a:pt x="45" y="0"/>
                    <a:pt x="45" y="0"/>
                  </a:cubicBezTo>
                </a:path>
              </a:pathLst>
            </a:custGeom>
            <a:solidFill>
              <a:srgbClr val="D3EF8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2" name="KSO_Shape">
              <a:extLst>
                <a:ext uri="{FF2B5EF4-FFF2-40B4-BE49-F238E27FC236}">
                  <a16:creationId xmlns:a16="http://schemas.microsoft.com/office/drawing/2014/main" id="{58FAB0AC-B10C-4FC6-84FC-B8EFE0E702FB}"/>
                </a:ext>
              </a:extLst>
            </p:cNvPr>
            <p:cNvSpPr/>
            <p:nvPr/>
          </p:nvSpPr>
          <p:spPr bwMode="auto">
            <a:xfrm>
              <a:off x="6930373" y="4721732"/>
              <a:ext cx="331095" cy="360239"/>
            </a:xfrm>
            <a:custGeom>
              <a:avLst/>
              <a:gdLst>
                <a:gd name="T0" fmla="*/ 1753292 w 4636"/>
                <a:gd name="T1" fmla="*/ 1304768 h 4986"/>
                <a:gd name="T2" fmla="*/ 1683756 w 4636"/>
                <a:gd name="T3" fmla="*/ 1479374 h 4986"/>
                <a:gd name="T4" fmla="*/ 1569137 w 4636"/>
                <a:gd name="T5" fmla="*/ 1631438 h 4986"/>
                <a:gd name="T6" fmla="*/ 1415547 w 4636"/>
                <a:gd name="T7" fmla="*/ 1755611 h 4986"/>
                <a:gd name="T8" fmla="*/ 1230628 w 4636"/>
                <a:gd name="T9" fmla="*/ 1845779 h 4986"/>
                <a:gd name="T10" fmla="*/ 1020493 w 4636"/>
                <a:gd name="T11" fmla="*/ 1896594 h 4986"/>
                <a:gd name="T12" fmla="*/ 817235 w 4636"/>
                <a:gd name="T13" fmla="*/ 1902708 h 4986"/>
                <a:gd name="T14" fmla="*/ 601369 w 4636"/>
                <a:gd name="T15" fmla="*/ 1865647 h 4986"/>
                <a:gd name="T16" fmla="*/ 408426 w 4636"/>
                <a:gd name="T17" fmla="*/ 1786558 h 4986"/>
                <a:gd name="T18" fmla="*/ 244521 w 4636"/>
                <a:gd name="T19" fmla="*/ 1671937 h 4986"/>
                <a:gd name="T20" fmla="*/ 117294 w 4636"/>
                <a:gd name="T21" fmla="*/ 1527897 h 4986"/>
                <a:gd name="T22" fmla="*/ 33622 w 4636"/>
                <a:gd name="T23" fmla="*/ 1359022 h 4986"/>
                <a:gd name="T24" fmla="*/ 382 w 4636"/>
                <a:gd name="T25" fmla="*/ 1173336 h 4986"/>
                <a:gd name="T26" fmla="*/ 9170 w 4636"/>
                <a:gd name="T27" fmla="*/ 1046107 h 4986"/>
                <a:gd name="T28" fmla="*/ 44319 w 4636"/>
                <a:gd name="T29" fmla="*/ 918114 h 4986"/>
                <a:gd name="T30" fmla="*/ 104303 w 4636"/>
                <a:gd name="T31" fmla="*/ 799672 h 4986"/>
                <a:gd name="T32" fmla="*/ 224654 w 4636"/>
                <a:gd name="T33" fmla="*/ 654103 h 4986"/>
                <a:gd name="T34" fmla="*/ 458477 w 4636"/>
                <a:gd name="T35" fmla="*/ 495927 h 4986"/>
                <a:gd name="T36" fmla="*/ 1413637 w 4636"/>
                <a:gd name="T37" fmla="*/ 551327 h 4986"/>
                <a:gd name="T38" fmla="*/ 1619952 w 4636"/>
                <a:gd name="T39" fmla="*/ 733956 h 4986"/>
                <a:gd name="T40" fmla="*/ 1693690 w 4636"/>
                <a:gd name="T41" fmla="*/ 845520 h 4986"/>
                <a:gd name="T42" fmla="*/ 1744122 w 4636"/>
                <a:gd name="T43" fmla="*/ 968165 h 4986"/>
                <a:gd name="T44" fmla="*/ 1768957 w 4636"/>
                <a:gd name="T45" fmla="*/ 1099215 h 4986"/>
                <a:gd name="T46" fmla="*/ 810740 w 4636"/>
                <a:gd name="T47" fmla="*/ 1403342 h 4986"/>
                <a:gd name="T48" fmla="*/ 749610 w 4636"/>
                <a:gd name="T49" fmla="*/ 1364371 h 4986"/>
                <a:gd name="T50" fmla="*/ 721337 w 4636"/>
                <a:gd name="T51" fmla="*/ 1311646 h 4986"/>
                <a:gd name="T52" fmla="*/ 574242 w 4636"/>
                <a:gd name="T53" fmla="*/ 1220331 h 4986"/>
                <a:gd name="T54" fmla="*/ 590289 w 4636"/>
                <a:gd name="T55" fmla="*/ 1349853 h 4986"/>
                <a:gd name="T56" fmla="*/ 636519 w 4636"/>
                <a:gd name="T57" fmla="*/ 1442696 h 4986"/>
                <a:gd name="T58" fmla="*/ 705290 w 4636"/>
                <a:gd name="T59" fmla="*/ 1500770 h 4986"/>
                <a:gd name="T60" fmla="*/ 835956 w 4636"/>
                <a:gd name="T61" fmla="*/ 1679961 h 4986"/>
                <a:gd name="T62" fmla="*/ 1024696 w 4636"/>
                <a:gd name="T63" fmla="*/ 1517199 h 4986"/>
                <a:gd name="T64" fmla="*/ 1127089 w 4636"/>
                <a:gd name="T65" fmla="*/ 1453011 h 4986"/>
                <a:gd name="T66" fmla="*/ 1182488 w 4636"/>
                <a:gd name="T67" fmla="*/ 1354819 h 4986"/>
                <a:gd name="T68" fmla="*/ 1193950 w 4636"/>
                <a:gd name="T69" fmla="*/ 1246694 h 4986"/>
                <a:gd name="T70" fmla="*/ 1176375 w 4636"/>
                <a:gd name="T71" fmla="*/ 1166459 h 4986"/>
                <a:gd name="T72" fmla="*/ 1133584 w 4636"/>
                <a:gd name="T73" fmla="*/ 1100361 h 4986"/>
                <a:gd name="T74" fmla="*/ 1066341 w 4636"/>
                <a:gd name="T75" fmla="*/ 1049164 h 4986"/>
                <a:gd name="T76" fmla="*/ 943316 w 4636"/>
                <a:gd name="T77" fmla="*/ 710650 h 4986"/>
                <a:gd name="T78" fmla="*/ 992220 w 4636"/>
                <a:gd name="T79" fmla="*/ 732810 h 4986"/>
                <a:gd name="T80" fmla="*/ 1028899 w 4636"/>
                <a:gd name="T81" fmla="*/ 775984 h 4986"/>
                <a:gd name="T82" fmla="*/ 1183634 w 4636"/>
                <a:gd name="T83" fmla="*/ 862332 h 4986"/>
                <a:gd name="T84" fmla="*/ 1156126 w 4636"/>
                <a:gd name="T85" fmla="*/ 728989 h 4986"/>
                <a:gd name="T86" fmla="*/ 1112953 w 4636"/>
                <a:gd name="T87" fmla="*/ 665566 h 4986"/>
                <a:gd name="T88" fmla="*/ 1054879 w 4636"/>
                <a:gd name="T89" fmla="*/ 620481 h 4986"/>
                <a:gd name="T90" fmla="*/ 971207 w 4636"/>
                <a:gd name="T91" fmla="*/ 591062 h 4986"/>
                <a:gd name="T92" fmla="*/ 831753 w 4636"/>
                <a:gd name="T93" fmla="*/ 588005 h 4986"/>
                <a:gd name="T94" fmla="*/ 707201 w 4636"/>
                <a:gd name="T95" fmla="*/ 635382 h 4986"/>
                <a:gd name="T96" fmla="*/ 628877 w 4636"/>
                <a:gd name="T97" fmla="*/ 713324 h 4986"/>
                <a:gd name="T98" fmla="*/ 596784 w 4636"/>
                <a:gd name="T99" fmla="*/ 822978 h 4986"/>
                <a:gd name="T100" fmla="*/ 609010 w 4636"/>
                <a:gd name="T101" fmla="*/ 933779 h 4986"/>
                <a:gd name="T102" fmla="*/ 664409 w 4636"/>
                <a:gd name="T103" fmla="*/ 1020508 h 4986"/>
                <a:gd name="T104" fmla="*/ 780175 w 4636"/>
                <a:gd name="T105" fmla="*/ 1086989 h 4986"/>
                <a:gd name="T106" fmla="*/ 829461 w 4636"/>
                <a:gd name="T107" fmla="*/ 963962 h 4986"/>
                <a:gd name="T108" fmla="*/ 750374 w 4636"/>
                <a:gd name="T109" fmla="*/ 897100 h 4986"/>
                <a:gd name="T110" fmla="*/ 740440 w 4636"/>
                <a:gd name="T111" fmla="*/ 809988 h 4986"/>
                <a:gd name="T112" fmla="*/ 788198 w 4636"/>
                <a:gd name="T113" fmla="*/ 733192 h 4986"/>
                <a:gd name="T114" fmla="*/ 943316 w 4636"/>
                <a:gd name="T115" fmla="*/ 1136276 h 4986"/>
                <a:gd name="T116" fmla="*/ 1017437 w 4636"/>
                <a:gd name="T117" fmla="*/ 1185945 h 4986"/>
                <a:gd name="T118" fmla="*/ 1045709 w 4636"/>
                <a:gd name="T119" fmla="*/ 1231411 h 4986"/>
                <a:gd name="T120" fmla="*/ 1048766 w 4636"/>
                <a:gd name="T121" fmla="*/ 1299801 h 4986"/>
                <a:gd name="T122" fmla="*/ 1017819 w 4636"/>
                <a:gd name="T123" fmla="*/ 1372395 h 4986"/>
                <a:gd name="T124" fmla="*/ 965858 w 4636"/>
                <a:gd name="T125" fmla="*/ 1409838 h 498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4636" h="4986">
                  <a:moveTo>
                    <a:pt x="4636" y="3019"/>
                  </a:moveTo>
                  <a:lnTo>
                    <a:pt x="4636" y="3019"/>
                  </a:lnTo>
                  <a:lnTo>
                    <a:pt x="4635" y="3071"/>
                  </a:lnTo>
                  <a:lnTo>
                    <a:pt x="4633" y="3121"/>
                  </a:lnTo>
                  <a:lnTo>
                    <a:pt x="4629" y="3171"/>
                  </a:lnTo>
                  <a:lnTo>
                    <a:pt x="4624" y="3221"/>
                  </a:lnTo>
                  <a:lnTo>
                    <a:pt x="4618" y="3270"/>
                  </a:lnTo>
                  <a:lnTo>
                    <a:pt x="4609" y="3319"/>
                  </a:lnTo>
                  <a:lnTo>
                    <a:pt x="4600" y="3367"/>
                  </a:lnTo>
                  <a:lnTo>
                    <a:pt x="4589" y="3415"/>
                  </a:lnTo>
                  <a:lnTo>
                    <a:pt x="4577" y="3464"/>
                  </a:lnTo>
                  <a:lnTo>
                    <a:pt x="4563" y="3511"/>
                  </a:lnTo>
                  <a:lnTo>
                    <a:pt x="4548" y="3557"/>
                  </a:lnTo>
                  <a:lnTo>
                    <a:pt x="4532" y="3605"/>
                  </a:lnTo>
                  <a:lnTo>
                    <a:pt x="4515" y="3650"/>
                  </a:lnTo>
                  <a:lnTo>
                    <a:pt x="4496" y="3696"/>
                  </a:lnTo>
                  <a:lnTo>
                    <a:pt x="4476" y="3740"/>
                  </a:lnTo>
                  <a:lnTo>
                    <a:pt x="4454" y="3785"/>
                  </a:lnTo>
                  <a:lnTo>
                    <a:pt x="4431" y="3829"/>
                  </a:lnTo>
                  <a:lnTo>
                    <a:pt x="4407" y="3872"/>
                  </a:lnTo>
                  <a:lnTo>
                    <a:pt x="4382" y="3915"/>
                  </a:lnTo>
                  <a:lnTo>
                    <a:pt x="4357" y="3957"/>
                  </a:lnTo>
                  <a:lnTo>
                    <a:pt x="4330" y="3999"/>
                  </a:lnTo>
                  <a:lnTo>
                    <a:pt x="4300" y="4039"/>
                  </a:lnTo>
                  <a:lnTo>
                    <a:pt x="4271" y="4080"/>
                  </a:lnTo>
                  <a:lnTo>
                    <a:pt x="4240" y="4119"/>
                  </a:lnTo>
                  <a:lnTo>
                    <a:pt x="4209" y="4157"/>
                  </a:lnTo>
                  <a:lnTo>
                    <a:pt x="4176" y="4196"/>
                  </a:lnTo>
                  <a:lnTo>
                    <a:pt x="4141" y="4233"/>
                  </a:lnTo>
                  <a:lnTo>
                    <a:pt x="4107" y="4270"/>
                  </a:lnTo>
                  <a:lnTo>
                    <a:pt x="4071" y="4307"/>
                  </a:lnTo>
                  <a:lnTo>
                    <a:pt x="4034" y="4341"/>
                  </a:lnTo>
                  <a:lnTo>
                    <a:pt x="3996" y="4376"/>
                  </a:lnTo>
                  <a:lnTo>
                    <a:pt x="3957" y="4410"/>
                  </a:lnTo>
                  <a:lnTo>
                    <a:pt x="3917" y="4443"/>
                  </a:lnTo>
                  <a:lnTo>
                    <a:pt x="3876" y="4475"/>
                  </a:lnTo>
                  <a:lnTo>
                    <a:pt x="3835" y="4506"/>
                  </a:lnTo>
                  <a:lnTo>
                    <a:pt x="3792" y="4537"/>
                  </a:lnTo>
                  <a:lnTo>
                    <a:pt x="3749" y="4566"/>
                  </a:lnTo>
                  <a:lnTo>
                    <a:pt x="3705" y="4595"/>
                  </a:lnTo>
                  <a:lnTo>
                    <a:pt x="3660" y="4623"/>
                  </a:lnTo>
                  <a:lnTo>
                    <a:pt x="3614" y="4650"/>
                  </a:lnTo>
                  <a:lnTo>
                    <a:pt x="3567" y="4676"/>
                  </a:lnTo>
                  <a:lnTo>
                    <a:pt x="3520" y="4701"/>
                  </a:lnTo>
                  <a:lnTo>
                    <a:pt x="3472" y="4725"/>
                  </a:lnTo>
                  <a:lnTo>
                    <a:pt x="3422" y="4748"/>
                  </a:lnTo>
                  <a:lnTo>
                    <a:pt x="3373" y="4770"/>
                  </a:lnTo>
                  <a:lnTo>
                    <a:pt x="3322" y="4792"/>
                  </a:lnTo>
                  <a:lnTo>
                    <a:pt x="3272" y="4812"/>
                  </a:lnTo>
                  <a:lnTo>
                    <a:pt x="3221" y="4831"/>
                  </a:lnTo>
                  <a:lnTo>
                    <a:pt x="3168" y="4849"/>
                  </a:lnTo>
                  <a:lnTo>
                    <a:pt x="3114" y="4867"/>
                  </a:lnTo>
                  <a:lnTo>
                    <a:pt x="3062" y="4883"/>
                  </a:lnTo>
                  <a:lnTo>
                    <a:pt x="3007" y="4897"/>
                  </a:lnTo>
                  <a:lnTo>
                    <a:pt x="2952" y="4911"/>
                  </a:lnTo>
                  <a:lnTo>
                    <a:pt x="2897" y="4924"/>
                  </a:lnTo>
                  <a:lnTo>
                    <a:pt x="2841" y="4935"/>
                  </a:lnTo>
                  <a:lnTo>
                    <a:pt x="2785" y="4946"/>
                  </a:lnTo>
                  <a:lnTo>
                    <a:pt x="2729" y="4955"/>
                  </a:lnTo>
                  <a:lnTo>
                    <a:pt x="2671" y="4964"/>
                  </a:lnTo>
                  <a:lnTo>
                    <a:pt x="2613" y="4970"/>
                  </a:lnTo>
                  <a:lnTo>
                    <a:pt x="2555" y="4975"/>
                  </a:lnTo>
                  <a:lnTo>
                    <a:pt x="2496" y="4980"/>
                  </a:lnTo>
                  <a:lnTo>
                    <a:pt x="2437" y="4984"/>
                  </a:lnTo>
                  <a:lnTo>
                    <a:pt x="2377" y="4986"/>
                  </a:lnTo>
                  <a:lnTo>
                    <a:pt x="2318" y="4986"/>
                  </a:lnTo>
                  <a:lnTo>
                    <a:pt x="2258" y="4986"/>
                  </a:lnTo>
                  <a:lnTo>
                    <a:pt x="2199" y="4984"/>
                  </a:lnTo>
                  <a:lnTo>
                    <a:pt x="2139" y="4980"/>
                  </a:lnTo>
                  <a:lnTo>
                    <a:pt x="2081" y="4975"/>
                  </a:lnTo>
                  <a:lnTo>
                    <a:pt x="2022" y="4970"/>
                  </a:lnTo>
                  <a:lnTo>
                    <a:pt x="1964" y="4964"/>
                  </a:lnTo>
                  <a:lnTo>
                    <a:pt x="1908" y="4955"/>
                  </a:lnTo>
                  <a:lnTo>
                    <a:pt x="1851" y="4946"/>
                  </a:lnTo>
                  <a:lnTo>
                    <a:pt x="1794" y="4935"/>
                  </a:lnTo>
                  <a:lnTo>
                    <a:pt x="1738" y="4924"/>
                  </a:lnTo>
                  <a:lnTo>
                    <a:pt x="1683" y="4911"/>
                  </a:lnTo>
                  <a:lnTo>
                    <a:pt x="1628" y="4897"/>
                  </a:lnTo>
                  <a:lnTo>
                    <a:pt x="1574" y="4883"/>
                  </a:lnTo>
                  <a:lnTo>
                    <a:pt x="1521" y="4867"/>
                  </a:lnTo>
                  <a:lnTo>
                    <a:pt x="1468" y="4849"/>
                  </a:lnTo>
                  <a:lnTo>
                    <a:pt x="1416" y="4831"/>
                  </a:lnTo>
                  <a:lnTo>
                    <a:pt x="1364" y="4812"/>
                  </a:lnTo>
                  <a:lnTo>
                    <a:pt x="1313" y="4792"/>
                  </a:lnTo>
                  <a:lnTo>
                    <a:pt x="1262" y="4770"/>
                  </a:lnTo>
                  <a:lnTo>
                    <a:pt x="1213" y="4748"/>
                  </a:lnTo>
                  <a:lnTo>
                    <a:pt x="1163" y="4725"/>
                  </a:lnTo>
                  <a:lnTo>
                    <a:pt x="1116" y="4701"/>
                  </a:lnTo>
                  <a:lnTo>
                    <a:pt x="1069" y="4676"/>
                  </a:lnTo>
                  <a:lnTo>
                    <a:pt x="1021" y="4650"/>
                  </a:lnTo>
                  <a:lnTo>
                    <a:pt x="976" y="4623"/>
                  </a:lnTo>
                  <a:lnTo>
                    <a:pt x="931" y="4595"/>
                  </a:lnTo>
                  <a:lnTo>
                    <a:pt x="887" y="4566"/>
                  </a:lnTo>
                  <a:lnTo>
                    <a:pt x="843" y="4537"/>
                  </a:lnTo>
                  <a:lnTo>
                    <a:pt x="801" y="4506"/>
                  </a:lnTo>
                  <a:lnTo>
                    <a:pt x="759" y="4475"/>
                  </a:lnTo>
                  <a:lnTo>
                    <a:pt x="719" y="4443"/>
                  </a:lnTo>
                  <a:lnTo>
                    <a:pt x="679" y="4410"/>
                  </a:lnTo>
                  <a:lnTo>
                    <a:pt x="640" y="4376"/>
                  </a:lnTo>
                  <a:lnTo>
                    <a:pt x="602" y="4341"/>
                  </a:lnTo>
                  <a:lnTo>
                    <a:pt x="565" y="4307"/>
                  </a:lnTo>
                  <a:lnTo>
                    <a:pt x="529" y="4270"/>
                  </a:lnTo>
                  <a:lnTo>
                    <a:pt x="494" y="4233"/>
                  </a:lnTo>
                  <a:lnTo>
                    <a:pt x="460" y="4196"/>
                  </a:lnTo>
                  <a:lnTo>
                    <a:pt x="428" y="4157"/>
                  </a:lnTo>
                  <a:lnTo>
                    <a:pt x="396" y="4119"/>
                  </a:lnTo>
                  <a:lnTo>
                    <a:pt x="364" y="4080"/>
                  </a:lnTo>
                  <a:lnTo>
                    <a:pt x="335" y="4039"/>
                  </a:lnTo>
                  <a:lnTo>
                    <a:pt x="307" y="3999"/>
                  </a:lnTo>
                  <a:lnTo>
                    <a:pt x="279" y="3957"/>
                  </a:lnTo>
                  <a:lnTo>
                    <a:pt x="253" y="3915"/>
                  </a:lnTo>
                  <a:lnTo>
                    <a:pt x="228" y="3872"/>
                  </a:lnTo>
                  <a:lnTo>
                    <a:pt x="205" y="3829"/>
                  </a:lnTo>
                  <a:lnTo>
                    <a:pt x="182" y="3785"/>
                  </a:lnTo>
                  <a:lnTo>
                    <a:pt x="160" y="3740"/>
                  </a:lnTo>
                  <a:lnTo>
                    <a:pt x="141" y="3696"/>
                  </a:lnTo>
                  <a:lnTo>
                    <a:pt x="122" y="3650"/>
                  </a:lnTo>
                  <a:lnTo>
                    <a:pt x="104" y="3605"/>
                  </a:lnTo>
                  <a:lnTo>
                    <a:pt x="88" y="3557"/>
                  </a:lnTo>
                  <a:lnTo>
                    <a:pt x="72" y="3511"/>
                  </a:lnTo>
                  <a:lnTo>
                    <a:pt x="59" y="3464"/>
                  </a:lnTo>
                  <a:lnTo>
                    <a:pt x="47" y="3415"/>
                  </a:lnTo>
                  <a:lnTo>
                    <a:pt x="35" y="3367"/>
                  </a:lnTo>
                  <a:lnTo>
                    <a:pt x="26" y="3319"/>
                  </a:lnTo>
                  <a:lnTo>
                    <a:pt x="19" y="3270"/>
                  </a:lnTo>
                  <a:lnTo>
                    <a:pt x="11" y="3221"/>
                  </a:lnTo>
                  <a:lnTo>
                    <a:pt x="6" y="3171"/>
                  </a:lnTo>
                  <a:lnTo>
                    <a:pt x="3" y="3121"/>
                  </a:lnTo>
                  <a:lnTo>
                    <a:pt x="1" y="3071"/>
                  </a:lnTo>
                  <a:lnTo>
                    <a:pt x="0" y="3019"/>
                  </a:lnTo>
                  <a:lnTo>
                    <a:pt x="0" y="2983"/>
                  </a:lnTo>
                  <a:lnTo>
                    <a:pt x="1" y="2948"/>
                  </a:lnTo>
                  <a:lnTo>
                    <a:pt x="3" y="2912"/>
                  </a:lnTo>
                  <a:lnTo>
                    <a:pt x="6" y="2877"/>
                  </a:lnTo>
                  <a:lnTo>
                    <a:pt x="9" y="2842"/>
                  </a:lnTo>
                  <a:lnTo>
                    <a:pt x="13" y="2807"/>
                  </a:lnTo>
                  <a:lnTo>
                    <a:pt x="18" y="2772"/>
                  </a:lnTo>
                  <a:lnTo>
                    <a:pt x="24" y="2738"/>
                  </a:lnTo>
                  <a:lnTo>
                    <a:pt x="29" y="2703"/>
                  </a:lnTo>
                  <a:lnTo>
                    <a:pt x="36" y="2669"/>
                  </a:lnTo>
                  <a:lnTo>
                    <a:pt x="44" y="2635"/>
                  </a:lnTo>
                  <a:lnTo>
                    <a:pt x="52" y="2601"/>
                  </a:lnTo>
                  <a:lnTo>
                    <a:pt x="62" y="2567"/>
                  </a:lnTo>
                  <a:lnTo>
                    <a:pt x="71" y="2534"/>
                  </a:lnTo>
                  <a:lnTo>
                    <a:pt x="82" y="2501"/>
                  </a:lnTo>
                  <a:lnTo>
                    <a:pt x="92" y="2468"/>
                  </a:lnTo>
                  <a:lnTo>
                    <a:pt x="104" y="2436"/>
                  </a:lnTo>
                  <a:lnTo>
                    <a:pt x="116" y="2403"/>
                  </a:lnTo>
                  <a:lnTo>
                    <a:pt x="129" y="2371"/>
                  </a:lnTo>
                  <a:lnTo>
                    <a:pt x="143" y="2339"/>
                  </a:lnTo>
                  <a:lnTo>
                    <a:pt x="156" y="2308"/>
                  </a:lnTo>
                  <a:lnTo>
                    <a:pt x="172" y="2276"/>
                  </a:lnTo>
                  <a:lnTo>
                    <a:pt x="187" y="2245"/>
                  </a:lnTo>
                  <a:lnTo>
                    <a:pt x="203" y="2214"/>
                  </a:lnTo>
                  <a:lnTo>
                    <a:pt x="219" y="2184"/>
                  </a:lnTo>
                  <a:lnTo>
                    <a:pt x="237" y="2153"/>
                  </a:lnTo>
                  <a:lnTo>
                    <a:pt x="255" y="2123"/>
                  </a:lnTo>
                  <a:lnTo>
                    <a:pt x="273" y="2093"/>
                  </a:lnTo>
                  <a:lnTo>
                    <a:pt x="292" y="2064"/>
                  </a:lnTo>
                  <a:lnTo>
                    <a:pt x="312" y="2034"/>
                  </a:lnTo>
                  <a:lnTo>
                    <a:pt x="332" y="2006"/>
                  </a:lnTo>
                  <a:lnTo>
                    <a:pt x="353" y="1978"/>
                  </a:lnTo>
                  <a:lnTo>
                    <a:pt x="374" y="1949"/>
                  </a:lnTo>
                  <a:lnTo>
                    <a:pt x="396" y="1922"/>
                  </a:lnTo>
                  <a:lnTo>
                    <a:pt x="440" y="1867"/>
                  </a:lnTo>
                  <a:lnTo>
                    <a:pt x="487" y="1814"/>
                  </a:lnTo>
                  <a:lnTo>
                    <a:pt x="537" y="1762"/>
                  </a:lnTo>
                  <a:lnTo>
                    <a:pt x="588" y="1712"/>
                  </a:lnTo>
                  <a:lnTo>
                    <a:pt x="642" y="1662"/>
                  </a:lnTo>
                  <a:lnTo>
                    <a:pt x="697" y="1615"/>
                  </a:lnTo>
                  <a:lnTo>
                    <a:pt x="754" y="1570"/>
                  </a:lnTo>
                  <a:lnTo>
                    <a:pt x="812" y="1526"/>
                  </a:lnTo>
                  <a:lnTo>
                    <a:pt x="873" y="1483"/>
                  </a:lnTo>
                  <a:lnTo>
                    <a:pt x="935" y="1443"/>
                  </a:lnTo>
                  <a:lnTo>
                    <a:pt x="999" y="1404"/>
                  </a:lnTo>
                  <a:lnTo>
                    <a:pt x="1065" y="1366"/>
                  </a:lnTo>
                  <a:lnTo>
                    <a:pt x="1132" y="1331"/>
                  </a:lnTo>
                  <a:lnTo>
                    <a:pt x="1200" y="1298"/>
                  </a:lnTo>
                  <a:lnTo>
                    <a:pt x="1271" y="1266"/>
                  </a:lnTo>
                  <a:lnTo>
                    <a:pt x="553" y="0"/>
                  </a:lnTo>
                  <a:lnTo>
                    <a:pt x="4082" y="0"/>
                  </a:lnTo>
                  <a:lnTo>
                    <a:pt x="3365" y="1266"/>
                  </a:lnTo>
                  <a:lnTo>
                    <a:pt x="3435" y="1298"/>
                  </a:lnTo>
                  <a:lnTo>
                    <a:pt x="3503" y="1331"/>
                  </a:lnTo>
                  <a:lnTo>
                    <a:pt x="3571" y="1366"/>
                  </a:lnTo>
                  <a:lnTo>
                    <a:pt x="3636" y="1404"/>
                  </a:lnTo>
                  <a:lnTo>
                    <a:pt x="3700" y="1443"/>
                  </a:lnTo>
                  <a:lnTo>
                    <a:pt x="3762" y="1483"/>
                  </a:lnTo>
                  <a:lnTo>
                    <a:pt x="3823" y="1526"/>
                  </a:lnTo>
                  <a:lnTo>
                    <a:pt x="3882" y="1570"/>
                  </a:lnTo>
                  <a:lnTo>
                    <a:pt x="3938" y="1615"/>
                  </a:lnTo>
                  <a:lnTo>
                    <a:pt x="3994" y="1662"/>
                  </a:lnTo>
                  <a:lnTo>
                    <a:pt x="4047" y="1712"/>
                  </a:lnTo>
                  <a:lnTo>
                    <a:pt x="4098" y="1762"/>
                  </a:lnTo>
                  <a:lnTo>
                    <a:pt x="4148" y="1814"/>
                  </a:lnTo>
                  <a:lnTo>
                    <a:pt x="4195" y="1866"/>
                  </a:lnTo>
                  <a:lnTo>
                    <a:pt x="4240" y="1921"/>
                  </a:lnTo>
                  <a:lnTo>
                    <a:pt x="4262" y="1949"/>
                  </a:lnTo>
                  <a:lnTo>
                    <a:pt x="4283" y="1978"/>
                  </a:lnTo>
                  <a:lnTo>
                    <a:pt x="4304" y="2006"/>
                  </a:lnTo>
                  <a:lnTo>
                    <a:pt x="4324" y="2034"/>
                  </a:lnTo>
                  <a:lnTo>
                    <a:pt x="4343" y="2064"/>
                  </a:lnTo>
                  <a:lnTo>
                    <a:pt x="4362" y="2093"/>
                  </a:lnTo>
                  <a:lnTo>
                    <a:pt x="4381" y="2123"/>
                  </a:lnTo>
                  <a:lnTo>
                    <a:pt x="4399" y="2153"/>
                  </a:lnTo>
                  <a:lnTo>
                    <a:pt x="4416" y="2183"/>
                  </a:lnTo>
                  <a:lnTo>
                    <a:pt x="4433" y="2213"/>
                  </a:lnTo>
                  <a:lnTo>
                    <a:pt x="4448" y="2245"/>
                  </a:lnTo>
                  <a:lnTo>
                    <a:pt x="4464" y="2275"/>
                  </a:lnTo>
                  <a:lnTo>
                    <a:pt x="4479" y="2307"/>
                  </a:lnTo>
                  <a:lnTo>
                    <a:pt x="4494" y="2338"/>
                  </a:lnTo>
                  <a:lnTo>
                    <a:pt x="4507" y="2371"/>
                  </a:lnTo>
                  <a:lnTo>
                    <a:pt x="4520" y="2402"/>
                  </a:lnTo>
                  <a:lnTo>
                    <a:pt x="4532" y="2435"/>
                  </a:lnTo>
                  <a:lnTo>
                    <a:pt x="4544" y="2467"/>
                  </a:lnTo>
                  <a:lnTo>
                    <a:pt x="4554" y="2501"/>
                  </a:lnTo>
                  <a:lnTo>
                    <a:pt x="4565" y="2534"/>
                  </a:lnTo>
                  <a:lnTo>
                    <a:pt x="4574" y="2567"/>
                  </a:lnTo>
                  <a:lnTo>
                    <a:pt x="4584" y="2601"/>
                  </a:lnTo>
                  <a:lnTo>
                    <a:pt x="4592" y="2635"/>
                  </a:lnTo>
                  <a:lnTo>
                    <a:pt x="4600" y="2669"/>
                  </a:lnTo>
                  <a:lnTo>
                    <a:pt x="4606" y="2703"/>
                  </a:lnTo>
                  <a:lnTo>
                    <a:pt x="4612" y="2738"/>
                  </a:lnTo>
                  <a:lnTo>
                    <a:pt x="4618" y="2772"/>
                  </a:lnTo>
                  <a:lnTo>
                    <a:pt x="4623" y="2807"/>
                  </a:lnTo>
                  <a:lnTo>
                    <a:pt x="4627" y="2842"/>
                  </a:lnTo>
                  <a:lnTo>
                    <a:pt x="4630" y="2877"/>
                  </a:lnTo>
                  <a:lnTo>
                    <a:pt x="4633" y="2912"/>
                  </a:lnTo>
                  <a:lnTo>
                    <a:pt x="4634" y="2948"/>
                  </a:lnTo>
                  <a:lnTo>
                    <a:pt x="4635" y="2983"/>
                  </a:lnTo>
                  <a:lnTo>
                    <a:pt x="4636" y="3019"/>
                  </a:lnTo>
                  <a:close/>
                  <a:moveTo>
                    <a:pt x="2188" y="3696"/>
                  </a:moveTo>
                  <a:lnTo>
                    <a:pt x="2188" y="3696"/>
                  </a:lnTo>
                  <a:lnTo>
                    <a:pt x="2165" y="3689"/>
                  </a:lnTo>
                  <a:lnTo>
                    <a:pt x="2143" y="3681"/>
                  </a:lnTo>
                  <a:lnTo>
                    <a:pt x="2122" y="3673"/>
                  </a:lnTo>
                  <a:lnTo>
                    <a:pt x="2101" y="3665"/>
                  </a:lnTo>
                  <a:lnTo>
                    <a:pt x="2082" y="3655"/>
                  </a:lnTo>
                  <a:lnTo>
                    <a:pt x="2064" y="3646"/>
                  </a:lnTo>
                  <a:lnTo>
                    <a:pt x="2046" y="3636"/>
                  </a:lnTo>
                  <a:lnTo>
                    <a:pt x="2030" y="3627"/>
                  </a:lnTo>
                  <a:lnTo>
                    <a:pt x="2015" y="3616"/>
                  </a:lnTo>
                  <a:lnTo>
                    <a:pt x="2000" y="3606"/>
                  </a:lnTo>
                  <a:lnTo>
                    <a:pt x="1986" y="3594"/>
                  </a:lnTo>
                  <a:lnTo>
                    <a:pt x="1974" y="3583"/>
                  </a:lnTo>
                  <a:lnTo>
                    <a:pt x="1962" y="3571"/>
                  </a:lnTo>
                  <a:lnTo>
                    <a:pt x="1952" y="3558"/>
                  </a:lnTo>
                  <a:lnTo>
                    <a:pt x="1942" y="3546"/>
                  </a:lnTo>
                  <a:lnTo>
                    <a:pt x="1934" y="3533"/>
                  </a:lnTo>
                  <a:lnTo>
                    <a:pt x="1925" y="3518"/>
                  </a:lnTo>
                  <a:lnTo>
                    <a:pt x="1917" y="3504"/>
                  </a:lnTo>
                  <a:lnTo>
                    <a:pt x="1909" y="3487"/>
                  </a:lnTo>
                  <a:lnTo>
                    <a:pt x="1901" y="3470"/>
                  </a:lnTo>
                  <a:lnTo>
                    <a:pt x="1894" y="3452"/>
                  </a:lnTo>
                  <a:lnTo>
                    <a:pt x="1888" y="3433"/>
                  </a:lnTo>
                  <a:lnTo>
                    <a:pt x="1882" y="3413"/>
                  </a:lnTo>
                  <a:lnTo>
                    <a:pt x="1877" y="3392"/>
                  </a:lnTo>
                  <a:lnTo>
                    <a:pt x="1873" y="3370"/>
                  </a:lnTo>
                  <a:lnTo>
                    <a:pt x="1869" y="3348"/>
                  </a:lnTo>
                  <a:lnTo>
                    <a:pt x="1866" y="3325"/>
                  </a:lnTo>
                  <a:lnTo>
                    <a:pt x="1862" y="3300"/>
                  </a:lnTo>
                  <a:lnTo>
                    <a:pt x="1858" y="3248"/>
                  </a:lnTo>
                  <a:lnTo>
                    <a:pt x="1856" y="3194"/>
                  </a:lnTo>
                  <a:lnTo>
                    <a:pt x="1503" y="3194"/>
                  </a:lnTo>
                  <a:lnTo>
                    <a:pt x="1505" y="3234"/>
                  </a:lnTo>
                  <a:lnTo>
                    <a:pt x="1507" y="3271"/>
                  </a:lnTo>
                  <a:lnTo>
                    <a:pt x="1509" y="3309"/>
                  </a:lnTo>
                  <a:lnTo>
                    <a:pt x="1512" y="3345"/>
                  </a:lnTo>
                  <a:lnTo>
                    <a:pt x="1517" y="3380"/>
                  </a:lnTo>
                  <a:lnTo>
                    <a:pt x="1521" y="3412"/>
                  </a:lnTo>
                  <a:lnTo>
                    <a:pt x="1526" y="3445"/>
                  </a:lnTo>
                  <a:lnTo>
                    <a:pt x="1532" y="3475"/>
                  </a:lnTo>
                  <a:lnTo>
                    <a:pt x="1538" y="3505"/>
                  </a:lnTo>
                  <a:lnTo>
                    <a:pt x="1545" y="3533"/>
                  </a:lnTo>
                  <a:lnTo>
                    <a:pt x="1552" y="3559"/>
                  </a:lnTo>
                  <a:lnTo>
                    <a:pt x="1561" y="3585"/>
                  </a:lnTo>
                  <a:lnTo>
                    <a:pt x="1569" y="3609"/>
                  </a:lnTo>
                  <a:lnTo>
                    <a:pt x="1578" y="3632"/>
                  </a:lnTo>
                  <a:lnTo>
                    <a:pt x="1588" y="3653"/>
                  </a:lnTo>
                  <a:lnTo>
                    <a:pt x="1599" y="3673"/>
                  </a:lnTo>
                  <a:lnTo>
                    <a:pt x="1618" y="3710"/>
                  </a:lnTo>
                  <a:lnTo>
                    <a:pt x="1642" y="3743"/>
                  </a:lnTo>
                  <a:lnTo>
                    <a:pt x="1666" y="3776"/>
                  </a:lnTo>
                  <a:lnTo>
                    <a:pt x="1691" y="3806"/>
                  </a:lnTo>
                  <a:lnTo>
                    <a:pt x="1705" y="3820"/>
                  </a:lnTo>
                  <a:lnTo>
                    <a:pt x="1718" y="3835"/>
                  </a:lnTo>
                  <a:lnTo>
                    <a:pt x="1733" y="3848"/>
                  </a:lnTo>
                  <a:lnTo>
                    <a:pt x="1748" y="3861"/>
                  </a:lnTo>
                  <a:lnTo>
                    <a:pt x="1763" y="3874"/>
                  </a:lnTo>
                  <a:lnTo>
                    <a:pt x="1778" y="3885"/>
                  </a:lnTo>
                  <a:lnTo>
                    <a:pt x="1795" y="3897"/>
                  </a:lnTo>
                  <a:lnTo>
                    <a:pt x="1811" y="3908"/>
                  </a:lnTo>
                  <a:lnTo>
                    <a:pt x="1846" y="3928"/>
                  </a:lnTo>
                  <a:lnTo>
                    <a:pt x="1881" y="3947"/>
                  </a:lnTo>
                  <a:lnTo>
                    <a:pt x="1918" y="3964"/>
                  </a:lnTo>
                  <a:lnTo>
                    <a:pt x="1958" y="3980"/>
                  </a:lnTo>
                  <a:lnTo>
                    <a:pt x="1998" y="3992"/>
                  </a:lnTo>
                  <a:lnTo>
                    <a:pt x="2041" y="4004"/>
                  </a:lnTo>
                  <a:lnTo>
                    <a:pt x="2085" y="4012"/>
                  </a:lnTo>
                  <a:lnTo>
                    <a:pt x="2131" y="4020"/>
                  </a:lnTo>
                  <a:lnTo>
                    <a:pt x="2188" y="4027"/>
                  </a:lnTo>
                  <a:lnTo>
                    <a:pt x="2188" y="4397"/>
                  </a:lnTo>
                  <a:lnTo>
                    <a:pt x="2469" y="4397"/>
                  </a:lnTo>
                  <a:lnTo>
                    <a:pt x="2469" y="4027"/>
                  </a:lnTo>
                  <a:lnTo>
                    <a:pt x="2504" y="4021"/>
                  </a:lnTo>
                  <a:lnTo>
                    <a:pt x="2541" y="4012"/>
                  </a:lnTo>
                  <a:lnTo>
                    <a:pt x="2578" y="4004"/>
                  </a:lnTo>
                  <a:lnTo>
                    <a:pt x="2614" y="3994"/>
                  </a:lnTo>
                  <a:lnTo>
                    <a:pt x="2649" y="3983"/>
                  </a:lnTo>
                  <a:lnTo>
                    <a:pt x="2682" y="3971"/>
                  </a:lnTo>
                  <a:lnTo>
                    <a:pt x="2715" y="3959"/>
                  </a:lnTo>
                  <a:lnTo>
                    <a:pt x="2745" y="3945"/>
                  </a:lnTo>
                  <a:lnTo>
                    <a:pt x="2776" y="3930"/>
                  </a:lnTo>
                  <a:lnTo>
                    <a:pt x="2804" y="3915"/>
                  </a:lnTo>
                  <a:lnTo>
                    <a:pt x="2832" y="3899"/>
                  </a:lnTo>
                  <a:lnTo>
                    <a:pt x="2858" y="3882"/>
                  </a:lnTo>
                  <a:lnTo>
                    <a:pt x="2882" y="3863"/>
                  </a:lnTo>
                  <a:lnTo>
                    <a:pt x="2906" y="3844"/>
                  </a:lnTo>
                  <a:lnTo>
                    <a:pt x="2928" y="3824"/>
                  </a:lnTo>
                  <a:lnTo>
                    <a:pt x="2950" y="3803"/>
                  </a:lnTo>
                  <a:lnTo>
                    <a:pt x="2970" y="3782"/>
                  </a:lnTo>
                  <a:lnTo>
                    <a:pt x="2989" y="3759"/>
                  </a:lnTo>
                  <a:lnTo>
                    <a:pt x="3006" y="3736"/>
                  </a:lnTo>
                  <a:lnTo>
                    <a:pt x="3023" y="3711"/>
                  </a:lnTo>
                  <a:lnTo>
                    <a:pt x="3038" y="3686"/>
                  </a:lnTo>
                  <a:lnTo>
                    <a:pt x="3052" y="3659"/>
                  </a:lnTo>
                  <a:lnTo>
                    <a:pt x="3065" y="3632"/>
                  </a:lnTo>
                  <a:lnTo>
                    <a:pt x="3076" y="3605"/>
                  </a:lnTo>
                  <a:lnTo>
                    <a:pt x="3087" y="3575"/>
                  </a:lnTo>
                  <a:lnTo>
                    <a:pt x="3095" y="3546"/>
                  </a:lnTo>
                  <a:lnTo>
                    <a:pt x="3104" y="3514"/>
                  </a:lnTo>
                  <a:lnTo>
                    <a:pt x="3110" y="3483"/>
                  </a:lnTo>
                  <a:lnTo>
                    <a:pt x="3115" y="3450"/>
                  </a:lnTo>
                  <a:lnTo>
                    <a:pt x="3121" y="3417"/>
                  </a:lnTo>
                  <a:lnTo>
                    <a:pt x="3123" y="3382"/>
                  </a:lnTo>
                  <a:lnTo>
                    <a:pt x="3125" y="3346"/>
                  </a:lnTo>
                  <a:lnTo>
                    <a:pt x="3126" y="3310"/>
                  </a:lnTo>
                  <a:lnTo>
                    <a:pt x="3125" y="3286"/>
                  </a:lnTo>
                  <a:lnTo>
                    <a:pt x="3125" y="3263"/>
                  </a:lnTo>
                  <a:lnTo>
                    <a:pt x="3123" y="3241"/>
                  </a:lnTo>
                  <a:lnTo>
                    <a:pt x="3121" y="3218"/>
                  </a:lnTo>
                  <a:lnTo>
                    <a:pt x="3117" y="3196"/>
                  </a:lnTo>
                  <a:lnTo>
                    <a:pt x="3114" y="3175"/>
                  </a:lnTo>
                  <a:lnTo>
                    <a:pt x="3109" y="3154"/>
                  </a:lnTo>
                  <a:lnTo>
                    <a:pt x="3105" y="3133"/>
                  </a:lnTo>
                  <a:lnTo>
                    <a:pt x="3100" y="3112"/>
                  </a:lnTo>
                  <a:lnTo>
                    <a:pt x="3093" y="3092"/>
                  </a:lnTo>
                  <a:lnTo>
                    <a:pt x="3086" y="3072"/>
                  </a:lnTo>
                  <a:lnTo>
                    <a:pt x="3079" y="3053"/>
                  </a:lnTo>
                  <a:lnTo>
                    <a:pt x="3070" y="3034"/>
                  </a:lnTo>
                  <a:lnTo>
                    <a:pt x="3062" y="3015"/>
                  </a:lnTo>
                  <a:lnTo>
                    <a:pt x="3052" y="2997"/>
                  </a:lnTo>
                  <a:lnTo>
                    <a:pt x="3042" y="2979"/>
                  </a:lnTo>
                  <a:lnTo>
                    <a:pt x="3031" y="2961"/>
                  </a:lnTo>
                  <a:lnTo>
                    <a:pt x="3020" y="2945"/>
                  </a:lnTo>
                  <a:lnTo>
                    <a:pt x="3007" y="2928"/>
                  </a:lnTo>
                  <a:lnTo>
                    <a:pt x="2995" y="2912"/>
                  </a:lnTo>
                  <a:lnTo>
                    <a:pt x="2981" y="2895"/>
                  </a:lnTo>
                  <a:lnTo>
                    <a:pt x="2967" y="2880"/>
                  </a:lnTo>
                  <a:lnTo>
                    <a:pt x="2952" y="2865"/>
                  </a:lnTo>
                  <a:lnTo>
                    <a:pt x="2937" y="2850"/>
                  </a:lnTo>
                  <a:lnTo>
                    <a:pt x="2921" y="2836"/>
                  </a:lnTo>
                  <a:lnTo>
                    <a:pt x="2904" y="2822"/>
                  </a:lnTo>
                  <a:lnTo>
                    <a:pt x="2887" y="2808"/>
                  </a:lnTo>
                  <a:lnTo>
                    <a:pt x="2869" y="2795"/>
                  </a:lnTo>
                  <a:lnTo>
                    <a:pt x="2850" y="2783"/>
                  </a:lnTo>
                  <a:lnTo>
                    <a:pt x="2832" y="2770"/>
                  </a:lnTo>
                  <a:lnTo>
                    <a:pt x="2812" y="2758"/>
                  </a:lnTo>
                  <a:lnTo>
                    <a:pt x="2791" y="2746"/>
                  </a:lnTo>
                  <a:lnTo>
                    <a:pt x="2756" y="2728"/>
                  </a:lnTo>
                  <a:lnTo>
                    <a:pt x="2720" y="2709"/>
                  </a:lnTo>
                  <a:lnTo>
                    <a:pt x="2682" y="2690"/>
                  </a:lnTo>
                  <a:lnTo>
                    <a:pt x="2642" y="2672"/>
                  </a:lnTo>
                  <a:lnTo>
                    <a:pt x="2601" y="2655"/>
                  </a:lnTo>
                  <a:lnTo>
                    <a:pt x="2559" y="2637"/>
                  </a:lnTo>
                  <a:lnTo>
                    <a:pt x="2515" y="2618"/>
                  </a:lnTo>
                  <a:lnTo>
                    <a:pt x="2469" y="2600"/>
                  </a:lnTo>
                  <a:lnTo>
                    <a:pt x="2469" y="1860"/>
                  </a:lnTo>
                  <a:lnTo>
                    <a:pt x="2486" y="1864"/>
                  </a:lnTo>
                  <a:lnTo>
                    <a:pt x="2501" y="1869"/>
                  </a:lnTo>
                  <a:lnTo>
                    <a:pt x="2516" y="1875"/>
                  </a:lnTo>
                  <a:lnTo>
                    <a:pt x="2531" y="1880"/>
                  </a:lnTo>
                  <a:lnTo>
                    <a:pt x="2545" y="1886"/>
                  </a:lnTo>
                  <a:lnTo>
                    <a:pt x="2558" y="1894"/>
                  </a:lnTo>
                  <a:lnTo>
                    <a:pt x="2572" y="1901"/>
                  </a:lnTo>
                  <a:lnTo>
                    <a:pt x="2585" y="1909"/>
                  </a:lnTo>
                  <a:lnTo>
                    <a:pt x="2597" y="1918"/>
                  </a:lnTo>
                  <a:lnTo>
                    <a:pt x="2609" y="1926"/>
                  </a:lnTo>
                  <a:lnTo>
                    <a:pt x="2620" y="1936"/>
                  </a:lnTo>
                  <a:lnTo>
                    <a:pt x="2631" y="1946"/>
                  </a:lnTo>
                  <a:lnTo>
                    <a:pt x="2641" y="1957"/>
                  </a:lnTo>
                  <a:lnTo>
                    <a:pt x="2651" y="1967"/>
                  </a:lnTo>
                  <a:lnTo>
                    <a:pt x="2660" y="1979"/>
                  </a:lnTo>
                  <a:lnTo>
                    <a:pt x="2669" y="1991"/>
                  </a:lnTo>
                  <a:lnTo>
                    <a:pt x="2677" y="2004"/>
                  </a:lnTo>
                  <a:lnTo>
                    <a:pt x="2685" y="2018"/>
                  </a:lnTo>
                  <a:lnTo>
                    <a:pt x="2693" y="2031"/>
                  </a:lnTo>
                  <a:lnTo>
                    <a:pt x="2699" y="2045"/>
                  </a:lnTo>
                  <a:lnTo>
                    <a:pt x="2705" y="2060"/>
                  </a:lnTo>
                  <a:lnTo>
                    <a:pt x="2712" y="2075"/>
                  </a:lnTo>
                  <a:lnTo>
                    <a:pt x="2722" y="2107"/>
                  </a:lnTo>
                  <a:lnTo>
                    <a:pt x="2731" y="2142"/>
                  </a:lnTo>
                  <a:lnTo>
                    <a:pt x="2737" y="2178"/>
                  </a:lnTo>
                  <a:lnTo>
                    <a:pt x="2741" y="2216"/>
                  </a:lnTo>
                  <a:lnTo>
                    <a:pt x="2744" y="2257"/>
                  </a:lnTo>
                  <a:lnTo>
                    <a:pt x="3098" y="2257"/>
                  </a:lnTo>
                  <a:lnTo>
                    <a:pt x="3095" y="2208"/>
                  </a:lnTo>
                  <a:lnTo>
                    <a:pt x="3092" y="2161"/>
                  </a:lnTo>
                  <a:lnTo>
                    <a:pt x="3087" y="2114"/>
                  </a:lnTo>
                  <a:lnTo>
                    <a:pt x="3079" y="2070"/>
                  </a:lnTo>
                  <a:lnTo>
                    <a:pt x="3069" y="2027"/>
                  </a:lnTo>
                  <a:lnTo>
                    <a:pt x="3057" y="1986"/>
                  </a:lnTo>
                  <a:lnTo>
                    <a:pt x="3050" y="1966"/>
                  </a:lnTo>
                  <a:lnTo>
                    <a:pt x="3043" y="1946"/>
                  </a:lnTo>
                  <a:lnTo>
                    <a:pt x="3034" y="1927"/>
                  </a:lnTo>
                  <a:lnTo>
                    <a:pt x="3026" y="1908"/>
                  </a:lnTo>
                  <a:lnTo>
                    <a:pt x="3017" y="1889"/>
                  </a:lnTo>
                  <a:lnTo>
                    <a:pt x="3007" y="1871"/>
                  </a:lnTo>
                  <a:lnTo>
                    <a:pt x="2998" y="1854"/>
                  </a:lnTo>
                  <a:lnTo>
                    <a:pt x="2987" y="1837"/>
                  </a:lnTo>
                  <a:lnTo>
                    <a:pt x="2976" y="1820"/>
                  </a:lnTo>
                  <a:lnTo>
                    <a:pt x="2964" y="1803"/>
                  </a:lnTo>
                  <a:lnTo>
                    <a:pt x="2952" y="1787"/>
                  </a:lnTo>
                  <a:lnTo>
                    <a:pt x="2940" y="1772"/>
                  </a:lnTo>
                  <a:lnTo>
                    <a:pt x="2926" y="1757"/>
                  </a:lnTo>
                  <a:lnTo>
                    <a:pt x="2913" y="1742"/>
                  </a:lnTo>
                  <a:lnTo>
                    <a:pt x="2898" y="1727"/>
                  </a:lnTo>
                  <a:lnTo>
                    <a:pt x="2883" y="1714"/>
                  </a:lnTo>
                  <a:lnTo>
                    <a:pt x="2868" y="1700"/>
                  </a:lnTo>
                  <a:lnTo>
                    <a:pt x="2853" y="1686"/>
                  </a:lnTo>
                  <a:lnTo>
                    <a:pt x="2836" y="1674"/>
                  </a:lnTo>
                  <a:lnTo>
                    <a:pt x="2819" y="1661"/>
                  </a:lnTo>
                  <a:lnTo>
                    <a:pt x="2800" y="1649"/>
                  </a:lnTo>
                  <a:lnTo>
                    <a:pt x="2781" y="1636"/>
                  </a:lnTo>
                  <a:lnTo>
                    <a:pt x="2761" y="1624"/>
                  </a:lnTo>
                  <a:lnTo>
                    <a:pt x="2741" y="1614"/>
                  </a:lnTo>
                  <a:lnTo>
                    <a:pt x="2720" y="1603"/>
                  </a:lnTo>
                  <a:lnTo>
                    <a:pt x="2700" y="1594"/>
                  </a:lnTo>
                  <a:lnTo>
                    <a:pt x="2678" y="1586"/>
                  </a:lnTo>
                  <a:lnTo>
                    <a:pt x="2657" y="1577"/>
                  </a:lnTo>
                  <a:lnTo>
                    <a:pt x="2635" y="1570"/>
                  </a:lnTo>
                  <a:lnTo>
                    <a:pt x="2612" y="1562"/>
                  </a:lnTo>
                  <a:lnTo>
                    <a:pt x="2590" y="1556"/>
                  </a:lnTo>
                  <a:lnTo>
                    <a:pt x="2567" y="1551"/>
                  </a:lnTo>
                  <a:lnTo>
                    <a:pt x="2542" y="1547"/>
                  </a:lnTo>
                  <a:lnTo>
                    <a:pt x="2518" y="1542"/>
                  </a:lnTo>
                  <a:lnTo>
                    <a:pt x="2494" y="1538"/>
                  </a:lnTo>
                  <a:lnTo>
                    <a:pt x="2469" y="1535"/>
                  </a:lnTo>
                  <a:lnTo>
                    <a:pt x="2469" y="1248"/>
                  </a:lnTo>
                  <a:lnTo>
                    <a:pt x="2197" y="1248"/>
                  </a:lnTo>
                  <a:lnTo>
                    <a:pt x="2197" y="1536"/>
                  </a:lnTo>
                  <a:lnTo>
                    <a:pt x="2186" y="1537"/>
                  </a:lnTo>
                  <a:lnTo>
                    <a:pt x="2177" y="1539"/>
                  </a:lnTo>
                  <a:lnTo>
                    <a:pt x="2139" y="1549"/>
                  </a:lnTo>
                  <a:lnTo>
                    <a:pt x="2102" y="1558"/>
                  </a:lnTo>
                  <a:lnTo>
                    <a:pt x="2066" y="1568"/>
                  </a:lnTo>
                  <a:lnTo>
                    <a:pt x="2032" y="1579"/>
                  </a:lnTo>
                  <a:lnTo>
                    <a:pt x="1999" y="1591"/>
                  </a:lnTo>
                  <a:lnTo>
                    <a:pt x="1966" y="1603"/>
                  </a:lnTo>
                  <a:lnTo>
                    <a:pt x="1936" y="1617"/>
                  </a:lnTo>
                  <a:lnTo>
                    <a:pt x="1907" y="1632"/>
                  </a:lnTo>
                  <a:lnTo>
                    <a:pt x="1878" y="1647"/>
                  </a:lnTo>
                  <a:lnTo>
                    <a:pt x="1851" y="1663"/>
                  </a:lnTo>
                  <a:lnTo>
                    <a:pt x="1826" y="1680"/>
                  </a:lnTo>
                  <a:lnTo>
                    <a:pt x="1800" y="1697"/>
                  </a:lnTo>
                  <a:lnTo>
                    <a:pt x="1777" y="1716"/>
                  </a:lnTo>
                  <a:lnTo>
                    <a:pt x="1755" y="1735"/>
                  </a:lnTo>
                  <a:lnTo>
                    <a:pt x="1734" y="1755"/>
                  </a:lnTo>
                  <a:lnTo>
                    <a:pt x="1714" y="1776"/>
                  </a:lnTo>
                  <a:lnTo>
                    <a:pt x="1695" y="1798"/>
                  </a:lnTo>
                  <a:lnTo>
                    <a:pt x="1677" y="1820"/>
                  </a:lnTo>
                  <a:lnTo>
                    <a:pt x="1662" y="1843"/>
                  </a:lnTo>
                  <a:lnTo>
                    <a:pt x="1646" y="1867"/>
                  </a:lnTo>
                  <a:lnTo>
                    <a:pt x="1632" y="1892"/>
                  </a:lnTo>
                  <a:lnTo>
                    <a:pt x="1620" y="1919"/>
                  </a:lnTo>
                  <a:lnTo>
                    <a:pt x="1608" y="1945"/>
                  </a:lnTo>
                  <a:lnTo>
                    <a:pt x="1599" y="1972"/>
                  </a:lnTo>
                  <a:lnTo>
                    <a:pt x="1589" y="2001"/>
                  </a:lnTo>
                  <a:lnTo>
                    <a:pt x="1582" y="2029"/>
                  </a:lnTo>
                  <a:lnTo>
                    <a:pt x="1574" y="2060"/>
                  </a:lnTo>
                  <a:lnTo>
                    <a:pt x="1569" y="2090"/>
                  </a:lnTo>
                  <a:lnTo>
                    <a:pt x="1565" y="2122"/>
                  </a:lnTo>
                  <a:lnTo>
                    <a:pt x="1562" y="2154"/>
                  </a:lnTo>
                  <a:lnTo>
                    <a:pt x="1561" y="2187"/>
                  </a:lnTo>
                  <a:lnTo>
                    <a:pt x="1560" y="2220"/>
                  </a:lnTo>
                  <a:lnTo>
                    <a:pt x="1561" y="2255"/>
                  </a:lnTo>
                  <a:lnTo>
                    <a:pt x="1563" y="2289"/>
                  </a:lnTo>
                  <a:lnTo>
                    <a:pt x="1566" y="2321"/>
                  </a:lnTo>
                  <a:lnTo>
                    <a:pt x="1571" y="2353"/>
                  </a:lnTo>
                  <a:lnTo>
                    <a:pt x="1578" y="2384"/>
                  </a:lnTo>
                  <a:lnTo>
                    <a:pt x="1585" y="2415"/>
                  </a:lnTo>
                  <a:lnTo>
                    <a:pt x="1594" y="2444"/>
                  </a:lnTo>
                  <a:lnTo>
                    <a:pt x="1605" y="2473"/>
                  </a:lnTo>
                  <a:lnTo>
                    <a:pt x="1616" y="2500"/>
                  </a:lnTo>
                  <a:lnTo>
                    <a:pt x="1630" y="2527"/>
                  </a:lnTo>
                  <a:lnTo>
                    <a:pt x="1645" y="2554"/>
                  </a:lnTo>
                  <a:lnTo>
                    <a:pt x="1661" y="2579"/>
                  </a:lnTo>
                  <a:lnTo>
                    <a:pt x="1678" y="2603"/>
                  </a:lnTo>
                  <a:lnTo>
                    <a:pt x="1697" y="2627"/>
                  </a:lnTo>
                  <a:lnTo>
                    <a:pt x="1718" y="2649"/>
                  </a:lnTo>
                  <a:lnTo>
                    <a:pt x="1739" y="2671"/>
                  </a:lnTo>
                  <a:lnTo>
                    <a:pt x="1752" y="2683"/>
                  </a:lnTo>
                  <a:lnTo>
                    <a:pt x="1767" y="2694"/>
                  </a:lnTo>
                  <a:lnTo>
                    <a:pt x="1781" y="2707"/>
                  </a:lnTo>
                  <a:lnTo>
                    <a:pt x="1798" y="2719"/>
                  </a:lnTo>
                  <a:lnTo>
                    <a:pt x="1816" y="2730"/>
                  </a:lnTo>
                  <a:lnTo>
                    <a:pt x="1836" y="2743"/>
                  </a:lnTo>
                  <a:lnTo>
                    <a:pt x="1879" y="2767"/>
                  </a:lnTo>
                  <a:lnTo>
                    <a:pt x="1928" y="2793"/>
                  </a:lnTo>
                  <a:lnTo>
                    <a:pt x="1982" y="2818"/>
                  </a:lnTo>
                  <a:lnTo>
                    <a:pt x="2042" y="2845"/>
                  </a:lnTo>
                  <a:lnTo>
                    <a:pt x="2107" y="2872"/>
                  </a:lnTo>
                  <a:lnTo>
                    <a:pt x="2148" y="2888"/>
                  </a:lnTo>
                  <a:lnTo>
                    <a:pt x="2188" y="2903"/>
                  </a:lnTo>
                  <a:lnTo>
                    <a:pt x="2188" y="3696"/>
                  </a:lnTo>
                  <a:close/>
                  <a:moveTo>
                    <a:pt x="2188" y="2533"/>
                  </a:moveTo>
                  <a:lnTo>
                    <a:pt x="2188" y="2533"/>
                  </a:lnTo>
                  <a:lnTo>
                    <a:pt x="2180" y="2528"/>
                  </a:lnTo>
                  <a:lnTo>
                    <a:pt x="2171" y="2523"/>
                  </a:lnTo>
                  <a:lnTo>
                    <a:pt x="2143" y="2508"/>
                  </a:lnTo>
                  <a:lnTo>
                    <a:pt x="2116" y="2494"/>
                  </a:lnTo>
                  <a:lnTo>
                    <a:pt x="2089" y="2479"/>
                  </a:lnTo>
                  <a:lnTo>
                    <a:pt x="2066" y="2462"/>
                  </a:lnTo>
                  <a:lnTo>
                    <a:pt x="2044" y="2445"/>
                  </a:lnTo>
                  <a:lnTo>
                    <a:pt x="2025" y="2427"/>
                  </a:lnTo>
                  <a:lnTo>
                    <a:pt x="2007" y="2409"/>
                  </a:lnTo>
                  <a:lnTo>
                    <a:pt x="1991" y="2389"/>
                  </a:lnTo>
                  <a:lnTo>
                    <a:pt x="1977" y="2369"/>
                  </a:lnTo>
                  <a:lnTo>
                    <a:pt x="1964" y="2348"/>
                  </a:lnTo>
                  <a:lnTo>
                    <a:pt x="1954" y="2326"/>
                  </a:lnTo>
                  <a:lnTo>
                    <a:pt x="1945" y="2302"/>
                  </a:lnTo>
                  <a:lnTo>
                    <a:pt x="1939" y="2279"/>
                  </a:lnTo>
                  <a:lnTo>
                    <a:pt x="1935" y="2255"/>
                  </a:lnTo>
                  <a:lnTo>
                    <a:pt x="1932" y="2230"/>
                  </a:lnTo>
                  <a:lnTo>
                    <a:pt x="1931" y="2204"/>
                  </a:lnTo>
                  <a:lnTo>
                    <a:pt x="1932" y="2174"/>
                  </a:lnTo>
                  <a:lnTo>
                    <a:pt x="1934" y="2147"/>
                  </a:lnTo>
                  <a:lnTo>
                    <a:pt x="1938" y="2120"/>
                  </a:lnTo>
                  <a:lnTo>
                    <a:pt x="1943" y="2094"/>
                  </a:lnTo>
                  <a:lnTo>
                    <a:pt x="1951" y="2070"/>
                  </a:lnTo>
                  <a:lnTo>
                    <a:pt x="1959" y="2047"/>
                  </a:lnTo>
                  <a:lnTo>
                    <a:pt x="1969" y="2025"/>
                  </a:lnTo>
                  <a:lnTo>
                    <a:pt x="1981" y="2004"/>
                  </a:lnTo>
                  <a:lnTo>
                    <a:pt x="1994" y="1985"/>
                  </a:lnTo>
                  <a:lnTo>
                    <a:pt x="2008" y="1966"/>
                  </a:lnTo>
                  <a:lnTo>
                    <a:pt x="2025" y="1949"/>
                  </a:lnTo>
                  <a:lnTo>
                    <a:pt x="2043" y="1933"/>
                  </a:lnTo>
                  <a:lnTo>
                    <a:pt x="2063" y="1919"/>
                  </a:lnTo>
                  <a:lnTo>
                    <a:pt x="2084" y="1905"/>
                  </a:lnTo>
                  <a:lnTo>
                    <a:pt x="2106" y="1892"/>
                  </a:lnTo>
                  <a:lnTo>
                    <a:pt x="2131" y="1881"/>
                  </a:lnTo>
                  <a:lnTo>
                    <a:pt x="2142" y="1877"/>
                  </a:lnTo>
                  <a:lnTo>
                    <a:pt x="2156" y="1871"/>
                  </a:lnTo>
                  <a:lnTo>
                    <a:pt x="2188" y="1861"/>
                  </a:lnTo>
                  <a:lnTo>
                    <a:pt x="2188" y="2533"/>
                  </a:lnTo>
                  <a:close/>
                  <a:moveTo>
                    <a:pt x="2469" y="2974"/>
                  </a:moveTo>
                  <a:lnTo>
                    <a:pt x="2469" y="2974"/>
                  </a:lnTo>
                  <a:lnTo>
                    <a:pt x="2485" y="2981"/>
                  </a:lnTo>
                  <a:lnTo>
                    <a:pt x="2499" y="2991"/>
                  </a:lnTo>
                  <a:lnTo>
                    <a:pt x="2544" y="3017"/>
                  </a:lnTo>
                  <a:lnTo>
                    <a:pt x="2583" y="3042"/>
                  </a:lnTo>
                  <a:lnTo>
                    <a:pt x="2602" y="3055"/>
                  </a:lnTo>
                  <a:lnTo>
                    <a:pt x="2619" y="3068"/>
                  </a:lnTo>
                  <a:lnTo>
                    <a:pt x="2635" y="3079"/>
                  </a:lnTo>
                  <a:lnTo>
                    <a:pt x="2650" y="3092"/>
                  </a:lnTo>
                  <a:lnTo>
                    <a:pt x="2663" y="3104"/>
                  </a:lnTo>
                  <a:lnTo>
                    <a:pt x="2676" y="3117"/>
                  </a:lnTo>
                  <a:lnTo>
                    <a:pt x="2688" y="3130"/>
                  </a:lnTo>
                  <a:lnTo>
                    <a:pt x="2697" y="3142"/>
                  </a:lnTo>
                  <a:lnTo>
                    <a:pt x="2706" y="3155"/>
                  </a:lnTo>
                  <a:lnTo>
                    <a:pt x="2714" y="3166"/>
                  </a:lnTo>
                  <a:lnTo>
                    <a:pt x="2721" y="3179"/>
                  </a:lnTo>
                  <a:lnTo>
                    <a:pt x="2726" y="3192"/>
                  </a:lnTo>
                  <a:lnTo>
                    <a:pt x="2732" y="3207"/>
                  </a:lnTo>
                  <a:lnTo>
                    <a:pt x="2737" y="3223"/>
                  </a:lnTo>
                  <a:lnTo>
                    <a:pt x="2741" y="3240"/>
                  </a:lnTo>
                  <a:lnTo>
                    <a:pt x="2744" y="3257"/>
                  </a:lnTo>
                  <a:lnTo>
                    <a:pt x="2746" y="3275"/>
                  </a:lnTo>
                  <a:lnTo>
                    <a:pt x="2749" y="3292"/>
                  </a:lnTo>
                  <a:lnTo>
                    <a:pt x="2750" y="3311"/>
                  </a:lnTo>
                  <a:lnTo>
                    <a:pt x="2750" y="3330"/>
                  </a:lnTo>
                  <a:lnTo>
                    <a:pt x="2750" y="3354"/>
                  </a:lnTo>
                  <a:lnTo>
                    <a:pt x="2747" y="3379"/>
                  </a:lnTo>
                  <a:lnTo>
                    <a:pt x="2745" y="3402"/>
                  </a:lnTo>
                  <a:lnTo>
                    <a:pt x="2742" y="3424"/>
                  </a:lnTo>
                  <a:lnTo>
                    <a:pt x="2737" y="3445"/>
                  </a:lnTo>
                  <a:lnTo>
                    <a:pt x="2732" y="3466"/>
                  </a:lnTo>
                  <a:lnTo>
                    <a:pt x="2725" y="3486"/>
                  </a:lnTo>
                  <a:lnTo>
                    <a:pt x="2717" y="3506"/>
                  </a:lnTo>
                  <a:lnTo>
                    <a:pt x="2709" y="3524"/>
                  </a:lnTo>
                  <a:lnTo>
                    <a:pt x="2699" y="3543"/>
                  </a:lnTo>
                  <a:lnTo>
                    <a:pt x="2689" y="3559"/>
                  </a:lnTo>
                  <a:lnTo>
                    <a:pt x="2677" y="3576"/>
                  </a:lnTo>
                  <a:lnTo>
                    <a:pt x="2664" y="3592"/>
                  </a:lnTo>
                  <a:lnTo>
                    <a:pt x="2651" y="3608"/>
                  </a:lnTo>
                  <a:lnTo>
                    <a:pt x="2636" y="3623"/>
                  </a:lnTo>
                  <a:lnTo>
                    <a:pt x="2620" y="3636"/>
                  </a:lnTo>
                  <a:lnTo>
                    <a:pt x="2605" y="3648"/>
                  </a:lnTo>
                  <a:lnTo>
                    <a:pt x="2590" y="3659"/>
                  </a:lnTo>
                  <a:lnTo>
                    <a:pt x="2574" y="3669"/>
                  </a:lnTo>
                  <a:lnTo>
                    <a:pt x="2558" y="3677"/>
                  </a:lnTo>
                  <a:lnTo>
                    <a:pt x="2544" y="3683"/>
                  </a:lnTo>
                  <a:lnTo>
                    <a:pt x="2528" y="3690"/>
                  </a:lnTo>
                  <a:lnTo>
                    <a:pt x="2512" y="3694"/>
                  </a:lnTo>
                  <a:lnTo>
                    <a:pt x="2496" y="3697"/>
                  </a:lnTo>
                  <a:lnTo>
                    <a:pt x="2469" y="3697"/>
                  </a:lnTo>
                  <a:lnTo>
                    <a:pt x="2469" y="2974"/>
                  </a:lnTo>
                  <a:close/>
                </a:path>
              </a:pathLst>
            </a:custGeom>
            <a:solidFill>
              <a:srgbClr val="888890"/>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itchFamily="34" charset="0"/>
                  <a:ea typeface="宋体" pitchFamily="2" charset="-122"/>
                  <a:cs typeface="+mn-cs"/>
                </a:defRPr>
              </a:lvl1pPr>
              <a:lvl2pPr marL="457200" algn="l" rtl="0" eaLnBrk="0" fontAlgn="base" hangingPunct="0">
                <a:spcBef>
                  <a:spcPct val="0"/>
                </a:spcBef>
                <a:spcAft>
                  <a:spcPct val="0"/>
                </a:spcAft>
                <a:defRPr kern="1200">
                  <a:solidFill>
                    <a:schemeClr val="tx1"/>
                  </a:solidFill>
                  <a:latin typeface="Calibri" pitchFamily="34" charset="0"/>
                  <a:ea typeface="宋体" pitchFamily="2" charset="-122"/>
                  <a:cs typeface="+mn-cs"/>
                </a:defRPr>
              </a:lvl2pPr>
              <a:lvl3pPr marL="914400" algn="l" rtl="0" eaLnBrk="0" fontAlgn="base" hangingPunct="0">
                <a:spcBef>
                  <a:spcPct val="0"/>
                </a:spcBef>
                <a:spcAft>
                  <a:spcPct val="0"/>
                </a:spcAft>
                <a:defRPr kern="1200">
                  <a:solidFill>
                    <a:schemeClr val="tx1"/>
                  </a:solidFill>
                  <a:latin typeface="Calibri" pitchFamily="34" charset="0"/>
                  <a:ea typeface="宋体" pitchFamily="2" charset="-122"/>
                  <a:cs typeface="+mn-cs"/>
                </a:defRPr>
              </a:lvl3pPr>
              <a:lvl4pPr marL="1371600" algn="l" rtl="0" eaLnBrk="0" fontAlgn="base" hangingPunct="0">
                <a:spcBef>
                  <a:spcPct val="0"/>
                </a:spcBef>
                <a:spcAft>
                  <a:spcPct val="0"/>
                </a:spcAft>
                <a:defRPr kern="1200">
                  <a:solidFill>
                    <a:schemeClr val="tx1"/>
                  </a:solidFill>
                  <a:latin typeface="Calibri" pitchFamily="34" charset="0"/>
                  <a:ea typeface="宋体" pitchFamily="2" charset="-122"/>
                  <a:cs typeface="+mn-cs"/>
                </a:defRPr>
              </a:lvl4pPr>
              <a:lvl5pPr marL="1828800" algn="l" rtl="0" eaLnBrk="0" fontAlgn="base" hangingPunct="0">
                <a:spcBef>
                  <a:spcPct val="0"/>
                </a:spcBef>
                <a:spcAft>
                  <a:spcPct val="0"/>
                </a:spcAft>
                <a:defRPr kern="1200">
                  <a:solidFill>
                    <a:schemeClr val="tx1"/>
                  </a:solidFill>
                  <a:latin typeface="Calibri" pitchFamily="34" charset="0"/>
                  <a:ea typeface="宋体" pitchFamily="2" charset="-122"/>
                  <a:cs typeface="+mn-cs"/>
                </a:defRPr>
              </a:lvl5pPr>
              <a:lvl6pPr marL="2286000" algn="l" defTabSz="914400" rtl="0" eaLnBrk="1" latinLnBrk="0" hangingPunct="1">
                <a:defRPr kern="1200">
                  <a:solidFill>
                    <a:schemeClr val="tx1"/>
                  </a:solidFill>
                  <a:latin typeface="Calibri" pitchFamily="34" charset="0"/>
                  <a:ea typeface="宋体" pitchFamily="2" charset="-122"/>
                  <a:cs typeface="+mn-cs"/>
                </a:defRPr>
              </a:lvl6pPr>
              <a:lvl7pPr marL="2743200" algn="l" defTabSz="914400" rtl="0" eaLnBrk="1" latinLnBrk="0" hangingPunct="1">
                <a:defRPr kern="1200">
                  <a:solidFill>
                    <a:schemeClr val="tx1"/>
                  </a:solidFill>
                  <a:latin typeface="Calibri" pitchFamily="34" charset="0"/>
                  <a:ea typeface="宋体" pitchFamily="2" charset="-122"/>
                  <a:cs typeface="+mn-cs"/>
                </a:defRPr>
              </a:lvl7pPr>
              <a:lvl8pPr marL="3200400" algn="l" defTabSz="914400" rtl="0" eaLnBrk="1" latinLnBrk="0" hangingPunct="1">
                <a:defRPr kern="1200">
                  <a:solidFill>
                    <a:schemeClr val="tx1"/>
                  </a:solidFill>
                  <a:latin typeface="Calibri" pitchFamily="34" charset="0"/>
                  <a:ea typeface="宋体" pitchFamily="2" charset="-122"/>
                  <a:cs typeface="+mn-cs"/>
                </a:defRPr>
              </a:lvl8pPr>
              <a:lvl9pPr marL="3657600" algn="l" defTabSz="914400" rtl="0" eaLnBrk="1" latinLnBrk="0" hangingPunct="1">
                <a:defRPr kern="1200">
                  <a:solidFill>
                    <a:schemeClr val="tx1"/>
                  </a:solidFill>
                  <a:latin typeface="Calibri" pitchFamily="34" charset="0"/>
                  <a:ea typeface="宋体" pitchFamily="2" charset="-122"/>
                  <a:cs typeface="+mn-cs"/>
                </a:defRPr>
              </a:lvl9pPr>
            </a:lstStyle>
            <a:p>
              <a:pPr algn="ctr">
                <a:defRPr/>
              </a:pPr>
              <a:endParaRPr lang="zh-CN" altLang="en-US">
                <a:solidFill>
                  <a:srgbClr val="FFFFFF"/>
                </a:solidFill>
              </a:endParaRPr>
            </a:p>
          </p:txBody>
        </p:sp>
      </p:grpSp>
      <p:sp>
        <p:nvSpPr>
          <p:cNvPr id="18" name="Rectangle 4">
            <a:extLst>
              <a:ext uri="{FF2B5EF4-FFF2-40B4-BE49-F238E27FC236}">
                <a16:creationId xmlns:a16="http://schemas.microsoft.com/office/drawing/2014/main" id="{28A34366-69D1-4A93-A424-D3A5C960F358}"/>
              </a:ext>
            </a:extLst>
          </p:cNvPr>
          <p:cNvSpPr>
            <a:spLocks noChangeArrowheads="1"/>
          </p:cNvSpPr>
          <p:nvPr/>
        </p:nvSpPr>
        <p:spPr bwMode="auto">
          <a:xfrm>
            <a:off x="1228725" y="4508500"/>
            <a:ext cx="6985000" cy="1158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buClr>
                <a:srgbClr val="FF0000"/>
              </a:buClr>
            </a:pPr>
            <a:r>
              <a:rPr lang="zh-CN" altLang="en-US" sz="2800">
                <a:solidFill>
                  <a:srgbClr val="262626"/>
                </a:solidFill>
                <a:sym typeface="+mn-lt"/>
              </a:rPr>
              <a:t>要求结果链表仍使用原来两个链表的存储空间</a:t>
            </a:r>
            <a:r>
              <a:rPr lang="en-US" altLang="zh-CN" sz="2800">
                <a:solidFill>
                  <a:srgbClr val="262626"/>
                </a:solidFill>
                <a:sym typeface="+mn-lt"/>
              </a:rPr>
              <a:t>, </a:t>
            </a:r>
            <a:r>
              <a:rPr lang="zh-CN" altLang="en-US" sz="2800">
                <a:solidFill>
                  <a:srgbClr val="262626"/>
                </a:solidFill>
                <a:sym typeface="+mn-lt"/>
              </a:rPr>
              <a:t>不另外占用其它的存储空间。</a:t>
            </a:r>
          </a:p>
        </p:txBody>
      </p:sp>
      <p:sp>
        <p:nvSpPr>
          <p:cNvPr id="19" name="Rectangle 4">
            <a:extLst>
              <a:ext uri="{FF2B5EF4-FFF2-40B4-BE49-F238E27FC236}">
                <a16:creationId xmlns:a16="http://schemas.microsoft.com/office/drawing/2014/main" id="{1C4A9078-4497-4CF4-BA62-410C7B75DCBD}"/>
              </a:ext>
            </a:extLst>
          </p:cNvPr>
          <p:cNvSpPr>
            <a:spLocks noChangeArrowheads="1"/>
          </p:cNvSpPr>
          <p:nvPr/>
        </p:nvSpPr>
        <p:spPr bwMode="auto">
          <a:xfrm>
            <a:off x="5815013" y="1884363"/>
            <a:ext cx="2921000" cy="1158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buClr>
                <a:srgbClr val="FF0000"/>
              </a:buClr>
            </a:pPr>
            <a:r>
              <a:rPr lang="zh-CN" altLang="en-US" sz="2800">
                <a:solidFill>
                  <a:srgbClr val="262626"/>
                </a:solidFill>
                <a:sym typeface="+mn-lt"/>
              </a:rPr>
              <a:t>表中允许有重复的数据。 </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Text Box 152">
            <a:extLst>
              <a:ext uri="{FF2B5EF4-FFF2-40B4-BE49-F238E27FC236}">
                <a16:creationId xmlns:a16="http://schemas.microsoft.com/office/drawing/2014/main" id="{AD1690AD-256B-4C4E-A4AB-8B39D02D44A6}"/>
              </a:ext>
            </a:extLst>
          </p:cNvPr>
          <p:cNvSpPr txBox="1">
            <a:spLocks noChangeArrowheads="1"/>
          </p:cNvSpPr>
          <p:nvPr/>
        </p:nvSpPr>
        <p:spPr bwMode="auto">
          <a:xfrm>
            <a:off x="128588" y="1397000"/>
            <a:ext cx="617537"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a:latin typeface="+mn-lt"/>
                <a:ea typeface="+mn-ea"/>
                <a:cs typeface="+mn-ea"/>
                <a:sym typeface="+mn-lt"/>
              </a:rPr>
              <a:t>La</a:t>
            </a:r>
          </a:p>
        </p:txBody>
      </p:sp>
      <p:grpSp>
        <p:nvGrpSpPr>
          <p:cNvPr id="158723" name="Group 105">
            <a:extLst>
              <a:ext uri="{FF2B5EF4-FFF2-40B4-BE49-F238E27FC236}">
                <a16:creationId xmlns:a16="http://schemas.microsoft.com/office/drawing/2014/main" id="{D71A5484-3913-4591-B1C1-E9ECE6F1B2CE}"/>
              </a:ext>
            </a:extLst>
          </p:cNvPr>
          <p:cNvGrpSpPr>
            <a:grpSpLocks/>
          </p:cNvGrpSpPr>
          <p:nvPr/>
        </p:nvGrpSpPr>
        <p:grpSpPr bwMode="auto">
          <a:xfrm>
            <a:off x="2251076" y="1524339"/>
            <a:ext cx="838200" cy="381000"/>
            <a:chOff x="1968" y="1344"/>
            <a:chExt cx="528" cy="240"/>
          </a:xfrm>
          <a:solidFill>
            <a:srgbClr val="D7D7FF"/>
          </a:solidFill>
        </p:grpSpPr>
        <p:sp>
          <p:nvSpPr>
            <p:cNvPr id="152707" name="Rectangle 106">
              <a:extLst>
                <a:ext uri="{FF2B5EF4-FFF2-40B4-BE49-F238E27FC236}">
                  <a16:creationId xmlns:a16="http://schemas.microsoft.com/office/drawing/2014/main" id="{B2E1EEDD-B638-405E-8603-B4D2F5F38DEF}"/>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708" name="Rectangle 107">
              <a:extLst>
                <a:ext uri="{FF2B5EF4-FFF2-40B4-BE49-F238E27FC236}">
                  <a16:creationId xmlns:a16="http://schemas.microsoft.com/office/drawing/2014/main" id="{CCF8C8EF-F255-4D49-BE73-F9691CB96670}"/>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24" name="Group 108">
            <a:extLst>
              <a:ext uri="{FF2B5EF4-FFF2-40B4-BE49-F238E27FC236}">
                <a16:creationId xmlns:a16="http://schemas.microsoft.com/office/drawing/2014/main" id="{7D1C1618-FE85-4F82-9AB8-3B044E369BD0}"/>
              </a:ext>
            </a:extLst>
          </p:cNvPr>
          <p:cNvGrpSpPr>
            <a:grpSpLocks/>
          </p:cNvGrpSpPr>
          <p:nvPr/>
        </p:nvGrpSpPr>
        <p:grpSpPr bwMode="auto">
          <a:xfrm>
            <a:off x="3470276" y="1524339"/>
            <a:ext cx="838200" cy="381000"/>
            <a:chOff x="1968" y="1344"/>
            <a:chExt cx="528" cy="240"/>
          </a:xfrm>
          <a:solidFill>
            <a:srgbClr val="D7D7FF"/>
          </a:solidFill>
        </p:grpSpPr>
        <p:sp>
          <p:nvSpPr>
            <p:cNvPr id="152705" name="Rectangle 109">
              <a:extLst>
                <a:ext uri="{FF2B5EF4-FFF2-40B4-BE49-F238E27FC236}">
                  <a16:creationId xmlns:a16="http://schemas.microsoft.com/office/drawing/2014/main" id="{BA096B01-F8CF-471C-B150-26A21F427E36}"/>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706" name="Rectangle 110">
              <a:extLst>
                <a:ext uri="{FF2B5EF4-FFF2-40B4-BE49-F238E27FC236}">
                  <a16:creationId xmlns:a16="http://schemas.microsoft.com/office/drawing/2014/main" id="{375FD3DE-E6BC-49B7-9E02-59ABD2B3276F}"/>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25" name="Group 111">
            <a:extLst>
              <a:ext uri="{FF2B5EF4-FFF2-40B4-BE49-F238E27FC236}">
                <a16:creationId xmlns:a16="http://schemas.microsoft.com/office/drawing/2014/main" id="{72E15253-3112-4738-B205-19114778D8B8}"/>
              </a:ext>
            </a:extLst>
          </p:cNvPr>
          <p:cNvGrpSpPr>
            <a:grpSpLocks/>
          </p:cNvGrpSpPr>
          <p:nvPr/>
        </p:nvGrpSpPr>
        <p:grpSpPr bwMode="auto">
          <a:xfrm>
            <a:off x="4689476" y="1524339"/>
            <a:ext cx="838200" cy="381000"/>
            <a:chOff x="1968" y="1344"/>
            <a:chExt cx="528" cy="240"/>
          </a:xfrm>
          <a:solidFill>
            <a:srgbClr val="D7D7FF"/>
          </a:solidFill>
        </p:grpSpPr>
        <p:sp>
          <p:nvSpPr>
            <p:cNvPr id="152703" name="Rectangle 112">
              <a:extLst>
                <a:ext uri="{FF2B5EF4-FFF2-40B4-BE49-F238E27FC236}">
                  <a16:creationId xmlns:a16="http://schemas.microsoft.com/office/drawing/2014/main" id="{D3B22BF0-5761-4DF1-87C0-F747DAEDEE1E}"/>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704" name="Rectangle 113">
              <a:extLst>
                <a:ext uri="{FF2B5EF4-FFF2-40B4-BE49-F238E27FC236}">
                  <a16:creationId xmlns:a16="http://schemas.microsoft.com/office/drawing/2014/main" id="{9B1265BC-533D-4568-9A8F-29D2E5134BD1}"/>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26" name="Group 114">
            <a:extLst>
              <a:ext uri="{FF2B5EF4-FFF2-40B4-BE49-F238E27FC236}">
                <a16:creationId xmlns:a16="http://schemas.microsoft.com/office/drawing/2014/main" id="{84FFA038-6795-9A48-9FA6-33A22A580253}"/>
              </a:ext>
            </a:extLst>
          </p:cNvPr>
          <p:cNvGrpSpPr>
            <a:grpSpLocks/>
          </p:cNvGrpSpPr>
          <p:nvPr/>
        </p:nvGrpSpPr>
        <p:grpSpPr bwMode="auto">
          <a:xfrm>
            <a:off x="1108075" y="1524000"/>
            <a:ext cx="838200" cy="381000"/>
            <a:chOff x="1968" y="1344"/>
            <a:chExt cx="528" cy="240"/>
          </a:xfrm>
        </p:grpSpPr>
        <p:sp>
          <p:nvSpPr>
            <p:cNvPr id="152701" name="Rectangle 115">
              <a:extLst>
                <a:ext uri="{FF2B5EF4-FFF2-40B4-BE49-F238E27FC236}">
                  <a16:creationId xmlns:a16="http://schemas.microsoft.com/office/drawing/2014/main" id="{65E7DBD9-F23E-4471-AE4F-17A4A45F4267}"/>
                </a:ext>
              </a:extLst>
            </p:cNvPr>
            <p:cNvSpPr>
              <a:spLocks noChangeArrowheads="1"/>
            </p:cNvSpPr>
            <p:nvPr/>
          </p:nvSpPr>
          <p:spPr bwMode="auto">
            <a:xfrm>
              <a:off x="1968" y="1344"/>
              <a:ext cx="38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702" name="Rectangle 116">
              <a:extLst>
                <a:ext uri="{FF2B5EF4-FFF2-40B4-BE49-F238E27FC236}">
                  <a16:creationId xmlns:a16="http://schemas.microsoft.com/office/drawing/2014/main" id="{A35F6C72-ECE0-4B3F-8BAA-8869FAC20463}"/>
                </a:ext>
              </a:extLst>
            </p:cNvPr>
            <p:cNvSpPr>
              <a:spLocks noChangeArrowheads="1"/>
            </p:cNvSpPr>
            <p:nvPr/>
          </p:nvSpPr>
          <p:spPr bwMode="auto">
            <a:xfrm>
              <a:off x="2352" y="1344"/>
              <a:ext cx="14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2583" name="Line 117">
            <a:extLst>
              <a:ext uri="{FF2B5EF4-FFF2-40B4-BE49-F238E27FC236}">
                <a16:creationId xmlns:a16="http://schemas.microsoft.com/office/drawing/2014/main" id="{B6D62B0B-F52F-4A73-A93A-C22DF63B1825}"/>
              </a:ext>
            </a:extLst>
          </p:cNvPr>
          <p:cNvSpPr>
            <a:spLocks noChangeShapeType="1"/>
          </p:cNvSpPr>
          <p:nvPr/>
        </p:nvSpPr>
        <p:spPr bwMode="auto">
          <a:xfrm>
            <a:off x="727075" y="1752600"/>
            <a:ext cx="3810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584" name="Line 139">
            <a:extLst>
              <a:ext uri="{FF2B5EF4-FFF2-40B4-BE49-F238E27FC236}">
                <a16:creationId xmlns:a16="http://schemas.microsoft.com/office/drawing/2014/main" id="{0DB77F89-2B0A-4A68-9438-1223479E798A}"/>
              </a:ext>
            </a:extLst>
          </p:cNvPr>
          <p:cNvSpPr>
            <a:spLocks noChangeShapeType="1"/>
          </p:cNvSpPr>
          <p:nvPr/>
        </p:nvSpPr>
        <p:spPr bwMode="auto">
          <a:xfrm>
            <a:off x="1793875" y="175260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585" name="Line 140">
            <a:extLst>
              <a:ext uri="{FF2B5EF4-FFF2-40B4-BE49-F238E27FC236}">
                <a16:creationId xmlns:a16="http://schemas.microsoft.com/office/drawing/2014/main" id="{4B50D17B-9E38-4A6E-BA5B-3EF078F33FA8}"/>
              </a:ext>
            </a:extLst>
          </p:cNvPr>
          <p:cNvSpPr>
            <a:spLocks noChangeShapeType="1"/>
          </p:cNvSpPr>
          <p:nvPr/>
        </p:nvSpPr>
        <p:spPr bwMode="auto">
          <a:xfrm>
            <a:off x="3013075" y="175260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586" name="Line 141">
            <a:extLst>
              <a:ext uri="{FF2B5EF4-FFF2-40B4-BE49-F238E27FC236}">
                <a16:creationId xmlns:a16="http://schemas.microsoft.com/office/drawing/2014/main" id="{32B9CE5B-FE15-4B01-8F8C-4EADD13746E0}"/>
              </a:ext>
            </a:extLst>
          </p:cNvPr>
          <p:cNvSpPr>
            <a:spLocks noChangeShapeType="1"/>
          </p:cNvSpPr>
          <p:nvPr/>
        </p:nvSpPr>
        <p:spPr bwMode="auto">
          <a:xfrm>
            <a:off x="4232275" y="175260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587" name="Text Box 153">
            <a:extLst>
              <a:ext uri="{FF2B5EF4-FFF2-40B4-BE49-F238E27FC236}">
                <a16:creationId xmlns:a16="http://schemas.microsoft.com/office/drawing/2014/main" id="{88AA8F37-D54A-46F5-B90E-876D7C687BED}"/>
              </a:ext>
            </a:extLst>
          </p:cNvPr>
          <p:cNvSpPr txBox="1">
            <a:spLocks noChangeArrowheads="1"/>
          </p:cNvSpPr>
          <p:nvPr/>
        </p:nvSpPr>
        <p:spPr bwMode="auto">
          <a:xfrm>
            <a:off x="2366963" y="145732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52588" name="Text Box 157">
            <a:extLst>
              <a:ext uri="{FF2B5EF4-FFF2-40B4-BE49-F238E27FC236}">
                <a16:creationId xmlns:a16="http://schemas.microsoft.com/office/drawing/2014/main" id="{1B0EA5D9-48D2-4E64-8AA8-92C88139CFD7}"/>
              </a:ext>
            </a:extLst>
          </p:cNvPr>
          <p:cNvSpPr txBox="1">
            <a:spLocks noChangeArrowheads="1"/>
          </p:cNvSpPr>
          <p:nvPr/>
        </p:nvSpPr>
        <p:spPr bwMode="auto">
          <a:xfrm>
            <a:off x="3549650" y="1457325"/>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52589" name="Text Box 158">
            <a:extLst>
              <a:ext uri="{FF2B5EF4-FFF2-40B4-BE49-F238E27FC236}">
                <a16:creationId xmlns:a16="http://schemas.microsoft.com/office/drawing/2014/main" id="{61A9E794-29F9-440D-A4EF-8549850F1922}"/>
              </a:ext>
            </a:extLst>
          </p:cNvPr>
          <p:cNvSpPr txBox="1">
            <a:spLocks noChangeArrowheads="1"/>
          </p:cNvSpPr>
          <p:nvPr/>
        </p:nvSpPr>
        <p:spPr bwMode="auto">
          <a:xfrm>
            <a:off x="4805363" y="145732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grpSp>
        <p:nvGrpSpPr>
          <p:cNvPr id="158734" name="Group 118">
            <a:extLst>
              <a:ext uri="{FF2B5EF4-FFF2-40B4-BE49-F238E27FC236}">
                <a16:creationId xmlns:a16="http://schemas.microsoft.com/office/drawing/2014/main" id="{2A70D906-782D-42A0-924A-B3253140622A}"/>
              </a:ext>
            </a:extLst>
          </p:cNvPr>
          <p:cNvGrpSpPr>
            <a:grpSpLocks/>
          </p:cNvGrpSpPr>
          <p:nvPr/>
        </p:nvGrpSpPr>
        <p:grpSpPr bwMode="auto">
          <a:xfrm>
            <a:off x="2286001" y="2287927"/>
            <a:ext cx="838200" cy="381000"/>
            <a:chOff x="1968" y="1344"/>
            <a:chExt cx="528" cy="240"/>
          </a:xfrm>
          <a:solidFill>
            <a:srgbClr val="D7D7FF"/>
          </a:solidFill>
        </p:grpSpPr>
        <p:sp>
          <p:nvSpPr>
            <p:cNvPr id="152699" name="Rectangle 119">
              <a:extLst>
                <a:ext uri="{FF2B5EF4-FFF2-40B4-BE49-F238E27FC236}">
                  <a16:creationId xmlns:a16="http://schemas.microsoft.com/office/drawing/2014/main" id="{16E06939-09E8-444C-88E3-768261D2E979}"/>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700" name="Rectangle 120">
              <a:extLst>
                <a:ext uri="{FF2B5EF4-FFF2-40B4-BE49-F238E27FC236}">
                  <a16:creationId xmlns:a16="http://schemas.microsoft.com/office/drawing/2014/main" id="{2878FBD5-CAEE-4F50-A0A7-0D5FB2DD12BC}"/>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35" name="Group 121">
            <a:extLst>
              <a:ext uri="{FF2B5EF4-FFF2-40B4-BE49-F238E27FC236}">
                <a16:creationId xmlns:a16="http://schemas.microsoft.com/office/drawing/2014/main" id="{D978CB10-6C4A-4C81-A409-1A3F6059C6A4}"/>
              </a:ext>
            </a:extLst>
          </p:cNvPr>
          <p:cNvGrpSpPr>
            <a:grpSpLocks/>
          </p:cNvGrpSpPr>
          <p:nvPr/>
        </p:nvGrpSpPr>
        <p:grpSpPr bwMode="auto">
          <a:xfrm>
            <a:off x="3429001" y="2287927"/>
            <a:ext cx="838200" cy="381000"/>
            <a:chOff x="1968" y="1344"/>
            <a:chExt cx="528" cy="240"/>
          </a:xfrm>
          <a:solidFill>
            <a:srgbClr val="D7D7FF"/>
          </a:solidFill>
        </p:grpSpPr>
        <p:sp>
          <p:nvSpPr>
            <p:cNvPr id="152697" name="Rectangle 122">
              <a:extLst>
                <a:ext uri="{FF2B5EF4-FFF2-40B4-BE49-F238E27FC236}">
                  <a16:creationId xmlns:a16="http://schemas.microsoft.com/office/drawing/2014/main" id="{ABCFF311-A64B-4902-A884-93C13C9DB52E}"/>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98" name="Rectangle 123">
              <a:extLst>
                <a:ext uri="{FF2B5EF4-FFF2-40B4-BE49-F238E27FC236}">
                  <a16:creationId xmlns:a16="http://schemas.microsoft.com/office/drawing/2014/main" id="{0B8F9F84-11AF-44AE-8731-49DC54C86549}"/>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36" name="Group 124">
            <a:extLst>
              <a:ext uri="{FF2B5EF4-FFF2-40B4-BE49-F238E27FC236}">
                <a16:creationId xmlns:a16="http://schemas.microsoft.com/office/drawing/2014/main" id="{F6E32022-07D9-44C4-A16C-82B6DCDFF203}"/>
              </a:ext>
            </a:extLst>
          </p:cNvPr>
          <p:cNvGrpSpPr>
            <a:grpSpLocks/>
          </p:cNvGrpSpPr>
          <p:nvPr/>
        </p:nvGrpSpPr>
        <p:grpSpPr bwMode="auto">
          <a:xfrm>
            <a:off x="4648201" y="2287927"/>
            <a:ext cx="838200" cy="381000"/>
            <a:chOff x="1968" y="1344"/>
            <a:chExt cx="528" cy="240"/>
          </a:xfrm>
          <a:solidFill>
            <a:srgbClr val="D7D7FF"/>
          </a:solidFill>
        </p:grpSpPr>
        <p:sp>
          <p:nvSpPr>
            <p:cNvPr id="152695" name="Rectangle 125">
              <a:extLst>
                <a:ext uri="{FF2B5EF4-FFF2-40B4-BE49-F238E27FC236}">
                  <a16:creationId xmlns:a16="http://schemas.microsoft.com/office/drawing/2014/main" id="{CB6F44D3-8E10-43CB-B5A5-DC49A86DF534}"/>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96" name="Rectangle 126">
              <a:extLst>
                <a:ext uri="{FF2B5EF4-FFF2-40B4-BE49-F238E27FC236}">
                  <a16:creationId xmlns:a16="http://schemas.microsoft.com/office/drawing/2014/main" id="{A248CEAC-6D43-4F2F-8D44-E0D347CA8FD8}"/>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37" name="Group 127">
            <a:extLst>
              <a:ext uri="{FF2B5EF4-FFF2-40B4-BE49-F238E27FC236}">
                <a16:creationId xmlns:a16="http://schemas.microsoft.com/office/drawing/2014/main" id="{43AAC60C-EF78-4CDB-9DC2-93BA14B3BE6F}"/>
              </a:ext>
            </a:extLst>
          </p:cNvPr>
          <p:cNvGrpSpPr>
            <a:grpSpLocks/>
          </p:cNvGrpSpPr>
          <p:nvPr/>
        </p:nvGrpSpPr>
        <p:grpSpPr bwMode="auto">
          <a:xfrm>
            <a:off x="5867401" y="2287927"/>
            <a:ext cx="838200" cy="381000"/>
            <a:chOff x="1968" y="1344"/>
            <a:chExt cx="528" cy="240"/>
          </a:xfrm>
          <a:solidFill>
            <a:srgbClr val="D7D7FF"/>
          </a:solidFill>
        </p:grpSpPr>
        <p:sp>
          <p:nvSpPr>
            <p:cNvPr id="152693" name="Rectangle 128">
              <a:extLst>
                <a:ext uri="{FF2B5EF4-FFF2-40B4-BE49-F238E27FC236}">
                  <a16:creationId xmlns:a16="http://schemas.microsoft.com/office/drawing/2014/main" id="{81DB435B-0523-440C-831D-9575EE691101}"/>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94" name="Rectangle 129">
              <a:extLst>
                <a:ext uri="{FF2B5EF4-FFF2-40B4-BE49-F238E27FC236}">
                  <a16:creationId xmlns:a16="http://schemas.microsoft.com/office/drawing/2014/main" id="{393A6D5E-42E0-46C4-BC50-D1B6F4C923FF}"/>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38" name="Group 130">
            <a:extLst>
              <a:ext uri="{FF2B5EF4-FFF2-40B4-BE49-F238E27FC236}">
                <a16:creationId xmlns:a16="http://schemas.microsoft.com/office/drawing/2014/main" id="{D869B080-A2A2-4ED8-B812-1CB35F368C6B}"/>
              </a:ext>
            </a:extLst>
          </p:cNvPr>
          <p:cNvGrpSpPr>
            <a:grpSpLocks/>
          </p:cNvGrpSpPr>
          <p:nvPr/>
        </p:nvGrpSpPr>
        <p:grpSpPr bwMode="auto">
          <a:xfrm>
            <a:off x="7010401" y="2287927"/>
            <a:ext cx="838200" cy="381000"/>
            <a:chOff x="1968" y="1344"/>
            <a:chExt cx="528" cy="240"/>
          </a:xfrm>
          <a:solidFill>
            <a:srgbClr val="D7D7FF"/>
          </a:solidFill>
        </p:grpSpPr>
        <p:sp>
          <p:nvSpPr>
            <p:cNvPr id="152691" name="Rectangle 131">
              <a:extLst>
                <a:ext uri="{FF2B5EF4-FFF2-40B4-BE49-F238E27FC236}">
                  <a16:creationId xmlns:a16="http://schemas.microsoft.com/office/drawing/2014/main" id="{C0E29414-F05E-4B4E-A0F3-850105E353D1}"/>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92" name="Rectangle 132">
              <a:extLst>
                <a:ext uri="{FF2B5EF4-FFF2-40B4-BE49-F238E27FC236}">
                  <a16:creationId xmlns:a16="http://schemas.microsoft.com/office/drawing/2014/main" id="{2A0D8BBA-A4F3-4266-AE9A-07677B19DE63}"/>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39" name="Group 133">
            <a:extLst>
              <a:ext uri="{FF2B5EF4-FFF2-40B4-BE49-F238E27FC236}">
                <a16:creationId xmlns:a16="http://schemas.microsoft.com/office/drawing/2014/main" id="{C1946412-7462-4E48-9DF1-44CDB61635C8}"/>
              </a:ext>
            </a:extLst>
          </p:cNvPr>
          <p:cNvGrpSpPr>
            <a:grpSpLocks/>
          </p:cNvGrpSpPr>
          <p:nvPr/>
        </p:nvGrpSpPr>
        <p:grpSpPr bwMode="auto">
          <a:xfrm>
            <a:off x="8153401" y="2287927"/>
            <a:ext cx="838200" cy="381000"/>
            <a:chOff x="1968" y="1344"/>
            <a:chExt cx="528" cy="240"/>
          </a:xfrm>
          <a:solidFill>
            <a:srgbClr val="D7D7FF"/>
          </a:solidFill>
        </p:grpSpPr>
        <p:sp>
          <p:nvSpPr>
            <p:cNvPr id="152689" name="Rectangle 134">
              <a:extLst>
                <a:ext uri="{FF2B5EF4-FFF2-40B4-BE49-F238E27FC236}">
                  <a16:creationId xmlns:a16="http://schemas.microsoft.com/office/drawing/2014/main" id="{F221D0F5-4877-4B43-8FE5-7910176C6C0D}"/>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90" name="Rectangle 135">
              <a:extLst>
                <a:ext uri="{FF2B5EF4-FFF2-40B4-BE49-F238E27FC236}">
                  <a16:creationId xmlns:a16="http://schemas.microsoft.com/office/drawing/2014/main" id="{9F3EE590-731A-4684-9C67-C0A36310A582}"/>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2596" name="Line 136">
            <a:extLst>
              <a:ext uri="{FF2B5EF4-FFF2-40B4-BE49-F238E27FC236}">
                <a16:creationId xmlns:a16="http://schemas.microsoft.com/office/drawing/2014/main" id="{8DF6B98D-2867-4E3D-A01D-AA6360C3E3AB}"/>
              </a:ext>
            </a:extLst>
          </p:cNvPr>
          <p:cNvSpPr>
            <a:spLocks noChangeShapeType="1"/>
          </p:cNvSpPr>
          <p:nvPr/>
        </p:nvSpPr>
        <p:spPr bwMode="auto">
          <a:xfrm>
            <a:off x="2971800" y="243998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597" name="Line 137">
            <a:extLst>
              <a:ext uri="{FF2B5EF4-FFF2-40B4-BE49-F238E27FC236}">
                <a16:creationId xmlns:a16="http://schemas.microsoft.com/office/drawing/2014/main" id="{4B4ADE2A-FCF6-460F-97E3-636328FFD3F3}"/>
              </a:ext>
            </a:extLst>
          </p:cNvPr>
          <p:cNvSpPr>
            <a:spLocks noChangeShapeType="1"/>
          </p:cNvSpPr>
          <p:nvPr/>
        </p:nvSpPr>
        <p:spPr bwMode="auto">
          <a:xfrm>
            <a:off x="5410200" y="243998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598" name="Line 138">
            <a:extLst>
              <a:ext uri="{FF2B5EF4-FFF2-40B4-BE49-F238E27FC236}">
                <a16:creationId xmlns:a16="http://schemas.microsoft.com/office/drawing/2014/main" id="{E8E4808C-9263-4A15-B9CD-DF478A2DFF2C}"/>
              </a:ext>
            </a:extLst>
          </p:cNvPr>
          <p:cNvSpPr>
            <a:spLocks noChangeShapeType="1"/>
          </p:cNvSpPr>
          <p:nvPr/>
        </p:nvSpPr>
        <p:spPr bwMode="auto">
          <a:xfrm>
            <a:off x="6553200" y="243998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599" name="Line 142">
            <a:extLst>
              <a:ext uri="{FF2B5EF4-FFF2-40B4-BE49-F238E27FC236}">
                <a16:creationId xmlns:a16="http://schemas.microsoft.com/office/drawing/2014/main" id="{6CC830B3-BA14-4143-AD8C-F1233CB6C6F3}"/>
              </a:ext>
            </a:extLst>
          </p:cNvPr>
          <p:cNvSpPr>
            <a:spLocks noChangeShapeType="1"/>
          </p:cNvSpPr>
          <p:nvPr/>
        </p:nvSpPr>
        <p:spPr bwMode="auto">
          <a:xfrm>
            <a:off x="4191000" y="243998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00" name="Line 143">
            <a:extLst>
              <a:ext uri="{FF2B5EF4-FFF2-40B4-BE49-F238E27FC236}">
                <a16:creationId xmlns:a16="http://schemas.microsoft.com/office/drawing/2014/main" id="{8DF3A76E-FA01-401F-9F39-5EB406D63A2C}"/>
              </a:ext>
            </a:extLst>
          </p:cNvPr>
          <p:cNvSpPr>
            <a:spLocks noChangeShapeType="1"/>
          </p:cNvSpPr>
          <p:nvPr/>
        </p:nvSpPr>
        <p:spPr bwMode="auto">
          <a:xfrm>
            <a:off x="7696200" y="243998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01" name="Text Box 154">
            <a:extLst>
              <a:ext uri="{FF2B5EF4-FFF2-40B4-BE49-F238E27FC236}">
                <a16:creationId xmlns:a16="http://schemas.microsoft.com/office/drawing/2014/main" id="{F3DC097D-DC3E-4DEE-ADB7-724166EFE58D}"/>
              </a:ext>
            </a:extLst>
          </p:cNvPr>
          <p:cNvSpPr txBox="1">
            <a:spLocks noChangeArrowheads="1"/>
          </p:cNvSpPr>
          <p:nvPr/>
        </p:nvSpPr>
        <p:spPr bwMode="auto">
          <a:xfrm>
            <a:off x="2427288" y="2211388"/>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sp>
        <p:nvSpPr>
          <p:cNvPr id="152602" name="Text Box 155">
            <a:extLst>
              <a:ext uri="{FF2B5EF4-FFF2-40B4-BE49-F238E27FC236}">
                <a16:creationId xmlns:a16="http://schemas.microsoft.com/office/drawing/2014/main" id="{5CEBD618-1950-4A9D-BB30-3CABE1E2079D}"/>
              </a:ext>
            </a:extLst>
          </p:cNvPr>
          <p:cNvSpPr txBox="1">
            <a:spLocks noChangeArrowheads="1"/>
          </p:cNvSpPr>
          <p:nvPr/>
        </p:nvSpPr>
        <p:spPr bwMode="auto">
          <a:xfrm>
            <a:off x="3544888" y="2211388"/>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52603" name="Text Box 156">
            <a:extLst>
              <a:ext uri="{FF2B5EF4-FFF2-40B4-BE49-F238E27FC236}">
                <a16:creationId xmlns:a16="http://schemas.microsoft.com/office/drawing/2014/main" id="{13DFF652-1876-4025-B532-708321E6537E}"/>
              </a:ext>
            </a:extLst>
          </p:cNvPr>
          <p:cNvSpPr txBox="1">
            <a:spLocks noChangeArrowheads="1"/>
          </p:cNvSpPr>
          <p:nvPr/>
        </p:nvSpPr>
        <p:spPr bwMode="auto">
          <a:xfrm>
            <a:off x="4724400" y="2252663"/>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52604" name="Text Box 159">
            <a:extLst>
              <a:ext uri="{FF2B5EF4-FFF2-40B4-BE49-F238E27FC236}">
                <a16:creationId xmlns:a16="http://schemas.microsoft.com/office/drawing/2014/main" id="{914E901F-12B0-44D5-909E-64751A7DA0B4}"/>
              </a:ext>
            </a:extLst>
          </p:cNvPr>
          <p:cNvSpPr txBox="1">
            <a:spLocks noChangeArrowheads="1"/>
          </p:cNvSpPr>
          <p:nvPr/>
        </p:nvSpPr>
        <p:spPr bwMode="auto">
          <a:xfrm>
            <a:off x="5983288" y="2252663"/>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52605" name="Text Box 160">
            <a:extLst>
              <a:ext uri="{FF2B5EF4-FFF2-40B4-BE49-F238E27FC236}">
                <a16:creationId xmlns:a16="http://schemas.microsoft.com/office/drawing/2014/main" id="{F9CD0179-3C10-4512-8F71-0FAD43F3BA16}"/>
              </a:ext>
            </a:extLst>
          </p:cNvPr>
          <p:cNvSpPr txBox="1">
            <a:spLocks noChangeArrowheads="1"/>
          </p:cNvSpPr>
          <p:nvPr/>
        </p:nvSpPr>
        <p:spPr bwMode="auto">
          <a:xfrm>
            <a:off x="7004050" y="2252663"/>
            <a:ext cx="4921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52606" name="Text Box 161">
            <a:extLst>
              <a:ext uri="{FF2B5EF4-FFF2-40B4-BE49-F238E27FC236}">
                <a16:creationId xmlns:a16="http://schemas.microsoft.com/office/drawing/2014/main" id="{E54EBE3D-FBD5-4B73-B4CD-FACBB85EEF27}"/>
              </a:ext>
            </a:extLst>
          </p:cNvPr>
          <p:cNvSpPr txBox="1">
            <a:spLocks noChangeArrowheads="1"/>
          </p:cNvSpPr>
          <p:nvPr/>
        </p:nvSpPr>
        <p:spPr bwMode="auto">
          <a:xfrm>
            <a:off x="8156575" y="2252663"/>
            <a:ext cx="4746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58751" name="Group 168">
            <a:extLst>
              <a:ext uri="{FF2B5EF4-FFF2-40B4-BE49-F238E27FC236}">
                <a16:creationId xmlns:a16="http://schemas.microsoft.com/office/drawing/2014/main" id="{B0D9CDF7-9405-3F4A-AA4C-E5E05A72EFAA}"/>
              </a:ext>
            </a:extLst>
          </p:cNvPr>
          <p:cNvGrpSpPr>
            <a:grpSpLocks/>
          </p:cNvGrpSpPr>
          <p:nvPr/>
        </p:nvGrpSpPr>
        <p:grpSpPr bwMode="auto">
          <a:xfrm>
            <a:off x="1071563" y="2278063"/>
            <a:ext cx="838200" cy="381000"/>
            <a:chOff x="1968" y="1344"/>
            <a:chExt cx="528" cy="240"/>
          </a:xfrm>
        </p:grpSpPr>
        <p:sp>
          <p:nvSpPr>
            <p:cNvPr id="152687" name="Rectangle 169">
              <a:extLst>
                <a:ext uri="{FF2B5EF4-FFF2-40B4-BE49-F238E27FC236}">
                  <a16:creationId xmlns:a16="http://schemas.microsoft.com/office/drawing/2014/main" id="{B103085B-5A5B-4F8E-9121-2E6A811EA4A0}"/>
                </a:ext>
              </a:extLst>
            </p:cNvPr>
            <p:cNvSpPr>
              <a:spLocks noChangeArrowheads="1"/>
            </p:cNvSpPr>
            <p:nvPr/>
          </p:nvSpPr>
          <p:spPr bwMode="auto">
            <a:xfrm>
              <a:off x="1968" y="1344"/>
              <a:ext cx="38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88" name="Rectangle 170">
              <a:extLst>
                <a:ext uri="{FF2B5EF4-FFF2-40B4-BE49-F238E27FC236}">
                  <a16:creationId xmlns:a16="http://schemas.microsoft.com/office/drawing/2014/main" id="{48DFE4CC-ADA3-49FC-9BDF-EFBFA53A9994}"/>
                </a:ext>
              </a:extLst>
            </p:cNvPr>
            <p:cNvSpPr>
              <a:spLocks noChangeArrowheads="1"/>
            </p:cNvSpPr>
            <p:nvPr/>
          </p:nvSpPr>
          <p:spPr bwMode="auto">
            <a:xfrm>
              <a:off x="2352" y="1344"/>
              <a:ext cx="14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2608" name="Line 171">
            <a:extLst>
              <a:ext uri="{FF2B5EF4-FFF2-40B4-BE49-F238E27FC236}">
                <a16:creationId xmlns:a16="http://schemas.microsoft.com/office/drawing/2014/main" id="{41973A50-1A0E-4697-8A4C-37C1304086F8}"/>
              </a:ext>
            </a:extLst>
          </p:cNvPr>
          <p:cNvSpPr>
            <a:spLocks noChangeShapeType="1"/>
          </p:cNvSpPr>
          <p:nvPr/>
        </p:nvSpPr>
        <p:spPr bwMode="auto">
          <a:xfrm>
            <a:off x="1833563" y="250666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58753" name="Group 179">
            <a:extLst>
              <a:ext uri="{FF2B5EF4-FFF2-40B4-BE49-F238E27FC236}">
                <a16:creationId xmlns:a16="http://schemas.microsoft.com/office/drawing/2014/main" id="{5825E745-407D-984A-8C86-B64F5CADDCDE}"/>
              </a:ext>
            </a:extLst>
          </p:cNvPr>
          <p:cNvGrpSpPr>
            <a:grpSpLocks/>
          </p:cNvGrpSpPr>
          <p:nvPr/>
        </p:nvGrpSpPr>
        <p:grpSpPr bwMode="auto">
          <a:xfrm>
            <a:off x="120650" y="2109788"/>
            <a:ext cx="950913" cy="584200"/>
            <a:chOff x="715" y="1959"/>
            <a:chExt cx="599" cy="368"/>
          </a:xfrm>
        </p:grpSpPr>
        <p:sp>
          <p:nvSpPr>
            <p:cNvPr id="152685" name="Line 180">
              <a:extLst>
                <a:ext uri="{FF2B5EF4-FFF2-40B4-BE49-F238E27FC236}">
                  <a16:creationId xmlns:a16="http://schemas.microsoft.com/office/drawing/2014/main" id="{164A54AF-A545-4B50-9A88-E2AE37375EEE}"/>
                </a:ext>
              </a:extLst>
            </p:cNvPr>
            <p:cNvSpPr>
              <a:spLocks noChangeShapeType="1"/>
            </p:cNvSpPr>
            <p:nvPr/>
          </p:nvSpPr>
          <p:spPr bwMode="auto">
            <a:xfrm>
              <a:off x="1074" y="2175"/>
              <a:ext cx="24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86" name="Text Box 181">
              <a:extLst>
                <a:ext uri="{FF2B5EF4-FFF2-40B4-BE49-F238E27FC236}">
                  <a16:creationId xmlns:a16="http://schemas.microsoft.com/office/drawing/2014/main" id="{AE5CA07D-8CA1-4D73-A950-14E52EBA98CA}"/>
                </a:ext>
              </a:extLst>
            </p:cNvPr>
            <p:cNvSpPr txBox="1">
              <a:spLocks noChangeArrowheads="1"/>
            </p:cNvSpPr>
            <p:nvPr/>
          </p:nvSpPr>
          <p:spPr bwMode="auto">
            <a:xfrm>
              <a:off x="715" y="1959"/>
              <a:ext cx="403" cy="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err="1">
                  <a:latin typeface="+mn-lt"/>
                  <a:ea typeface="+mn-ea"/>
                  <a:cs typeface="+mn-ea"/>
                  <a:sym typeface="+mn-lt"/>
                </a:rPr>
                <a:t>Lb</a:t>
              </a:r>
              <a:endParaRPr lang="en-US" altLang="zh-CN" sz="3200" dirty="0">
                <a:latin typeface="+mn-lt"/>
                <a:ea typeface="+mn-ea"/>
                <a:cs typeface="+mn-ea"/>
                <a:sym typeface="+mn-lt"/>
              </a:endParaRPr>
            </a:p>
          </p:txBody>
        </p:sp>
      </p:grpSp>
      <p:grpSp>
        <p:nvGrpSpPr>
          <p:cNvPr id="14" name="Group 189">
            <a:extLst>
              <a:ext uri="{FF2B5EF4-FFF2-40B4-BE49-F238E27FC236}">
                <a16:creationId xmlns:a16="http://schemas.microsoft.com/office/drawing/2014/main" id="{8E476258-ECCA-B943-A7D9-C2A2BB0F72F3}"/>
              </a:ext>
            </a:extLst>
          </p:cNvPr>
          <p:cNvGrpSpPr>
            <a:grpSpLocks/>
          </p:cNvGrpSpPr>
          <p:nvPr/>
        </p:nvGrpSpPr>
        <p:grpSpPr bwMode="auto">
          <a:xfrm>
            <a:off x="565150" y="2795588"/>
            <a:ext cx="7920038" cy="2825750"/>
            <a:chOff x="228" y="1311"/>
            <a:chExt cx="4989" cy="1780"/>
          </a:xfrm>
        </p:grpSpPr>
        <p:grpSp>
          <p:nvGrpSpPr>
            <p:cNvPr id="158762" name="Group 5">
              <a:extLst>
                <a:ext uri="{FF2B5EF4-FFF2-40B4-BE49-F238E27FC236}">
                  <a16:creationId xmlns:a16="http://schemas.microsoft.com/office/drawing/2014/main" id="{006D4051-A946-7D4E-93ED-F1C1DAA65F8A}"/>
                </a:ext>
              </a:extLst>
            </p:cNvPr>
            <p:cNvGrpSpPr>
              <a:grpSpLocks/>
            </p:cNvGrpSpPr>
            <p:nvPr/>
          </p:nvGrpSpPr>
          <p:grpSpPr bwMode="auto">
            <a:xfrm>
              <a:off x="1905" y="1814"/>
              <a:ext cx="528" cy="240"/>
              <a:chOff x="1968" y="1344"/>
              <a:chExt cx="528" cy="240"/>
            </a:xfrm>
          </p:grpSpPr>
          <p:sp>
            <p:nvSpPr>
              <p:cNvPr id="152683" name="Rectangle 6">
                <a:extLst>
                  <a:ext uri="{FF2B5EF4-FFF2-40B4-BE49-F238E27FC236}">
                    <a16:creationId xmlns:a16="http://schemas.microsoft.com/office/drawing/2014/main" id="{CB6B07FD-31B9-435C-A539-D6C72D16CECD}"/>
                  </a:ext>
                </a:extLst>
              </p:cNvPr>
              <p:cNvSpPr>
                <a:spLocks noChangeArrowheads="1"/>
              </p:cNvSpPr>
              <p:nvPr/>
            </p:nvSpPr>
            <p:spPr bwMode="auto">
              <a:xfrm>
                <a:off x="1968" y="1344"/>
                <a:ext cx="38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84" name="Rectangle 7">
                <a:extLst>
                  <a:ext uri="{FF2B5EF4-FFF2-40B4-BE49-F238E27FC236}">
                    <a16:creationId xmlns:a16="http://schemas.microsoft.com/office/drawing/2014/main" id="{CC042909-DC41-4DE5-887E-BD1FEFE83F93}"/>
                  </a:ext>
                </a:extLst>
              </p:cNvPr>
              <p:cNvSpPr>
                <a:spLocks noChangeArrowheads="1"/>
              </p:cNvSpPr>
              <p:nvPr/>
            </p:nvSpPr>
            <p:spPr bwMode="auto">
              <a:xfrm>
                <a:off x="2352" y="1344"/>
                <a:ext cx="14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63" name="Group 10">
              <a:extLst>
                <a:ext uri="{FF2B5EF4-FFF2-40B4-BE49-F238E27FC236}">
                  <a16:creationId xmlns:a16="http://schemas.microsoft.com/office/drawing/2014/main" id="{94C8F905-3CAC-6F40-A090-C53899CE9C38}"/>
                </a:ext>
              </a:extLst>
            </p:cNvPr>
            <p:cNvGrpSpPr>
              <a:grpSpLocks/>
            </p:cNvGrpSpPr>
            <p:nvPr/>
          </p:nvGrpSpPr>
          <p:grpSpPr bwMode="auto">
            <a:xfrm>
              <a:off x="2673" y="1814"/>
              <a:ext cx="528" cy="240"/>
              <a:chOff x="1968" y="1344"/>
              <a:chExt cx="528" cy="240"/>
            </a:xfrm>
          </p:grpSpPr>
          <p:sp>
            <p:nvSpPr>
              <p:cNvPr id="152681" name="Rectangle 11">
                <a:extLst>
                  <a:ext uri="{FF2B5EF4-FFF2-40B4-BE49-F238E27FC236}">
                    <a16:creationId xmlns:a16="http://schemas.microsoft.com/office/drawing/2014/main" id="{F01C1224-2AAE-4ED4-980E-66948D64B0B3}"/>
                  </a:ext>
                </a:extLst>
              </p:cNvPr>
              <p:cNvSpPr>
                <a:spLocks noChangeArrowheads="1"/>
              </p:cNvSpPr>
              <p:nvPr/>
            </p:nvSpPr>
            <p:spPr bwMode="auto">
              <a:xfrm>
                <a:off x="1968" y="1344"/>
                <a:ext cx="38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82" name="Rectangle 12">
                <a:extLst>
                  <a:ext uri="{FF2B5EF4-FFF2-40B4-BE49-F238E27FC236}">
                    <a16:creationId xmlns:a16="http://schemas.microsoft.com/office/drawing/2014/main" id="{85C46FAE-E992-44A5-8952-A179ACB273BB}"/>
                  </a:ext>
                </a:extLst>
              </p:cNvPr>
              <p:cNvSpPr>
                <a:spLocks noChangeArrowheads="1"/>
              </p:cNvSpPr>
              <p:nvPr/>
            </p:nvSpPr>
            <p:spPr bwMode="auto">
              <a:xfrm>
                <a:off x="2352" y="1344"/>
                <a:ext cx="14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64" name="Group 13">
              <a:extLst>
                <a:ext uri="{FF2B5EF4-FFF2-40B4-BE49-F238E27FC236}">
                  <a16:creationId xmlns:a16="http://schemas.microsoft.com/office/drawing/2014/main" id="{A5FB9BCF-5BF5-E54F-B164-61E7771E75BF}"/>
                </a:ext>
              </a:extLst>
            </p:cNvPr>
            <p:cNvGrpSpPr>
              <a:grpSpLocks/>
            </p:cNvGrpSpPr>
            <p:nvPr/>
          </p:nvGrpSpPr>
          <p:grpSpPr bwMode="auto">
            <a:xfrm>
              <a:off x="3441" y="1814"/>
              <a:ext cx="528" cy="240"/>
              <a:chOff x="1968" y="1344"/>
              <a:chExt cx="528" cy="240"/>
            </a:xfrm>
          </p:grpSpPr>
          <p:sp>
            <p:nvSpPr>
              <p:cNvPr id="152679" name="Rectangle 14">
                <a:extLst>
                  <a:ext uri="{FF2B5EF4-FFF2-40B4-BE49-F238E27FC236}">
                    <a16:creationId xmlns:a16="http://schemas.microsoft.com/office/drawing/2014/main" id="{BFA1B1BB-3177-4774-BDD4-5911FF4FE5C9}"/>
                  </a:ext>
                </a:extLst>
              </p:cNvPr>
              <p:cNvSpPr>
                <a:spLocks noChangeArrowheads="1"/>
              </p:cNvSpPr>
              <p:nvPr/>
            </p:nvSpPr>
            <p:spPr bwMode="auto">
              <a:xfrm>
                <a:off x="1968" y="1344"/>
                <a:ext cx="38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80" name="Rectangle 15">
                <a:extLst>
                  <a:ext uri="{FF2B5EF4-FFF2-40B4-BE49-F238E27FC236}">
                    <a16:creationId xmlns:a16="http://schemas.microsoft.com/office/drawing/2014/main" id="{59D9FB16-5141-4D1B-9949-78C4CA138476}"/>
                  </a:ext>
                </a:extLst>
              </p:cNvPr>
              <p:cNvSpPr>
                <a:spLocks noChangeArrowheads="1"/>
              </p:cNvSpPr>
              <p:nvPr/>
            </p:nvSpPr>
            <p:spPr bwMode="auto">
              <a:xfrm>
                <a:off x="2352" y="1344"/>
                <a:ext cx="14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65" name="Group 19">
              <a:extLst>
                <a:ext uri="{FF2B5EF4-FFF2-40B4-BE49-F238E27FC236}">
                  <a16:creationId xmlns:a16="http://schemas.microsoft.com/office/drawing/2014/main" id="{59676779-4234-AD4E-954B-4194A3255C9B}"/>
                </a:ext>
              </a:extLst>
            </p:cNvPr>
            <p:cNvGrpSpPr>
              <a:grpSpLocks/>
            </p:cNvGrpSpPr>
            <p:nvPr/>
          </p:nvGrpSpPr>
          <p:grpSpPr bwMode="auto">
            <a:xfrm>
              <a:off x="1185" y="1814"/>
              <a:ext cx="528" cy="240"/>
              <a:chOff x="1968" y="1344"/>
              <a:chExt cx="528" cy="240"/>
            </a:xfrm>
          </p:grpSpPr>
          <p:sp>
            <p:nvSpPr>
              <p:cNvPr id="152677" name="Rectangle 20">
                <a:extLst>
                  <a:ext uri="{FF2B5EF4-FFF2-40B4-BE49-F238E27FC236}">
                    <a16:creationId xmlns:a16="http://schemas.microsoft.com/office/drawing/2014/main" id="{1E0CF02C-31EC-452C-878B-F63A2962AD0C}"/>
                  </a:ext>
                </a:extLst>
              </p:cNvPr>
              <p:cNvSpPr>
                <a:spLocks noChangeArrowheads="1"/>
              </p:cNvSpPr>
              <p:nvPr/>
            </p:nvSpPr>
            <p:spPr bwMode="auto">
              <a:xfrm>
                <a:off x="1968" y="1344"/>
                <a:ext cx="38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78" name="Rectangle 21">
                <a:extLst>
                  <a:ext uri="{FF2B5EF4-FFF2-40B4-BE49-F238E27FC236}">
                    <a16:creationId xmlns:a16="http://schemas.microsoft.com/office/drawing/2014/main" id="{20032C7A-F867-4E68-AC1E-23B9B8210138}"/>
                  </a:ext>
                </a:extLst>
              </p:cNvPr>
              <p:cNvSpPr>
                <a:spLocks noChangeArrowheads="1"/>
              </p:cNvSpPr>
              <p:nvPr/>
            </p:nvSpPr>
            <p:spPr bwMode="auto">
              <a:xfrm>
                <a:off x="2352" y="1344"/>
                <a:ext cx="14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66" name="Group 27">
              <a:extLst>
                <a:ext uri="{FF2B5EF4-FFF2-40B4-BE49-F238E27FC236}">
                  <a16:creationId xmlns:a16="http://schemas.microsoft.com/office/drawing/2014/main" id="{E8CBA9F4-4DB7-3B4A-AA1E-37A964A5C407}"/>
                </a:ext>
              </a:extLst>
            </p:cNvPr>
            <p:cNvGrpSpPr>
              <a:grpSpLocks/>
            </p:cNvGrpSpPr>
            <p:nvPr/>
          </p:nvGrpSpPr>
          <p:grpSpPr bwMode="auto">
            <a:xfrm>
              <a:off x="993" y="2822"/>
              <a:ext cx="528" cy="240"/>
              <a:chOff x="1968" y="1344"/>
              <a:chExt cx="528" cy="240"/>
            </a:xfrm>
          </p:grpSpPr>
          <p:sp>
            <p:nvSpPr>
              <p:cNvPr id="152675" name="Rectangle 28">
                <a:extLst>
                  <a:ext uri="{FF2B5EF4-FFF2-40B4-BE49-F238E27FC236}">
                    <a16:creationId xmlns:a16="http://schemas.microsoft.com/office/drawing/2014/main" id="{D5317BD9-1D12-4D21-803C-D44DBF12FAA7}"/>
                  </a:ext>
                </a:extLst>
              </p:cNvPr>
              <p:cNvSpPr>
                <a:spLocks noChangeArrowheads="1"/>
              </p:cNvSpPr>
              <p:nvPr/>
            </p:nvSpPr>
            <p:spPr bwMode="auto">
              <a:xfrm>
                <a:off x="1968" y="1344"/>
                <a:ext cx="38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76" name="Rectangle 29">
                <a:extLst>
                  <a:ext uri="{FF2B5EF4-FFF2-40B4-BE49-F238E27FC236}">
                    <a16:creationId xmlns:a16="http://schemas.microsoft.com/office/drawing/2014/main" id="{4AEEA92B-FAFD-4F43-B5A5-FE1BC9F0B7E7}"/>
                  </a:ext>
                </a:extLst>
              </p:cNvPr>
              <p:cNvSpPr>
                <a:spLocks noChangeArrowheads="1"/>
              </p:cNvSpPr>
              <p:nvPr/>
            </p:nvSpPr>
            <p:spPr bwMode="auto">
              <a:xfrm>
                <a:off x="2352" y="1344"/>
                <a:ext cx="14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67" name="Group 30">
              <a:extLst>
                <a:ext uri="{FF2B5EF4-FFF2-40B4-BE49-F238E27FC236}">
                  <a16:creationId xmlns:a16="http://schemas.microsoft.com/office/drawing/2014/main" id="{648270BA-F7C9-9442-B64B-5776FD2F9592}"/>
                </a:ext>
              </a:extLst>
            </p:cNvPr>
            <p:cNvGrpSpPr>
              <a:grpSpLocks/>
            </p:cNvGrpSpPr>
            <p:nvPr/>
          </p:nvGrpSpPr>
          <p:grpSpPr bwMode="auto">
            <a:xfrm>
              <a:off x="1713" y="2822"/>
              <a:ext cx="528" cy="240"/>
              <a:chOff x="1968" y="1344"/>
              <a:chExt cx="528" cy="240"/>
            </a:xfrm>
          </p:grpSpPr>
          <p:sp>
            <p:nvSpPr>
              <p:cNvPr id="152673" name="Rectangle 31">
                <a:extLst>
                  <a:ext uri="{FF2B5EF4-FFF2-40B4-BE49-F238E27FC236}">
                    <a16:creationId xmlns:a16="http://schemas.microsoft.com/office/drawing/2014/main" id="{9BB034DE-B9C2-4C39-BEE4-3E568164DD34}"/>
                  </a:ext>
                </a:extLst>
              </p:cNvPr>
              <p:cNvSpPr>
                <a:spLocks noChangeArrowheads="1"/>
              </p:cNvSpPr>
              <p:nvPr/>
            </p:nvSpPr>
            <p:spPr bwMode="auto">
              <a:xfrm>
                <a:off x="1968" y="1344"/>
                <a:ext cx="38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74" name="Rectangle 32">
                <a:extLst>
                  <a:ext uri="{FF2B5EF4-FFF2-40B4-BE49-F238E27FC236}">
                    <a16:creationId xmlns:a16="http://schemas.microsoft.com/office/drawing/2014/main" id="{9E5601F4-DA83-4493-B9C4-2C52749B6643}"/>
                  </a:ext>
                </a:extLst>
              </p:cNvPr>
              <p:cNvSpPr>
                <a:spLocks noChangeArrowheads="1"/>
              </p:cNvSpPr>
              <p:nvPr/>
            </p:nvSpPr>
            <p:spPr bwMode="auto">
              <a:xfrm>
                <a:off x="2352" y="1344"/>
                <a:ext cx="14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68" name="Group 33">
              <a:extLst>
                <a:ext uri="{FF2B5EF4-FFF2-40B4-BE49-F238E27FC236}">
                  <a16:creationId xmlns:a16="http://schemas.microsoft.com/office/drawing/2014/main" id="{763936D0-9B07-A842-8D77-AB12FAF47276}"/>
                </a:ext>
              </a:extLst>
            </p:cNvPr>
            <p:cNvGrpSpPr>
              <a:grpSpLocks/>
            </p:cNvGrpSpPr>
            <p:nvPr/>
          </p:nvGrpSpPr>
          <p:grpSpPr bwMode="auto">
            <a:xfrm>
              <a:off x="2481" y="2822"/>
              <a:ext cx="528" cy="240"/>
              <a:chOff x="1968" y="1344"/>
              <a:chExt cx="528" cy="240"/>
            </a:xfrm>
          </p:grpSpPr>
          <p:sp>
            <p:nvSpPr>
              <p:cNvPr id="152671" name="Rectangle 34">
                <a:extLst>
                  <a:ext uri="{FF2B5EF4-FFF2-40B4-BE49-F238E27FC236}">
                    <a16:creationId xmlns:a16="http://schemas.microsoft.com/office/drawing/2014/main" id="{74609BC5-293C-4BA0-B27D-0E7B31039DE3}"/>
                  </a:ext>
                </a:extLst>
              </p:cNvPr>
              <p:cNvSpPr>
                <a:spLocks noChangeArrowheads="1"/>
              </p:cNvSpPr>
              <p:nvPr/>
            </p:nvSpPr>
            <p:spPr bwMode="auto">
              <a:xfrm>
                <a:off x="1968" y="1344"/>
                <a:ext cx="38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72" name="Rectangle 35">
                <a:extLst>
                  <a:ext uri="{FF2B5EF4-FFF2-40B4-BE49-F238E27FC236}">
                    <a16:creationId xmlns:a16="http://schemas.microsoft.com/office/drawing/2014/main" id="{6D20B645-1E1F-48A3-BF2B-85384F94B6FF}"/>
                  </a:ext>
                </a:extLst>
              </p:cNvPr>
              <p:cNvSpPr>
                <a:spLocks noChangeArrowheads="1"/>
              </p:cNvSpPr>
              <p:nvPr/>
            </p:nvSpPr>
            <p:spPr bwMode="auto">
              <a:xfrm>
                <a:off x="2352" y="1344"/>
                <a:ext cx="14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69" name="Group 36">
              <a:extLst>
                <a:ext uri="{FF2B5EF4-FFF2-40B4-BE49-F238E27FC236}">
                  <a16:creationId xmlns:a16="http://schemas.microsoft.com/office/drawing/2014/main" id="{0E2D3B36-B556-1945-902C-317CE38EFDB3}"/>
                </a:ext>
              </a:extLst>
            </p:cNvPr>
            <p:cNvGrpSpPr>
              <a:grpSpLocks/>
            </p:cNvGrpSpPr>
            <p:nvPr/>
          </p:nvGrpSpPr>
          <p:grpSpPr bwMode="auto">
            <a:xfrm>
              <a:off x="3249" y="2822"/>
              <a:ext cx="528" cy="240"/>
              <a:chOff x="1968" y="1344"/>
              <a:chExt cx="528" cy="240"/>
            </a:xfrm>
          </p:grpSpPr>
          <p:sp>
            <p:nvSpPr>
              <p:cNvPr id="152669" name="Rectangle 37">
                <a:extLst>
                  <a:ext uri="{FF2B5EF4-FFF2-40B4-BE49-F238E27FC236}">
                    <a16:creationId xmlns:a16="http://schemas.microsoft.com/office/drawing/2014/main" id="{A91B841B-110C-46C8-85C0-D93C75450A73}"/>
                  </a:ext>
                </a:extLst>
              </p:cNvPr>
              <p:cNvSpPr>
                <a:spLocks noChangeArrowheads="1"/>
              </p:cNvSpPr>
              <p:nvPr/>
            </p:nvSpPr>
            <p:spPr bwMode="auto">
              <a:xfrm>
                <a:off x="1968" y="1344"/>
                <a:ext cx="38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70" name="Rectangle 38">
                <a:extLst>
                  <a:ext uri="{FF2B5EF4-FFF2-40B4-BE49-F238E27FC236}">
                    <a16:creationId xmlns:a16="http://schemas.microsoft.com/office/drawing/2014/main" id="{9E192BF2-85C7-4C17-BC01-E4E152C128F3}"/>
                  </a:ext>
                </a:extLst>
              </p:cNvPr>
              <p:cNvSpPr>
                <a:spLocks noChangeArrowheads="1"/>
              </p:cNvSpPr>
              <p:nvPr/>
            </p:nvSpPr>
            <p:spPr bwMode="auto">
              <a:xfrm>
                <a:off x="2352" y="1344"/>
                <a:ext cx="14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70" name="Group 39">
              <a:extLst>
                <a:ext uri="{FF2B5EF4-FFF2-40B4-BE49-F238E27FC236}">
                  <a16:creationId xmlns:a16="http://schemas.microsoft.com/office/drawing/2014/main" id="{56272E0B-8614-024C-B80C-9036DAE97BE7}"/>
                </a:ext>
              </a:extLst>
            </p:cNvPr>
            <p:cNvGrpSpPr>
              <a:grpSpLocks/>
            </p:cNvGrpSpPr>
            <p:nvPr/>
          </p:nvGrpSpPr>
          <p:grpSpPr bwMode="auto">
            <a:xfrm>
              <a:off x="3969" y="2822"/>
              <a:ext cx="528" cy="240"/>
              <a:chOff x="1968" y="1344"/>
              <a:chExt cx="528" cy="240"/>
            </a:xfrm>
          </p:grpSpPr>
          <p:sp>
            <p:nvSpPr>
              <p:cNvPr id="152667" name="Rectangle 40">
                <a:extLst>
                  <a:ext uri="{FF2B5EF4-FFF2-40B4-BE49-F238E27FC236}">
                    <a16:creationId xmlns:a16="http://schemas.microsoft.com/office/drawing/2014/main" id="{52ED7711-2FB7-48D9-9FBF-9E90E2E54D40}"/>
                  </a:ext>
                </a:extLst>
              </p:cNvPr>
              <p:cNvSpPr>
                <a:spLocks noChangeArrowheads="1"/>
              </p:cNvSpPr>
              <p:nvPr/>
            </p:nvSpPr>
            <p:spPr bwMode="auto">
              <a:xfrm>
                <a:off x="1968" y="1344"/>
                <a:ext cx="38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68" name="Rectangle 41">
                <a:extLst>
                  <a:ext uri="{FF2B5EF4-FFF2-40B4-BE49-F238E27FC236}">
                    <a16:creationId xmlns:a16="http://schemas.microsoft.com/office/drawing/2014/main" id="{A39BBC90-77A4-41B1-926E-E41A7B95950A}"/>
                  </a:ext>
                </a:extLst>
              </p:cNvPr>
              <p:cNvSpPr>
                <a:spLocks noChangeArrowheads="1"/>
              </p:cNvSpPr>
              <p:nvPr/>
            </p:nvSpPr>
            <p:spPr bwMode="auto">
              <a:xfrm>
                <a:off x="2352" y="1344"/>
                <a:ext cx="14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58771" name="Group 42">
              <a:extLst>
                <a:ext uri="{FF2B5EF4-FFF2-40B4-BE49-F238E27FC236}">
                  <a16:creationId xmlns:a16="http://schemas.microsoft.com/office/drawing/2014/main" id="{ACF6226E-E809-224B-83D4-8F05156458FF}"/>
                </a:ext>
              </a:extLst>
            </p:cNvPr>
            <p:cNvGrpSpPr>
              <a:grpSpLocks/>
            </p:cNvGrpSpPr>
            <p:nvPr/>
          </p:nvGrpSpPr>
          <p:grpSpPr bwMode="auto">
            <a:xfrm>
              <a:off x="4689" y="2822"/>
              <a:ext cx="528" cy="240"/>
              <a:chOff x="1968" y="1344"/>
              <a:chExt cx="528" cy="240"/>
            </a:xfrm>
          </p:grpSpPr>
          <p:sp>
            <p:nvSpPr>
              <p:cNvPr id="152665" name="Rectangle 43">
                <a:extLst>
                  <a:ext uri="{FF2B5EF4-FFF2-40B4-BE49-F238E27FC236}">
                    <a16:creationId xmlns:a16="http://schemas.microsoft.com/office/drawing/2014/main" id="{CFC35AE7-53BF-4122-9A64-86977C02FC5F}"/>
                  </a:ext>
                </a:extLst>
              </p:cNvPr>
              <p:cNvSpPr>
                <a:spLocks noChangeArrowheads="1"/>
              </p:cNvSpPr>
              <p:nvPr/>
            </p:nvSpPr>
            <p:spPr bwMode="auto">
              <a:xfrm>
                <a:off x="1968" y="1344"/>
                <a:ext cx="38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66" name="Rectangle 44">
                <a:extLst>
                  <a:ext uri="{FF2B5EF4-FFF2-40B4-BE49-F238E27FC236}">
                    <a16:creationId xmlns:a16="http://schemas.microsoft.com/office/drawing/2014/main" id="{FD4F529E-B983-4C9B-B191-7CB9E803920A}"/>
                  </a:ext>
                </a:extLst>
              </p:cNvPr>
              <p:cNvSpPr>
                <a:spLocks noChangeArrowheads="1"/>
              </p:cNvSpPr>
              <p:nvPr/>
            </p:nvSpPr>
            <p:spPr bwMode="auto">
              <a:xfrm>
                <a:off x="2352" y="1344"/>
                <a:ext cx="144" cy="240"/>
              </a:xfrm>
              <a:prstGeom prst="rect">
                <a:avLst/>
              </a:prstGeom>
              <a:solidFill>
                <a:srgbClr val="D7D7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2622" name="Line 45">
              <a:extLst>
                <a:ext uri="{FF2B5EF4-FFF2-40B4-BE49-F238E27FC236}">
                  <a16:creationId xmlns:a16="http://schemas.microsoft.com/office/drawing/2014/main" id="{E038B31E-24C6-45EC-B9F0-1386F6A42B73}"/>
                </a:ext>
              </a:extLst>
            </p:cNvPr>
            <p:cNvSpPr>
              <a:spLocks noChangeShapeType="1"/>
            </p:cNvSpPr>
            <p:nvPr/>
          </p:nvSpPr>
          <p:spPr bwMode="auto">
            <a:xfrm>
              <a:off x="1425" y="2918"/>
              <a:ext cx="288"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23" name="Line 47">
              <a:extLst>
                <a:ext uri="{FF2B5EF4-FFF2-40B4-BE49-F238E27FC236}">
                  <a16:creationId xmlns:a16="http://schemas.microsoft.com/office/drawing/2014/main" id="{C6BB312B-2FC9-4C58-A25E-73EBED22EA8A}"/>
                </a:ext>
              </a:extLst>
            </p:cNvPr>
            <p:cNvSpPr>
              <a:spLocks noChangeShapeType="1"/>
            </p:cNvSpPr>
            <p:nvPr/>
          </p:nvSpPr>
          <p:spPr bwMode="auto">
            <a:xfrm>
              <a:off x="2961" y="2918"/>
              <a:ext cx="288"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24" name="Line 48">
              <a:extLst>
                <a:ext uri="{FF2B5EF4-FFF2-40B4-BE49-F238E27FC236}">
                  <a16:creationId xmlns:a16="http://schemas.microsoft.com/office/drawing/2014/main" id="{B8945DE9-11E0-4649-AA7F-E888A9771CB9}"/>
                </a:ext>
              </a:extLst>
            </p:cNvPr>
            <p:cNvSpPr>
              <a:spLocks noChangeShapeType="1"/>
            </p:cNvSpPr>
            <p:nvPr/>
          </p:nvSpPr>
          <p:spPr bwMode="auto">
            <a:xfrm>
              <a:off x="3681" y="2918"/>
              <a:ext cx="288"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25" name="Line 22">
              <a:extLst>
                <a:ext uri="{FF2B5EF4-FFF2-40B4-BE49-F238E27FC236}">
                  <a16:creationId xmlns:a16="http://schemas.microsoft.com/office/drawing/2014/main" id="{98ADA9DA-E332-4C23-84BB-E1910D6C1A95}"/>
                </a:ext>
              </a:extLst>
            </p:cNvPr>
            <p:cNvSpPr>
              <a:spLocks noChangeShapeType="1"/>
            </p:cNvSpPr>
            <p:nvPr/>
          </p:nvSpPr>
          <p:spPr bwMode="auto">
            <a:xfrm>
              <a:off x="1617" y="1958"/>
              <a:ext cx="288"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26" name="Line 23">
              <a:extLst>
                <a:ext uri="{FF2B5EF4-FFF2-40B4-BE49-F238E27FC236}">
                  <a16:creationId xmlns:a16="http://schemas.microsoft.com/office/drawing/2014/main" id="{9366BF6E-B6A0-4466-9775-48EBA626C6EF}"/>
                </a:ext>
              </a:extLst>
            </p:cNvPr>
            <p:cNvSpPr>
              <a:spLocks noChangeShapeType="1"/>
            </p:cNvSpPr>
            <p:nvPr/>
          </p:nvSpPr>
          <p:spPr bwMode="auto">
            <a:xfrm>
              <a:off x="2385" y="1958"/>
              <a:ext cx="288"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27" name="Line 24">
              <a:extLst>
                <a:ext uri="{FF2B5EF4-FFF2-40B4-BE49-F238E27FC236}">
                  <a16:creationId xmlns:a16="http://schemas.microsoft.com/office/drawing/2014/main" id="{D735F30B-66DD-4AE4-85C0-6FAD9D46B3CF}"/>
                </a:ext>
              </a:extLst>
            </p:cNvPr>
            <p:cNvSpPr>
              <a:spLocks noChangeShapeType="1"/>
            </p:cNvSpPr>
            <p:nvPr/>
          </p:nvSpPr>
          <p:spPr bwMode="auto">
            <a:xfrm>
              <a:off x="3153" y="1958"/>
              <a:ext cx="288"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28" name="Line 46">
              <a:extLst>
                <a:ext uri="{FF2B5EF4-FFF2-40B4-BE49-F238E27FC236}">
                  <a16:creationId xmlns:a16="http://schemas.microsoft.com/office/drawing/2014/main" id="{3119E3AB-B11A-497C-BE6A-36CC4ED57744}"/>
                </a:ext>
              </a:extLst>
            </p:cNvPr>
            <p:cNvSpPr>
              <a:spLocks noChangeShapeType="1"/>
            </p:cNvSpPr>
            <p:nvPr/>
          </p:nvSpPr>
          <p:spPr bwMode="auto">
            <a:xfrm>
              <a:off x="2193" y="2918"/>
              <a:ext cx="288"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29" name="Line 49">
              <a:extLst>
                <a:ext uri="{FF2B5EF4-FFF2-40B4-BE49-F238E27FC236}">
                  <a16:creationId xmlns:a16="http://schemas.microsoft.com/office/drawing/2014/main" id="{D7B5DB82-1F53-42D5-8D59-9959DED24637}"/>
                </a:ext>
              </a:extLst>
            </p:cNvPr>
            <p:cNvSpPr>
              <a:spLocks noChangeShapeType="1"/>
            </p:cNvSpPr>
            <p:nvPr/>
          </p:nvSpPr>
          <p:spPr bwMode="auto">
            <a:xfrm>
              <a:off x="4401" y="2918"/>
              <a:ext cx="288"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30" name="Line 53">
              <a:extLst>
                <a:ext uri="{FF2B5EF4-FFF2-40B4-BE49-F238E27FC236}">
                  <a16:creationId xmlns:a16="http://schemas.microsoft.com/office/drawing/2014/main" id="{8EE9AB5B-C786-4F89-BCB4-7503207365F4}"/>
                </a:ext>
              </a:extLst>
            </p:cNvPr>
            <p:cNvSpPr>
              <a:spLocks noChangeShapeType="1"/>
            </p:cNvSpPr>
            <p:nvPr/>
          </p:nvSpPr>
          <p:spPr bwMode="auto">
            <a:xfrm flipV="1">
              <a:off x="1281" y="2054"/>
              <a:ext cx="0" cy="48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31" name="Line 56">
              <a:extLst>
                <a:ext uri="{FF2B5EF4-FFF2-40B4-BE49-F238E27FC236}">
                  <a16:creationId xmlns:a16="http://schemas.microsoft.com/office/drawing/2014/main" id="{994F1BA4-5FCD-49FA-823E-027B2FB12BE4}"/>
                </a:ext>
              </a:extLst>
            </p:cNvPr>
            <p:cNvSpPr>
              <a:spLocks noChangeShapeType="1"/>
            </p:cNvSpPr>
            <p:nvPr/>
          </p:nvSpPr>
          <p:spPr bwMode="auto">
            <a:xfrm>
              <a:off x="2328" y="1958"/>
              <a:ext cx="0" cy="288"/>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32" name="Line 57">
              <a:extLst>
                <a:ext uri="{FF2B5EF4-FFF2-40B4-BE49-F238E27FC236}">
                  <a16:creationId xmlns:a16="http://schemas.microsoft.com/office/drawing/2014/main" id="{1B582545-435C-4127-80BA-406FEA1647F8}"/>
                </a:ext>
              </a:extLst>
            </p:cNvPr>
            <p:cNvSpPr>
              <a:spLocks noChangeShapeType="1"/>
            </p:cNvSpPr>
            <p:nvPr/>
          </p:nvSpPr>
          <p:spPr bwMode="auto">
            <a:xfrm flipH="1">
              <a:off x="1473" y="2246"/>
              <a:ext cx="852" cy="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33" name="Line 58">
              <a:extLst>
                <a:ext uri="{FF2B5EF4-FFF2-40B4-BE49-F238E27FC236}">
                  <a16:creationId xmlns:a16="http://schemas.microsoft.com/office/drawing/2014/main" id="{22C16D97-4129-4427-868F-A8E1FA89E978}"/>
                </a:ext>
              </a:extLst>
            </p:cNvPr>
            <p:cNvSpPr>
              <a:spLocks noChangeShapeType="1"/>
            </p:cNvSpPr>
            <p:nvPr/>
          </p:nvSpPr>
          <p:spPr bwMode="auto">
            <a:xfrm>
              <a:off x="1470" y="2246"/>
              <a:ext cx="0" cy="576"/>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34" name="Line 59">
              <a:extLst>
                <a:ext uri="{FF2B5EF4-FFF2-40B4-BE49-F238E27FC236}">
                  <a16:creationId xmlns:a16="http://schemas.microsoft.com/office/drawing/2014/main" id="{52C3D872-AEE6-4CA7-A0C9-5AF3419ACB5D}"/>
                </a:ext>
              </a:extLst>
            </p:cNvPr>
            <p:cNvSpPr>
              <a:spLocks noChangeShapeType="1"/>
            </p:cNvSpPr>
            <p:nvPr/>
          </p:nvSpPr>
          <p:spPr bwMode="auto">
            <a:xfrm flipV="1">
              <a:off x="2913" y="2054"/>
              <a:ext cx="0" cy="864"/>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35" name="Line 65">
              <a:extLst>
                <a:ext uri="{FF2B5EF4-FFF2-40B4-BE49-F238E27FC236}">
                  <a16:creationId xmlns:a16="http://schemas.microsoft.com/office/drawing/2014/main" id="{554A7B8C-6A0A-41A9-AD05-17E6349FA6B3}"/>
                </a:ext>
              </a:extLst>
            </p:cNvPr>
            <p:cNvSpPr>
              <a:spLocks noChangeShapeType="1"/>
            </p:cNvSpPr>
            <p:nvPr/>
          </p:nvSpPr>
          <p:spPr bwMode="auto">
            <a:xfrm>
              <a:off x="3887" y="1958"/>
              <a:ext cx="0" cy="336"/>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36" name="Line 66">
              <a:extLst>
                <a:ext uri="{FF2B5EF4-FFF2-40B4-BE49-F238E27FC236}">
                  <a16:creationId xmlns:a16="http://schemas.microsoft.com/office/drawing/2014/main" id="{8A757CC3-6932-4217-B2CA-40548BA489B3}"/>
                </a:ext>
              </a:extLst>
            </p:cNvPr>
            <p:cNvSpPr>
              <a:spLocks noChangeShapeType="1"/>
            </p:cNvSpPr>
            <p:nvPr/>
          </p:nvSpPr>
          <p:spPr bwMode="auto">
            <a:xfrm flipH="1">
              <a:off x="3647" y="2294"/>
              <a:ext cx="240" cy="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37" name="Line 67">
              <a:extLst>
                <a:ext uri="{FF2B5EF4-FFF2-40B4-BE49-F238E27FC236}">
                  <a16:creationId xmlns:a16="http://schemas.microsoft.com/office/drawing/2014/main" id="{BA8590B1-27F3-48DC-B07E-13BC2F7590ED}"/>
                </a:ext>
              </a:extLst>
            </p:cNvPr>
            <p:cNvSpPr>
              <a:spLocks noChangeShapeType="1"/>
            </p:cNvSpPr>
            <p:nvPr/>
          </p:nvSpPr>
          <p:spPr bwMode="auto">
            <a:xfrm>
              <a:off x="3647" y="2294"/>
              <a:ext cx="0" cy="528"/>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58788" name="Group 178">
              <a:extLst>
                <a:ext uri="{FF2B5EF4-FFF2-40B4-BE49-F238E27FC236}">
                  <a16:creationId xmlns:a16="http://schemas.microsoft.com/office/drawing/2014/main" id="{2299E707-8798-9942-B113-5384D92C528E}"/>
                </a:ext>
              </a:extLst>
            </p:cNvPr>
            <p:cNvGrpSpPr>
              <a:grpSpLocks/>
            </p:cNvGrpSpPr>
            <p:nvPr/>
          </p:nvGrpSpPr>
          <p:grpSpPr bwMode="auto">
            <a:xfrm>
              <a:off x="540" y="1750"/>
              <a:ext cx="645" cy="368"/>
              <a:chOff x="669" y="1967"/>
              <a:chExt cx="645" cy="368"/>
            </a:xfrm>
          </p:grpSpPr>
          <p:sp>
            <p:nvSpPr>
              <p:cNvPr id="152663" name="Line 26">
                <a:extLst>
                  <a:ext uri="{FF2B5EF4-FFF2-40B4-BE49-F238E27FC236}">
                    <a16:creationId xmlns:a16="http://schemas.microsoft.com/office/drawing/2014/main" id="{67DB59C9-2949-4DD3-ACDC-97799236D60B}"/>
                  </a:ext>
                </a:extLst>
              </p:cNvPr>
              <p:cNvSpPr>
                <a:spLocks noChangeShapeType="1"/>
              </p:cNvSpPr>
              <p:nvPr/>
            </p:nvSpPr>
            <p:spPr bwMode="auto">
              <a:xfrm>
                <a:off x="1074" y="2175"/>
                <a:ext cx="24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64" name="Text Box 68">
                <a:extLst>
                  <a:ext uri="{FF2B5EF4-FFF2-40B4-BE49-F238E27FC236}">
                    <a16:creationId xmlns:a16="http://schemas.microsoft.com/office/drawing/2014/main" id="{32D3209F-3AC8-48F7-9D54-0E7E8FFD19BD}"/>
                  </a:ext>
                </a:extLst>
              </p:cNvPr>
              <p:cNvSpPr txBox="1">
                <a:spLocks noChangeArrowheads="1"/>
              </p:cNvSpPr>
              <p:nvPr/>
            </p:nvSpPr>
            <p:spPr bwMode="auto">
              <a:xfrm>
                <a:off x="669" y="1967"/>
                <a:ext cx="389" cy="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latin typeface="+mn-lt"/>
                    <a:ea typeface="+mn-ea"/>
                    <a:cs typeface="+mn-ea"/>
                    <a:sym typeface="+mn-lt"/>
                  </a:rPr>
                  <a:t>La</a:t>
                </a:r>
              </a:p>
            </p:txBody>
          </p:sp>
        </p:grpSp>
        <p:sp>
          <p:nvSpPr>
            <p:cNvPr id="152639" name="Text Box 81">
              <a:extLst>
                <a:ext uri="{FF2B5EF4-FFF2-40B4-BE49-F238E27FC236}">
                  <a16:creationId xmlns:a16="http://schemas.microsoft.com/office/drawing/2014/main" id="{729D9DFA-EA20-4FD1-BA43-906F00DF6E8B}"/>
                </a:ext>
              </a:extLst>
            </p:cNvPr>
            <p:cNvSpPr txBox="1">
              <a:spLocks noChangeArrowheads="1"/>
            </p:cNvSpPr>
            <p:nvPr/>
          </p:nvSpPr>
          <p:spPr bwMode="auto">
            <a:xfrm>
              <a:off x="1978" y="1772"/>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52640" name="Text Box 82">
              <a:extLst>
                <a:ext uri="{FF2B5EF4-FFF2-40B4-BE49-F238E27FC236}">
                  <a16:creationId xmlns:a16="http://schemas.microsoft.com/office/drawing/2014/main" id="{37E5ACBF-3193-436D-8ECF-88ED0AB103D2}"/>
                </a:ext>
              </a:extLst>
            </p:cNvPr>
            <p:cNvSpPr txBox="1">
              <a:spLocks noChangeArrowheads="1"/>
            </p:cNvSpPr>
            <p:nvPr/>
          </p:nvSpPr>
          <p:spPr bwMode="auto">
            <a:xfrm>
              <a:off x="1082" y="2774"/>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sp>
          <p:nvSpPr>
            <p:cNvPr id="152641" name="Text Box 83">
              <a:extLst>
                <a:ext uri="{FF2B5EF4-FFF2-40B4-BE49-F238E27FC236}">
                  <a16:creationId xmlns:a16="http://schemas.microsoft.com/office/drawing/2014/main" id="{C5D463F3-814E-4BD9-BC09-2876B212F8CB}"/>
                </a:ext>
              </a:extLst>
            </p:cNvPr>
            <p:cNvSpPr txBox="1">
              <a:spLocks noChangeArrowheads="1"/>
            </p:cNvSpPr>
            <p:nvPr/>
          </p:nvSpPr>
          <p:spPr bwMode="auto">
            <a:xfrm>
              <a:off x="1786" y="2774"/>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52642" name="Text Box 84">
              <a:extLst>
                <a:ext uri="{FF2B5EF4-FFF2-40B4-BE49-F238E27FC236}">
                  <a16:creationId xmlns:a16="http://schemas.microsoft.com/office/drawing/2014/main" id="{38945076-A893-4324-A84A-296A767A1BBF}"/>
                </a:ext>
              </a:extLst>
            </p:cNvPr>
            <p:cNvSpPr txBox="1">
              <a:spLocks noChangeArrowheads="1"/>
            </p:cNvSpPr>
            <p:nvPr/>
          </p:nvSpPr>
          <p:spPr bwMode="auto">
            <a:xfrm>
              <a:off x="2529" y="28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52643" name="Text Box 85">
              <a:extLst>
                <a:ext uri="{FF2B5EF4-FFF2-40B4-BE49-F238E27FC236}">
                  <a16:creationId xmlns:a16="http://schemas.microsoft.com/office/drawing/2014/main" id="{AB3B3E22-5F29-44E9-BD6C-561E25C3505B}"/>
                </a:ext>
              </a:extLst>
            </p:cNvPr>
            <p:cNvSpPr txBox="1">
              <a:spLocks noChangeArrowheads="1"/>
            </p:cNvSpPr>
            <p:nvPr/>
          </p:nvSpPr>
          <p:spPr bwMode="auto">
            <a:xfrm>
              <a:off x="2723" y="1772"/>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52644" name="Text Box 86">
              <a:extLst>
                <a:ext uri="{FF2B5EF4-FFF2-40B4-BE49-F238E27FC236}">
                  <a16:creationId xmlns:a16="http://schemas.microsoft.com/office/drawing/2014/main" id="{2F5ACA94-B7EC-4C01-9DF9-28446B143E34}"/>
                </a:ext>
              </a:extLst>
            </p:cNvPr>
            <p:cNvSpPr txBox="1">
              <a:spLocks noChangeArrowheads="1"/>
            </p:cNvSpPr>
            <p:nvPr/>
          </p:nvSpPr>
          <p:spPr bwMode="auto">
            <a:xfrm>
              <a:off x="3514" y="1772"/>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52645" name="Text Box 88">
              <a:extLst>
                <a:ext uri="{FF2B5EF4-FFF2-40B4-BE49-F238E27FC236}">
                  <a16:creationId xmlns:a16="http://schemas.microsoft.com/office/drawing/2014/main" id="{1DFBB49B-E72C-4B4C-B7D7-BBCF1155587F}"/>
                </a:ext>
              </a:extLst>
            </p:cNvPr>
            <p:cNvSpPr txBox="1">
              <a:spLocks noChangeArrowheads="1"/>
            </p:cNvSpPr>
            <p:nvPr/>
          </p:nvSpPr>
          <p:spPr bwMode="auto">
            <a:xfrm>
              <a:off x="3322" y="28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52646" name="Text Box 90">
              <a:extLst>
                <a:ext uri="{FF2B5EF4-FFF2-40B4-BE49-F238E27FC236}">
                  <a16:creationId xmlns:a16="http://schemas.microsoft.com/office/drawing/2014/main" id="{4F481E17-9598-481B-B53E-EFD1244C39BA}"/>
                </a:ext>
              </a:extLst>
            </p:cNvPr>
            <p:cNvSpPr txBox="1">
              <a:spLocks noChangeArrowheads="1"/>
            </p:cNvSpPr>
            <p:nvPr/>
          </p:nvSpPr>
          <p:spPr bwMode="auto">
            <a:xfrm>
              <a:off x="3965" y="2800"/>
              <a:ext cx="310"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52647" name="Text Box 91">
              <a:extLst>
                <a:ext uri="{FF2B5EF4-FFF2-40B4-BE49-F238E27FC236}">
                  <a16:creationId xmlns:a16="http://schemas.microsoft.com/office/drawing/2014/main" id="{A95BA72B-EC05-42F2-9128-6C99025B004B}"/>
                </a:ext>
              </a:extLst>
            </p:cNvPr>
            <p:cNvSpPr txBox="1">
              <a:spLocks noChangeArrowheads="1"/>
            </p:cNvSpPr>
            <p:nvPr/>
          </p:nvSpPr>
          <p:spPr bwMode="auto">
            <a:xfrm>
              <a:off x="4691" y="2800"/>
              <a:ext cx="299"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58798" name="Group 92">
              <a:extLst>
                <a:ext uri="{FF2B5EF4-FFF2-40B4-BE49-F238E27FC236}">
                  <a16:creationId xmlns:a16="http://schemas.microsoft.com/office/drawing/2014/main" id="{5A5A6D6E-A4B9-C942-87E2-551618F45184}"/>
                </a:ext>
              </a:extLst>
            </p:cNvPr>
            <p:cNvGrpSpPr>
              <a:grpSpLocks/>
            </p:cNvGrpSpPr>
            <p:nvPr/>
          </p:nvGrpSpPr>
          <p:grpSpPr bwMode="auto">
            <a:xfrm>
              <a:off x="2433" y="1868"/>
              <a:ext cx="144" cy="192"/>
              <a:chOff x="2698" y="1622"/>
              <a:chExt cx="144" cy="192"/>
            </a:xfrm>
          </p:grpSpPr>
          <p:sp>
            <p:nvSpPr>
              <p:cNvPr id="152661" name="Line 93">
                <a:extLst>
                  <a:ext uri="{FF2B5EF4-FFF2-40B4-BE49-F238E27FC236}">
                    <a16:creationId xmlns:a16="http://schemas.microsoft.com/office/drawing/2014/main" id="{49BAEA96-7065-4F2F-BEA0-797545525C06}"/>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62" name="Line 94">
                <a:extLst>
                  <a:ext uri="{FF2B5EF4-FFF2-40B4-BE49-F238E27FC236}">
                    <a16:creationId xmlns:a16="http://schemas.microsoft.com/office/drawing/2014/main" id="{F16D0E20-DB99-4900-9D53-4B8D4A8FFF90}"/>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58799" name="Group 95">
              <a:extLst>
                <a:ext uri="{FF2B5EF4-FFF2-40B4-BE49-F238E27FC236}">
                  <a16:creationId xmlns:a16="http://schemas.microsoft.com/office/drawing/2014/main" id="{0C9C24E3-FFA4-7C42-A1C8-8B776CDCEF53}"/>
                </a:ext>
              </a:extLst>
            </p:cNvPr>
            <p:cNvGrpSpPr>
              <a:grpSpLocks/>
            </p:cNvGrpSpPr>
            <p:nvPr/>
          </p:nvGrpSpPr>
          <p:grpSpPr bwMode="auto">
            <a:xfrm>
              <a:off x="3081" y="2822"/>
              <a:ext cx="144" cy="192"/>
              <a:chOff x="2698" y="1622"/>
              <a:chExt cx="144" cy="192"/>
            </a:xfrm>
          </p:grpSpPr>
          <p:sp>
            <p:nvSpPr>
              <p:cNvPr id="152659" name="Line 96">
                <a:extLst>
                  <a:ext uri="{FF2B5EF4-FFF2-40B4-BE49-F238E27FC236}">
                    <a16:creationId xmlns:a16="http://schemas.microsoft.com/office/drawing/2014/main" id="{BBD98D20-04F4-4D7A-8EB3-2C7128B41A0B}"/>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60" name="Line 97">
                <a:extLst>
                  <a:ext uri="{FF2B5EF4-FFF2-40B4-BE49-F238E27FC236}">
                    <a16:creationId xmlns:a16="http://schemas.microsoft.com/office/drawing/2014/main" id="{367EC572-9C5C-4FE5-B85F-1DFC1FB8B3CE}"/>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58800" name="Group 98">
              <a:extLst>
                <a:ext uri="{FF2B5EF4-FFF2-40B4-BE49-F238E27FC236}">
                  <a16:creationId xmlns:a16="http://schemas.microsoft.com/office/drawing/2014/main" id="{0AE04793-D704-EF40-8F27-59E7816471D5}"/>
                </a:ext>
              </a:extLst>
            </p:cNvPr>
            <p:cNvGrpSpPr>
              <a:grpSpLocks/>
            </p:cNvGrpSpPr>
            <p:nvPr/>
          </p:nvGrpSpPr>
          <p:grpSpPr bwMode="auto">
            <a:xfrm>
              <a:off x="228" y="2816"/>
              <a:ext cx="528" cy="240"/>
              <a:chOff x="1968" y="1344"/>
              <a:chExt cx="528" cy="240"/>
            </a:xfrm>
          </p:grpSpPr>
          <p:sp>
            <p:nvSpPr>
              <p:cNvPr id="152657" name="Rectangle 99">
                <a:extLst>
                  <a:ext uri="{FF2B5EF4-FFF2-40B4-BE49-F238E27FC236}">
                    <a16:creationId xmlns:a16="http://schemas.microsoft.com/office/drawing/2014/main" id="{E8FDBEDC-12FF-4A0C-9A3B-AE08CC146001}"/>
                  </a:ext>
                </a:extLst>
              </p:cNvPr>
              <p:cNvSpPr>
                <a:spLocks noChangeArrowheads="1"/>
              </p:cNvSpPr>
              <p:nvPr/>
            </p:nvSpPr>
            <p:spPr bwMode="auto">
              <a:xfrm>
                <a:off x="1968" y="1344"/>
                <a:ext cx="38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58" name="Rectangle 100">
                <a:extLst>
                  <a:ext uri="{FF2B5EF4-FFF2-40B4-BE49-F238E27FC236}">
                    <a16:creationId xmlns:a16="http://schemas.microsoft.com/office/drawing/2014/main" id="{40742FD0-6D60-4645-B9F1-04DB93557D7E}"/>
                  </a:ext>
                </a:extLst>
              </p:cNvPr>
              <p:cNvSpPr>
                <a:spLocks noChangeArrowheads="1"/>
              </p:cNvSpPr>
              <p:nvPr/>
            </p:nvSpPr>
            <p:spPr bwMode="auto">
              <a:xfrm>
                <a:off x="2352" y="1344"/>
                <a:ext cx="14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2651" name="Line 101">
              <a:extLst>
                <a:ext uri="{FF2B5EF4-FFF2-40B4-BE49-F238E27FC236}">
                  <a16:creationId xmlns:a16="http://schemas.microsoft.com/office/drawing/2014/main" id="{B0914F01-1507-4A31-B2EB-743B814760AB}"/>
                </a:ext>
              </a:extLst>
            </p:cNvPr>
            <p:cNvSpPr>
              <a:spLocks noChangeShapeType="1"/>
            </p:cNvSpPr>
            <p:nvPr/>
          </p:nvSpPr>
          <p:spPr bwMode="auto">
            <a:xfrm>
              <a:off x="708" y="2960"/>
              <a:ext cx="288"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58802" name="Group 102">
              <a:extLst>
                <a:ext uri="{FF2B5EF4-FFF2-40B4-BE49-F238E27FC236}">
                  <a16:creationId xmlns:a16="http://schemas.microsoft.com/office/drawing/2014/main" id="{3AAA7243-E21C-E540-B158-B1703DAA612E}"/>
                </a:ext>
              </a:extLst>
            </p:cNvPr>
            <p:cNvGrpSpPr>
              <a:grpSpLocks/>
            </p:cNvGrpSpPr>
            <p:nvPr/>
          </p:nvGrpSpPr>
          <p:grpSpPr bwMode="auto">
            <a:xfrm>
              <a:off x="756" y="2870"/>
              <a:ext cx="144" cy="192"/>
              <a:chOff x="2698" y="1622"/>
              <a:chExt cx="144" cy="192"/>
            </a:xfrm>
          </p:grpSpPr>
          <p:sp>
            <p:nvSpPr>
              <p:cNvPr id="152655" name="Line 103">
                <a:extLst>
                  <a:ext uri="{FF2B5EF4-FFF2-40B4-BE49-F238E27FC236}">
                    <a16:creationId xmlns:a16="http://schemas.microsoft.com/office/drawing/2014/main" id="{2B4388C8-FD8E-40E2-9B47-412AC10343D3}"/>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2656" name="Line 104">
                <a:extLst>
                  <a:ext uri="{FF2B5EF4-FFF2-40B4-BE49-F238E27FC236}">
                    <a16:creationId xmlns:a16="http://schemas.microsoft.com/office/drawing/2014/main" id="{882558C8-1AE6-4FE4-B41E-B98C29E369C4}"/>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152653" name="AutoShape 185">
              <a:extLst>
                <a:ext uri="{FF2B5EF4-FFF2-40B4-BE49-F238E27FC236}">
                  <a16:creationId xmlns:a16="http://schemas.microsoft.com/office/drawing/2014/main" id="{89955078-5887-4DC4-A1DD-C07F8B5FDA78}"/>
                </a:ext>
              </a:extLst>
            </p:cNvPr>
            <p:cNvSpPr>
              <a:spLocks noChangeArrowheads="1"/>
            </p:cNvSpPr>
            <p:nvPr/>
          </p:nvSpPr>
          <p:spPr bwMode="auto">
            <a:xfrm>
              <a:off x="2868" y="1311"/>
              <a:ext cx="213" cy="392"/>
            </a:xfrm>
            <a:prstGeom prst="downArrow">
              <a:avLst>
                <a:gd name="adj1" fmla="val 50000"/>
                <a:gd name="adj2" fmla="val 34371"/>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2654" name="Text Box 186">
              <a:extLst>
                <a:ext uri="{FF2B5EF4-FFF2-40B4-BE49-F238E27FC236}">
                  <a16:creationId xmlns:a16="http://schemas.microsoft.com/office/drawing/2014/main" id="{F62897F1-9A29-4F83-968D-F3523CCD367F}"/>
                </a:ext>
              </a:extLst>
            </p:cNvPr>
            <p:cNvSpPr txBox="1">
              <a:spLocks noChangeArrowheads="1"/>
            </p:cNvSpPr>
            <p:nvPr/>
          </p:nvSpPr>
          <p:spPr bwMode="auto">
            <a:xfrm>
              <a:off x="3400" y="1414"/>
              <a:ext cx="953" cy="327"/>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zh-CN" altLang="en-US" sz="2800" b="1" dirty="0">
                  <a:solidFill>
                    <a:srgbClr val="FF0000"/>
                  </a:solidFill>
                  <a:latin typeface="+mn-lt"/>
                  <a:ea typeface="+mn-ea"/>
                  <a:cs typeface="+mn-ea"/>
                  <a:sym typeface="+mn-lt"/>
                </a:rPr>
                <a:t>合并后</a:t>
              </a:r>
            </a:p>
          </p:txBody>
        </p:sp>
      </p:grpSp>
      <p:sp>
        <p:nvSpPr>
          <p:cNvPr id="133" name="Rectangle 5">
            <a:extLst>
              <a:ext uri="{FF2B5EF4-FFF2-40B4-BE49-F238E27FC236}">
                <a16:creationId xmlns:a16="http://schemas.microsoft.com/office/drawing/2014/main" id="{E141DFF9-FF17-49CE-95C4-A788A95B8A40}"/>
              </a:ext>
            </a:extLst>
          </p:cNvPr>
          <p:cNvSpPr>
            <a:spLocks noChangeArrowheads="1"/>
          </p:cNvSpPr>
          <p:nvPr/>
        </p:nvSpPr>
        <p:spPr bwMode="auto">
          <a:xfrm>
            <a:off x="755650" y="204788"/>
            <a:ext cx="6764338"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有序链表合并－－重点掌握</a:t>
            </a:r>
          </a:p>
        </p:txBody>
      </p:sp>
      <p:grpSp>
        <p:nvGrpSpPr>
          <p:cNvPr id="134" name="组合 133">
            <a:extLst>
              <a:ext uri="{FF2B5EF4-FFF2-40B4-BE49-F238E27FC236}">
                <a16:creationId xmlns:a16="http://schemas.microsoft.com/office/drawing/2014/main" id="{096CBD3F-653C-7D40-918D-EB6AF756C7D7}"/>
              </a:ext>
            </a:extLst>
          </p:cNvPr>
          <p:cNvGrpSpPr>
            <a:grpSpLocks/>
          </p:cNvGrpSpPr>
          <p:nvPr/>
        </p:nvGrpSpPr>
        <p:grpSpPr bwMode="auto">
          <a:xfrm>
            <a:off x="0" y="6380163"/>
            <a:ext cx="9144000" cy="431800"/>
            <a:chOff x="0" y="6379908"/>
            <a:chExt cx="9144000" cy="432048"/>
          </a:xfrm>
        </p:grpSpPr>
        <p:grpSp>
          <p:nvGrpSpPr>
            <p:cNvPr id="158757" name="组合 5">
              <a:extLst>
                <a:ext uri="{FF2B5EF4-FFF2-40B4-BE49-F238E27FC236}">
                  <a16:creationId xmlns:a16="http://schemas.microsoft.com/office/drawing/2014/main" id="{8F0A976B-4307-E549-856E-DD3AC9201621}"/>
                </a:ext>
              </a:extLst>
            </p:cNvPr>
            <p:cNvGrpSpPr>
              <a:grpSpLocks/>
            </p:cNvGrpSpPr>
            <p:nvPr/>
          </p:nvGrpSpPr>
          <p:grpSpPr bwMode="auto">
            <a:xfrm>
              <a:off x="0" y="6379908"/>
              <a:ext cx="9144000" cy="432048"/>
              <a:chOff x="0" y="6165304"/>
              <a:chExt cx="9144000" cy="432048"/>
            </a:xfrm>
          </p:grpSpPr>
          <p:cxnSp>
            <p:nvCxnSpPr>
              <p:cNvPr id="158759" name="直接连接符 136">
                <a:extLst>
                  <a:ext uri="{FF2B5EF4-FFF2-40B4-BE49-F238E27FC236}">
                    <a16:creationId xmlns:a16="http://schemas.microsoft.com/office/drawing/2014/main" id="{D00391A0-8634-714E-9C9D-B802E3647B02}"/>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138" name="直接连接符 137">
                <a:extLst>
                  <a:ext uri="{FF2B5EF4-FFF2-40B4-BE49-F238E27FC236}">
                    <a16:creationId xmlns:a16="http://schemas.microsoft.com/office/drawing/2014/main" id="{0049FB23-3896-4516-9CE3-984730FF6038}"/>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158761" name="直接连接符 138">
                <a:extLst>
                  <a:ext uri="{FF2B5EF4-FFF2-40B4-BE49-F238E27FC236}">
                    <a16:creationId xmlns:a16="http://schemas.microsoft.com/office/drawing/2014/main" id="{1F1A40F3-9AE4-EF49-830F-A5C4EDFC3299}"/>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136" name="Shape 26">
              <a:extLst>
                <a:ext uri="{FF2B5EF4-FFF2-40B4-BE49-F238E27FC236}">
                  <a16:creationId xmlns:a16="http://schemas.microsoft.com/office/drawing/2014/main" id="{DB1741ED-D633-4904-8834-60DCA0175496}"/>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diamond(in)">
                                      <p:cBhvr>
                                        <p:cTn id="7" dur="2000"/>
                                        <p:tgtEl>
                                          <p:spTgt spid="14"/>
                                        </p:tgtEl>
                                      </p:cBhvr>
                                    </p:animEffect>
                                  </p:childTnLst>
                                </p:cTn>
                              </p:par>
                            </p:childTnLst>
                          </p:cTn>
                        </p:par>
                        <p:par>
                          <p:cTn id="8" fill="hold" nodeType="afterGroup">
                            <p:stCondLst>
                              <p:cond delay="2000"/>
                            </p:stCondLst>
                            <p:childTnLst>
                              <p:par>
                                <p:cTn id="9" presetID="2" presetClass="entr" presetSubtype="4" fill="hold" nodeType="afterEffect">
                                  <p:stCondLst>
                                    <p:cond delay="0"/>
                                  </p:stCondLst>
                                  <p:childTnLst>
                                    <p:set>
                                      <p:cBhvr>
                                        <p:cTn id="10" dur="1" fill="hold">
                                          <p:stCondLst>
                                            <p:cond delay="0"/>
                                          </p:stCondLst>
                                        </p:cTn>
                                        <p:tgtEl>
                                          <p:spTgt spid="134"/>
                                        </p:tgtEl>
                                        <p:attrNameLst>
                                          <p:attrName>style.visibility</p:attrName>
                                        </p:attrNameLst>
                                      </p:cBhvr>
                                      <p:to>
                                        <p:strVal val="visible"/>
                                      </p:to>
                                    </p:set>
                                    <p:anim calcmode="lin" valueType="num">
                                      <p:cBhvr additive="base">
                                        <p:cTn id="11" dur="500" fill="hold"/>
                                        <p:tgtEl>
                                          <p:spTgt spid="134"/>
                                        </p:tgtEl>
                                        <p:attrNameLst>
                                          <p:attrName>ppt_x</p:attrName>
                                        </p:attrNameLst>
                                      </p:cBhvr>
                                      <p:tavLst>
                                        <p:tav tm="0">
                                          <p:val>
                                            <p:strVal val="#ppt_x"/>
                                          </p:val>
                                        </p:tav>
                                        <p:tav tm="100000">
                                          <p:val>
                                            <p:strVal val="#ppt_x"/>
                                          </p:val>
                                        </p:tav>
                                      </p:tavLst>
                                    </p:anim>
                                    <p:anim calcmode="lin" valueType="num">
                                      <p:cBhvr additive="base">
                                        <p:cTn id="12" dur="500" fill="hold"/>
                                        <p:tgtEl>
                                          <p:spTgt spid="13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Text Box 5">
            <a:extLst>
              <a:ext uri="{FF2B5EF4-FFF2-40B4-BE49-F238E27FC236}">
                <a16:creationId xmlns:a16="http://schemas.microsoft.com/office/drawing/2014/main" id="{667DCE18-008C-4719-A899-256DDDA5279D}"/>
              </a:ext>
            </a:extLst>
          </p:cNvPr>
          <p:cNvSpPr txBox="1">
            <a:spLocks noChangeArrowheads="1"/>
          </p:cNvSpPr>
          <p:nvPr/>
        </p:nvSpPr>
        <p:spPr bwMode="auto">
          <a:xfrm>
            <a:off x="1598613" y="1655763"/>
            <a:ext cx="3817937"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600" dirty="0" err="1">
                <a:latin typeface="+mn-lt"/>
                <a:ea typeface="+mn-ea"/>
                <a:cs typeface="+mn-ea"/>
                <a:sym typeface="+mn-lt"/>
              </a:rPr>
              <a:t>Lc</a:t>
            </a:r>
            <a:r>
              <a:rPr lang="zh-CN" altLang="en-US" sz="2600" dirty="0">
                <a:latin typeface="+mn-lt"/>
                <a:ea typeface="+mn-ea"/>
                <a:cs typeface="+mn-ea"/>
                <a:sym typeface="+mn-lt"/>
              </a:rPr>
              <a:t>指向</a:t>
            </a:r>
            <a:r>
              <a:rPr lang="en-US" altLang="zh-CN" sz="2600" dirty="0">
                <a:latin typeface="+mn-lt"/>
                <a:ea typeface="+mn-ea"/>
                <a:cs typeface="+mn-ea"/>
                <a:sym typeface="+mn-lt"/>
              </a:rPr>
              <a:t>La</a:t>
            </a:r>
          </a:p>
        </p:txBody>
      </p:sp>
      <p:sp>
        <p:nvSpPr>
          <p:cNvPr id="153606" name="Rectangle 10">
            <a:extLst>
              <a:ext uri="{FF2B5EF4-FFF2-40B4-BE49-F238E27FC236}">
                <a16:creationId xmlns:a16="http://schemas.microsoft.com/office/drawing/2014/main" id="{D863A45D-B154-46BF-8CD8-24D4523EE2F5}"/>
              </a:ext>
            </a:extLst>
          </p:cNvPr>
          <p:cNvSpPr>
            <a:spLocks noChangeArrowheads="1"/>
          </p:cNvSpPr>
          <p:nvPr/>
        </p:nvSpPr>
        <p:spPr bwMode="auto">
          <a:xfrm>
            <a:off x="722313" y="160338"/>
            <a:ext cx="8096250"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算法步骤</a:t>
            </a:r>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－有序的链表合并</a:t>
            </a:r>
          </a:p>
        </p:txBody>
      </p:sp>
      <p:grpSp>
        <p:nvGrpSpPr>
          <p:cNvPr id="159748" name="组合 18">
            <a:extLst>
              <a:ext uri="{FF2B5EF4-FFF2-40B4-BE49-F238E27FC236}">
                <a16:creationId xmlns:a16="http://schemas.microsoft.com/office/drawing/2014/main" id="{044DA6D5-4D60-934E-A055-62C6AD6EDCAD}"/>
              </a:ext>
            </a:extLst>
          </p:cNvPr>
          <p:cNvGrpSpPr>
            <a:grpSpLocks/>
          </p:cNvGrpSpPr>
          <p:nvPr/>
        </p:nvGrpSpPr>
        <p:grpSpPr bwMode="auto">
          <a:xfrm>
            <a:off x="852488" y="1655763"/>
            <a:ext cx="487362" cy="584200"/>
            <a:chOff x="685009" y="1514252"/>
            <a:chExt cx="365522" cy="438150"/>
          </a:xfrm>
        </p:grpSpPr>
        <p:sp>
          <p:nvSpPr>
            <p:cNvPr id="20" name="Flowchart: Off-page Connector 108">
              <a:extLst>
                <a:ext uri="{FF2B5EF4-FFF2-40B4-BE49-F238E27FC236}">
                  <a16:creationId xmlns:a16="http://schemas.microsoft.com/office/drawing/2014/main" id="{B5D96236-9D67-4233-8A19-405833565779}"/>
                </a:ext>
              </a:extLst>
            </p:cNvPr>
            <p:cNvSpPr/>
            <p:nvPr/>
          </p:nvSpPr>
          <p:spPr bwMode="auto">
            <a:xfrm>
              <a:off x="704059" y="1529730"/>
              <a:ext cx="317897" cy="422672"/>
            </a:xfrm>
            <a:prstGeom prst="flowChartOffpageConnector">
              <a:avLst/>
            </a:prstGeom>
            <a:solidFill>
              <a:srgbClr val="C0504D"/>
            </a:solidFill>
            <a:ln w="25400" cap="flat" cmpd="sng" algn="ctr">
              <a:noFill/>
              <a:prstDash val="solid"/>
            </a:ln>
            <a:effectLst/>
          </p:spPr>
          <p:txBody>
            <a:bodyPr anchor="ctr"/>
            <a:lstStyle/>
            <a:p>
              <a:pPr algn="ctr" eaLnBrk="1" fontAlgn="auto" hangingPunct="1">
                <a:spcBef>
                  <a:spcPts val="0"/>
                </a:spcBef>
                <a:spcAft>
                  <a:spcPts val="0"/>
                </a:spcAft>
                <a:defRPr/>
              </a:pPr>
              <a:endParaRPr lang="zh-CN" altLang="zh-CN" sz="1300" kern="0">
                <a:solidFill>
                  <a:srgbClr val="FFFFFF"/>
                </a:solidFill>
                <a:latin typeface="Arial" pitchFamily="34" charset="0"/>
                <a:ea typeface="宋体" panose="02010600030101010101" pitchFamily="2" charset="-122"/>
                <a:cs typeface="Arial" pitchFamily="34" charset="0"/>
              </a:endParaRPr>
            </a:p>
          </p:txBody>
        </p:sp>
        <p:sp>
          <p:nvSpPr>
            <p:cNvPr id="21" name="Oval 111">
              <a:extLst>
                <a:ext uri="{FF2B5EF4-FFF2-40B4-BE49-F238E27FC236}">
                  <a16:creationId xmlns:a16="http://schemas.microsoft.com/office/drawing/2014/main" id="{D5D3AD05-32CD-4CF6-BF76-48A694E02E26}"/>
                </a:ext>
              </a:extLst>
            </p:cNvPr>
            <p:cNvSpPr/>
            <p:nvPr/>
          </p:nvSpPr>
          <p:spPr bwMode="auto">
            <a:xfrm>
              <a:off x="685009" y="1514252"/>
              <a:ext cx="365522" cy="419100"/>
            </a:xfrm>
            <a:prstGeom prst="ellipse">
              <a:avLst/>
            </a:prstGeom>
            <a:noFill/>
            <a:ln w="6350" cap="flat" cmpd="sng" algn="ctr">
              <a:noFill/>
              <a:prstDash val="solid"/>
            </a:ln>
            <a:effectLst/>
          </p:spPr>
          <p:txBody>
            <a:bodyPr anchor="ctr"/>
            <a:lstStyle/>
            <a:p>
              <a:pPr algn="ctr" eaLnBrk="1" fontAlgn="auto" hangingPunct="1">
                <a:spcBef>
                  <a:spcPts val="0"/>
                </a:spcBef>
                <a:spcAft>
                  <a:spcPts val="0"/>
                </a:spcAft>
                <a:defRPr/>
              </a:pPr>
              <a:r>
                <a:rPr lang="en-US" sz="1800" kern="0" dirty="0">
                  <a:solidFill>
                    <a:srgbClr val="FFFFFF"/>
                  </a:solidFill>
                  <a:latin typeface="Arial" pitchFamily="34" charset="0"/>
                  <a:ea typeface="+mn-ea"/>
                  <a:cs typeface="Arial" pitchFamily="34" charset="0"/>
                </a:rPr>
                <a:t>1</a:t>
              </a:r>
              <a:endParaRPr lang="en-US" altLang="zh-CN" sz="1800" kern="0" dirty="0">
                <a:solidFill>
                  <a:prstClr val="white"/>
                </a:solidFill>
                <a:latin typeface="Arial" pitchFamily="34" charset="0"/>
                <a:ea typeface="宋体" panose="02010600030101010101" pitchFamily="2" charset="-122"/>
                <a:cs typeface="Arial" pitchFamily="34" charset="0"/>
              </a:endParaRPr>
            </a:p>
          </p:txBody>
        </p:sp>
      </p:grpSp>
      <p:cxnSp>
        <p:nvCxnSpPr>
          <p:cNvPr id="3" name="直接连接符 2">
            <a:extLst>
              <a:ext uri="{FF2B5EF4-FFF2-40B4-BE49-F238E27FC236}">
                <a16:creationId xmlns:a16="http://schemas.microsoft.com/office/drawing/2014/main" id="{FDE4F2EB-B8D6-4C09-A270-8D81806DB6CF}"/>
              </a:ext>
            </a:extLst>
          </p:cNvPr>
          <p:cNvCxnSpPr/>
          <p:nvPr/>
        </p:nvCxnSpPr>
        <p:spPr bwMode="auto">
          <a:xfrm>
            <a:off x="1608138" y="2214563"/>
            <a:ext cx="6851650" cy="0"/>
          </a:xfrm>
          <a:prstGeom prst="line">
            <a:avLst/>
          </a:prstGeom>
          <a:solidFill>
            <a:schemeClr val="accent1"/>
          </a:solidFill>
          <a:ln w="9525" cap="flat" cmpd="sng" algn="ctr">
            <a:solidFill>
              <a:schemeClr val="bg2">
                <a:lumMod val="40000"/>
                <a:lumOff val="60000"/>
              </a:schemeClr>
            </a:solidFill>
            <a:prstDash val="solid"/>
            <a:round/>
            <a:headEnd type="none" w="med" len="med"/>
            <a:tailEnd type="none" w="med" len="med"/>
          </a:ln>
        </p:spPr>
      </p:cxnSp>
      <p:grpSp>
        <p:nvGrpSpPr>
          <p:cNvPr id="2" name="组合 1">
            <a:extLst>
              <a:ext uri="{FF2B5EF4-FFF2-40B4-BE49-F238E27FC236}">
                <a16:creationId xmlns:a16="http://schemas.microsoft.com/office/drawing/2014/main" id="{1B6C8407-348B-5841-99D3-5E95C3C883AB}"/>
              </a:ext>
            </a:extLst>
          </p:cNvPr>
          <p:cNvGrpSpPr>
            <a:grpSpLocks/>
          </p:cNvGrpSpPr>
          <p:nvPr/>
        </p:nvGrpSpPr>
        <p:grpSpPr bwMode="auto">
          <a:xfrm>
            <a:off x="852488" y="2522538"/>
            <a:ext cx="7810500" cy="1052512"/>
            <a:chOff x="852488" y="2522538"/>
            <a:chExt cx="7810500" cy="1052512"/>
          </a:xfrm>
        </p:grpSpPr>
        <p:sp>
          <p:nvSpPr>
            <p:cNvPr id="600070" name="Text Box 6">
              <a:extLst>
                <a:ext uri="{FF2B5EF4-FFF2-40B4-BE49-F238E27FC236}">
                  <a16:creationId xmlns:a16="http://schemas.microsoft.com/office/drawing/2014/main" id="{ED973FB6-44E1-4876-ABD5-A658EC23722E}"/>
                </a:ext>
              </a:extLst>
            </p:cNvPr>
            <p:cNvSpPr txBox="1">
              <a:spLocks noChangeArrowheads="1"/>
            </p:cNvSpPr>
            <p:nvPr/>
          </p:nvSpPr>
          <p:spPr bwMode="auto">
            <a:xfrm>
              <a:off x="1608138" y="2522538"/>
              <a:ext cx="7054850" cy="1052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pPr>
              <a:r>
                <a:rPr lang="zh-CN" altLang="en-US" sz="2600">
                  <a:sym typeface="+mn-lt"/>
                </a:rPr>
                <a:t>依次从 </a:t>
              </a:r>
              <a:r>
                <a:rPr lang="en-US" altLang="zh-CN" sz="2600">
                  <a:sym typeface="+mn-lt"/>
                </a:rPr>
                <a:t>La </a:t>
              </a:r>
              <a:r>
                <a:rPr lang="zh-CN" altLang="en-US" sz="2600">
                  <a:sym typeface="+mn-lt"/>
                </a:rPr>
                <a:t>或 </a:t>
              </a:r>
              <a:r>
                <a:rPr lang="en-US" altLang="zh-CN" sz="2600">
                  <a:sym typeface="+mn-lt"/>
                </a:rPr>
                <a:t>Lb </a:t>
              </a:r>
              <a:r>
                <a:rPr lang="zh-CN" altLang="en-US" sz="2600">
                  <a:sym typeface="+mn-lt"/>
                </a:rPr>
                <a:t>中“摘取”元素值较小的结点插入到 </a:t>
              </a:r>
              <a:r>
                <a:rPr lang="en-US" altLang="zh-CN" sz="2600">
                  <a:solidFill>
                    <a:srgbClr val="FF0000"/>
                  </a:solidFill>
                  <a:sym typeface="+mn-lt"/>
                </a:rPr>
                <a:t>Lc </a:t>
              </a:r>
              <a:r>
                <a:rPr lang="zh-CN" altLang="en-US" sz="2600">
                  <a:solidFill>
                    <a:srgbClr val="FF0000"/>
                  </a:solidFill>
                  <a:sym typeface="+mn-lt"/>
                </a:rPr>
                <a:t>表的最后</a:t>
              </a:r>
              <a:r>
                <a:rPr lang="zh-CN" altLang="en-US" sz="2600">
                  <a:sym typeface="+mn-lt"/>
                </a:rPr>
                <a:t>，直至其中一个表变空为止。</a:t>
              </a:r>
            </a:p>
          </p:txBody>
        </p:sp>
        <p:grpSp>
          <p:nvGrpSpPr>
            <p:cNvPr id="159764" name="组合 21">
              <a:extLst>
                <a:ext uri="{FF2B5EF4-FFF2-40B4-BE49-F238E27FC236}">
                  <a16:creationId xmlns:a16="http://schemas.microsoft.com/office/drawing/2014/main" id="{E90DDDCC-E6C5-424D-8331-9F5CD6E8D08D}"/>
                </a:ext>
              </a:extLst>
            </p:cNvPr>
            <p:cNvGrpSpPr>
              <a:grpSpLocks/>
            </p:cNvGrpSpPr>
            <p:nvPr/>
          </p:nvGrpSpPr>
          <p:grpSpPr bwMode="auto">
            <a:xfrm>
              <a:off x="852488" y="2652713"/>
              <a:ext cx="487362" cy="601662"/>
              <a:chOff x="685009" y="2261965"/>
              <a:chExt cx="365522" cy="451246"/>
            </a:xfrm>
          </p:grpSpPr>
          <p:sp>
            <p:nvSpPr>
              <p:cNvPr id="23" name="Flowchart: Off-page Connector 109">
                <a:extLst>
                  <a:ext uri="{FF2B5EF4-FFF2-40B4-BE49-F238E27FC236}">
                    <a16:creationId xmlns:a16="http://schemas.microsoft.com/office/drawing/2014/main" id="{0E2BC65D-9CEA-4AAF-8BC3-1074538A36F9}"/>
                  </a:ext>
                </a:extLst>
              </p:cNvPr>
              <p:cNvSpPr/>
              <p:nvPr/>
            </p:nvSpPr>
            <p:spPr bwMode="auto">
              <a:xfrm>
                <a:off x="704059" y="2290540"/>
                <a:ext cx="317897" cy="422671"/>
              </a:xfrm>
              <a:prstGeom prst="flowChartOffpageConnector">
                <a:avLst/>
              </a:prstGeom>
              <a:solidFill>
                <a:srgbClr val="4F81BD"/>
              </a:solidFill>
              <a:ln w="25400" cap="flat" cmpd="sng" algn="ctr">
                <a:noFill/>
                <a:prstDash val="solid"/>
              </a:ln>
              <a:effectLst/>
            </p:spPr>
            <p:txBody>
              <a:bodyPr anchor="ctr"/>
              <a:lstStyle/>
              <a:p>
                <a:pPr algn="ctr" eaLnBrk="1" fontAlgn="auto" hangingPunct="1">
                  <a:spcBef>
                    <a:spcPts val="0"/>
                  </a:spcBef>
                  <a:spcAft>
                    <a:spcPts val="0"/>
                  </a:spcAft>
                  <a:defRPr/>
                </a:pPr>
                <a:endParaRPr lang="zh-CN" altLang="zh-CN" sz="1300" kern="0">
                  <a:solidFill>
                    <a:srgbClr val="FFFFFF"/>
                  </a:solidFill>
                  <a:latin typeface="Arial" pitchFamily="34" charset="0"/>
                  <a:ea typeface="宋体" panose="02010600030101010101" pitchFamily="2" charset="-122"/>
                  <a:cs typeface="Arial" pitchFamily="34" charset="0"/>
                </a:endParaRPr>
              </a:p>
            </p:txBody>
          </p:sp>
          <p:sp>
            <p:nvSpPr>
              <p:cNvPr id="24" name="Oval 112">
                <a:extLst>
                  <a:ext uri="{FF2B5EF4-FFF2-40B4-BE49-F238E27FC236}">
                    <a16:creationId xmlns:a16="http://schemas.microsoft.com/office/drawing/2014/main" id="{89C7251E-2F2B-498E-8E5A-84CE3CB5FD81}"/>
                  </a:ext>
                </a:extLst>
              </p:cNvPr>
              <p:cNvSpPr/>
              <p:nvPr/>
            </p:nvSpPr>
            <p:spPr bwMode="auto">
              <a:xfrm>
                <a:off x="685009" y="2261965"/>
                <a:ext cx="365522" cy="419100"/>
              </a:xfrm>
              <a:prstGeom prst="ellipse">
                <a:avLst/>
              </a:prstGeom>
              <a:noFill/>
              <a:ln w="6350" cap="flat" cmpd="sng" algn="ctr">
                <a:noFill/>
                <a:prstDash val="solid"/>
              </a:ln>
              <a:effectLst/>
            </p:spPr>
            <p:txBody>
              <a:bodyPr anchor="ctr"/>
              <a:lstStyle/>
              <a:p>
                <a:pPr algn="ctr" eaLnBrk="1" fontAlgn="auto" hangingPunct="1">
                  <a:spcBef>
                    <a:spcPts val="0"/>
                  </a:spcBef>
                  <a:spcAft>
                    <a:spcPts val="0"/>
                  </a:spcAft>
                  <a:defRPr/>
                </a:pPr>
                <a:r>
                  <a:rPr lang="en-US" sz="1800" kern="0" dirty="0">
                    <a:solidFill>
                      <a:srgbClr val="FFFFFF"/>
                    </a:solidFill>
                    <a:latin typeface="Arial" pitchFamily="34" charset="0"/>
                    <a:ea typeface="+mn-ea"/>
                    <a:cs typeface="Arial" pitchFamily="34" charset="0"/>
                  </a:rPr>
                  <a:t>2</a:t>
                </a:r>
                <a:endParaRPr lang="en-US" altLang="zh-CN" sz="1800" kern="0" dirty="0">
                  <a:solidFill>
                    <a:prstClr val="white"/>
                  </a:solidFill>
                  <a:latin typeface="Arial" pitchFamily="34" charset="0"/>
                  <a:ea typeface="宋体" panose="02010600030101010101" pitchFamily="2" charset="-122"/>
                  <a:cs typeface="Arial" pitchFamily="34" charset="0"/>
                </a:endParaRPr>
              </a:p>
            </p:txBody>
          </p:sp>
        </p:grpSp>
        <p:cxnSp>
          <p:nvCxnSpPr>
            <p:cNvPr id="34" name="直接连接符 33">
              <a:extLst>
                <a:ext uri="{FF2B5EF4-FFF2-40B4-BE49-F238E27FC236}">
                  <a16:creationId xmlns:a16="http://schemas.microsoft.com/office/drawing/2014/main" id="{E30E96DE-F492-41A2-A3A0-D3600A0B2A2A}"/>
                </a:ext>
              </a:extLst>
            </p:cNvPr>
            <p:cNvCxnSpPr/>
            <p:nvPr/>
          </p:nvCxnSpPr>
          <p:spPr bwMode="auto">
            <a:xfrm>
              <a:off x="1708150" y="3567113"/>
              <a:ext cx="6853238" cy="0"/>
            </a:xfrm>
            <a:prstGeom prst="line">
              <a:avLst/>
            </a:prstGeom>
            <a:solidFill>
              <a:schemeClr val="accent1"/>
            </a:solidFill>
            <a:ln w="9525" cap="flat" cmpd="sng" algn="ctr">
              <a:solidFill>
                <a:schemeClr val="bg2">
                  <a:lumMod val="40000"/>
                  <a:lumOff val="60000"/>
                </a:schemeClr>
              </a:solidFill>
              <a:prstDash val="solid"/>
              <a:round/>
              <a:headEnd type="none" w="med" len="med"/>
              <a:tailEnd type="none" w="med" len="med"/>
            </a:ln>
          </p:spPr>
        </p:cxnSp>
      </p:grpSp>
      <p:grpSp>
        <p:nvGrpSpPr>
          <p:cNvPr id="4" name="组合 3">
            <a:extLst>
              <a:ext uri="{FF2B5EF4-FFF2-40B4-BE49-F238E27FC236}">
                <a16:creationId xmlns:a16="http://schemas.microsoft.com/office/drawing/2014/main" id="{3C3AA9CA-E58E-B249-B8BF-08584323C719}"/>
              </a:ext>
            </a:extLst>
          </p:cNvPr>
          <p:cNvGrpSpPr>
            <a:grpSpLocks/>
          </p:cNvGrpSpPr>
          <p:nvPr/>
        </p:nvGrpSpPr>
        <p:grpSpPr bwMode="auto">
          <a:xfrm>
            <a:off x="846138" y="3794125"/>
            <a:ext cx="7810500" cy="1052513"/>
            <a:chOff x="846138" y="3794125"/>
            <a:chExt cx="7810500" cy="1052513"/>
          </a:xfrm>
        </p:grpSpPr>
        <p:sp>
          <p:nvSpPr>
            <p:cNvPr id="600071" name="Text Box 7">
              <a:extLst>
                <a:ext uri="{FF2B5EF4-FFF2-40B4-BE49-F238E27FC236}">
                  <a16:creationId xmlns:a16="http://schemas.microsoft.com/office/drawing/2014/main" id="{28F18AD2-F93C-4DD1-A7E0-0F98DE5E3F30}"/>
                </a:ext>
              </a:extLst>
            </p:cNvPr>
            <p:cNvSpPr txBox="1">
              <a:spLocks noChangeArrowheads="1"/>
            </p:cNvSpPr>
            <p:nvPr/>
          </p:nvSpPr>
          <p:spPr bwMode="auto">
            <a:xfrm>
              <a:off x="1570038" y="3794125"/>
              <a:ext cx="7086600" cy="1052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pPr>
              <a:r>
                <a:rPr lang="zh-CN" altLang="en-US" sz="2600">
                  <a:sym typeface="+mn-lt"/>
                </a:rPr>
                <a:t>继续将 </a:t>
              </a:r>
              <a:r>
                <a:rPr lang="en-US" altLang="zh-CN" sz="2600">
                  <a:sym typeface="+mn-lt"/>
                </a:rPr>
                <a:t>La </a:t>
              </a:r>
              <a:r>
                <a:rPr lang="zh-CN" altLang="en-US" sz="2600">
                  <a:sym typeface="+mn-lt"/>
                </a:rPr>
                <a:t>或 </a:t>
              </a:r>
              <a:r>
                <a:rPr lang="en-US" altLang="zh-CN" sz="2600">
                  <a:sym typeface="+mn-lt"/>
                </a:rPr>
                <a:t>Lb </a:t>
              </a:r>
              <a:r>
                <a:rPr lang="zh-CN" altLang="en-US" sz="2600">
                  <a:sym typeface="+mn-lt"/>
                </a:rPr>
                <a:t>其中一个表的剩余结点插入在 </a:t>
              </a:r>
              <a:r>
                <a:rPr lang="en-US" altLang="zh-CN" sz="2600">
                  <a:solidFill>
                    <a:srgbClr val="FF0000"/>
                  </a:solidFill>
                  <a:sym typeface="+mn-lt"/>
                </a:rPr>
                <a:t>Lc </a:t>
              </a:r>
              <a:r>
                <a:rPr lang="zh-CN" altLang="en-US" sz="2600">
                  <a:solidFill>
                    <a:srgbClr val="FF0000"/>
                  </a:solidFill>
                  <a:sym typeface="+mn-lt"/>
                </a:rPr>
                <a:t>表的最后。</a:t>
              </a:r>
            </a:p>
          </p:txBody>
        </p:sp>
        <p:grpSp>
          <p:nvGrpSpPr>
            <p:cNvPr id="159759" name="组合 24">
              <a:extLst>
                <a:ext uri="{FF2B5EF4-FFF2-40B4-BE49-F238E27FC236}">
                  <a16:creationId xmlns:a16="http://schemas.microsoft.com/office/drawing/2014/main" id="{3C0E9B1A-4300-8C47-A16B-C831420D8997}"/>
                </a:ext>
              </a:extLst>
            </p:cNvPr>
            <p:cNvGrpSpPr>
              <a:grpSpLocks/>
            </p:cNvGrpSpPr>
            <p:nvPr/>
          </p:nvGrpSpPr>
          <p:grpSpPr bwMode="auto">
            <a:xfrm>
              <a:off x="846138" y="3887788"/>
              <a:ext cx="487362" cy="601662"/>
              <a:chOff x="680246" y="3021584"/>
              <a:chExt cx="365522" cy="451246"/>
            </a:xfrm>
          </p:grpSpPr>
          <p:sp>
            <p:nvSpPr>
              <p:cNvPr id="26" name="Flowchart: Off-page Connector 110">
                <a:extLst>
                  <a:ext uri="{FF2B5EF4-FFF2-40B4-BE49-F238E27FC236}">
                    <a16:creationId xmlns:a16="http://schemas.microsoft.com/office/drawing/2014/main" id="{66F414DA-3134-471B-A8B3-DAEB7E7D79B2}"/>
                  </a:ext>
                </a:extLst>
              </p:cNvPr>
              <p:cNvSpPr/>
              <p:nvPr/>
            </p:nvSpPr>
            <p:spPr bwMode="auto">
              <a:xfrm>
                <a:off x="704059" y="3050159"/>
                <a:ext cx="317897" cy="422671"/>
              </a:xfrm>
              <a:prstGeom prst="flowChartOffpageConnector">
                <a:avLst/>
              </a:prstGeom>
              <a:solidFill>
                <a:schemeClr val="bg2">
                  <a:lumMod val="60000"/>
                  <a:lumOff val="40000"/>
                </a:schemeClr>
              </a:solidFill>
              <a:ln w="25400" cap="flat" cmpd="sng" algn="ctr">
                <a:noFill/>
                <a:prstDash val="solid"/>
              </a:ln>
              <a:effectLst/>
            </p:spPr>
            <p:txBody>
              <a:bodyPr anchor="ctr"/>
              <a:lstStyle/>
              <a:p>
                <a:pPr algn="ctr" eaLnBrk="1" fontAlgn="auto" hangingPunct="1">
                  <a:spcBef>
                    <a:spcPts val="0"/>
                  </a:spcBef>
                  <a:spcAft>
                    <a:spcPts val="0"/>
                  </a:spcAft>
                  <a:defRPr/>
                </a:pPr>
                <a:endParaRPr lang="zh-CN" altLang="zh-CN" sz="1300" kern="0">
                  <a:solidFill>
                    <a:srgbClr val="FFFFFF"/>
                  </a:solidFill>
                  <a:latin typeface="Arial" pitchFamily="34" charset="0"/>
                  <a:ea typeface="宋体" panose="02010600030101010101" pitchFamily="2" charset="-122"/>
                  <a:cs typeface="Arial" pitchFamily="34" charset="0"/>
                </a:endParaRPr>
              </a:p>
            </p:txBody>
          </p:sp>
          <p:sp>
            <p:nvSpPr>
              <p:cNvPr id="27" name="Oval 113">
                <a:extLst>
                  <a:ext uri="{FF2B5EF4-FFF2-40B4-BE49-F238E27FC236}">
                    <a16:creationId xmlns:a16="http://schemas.microsoft.com/office/drawing/2014/main" id="{1D50A718-0F52-4EB9-9296-953F12C7A081}"/>
                  </a:ext>
                </a:extLst>
              </p:cNvPr>
              <p:cNvSpPr/>
              <p:nvPr/>
            </p:nvSpPr>
            <p:spPr bwMode="auto">
              <a:xfrm>
                <a:off x="680246" y="3021584"/>
                <a:ext cx="365522" cy="419100"/>
              </a:xfrm>
              <a:prstGeom prst="ellipse">
                <a:avLst/>
              </a:prstGeom>
              <a:noFill/>
              <a:ln w="6350" cap="flat" cmpd="sng" algn="ctr">
                <a:noFill/>
                <a:prstDash val="solid"/>
              </a:ln>
              <a:effectLst/>
            </p:spPr>
            <p:txBody>
              <a:bodyPr anchor="ctr"/>
              <a:lstStyle/>
              <a:p>
                <a:pPr algn="ctr" eaLnBrk="1" fontAlgn="auto" hangingPunct="1">
                  <a:spcBef>
                    <a:spcPts val="0"/>
                  </a:spcBef>
                  <a:spcAft>
                    <a:spcPts val="0"/>
                  </a:spcAft>
                  <a:defRPr/>
                </a:pPr>
                <a:r>
                  <a:rPr lang="en-US" sz="1800" kern="0" dirty="0">
                    <a:solidFill>
                      <a:srgbClr val="FFFFFF"/>
                    </a:solidFill>
                    <a:latin typeface="Arial" pitchFamily="34" charset="0"/>
                    <a:ea typeface="+mn-ea"/>
                    <a:cs typeface="Arial" pitchFamily="34" charset="0"/>
                  </a:rPr>
                  <a:t>3</a:t>
                </a:r>
                <a:endParaRPr lang="en-US" altLang="zh-CN" sz="1800" kern="0" dirty="0">
                  <a:solidFill>
                    <a:prstClr val="white"/>
                  </a:solidFill>
                  <a:latin typeface="Arial" pitchFamily="34" charset="0"/>
                  <a:ea typeface="宋体" panose="02010600030101010101" pitchFamily="2" charset="-122"/>
                  <a:cs typeface="Arial" pitchFamily="34" charset="0"/>
                </a:endParaRPr>
              </a:p>
            </p:txBody>
          </p:sp>
        </p:grpSp>
        <p:cxnSp>
          <p:nvCxnSpPr>
            <p:cNvPr id="35" name="直接连接符 34">
              <a:extLst>
                <a:ext uri="{FF2B5EF4-FFF2-40B4-BE49-F238E27FC236}">
                  <a16:creationId xmlns:a16="http://schemas.microsoft.com/office/drawing/2014/main" id="{053A856C-ED0B-434D-8E59-087DE534B7FD}"/>
                </a:ext>
              </a:extLst>
            </p:cNvPr>
            <p:cNvCxnSpPr/>
            <p:nvPr/>
          </p:nvCxnSpPr>
          <p:spPr bwMode="auto">
            <a:xfrm>
              <a:off x="1708150" y="4846638"/>
              <a:ext cx="6853238" cy="0"/>
            </a:xfrm>
            <a:prstGeom prst="line">
              <a:avLst/>
            </a:prstGeom>
            <a:solidFill>
              <a:schemeClr val="accent1"/>
            </a:solidFill>
            <a:ln w="9525" cap="flat" cmpd="sng" algn="ctr">
              <a:solidFill>
                <a:schemeClr val="bg2">
                  <a:lumMod val="40000"/>
                  <a:lumOff val="60000"/>
                </a:schemeClr>
              </a:solidFill>
              <a:prstDash val="solid"/>
              <a:round/>
              <a:headEnd type="none" w="med" len="med"/>
              <a:tailEnd type="none" w="med" len="med"/>
            </a:ln>
          </p:spPr>
        </p:cxnSp>
      </p:grpSp>
      <p:grpSp>
        <p:nvGrpSpPr>
          <p:cNvPr id="5" name="组合 4">
            <a:extLst>
              <a:ext uri="{FF2B5EF4-FFF2-40B4-BE49-F238E27FC236}">
                <a16:creationId xmlns:a16="http://schemas.microsoft.com/office/drawing/2014/main" id="{D446B74E-281C-E84A-8B6C-FAF652FD920F}"/>
              </a:ext>
            </a:extLst>
          </p:cNvPr>
          <p:cNvGrpSpPr>
            <a:grpSpLocks/>
          </p:cNvGrpSpPr>
          <p:nvPr/>
        </p:nvGrpSpPr>
        <p:grpSpPr bwMode="auto">
          <a:xfrm>
            <a:off x="877888" y="5084763"/>
            <a:ext cx="7683500" cy="576262"/>
            <a:chOff x="877888" y="5084763"/>
            <a:chExt cx="7683500" cy="576262"/>
          </a:xfrm>
        </p:grpSpPr>
        <p:sp>
          <p:nvSpPr>
            <p:cNvPr id="600072" name="Text Box 8">
              <a:extLst>
                <a:ext uri="{FF2B5EF4-FFF2-40B4-BE49-F238E27FC236}">
                  <a16:creationId xmlns:a16="http://schemas.microsoft.com/office/drawing/2014/main" id="{F3B28816-8131-4265-9C6C-7CB594C019C2}"/>
                </a:ext>
              </a:extLst>
            </p:cNvPr>
            <p:cNvSpPr txBox="1">
              <a:spLocks noChangeArrowheads="1"/>
            </p:cNvSpPr>
            <p:nvPr/>
          </p:nvSpPr>
          <p:spPr bwMode="auto">
            <a:xfrm>
              <a:off x="1570038" y="5084763"/>
              <a:ext cx="3387725"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sz="2600">
                  <a:sym typeface="+mn-lt"/>
                </a:rPr>
                <a:t>释放 </a:t>
              </a:r>
              <a:r>
                <a:rPr lang="en-US" altLang="zh-CN" sz="2600">
                  <a:sym typeface="+mn-lt"/>
                </a:rPr>
                <a:t>Lb </a:t>
              </a:r>
              <a:r>
                <a:rPr lang="zh-CN" altLang="en-US" sz="2600">
                  <a:sym typeface="+mn-lt"/>
                </a:rPr>
                <a:t>表的表头结点</a:t>
              </a:r>
            </a:p>
          </p:txBody>
        </p:sp>
        <p:grpSp>
          <p:nvGrpSpPr>
            <p:cNvPr id="159754" name="组合 27">
              <a:extLst>
                <a:ext uri="{FF2B5EF4-FFF2-40B4-BE49-F238E27FC236}">
                  <a16:creationId xmlns:a16="http://schemas.microsoft.com/office/drawing/2014/main" id="{FE54E46B-BE29-E247-ABB6-75D8C27C836C}"/>
                </a:ext>
              </a:extLst>
            </p:cNvPr>
            <p:cNvGrpSpPr>
              <a:grpSpLocks/>
            </p:cNvGrpSpPr>
            <p:nvPr/>
          </p:nvGrpSpPr>
          <p:grpSpPr bwMode="auto">
            <a:xfrm>
              <a:off x="877888" y="5084763"/>
              <a:ext cx="488950" cy="576262"/>
              <a:chOff x="704059" y="3810967"/>
              <a:chExt cx="366713" cy="432198"/>
            </a:xfrm>
          </p:grpSpPr>
          <p:sp>
            <p:nvSpPr>
              <p:cNvPr id="29" name="Flowchart: Off-page Connector 104">
                <a:extLst>
                  <a:ext uri="{FF2B5EF4-FFF2-40B4-BE49-F238E27FC236}">
                    <a16:creationId xmlns:a16="http://schemas.microsoft.com/office/drawing/2014/main" id="{8BCA4486-89E4-47FA-86C2-C66C2A32FC10}"/>
                  </a:ext>
                </a:extLst>
              </p:cNvPr>
              <p:cNvSpPr/>
              <p:nvPr/>
            </p:nvSpPr>
            <p:spPr bwMode="auto">
              <a:xfrm>
                <a:off x="727872" y="3862164"/>
                <a:ext cx="317897" cy="381001"/>
              </a:xfrm>
              <a:prstGeom prst="flowChartOffpageConnector">
                <a:avLst/>
              </a:prstGeom>
              <a:solidFill>
                <a:srgbClr val="4BACC6"/>
              </a:solidFill>
              <a:ln w="25400" cap="flat" cmpd="sng" algn="ctr">
                <a:noFill/>
                <a:prstDash val="solid"/>
              </a:ln>
              <a:effectLst/>
            </p:spPr>
            <p:txBody>
              <a:bodyPr anchor="ctr"/>
              <a:lstStyle/>
              <a:p>
                <a:pPr algn="ctr" eaLnBrk="1" fontAlgn="auto" hangingPunct="1">
                  <a:spcBef>
                    <a:spcPts val="0"/>
                  </a:spcBef>
                  <a:spcAft>
                    <a:spcPts val="0"/>
                  </a:spcAft>
                  <a:defRPr/>
                </a:pPr>
                <a:endParaRPr lang="zh-CN" altLang="zh-CN" sz="1300" kern="0">
                  <a:solidFill>
                    <a:srgbClr val="FFFFFF"/>
                  </a:solidFill>
                  <a:latin typeface="Arial" pitchFamily="34" charset="0"/>
                  <a:ea typeface="宋体" panose="02010600030101010101" pitchFamily="2" charset="-122"/>
                  <a:cs typeface="Arial" pitchFamily="34" charset="0"/>
                </a:endParaRPr>
              </a:p>
            </p:txBody>
          </p:sp>
          <p:sp>
            <p:nvSpPr>
              <p:cNvPr id="30" name="Oval 107">
                <a:extLst>
                  <a:ext uri="{FF2B5EF4-FFF2-40B4-BE49-F238E27FC236}">
                    <a16:creationId xmlns:a16="http://schemas.microsoft.com/office/drawing/2014/main" id="{04AFBEA1-C403-4A2D-8227-78B729E6C59C}"/>
                  </a:ext>
                </a:extLst>
              </p:cNvPr>
              <p:cNvSpPr/>
              <p:nvPr/>
            </p:nvSpPr>
            <p:spPr bwMode="auto">
              <a:xfrm>
                <a:off x="704059" y="3810967"/>
                <a:ext cx="366713" cy="419101"/>
              </a:xfrm>
              <a:prstGeom prst="ellipse">
                <a:avLst/>
              </a:prstGeom>
              <a:noFill/>
              <a:ln w="6350" cap="flat" cmpd="sng" algn="ctr">
                <a:noFill/>
                <a:prstDash val="solid"/>
              </a:ln>
              <a:effectLst/>
            </p:spPr>
            <p:txBody>
              <a:bodyPr anchor="ctr"/>
              <a:lstStyle/>
              <a:p>
                <a:pPr algn="ctr" eaLnBrk="1" fontAlgn="auto" hangingPunct="1">
                  <a:spcBef>
                    <a:spcPts val="0"/>
                  </a:spcBef>
                  <a:spcAft>
                    <a:spcPts val="0"/>
                  </a:spcAft>
                  <a:defRPr/>
                </a:pPr>
                <a:r>
                  <a:rPr lang="en-US" sz="1800" kern="0" dirty="0">
                    <a:solidFill>
                      <a:srgbClr val="FFFFFF"/>
                    </a:solidFill>
                    <a:latin typeface="Arial" pitchFamily="34" charset="0"/>
                    <a:ea typeface="+mn-ea"/>
                    <a:cs typeface="Arial" pitchFamily="34" charset="0"/>
                  </a:rPr>
                  <a:t>4</a:t>
                </a:r>
                <a:endParaRPr lang="en-US" altLang="zh-CN" sz="1800" kern="0" dirty="0">
                  <a:solidFill>
                    <a:prstClr val="white"/>
                  </a:solidFill>
                  <a:latin typeface="Arial" pitchFamily="34" charset="0"/>
                  <a:ea typeface="宋体" panose="02010600030101010101" pitchFamily="2" charset="-122"/>
                  <a:cs typeface="Arial" pitchFamily="34" charset="0"/>
                </a:endParaRPr>
              </a:p>
            </p:txBody>
          </p:sp>
        </p:grpSp>
        <p:cxnSp>
          <p:nvCxnSpPr>
            <p:cNvPr id="36" name="直接连接符 35">
              <a:extLst>
                <a:ext uri="{FF2B5EF4-FFF2-40B4-BE49-F238E27FC236}">
                  <a16:creationId xmlns:a16="http://schemas.microsoft.com/office/drawing/2014/main" id="{CE45764F-4123-49B1-AC9F-107E5C3AB79D}"/>
                </a:ext>
              </a:extLst>
            </p:cNvPr>
            <p:cNvCxnSpPr/>
            <p:nvPr/>
          </p:nvCxnSpPr>
          <p:spPr bwMode="auto">
            <a:xfrm>
              <a:off x="1708150" y="5661025"/>
              <a:ext cx="6853238" cy="0"/>
            </a:xfrm>
            <a:prstGeom prst="line">
              <a:avLst/>
            </a:prstGeom>
            <a:solidFill>
              <a:schemeClr val="accent1"/>
            </a:solidFill>
            <a:ln w="9525" cap="flat" cmpd="sng" algn="ctr">
              <a:solidFill>
                <a:schemeClr val="bg2">
                  <a:lumMod val="40000"/>
                  <a:lumOff val="60000"/>
                </a:schemeClr>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10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1000"/>
                                        <p:tgtEl>
                                          <p:spTgt spid="4"/>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70" name="矩形 1">
            <a:extLst>
              <a:ext uri="{FF2B5EF4-FFF2-40B4-BE49-F238E27FC236}">
                <a16:creationId xmlns:a16="http://schemas.microsoft.com/office/drawing/2014/main" id="{8ED8FCD7-39F0-C145-8552-5148FC505FA1}"/>
              </a:ext>
            </a:extLst>
          </p:cNvPr>
          <p:cNvSpPr>
            <a:spLocks noChangeArrowheads="1"/>
          </p:cNvSpPr>
          <p:nvPr/>
        </p:nvSpPr>
        <p:spPr bwMode="auto">
          <a:xfrm>
            <a:off x="0" y="1412875"/>
            <a:ext cx="9144000" cy="3930650"/>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586864" name="Rectangle 112">
            <a:extLst>
              <a:ext uri="{FF2B5EF4-FFF2-40B4-BE49-F238E27FC236}">
                <a16:creationId xmlns:a16="http://schemas.microsoft.com/office/drawing/2014/main" id="{C45DA5B4-6181-48A6-9BB5-43435905672E}"/>
              </a:ext>
            </a:extLst>
          </p:cNvPr>
          <p:cNvSpPr>
            <a:spLocks noChangeArrowheads="1"/>
          </p:cNvSpPr>
          <p:nvPr/>
        </p:nvSpPr>
        <p:spPr bwMode="auto">
          <a:xfrm>
            <a:off x="827088" y="201613"/>
            <a:ext cx="6764337"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有序链表合并（初始化）</a:t>
            </a:r>
          </a:p>
        </p:txBody>
      </p:sp>
      <p:sp>
        <p:nvSpPr>
          <p:cNvPr id="154627" name="Text Box 125">
            <a:extLst>
              <a:ext uri="{FF2B5EF4-FFF2-40B4-BE49-F238E27FC236}">
                <a16:creationId xmlns:a16="http://schemas.microsoft.com/office/drawing/2014/main" id="{3F3C422D-CEBB-43C3-964A-9F4B948DDA9A}"/>
              </a:ext>
            </a:extLst>
          </p:cNvPr>
          <p:cNvSpPr txBox="1">
            <a:spLocks noChangeArrowheads="1"/>
          </p:cNvSpPr>
          <p:nvPr/>
        </p:nvSpPr>
        <p:spPr bwMode="auto">
          <a:xfrm>
            <a:off x="2286000" y="2432050"/>
            <a:ext cx="617538"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dirty="0">
                <a:latin typeface="+mn-lt"/>
                <a:ea typeface="+mn-ea"/>
                <a:cs typeface="+mn-ea"/>
                <a:sym typeface="+mn-lt"/>
              </a:rPr>
              <a:t>pa</a:t>
            </a:r>
          </a:p>
        </p:txBody>
      </p:sp>
      <p:sp>
        <p:nvSpPr>
          <p:cNvPr id="154628" name="Line 127">
            <a:extLst>
              <a:ext uri="{FF2B5EF4-FFF2-40B4-BE49-F238E27FC236}">
                <a16:creationId xmlns:a16="http://schemas.microsoft.com/office/drawing/2014/main" id="{0F48D844-C723-463B-BEF5-13E1D4CF31C1}"/>
              </a:ext>
            </a:extLst>
          </p:cNvPr>
          <p:cNvSpPr>
            <a:spLocks noChangeShapeType="1"/>
          </p:cNvSpPr>
          <p:nvPr/>
        </p:nvSpPr>
        <p:spPr bwMode="auto">
          <a:xfrm flipV="1">
            <a:off x="2522538" y="2190750"/>
            <a:ext cx="0" cy="381000"/>
          </a:xfrm>
          <a:prstGeom prst="line">
            <a:avLst/>
          </a:prstGeom>
          <a:noFill/>
          <a:ln w="57150">
            <a:solidFill>
              <a:srgbClr val="9476B6"/>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4629" name="Line 180">
            <a:extLst>
              <a:ext uri="{FF2B5EF4-FFF2-40B4-BE49-F238E27FC236}">
                <a16:creationId xmlns:a16="http://schemas.microsoft.com/office/drawing/2014/main" id="{F49073E3-CFFF-4976-960B-F612563C4B7B}"/>
              </a:ext>
            </a:extLst>
          </p:cNvPr>
          <p:cNvSpPr>
            <a:spLocks noChangeShapeType="1"/>
          </p:cNvSpPr>
          <p:nvPr/>
        </p:nvSpPr>
        <p:spPr bwMode="auto">
          <a:xfrm>
            <a:off x="801688" y="2066925"/>
            <a:ext cx="381000" cy="0"/>
          </a:xfrm>
          <a:prstGeom prst="line">
            <a:avLst/>
          </a:prstGeom>
          <a:noFill/>
          <a:ln w="3810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4630" name="Text Box 181">
            <a:extLst>
              <a:ext uri="{FF2B5EF4-FFF2-40B4-BE49-F238E27FC236}">
                <a16:creationId xmlns:a16="http://schemas.microsoft.com/office/drawing/2014/main" id="{0A1A95EE-FBD4-4EBD-AA88-0A8ECF93F9F9}"/>
              </a:ext>
            </a:extLst>
          </p:cNvPr>
          <p:cNvSpPr txBox="1">
            <a:spLocks noChangeArrowheads="1"/>
          </p:cNvSpPr>
          <p:nvPr/>
        </p:nvSpPr>
        <p:spPr bwMode="auto">
          <a:xfrm>
            <a:off x="168275" y="1728788"/>
            <a:ext cx="56197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dirty="0">
                <a:latin typeface="+mn-lt"/>
                <a:ea typeface="+mn-ea"/>
                <a:cs typeface="+mn-ea"/>
                <a:sym typeface="+mn-lt"/>
              </a:rPr>
              <a:t>La</a:t>
            </a:r>
          </a:p>
        </p:txBody>
      </p:sp>
      <p:grpSp>
        <p:nvGrpSpPr>
          <p:cNvPr id="160775" name="Group 133">
            <a:extLst>
              <a:ext uri="{FF2B5EF4-FFF2-40B4-BE49-F238E27FC236}">
                <a16:creationId xmlns:a16="http://schemas.microsoft.com/office/drawing/2014/main" id="{6ABC19D7-F902-4F79-B55E-4A545C36C889}"/>
              </a:ext>
            </a:extLst>
          </p:cNvPr>
          <p:cNvGrpSpPr>
            <a:grpSpLocks/>
          </p:cNvGrpSpPr>
          <p:nvPr/>
        </p:nvGrpSpPr>
        <p:grpSpPr bwMode="auto">
          <a:xfrm>
            <a:off x="2325914" y="1838779"/>
            <a:ext cx="838200" cy="381000"/>
            <a:chOff x="1968" y="1344"/>
            <a:chExt cx="528" cy="240"/>
          </a:xfrm>
          <a:solidFill>
            <a:srgbClr val="D7D7FF"/>
          </a:solidFill>
        </p:grpSpPr>
        <p:sp>
          <p:nvSpPr>
            <p:cNvPr id="154688" name="Rectangle 134">
              <a:extLst>
                <a:ext uri="{FF2B5EF4-FFF2-40B4-BE49-F238E27FC236}">
                  <a16:creationId xmlns:a16="http://schemas.microsoft.com/office/drawing/2014/main" id="{6C54DEE2-459D-4C50-BA6C-3837AFD56B98}"/>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4689" name="Rectangle 135">
              <a:extLst>
                <a:ext uri="{FF2B5EF4-FFF2-40B4-BE49-F238E27FC236}">
                  <a16:creationId xmlns:a16="http://schemas.microsoft.com/office/drawing/2014/main" id="{9871814E-3BB4-4A84-AC4F-E2EA0EC49CAA}"/>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0776" name="Group 136">
            <a:extLst>
              <a:ext uri="{FF2B5EF4-FFF2-40B4-BE49-F238E27FC236}">
                <a16:creationId xmlns:a16="http://schemas.microsoft.com/office/drawing/2014/main" id="{16735BC7-8C14-4589-9754-2586B05141BD}"/>
              </a:ext>
            </a:extLst>
          </p:cNvPr>
          <p:cNvGrpSpPr>
            <a:grpSpLocks/>
          </p:cNvGrpSpPr>
          <p:nvPr/>
        </p:nvGrpSpPr>
        <p:grpSpPr bwMode="auto">
          <a:xfrm>
            <a:off x="3545114" y="1838779"/>
            <a:ext cx="838200" cy="381000"/>
            <a:chOff x="1968" y="1344"/>
            <a:chExt cx="528" cy="240"/>
          </a:xfrm>
          <a:solidFill>
            <a:srgbClr val="D7D7FF"/>
          </a:solidFill>
        </p:grpSpPr>
        <p:sp>
          <p:nvSpPr>
            <p:cNvPr id="154686" name="Rectangle 137">
              <a:extLst>
                <a:ext uri="{FF2B5EF4-FFF2-40B4-BE49-F238E27FC236}">
                  <a16:creationId xmlns:a16="http://schemas.microsoft.com/office/drawing/2014/main" id="{F2ED9AB1-CE32-46A4-A4E4-D15603F07FFE}"/>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4687" name="Rectangle 138">
              <a:extLst>
                <a:ext uri="{FF2B5EF4-FFF2-40B4-BE49-F238E27FC236}">
                  <a16:creationId xmlns:a16="http://schemas.microsoft.com/office/drawing/2014/main" id="{C4DB2F3F-3E35-4A62-8CA3-885B638F0812}"/>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0777" name="Group 139">
            <a:extLst>
              <a:ext uri="{FF2B5EF4-FFF2-40B4-BE49-F238E27FC236}">
                <a16:creationId xmlns:a16="http://schemas.microsoft.com/office/drawing/2014/main" id="{51279669-80D1-4B53-9A21-B8DB50E6FA4C}"/>
              </a:ext>
            </a:extLst>
          </p:cNvPr>
          <p:cNvGrpSpPr>
            <a:grpSpLocks/>
          </p:cNvGrpSpPr>
          <p:nvPr/>
        </p:nvGrpSpPr>
        <p:grpSpPr bwMode="auto">
          <a:xfrm>
            <a:off x="4764314" y="1838779"/>
            <a:ext cx="838200" cy="381000"/>
            <a:chOff x="1968" y="1344"/>
            <a:chExt cx="528" cy="240"/>
          </a:xfrm>
          <a:solidFill>
            <a:srgbClr val="D7D7FF"/>
          </a:solidFill>
        </p:grpSpPr>
        <p:sp>
          <p:nvSpPr>
            <p:cNvPr id="154684" name="Rectangle 140">
              <a:extLst>
                <a:ext uri="{FF2B5EF4-FFF2-40B4-BE49-F238E27FC236}">
                  <a16:creationId xmlns:a16="http://schemas.microsoft.com/office/drawing/2014/main" id="{81D19C3D-46FB-492B-B902-546489ADB56F}"/>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4685" name="Rectangle 141">
              <a:extLst>
                <a:ext uri="{FF2B5EF4-FFF2-40B4-BE49-F238E27FC236}">
                  <a16:creationId xmlns:a16="http://schemas.microsoft.com/office/drawing/2014/main" id="{69038E6E-906F-4223-91B8-3ECA91DC4029}"/>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0779" name="Group 142">
            <a:extLst>
              <a:ext uri="{FF2B5EF4-FFF2-40B4-BE49-F238E27FC236}">
                <a16:creationId xmlns:a16="http://schemas.microsoft.com/office/drawing/2014/main" id="{2B123CBD-9466-A14B-9DB1-68EB112D177C}"/>
              </a:ext>
            </a:extLst>
          </p:cNvPr>
          <p:cNvGrpSpPr>
            <a:grpSpLocks/>
          </p:cNvGrpSpPr>
          <p:nvPr/>
        </p:nvGrpSpPr>
        <p:grpSpPr bwMode="auto">
          <a:xfrm>
            <a:off x="1182688" y="1838325"/>
            <a:ext cx="838200" cy="381000"/>
            <a:chOff x="1968" y="1344"/>
            <a:chExt cx="528" cy="240"/>
          </a:xfrm>
        </p:grpSpPr>
        <p:sp>
          <p:nvSpPr>
            <p:cNvPr id="154682" name="Rectangle 143">
              <a:extLst>
                <a:ext uri="{FF2B5EF4-FFF2-40B4-BE49-F238E27FC236}">
                  <a16:creationId xmlns:a16="http://schemas.microsoft.com/office/drawing/2014/main" id="{E19F0BEA-5143-4251-A918-52DED577D9E5}"/>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4683" name="Rectangle 144">
              <a:extLst>
                <a:ext uri="{FF2B5EF4-FFF2-40B4-BE49-F238E27FC236}">
                  <a16:creationId xmlns:a16="http://schemas.microsoft.com/office/drawing/2014/main" id="{93A9DD97-4A18-40A7-A796-CC308030B47B}"/>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4635" name="Line 166">
            <a:extLst>
              <a:ext uri="{FF2B5EF4-FFF2-40B4-BE49-F238E27FC236}">
                <a16:creationId xmlns:a16="http://schemas.microsoft.com/office/drawing/2014/main" id="{2B87D240-9D57-4AAD-AC3F-E15B77B2C7AF}"/>
              </a:ext>
            </a:extLst>
          </p:cNvPr>
          <p:cNvSpPr>
            <a:spLocks noChangeShapeType="1"/>
          </p:cNvSpPr>
          <p:nvPr/>
        </p:nvSpPr>
        <p:spPr bwMode="auto">
          <a:xfrm>
            <a:off x="1868488" y="2066925"/>
            <a:ext cx="457200" cy="0"/>
          </a:xfrm>
          <a:prstGeom prst="line">
            <a:avLst/>
          </a:prstGeom>
          <a:noFill/>
          <a:ln w="38100">
            <a:solidFill>
              <a:srgbClr val="9476B6"/>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4636" name="Line 167">
            <a:extLst>
              <a:ext uri="{FF2B5EF4-FFF2-40B4-BE49-F238E27FC236}">
                <a16:creationId xmlns:a16="http://schemas.microsoft.com/office/drawing/2014/main" id="{BA8110CB-CD5A-411C-8B29-F28FB9878AE5}"/>
              </a:ext>
            </a:extLst>
          </p:cNvPr>
          <p:cNvSpPr>
            <a:spLocks noChangeShapeType="1"/>
          </p:cNvSpPr>
          <p:nvPr/>
        </p:nvSpPr>
        <p:spPr bwMode="auto">
          <a:xfrm>
            <a:off x="3087688" y="2066925"/>
            <a:ext cx="457200" cy="0"/>
          </a:xfrm>
          <a:prstGeom prst="line">
            <a:avLst/>
          </a:prstGeom>
          <a:noFill/>
          <a:ln w="38100">
            <a:solidFill>
              <a:srgbClr val="9476B6"/>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4637" name="Line 168">
            <a:extLst>
              <a:ext uri="{FF2B5EF4-FFF2-40B4-BE49-F238E27FC236}">
                <a16:creationId xmlns:a16="http://schemas.microsoft.com/office/drawing/2014/main" id="{F4B56615-5F34-443D-A2BA-7EB114468822}"/>
              </a:ext>
            </a:extLst>
          </p:cNvPr>
          <p:cNvSpPr>
            <a:spLocks noChangeShapeType="1"/>
          </p:cNvSpPr>
          <p:nvPr/>
        </p:nvSpPr>
        <p:spPr bwMode="auto">
          <a:xfrm>
            <a:off x="4306888" y="2066925"/>
            <a:ext cx="457200" cy="0"/>
          </a:xfrm>
          <a:prstGeom prst="line">
            <a:avLst/>
          </a:prstGeom>
          <a:noFill/>
          <a:ln w="38100">
            <a:solidFill>
              <a:srgbClr val="9476B6"/>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4638" name="Text Box 182">
            <a:extLst>
              <a:ext uri="{FF2B5EF4-FFF2-40B4-BE49-F238E27FC236}">
                <a16:creationId xmlns:a16="http://schemas.microsoft.com/office/drawing/2014/main" id="{70988D5D-46A4-4C38-939A-C95B14112BB0}"/>
              </a:ext>
            </a:extLst>
          </p:cNvPr>
          <p:cNvSpPr txBox="1">
            <a:spLocks noChangeArrowheads="1"/>
          </p:cNvSpPr>
          <p:nvPr/>
        </p:nvSpPr>
        <p:spPr bwMode="auto">
          <a:xfrm>
            <a:off x="2441575" y="1771650"/>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54639" name="Text Box 186">
            <a:extLst>
              <a:ext uri="{FF2B5EF4-FFF2-40B4-BE49-F238E27FC236}">
                <a16:creationId xmlns:a16="http://schemas.microsoft.com/office/drawing/2014/main" id="{25217EFE-08E0-4C93-94FB-BD852366FA99}"/>
              </a:ext>
            </a:extLst>
          </p:cNvPr>
          <p:cNvSpPr txBox="1">
            <a:spLocks noChangeArrowheads="1"/>
          </p:cNvSpPr>
          <p:nvPr/>
        </p:nvSpPr>
        <p:spPr bwMode="auto">
          <a:xfrm>
            <a:off x="3624263" y="1771650"/>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54640" name="Text Box 187">
            <a:extLst>
              <a:ext uri="{FF2B5EF4-FFF2-40B4-BE49-F238E27FC236}">
                <a16:creationId xmlns:a16="http://schemas.microsoft.com/office/drawing/2014/main" id="{70BDF379-BE0C-4FCF-BC9E-9B32C93FD148}"/>
              </a:ext>
            </a:extLst>
          </p:cNvPr>
          <p:cNvSpPr txBox="1">
            <a:spLocks noChangeArrowheads="1"/>
          </p:cNvSpPr>
          <p:nvPr/>
        </p:nvSpPr>
        <p:spPr bwMode="auto">
          <a:xfrm>
            <a:off x="4879975" y="1771650"/>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grpSp>
        <p:nvGrpSpPr>
          <p:cNvPr id="160785" name="Group 233">
            <a:extLst>
              <a:ext uri="{FF2B5EF4-FFF2-40B4-BE49-F238E27FC236}">
                <a16:creationId xmlns:a16="http://schemas.microsoft.com/office/drawing/2014/main" id="{5F1BBA44-BB79-4D79-8E8A-A32F449B536D}"/>
              </a:ext>
            </a:extLst>
          </p:cNvPr>
          <p:cNvGrpSpPr>
            <a:grpSpLocks/>
          </p:cNvGrpSpPr>
          <p:nvPr/>
        </p:nvGrpSpPr>
        <p:grpSpPr bwMode="auto">
          <a:xfrm>
            <a:off x="2222625" y="3836148"/>
            <a:ext cx="838200" cy="381000"/>
            <a:chOff x="1968" y="1344"/>
            <a:chExt cx="528" cy="240"/>
          </a:xfrm>
          <a:solidFill>
            <a:srgbClr val="D7D7FF"/>
          </a:solidFill>
        </p:grpSpPr>
        <p:sp>
          <p:nvSpPr>
            <p:cNvPr id="154680" name="Rectangle 234">
              <a:extLst>
                <a:ext uri="{FF2B5EF4-FFF2-40B4-BE49-F238E27FC236}">
                  <a16:creationId xmlns:a16="http://schemas.microsoft.com/office/drawing/2014/main" id="{E0BB7688-FD59-4F39-A445-49299765D5EB}"/>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4681" name="Rectangle 235">
              <a:extLst>
                <a:ext uri="{FF2B5EF4-FFF2-40B4-BE49-F238E27FC236}">
                  <a16:creationId xmlns:a16="http://schemas.microsoft.com/office/drawing/2014/main" id="{8DD5792D-7780-476E-B5CC-C14D87460B61}"/>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0786" name="Group 236">
            <a:extLst>
              <a:ext uri="{FF2B5EF4-FFF2-40B4-BE49-F238E27FC236}">
                <a16:creationId xmlns:a16="http://schemas.microsoft.com/office/drawing/2014/main" id="{58B8E97B-3C79-43A6-B7D8-91CB71C6629E}"/>
              </a:ext>
            </a:extLst>
          </p:cNvPr>
          <p:cNvGrpSpPr>
            <a:grpSpLocks/>
          </p:cNvGrpSpPr>
          <p:nvPr/>
        </p:nvGrpSpPr>
        <p:grpSpPr bwMode="auto">
          <a:xfrm>
            <a:off x="3365625" y="3836148"/>
            <a:ext cx="838200" cy="381000"/>
            <a:chOff x="1968" y="1344"/>
            <a:chExt cx="528" cy="240"/>
          </a:xfrm>
          <a:solidFill>
            <a:srgbClr val="D7D7FF"/>
          </a:solidFill>
        </p:grpSpPr>
        <p:sp>
          <p:nvSpPr>
            <p:cNvPr id="154678" name="Rectangle 237">
              <a:extLst>
                <a:ext uri="{FF2B5EF4-FFF2-40B4-BE49-F238E27FC236}">
                  <a16:creationId xmlns:a16="http://schemas.microsoft.com/office/drawing/2014/main" id="{CCE4D3A1-00B3-4D5B-89FF-5B341546E359}"/>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4679" name="Rectangle 238">
              <a:extLst>
                <a:ext uri="{FF2B5EF4-FFF2-40B4-BE49-F238E27FC236}">
                  <a16:creationId xmlns:a16="http://schemas.microsoft.com/office/drawing/2014/main" id="{0E647072-E381-4656-B593-244A0346AF51}"/>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0787" name="Group 239">
            <a:extLst>
              <a:ext uri="{FF2B5EF4-FFF2-40B4-BE49-F238E27FC236}">
                <a16:creationId xmlns:a16="http://schemas.microsoft.com/office/drawing/2014/main" id="{5F130332-F766-4CB6-8E6C-2000FBFC6C89}"/>
              </a:ext>
            </a:extLst>
          </p:cNvPr>
          <p:cNvGrpSpPr>
            <a:grpSpLocks/>
          </p:cNvGrpSpPr>
          <p:nvPr/>
        </p:nvGrpSpPr>
        <p:grpSpPr bwMode="auto">
          <a:xfrm>
            <a:off x="4584825" y="3836148"/>
            <a:ext cx="838200" cy="381000"/>
            <a:chOff x="1968" y="1344"/>
            <a:chExt cx="528" cy="240"/>
          </a:xfrm>
          <a:solidFill>
            <a:srgbClr val="D7D7FF"/>
          </a:solidFill>
        </p:grpSpPr>
        <p:sp>
          <p:nvSpPr>
            <p:cNvPr id="154676" name="Rectangle 240">
              <a:extLst>
                <a:ext uri="{FF2B5EF4-FFF2-40B4-BE49-F238E27FC236}">
                  <a16:creationId xmlns:a16="http://schemas.microsoft.com/office/drawing/2014/main" id="{067E1EB1-7A8C-40BE-90DC-75340C9B9853}"/>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4677" name="Rectangle 241">
              <a:extLst>
                <a:ext uri="{FF2B5EF4-FFF2-40B4-BE49-F238E27FC236}">
                  <a16:creationId xmlns:a16="http://schemas.microsoft.com/office/drawing/2014/main" id="{7F46C151-9E67-4562-AB55-EB4DCE8E8D4A}"/>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0788" name="Group 242">
            <a:extLst>
              <a:ext uri="{FF2B5EF4-FFF2-40B4-BE49-F238E27FC236}">
                <a16:creationId xmlns:a16="http://schemas.microsoft.com/office/drawing/2014/main" id="{412D8469-7CC7-4A54-B0B4-BEA9CDC873C0}"/>
              </a:ext>
            </a:extLst>
          </p:cNvPr>
          <p:cNvGrpSpPr>
            <a:grpSpLocks/>
          </p:cNvGrpSpPr>
          <p:nvPr/>
        </p:nvGrpSpPr>
        <p:grpSpPr bwMode="auto">
          <a:xfrm>
            <a:off x="5804025" y="3836148"/>
            <a:ext cx="838200" cy="381000"/>
            <a:chOff x="1968" y="1344"/>
            <a:chExt cx="528" cy="240"/>
          </a:xfrm>
          <a:solidFill>
            <a:srgbClr val="D7D7FF"/>
          </a:solidFill>
        </p:grpSpPr>
        <p:sp>
          <p:nvSpPr>
            <p:cNvPr id="154674" name="Rectangle 243">
              <a:extLst>
                <a:ext uri="{FF2B5EF4-FFF2-40B4-BE49-F238E27FC236}">
                  <a16:creationId xmlns:a16="http://schemas.microsoft.com/office/drawing/2014/main" id="{967C16FF-4833-4397-A3CD-46BE4A0A173E}"/>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4675" name="Rectangle 244">
              <a:extLst>
                <a:ext uri="{FF2B5EF4-FFF2-40B4-BE49-F238E27FC236}">
                  <a16:creationId xmlns:a16="http://schemas.microsoft.com/office/drawing/2014/main" id="{C02BAA3C-C72F-44C3-92CA-F96D745D56C5}"/>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0789" name="Group 245">
            <a:extLst>
              <a:ext uri="{FF2B5EF4-FFF2-40B4-BE49-F238E27FC236}">
                <a16:creationId xmlns:a16="http://schemas.microsoft.com/office/drawing/2014/main" id="{F16D9839-2EE3-4CE6-8E93-E303BEC1812C}"/>
              </a:ext>
            </a:extLst>
          </p:cNvPr>
          <p:cNvGrpSpPr>
            <a:grpSpLocks/>
          </p:cNvGrpSpPr>
          <p:nvPr/>
        </p:nvGrpSpPr>
        <p:grpSpPr bwMode="auto">
          <a:xfrm>
            <a:off x="6947025" y="3836148"/>
            <a:ext cx="838200" cy="381000"/>
            <a:chOff x="1968" y="1344"/>
            <a:chExt cx="528" cy="240"/>
          </a:xfrm>
          <a:solidFill>
            <a:srgbClr val="D7D7FF"/>
          </a:solidFill>
        </p:grpSpPr>
        <p:sp>
          <p:nvSpPr>
            <p:cNvPr id="154672" name="Rectangle 246">
              <a:extLst>
                <a:ext uri="{FF2B5EF4-FFF2-40B4-BE49-F238E27FC236}">
                  <a16:creationId xmlns:a16="http://schemas.microsoft.com/office/drawing/2014/main" id="{B23B2218-2D16-434E-A313-7AF999958956}"/>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4673" name="Rectangle 247">
              <a:extLst>
                <a:ext uri="{FF2B5EF4-FFF2-40B4-BE49-F238E27FC236}">
                  <a16:creationId xmlns:a16="http://schemas.microsoft.com/office/drawing/2014/main" id="{C50EE233-1205-4DD3-8D96-4CD41C8D6E76}"/>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0790" name="Group 248">
            <a:extLst>
              <a:ext uri="{FF2B5EF4-FFF2-40B4-BE49-F238E27FC236}">
                <a16:creationId xmlns:a16="http://schemas.microsoft.com/office/drawing/2014/main" id="{2BF3C56D-DF5C-473E-BD39-6C0DCA40C1E7}"/>
              </a:ext>
            </a:extLst>
          </p:cNvPr>
          <p:cNvGrpSpPr>
            <a:grpSpLocks/>
          </p:cNvGrpSpPr>
          <p:nvPr/>
        </p:nvGrpSpPr>
        <p:grpSpPr bwMode="auto">
          <a:xfrm>
            <a:off x="8090025" y="3836148"/>
            <a:ext cx="838200" cy="381000"/>
            <a:chOff x="1968" y="1344"/>
            <a:chExt cx="528" cy="240"/>
          </a:xfrm>
          <a:solidFill>
            <a:srgbClr val="D7D7FF"/>
          </a:solidFill>
        </p:grpSpPr>
        <p:sp>
          <p:nvSpPr>
            <p:cNvPr id="154670" name="Rectangle 249">
              <a:extLst>
                <a:ext uri="{FF2B5EF4-FFF2-40B4-BE49-F238E27FC236}">
                  <a16:creationId xmlns:a16="http://schemas.microsoft.com/office/drawing/2014/main" id="{602EE88A-8DA4-4122-AA85-3F896DA36FF6}"/>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4671" name="Rectangle 250">
              <a:extLst>
                <a:ext uri="{FF2B5EF4-FFF2-40B4-BE49-F238E27FC236}">
                  <a16:creationId xmlns:a16="http://schemas.microsoft.com/office/drawing/2014/main" id="{A8AF33C9-0B95-4694-B2B3-235FF42E62D9}"/>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4647" name="Line 251">
            <a:extLst>
              <a:ext uri="{FF2B5EF4-FFF2-40B4-BE49-F238E27FC236}">
                <a16:creationId xmlns:a16="http://schemas.microsoft.com/office/drawing/2014/main" id="{25BEE66C-440F-4A87-ACEA-363C8DBA1C87}"/>
              </a:ext>
            </a:extLst>
          </p:cNvPr>
          <p:cNvSpPr>
            <a:spLocks noChangeShapeType="1"/>
          </p:cNvSpPr>
          <p:nvPr/>
        </p:nvSpPr>
        <p:spPr bwMode="auto">
          <a:xfrm>
            <a:off x="2908300" y="3987800"/>
            <a:ext cx="457200" cy="0"/>
          </a:xfrm>
          <a:prstGeom prst="line">
            <a:avLst/>
          </a:prstGeom>
          <a:noFill/>
          <a:ln w="38100">
            <a:solidFill>
              <a:srgbClr val="9476B6"/>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4648" name="Line 252">
            <a:extLst>
              <a:ext uri="{FF2B5EF4-FFF2-40B4-BE49-F238E27FC236}">
                <a16:creationId xmlns:a16="http://schemas.microsoft.com/office/drawing/2014/main" id="{3BA11151-F664-4EF5-98C0-28E2090BC944}"/>
              </a:ext>
            </a:extLst>
          </p:cNvPr>
          <p:cNvSpPr>
            <a:spLocks noChangeShapeType="1"/>
          </p:cNvSpPr>
          <p:nvPr/>
        </p:nvSpPr>
        <p:spPr bwMode="auto">
          <a:xfrm>
            <a:off x="5346700" y="3987800"/>
            <a:ext cx="457200" cy="0"/>
          </a:xfrm>
          <a:prstGeom prst="line">
            <a:avLst/>
          </a:prstGeom>
          <a:noFill/>
          <a:ln w="38100">
            <a:solidFill>
              <a:srgbClr val="9476B6"/>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4649" name="Line 253">
            <a:extLst>
              <a:ext uri="{FF2B5EF4-FFF2-40B4-BE49-F238E27FC236}">
                <a16:creationId xmlns:a16="http://schemas.microsoft.com/office/drawing/2014/main" id="{9598CF42-75A8-48BD-AE51-5C3950BA3F9D}"/>
              </a:ext>
            </a:extLst>
          </p:cNvPr>
          <p:cNvSpPr>
            <a:spLocks noChangeShapeType="1"/>
          </p:cNvSpPr>
          <p:nvPr/>
        </p:nvSpPr>
        <p:spPr bwMode="auto">
          <a:xfrm>
            <a:off x="6489700" y="3987800"/>
            <a:ext cx="457200" cy="0"/>
          </a:xfrm>
          <a:prstGeom prst="line">
            <a:avLst/>
          </a:prstGeom>
          <a:noFill/>
          <a:ln w="38100">
            <a:solidFill>
              <a:srgbClr val="9476B6"/>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4650" name="Line 254">
            <a:extLst>
              <a:ext uri="{FF2B5EF4-FFF2-40B4-BE49-F238E27FC236}">
                <a16:creationId xmlns:a16="http://schemas.microsoft.com/office/drawing/2014/main" id="{6500374B-F391-4563-A24D-6D69661B684D}"/>
              </a:ext>
            </a:extLst>
          </p:cNvPr>
          <p:cNvSpPr>
            <a:spLocks noChangeShapeType="1"/>
          </p:cNvSpPr>
          <p:nvPr/>
        </p:nvSpPr>
        <p:spPr bwMode="auto">
          <a:xfrm>
            <a:off x="4127500" y="3987800"/>
            <a:ext cx="457200" cy="0"/>
          </a:xfrm>
          <a:prstGeom prst="line">
            <a:avLst/>
          </a:prstGeom>
          <a:noFill/>
          <a:ln w="38100">
            <a:solidFill>
              <a:srgbClr val="9476B6"/>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4651" name="Line 255">
            <a:extLst>
              <a:ext uri="{FF2B5EF4-FFF2-40B4-BE49-F238E27FC236}">
                <a16:creationId xmlns:a16="http://schemas.microsoft.com/office/drawing/2014/main" id="{4CFDAED1-259A-4936-9418-EFF54F8B0B82}"/>
              </a:ext>
            </a:extLst>
          </p:cNvPr>
          <p:cNvSpPr>
            <a:spLocks noChangeShapeType="1"/>
          </p:cNvSpPr>
          <p:nvPr/>
        </p:nvSpPr>
        <p:spPr bwMode="auto">
          <a:xfrm>
            <a:off x="7632700" y="3987800"/>
            <a:ext cx="457200" cy="0"/>
          </a:xfrm>
          <a:prstGeom prst="line">
            <a:avLst/>
          </a:prstGeom>
          <a:noFill/>
          <a:ln w="38100">
            <a:solidFill>
              <a:srgbClr val="9476B6"/>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4652" name="Text Box 256">
            <a:extLst>
              <a:ext uri="{FF2B5EF4-FFF2-40B4-BE49-F238E27FC236}">
                <a16:creationId xmlns:a16="http://schemas.microsoft.com/office/drawing/2014/main" id="{4A24B9A8-94EB-409F-BF7A-CE716D93D6E9}"/>
              </a:ext>
            </a:extLst>
          </p:cNvPr>
          <p:cNvSpPr txBox="1">
            <a:spLocks noChangeArrowheads="1"/>
          </p:cNvSpPr>
          <p:nvPr/>
        </p:nvSpPr>
        <p:spPr bwMode="auto">
          <a:xfrm>
            <a:off x="2363788" y="3759200"/>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sp>
        <p:nvSpPr>
          <p:cNvPr id="154653" name="Text Box 257">
            <a:extLst>
              <a:ext uri="{FF2B5EF4-FFF2-40B4-BE49-F238E27FC236}">
                <a16:creationId xmlns:a16="http://schemas.microsoft.com/office/drawing/2014/main" id="{15E86009-7EA0-4A3B-8378-A0466F4F12A4}"/>
              </a:ext>
            </a:extLst>
          </p:cNvPr>
          <p:cNvSpPr txBox="1">
            <a:spLocks noChangeArrowheads="1"/>
          </p:cNvSpPr>
          <p:nvPr/>
        </p:nvSpPr>
        <p:spPr bwMode="auto">
          <a:xfrm>
            <a:off x="3481388" y="3759200"/>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54654" name="Text Box 258">
            <a:extLst>
              <a:ext uri="{FF2B5EF4-FFF2-40B4-BE49-F238E27FC236}">
                <a16:creationId xmlns:a16="http://schemas.microsoft.com/office/drawing/2014/main" id="{079C1BE7-C027-4165-9E8C-6F74DF164A50}"/>
              </a:ext>
            </a:extLst>
          </p:cNvPr>
          <p:cNvSpPr txBox="1">
            <a:spLocks noChangeArrowheads="1"/>
          </p:cNvSpPr>
          <p:nvPr/>
        </p:nvSpPr>
        <p:spPr bwMode="auto">
          <a:xfrm>
            <a:off x="4660900" y="3800475"/>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54655" name="Text Box 259">
            <a:extLst>
              <a:ext uri="{FF2B5EF4-FFF2-40B4-BE49-F238E27FC236}">
                <a16:creationId xmlns:a16="http://schemas.microsoft.com/office/drawing/2014/main" id="{45692E31-FAA9-4FE2-9B46-F49C7E404C69}"/>
              </a:ext>
            </a:extLst>
          </p:cNvPr>
          <p:cNvSpPr txBox="1">
            <a:spLocks noChangeArrowheads="1"/>
          </p:cNvSpPr>
          <p:nvPr/>
        </p:nvSpPr>
        <p:spPr bwMode="auto">
          <a:xfrm>
            <a:off x="5919788" y="380047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54656" name="Text Box 260">
            <a:extLst>
              <a:ext uri="{FF2B5EF4-FFF2-40B4-BE49-F238E27FC236}">
                <a16:creationId xmlns:a16="http://schemas.microsoft.com/office/drawing/2014/main" id="{C143D8BF-B2EC-45AD-811D-09BAAF1E959B}"/>
              </a:ext>
            </a:extLst>
          </p:cNvPr>
          <p:cNvSpPr txBox="1">
            <a:spLocks noChangeArrowheads="1"/>
          </p:cNvSpPr>
          <p:nvPr/>
        </p:nvSpPr>
        <p:spPr bwMode="auto">
          <a:xfrm>
            <a:off x="6940550" y="3800475"/>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54657" name="Text Box 261">
            <a:extLst>
              <a:ext uri="{FF2B5EF4-FFF2-40B4-BE49-F238E27FC236}">
                <a16:creationId xmlns:a16="http://schemas.microsoft.com/office/drawing/2014/main" id="{4A1CE792-A6A3-4D18-BA34-F62038FBF400}"/>
              </a:ext>
            </a:extLst>
          </p:cNvPr>
          <p:cNvSpPr txBox="1">
            <a:spLocks noChangeArrowheads="1"/>
          </p:cNvSpPr>
          <p:nvPr/>
        </p:nvSpPr>
        <p:spPr bwMode="auto">
          <a:xfrm>
            <a:off x="8093075" y="3800475"/>
            <a:ext cx="474663"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60802" name="Group 262">
            <a:extLst>
              <a:ext uri="{FF2B5EF4-FFF2-40B4-BE49-F238E27FC236}">
                <a16:creationId xmlns:a16="http://schemas.microsoft.com/office/drawing/2014/main" id="{6C88B6EC-EE63-4EDC-B792-333D7C5A5261}"/>
              </a:ext>
            </a:extLst>
          </p:cNvPr>
          <p:cNvGrpSpPr>
            <a:grpSpLocks/>
          </p:cNvGrpSpPr>
          <p:nvPr/>
        </p:nvGrpSpPr>
        <p:grpSpPr bwMode="auto">
          <a:xfrm>
            <a:off x="1008187" y="3826623"/>
            <a:ext cx="838200" cy="381000"/>
            <a:chOff x="1968" y="1344"/>
            <a:chExt cx="528" cy="240"/>
          </a:xfrm>
          <a:solidFill>
            <a:srgbClr val="FFC000"/>
          </a:solidFill>
        </p:grpSpPr>
        <p:sp>
          <p:nvSpPr>
            <p:cNvPr id="154668" name="Rectangle 263">
              <a:extLst>
                <a:ext uri="{FF2B5EF4-FFF2-40B4-BE49-F238E27FC236}">
                  <a16:creationId xmlns:a16="http://schemas.microsoft.com/office/drawing/2014/main" id="{5EB07925-71B2-45A4-BD0E-562011818837}"/>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4669" name="Rectangle 264">
              <a:extLst>
                <a:ext uri="{FF2B5EF4-FFF2-40B4-BE49-F238E27FC236}">
                  <a16:creationId xmlns:a16="http://schemas.microsoft.com/office/drawing/2014/main" id="{EAE16926-0A7E-4F86-B0EB-867BA6961B17}"/>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4659" name="Line 265">
            <a:extLst>
              <a:ext uri="{FF2B5EF4-FFF2-40B4-BE49-F238E27FC236}">
                <a16:creationId xmlns:a16="http://schemas.microsoft.com/office/drawing/2014/main" id="{93C86CC0-D44F-4DEB-858E-33C32EFCE707}"/>
              </a:ext>
            </a:extLst>
          </p:cNvPr>
          <p:cNvSpPr>
            <a:spLocks noChangeShapeType="1"/>
          </p:cNvSpPr>
          <p:nvPr/>
        </p:nvSpPr>
        <p:spPr bwMode="auto">
          <a:xfrm>
            <a:off x="1770063" y="4054475"/>
            <a:ext cx="457200" cy="0"/>
          </a:xfrm>
          <a:prstGeom prst="line">
            <a:avLst/>
          </a:prstGeom>
          <a:noFill/>
          <a:ln w="38100">
            <a:solidFill>
              <a:srgbClr val="9476B6"/>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60805" name="Group 266">
            <a:extLst>
              <a:ext uri="{FF2B5EF4-FFF2-40B4-BE49-F238E27FC236}">
                <a16:creationId xmlns:a16="http://schemas.microsoft.com/office/drawing/2014/main" id="{4B8E2EB6-1CB0-9641-B23B-0758578A8BA9}"/>
              </a:ext>
            </a:extLst>
          </p:cNvPr>
          <p:cNvGrpSpPr>
            <a:grpSpLocks/>
          </p:cNvGrpSpPr>
          <p:nvPr/>
        </p:nvGrpSpPr>
        <p:grpSpPr bwMode="auto">
          <a:xfrm>
            <a:off x="115888" y="3732213"/>
            <a:ext cx="892175" cy="523875"/>
            <a:chOff x="752" y="2006"/>
            <a:chExt cx="562" cy="330"/>
          </a:xfrm>
        </p:grpSpPr>
        <p:sp>
          <p:nvSpPr>
            <p:cNvPr id="154666" name="Line 267">
              <a:extLst>
                <a:ext uri="{FF2B5EF4-FFF2-40B4-BE49-F238E27FC236}">
                  <a16:creationId xmlns:a16="http://schemas.microsoft.com/office/drawing/2014/main" id="{D83E4FDA-E869-45B9-B03D-916130A68EB0}"/>
                </a:ext>
              </a:extLst>
            </p:cNvPr>
            <p:cNvSpPr>
              <a:spLocks noChangeShapeType="1"/>
            </p:cNvSpPr>
            <p:nvPr/>
          </p:nvSpPr>
          <p:spPr bwMode="auto">
            <a:xfrm>
              <a:off x="1074" y="2175"/>
              <a:ext cx="24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4667" name="Text Box 268">
              <a:extLst>
                <a:ext uri="{FF2B5EF4-FFF2-40B4-BE49-F238E27FC236}">
                  <a16:creationId xmlns:a16="http://schemas.microsoft.com/office/drawing/2014/main" id="{84272103-E7D5-4FA3-8EE1-ABB7F0A2C8FA}"/>
                </a:ext>
              </a:extLst>
            </p:cNvPr>
            <p:cNvSpPr txBox="1">
              <a:spLocks noChangeArrowheads="1"/>
            </p:cNvSpPr>
            <p:nvPr/>
          </p:nvSpPr>
          <p:spPr bwMode="auto">
            <a:xfrm>
              <a:off x="752" y="2006"/>
              <a:ext cx="368"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dirty="0" err="1">
                  <a:latin typeface="+mn-lt"/>
                  <a:ea typeface="+mn-ea"/>
                  <a:cs typeface="+mn-ea"/>
                  <a:sym typeface="+mn-lt"/>
                </a:rPr>
                <a:t>Lb</a:t>
              </a:r>
              <a:endParaRPr lang="en-US" altLang="zh-CN" sz="2800" dirty="0">
                <a:latin typeface="+mn-lt"/>
                <a:ea typeface="+mn-ea"/>
                <a:cs typeface="+mn-ea"/>
                <a:sym typeface="+mn-lt"/>
              </a:endParaRPr>
            </a:p>
          </p:txBody>
        </p:sp>
      </p:grpSp>
      <p:sp>
        <p:nvSpPr>
          <p:cNvPr id="154661" name="Text Box 269">
            <a:extLst>
              <a:ext uri="{FF2B5EF4-FFF2-40B4-BE49-F238E27FC236}">
                <a16:creationId xmlns:a16="http://schemas.microsoft.com/office/drawing/2014/main" id="{EA3D3769-16A7-4352-BE0D-70DB2F55D2C3}"/>
              </a:ext>
            </a:extLst>
          </p:cNvPr>
          <p:cNvSpPr txBox="1">
            <a:spLocks noChangeArrowheads="1"/>
          </p:cNvSpPr>
          <p:nvPr/>
        </p:nvSpPr>
        <p:spPr bwMode="auto">
          <a:xfrm>
            <a:off x="2305050" y="4562475"/>
            <a:ext cx="585788" cy="52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b="1" dirty="0" err="1">
                <a:latin typeface="+mn-lt"/>
                <a:ea typeface="+mn-ea"/>
                <a:cs typeface="+mn-ea"/>
                <a:sym typeface="+mn-lt"/>
              </a:rPr>
              <a:t>pb</a:t>
            </a:r>
            <a:endParaRPr lang="en-US" altLang="zh-CN" sz="2800" b="1" dirty="0">
              <a:latin typeface="+mn-lt"/>
              <a:ea typeface="+mn-ea"/>
              <a:cs typeface="+mn-ea"/>
              <a:sym typeface="+mn-lt"/>
            </a:endParaRPr>
          </a:p>
        </p:txBody>
      </p:sp>
      <p:sp>
        <p:nvSpPr>
          <p:cNvPr id="154662" name="Line 270">
            <a:extLst>
              <a:ext uri="{FF2B5EF4-FFF2-40B4-BE49-F238E27FC236}">
                <a16:creationId xmlns:a16="http://schemas.microsoft.com/office/drawing/2014/main" id="{78275845-93D7-4598-8D22-0188783E98EA}"/>
              </a:ext>
            </a:extLst>
          </p:cNvPr>
          <p:cNvSpPr>
            <a:spLocks noChangeShapeType="1"/>
          </p:cNvSpPr>
          <p:nvPr/>
        </p:nvSpPr>
        <p:spPr bwMode="auto">
          <a:xfrm flipV="1">
            <a:off x="2495550" y="4208463"/>
            <a:ext cx="0" cy="381000"/>
          </a:xfrm>
          <a:prstGeom prst="line">
            <a:avLst/>
          </a:prstGeom>
          <a:noFill/>
          <a:ln w="57150">
            <a:solidFill>
              <a:srgbClr val="9476B6"/>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4" name="Group 273">
            <a:extLst>
              <a:ext uri="{FF2B5EF4-FFF2-40B4-BE49-F238E27FC236}">
                <a16:creationId xmlns:a16="http://schemas.microsoft.com/office/drawing/2014/main" id="{CA4B666A-88B1-4847-B91D-C84ADBC243DC}"/>
              </a:ext>
            </a:extLst>
          </p:cNvPr>
          <p:cNvGrpSpPr>
            <a:grpSpLocks/>
          </p:cNvGrpSpPr>
          <p:nvPr/>
        </p:nvGrpSpPr>
        <p:grpSpPr bwMode="auto">
          <a:xfrm>
            <a:off x="-63500" y="2228850"/>
            <a:ext cx="1782763" cy="819150"/>
            <a:chOff x="276" y="792"/>
            <a:chExt cx="1123" cy="516"/>
          </a:xfrm>
        </p:grpSpPr>
        <p:sp>
          <p:nvSpPr>
            <p:cNvPr id="154664" name="Text Box 271">
              <a:extLst>
                <a:ext uri="{FF2B5EF4-FFF2-40B4-BE49-F238E27FC236}">
                  <a16:creationId xmlns:a16="http://schemas.microsoft.com/office/drawing/2014/main" id="{C33081B6-183A-4AA3-9513-31664F11971B}"/>
                </a:ext>
              </a:extLst>
            </p:cNvPr>
            <p:cNvSpPr txBox="1">
              <a:spLocks noChangeArrowheads="1"/>
            </p:cNvSpPr>
            <p:nvPr/>
          </p:nvSpPr>
          <p:spPr bwMode="auto">
            <a:xfrm>
              <a:off x="276" y="943"/>
              <a:ext cx="1123" cy="36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r>
                <a:rPr lang="en-US" altLang="zh-CN" sz="3200" b="1" dirty="0" err="1">
                  <a:solidFill>
                    <a:srgbClr val="FF0000"/>
                  </a:solidFill>
                  <a:latin typeface="+mn-lt"/>
                  <a:ea typeface="+mn-ea"/>
                  <a:cs typeface="+mn-ea"/>
                  <a:sym typeface="+mn-lt"/>
                </a:rPr>
                <a:t>Lc</a:t>
              </a:r>
              <a:r>
                <a:rPr lang="en-US" altLang="zh-CN" sz="3200" b="1" dirty="0">
                  <a:solidFill>
                    <a:srgbClr val="FF0000"/>
                  </a:solidFill>
                  <a:latin typeface="+mn-lt"/>
                  <a:ea typeface="+mn-ea"/>
                  <a:cs typeface="+mn-ea"/>
                  <a:sym typeface="+mn-lt"/>
                </a:rPr>
                <a:t> = pc</a:t>
              </a:r>
            </a:p>
          </p:txBody>
        </p:sp>
        <p:sp>
          <p:nvSpPr>
            <p:cNvPr id="154665" name="Line 272">
              <a:extLst>
                <a:ext uri="{FF2B5EF4-FFF2-40B4-BE49-F238E27FC236}">
                  <a16:creationId xmlns:a16="http://schemas.microsoft.com/office/drawing/2014/main" id="{81FB9096-CED4-4479-9CD8-9400C0951142}"/>
                </a:ext>
              </a:extLst>
            </p:cNvPr>
            <p:cNvSpPr>
              <a:spLocks noChangeShapeType="1"/>
            </p:cNvSpPr>
            <p:nvPr/>
          </p:nvSpPr>
          <p:spPr bwMode="auto">
            <a:xfrm>
              <a:off x="1154" y="792"/>
              <a:ext cx="0" cy="216"/>
            </a:xfrm>
            <a:prstGeom prst="line">
              <a:avLst/>
            </a:prstGeom>
            <a:noFill/>
            <a:ln w="57150">
              <a:solidFill>
                <a:srgbClr val="FF0000"/>
              </a:solidFill>
              <a:round/>
              <a:headEnd type="triangle" w="med" len="me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67" name="Shape 26">
            <a:extLst>
              <a:ext uri="{FF2B5EF4-FFF2-40B4-BE49-F238E27FC236}">
                <a16:creationId xmlns:a16="http://schemas.microsoft.com/office/drawing/2014/main" id="{5DA16716-A2F7-486A-A7CB-BE4B061EA92E}"/>
              </a:ext>
            </a:extLst>
          </p:cNvPr>
          <p:cNvSpPr/>
          <p:nvPr/>
        </p:nvSpPr>
        <p:spPr bwMode="auto">
          <a:xfrm flipH="1">
            <a:off x="0" y="5899150"/>
            <a:ext cx="9144000" cy="97313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box(in)">
                                      <p:cBhvr>
                                        <p:cTn id="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矩形 1">
            <a:extLst>
              <a:ext uri="{FF2B5EF4-FFF2-40B4-BE49-F238E27FC236}">
                <a16:creationId xmlns:a16="http://schemas.microsoft.com/office/drawing/2014/main" id="{676E1010-F086-5F42-9A04-CD9E8ECF8566}"/>
              </a:ext>
            </a:extLst>
          </p:cNvPr>
          <p:cNvSpPr>
            <a:spLocks noChangeArrowheads="1"/>
          </p:cNvSpPr>
          <p:nvPr/>
        </p:nvSpPr>
        <p:spPr bwMode="auto">
          <a:xfrm>
            <a:off x="0" y="1411288"/>
            <a:ext cx="9144000" cy="3671887"/>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55650" name="Line 4">
            <a:extLst>
              <a:ext uri="{FF2B5EF4-FFF2-40B4-BE49-F238E27FC236}">
                <a16:creationId xmlns:a16="http://schemas.microsoft.com/office/drawing/2014/main" id="{F46817FF-8EF6-474A-90E3-A364059181A2}"/>
              </a:ext>
            </a:extLst>
          </p:cNvPr>
          <p:cNvSpPr>
            <a:spLocks noChangeShapeType="1"/>
          </p:cNvSpPr>
          <p:nvPr/>
        </p:nvSpPr>
        <p:spPr bwMode="auto">
          <a:xfrm>
            <a:off x="2949575" y="2257425"/>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51" name="Text Box 5">
            <a:extLst>
              <a:ext uri="{FF2B5EF4-FFF2-40B4-BE49-F238E27FC236}">
                <a16:creationId xmlns:a16="http://schemas.microsoft.com/office/drawing/2014/main" id="{2FFFB7AA-5E56-433C-96FB-AE5C31ED1000}"/>
              </a:ext>
            </a:extLst>
          </p:cNvPr>
          <p:cNvSpPr txBox="1">
            <a:spLocks noChangeArrowheads="1"/>
          </p:cNvSpPr>
          <p:nvPr/>
        </p:nvSpPr>
        <p:spPr bwMode="auto">
          <a:xfrm>
            <a:off x="3475038" y="2663825"/>
            <a:ext cx="617537"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dirty="0">
                <a:latin typeface="+mn-lt"/>
                <a:ea typeface="+mn-ea"/>
                <a:cs typeface="+mn-ea"/>
                <a:sym typeface="+mn-lt"/>
              </a:rPr>
              <a:t>pa</a:t>
            </a:r>
          </a:p>
        </p:txBody>
      </p:sp>
      <p:sp>
        <p:nvSpPr>
          <p:cNvPr id="155652" name="Line 6">
            <a:extLst>
              <a:ext uri="{FF2B5EF4-FFF2-40B4-BE49-F238E27FC236}">
                <a16:creationId xmlns:a16="http://schemas.microsoft.com/office/drawing/2014/main" id="{57ADBA88-7885-4BE5-A170-90128292E8C9}"/>
              </a:ext>
            </a:extLst>
          </p:cNvPr>
          <p:cNvSpPr>
            <a:spLocks noChangeShapeType="1"/>
          </p:cNvSpPr>
          <p:nvPr/>
        </p:nvSpPr>
        <p:spPr bwMode="auto">
          <a:xfrm flipV="1">
            <a:off x="3681413" y="2432050"/>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53" name="Line 7">
            <a:extLst>
              <a:ext uri="{FF2B5EF4-FFF2-40B4-BE49-F238E27FC236}">
                <a16:creationId xmlns:a16="http://schemas.microsoft.com/office/drawing/2014/main" id="{B9CBA9C4-44DF-4B22-B448-0995242FFB67}"/>
              </a:ext>
            </a:extLst>
          </p:cNvPr>
          <p:cNvSpPr>
            <a:spLocks noChangeShapeType="1"/>
          </p:cNvSpPr>
          <p:nvPr/>
        </p:nvSpPr>
        <p:spPr bwMode="auto">
          <a:xfrm>
            <a:off x="1735138" y="2259013"/>
            <a:ext cx="381000" cy="0"/>
          </a:xfrm>
          <a:prstGeom prst="line">
            <a:avLst/>
          </a:prstGeom>
          <a:noFill/>
          <a:ln w="3810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54" name="Text Box 8">
            <a:extLst>
              <a:ext uri="{FF2B5EF4-FFF2-40B4-BE49-F238E27FC236}">
                <a16:creationId xmlns:a16="http://schemas.microsoft.com/office/drawing/2014/main" id="{C4D3E493-3082-4328-836E-17842673B34A}"/>
              </a:ext>
            </a:extLst>
          </p:cNvPr>
          <p:cNvSpPr txBox="1">
            <a:spLocks noChangeArrowheads="1"/>
          </p:cNvSpPr>
          <p:nvPr/>
        </p:nvSpPr>
        <p:spPr bwMode="auto">
          <a:xfrm>
            <a:off x="85725" y="1987550"/>
            <a:ext cx="1766888"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dirty="0">
                <a:latin typeface="+mn-lt"/>
                <a:ea typeface="+mn-ea"/>
                <a:cs typeface="+mn-ea"/>
                <a:sym typeface="+mn-lt"/>
              </a:rPr>
              <a:t>La(</a:t>
            </a:r>
            <a:r>
              <a:rPr lang="en-US" altLang="zh-CN" sz="2800" dirty="0" err="1">
                <a:solidFill>
                  <a:srgbClr val="FF0000"/>
                </a:solidFill>
                <a:latin typeface="+mn-lt"/>
                <a:ea typeface="+mn-ea"/>
                <a:cs typeface="+mn-ea"/>
                <a:sym typeface="+mn-lt"/>
              </a:rPr>
              <a:t>Lc</a:t>
            </a:r>
            <a:r>
              <a:rPr lang="en-US" altLang="zh-CN" sz="2800" dirty="0">
                <a:solidFill>
                  <a:srgbClr val="FF0000"/>
                </a:solidFill>
                <a:latin typeface="+mn-lt"/>
                <a:ea typeface="+mn-ea"/>
                <a:cs typeface="+mn-ea"/>
                <a:sym typeface="+mn-lt"/>
              </a:rPr>
              <a:t> ,pc</a:t>
            </a:r>
            <a:r>
              <a:rPr lang="en-US" altLang="zh-CN" sz="2800" dirty="0">
                <a:latin typeface="+mn-lt"/>
                <a:ea typeface="+mn-ea"/>
                <a:cs typeface="+mn-ea"/>
                <a:sym typeface="+mn-lt"/>
              </a:rPr>
              <a:t>)</a:t>
            </a:r>
          </a:p>
        </p:txBody>
      </p:sp>
      <p:grpSp>
        <p:nvGrpSpPr>
          <p:cNvPr id="161799" name="Group 9">
            <a:extLst>
              <a:ext uri="{FF2B5EF4-FFF2-40B4-BE49-F238E27FC236}">
                <a16:creationId xmlns:a16="http://schemas.microsoft.com/office/drawing/2014/main" id="{731AD3C9-5E3D-40E5-A1F8-E2409E570DE2}"/>
              </a:ext>
            </a:extLst>
          </p:cNvPr>
          <p:cNvGrpSpPr>
            <a:grpSpLocks/>
          </p:cNvGrpSpPr>
          <p:nvPr/>
        </p:nvGrpSpPr>
        <p:grpSpPr bwMode="auto">
          <a:xfrm>
            <a:off x="3376952" y="2029959"/>
            <a:ext cx="838200" cy="381000"/>
            <a:chOff x="1968" y="1344"/>
            <a:chExt cx="528" cy="240"/>
          </a:xfrm>
          <a:solidFill>
            <a:srgbClr val="EAEAEA"/>
          </a:solidFill>
        </p:grpSpPr>
        <p:sp>
          <p:nvSpPr>
            <p:cNvPr id="155711" name="Rectangle 10">
              <a:extLst>
                <a:ext uri="{FF2B5EF4-FFF2-40B4-BE49-F238E27FC236}">
                  <a16:creationId xmlns:a16="http://schemas.microsoft.com/office/drawing/2014/main" id="{D49FC2DD-0C97-49B9-9275-D8D6BD7D663E}"/>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5712" name="Rectangle 11">
              <a:extLst>
                <a:ext uri="{FF2B5EF4-FFF2-40B4-BE49-F238E27FC236}">
                  <a16:creationId xmlns:a16="http://schemas.microsoft.com/office/drawing/2014/main" id="{4D628F57-3753-4869-AC28-5F0D31E7E729}"/>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1800" name="Group 12">
            <a:extLst>
              <a:ext uri="{FF2B5EF4-FFF2-40B4-BE49-F238E27FC236}">
                <a16:creationId xmlns:a16="http://schemas.microsoft.com/office/drawing/2014/main" id="{772EFEBB-65E6-4734-8034-DA6631F960EB}"/>
              </a:ext>
            </a:extLst>
          </p:cNvPr>
          <p:cNvGrpSpPr>
            <a:grpSpLocks/>
          </p:cNvGrpSpPr>
          <p:nvPr/>
        </p:nvGrpSpPr>
        <p:grpSpPr bwMode="auto">
          <a:xfrm>
            <a:off x="4596152" y="2029959"/>
            <a:ext cx="838200" cy="381000"/>
            <a:chOff x="1968" y="1344"/>
            <a:chExt cx="528" cy="240"/>
          </a:xfrm>
          <a:solidFill>
            <a:srgbClr val="EAEAEA"/>
          </a:solidFill>
        </p:grpSpPr>
        <p:sp>
          <p:nvSpPr>
            <p:cNvPr id="155709" name="Rectangle 13">
              <a:extLst>
                <a:ext uri="{FF2B5EF4-FFF2-40B4-BE49-F238E27FC236}">
                  <a16:creationId xmlns:a16="http://schemas.microsoft.com/office/drawing/2014/main" id="{D4C71789-E0BA-4090-9047-9FE9BE860090}"/>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5710" name="Rectangle 14">
              <a:extLst>
                <a:ext uri="{FF2B5EF4-FFF2-40B4-BE49-F238E27FC236}">
                  <a16:creationId xmlns:a16="http://schemas.microsoft.com/office/drawing/2014/main" id="{98987D1D-6F27-4980-BCF5-36C952DC8704}"/>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1801" name="Group 15">
            <a:extLst>
              <a:ext uri="{FF2B5EF4-FFF2-40B4-BE49-F238E27FC236}">
                <a16:creationId xmlns:a16="http://schemas.microsoft.com/office/drawing/2014/main" id="{66CFEBEE-C073-4BCA-9350-CDF7A450E473}"/>
              </a:ext>
            </a:extLst>
          </p:cNvPr>
          <p:cNvGrpSpPr>
            <a:grpSpLocks/>
          </p:cNvGrpSpPr>
          <p:nvPr/>
        </p:nvGrpSpPr>
        <p:grpSpPr bwMode="auto">
          <a:xfrm>
            <a:off x="5815352" y="2029959"/>
            <a:ext cx="838200" cy="381000"/>
            <a:chOff x="1968" y="1344"/>
            <a:chExt cx="528" cy="240"/>
          </a:xfrm>
          <a:solidFill>
            <a:srgbClr val="EAEAEA"/>
          </a:solidFill>
        </p:grpSpPr>
        <p:sp>
          <p:nvSpPr>
            <p:cNvPr id="155707" name="Rectangle 16">
              <a:extLst>
                <a:ext uri="{FF2B5EF4-FFF2-40B4-BE49-F238E27FC236}">
                  <a16:creationId xmlns:a16="http://schemas.microsoft.com/office/drawing/2014/main" id="{6C047AD8-41B7-48A4-90A8-12B6B092DC0E}"/>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5708" name="Rectangle 17">
              <a:extLst>
                <a:ext uri="{FF2B5EF4-FFF2-40B4-BE49-F238E27FC236}">
                  <a16:creationId xmlns:a16="http://schemas.microsoft.com/office/drawing/2014/main" id="{253A7203-5F46-4B25-BB13-5AFDB27EED94}"/>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1803" name="Group 18">
            <a:extLst>
              <a:ext uri="{FF2B5EF4-FFF2-40B4-BE49-F238E27FC236}">
                <a16:creationId xmlns:a16="http://schemas.microsoft.com/office/drawing/2014/main" id="{76886456-D318-2740-9A04-6EB058F4A347}"/>
              </a:ext>
            </a:extLst>
          </p:cNvPr>
          <p:cNvGrpSpPr>
            <a:grpSpLocks/>
          </p:cNvGrpSpPr>
          <p:nvPr/>
        </p:nvGrpSpPr>
        <p:grpSpPr bwMode="auto">
          <a:xfrm>
            <a:off x="2124075" y="2030413"/>
            <a:ext cx="838200" cy="381000"/>
            <a:chOff x="1968" y="1344"/>
            <a:chExt cx="528" cy="240"/>
          </a:xfrm>
        </p:grpSpPr>
        <p:sp>
          <p:nvSpPr>
            <p:cNvPr id="155705" name="Rectangle 19">
              <a:extLst>
                <a:ext uri="{FF2B5EF4-FFF2-40B4-BE49-F238E27FC236}">
                  <a16:creationId xmlns:a16="http://schemas.microsoft.com/office/drawing/2014/main" id="{6FA66547-96DA-40A5-832B-14949941A3C0}"/>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5706" name="Rectangle 20">
              <a:extLst>
                <a:ext uri="{FF2B5EF4-FFF2-40B4-BE49-F238E27FC236}">
                  <a16:creationId xmlns:a16="http://schemas.microsoft.com/office/drawing/2014/main" id="{BBF441B4-8FD8-4E2D-8B0C-F962716533D8}"/>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590869" name="Line 21">
            <a:extLst>
              <a:ext uri="{FF2B5EF4-FFF2-40B4-BE49-F238E27FC236}">
                <a16:creationId xmlns:a16="http://schemas.microsoft.com/office/drawing/2014/main" id="{15840266-7291-4883-AA4F-5A0B4737BBE7}"/>
              </a:ext>
            </a:extLst>
          </p:cNvPr>
          <p:cNvSpPr>
            <a:spLocks noChangeShapeType="1"/>
          </p:cNvSpPr>
          <p:nvPr/>
        </p:nvSpPr>
        <p:spPr bwMode="auto">
          <a:xfrm>
            <a:off x="2973388" y="2263775"/>
            <a:ext cx="457200" cy="0"/>
          </a:xfrm>
          <a:prstGeom prst="line">
            <a:avLst/>
          </a:prstGeom>
          <a:noFill/>
          <a:ln w="5715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60" name="Line 22">
            <a:extLst>
              <a:ext uri="{FF2B5EF4-FFF2-40B4-BE49-F238E27FC236}">
                <a16:creationId xmlns:a16="http://schemas.microsoft.com/office/drawing/2014/main" id="{69B919EF-2788-4989-A2CD-8A2FDE9E7A13}"/>
              </a:ext>
            </a:extLst>
          </p:cNvPr>
          <p:cNvSpPr>
            <a:spLocks noChangeShapeType="1"/>
          </p:cNvSpPr>
          <p:nvPr/>
        </p:nvSpPr>
        <p:spPr bwMode="auto">
          <a:xfrm>
            <a:off x="4138613" y="225901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61" name="Line 23">
            <a:extLst>
              <a:ext uri="{FF2B5EF4-FFF2-40B4-BE49-F238E27FC236}">
                <a16:creationId xmlns:a16="http://schemas.microsoft.com/office/drawing/2014/main" id="{62A20C04-865D-4759-AC2A-2A395F0B9295}"/>
              </a:ext>
            </a:extLst>
          </p:cNvPr>
          <p:cNvSpPr>
            <a:spLocks noChangeShapeType="1"/>
          </p:cNvSpPr>
          <p:nvPr/>
        </p:nvSpPr>
        <p:spPr bwMode="auto">
          <a:xfrm>
            <a:off x="5357813" y="225901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62" name="Text Box 24">
            <a:extLst>
              <a:ext uri="{FF2B5EF4-FFF2-40B4-BE49-F238E27FC236}">
                <a16:creationId xmlns:a16="http://schemas.microsoft.com/office/drawing/2014/main" id="{E82BBA97-F111-4614-9F3F-54F8705CF3DD}"/>
              </a:ext>
            </a:extLst>
          </p:cNvPr>
          <p:cNvSpPr txBox="1">
            <a:spLocks noChangeArrowheads="1"/>
          </p:cNvSpPr>
          <p:nvPr/>
        </p:nvSpPr>
        <p:spPr bwMode="auto">
          <a:xfrm>
            <a:off x="3492500" y="1963738"/>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55663" name="Text Box 25">
            <a:extLst>
              <a:ext uri="{FF2B5EF4-FFF2-40B4-BE49-F238E27FC236}">
                <a16:creationId xmlns:a16="http://schemas.microsoft.com/office/drawing/2014/main" id="{A7A95361-ADF2-4882-879A-167CAE562679}"/>
              </a:ext>
            </a:extLst>
          </p:cNvPr>
          <p:cNvSpPr txBox="1">
            <a:spLocks noChangeArrowheads="1"/>
          </p:cNvSpPr>
          <p:nvPr/>
        </p:nvSpPr>
        <p:spPr bwMode="auto">
          <a:xfrm>
            <a:off x="4675188" y="1963738"/>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55664" name="Text Box 26">
            <a:extLst>
              <a:ext uri="{FF2B5EF4-FFF2-40B4-BE49-F238E27FC236}">
                <a16:creationId xmlns:a16="http://schemas.microsoft.com/office/drawing/2014/main" id="{2F4542BD-8345-4010-A388-C5CE63350B05}"/>
              </a:ext>
            </a:extLst>
          </p:cNvPr>
          <p:cNvSpPr txBox="1">
            <a:spLocks noChangeArrowheads="1"/>
          </p:cNvSpPr>
          <p:nvPr/>
        </p:nvSpPr>
        <p:spPr bwMode="auto">
          <a:xfrm>
            <a:off x="5930900" y="1963738"/>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grpSp>
        <p:nvGrpSpPr>
          <p:cNvPr id="161809" name="Group 27">
            <a:extLst>
              <a:ext uri="{FF2B5EF4-FFF2-40B4-BE49-F238E27FC236}">
                <a16:creationId xmlns:a16="http://schemas.microsoft.com/office/drawing/2014/main" id="{D37075CB-ADEA-4581-9ED4-24F249EC2B7C}"/>
              </a:ext>
            </a:extLst>
          </p:cNvPr>
          <p:cNvGrpSpPr>
            <a:grpSpLocks/>
          </p:cNvGrpSpPr>
          <p:nvPr/>
        </p:nvGrpSpPr>
        <p:grpSpPr bwMode="auto">
          <a:xfrm>
            <a:off x="2247900" y="3446463"/>
            <a:ext cx="838200" cy="381000"/>
            <a:chOff x="1968" y="1344"/>
            <a:chExt cx="528" cy="240"/>
          </a:xfrm>
          <a:solidFill>
            <a:srgbClr val="EAEAEA"/>
          </a:solidFill>
        </p:grpSpPr>
        <p:sp>
          <p:nvSpPr>
            <p:cNvPr id="155703" name="Rectangle 28">
              <a:extLst>
                <a:ext uri="{FF2B5EF4-FFF2-40B4-BE49-F238E27FC236}">
                  <a16:creationId xmlns:a16="http://schemas.microsoft.com/office/drawing/2014/main" id="{3F0DCE34-49D3-4B31-B253-850076A10DB8}"/>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5704" name="Rectangle 29">
              <a:extLst>
                <a:ext uri="{FF2B5EF4-FFF2-40B4-BE49-F238E27FC236}">
                  <a16:creationId xmlns:a16="http://schemas.microsoft.com/office/drawing/2014/main" id="{845DDF72-04D5-4677-AA22-5AE87053DFEE}"/>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1810" name="Group 30">
            <a:extLst>
              <a:ext uri="{FF2B5EF4-FFF2-40B4-BE49-F238E27FC236}">
                <a16:creationId xmlns:a16="http://schemas.microsoft.com/office/drawing/2014/main" id="{A4CDB9A8-BC97-442E-BDEB-0090E25B791C}"/>
              </a:ext>
            </a:extLst>
          </p:cNvPr>
          <p:cNvGrpSpPr>
            <a:grpSpLocks/>
          </p:cNvGrpSpPr>
          <p:nvPr/>
        </p:nvGrpSpPr>
        <p:grpSpPr bwMode="auto">
          <a:xfrm>
            <a:off x="3390900" y="3446463"/>
            <a:ext cx="838200" cy="381000"/>
            <a:chOff x="1968" y="1344"/>
            <a:chExt cx="528" cy="240"/>
          </a:xfrm>
          <a:solidFill>
            <a:srgbClr val="EAEAEA"/>
          </a:solidFill>
        </p:grpSpPr>
        <p:sp>
          <p:nvSpPr>
            <p:cNvPr id="155701" name="Rectangle 31">
              <a:extLst>
                <a:ext uri="{FF2B5EF4-FFF2-40B4-BE49-F238E27FC236}">
                  <a16:creationId xmlns:a16="http://schemas.microsoft.com/office/drawing/2014/main" id="{309956F2-70F3-4AD9-BF19-D862D51DD93F}"/>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5702" name="Rectangle 32">
              <a:extLst>
                <a:ext uri="{FF2B5EF4-FFF2-40B4-BE49-F238E27FC236}">
                  <a16:creationId xmlns:a16="http://schemas.microsoft.com/office/drawing/2014/main" id="{BA360772-1FC7-40CA-8C26-FEE54A58B79D}"/>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1811" name="Group 33">
            <a:extLst>
              <a:ext uri="{FF2B5EF4-FFF2-40B4-BE49-F238E27FC236}">
                <a16:creationId xmlns:a16="http://schemas.microsoft.com/office/drawing/2014/main" id="{A7BEF9CB-3C26-4325-A29D-FE8BE50B435D}"/>
              </a:ext>
            </a:extLst>
          </p:cNvPr>
          <p:cNvGrpSpPr>
            <a:grpSpLocks/>
          </p:cNvGrpSpPr>
          <p:nvPr/>
        </p:nvGrpSpPr>
        <p:grpSpPr bwMode="auto">
          <a:xfrm>
            <a:off x="4610100" y="3446463"/>
            <a:ext cx="838200" cy="381000"/>
            <a:chOff x="1968" y="1344"/>
            <a:chExt cx="528" cy="240"/>
          </a:xfrm>
          <a:solidFill>
            <a:srgbClr val="EAEAEA"/>
          </a:solidFill>
        </p:grpSpPr>
        <p:sp>
          <p:nvSpPr>
            <p:cNvPr id="155699" name="Rectangle 34">
              <a:extLst>
                <a:ext uri="{FF2B5EF4-FFF2-40B4-BE49-F238E27FC236}">
                  <a16:creationId xmlns:a16="http://schemas.microsoft.com/office/drawing/2014/main" id="{BF914A47-7926-48E8-8772-E2F18513BBD1}"/>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5700" name="Rectangle 35">
              <a:extLst>
                <a:ext uri="{FF2B5EF4-FFF2-40B4-BE49-F238E27FC236}">
                  <a16:creationId xmlns:a16="http://schemas.microsoft.com/office/drawing/2014/main" id="{3EABEE10-CFF5-4C20-A158-946A29C4021C}"/>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1812" name="Group 36">
            <a:extLst>
              <a:ext uri="{FF2B5EF4-FFF2-40B4-BE49-F238E27FC236}">
                <a16:creationId xmlns:a16="http://schemas.microsoft.com/office/drawing/2014/main" id="{E44524EB-F594-48AB-AB5E-E0D25AD44BE0}"/>
              </a:ext>
            </a:extLst>
          </p:cNvPr>
          <p:cNvGrpSpPr>
            <a:grpSpLocks/>
          </p:cNvGrpSpPr>
          <p:nvPr/>
        </p:nvGrpSpPr>
        <p:grpSpPr bwMode="auto">
          <a:xfrm>
            <a:off x="5829300" y="3446463"/>
            <a:ext cx="838200" cy="381000"/>
            <a:chOff x="1968" y="1344"/>
            <a:chExt cx="528" cy="240"/>
          </a:xfrm>
          <a:solidFill>
            <a:srgbClr val="EAEAEA"/>
          </a:solidFill>
        </p:grpSpPr>
        <p:sp>
          <p:nvSpPr>
            <p:cNvPr id="155697" name="Rectangle 37">
              <a:extLst>
                <a:ext uri="{FF2B5EF4-FFF2-40B4-BE49-F238E27FC236}">
                  <a16:creationId xmlns:a16="http://schemas.microsoft.com/office/drawing/2014/main" id="{284F26AB-73AB-4502-B780-1B8DA461C80B}"/>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5698" name="Rectangle 38">
              <a:extLst>
                <a:ext uri="{FF2B5EF4-FFF2-40B4-BE49-F238E27FC236}">
                  <a16:creationId xmlns:a16="http://schemas.microsoft.com/office/drawing/2014/main" id="{6A3EC9BA-A980-4AE5-9752-73538E8B8023}"/>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1813" name="Group 39">
            <a:extLst>
              <a:ext uri="{FF2B5EF4-FFF2-40B4-BE49-F238E27FC236}">
                <a16:creationId xmlns:a16="http://schemas.microsoft.com/office/drawing/2014/main" id="{2E75C72F-B754-497E-9C94-767F7B848177}"/>
              </a:ext>
            </a:extLst>
          </p:cNvPr>
          <p:cNvGrpSpPr>
            <a:grpSpLocks/>
          </p:cNvGrpSpPr>
          <p:nvPr/>
        </p:nvGrpSpPr>
        <p:grpSpPr bwMode="auto">
          <a:xfrm>
            <a:off x="6972300" y="3446463"/>
            <a:ext cx="838200" cy="381000"/>
            <a:chOff x="1968" y="1344"/>
            <a:chExt cx="528" cy="240"/>
          </a:xfrm>
          <a:solidFill>
            <a:srgbClr val="EAEAEA"/>
          </a:solidFill>
        </p:grpSpPr>
        <p:sp>
          <p:nvSpPr>
            <p:cNvPr id="155695" name="Rectangle 40">
              <a:extLst>
                <a:ext uri="{FF2B5EF4-FFF2-40B4-BE49-F238E27FC236}">
                  <a16:creationId xmlns:a16="http://schemas.microsoft.com/office/drawing/2014/main" id="{BCBE8F0F-5184-4619-BAC7-B1BBFF7D4E9B}"/>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5696" name="Rectangle 41">
              <a:extLst>
                <a:ext uri="{FF2B5EF4-FFF2-40B4-BE49-F238E27FC236}">
                  <a16:creationId xmlns:a16="http://schemas.microsoft.com/office/drawing/2014/main" id="{4B45EDED-1D69-4C52-B5F1-4FC51FBEBAD6}"/>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1814" name="Group 42">
            <a:extLst>
              <a:ext uri="{FF2B5EF4-FFF2-40B4-BE49-F238E27FC236}">
                <a16:creationId xmlns:a16="http://schemas.microsoft.com/office/drawing/2014/main" id="{6C518DE8-D1AB-4925-AD22-D65E97F6FD69}"/>
              </a:ext>
            </a:extLst>
          </p:cNvPr>
          <p:cNvGrpSpPr>
            <a:grpSpLocks/>
          </p:cNvGrpSpPr>
          <p:nvPr/>
        </p:nvGrpSpPr>
        <p:grpSpPr bwMode="auto">
          <a:xfrm>
            <a:off x="8115300" y="3446463"/>
            <a:ext cx="838200" cy="381000"/>
            <a:chOff x="1968" y="1344"/>
            <a:chExt cx="528" cy="240"/>
          </a:xfrm>
          <a:solidFill>
            <a:srgbClr val="EAEAEA"/>
          </a:solidFill>
        </p:grpSpPr>
        <p:sp>
          <p:nvSpPr>
            <p:cNvPr id="155693" name="Rectangle 43">
              <a:extLst>
                <a:ext uri="{FF2B5EF4-FFF2-40B4-BE49-F238E27FC236}">
                  <a16:creationId xmlns:a16="http://schemas.microsoft.com/office/drawing/2014/main" id="{645C7AFD-9906-407F-BF43-2D3AEB118A44}"/>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5694" name="Rectangle 44">
              <a:extLst>
                <a:ext uri="{FF2B5EF4-FFF2-40B4-BE49-F238E27FC236}">
                  <a16:creationId xmlns:a16="http://schemas.microsoft.com/office/drawing/2014/main" id="{4755CB20-E75E-4B3A-95EA-64CD0B845F9A}"/>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5671" name="Line 45">
            <a:extLst>
              <a:ext uri="{FF2B5EF4-FFF2-40B4-BE49-F238E27FC236}">
                <a16:creationId xmlns:a16="http://schemas.microsoft.com/office/drawing/2014/main" id="{CE2B254A-B35A-48B5-B14C-D11EEB99B089}"/>
              </a:ext>
            </a:extLst>
          </p:cNvPr>
          <p:cNvSpPr>
            <a:spLocks noChangeShapeType="1"/>
          </p:cNvSpPr>
          <p:nvPr/>
        </p:nvSpPr>
        <p:spPr bwMode="auto">
          <a:xfrm>
            <a:off x="2933700" y="359886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72" name="Line 46">
            <a:extLst>
              <a:ext uri="{FF2B5EF4-FFF2-40B4-BE49-F238E27FC236}">
                <a16:creationId xmlns:a16="http://schemas.microsoft.com/office/drawing/2014/main" id="{7637CB82-62EE-4DA3-816F-B3F0CBE75495}"/>
              </a:ext>
            </a:extLst>
          </p:cNvPr>
          <p:cNvSpPr>
            <a:spLocks noChangeShapeType="1"/>
          </p:cNvSpPr>
          <p:nvPr/>
        </p:nvSpPr>
        <p:spPr bwMode="auto">
          <a:xfrm>
            <a:off x="5372100" y="359886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73" name="Line 47">
            <a:extLst>
              <a:ext uri="{FF2B5EF4-FFF2-40B4-BE49-F238E27FC236}">
                <a16:creationId xmlns:a16="http://schemas.microsoft.com/office/drawing/2014/main" id="{9589ED93-2F03-49A3-8987-E41F4CAB7072}"/>
              </a:ext>
            </a:extLst>
          </p:cNvPr>
          <p:cNvSpPr>
            <a:spLocks noChangeShapeType="1"/>
          </p:cNvSpPr>
          <p:nvPr/>
        </p:nvSpPr>
        <p:spPr bwMode="auto">
          <a:xfrm>
            <a:off x="6515100" y="359886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74" name="Line 48">
            <a:extLst>
              <a:ext uri="{FF2B5EF4-FFF2-40B4-BE49-F238E27FC236}">
                <a16:creationId xmlns:a16="http://schemas.microsoft.com/office/drawing/2014/main" id="{1D134732-1F60-4922-B5D0-3336238A1174}"/>
              </a:ext>
            </a:extLst>
          </p:cNvPr>
          <p:cNvSpPr>
            <a:spLocks noChangeShapeType="1"/>
          </p:cNvSpPr>
          <p:nvPr/>
        </p:nvSpPr>
        <p:spPr bwMode="auto">
          <a:xfrm>
            <a:off x="4152900" y="359886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75" name="Line 49">
            <a:extLst>
              <a:ext uri="{FF2B5EF4-FFF2-40B4-BE49-F238E27FC236}">
                <a16:creationId xmlns:a16="http://schemas.microsoft.com/office/drawing/2014/main" id="{2AFBC615-73AF-4A68-B0A4-C9F9234BED33}"/>
              </a:ext>
            </a:extLst>
          </p:cNvPr>
          <p:cNvSpPr>
            <a:spLocks noChangeShapeType="1"/>
          </p:cNvSpPr>
          <p:nvPr/>
        </p:nvSpPr>
        <p:spPr bwMode="auto">
          <a:xfrm>
            <a:off x="7658100" y="359886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76" name="Text Box 50">
            <a:extLst>
              <a:ext uri="{FF2B5EF4-FFF2-40B4-BE49-F238E27FC236}">
                <a16:creationId xmlns:a16="http://schemas.microsoft.com/office/drawing/2014/main" id="{CD36DD8A-65AF-4856-AAB0-F40C51F9C4A4}"/>
              </a:ext>
            </a:extLst>
          </p:cNvPr>
          <p:cNvSpPr txBox="1">
            <a:spLocks noChangeArrowheads="1"/>
          </p:cNvSpPr>
          <p:nvPr/>
        </p:nvSpPr>
        <p:spPr bwMode="auto">
          <a:xfrm>
            <a:off x="2389188" y="3370263"/>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sp>
        <p:nvSpPr>
          <p:cNvPr id="155677" name="Text Box 51">
            <a:extLst>
              <a:ext uri="{FF2B5EF4-FFF2-40B4-BE49-F238E27FC236}">
                <a16:creationId xmlns:a16="http://schemas.microsoft.com/office/drawing/2014/main" id="{B8410F6F-26F3-4B86-A956-4DF0664BC7F4}"/>
              </a:ext>
            </a:extLst>
          </p:cNvPr>
          <p:cNvSpPr txBox="1">
            <a:spLocks noChangeArrowheads="1"/>
          </p:cNvSpPr>
          <p:nvPr/>
        </p:nvSpPr>
        <p:spPr bwMode="auto">
          <a:xfrm>
            <a:off x="3506788" y="3370263"/>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55678" name="Text Box 52">
            <a:extLst>
              <a:ext uri="{FF2B5EF4-FFF2-40B4-BE49-F238E27FC236}">
                <a16:creationId xmlns:a16="http://schemas.microsoft.com/office/drawing/2014/main" id="{D8B5815F-F7CA-42C3-80DC-E085E5D9F857}"/>
              </a:ext>
            </a:extLst>
          </p:cNvPr>
          <p:cNvSpPr txBox="1">
            <a:spLocks noChangeArrowheads="1"/>
          </p:cNvSpPr>
          <p:nvPr/>
        </p:nvSpPr>
        <p:spPr bwMode="auto">
          <a:xfrm>
            <a:off x="4686300" y="3411538"/>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55679" name="Text Box 53">
            <a:extLst>
              <a:ext uri="{FF2B5EF4-FFF2-40B4-BE49-F238E27FC236}">
                <a16:creationId xmlns:a16="http://schemas.microsoft.com/office/drawing/2014/main" id="{64FD0D36-1FF2-4DCD-9C0A-A2A80EFD8B5C}"/>
              </a:ext>
            </a:extLst>
          </p:cNvPr>
          <p:cNvSpPr txBox="1">
            <a:spLocks noChangeArrowheads="1"/>
          </p:cNvSpPr>
          <p:nvPr/>
        </p:nvSpPr>
        <p:spPr bwMode="auto">
          <a:xfrm>
            <a:off x="5945188" y="3411538"/>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55680" name="Text Box 54">
            <a:extLst>
              <a:ext uri="{FF2B5EF4-FFF2-40B4-BE49-F238E27FC236}">
                <a16:creationId xmlns:a16="http://schemas.microsoft.com/office/drawing/2014/main" id="{03AE420A-F065-4ED8-9E6D-1C1ABF83E741}"/>
              </a:ext>
            </a:extLst>
          </p:cNvPr>
          <p:cNvSpPr txBox="1">
            <a:spLocks noChangeArrowheads="1"/>
          </p:cNvSpPr>
          <p:nvPr/>
        </p:nvSpPr>
        <p:spPr bwMode="auto">
          <a:xfrm>
            <a:off x="6965950" y="3411538"/>
            <a:ext cx="4921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55681" name="Text Box 55">
            <a:extLst>
              <a:ext uri="{FF2B5EF4-FFF2-40B4-BE49-F238E27FC236}">
                <a16:creationId xmlns:a16="http://schemas.microsoft.com/office/drawing/2014/main" id="{112DDFFC-AC9A-420F-B872-57C2DC85D0ED}"/>
              </a:ext>
            </a:extLst>
          </p:cNvPr>
          <p:cNvSpPr txBox="1">
            <a:spLocks noChangeArrowheads="1"/>
          </p:cNvSpPr>
          <p:nvPr/>
        </p:nvSpPr>
        <p:spPr bwMode="auto">
          <a:xfrm>
            <a:off x="8118475" y="3411538"/>
            <a:ext cx="4746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61826" name="Group 56">
            <a:extLst>
              <a:ext uri="{FF2B5EF4-FFF2-40B4-BE49-F238E27FC236}">
                <a16:creationId xmlns:a16="http://schemas.microsoft.com/office/drawing/2014/main" id="{30B02C36-6B8F-4791-8676-DFC15F25860F}"/>
              </a:ext>
            </a:extLst>
          </p:cNvPr>
          <p:cNvGrpSpPr>
            <a:grpSpLocks/>
          </p:cNvGrpSpPr>
          <p:nvPr/>
        </p:nvGrpSpPr>
        <p:grpSpPr bwMode="auto">
          <a:xfrm>
            <a:off x="1033463" y="3436938"/>
            <a:ext cx="838200" cy="381000"/>
            <a:chOff x="1968" y="1344"/>
            <a:chExt cx="528" cy="240"/>
          </a:xfrm>
          <a:noFill/>
        </p:grpSpPr>
        <p:sp>
          <p:nvSpPr>
            <p:cNvPr id="155691" name="Rectangle 57">
              <a:extLst>
                <a:ext uri="{FF2B5EF4-FFF2-40B4-BE49-F238E27FC236}">
                  <a16:creationId xmlns:a16="http://schemas.microsoft.com/office/drawing/2014/main" id="{2A297A6C-3786-4C96-9935-41433BB39E89}"/>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5692" name="Rectangle 58">
              <a:extLst>
                <a:ext uri="{FF2B5EF4-FFF2-40B4-BE49-F238E27FC236}">
                  <a16:creationId xmlns:a16="http://schemas.microsoft.com/office/drawing/2014/main" id="{191A7894-81D4-4A3A-8DC7-151175EBD1E2}"/>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5683" name="Line 59">
            <a:extLst>
              <a:ext uri="{FF2B5EF4-FFF2-40B4-BE49-F238E27FC236}">
                <a16:creationId xmlns:a16="http://schemas.microsoft.com/office/drawing/2014/main" id="{356124F7-D927-4269-A49F-999C63865D33}"/>
              </a:ext>
            </a:extLst>
          </p:cNvPr>
          <p:cNvSpPr>
            <a:spLocks noChangeShapeType="1"/>
          </p:cNvSpPr>
          <p:nvPr/>
        </p:nvSpPr>
        <p:spPr bwMode="auto">
          <a:xfrm>
            <a:off x="1795463" y="366553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61829" name="Group 60">
            <a:extLst>
              <a:ext uri="{FF2B5EF4-FFF2-40B4-BE49-F238E27FC236}">
                <a16:creationId xmlns:a16="http://schemas.microsoft.com/office/drawing/2014/main" id="{7D56B2C5-53C4-2343-9214-01EB55A4CC77}"/>
              </a:ext>
            </a:extLst>
          </p:cNvPr>
          <p:cNvGrpSpPr>
            <a:grpSpLocks/>
          </p:cNvGrpSpPr>
          <p:nvPr/>
        </p:nvGrpSpPr>
        <p:grpSpPr bwMode="auto">
          <a:xfrm>
            <a:off x="98425" y="3308350"/>
            <a:ext cx="935038" cy="523875"/>
            <a:chOff x="725" y="1984"/>
            <a:chExt cx="589" cy="330"/>
          </a:xfrm>
        </p:grpSpPr>
        <p:sp>
          <p:nvSpPr>
            <p:cNvPr id="155689" name="Line 61">
              <a:extLst>
                <a:ext uri="{FF2B5EF4-FFF2-40B4-BE49-F238E27FC236}">
                  <a16:creationId xmlns:a16="http://schemas.microsoft.com/office/drawing/2014/main" id="{2D1BF6BC-8D38-4341-86D7-CC5AF74940D2}"/>
                </a:ext>
              </a:extLst>
            </p:cNvPr>
            <p:cNvSpPr>
              <a:spLocks noChangeShapeType="1"/>
            </p:cNvSpPr>
            <p:nvPr/>
          </p:nvSpPr>
          <p:spPr bwMode="auto">
            <a:xfrm>
              <a:off x="1074" y="2175"/>
              <a:ext cx="24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90" name="Text Box 62">
              <a:extLst>
                <a:ext uri="{FF2B5EF4-FFF2-40B4-BE49-F238E27FC236}">
                  <a16:creationId xmlns:a16="http://schemas.microsoft.com/office/drawing/2014/main" id="{0BFD7769-E791-47BD-ADD4-2BA34B5E9917}"/>
                </a:ext>
              </a:extLst>
            </p:cNvPr>
            <p:cNvSpPr txBox="1">
              <a:spLocks noChangeArrowheads="1"/>
            </p:cNvSpPr>
            <p:nvPr/>
          </p:nvSpPr>
          <p:spPr bwMode="auto">
            <a:xfrm>
              <a:off x="725" y="1984"/>
              <a:ext cx="368"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dirty="0" err="1">
                  <a:latin typeface="+mn-lt"/>
                  <a:ea typeface="+mn-ea"/>
                  <a:cs typeface="+mn-ea"/>
                  <a:sym typeface="+mn-lt"/>
                </a:rPr>
                <a:t>Lb</a:t>
              </a:r>
              <a:endParaRPr lang="en-US" altLang="zh-CN" sz="2800" dirty="0">
                <a:latin typeface="+mn-lt"/>
                <a:ea typeface="+mn-ea"/>
                <a:cs typeface="+mn-ea"/>
                <a:sym typeface="+mn-lt"/>
              </a:endParaRPr>
            </a:p>
          </p:txBody>
        </p:sp>
      </p:grpSp>
      <p:sp>
        <p:nvSpPr>
          <p:cNvPr id="155685" name="Text Box 63">
            <a:extLst>
              <a:ext uri="{FF2B5EF4-FFF2-40B4-BE49-F238E27FC236}">
                <a16:creationId xmlns:a16="http://schemas.microsoft.com/office/drawing/2014/main" id="{5606C052-898A-4604-8131-37BDAB9D4249}"/>
              </a:ext>
            </a:extLst>
          </p:cNvPr>
          <p:cNvSpPr txBox="1">
            <a:spLocks noChangeArrowheads="1"/>
          </p:cNvSpPr>
          <p:nvPr/>
        </p:nvSpPr>
        <p:spPr bwMode="auto">
          <a:xfrm>
            <a:off x="2293938" y="4127500"/>
            <a:ext cx="639762"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dirty="0" err="1">
                <a:latin typeface="+mn-lt"/>
                <a:ea typeface="+mn-ea"/>
                <a:cs typeface="+mn-ea"/>
                <a:sym typeface="+mn-lt"/>
              </a:rPr>
              <a:t>pb</a:t>
            </a:r>
            <a:endParaRPr lang="en-US" altLang="zh-CN" sz="3200" b="1" dirty="0">
              <a:latin typeface="+mn-lt"/>
              <a:ea typeface="+mn-ea"/>
              <a:cs typeface="+mn-ea"/>
              <a:sym typeface="+mn-lt"/>
            </a:endParaRPr>
          </a:p>
        </p:txBody>
      </p:sp>
      <p:sp>
        <p:nvSpPr>
          <p:cNvPr id="155686" name="Line 64">
            <a:extLst>
              <a:ext uri="{FF2B5EF4-FFF2-40B4-BE49-F238E27FC236}">
                <a16:creationId xmlns:a16="http://schemas.microsoft.com/office/drawing/2014/main" id="{2FC57F63-3A8B-4000-9A24-EF584FDD712E}"/>
              </a:ext>
            </a:extLst>
          </p:cNvPr>
          <p:cNvSpPr>
            <a:spLocks noChangeShapeType="1"/>
          </p:cNvSpPr>
          <p:nvPr/>
        </p:nvSpPr>
        <p:spPr bwMode="auto">
          <a:xfrm flipV="1">
            <a:off x="2520950" y="3819525"/>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5687" name="Rectangle 68">
            <a:extLst>
              <a:ext uri="{FF2B5EF4-FFF2-40B4-BE49-F238E27FC236}">
                <a16:creationId xmlns:a16="http://schemas.microsoft.com/office/drawing/2014/main" id="{A89440BD-460B-49D5-844D-4B424F6F65E1}"/>
              </a:ext>
            </a:extLst>
          </p:cNvPr>
          <p:cNvSpPr>
            <a:spLocks noChangeArrowheads="1"/>
          </p:cNvSpPr>
          <p:nvPr/>
        </p:nvSpPr>
        <p:spPr bwMode="auto">
          <a:xfrm>
            <a:off x="790575" y="187325"/>
            <a:ext cx="7797800" cy="51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有序链表合并</a:t>
            </a:r>
            <a:r>
              <a:rPr lang="en-US" altLang="zh-CN">
                <a:solidFill>
                  <a:schemeClr val="bg1"/>
                </a:solidFill>
                <a:ea typeface="微软雅黑" panose="020B0503020204020204" pitchFamily="34" charset="-122"/>
                <a:sym typeface="+mn-lt"/>
              </a:rPr>
              <a:t>( pa-&gt;data &lt; </a:t>
            </a:r>
            <a:r>
              <a:rPr lang="zh-CN" altLang="en-US">
                <a:solidFill>
                  <a:schemeClr val="bg1"/>
                </a:solidFill>
                <a:ea typeface="微软雅黑" panose="020B0503020204020204" pitchFamily="34" charset="-122"/>
                <a:sym typeface="+mn-lt"/>
              </a:rPr>
              <a:t>＝</a:t>
            </a:r>
            <a:r>
              <a:rPr lang="en-US" altLang="zh-CN">
                <a:solidFill>
                  <a:schemeClr val="bg1"/>
                </a:solidFill>
                <a:ea typeface="微软雅黑" panose="020B0503020204020204" pitchFamily="34" charset="-122"/>
                <a:sym typeface="+mn-lt"/>
              </a:rPr>
              <a:t>pb-&gt;data )</a:t>
            </a:r>
          </a:p>
        </p:txBody>
      </p:sp>
      <p:sp>
        <p:nvSpPr>
          <p:cNvPr id="590917" name="Text Box 69">
            <a:extLst>
              <a:ext uri="{FF2B5EF4-FFF2-40B4-BE49-F238E27FC236}">
                <a16:creationId xmlns:a16="http://schemas.microsoft.com/office/drawing/2014/main" id="{6CF84640-2230-4879-A6D1-D5E4EABCBDD9}"/>
              </a:ext>
            </a:extLst>
          </p:cNvPr>
          <p:cNvSpPr txBox="1">
            <a:spLocks noChangeArrowheads="1"/>
          </p:cNvSpPr>
          <p:nvPr/>
        </p:nvSpPr>
        <p:spPr bwMode="auto">
          <a:xfrm>
            <a:off x="5059363" y="4289425"/>
            <a:ext cx="2909887" cy="579438"/>
          </a:xfrm>
          <a:prstGeom prst="rect">
            <a:avLst/>
          </a:prstGeom>
          <a:noFill/>
          <a:ln>
            <a:noFill/>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dirty="0">
                <a:solidFill>
                  <a:srgbClr val="FF0000"/>
                </a:solidFill>
                <a:latin typeface="+mn-lt"/>
                <a:ea typeface="+mn-ea"/>
                <a:cs typeface="+mn-ea"/>
                <a:sym typeface="+mn-lt"/>
              </a:rPr>
              <a:t>pc-&gt;next = pa;</a:t>
            </a:r>
          </a:p>
        </p:txBody>
      </p:sp>
      <p:sp>
        <p:nvSpPr>
          <p:cNvPr id="66" name="Shape 26">
            <a:extLst>
              <a:ext uri="{FF2B5EF4-FFF2-40B4-BE49-F238E27FC236}">
                <a16:creationId xmlns:a16="http://schemas.microsoft.com/office/drawing/2014/main" id="{74D5AD2C-1C26-48BF-9041-8A5FFFA5A3C0}"/>
              </a:ext>
            </a:extLst>
          </p:cNvPr>
          <p:cNvSpPr/>
          <p:nvPr/>
        </p:nvSpPr>
        <p:spPr bwMode="auto">
          <a:xfrm flipH="1">
            <a:off x="0" y="5899150"/>
            <a:ext cx="9144000" cy="97313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90917"/>
                                        </p:tgtEl>
                                        <p:attrNameLst>
                                          <p:attrName>style.visibility</p:attrName>
                                        </p:attrNameLst>
                                      </p:cBhvr>
                                      <p:to>
                                        <p:strVal val="visible"/>
                                      </p:to>
                                    </p:set>
                                    <p:animEffect transition="in" filter="box(in)">
                                      <p:cBhvr>
                                        <p:cTn id="7" dur="500"/>
                                        <p:tgtEl>
                                          <p:spTgt spid="590917"/>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8" presetClass="entr" presetSubtype="16" fill="hold" nodeType="clickEffect">
                                  <p:stCondLst>
                                    <p:cond delay="0"/>
                                  </p:stCondLst>
                                  <p:childTnLst>
                                    <p:set>
                                      <p:cBhvr>
                                        <p:cTn id="11" dur="1" fill="hold">
                                          <p:stCondLst>
                                            <p:cond delay="0"/>
                                          </p:stCondLst>
                                        </p:cTn>
                                        <p:tgtEl>
                                          <p:spTgt spid="590869"/>
                                        </p:tgtEl>
                                        <p:attrNameLst>
                                          <p:attrName>style.visibility</p:attrName>
                                        </p:attrNameLst>
                                      </p:cBhvr>
                                      <p:to>
                                        <p:strVal val="visible"/>
                                      </p:to>
                                    </p:set>
                                    <p:animEffect transition="in" filter="diamond(in)">
                                      <p:cBhvr>
                                        <p:cTn id="12" dur="2000"/>
                                        <p:tgtEl>
                                          <p:spTgt spid="590869"/>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6" presetClass="emph" presetSubtype="0" fill="hold" nodeType="clickEffect">
                                  <p:stCondLst>
                                    <p:cond delay="0"/>
                                  </p:stCondLst>
                                  <p:childTnLst>
                                    <p:animScale>
                                      <p:cBhvr>
                                        <p:cTn id="16" dur="2000" fill="hold"/>
                                        <p:tgtEl>
                                          <p:spTgt spid="590869"/>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0917"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矩形 71">
            <a:extLst>
              <a:ext uri="{FF2B5EF4-FFF2-40B4-BE49-F238E27FC236}">
                <a16:creationId xmlns:a16="http://schemas.microsoft.com/office/drawing/2014/main" id="{BF20E072-EE42-7048-A3E2-6BAB2BAAFFD2}"/>
              </a:ext>
            </a:extLst>
          </p:cNvPr>
          <p:cNvSpPr>
            <a:spLocks noChangeArrowheads="1"/>
          </p:cNvSpPr>
          <p:nvPr/>
        </p:nvSpPr>
        <p:spPr bwMode="auto">
          <a:xfrm>
            <a:off x="0" y="1412875"/>
            <a:ext cx="9144000" cy="3930650"/>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56674" name="Line 4">
            <a:extLst>
              <a:ext uri="{FF2B5EF4-FFF2-40B4-BE49-F238E27FC236}">
                <a16:creationId xmlns:a16="http://schemas.microsoft.com/office/drawing/2014/main" id="{7B226906-C3CD-4E1C-9928-16441E306515}"/>
              </a:ext>
            </a:extLst>
          </p:cNvPr>
          <p:cNvSpPr>
            <a:spLocks noChangeShapeType="1"/>
          </p:cNvSpPr>
          <p:nvPr/>
        </p:nvSpPr>
        <p:spPr bwMode="auto">
          <a:xfrm>
            <a:off x="3148013" y="220821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675" name="Text Box 5">
            <a:extLst>
              <a:ext uri="{FF2B5EF4-FFF2-40B4-BE49-F238E27FC236}">
                <a16:creationId xmlns:a16="http://schemas.microsoft.com/office/drawing/2014/main" id="{CF32F5CE-5C79-4740-AC1D-9A425A4EC278}"/>
              </a:ext>
            </a:extLst>
          </p:cNvPr>
          <p:cNvSpPr txBox="1">
            <a:spLocks noChangeArrowheads="1"/>
          </p:cNvSpPr>
          <p:nvPr/>
        </p:nvSpPr>
        <p:spPr bwMode="auto">
          <a:xfrm>
            <a:off x="3843338" y="2382838"/>
            <a:ext cx="723900"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latin typeface="+mn-lt"/>
                <a:ea typeface="+mn-ea"/>
                <a:cs typeface="+mn-ea"/>
                <a:sym typeface="+mn-lt"/>
              </a:rPr>
              <a:t>Pa</a:t>
            </a:r>
          </a:p>
        </p:txBody>
      </p:sp>
      <p:sp>
        <p:nvSpPr>
          <p:cNvPr id="156676" name="Line 6">
            <a:extLst>
              <a:ext uri="{FF2B5EF4-FFF2-40B4-BE49-F238E27FC236}">
                <a16:creationId xmlns:a16="http://schemas.microsoft.com/office/drawing/2014/main" id="{C00887B2-3C60-4762-9689-5A74EC4672C7}"/>
              </a:ext>
            </a:extLst>
          </p:cNvPr>
          <p:cNvSpPr>
            <a:spLocks noChangeShapeType="1"/>
          </p:cNvSpPr>
          <p:nvPr/>
        </p:nvSpPr>
        <p:spPr bwMode="auto">
          <a:xfrm flipV="1">
            <a:off x="3771900" y="2333625"/>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677" name="Line 7">
            <a:extLst>
              <a:ext uri="{FF2B5EF4-FFF2-40B4-BE49-F238E27FC236}">
                <a16:creationId xmlns:a16="http://schemas.microsoft.com/office/drawing/2014/main" id="{157A5F26-8763-47EA-BEF9-D5CFBC0B2AD3}"/>
              </a:ext>
            </a:extLst>
          </p:cNvPr>
          <p:cNvSpPr>
            <a:spLocks noChangeShapeType="1"/>
          </p:cNvSpPr>
          <p:nvPr/>
        </p:nvSpPr>
        <p:spPr bwMode="auto">
          <a:xfrm>
            <a:off x="2051050" y="2209800"/>
            <a:ext cx="381000" cy="0"/>
          </a:xfrm>
          <a:prstGeom prst="line">
            <a:avLst/>
          </a:prstGeom>
          <a:noFill/>
          <a:ln w="3810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678" name="Text Box 8">
            <a:extLst>
              <a:ext uri="{FF2B5EF4-FFF2-40B4-BE49-F238E27FC236}">
                <a16:creationId xmlns:a16="http://schemas.microsoft.com/office/drawing/2014/main" id="{A8506297-493F-40BA-82E1-4B72B6FC236A}"/>
              </a:ext>
            </a:extLst>
          </p:cNvPr>
          <p:cNvSpPr txBox="1">
            <a:spLocks noChangeArrowheads="1"/>
          </p:cNvSpPr>
          <p:nvPr/>
        </p:nvSpPr>
        <p:spPr bwMode="auto">
          <a:xfrm>
            <a:off x="757238" y="1866900"/>
            <a:ext cx="1471612"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latin typeface="+mn-lt"/>
                <a:ea typeface="+mn-ea"/>
                <a:cs typeface="+mn-ea"/>
                <a:sym typeface="+mn-lt"/>
              </a:rPr>
              <a:t>La(</a:t>
            </a:r>
            <a:r>
              <a:rPr lang="en-US" altLang="zh-CN" sz="3200" dirty="0" err="1">
                <a:solidFill>
                  <a:srgbClr val="FF0000"/>
                </a:solidFill>
                <a:latin typeface="+mn-lt"/>
                <a:ea typeface="+mn-ea"/>
                <a:cs typeface="+mn-ea"/>
                <a:sym typeface="+mn-lt"/>
              </a:rPr>
              <a:t>Lc</a:t>
            </a:r>
            <a:r>
              <a:rPr lang="en-US" altLang="zh-CN" sz="3200" dirty="0">
                <a:latin typeface="+mn-lt"/>
                <a:ea typeface="+mn-ea"/>
                <a:cs typeface="+mn-ea"/>
                <a:sym typeface="+mn-lt"/>
              </a:rPr>
              <a:t>)</a:t>
            </a:r>
          </a:p>
        </p:txBody>
      </p:sp>
      <p:grpSp>
        <p:nvGrpSpPr>
          <p:cNvPr id="162824" name="Group 9">
            <a:extLst>
              <a:ext uri="{FF2B5EF4-FFF2-40B4-BE49-F238E27FC236}">
                <a16:creationId xmlns:a16="http://schemas.microsoft.com/office/drawing/2014/main" id="{1EF44EB5-784D-AF42-9398-B85A1BAD96B1}"/>
              </a:ext>
            </a:extLst>
          </p:cNvPr>
          <p:cNvGrpSpPr>
            <a:grpSpLocks/>
          </p:cNvGrpSpPr>
          <p:nvPr/>
        </p:nvGrpSpPr>
        <p:grpSpPr bwMode="auto">
          <a:xfrm>
            <a:off x="3575050" y="1981200"/>
            <a:ext cx="838200" cy="381000"/>
            <a:chOff x="1968" y="1344"/>
            <a:chExt cx="528" cy="240"/>
          </a:xfrm>
        </p:grpSpPr>
        <p:sp>
          <p:nvSpPr>
            <p:cNvPr id="156742" name="Rectangle 10">
              <a:extLst>
                <a:ext uri="{FF2B5EF4-FFF2-40B4-BE49-F238E27FC236}">
                  <a16:creationId xmlns:a16="http://schemas.microsoft.com/office/drawing/2014/main" id="{8BFE4264-0330-4DFF-B06E-EC48E1CCA845}"/>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6743" name="Rectangle 11">
              <a:extLst>
                <a:ext uri="{FF2B5EF4-FFF2-40B4-BE49-F238E27FC236}">
                  <a16:creationId xmlns:a16="http://schemas.microsoft.com/office/drawing/2014/main" id="{B87ECFD3-21CC-4C38-9C36-0AA0CCEF59DD}"/>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2825" name="Group 12">
            <a:extLst>
              <a:ext uri="{FF2B5EF4-FFF2-40B4-BE49-F238E27FC236}">
                <a16:creationId xmlns:a16="http://schemas.microsoft.com/office/drawing/2014/main" id="{E5736423-9A30-7B4E-86DC-6554FB66C62A}"/>
              </a:ext>
            </a:extLst>
          </p:cNvPr>
          <p:cNvGrpSpPr>
            <a:grpSpLocks/>
          </p:cNvGrpSpPr>
          <p:nvPr/>
        </p:nvGrpSpPr>
        <p:grpSpPr bwMode="auto">
          <a:xfrm>
            <a:off x="4794250" y="1981200"/>
            <a:ext cx="838200" cy="381000"/>
            <a:chOff x="1968" y="1344"/>
            <a:chExt cx="528" cy="240"/>
          </a:xfrm>
        </p:grpSpPr>
        <p:sp>
          <p:nvSpPr>
            <p:cNvPr id="156740" name="Rectangle 13">
              <a:extLst>
                <a:ext uri="{FF2B5EF4-FFF2-40B4-BE49-F238E27FC236}">
                  <a16:creationId xmlns:a16="http://schemas.microsoft.com/office/drawing/2014/main" id="{C7F5B6F0-74B1-4106-A2B5-0EBC90ADD2B7}"/>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6741" name="Rectangle 14">
              <a:extLst>
                <a:ext uri="{FF2B5EF4-FFF2-40B4-BE49-F238E27FC236}">
                  <a16:creationId xmlns:a16="http://schemas.microsoft.com/office/drawing/2014/main" id="{CD52B1B6-42AE-4C0D-B671-A70E38346405}"/>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2826" name="Group 15">
            <a:extLst>
              <a:ext uri="{FF2B5EF4-FFF2-40B4-BE49-F238E27FC236}">
                <a16:creationId xmlns:a16="http://schemas.microsoft.com/office/drawing/2014/main" id="{A269D10E-3CCF-F648-8A7B-BC92DF8A849D}"/>
              </a:ext>
            </a:extLst>
          </p:cNvPr>
          <p:cNvGrpSpPr>
            <a:grpSpLocks/>
          </p:cNvGrpSpPr>
          <p:nvPr/>
        </p:nvGrpSpPr>
        <p:grpSpPr bwMode="auto">
          <a:xfrm>
            <a:off x="6013450" y="1981200"/>
            <a:ext cx="838200" cy="381000"/>
            <a:chOff x="1968" y="1344"/>
            <a:chExt cx="528" cy="240"/>
          </a:xfrm>
        </p:grpSpPr>
        <p:sp>
          <p:nvSpPr>
            <p:cNvPr id="156738" name="Rectangle 16">
              <a:extLst>
                <a:ext uri="{FF2B5EF4-FFF2-40B4-BE49-F238E27FC236}">
                  <a16:creationId xmlns:a16="http://schemas.microsoft.com/office/drawing/2014/main" id="{4FB354D3-6AD9-4200-8D10-06AF08FA4894}"/>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6739" name="Rectangle 17">
              <a:extLst>
                <a:ext uri="{FF2B5EF4-FFF2-40B4-BE49-F238E27FC236}">
                  <a16:creationId xmlns:a16="http://schemas.microsoft.com/office/drawing/2014/main" id="{3713DEF9-0998-41C7-A870-7A75B9C049D8}"/>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2827" name="Group 18">
            <a:extLst>
              <a:ext uri="{FF2B5EF4-FFF2-40B4-BE49-F238E27FC236}">
                <a16:creationId xmlns:a16="http://schemas.microsoft.com/office/drawing/2014/main" id="{6AB5DD90-4B2E-1840-8C82-5A28097BF506}"/>
              </a:ext>
            </a:extLst>
          </p:cNvPr>
          <p:cNvGrpSpPr>
            <a:grpSpLocks/>
          </p:cNvGrpSpPr>
          <p:nvPr/>
        </p:nvGrpSpPr>
        <p:grpSpPr bwMode="auto">
          <a:xfrm>
            <a:off x="2432050" y="1981200"/>
            <a:ext cx="838200" cy="381000"/>
            <a:chOff x="1968" y="1344"/>
            <a:chExt cx="528" cy="240"/>
          </a:xfrm>
        </p:grpSpPr>
        <p:sp>
          <p:nvSpPr>
            <p:cNvPr id="156736" name="Rectangle 19">
              <a:extLst>
                <a:ext uri="{FF2B5EF4-FFF2-40B4-BE49-F238E27FC236}">
                  <a16:creationId xmlns:a16="http://schemas.microsoft.com/office/drawing/2014/main" id="{B3ACD0CF-0201-4167-9FAC-239D58AA4B37}"/>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6737" name="Rectangle 20">
              <a:extLst>
                <a:ext uri="{FF2B5EF4-FFF2-40B4-BE49-F238E27FC236}">
                  <a16:creationId xmlns:a16="http://schemas.microsoft.com/office/drawing/2014/main" id="{A00F2D1E-FC85-4CC1-A157-86404A8BA1EC}"/>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6683" name="Line 21">
            <a:extLst>
              <a:ext uri="{FF2B5EF4-FFF2-40B4-BE49-F238E27FC236}">
                <a16:creationId xmlns:a16="http://schemas.microsoft.com/office/drawing/2014/main" id="{8B243C04-1A1C-4F5F-A234-AE41FAC1460A}"/>
              </a:ext>
            </a:extLst>
          </p:cNvPr>
          <p:cNvSpPr>
            <a:spLocks noChangeShapeType="1"/>
          </p:cNvSpPr>
          <p:nvPr/>
        </p:nvSpPr>
        <p:spPr bwMode="auto">
          <a:xfrm>
            <a:off x="3186113" y="2200275"/>
            <a:ext cx="457200" cy="0"/>
          </a:xfrm>
          <a:prstGeom prst="line">
            <a:avLst/>
          </a:prstGeom>
          <a:noFill/>
          <a:ln w="5715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684" name="Line 22">
            <a:extLst>
              <a:ext uri="{FF2B5EF4-FFF2-40B4-BE49-F238E27FC236}">
                <a16:creationId xmlns:a16="http://schemas.microsoft.com/office/drawing/2014/main" id="{AF877391-FD70-4D14-9210-C6EE8538914C}"/>
              </a:ext>
            </a:extLst>
          </p:cNvPr>
          <p:cNvSpPr>
            <a:spLocks noChangeShapeType="1"/>
          </p:cNvSpPr>
          <p:nvPr/>
        </p:nvSpPr>
        <p:spPr bwMode="auto">
          <a:xfrm>
            <a:off x="4337050" y="220980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685" name="Line 23">
            <a:extLst>
              <a:ext uri="{FF2B5EF4-FFF2-40B4-BE49-F238E27FC236}">
                <a16:creationId xmlns:a16="http://schemas.microsoft.com/office/drawing/2014/main" id="{D3C8A41C-FCF7-4BB1-901D-308779F15D4D}"/>
              </a:ext>
            </a:extLst>
          </p:cNvPr>
          <p:cNvSpPr>
            <a:spLocks noChangeShapeType="1"/>
          </p:cNvSpPr>
          <p:nvPr/>
        </p:nvSpPr>
        <p:spPr bwMode="auto">
          <a:xfrm>
            <a:off x="5556250" y="220980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686" name="Text Box 24">
            <a:extLst>
              <a:ext uri="{FF2B5EF4-FFF2-40B4-BE49-F238E27FC236}">
                <a16:creationId xmlns:a16="http://schemas.microsoft.com/office/drawing/2014/main" id="{9601D73B-13AF-49C5-A2E2-6FBA8AF11DAE}"/>
              </a:ext>
            </a:extLst>
          </p:cNvPr>
          <p:cNvSpPr txBox="1">
            <a:spLocks noChangeArrowheads="1"/>
          </p:cNvSpPr>
          <p:nvPr/>
        </p:nvSpPr>
        <p:spPr bwMode="auto">
          <a:xfrm>
            <a:off x="3690938" y="191452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56687" name="Text Box 25">
            <a:extLst>
              <a:ext uri="{FF2B5EF4-FFF2-40B4-BE49-F238E27FC236}">
                <a16:creationId xmlns:a16="http://schemas.microsoft.com/office/drawing/2014/main" id="{F36CEEA3-6791-49B0-B85C-AFE31700C366}"/>
              </a:ext>
            </a:extLst>
          </p:cNvPr>
          <p:cNvSpPr txBox="1">
            <a:spLocks noChangeArrowheads="1"/>
          </p:cNvSpPr>
          <p:nvPr/>
        </p:nvSpPr>
        <p:spPr bwMode="auto">
          <a:xfrm>
            <a:off x="4873625" y="1914525"/>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56688" name="Text Box 26">
            <a:extLst>
              <a:ext uri="{FF2B5EF4-FFF2-40B4-BE49-F238E27FC236}">
                <a16:creationId xmlns:a16="http://schemas.microsoft.com/office/drawing/2014/main" id="{87F9F966-B627-4B21-83B3-41A00B5251A9}"/>
              </a:ext>
            </a:extLst>
          </p:cNvPr>
          <p:cNvSpPr txBox="1">
            <a:spLocks noChangeArrowheads="1"/>
          </p:cNvSpPr>
          <p:nvPr/>
        </p:nvSpPr>
        <p:spPr bwMode="auto">
          <a:xfrm>
            <a:off x="6129338" y="191452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grpSp>
        <p:nvGrpSpPr>
          <p:cNvPr id="162834" name="Group 27">
            <a:extLst>
              <a:ext uri="{FF2B5EF4-FFF2-40B4-BE49-F238E27FC236}">
                <a16:creationId xmlns:a16="http://schemas.microsoft.com/office/drawing/2014/main" id="{AC3E1332-7E7A-E14B-B6AE-3FD04DA5C119}"/>
              </a:ext>
            </a:extLst>
          </p:cNvPr>
          <p:cNvGrpSpPr>
            <a:grpSpLocks/>
          </p:cNvGrpSpPr>
          <p:nvPr/>
        </p:nvGrpSpPr>
        <p:grpSpPr bwMode="auto">
          <a:xfrm>
            <a:off x="2128838" y="3308350"/>
            <a:ext cx="838200" cy="381000"/>
            <a:chOff x="1968" y="1344"/>
            <a:chExt cx="528" cy="240"/>
          </a:xfrm>
        </p:grpSpPr>
        <p:sp>
          <p:nvSpPr>
            <p:cNvPr id="156734" name="Rectangle 28">
              <a:extLst>
                <a:ext uri="{FF2B5EF4-FFF2-40B4-BE49-F238E27FC236}">
                  <a16:creationId xmlns:a16="http://schemas.microsoft.com/office/drawing/2014/main" id="{17DC5DDB-1017-431F-8E2A-70316AF82F62}"/>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6735" name="Rectangle 29">
              <a:extLst>
                <a:ext uri="{FF2B5EF4-FFF2-40B4-BE49-F238E27FC236}">
                  <a16:creationId xmlns:a16="http://schemas.microsoft.com/office/drawing/2014/main" id="{B3CB0FDB-D90D-4BEB-AB51-A1ED91AE4ED4}"/>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2835" name="Group 30">
            <a:extLst>
              <a:ext uri="{FF2B5EF4-FFF2-40B4-BE49-F238E27FC236}">
                <a16:creationId xmlns:a16="http://schemas.microsoft.com/office/drawing/2014/main" id="{8F490C77-633B-9343-9BAB-8EFE1F78DD05}"/>
              </a:ext>
            </a:extLst>
          </p:cNvPr>
          <p:cNvGrpSpPr>
            <a:grpSpLocks/>
          </p:cNvGrpSpPr>
          <p:nvPr/>
        </p:nvGrpSpPr>
        <p:grpSpPr bwMode="auto">
          <a:xfrm>
            <a:off x="3271838" y="3308350"/>
            <a:ext cx="838200" cy="381000"/>
            <a:chOff x="1968" y="1344"/>
            <a:chExt cx="528" cy="240"/>
          </a:xfrm>
        </p:grpSpPr>
        <p:sp>
          <p:nvSpPr>
            <p:cNvPr id="156732" name="Rectangle 31">
              <a:extLst>
                <a:ext uri="{FF2B5EF4-FFF2-40B4-BE49-F238E27FC236}">
                  <a16:creationId xmlns:a16="http://schemas.microsoft.com/office/drawing/2014/main" id="{156083B4-68BE-4B2E-A4C6-3CD066A8240D}"/>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6733" name="Rectangle 32">
              <a:extLst>
                <a:ext uri="{FF2B5EF4-FFF2-40B4-BE49-F238E27FC236}">
                  <a16:creationId xmlns:a16="http://schemas.microsoft.com/office/drawing/2014/main" id="{E2A6F4A5-3E3B-402A-B9DC-A1375D49EAD6}"/>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2836" name="Group 33">
            <a:extLst>
              <a:ext uri="{FF2B5EF4-FFF2-40B4-BE49-F238E27FC236}">
                <a16:creationId xmlns:a16="http://schemas.microsoft.com/office/drawing/2014/main" id="{833032A4-BF8C-824E-9F5C-0CE377095DF4}"/>
              </a:ext>
            </a:extLst>
          </p:cNvPr>
          <p:cNvGrpSpPr>
            <a:grpSpLocks/>
          </p:cNvGrpSpPr>
          <p:nvPr/>
        </p:nvGrpSpPr>
        <p:grpSpPr bwMode="auto">
          <a:xfrm>
            <a:off x="4491038" y="3308350"/>
            <a:ext cx="838200" cy="381000"/>
            <a:chOff x="1968" y="1344"/>
            <a:chExt cx="528" cy="240"/>
          </a:xfrm>
        </p:grpSpPr>
        <p:sp>
          <p:nvSpPr>
            <p:cNvPr id="156730" name="Rectangle 34">
              <a:extLst>
                <a:ext uri="{FF2B5EF4-FFF2-40B4-BE49-F238E27FC236}">
                  <a16:creationId xmlns:a16="http://schemas.microsoft.com/office/drawing/2014/main" id="{8ACEB317-A561-4728-8291-4778688A14DA}"/>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6731" name="Rectangle 35">
              <a:extLst>
                <a:ext uri="{FF2B5EF4-FFF2-40B4-BE49-F238E27FC236}">
                  <a16:creationId xmlns:a16="http://schemas.microsoft.com/office/drawing/2014/main" id="{325D07D6-056D-45AF-A7D9-FB865A95D7B5}"/>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2837" name="Group 36">
            <a:extLst>
              <a:ext uri="{FF2B5EF4-FFF2-40B4-BE49-F238E27FC236}">
                <a16:creationId xmlns:a16="http://schemas.microsoft.com/office/drawing/2014/main" id="{0E9F90BB-3BED-8F48-AF12-C15752985F91}"/>
              </a:ext>
            </a:extLst>
          </p:cNvPr>
          <p:cNvGrpSpPr>
            <a:grpSpLocks/>
          </p:cNvGrpSpPr>
          <p:nvPr/>
        </p:nvGrpSpPr>
        <p:grpSpPr bwMode="auto">
          <a:xfrm>
            <a:off x="5710238" y="3308350"/>
            <a:ext cx="838200" cy="381000"/>
            <a:chOff x="1968" y="1344"/>
            <a:chExt cx="528" cy="240"/>
          </a:xfrm>
        </p:grpSpPr>
        <p:sp>
          <p:nvSpPr>
            <p:cNvPr id="156728" name="Rectangle 37">
              <a:extLst>
                <a:ext uri="{FF2B5EF4-FFF2-40B4-BE49-F238E27FC236}">
                  <a16:creationId xmlns:a16="http://schemas.microsoft.com/office/drawing/2014/main" id="{62DBF1FB-09EB-4B73-BCC9-8A53A0697CDF}"/>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6729" name="Rectangle 38">
              <a:extLst>
                <a:ext uri="{FF2B5EF4-FFF2-40B4-BE49-F238E27FC236}">
                  <a16:creationId xmlns:a16="http://schemas.microsoft.com/office/drawing/2014/main" id="{4216DA50-04FB-4F80-8C76-197237B18FA9}"/>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2838" name="Group 39">
            <a:extLst>
              <a:ext uri="{FF2B5EF4-FFF2-40B4-BE49-F238E27FC236}">
                <a16:creationId xmlns:a16="http://schemas.microsoft.com/office/drawing/2014/main" id="{7ADD0B93-77EB-264A-BBBF-CF972E07CEDB}"/>
              </a:ext>
            </a:extLst>
          </p:cNvPr>
          <p:cNvGrpSpPr>
            <a:grpSpLocks/>
          </p:cNvGrpSpPr>
          <p:nvPr/>
        </p:nvGrpSpPr>
        <p:grpSpPr bwMode="auto">
          <a:xfrm>
            <a:off x="6853238" y="3308350"/>
            <a:ext cx="838200" cy="381000"/>
            <a:chOff x="1968" y="1344"/>
            <a:chExt cx="528" cy="240"/>
          </a:xfrm>
        </p:grpSpPr>
        <p:sp>
          <p:nvSpPr>
            <p:cNvPr id="156726" name="Rectangle 40">
              <a:extLst>
                <a:ext uri="{FF2B5EF4-FFF2-40B4-BE49-F238E27FC236}">
                  <a16:creationId xmlns:a16="http://schemas.microsoft.com/office/drawing/2014/main" id="{03843292-A5B9-45CD-B930-5FA8254D2326}"/>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6727" name="Rectangle 41">
              <a:extLst>
                <a:ext uri="{FF2B5EF4-FFF2-40B4-BE49-F238E27FC236}">
                  <a16:creationId xmlns:a16="http://schemas.microsoft.com/office/drawing/2014/main" id="{FF4F5F3D-BBAD-4021-A028-F174B64CD0BA}"/>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2839" name="Group 42">
            <a:extLst>
              <a:ext uri="{FF2B5EF4-FFF2-40B4-BE49-F238E27FC236}">
                <a16:creationId xmlns:a16="http://schemas.microsoft.com/office/drawing/2014/main" id="{BF7E5639-D842-AC44-9BD2-B9701E3C0B13}"/>
              </a:ext>
            </a:extLst>
          </p:cNvPr>
          <p:cNvGrpSpPr>
            <a:grpSpLocks/>
          </p:cNvGrpSpPr>
          <p:nvPr/>
        </p:nvGrpSpPr>
        <p:grpSpPr bwMode="auto">
          <a:xfrm>
            <a:off x="7996238" y="3308350"/>
            <a:ext cx="838200" cy="381000"/>
            <a:chOff x="1968" y="1344"/>
            <a:chExt cx="528" cy="240"/>
          </a:xfrm>
        </p:grpSpPr>
        <p:sp>
          <p:nvSpPr>
            <p:cNvPr id="156724" name="Rectangle 43">
              <a:extLst>
                <a:ext uri="{FF2B5EF4-FFF2-40B4-BE49-F238E27FC236}">
                  <a16:creationId xmlns:a16="http://schemas.microsoft.com/office/drawing/2014/main" id="{DAAB8D67-B553-4A09-8DD8-C1277FDC6D6F}"/>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6725" name="Rectangle 44">
              <a:extLst>
                <a:ext uri="{FF2B5EF4-FFF2-40B4-BE49-F238E27FC236}">
                  <a16:creationId xmlns:a16="http://schemas.microsoft.com/office/drawing/2014/main" id="{E0382918-4EAE-47C4-A157-F24C1426FFD1}"/>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6695" name="Line 45">
            <a:extLst>
              <a:ext uri="{FF2B5EF4-FFF2-40B4-BE49-F238E27FC236}">
                <a16:creationId xmlns:a16="http://schemas.microsoft.com/office/drawing/2014/main" id="{08704218-C380-43CE-8DA7-756B62B1C893}"/>
              </a:ext>
            </a:extLst>
          </p:cNvPr>
          <p:cNvSpPr>
            <a:spLocks noChangeShapeType="1"/>
          </p:cNvSpPr>
          <p:nvPr/>
        </p:nvSpPr>
        <p:spPr bwMode="auto">
          <a:xfrm>
            <a:off x="2814638" y="346075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696" name="Line 46">
            <a:extLst>
              <a:ext uri="{FF2B5EF4-FFF2-40B4-BE49-F238E27FC236}">
                <a16:creationId xmlns:a16="http://schemas.microsoft.com/office/drawing/2014/main" id="{1BB4BDAB-9CF6-407E-B925-ACDDFF60017B}"/>
              </a:ext>
            </a:extLst>
          </p:cNvPr>
          <p:cNvSpPr>
            <a:spLocks noChangeShapeType="1"/>
          </p:cNvSpPr>
          <p:nvPr/>
        </p:nvSpPr>
        <p:spPr bwMode="auto">
          <a:xfrm>
            <a:off x="5253038" y="346075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697" name="Line 47">
            <a:extLst>
              <a:ext uri="{FF2B5EF4-FFF2-40B4-BE49-F238E27FC236}">
                <a16:creationId xmlns:a16="http://schemas.microsoft.com/office/drawing/2014/main" id="{03786C81-7972-4FE4-9F12-5C66A5D53E4D}"/>
              </a:ext>
            </a:extLst>
          </p:cNvPr>
          <p:cNvSpPr>
            <a:spLocks noChangeShapeType="1"/>
          </p:cNvSpPr>
          <p:nvPr/>
        </p:nvSpPr>
        <p:spPr bwMode="auto">
          <a:xfrm>
            <a:off x="6396038" y="346075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698" name="Line 48">
            <a:extLst>
              <a:ext uri="{FF2B5EF4-FFF2-40B4-BE49-F238E27FC236}">
                <a16:creationId xmlns:a16="http://schemas.microsoft.com/office/drawing/2014/main" id="{7BB1BB58-D8CE-4071-9700-7E096276BD77}"/>
              </a:ext>
            </a:extLst>
          </p:cNvPr>
          <p:cNvSpPr>
            <a:spLocks noChangeShapeType="1"/>
          </p:cNvSpPr>
          <p:nvPr/>
        </p:nvSpPr>
        <p:spPr bwMode="auto">
          <a:xfrm>
            <a:off x="4033838" y="346075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699" name="Line 49">
            <a:extLst>
              <a:ext uri="{FF2B5EF4-FFF2-40B4-BE49-F238E27FC236}">
                <a16:creationId xmlns:a16="http://schemas.microsoft.com/office/drawing/2014/main" id="{BD83BE91-F0F3-4D8E-8173-5388D770A913}"/>
              </a:ext>
            </a:extLst>
          </p:cNvPr>
          <p:cNvSpPr>
            <a:spLocks noChangeShapeType="1"/>
          </p:cNvSpPr>
          <p:nvPr/>
        </p:nvSpPr>
        <p:spPr bwMode="auto">
          <a:xfrm>
            <a:off x="7539038" y="346075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700" name="Text Box 50">
            <a:extLst>
              <a:ext uri="{FF2B5EF4-FFF2-40B4-BE49-F238E27FC236}">
                <a16:creationId xmlns:a16="http://schemas.microsoft.com/office/drawing/2014/main" id="{C070E91D-8A2F-48B6-9B65-F43E7FABC396}"/>
              </a:ext>
            </a:extLst>
          </p:cNvPr>
          <p:cNvSpPr txBox="1">
            <a:spLocks noChangeArrowheads="1"/>
          </p:cNvSpPr>
          <p:nvPr/>
        </p:nvSpPr>
        <p:spPr bwMode="auto">
          <a:xfrm>
            <a:off x="2270125" y="3232150"/>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sp>
        <p:nvSpPr>
          <p:cNvPr id="156701" name="Text Box 51">
            <a:extLst>
              <a:ext uri="{FF2B5EF4-FFF2-40B4-BE49-F238E27FC236}">
                <a16:creationId xmlns:a16="http://schemas.microsoft.com/office/drawing/2014/main" id="{2C90AAA2-2BA1-4FED-B82F-F57B102E26D6}"/>
              </a:ext>
            </a:extLst>
          </p:cNvPr>
          <p:cNvSpPr txBox="1">
            <a:spLocks noChangeArrowheads="1"/>
          </p:cNvSpPr>
          <p:nvPr/>
        </p:nvSpPr>
        <p:spPr bwMode="auto">
          <a:xfrm>
            <a:off x="3387725" y="3232150"/>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56702" name="Text Box 52">
            <a:extLst>
              <a:ext uri="{FF2B5EF4-FFF2-40B4-BE49-F238E27FC236}">
                <a16:creationId xmlns:a16="http://schemas.microsoft.com/office/drawing/2014/main" id="{0D16EF2C-E4BE-4E6F-B507-D24943940813}"/>
              </a:ext>
            </a:extLst>
          </p:cNvPr>
          <p:cNvSpPr txBox="1">
            <a:spLocks noChangeArrowheads="1"/>
          </p:cNvSpPr>
          <p:nvPr/>
        </p:nvSpPr>
        <p:spPr bwMode="auto">
          <a:xfrm>
            <a:off x="4567238" y="327342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56703" name="Text Box 53">
            <a:extLst>
              <a:ext uri="{FF2B5EF4-FFF2-40B4-BE49-F238E27FC236}">
                <a16:creationId xmlns:a16="http://schemas.microsoft.com/office/drawing/2014/main" id="{ACF4445E-C17A-427E-97AD-F182142F3105}"/>
              </a:ext>
            </a:extLst>
          </p:cNvPr>
          <p:cNvSpPr txBox="1">
            <a:spLocks noChangeArrowheads="1"/>
          </p:cNvSpPr>
          <p:nvPr/>
        </p:nvSpPr>
        <p:spPr bwMode="auto">
          <a:xfrm>
            <a:off x="5826125" y="3273425"/>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56704" name="Text Box 54">
            <a:extLst>
              <a:ext uri="{FF2B5EF4-FFF2-40B4-BE49-F238E27FC236}">
                <a16:creationId xmlns:a16="http://schemas.microsoft.com/office/drawing/2014/main" id="{B3FEE1CA-A5EE-40BF-AB16-D1528ED0A8AD}"/>
              </a:ext>
            </a:extLst>
          </p:cNvPr>
          <p:cNvSpPr txBox="1">
            <a:spLocks noChangeArrowheads="1"/>
          </p:cNvSpPr>
          <p:nvPr/>
        </p:nvSpPr>
        <p:spPr bwMode="auto">
          <a:xfrm>
            <a:off x="6846888" y="3273425"/>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56705" name="Text Box 55">
            <a:extLst>
              <a:ext uri="{FF2B5EF4-FFF2-40B4-BE49-F238E27FC236}">
                <a16:creationId xmlns:a16="http://schemas.microsoft.com/office/drawing/2014/main" id="{49B532A2-83A8-46E5-BE09-D7E0D4756823}"/>
              </a:ext>
            </a:extLst>
          </p:cNvPr>
          <p:cNvSpPr txBox="1">
            <a:spLocks noChangeArrowheads="1"/>
          </p:cNvSpPr>
          <p:nvPr/>
        </p:nvSpPr>
        <p:spPr bwMode="auto">
          <a:xfrm>
            <a:off x="7999413" y="3273425"/>
            <a:ext cx="47466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62850" name="Group 56">
            <a:extLst>
              <a:ext uri="{FF2B5EF4-FFF2-40B4-BE49-F238E27FC236}">
                <a16:creationId xmlns:a16="http://schemas.microsoft.com/office/drawing/2014/main" id="{3D0A5643-357A-4610-A40F-9B4D2E23FD4E}"/>
              </a:ext>
            </a:extLst>
          </p:cNvPr>
          <p:cNvGrpSpPr>
            <a:grpSpLocks/>
          </p:cNvGrpSpPr>
          <p:nvPr/>
        </p:nvGrpSpPr>
        <p:grpSpPr bwMode="auto">
          <a:xfrm>
            <a:off x="914401" y="3298599"/>
            <a:ext cx="838200" cy="381000"/>
            <a:chOff x="1968" y="1344"/>
            <a:chExt cx="528" cy="240"/>
          </a:xfrm>
          <a:noFill/>
        </p:grpSpPr>
        <p:sp>
          <p:nvSpPr>
            <p:cNvPr id="156722" name="Rectangle 57">
              <a:extLst>
                <a:ext uri="{FF2B5EF4-FFF2-40B4-BE49-F238E27FC236}">
                  <a16:creationId xmlns:a16="http://schemas.microsoft.com/office/drawing/2014/main" id="{CDAF3456-0CAC-48D1-94DB-7E9AC925972A}"/>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6723" name="Rectangle 58">
              <a:extLst>
                <a:ext uri="{FF2B5EF4-FFF2-40B4-BE49-F238E27FC236}">
                  <a16:creationId xmlns:a16="http://schemas.microsoft.com/office/drawing/2014/main" id="{92E86174-C8EC-4E63-8A57-D9A9E56FEAB2}"/>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6707" name="Line 59">
            <a:extLst>
              <a:ext uri="{FF2B5EF4-FFF2-40B4-BE49-F238E27FC236}">
                <a16:creationId xmlns:a16="http://schemas.microsoft.com/office/drawing/2014/main" id="{05448DB2-0F65-4BEA-8D08-49F11027F251}"/>
              </a:ext>
            </a:extLst>
          </p:cNvPr>
          <p:cNvSpPr>
            <a:spLocks noChangeShapeType="1"/>
          </p:cNvSpPr>
          <p:nvPr/>
        </p:nvSpPr>
        <p:spPr bwMode="auto">
          <a:xfrm>
            <a:off x="1676400" y="3527425"/>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62853" name="Group 60">
            <a:extLst>
              <a:ext uri="{FF2B5EF4-FFF2-40B4-BE49-F238E27FC236}">
                <a16:creationId xmlns:a16="http://schemas.microsoft.com/office/drawing/2014/main" id="{ACA95803-AEBE-1E4B-8AF8-D10BE843F73F}"/>
              </a:ext>
            </a:extLst>
          </p:cNvPr>
          <p:cNvGrpSpPr>
            <a:grpSpLocks/>
          </p:cNvGrpSpPr>
          <p:nvPr/>
        </p:nvGrpSpPr>
        <p:grpSpPr bwMode="auto">
          <a:xfrm>
            <a:off x="-36513" y="3136900"/>
            <a:ext cx="950913" cy="584200"/>
            <a:chOff x="715" y="1963"/>
            <a:chExt cx="599" cy="368"/>
          </a:xfrm>
        </p:grpSpPr>
        <p:sp>
          <p:nvSpPr>
            <p:cNvPr id="156720" name="Line 61">
              <a:extLst>
                <a:ext uri="{FF2B5EF4-FFF2-40B4-BE49-F238E27FC236}">
                  <a16:creationId xmlns:a16="http://schemas.microsoft.com/office/drawing/2014/main" id="{C7F03E78-F1C1-469C-BCAF-857430F82893}"/>
                </a:ext>
              </a:extLst>
            </p:cNvPr>
            <p:cNvSpPr>
              <a:spLocks noChangeShapeType="1"/>
            </p:cNvSpPr>
            <p:nvPr/>
          </p:nvSpPr>
          <p:spPr bwMode="auto">
            <a:xfrm>
              <a:off x="1074" y="2175"/>
              <a:ext cx="24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721" name="Text Box 62">
              <a:extLst>
                <a:ext uri="{FF2B5EF4-FFF2-40B4-BE49-F238E27FC236}">
                  <a16:creationId xmlns:a16="http://schemas.microsoft.com/office/drawing/2014/main" id="{3A623CD9-4287-49C2-BEE8-D580EE75797E}"/>
                </a:ext>
              </a:extLst>
            </p:cNvPr>
            <p:cNvSpPr txBox="1">
              <a:spLocks noChangeArrowheads="1"/>
            </p:cNvSpPr>
            <p:nvPr/>
          </p:nvSpPr>
          <p:spPr bwMode="auto">
            <a:xfrm>
              <a:off x="715" y="1963"/>
              <a:ext cx="403" cy="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err="1">
                  <a:latin typeface="+mn-lt"/>
                  <a:ea typeface="+mn-ea"/>
                  <a:cs typeface="+mn-ea"/>
                  <a:sym typeface="+mn-lt"/>
                </a:rPr>
                <a:t>Lb</a:t>
              </a:r>
              <a:endParaRPr lang="en-US" altLang="zh-CN" sz="3200" dirty="0">
                <a:latin typeface="+mn-lt"/>
                <a:ea typeface="+mn-ea"/>
                <a:cs typeface="+mn-ea"/>
                <a:sym typeface="+mn-lt"/>
              </a:endParaRPr>
            </a:p>
          </p:txBody>
        </p:sp>
      </p:grpSp>
      <p:sp>
        <p:nvSpPr>
          <p:cNvPr id="156709" name="Text Box 63">
            <a:extLst>
              <a:ext uri="{FF2B5EF4-FFF2-40B4-BE49-F238E27FC236}">
                <a16:creationId xmlns:a16="http://schemas.microsoft.com/office/drawing/2014/main" id="{67E0D010-6F8F-48DC-A28D-C87DE9C02694}"/>
              </a:ext>
            </a:extLst>
          </p:cNvPr>
          <p:cNvSpPr txBox="1">
            <a:spLocks noChangeArrowheads="1"/>
          </p:cNvSpPr>
          <p:nvPr/>
        </p:nvSpPr>
        <p:spPr bwMode="auto">
          <a:xfrm>
            <a:off x="2473325" y="3730625"/>
            <a:ext cx="595313"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err="1">
                <a:latin typeface="+mn-lt"/>
                <a:ea typeface="+mn-ea"/>
                <a:cs typeface="+mn-ea"/>
                <a:sym typeface="+mn-lt"/>
              </a:rPr>
              <a:t>pb</a:t>
            </a:r>
            <a:endParaRPr lang="en-US" altLang="zh-CN" sz="3200" dirty="0">
              <a:latin typeface="+mn-lt"/>
              <a:ea typeface="+mn-ea"/>
              <a:cs typeface="+mn-ea"/>
              <a:sym typeface="+mn-lt"/>
            </a:endParaRPr>
          </a:p>
        </p:txBody>
      </p:sp>
      <p:sp>
        <p:nvSpPr>
          <p:cNvPr id="156710" name="Line 64">
            <a:extLst>
              <a:ext uri="{FF2B5EF4-FFF2-40B4-BE49-F238E27FC236}">
                <a16:creationId xmlns:a16="http://schemas.microsoft.com/office/drawing/2014/main" id="{8E125F4E-EBB0-4016-87BC-9C1A8230EB71}"/>
              </a:ext>
            </a:extLst>
          </p:cNvPr>
          <p:cNvSpPr>
            <a:spLocks noChangeShapeType="1"/>
          </p:cNvSpPr>
          <p:nvPr/>
        </p:nvSpPr>
        <p:spPr bwMode="auto">
          <a:xfrm flipV="1">
            <a:off x="2401888" y="3681413"/>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6711" name="Rectangle 65">
            <a:extLst>
              <a:ext uri="{FF2B5EF4-FFF2-40B4-BE49-F238E27FC236}">
                <a16:creationId xmlns:a16="http://schemas.microsoft.com/office/drawing/2014/main" id="{6A73F512-7143-4B25-800A-47F5A3033839}"/>
              </a:ext>
            </a:extLst>
          </p:cNvPr>
          <p:cNvSpPr>
            <a:spLocks noChangeArrowheads="1"/>
          </p:cNvSpPr>
          <p:nvPr/>
        </p:nvSpPr>
        <p:spPr bwMode="auto">
          <a:xfrm>
            <a:off x="803275" y="203200"/>
            <a:ext cx="7797800" cy="51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有序链表合并</a:t>
            </a:r>
            <a:r>
              <a:rPr lang="en-US" altLang="zh-CN">
                <a:solidFill>
                  <a:schemeClr val="bg1"/>
                </a:solidFill>
                <a:ea typeface="微软雅黑" panose="020B0503020204020204" pitchFamily="34" charset="-122"/>
                <a:sym typeface="+mn-lt"/>
              </a:rPr>
              <a:t>( pa-&gt;data &lt; </a:t>
            </a:r>
            <a:r>
              <a:rPr lang="zh-CN" altLang="en-US">
                <a:solidFill>
                  <a:schemeClr val="bg1"/>
                </a:solidFill>
                <a:ea typeface="微软雅黑" panose="020B0503020204020204" pitchFamily="34" charset="-122"/>
                <a:sym typeface="+mn-lt"/>
              </a:rPr>
              <a:t>＝</a:t>
            </a:r>
            <a:r>
              <a:rPr lang="en-US" altLang="zh-CN">
                <a:solidFill>
                  <a:schemeClr val="bg1"/>
                </a:solidFill>
                <a:ea typeface="微软雅黑" panose="020B0503020204020204" pitchFamily="34" charset="-122"/>
                <a:sym typeface="+mn-lt"/>
              </a:rPr>
              <a:t>pb-&gt;data )</a:t>
            </a:r>
          </a:p>
        </p:txBody>
      </p:sp>
      <p:sp>
        <p:nvSpPr>
          <p:cNvPr id="156712" name="Text Box 66">
            <a:extLst>
              <a:ext uri="{FF2B5EF4-FFF2-40B4-BE49-F238E27FC236}">
                <a16:creationId xmlns:a16="http://schemas.microsoft.com/office/drawing/2014/main" id="{0E1D85ED-7476-41A9-B347-B29D4AB30BF5}"/>
              </a:ext>
            </a:extLst>
          </p:cNvPr>
          <p:cNvSpPr txBox="1">
            <a:spLocks noChangeArrowheads="1"/>
          </p:cNvSpPr>
          <p:nvPr/>
        </p:nvSpPr>
        <p:spPr bwMode="auto">
          <a:xfrm>
            <a:off x="4781550" y="4019550"/>
            <a:ext cx="3681413" cy="579438"/>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solidFill>
                  <a:srgbClr val="FF0000"/>
                </a:solidFill>
                <a:latin typeface="+mn-lt"/>
                <a:ea typeface="+mn-ea"/>
                <a:cs typeface="+mn-ea"/>
                <a:sym typeface="+mn-lt"/>
              </a:rPr>
              <a:t>pc-&gt;next = pa;</a:t>
            </a:r>
          </a:p>
        </p:txBody>
      </p:sp>
      <p:sp>
        <p:nvSpPr>
          <p:cNvPr id="591940" name="Text Box 68">
            <a:extLst>
              <a:ext uri="{FF2B5EF4-FFF2-40B4-BE49-F238E27FC236}">
                <a16:creationId xmlns:a16="http://schemas.microsoft.com/office/drawing/2014/main" id="{B7F94C95-B9CF-4CBC-AD02-4C5030601DA8}"/>
              </a:ext>
            </a:extLst>
          </p:cNvPr>
          <p:cNvSpPr txBox="1">
            <a:spLocks noChangeArrowheads="1"/>
          </p:cNvSpPr>
          <p:nvPr/>
        </p:nvSpPr>
        <p:spPr bwMode="auto">
          <a:xfrm>
            <a:off x="4794250" y="4598988"/>
            <a:ext cx="3681413" cy="579437"/>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solidFill>
                  <a:srgbClr val="FF0000"/>
                </a:solidFill>
                <a:latin typeface="+mn-lt"/>
                <a:ea typeface="+mn-ea"/>
                <a:cs typeface="+mn-ea"/>
                <a:sym typeface="+mn-lt"/>
              </a:rPr>
              <a:t>pc= pa;</a:t>
            </a:r>
          </a:p>
        </p:txBody>
      </p:sp>
      <p:grpSp>
        <p:nvGrpSpPr>
          <p:cNvPr id="14" name="Group 76">
            <a:extLst>
              <a:ext uri="{FF2B5EF4-FFF2-40B4-BE49-F238E27FC236}">
                <a16:creationId xmlns:a16="http://schemas.microsoft.com/office/drawing/2014/main" id="{8A60E5DD-2405-1C4A-936D-9DC3F7A43DCE}"/>
              </a:ext>
            </a:extLst>
          </p:cNvPr>
          <p:cNvGrpSpPr>
            <a:grpSpLocks/>
          </p:cNvGrpSpPr>
          <p:nvPr/>
        </p:nvGrpSpPr>
        <p:grpSpPr bwMode="auto">
          <a:xfrm>
            <a:off x="3565525" y="1925638"/>
            <a:ext cx="838200" cy="461962"/>
            <a:chOff x="2467" y="616"/>
            <a:chExt cx="528" cy="291"/>
          </a:xfrm>
        </p:grpSpPr>
        <p:grpSp>
          <p:nvGrpSpPr>
            <p:cNvPr id="162862" name="Group 72">
              <a:extLst>
                <a:ext uri="{FF2B5EF4-FFF2-40B4-BE49-F238E27FC236}">
                  <a16:creationId xmlns:a16="http://schemas.microsoft.com/office/drawing/2014/main" id="{0A8DBEF1-8B81-E94F-9358-2A3B3F5AFBDD}"/>
                </a:ext>
              </a:extLst>
            </p:cNvPr>
            <p:cNvGrpSpPr>
              <a:grpSpLocks/>
            </p:cNvGrpSpPr>
            <p:nvPr/>
          </p:nvGrpSpPr>
          <p:grpSpPr bwMode="auto">
            <a:xfrm>
              <a:off x="2467" y="658"/>
              <a:ext cx="528" cy="240"/>
              <a:chOff x="1968" y="1344"/>
              <a:chExt cx="528" cy="240"/>
            </a:xfrm>
          </p:grpSpPr>
          <p:sp>
            <p:nvSpPr>
              <p:cNvPr id="156718" name="Rectangle 73">
                <a:extLst>
                  <a:ext uri="{FF2B5EF4-FFF2-40B4-BE49-F238E27FC236}">
                    <a16:creationId xmlns:a16="http://schemas.microsoft.com/office/drawing/2014/main" id="{54993525-CED6-43A2-8EA8-AFD4C148EBFC}"/>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6719" name="Rectangle 74">
                <a:extLst>
                  <a:ext uri="{FF2B5EF4-FFF2-40B4-BE49-F238E27FC236}">
                    <a16:creationId xmlns:a16="http://schemas.microsoft.com/office/drawing/2014/main" id="{74F13674-98BF-45CB-9EEA-37A8DB5577A8}"/>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6717" name="Text Box 75">
              <a:extLst>
                <a:ext uri="{FF2B5EF4-FFF2-40B4-BE49-F238E27FC236}">
                  <a16:creationId xmlns:a16="http://schemas.microsoft.com/office/drawing/2014/main" id="{7BE4622B-F9A1-407C-8361-E7D5F56156BE}"/>
                </a:ext>
              </a:extLst>
            </p:cNvPr>
            <p:cNvSpPr txBox="1">
              <a:spLocks noChangeArrowheads="1"/>
            </p:cNvSpPr>
            <p:nvPr/>
          </p:nvSpPr>
          <p:spPr bwMode="auto">
            <a:xfrm>
              <a:off x="2540" y="616"/>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grpSp>
      <p:sp>
        <p:nvSpPr>
          <p:cNvPr id="591950" name="Text Box 78">
            <a:extLst>
              <a:ext uri="{FF2B5EF4-FFF2-40B4-BE49-F238E27FC236}">
                <a16:creationId xmlns:a16="http://schemas.microsoft.com/office/drawing/2014/main" id="{E235A1F5-80FD-40BF-9657-5CD2B05FB098}"/>
              </a:ext>
            </a:extLst>
          </p:cNvPr>
          <p:cNvSpPr txBox="1">
            <a:spLocks noChangeArrowheads="1"/>
          </p:cNvSpPr>
          <p:nvPr/>
        </p:nvSpPr>
        <p:spPr bwMode="auto">
          <a:xfrm>
            <a:off x="3073400" y="2346325"/>
            <a:ext cx="868363"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solidFill>
                  <a:srgbClr val="FF0000"/>
                </a:solidFill>
                <a:latin typeface="+mn-lt"/>
                <a:ea typeface="+mn-ea"/>
                <a:cs typeface="+mn-ea"/>
                <a:sym typeface="+mn-lt"/>
              </a:rPr>
              <a:t>Pc</a:t>
            </a:r>
            <a:endParaRPr lang="en-US" altLang="zh-CN" sz="3200" dirty="0">
              <a:latin typeface="+mn-lt"/>
              <a:ea typeface="+mn-ea"/>
              <a:cs typeface="+mn-ea"/>
              <a:sym typeface="+mn-lt"/>
            </a:endParaRPr>
          </a:p>
        </p:txBody>
      </p:sp>
      <p:sp>
        <p:nvSpPr>
          <p:cNvPr id="73" name="Shape 26">
            <a:extLst>
              <a:ext uri="{FF2B5EF4-FFF2-40B4-BE49-F238E27FC236}">
                <a16:creationId xmlns:a16="http://schemas.microsoft.com/office/drawing/2014/main" id="{504D8150-FC04-4E10-87F2-710008D357DA}"/>
              </a:ext>
            </a:extLst>
          </p:cNvPr>
          <p:cNvSpPr/>
          <p:nvPr/>
        </p:nvSpPr>
        <p:spPr bwMode="auto">
          <a:xfrm flipH="1">
            <a:off x="0" y="5899150"/>
            <a:ext cx="9144000" cy="97313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91940"/>
                                        </p:tgtEl>
                                        <p:attrNameLst>
                                          <p:attrName>style.visibility</p:attrName>
                                        </p:attrNameLst>
                                      </p:cBhvr>
                                      <p:to>
                                        <p:strVal val="visible"/>
                                      </p:to>
                                    </p:set>
                                    <p:animEffect transition="in" filter="box(in)">
                                      <p:cBhvr>
                                        <p:cTn id="7" dur="500"/>
                                        <p:tgtEl>
                                          <p:spTgt spid="59194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591950"/>
                                        </p:tgtEl>
                                        <p:attrNameLst>
                                          <p:attrName>style.visibility</p:attrName>
                                        </p:attrNameLst>
                                      </p:cBhvr>
                                      <p:to>
                                        <p:strVal val="visible"/>
                                      </p:to>
                                    </p:set>
                                    <p:animEffect transition="in" filter="box(in)">
                                      <p:cBhvr>
                                        <p:cTn id="12" dur="500"/>
                                        <p:tgtEl>
                                          <p:spTgt spid="591950"/>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8" presetClass="entr" presetSubtype="16"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diamond(in)">
                                      <p:cBhvr>
                                        <p:cTn id="17" dur="3000"/>
                                        <p:tgtEl>
                                          <p:spTgt spid="14"/>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6" presetClass="emph" presetSubtype="0" fill="hold" nodeType="clickEffect">
                                  <p:stCondLst>
                                    <p:cond delay="0"/>
                                  </p:stCondLst>
                                  <p:childTnLst>
                                    <p:animScale>
                                      <p:cBhvr>
                                        <p:cTn id="21" dur="2000" fill="hold"/>
                                        <p:tgtEl>
                                          <p:spTgt spid="14"/>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1940" grpId="0"/>
      <p:bldP spid="591950"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矩形 75">
            <a:extLst>
              <a:ext uri="{FF2B5EF4-FFF2-40B4-BE49-F238E27FC236}">
                <a16:creationId xmlns:a16="http://schemas.microsoft.com/office/drawing/2014/main" id="{F68599FA-63C3-AF40-B5E8-82D07FD14BBE}"/>
              </a:ext>
            </a:extLst>
          </p:cNvPr>
          <p:cNvSpPr>
            <a:spLocks noChangeArrowheads="1"/>
          </p:cNvSpPr>
          <p:nvPr/>
        </p:nvSpPr>
        <p:spPr bwMode="auto">
          <a:xfrm>
            <a:off x="0" y="1411288"/>
            <a:ext cx="9144000" cy="4754562"/>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57698" name="Line 4">
            <a:extLst>
              <a:ext uri="{FF2B5EF4-FFF2-40B4-BE49-F238E27FC236}">
                <a16:creationId xmlns:a16="http://schemas.microsoft.com/office/drawing/2014/main" id="{00D372E4-A47B-479C-8C2B-5C77B65CB2AA}"/>
              </a:ext>
            </a:extLst>
          </p:cNvPr>
          <p:cNvSpPr>
            <a:spLocks noChangeShapeType="1"/>
          </p:cNvSpPr>
          <p:nvPr/>
        </p:nvSpPr>
        <p:spPr bwMode="auto">
          <a:xfrm>
            <a:off x="2552700" y="2085975"/>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699" name="Line 6">
            <a:extLst>
              <a:ext uri="{FF2B5EF4-FFF2-40B4-BE49-F238E27FC236}">
                <a16:creationId xmlns:a16="http://schemas.microsoft.com/office/drawing/2014/main" id="{D71B30C6-F942-49D1-90AB-063281C5D958}"/>
              </a:ext>
            </a:extLst>
          </p:cNvPr>
          <p:cNvSpPr>
            <a:spLocks noChangeShapeType="1"/>
          </p:cNvSpPr>
          <p:nvPr/>
        </p:nvSpPr>
        <p:spPr bwMode="auto">
          <a:xfrm flipV="1">
            <a:off x="3176588" y="2211388"/>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700" name="Line 7">
            <a:extLst>
              <a:ext uri="{FF2B5EF4-FFF2-40B4-BE49-F238E27FC236}">
                <a16:creationId xmlns:a16="http://schemas.microsoft.com/office/drawing/2014/main" id="{8F21BD83-4FA2-49BF-A4C7-48ECE6242E07}"/>
              </a:ext>
            </a:extLst>
          </p:cNvPr>
          <p:cNvSpPr>
            <a:spLocks noChangeShapeType="1"/>
          </p:cNvSpPr>
          <p:nvPr/>
        </p:nvSpPr>
        <p:spPr bwMode="auto">
          <a:xfrm>
            <a:off x="1455738" y="2087563"/>
            <a:ext cx="381000" cy="0"/>
          </a:xfrm>
          <a:prstGeom prst="line">
            <a:avLst/>
          </a:prstGeom>
          <a:noFill/>
          <a:ln w="3810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701" name="Text Box 8">
            <a:extLst>
              <a:ext uri="{FF2B5EF4-FFF2-40B4-BE49-F238E27FC236}">
                <a16:creationId xmlns:a16="http://schemas.microsoft.com/office/drawing/2014/main" id="{6B2488BE-5345-4D64-9DFD-461F42DF3F3D}"/>
              </a:ext>
            </a:extLst>
          </p:cNvPr>
          <p:cNvSpPr txBox="1">
            <a:spLocks noChangeArrowheads="1"/>
          </p:cNvSpPr>
          <p:nvPr/>
        </p:nvSpPr>
        <p:spPr bwMode="auto">
          <a:xfrm>
            <a:off x="133350" y="1770063"/>
            <a:ext cx="1471613"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latin typeface="+mn-lt"/>
                <a:ea typeface="+mn-ea"/>
                <a:cs typeface="+mn-ea"/>
                <a:sym typeface="+mn-lt"/>
              </a:rPr>
              <a:t>La(</a:t>
            </a:r>
            <a:r>
              <a:rPr lang="en-US" altLang="zh-CN" sz="3200" dirty="0" err="1">
                <a:solidFill>
                  <a:srgbClr val="FF0000"/>
                </a:solidFill>
                <a:latin typeface="+mn-lt"/>
                <a:ea typeface="+mn-ea"/>
                <a:cs typeface="+mn-ea"/>
                <a:sym typeface="+mn-lt"/>
              </a:rPr>
              <a:t>Lc</a:t>
            </a:r>
            <a:r>
              <a:rPr lang="en-US" altLang="zh-CN" sz="3200" dirty="0">
                <a:latin typeface="+mn-lt"/>
                <a:ea typeface="+mn-ea"/>
                <a:cs typeface="+mn-ea"/>
                <a:sym typeface="+mn-lt"/>
              </a:rPr>
              <a:t>)</a:t>
            </a:r>
          </a:p>
        </p:txBody>
      </p:sp>
      <p:grpSp>
        <p:nvGrpSpPr>
          <p:cNvPr id="163847" name="Group 9">
            <a:extLst>
              <a:ext uri="{FF2B5EF4-FFF2-40B4-BE49-F238E27FC236}">
                <a16:creationId xmlns:a16="http://schemas.microsoft.com/office/drawing/2014/main" id="{2CA8B72B-B394-5D4B-8C83-AB5753D3199F}"/>
              </a:ext>
            </a:extLst>
          </p:cNvPr>
          <p:cNvGrpSpPr>
            <a:grpSpLocks/>
          </p:cNvGrpSpPr>
          <p:nvPr/>
        </p:nvGrpSpPr>
        <p:grpSpPr bwMode="auto">
          <a:xfrm>
            <a:off x="2979738" y="1858963"/>
            <a:ext cx="838200" cy="381000"/>
            <a:chOff x="1968" y="1344"/>
            <a:chExt cx="528" cy="240"/>
          </a:xfrm>
        </p:grpSpPr>
        <p:sp>
          <p:nvSpPr>
            <p:cNvPr id="157770" name="Rectangle 10">
              <a:extLst>
                <a:ext uri="{FF2B5EF4-FFF2-40B4-BE49-F238E27FC236}">
                  <a16:creationId xmlns:a16="http://schemas.microsoft.com/office/drawing/2014/main" id="{AA66928F-B3AE-4B64-9093-724F5C1A9459}"/>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7771" name="Rectangle 11">
              <a:extLst>
                <a:ext uri="{FF2B5EF4-FFF2-40B4-BE49-F238E27FC236}">
                  <a16:creationId xmlns:a16="http://schemas.microsoft.com/office/drawing/2014/main" id="{2E73D6F6-FAA4-4860-90FB-D05467348446}"/>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2" name="Group 12">
            <a:extLst>
              <a:ext uri="{FF2B5EF4-FFF2-40B4-BE49-F238E27FC236}">
                <a16:creationId xmlns:a16="http://schemas.microsoft.com/office/drawing/2014/main" id="{149985C6-75F0-4720-BB0C-50046FF16FF4}"/>
              </a:ext>
            </a:extLst>
          </p:cNvPr>
          <p:cNvGrpSpPr>
            <a:grpSpLocks/>
          </p:cNvGrpSpPr>
          <p:nvPr/>
        </p:nvGrpSpPr>
        <p:grpSpPr bwMode="auto">
          <a:xfrm>
            <a:off x="4198938" y="1858510"/>
            <a:ext cx="838200" cy="381000"/>
            <a:chOff x="1968" y="1344"/>
            <a:chExt cx="528" cy="240"/>
          </a:xfrm>
          <a:solidFill>
            <a:srgbClr val="D7D7FF"/>
          </a:solidFill>
        </p:grpSpPr>
        <p:sp>
          <p:nvSpPr>
            <p:cNvPr id="157768" name="Rectangle 13">
              <a:extLst>
                <a:ext uri="{FF2B5EF4-FFF2-40B4-BE49-F238E27FC236}">
                  <a16:creationId xmlns:a16="http://schemas.microsoft.com/office/drawing/2014/main" id="{18FA2177-9EA6-4AE7-87D5-04C619EC0BFB}"/>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7769" name="Rectangle 14">
              <a:extLst>
                <a:ext uri="{FF2B5EF4-FFF2-40B4-BE49-F238E27FC236}">
                  <a16:creationId xmlns:a16="http://schemas.microsoft.com/office/drawing/2014/main" id="{4C6C946F-B714-48D3-8FDB-6BB10B328751}"/>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3848" name="Group 15">
            <a:extLst>
              <a:ext uri="{FF2B5EF4-FFF2-40B4-BE49-F238E27FC236}">
                <a16:creationId xmlns:a16="http://schemas.microsoft.com/office/drawing/2014/main" id="{42A88543-E99D-45C1-8A46-5E569587D52F}"/>
              </a:ext>
            </a:extLst>
          </p:cNvPr>
          <p:cNvGrpSpPr>
            <a:grpSpLocks/>
          </p:cNvGrpSpPr>
          <p:nvPr/>
        </p:nvGrpSpPr>
        <p:grpSpPr bwMode="auto">
          <a:xfrm>
            <a:off x="5418138" y="1858510"/>
            <a:ext cx="838200" cy="381000"/>
            <a:chOff x="1968" y="1344"/>
            <a:chExt cx="528" cy="240"/>
          </a:xfrm>
          <a:solidFill>
            <a:srgbClr val="D7D7FF"/>
          </a:solidFill>
        </p:grpSpPr>
        <p:sp>
          <p:nvSpPr>
            <p:cNvPr id="157766" name="Rectangle 16">
              <a:extLst>
                <a:ext uri="{FF2B5EF4-FFF2-40B4-BE49-F238E27FC236}">
                  <a16:creationId xmlns:a16="http://schemas.microsoft.com/office/drawing/2014/main" id="{1087C567-1830-4E8D-A7D8-3252CFF01939}"/>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7767" name="Rectangle 17">
              <a:extLst>
                <a:ext uri="{FF2B5EF4-FFF2-40B4-BE49-F238E27FC236}">
                  <a16:creationId xmlns:a16="http://schemas.microsoft.com/office/drawing/2014/main" id="{9EBB269B-B172-43F9-A8CA-42E130D0B878}"/>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3850" name="Group 18">
            <a:extLst>
              <a:ext uri="{FF2B5EF4-FFF2-40B4-BE49-F238E27FC236}">
                <a16:creationId xmlns:a16="http://schemas.microsoft.com/office/drawing/2014/main" id="{9D100473-88E4-A346-B2A0-6E09CB205DB4}"/>
              </a:ext>
            </a:extLst>
          </p:cNvPr>
          <p:cNvGrpSpPr>
            <a:grpSpLocks/>
          </p:cNvGrpSpPr>
          <p:nvPr/>
        </p:nvGrpSpPr>
        <p:grpSpPr bwMode="auto">
          <a:xfrm>
            <a:off x="1836738" y="1858963"/>
            <a:ext cx="838200" cy="381000"/>
            <a:chOff x="1968" y="1344"/>
            <a:chExt cx="528" cy="240"/>
          </a:xfrm>
        </p:grpSpPr>
        <p:sp>
          <p:nvSpPr>
            <p:cNvPr id="157764" name="Rectangle 19">
              <a:extLst>
                <a:ext uri="{FF2B5EF4-FFF2-40B4-BE49-F238E27FC236}">
                  <a16:creationId xmlns:a16="http://schemas.microsoft.com/office/drawing/2014/main" id="{CEF1E3E8-F786-4B18-BEA2-2BE9034BDE7A}"/>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7765" name="Rectangle 20">
              <a:extLst>
                <a:ext uri="{FF2B5EF4-FFF2-40B4-BE49-F238E27FC236}">
                  <a16:creationId xmlns:a16="http://schemas.microsoft.com/office/drawing/2014/main" id="{65F1BF44-C6D6-4DE8-8548-C4DEC0B8E3CD}"/>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7706" name="Line 21">
            <a:extLst>
              <a:ext uri="{FF2B5EF4-FFF2-40B4-BE49-F238E27FC236}">
                <a16:creationId xmlns:a16="http://schemas.microsoft.com/office/drawing/2014/main" id="{743E0C5B-B482-4E71-B26A-FA5F47B4E487}"/>
              </a:ext>
            </a:extLst>
          </p:cNvPr>
          <p:cNvSpPr>
            <a:spLocks noChangeShapeType="1"/>
          </p:cNvSpPr>
          <p:nvPr/>
        </p:nvSpPr>
        <p:spPr bwMode="auto">
          <a:xfrm>
            <a:off x="2590800" y="2078038"/>
            <a:ext cx="457200" cy="0"/>
          </a:xfrm>
          <a:prstGeom prst="line">
            <a:avLst/>
          </a:prstGeom>
          <a:noFill/>
          <a:ln w="5715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707" name="Line 22">
            <a:extLst>
              <a:ext uri="{FF2B5EF4-FFF2-40B4-BE49-F238E27FC236}">
                <a16:creationId xmlns:a16="http://schemas.microsoft.com/office/drawing/2014/main" id="{82B5C1DC-7EFE-4E75-9651-216AF0595AB0}"/>
              </a:ext>
            </a:extLst>
          </p:cNvPr>
          <p:cNvSpPr>
            <a:spLocks noChangeShapeType="1"/>
          </p:cNvSpPr>
          <p:nvPr/>
        </p:nvSpPr>
        <p:spPr bwMode="auto">
          <a:xfrm>
            <a:off x="3741738" y="208756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708" name="Line 23">
            <a:extLst>
              <a:ext uri="{FF2B5EF4-FFF2-40B4-BE49-F238E27FC236}">
                <a16:creationId xmlns:a16="http://schemas.microsoft.com/office/drawing/2014/main" id="{CEDB4AAD-6BE2-41B1-90B1-5E8366DF125D}"/>
              </a:ext>
            </a:extLst>
          </p:cNvPr>
          <p:cNvSpPr>
            <a:spLocks noChangeShapeType="1"/>
          </p:cNvSpPr>
          <p:nvPr/>
        </p:nvSpPr>
        <p:spPr bwMode="auto">
          <a:xfrm>
            <a:off x="4960938" y="208756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709" name="Text Box 24">
            <a:extLst>
              <a:ext uri="{FF2B5EF4-FFF2-40B4-BE49-F238E27FC236}">
                <a16:creationId xmlns:a16="http://schemas.microsoft.com/office/drawing/2014/main" id="{E07EBF80-2DFA-43D8-9487-D06A84C0D3D6}"/>
              </a:ext>
            </a:extLst>
          </p:cNvPr>
          <p:cNvSpPr txBox="1">
            <a:spLocks noChangeArrowheads="1"/>
          </p:cNvSpPr>
          <p:nvPr/>
        </p:nvSpPr>
        <p:spPr bwMode="auto">
          <a:xfrm>
            <a:off x="3095625" y="1792288"/>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57710" name="Text Box 25">
            <a:extLst>
              <a:ext uri="{FF2B5EF4-FFF2-40B4-BE49-F238E27FC236}">
                <a16:creationId xmlns:a16="http://schemas.microsoft.com/office/drawing/2014/main" id="{974ED77A-1BAA-4637-9014-BBB5A2340349}"/>
              </a:ext>
            </a:extLst>
          </p:cNvPr>
          <p:cNvSpPr txBox="1">
            <a:spLocks noChangeArrowheads="1"/>
          </p:cNvSpPr>
          <p:nvPr/>
        </p:nvSpPr>
        <p:spPr bwMode="auto">
          <a:xfrm>
            <a:off x="4278313" y="1792288"/>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57711" name="Text Box 26">
            <a:extLst>
              <a:ext uri="{FF2B5EF4-FFF2-40B4-BE49-F238E27FC236}">
                <a16:creationId xmlns:a16="http://schemas.microsoft.com/office/drawing/2014/main" id="{D17CF4A4-8462-4F16-A0C5-E4CC556E05F5}"/>
              </a:ext>
            </a:extLst>
          </p:cNvPr>
          <p:cNvSpPr txBox="1">
            <a:spLocks noChangeArrowheads="1"/>
          </p:cNvSpPr>
          <p:nvPr/>
        </p:nvSpPr>
        <p:spPr bwMode="auto">
          <a:xfrm>
            <a:off x="5534025" y="1792288"/>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grpSp>
        <p:nvGrpSpPr>
          <p:cNvPr id="163856" name="Group 27">
            <a:extLst>
              <a:ext uri="{FF2B5EF4-FFF2-40B4-BE49-F238E27FC236}">
                <a16:creationId xmlns:a16="http://schemas.microsoft.com/office/drawing/2014/main" id="{42D172CE-6FBF-4634-928C-AE4B90390532}"/>
              </a:ext>
            </a:extLst>
          </p:cNvPr>
          <p:cNvGrpSpPr>
            <a:grpSpLocks/>
          </p:cNvGrpSpPr>
          <p:nvPr/>
        </p:nvGrpSpPr>
        <p:grpSpPr bwMode="auto">
          <a:xfrm>
            <a:off x="2217738" y="3201534"/>
            <a:ext cx="838200" cy="381000"/>
            <a:chOff x="1968" y="1344"/>
            <a:chExt cx="528" cy="240"/>
          </a:xfrm>
          <a:solidFill>
            <a:srgbClr val="D7D7FF"/>
          </a:solidFill>
        </p:grpSpPr>
        <p:sp>
          <p:nvSpPr>
            <p:cNvPr id="157762" name="Rectangle 28">
              <a:extLst>
                <a:ext uri="{FF2B5EF4-FFF2-40B4-BE49-F238E27FC236}">
                  <a16:creationId xmlns:a16="http://schemas.microsoft.com/office/drawing/2014/main" id="{98B4C944-4374-4A8E-AC1E-437A2939FD3B}"/>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7763" name="Rectangle 29">
              <a:extLst>
                <a:ext uri="{FF2B5EF4-FFF2-40B4-BE49-F238E27FC236}">
                  <a16:creationId xmlns:a16="http://schemas.microsoft.com/office/drawing/2014/main" id="{29F9F1D8-2DE2-4861-9E03-5FD2B0005C48}"/>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3857" name="Group 30">
            <a:extLst>
              <a:ext uri="{FF2B5EF4-FFF2-40B4-BE49-F238E27FC236}">
                <a16:creationId xmlns:a16="http://schemas.microsoft.com/office/drawing/2014/main" id="{89809B3A-8EBA-46D7-9128-16FA8AECA7EA}"/>
              </a:ext>
            </a:extLst>
          </p:cNvPr>
          <p:cNvGrpSpPr>
            <a:grpSpLocks/>
          </p:cNvGrpSpPr>
          <p:nvPr/>
        </p:nvGrpSpPr>
        <p:grpSpPr bwMode="auto">
          <a:xfrm>
            <a:off x="3360738" y="3201534"/>
            <a:ext cx="838200" cy="381000"/>
            <a:chOff x="1968" y="1344"/>
            <a:chExt cx="528" cy="240"/>
          </a:xfrm>
          <a:solidFill>
            <a:srgbClr val="D7D7FF"/>
          </a:solidFill>
        </p:grpSpPr>
        <p:sp>
          <p:nvSpPr>
            <p:cNvPr id="157760" name="Rectangle 31">
              <a:extLst>
                <a:ext uri="{FF2B5EF4-FFF2-40B4-BE49-F238E27FC236}">
                  <a16:creationId xmlns:a16="http://schemas.microsoft.com/office/drawing/2014/main" id="{3DCDDA60-BCB8-4FB8-A376-9236A7D95F88}"/>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7761" name="Rectangle 32">
              <a:extLst>
                <a:ext uri="{FF2B5EF4-FFF2-40B4-BE49-F238E27FC236}">
                  <a16:creationId xmlns:a16="http://schemas.microsoft.com/office/drawing/2014/main" id="{DAA1FE77-130E-4AB4-914E-C32DD6C9F315}"/>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3858" name="Group 33">
            <a:extLst>
              <a:ext uri="{FF2B5EF4-FFF2-40B4-BE49-F238E27FC236}">
                <a16:creationId xmlns:a16="http://schemas.microsoft.com/office/drawing/2014/main" id="{F884D28C-FD7A-4BDE-85C0-F2A2DE62D0AE}"/>
              </a:ext>
            </a:extLst>
          </p:cNvPr>
          <p:cNvGrpSpPr>
            <a:grpSpLocks/>
          </p:cNvGrpSpPr>
          <p:nvPr/>
        </p:nvGrpSpPr>
        <p:grpSpPr bwMode="auto">
          <a:xfrm>
            <a:off x="4579938" y="3201534"/>
            <a:ext cx="838200" cy="381000"/>
            <a:chOff x="1968" y="1344"/>
            <a:chExt cx="528" cy="240"/>
          </a:xfrm>
          <a:solidFill>
            <a:srgbClr val="D7D7FF"/>
          </a:solidFill>
        </p:grpSpPr>
        <p:sp>
          <p:nvSpPr>
            <p:cNvPr id="157758" name="Rectangle 34">
              <a:extLst>
                <a:ext uri="{FF2B5EF4-FFF2-40B4-BE49-F238E27FC236}">
                  <a16:creationId xmlns:a16="http://schemas.microsoft.com/office/drawing/2014/main" id="{5F3AC960-76E9-453C-8331-573FFCAB2DBF}"/>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7759" name="Rectangle 35">
              <a:extLst>
                <a:ext uri="{FF2B5EF4-FFF2-40B4-BE49-F238E27FC236}">
                  <a16:creationId xmlns:a16="http://schemas.microsoft.com/office/drawing/2014/main" id="{DE886B76-CF40-43D3-81DD-EE87D53C948C}"/>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3859" name="Group 36">
            <a:extLst>
              <a:ext uri="{FF2B5EF4-FFF2-40B4-BE49-F238E27FC236}">
                <a16:creationId xmlns:a16="http://schemas.microsoft.com/office/drawing/2014/main" id="{D24D2C4C-C512-4B1C-82B4-9E41F6E52AD0}"/>
              </a:ext>
            </a:extLst>
          </p:cNvPr>
          <p:cNvGrpSpPr>
            <a:grpSpLocks/>
          </p:cNvGrpSpPr>
          <p:nvPr/>
        </p:nvGrpSpPr>
        <p:grpSpPr bwMode="auto">
          <a:xfrm>
            <a:off x="5799138" y="3201534"/>
            <a:ext cx="838200" cy="381000"/>
            <a:chOff x="1968" y="1344"/>
            <a:chExt cx="528" cy="240"/>
          </a:xfrm>
          <a:solidFill>
            <a:srgbClr val="D7D7FF"/>
          </a:solidFill>
        </p:grpSpPr>
        <p:sp>
          <p:nvSpPr>
            <p:cNvPr id="157756" name="Rectangle 37">
              <a:extLst>
                <a:ext uri="{FF2B5EF4-FFF2-40B4-BE49-F238E27FC236}">
                  <a16:creationId xmlns:a16="http://schemas.microsoft.com/office/drawing/2014/main" id="{D2FC7E19-01D7-46EF-BFA2-FDF3A7285845}"/>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7757" name="Rectangle 38">
              <a:extLst>
                <a:ext uri="{FF2B5EF4-FFF2-40B4-BE49-F238E27FC236}">
                  <a16:creationId xmlns:a16="http://schemas.microsoft.com/office/drawing/2014/main" id="{38788C3B-994A-44CA-8B2B-1C86288775F6}"/>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3860" name="Group 39">
            <a:extLst>
              <a:ext uri="{FF2B5EF4-FFF2-40B4-BE49-F238E27FC236}">
                <a16:creationId xmlns:a16="http://schemas.microsoft.com/office/drawing/2014/main" id="{D9D677C5-2E3B-4F46-A766-243197903ACB}"/>
              </a:ext>
            </a:extLst>
          </p:cNvPr>
          <p:cNvGrpSpPr>
            <a:grpSpLocks/>
          </p:cNvGrpSpPr>
          <p:nvPr/>
        </p:nvGrpSpPr>
        <p:grpSpPr bwMode="auto">
          <a:xfrm>
            <a:off x="6942138" y="3201534"/>
            <a:ext cx="838200" cy="381000"/>
            <a:chOff x="1968" y="1344"/>
            <a:chExt cx="528" cy="240"/>
          </a:xfrm>
          <a:solidFill>
            <a:srgbClr val="D7D7FF"/>
          </a:solidFill>
        </p:grpSpPr>
        <p:sp>
          <p:nvSpPr>
            <p:cNvPr id="157754" name="Rectangle 40">
              <a:extLst>
                <a:ext uri="{FF2B5EF4-FFF2-40B4-BE49-F238E27FC236}">
                  <a16:creationId xmlns:a16="http://schemas.microsoft.com/office/drawing/2014/main" id="{4557A35C-3D8C-4EFA-83A8-2C531E53F5D6}"/>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7755" name="Rectangle 41">
              <a:extLst>
                <a:ext uri="{FF2B5EF4-FFF2-40B4-BE49-F238E27FC236}">
                  <a16:creationId xmlns:a16="http://schemas.microsoft.com/office/drawing/2014/main" id="{4410A4D1-5278-43F7-B56F-FF83D5C1FEB8}"/>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3861" name="Group 42">
            <a:extLst>
              <a:ext uri="{FF2B5EF4-FFF2-40B4-BE49-F238E27FC236}">
                <a16:creationId xmlns:a16="http://schemas.microsoft.com/office/drawing/2014/main" id="{AF10F766-032C-446F-84D4-B63D95FF26F8}"/>
              </a:ext>
            </a:extLst>
          </p:cNvPr>
          <p:cNvGrpSpPr>
            <a:grpSpLocks/>
          </p:cNvGrpSpPr>
          <p:nvPr/>
        </p:nvGrpSpPr>
        <p:grpSpPr bwMode="auto">
          <a:xfrm>
            <a:off x="8085138" y="3201534"/>
            <a:ext cx="838200" cy="381000"/>
            <a:chOff x="1968" y="1344"/>
            <a:chExt cx="528" cy="240"/>
          </a:xfrm>
          <a:solidFill>
            <a:srgbClr val="D7D7FF"/>
          </a:solidFill>
        </p:grpSpPr>
        <p:sp>
          <p:nvSpPr>
            <p:cNvPr id="157752" name="Rectangle 43">
              <a:extLst>
                <a:ext uri="{FF2B5EF4-FFF2-40B4-BE49-F238E27FC236}">
                  <a16:creationId xmlns:a16="http://schemas.microsoft.com/office/drawing/2014/main" id="{7AEB09CA-B0E4-448F-A64C-BE81D6A01DEB}"/>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7753" name="Rectangle 44">
              <a:extLst>
                <a:ext uri="{FF2B5EF4-FFF2-40B4-BE49-F238E27FC236}">
                  <a16:creationId xmlns:a16="http://schemas.microsoft.com/office/drawing/2014/main" id="{18061F0B-62D4-4F15-A19B-468849B43B77}"/>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7718" name="Line 45">
            <a:extLst>
              <a:ext uri="{FF2B5EF4-FFF2-40B4-BE49-F238E27FC236}">
                <a16:creationId xmlns:a16="http://schemas.microsoft.com/office/drawing/2014/main" id="{0C8A9A7A-926C-4A1D-B5A4-E2B57BEEA3CE}"/>
              </a:ext>
            </a:extLst>
          </p:cNvPr>
          <p:cNvSpPr>
            <a:spLocks noChangeShapeType="1"/>
          </p:cNvSpPr>
          <p:nvPr/>
        </p:nvSpPr>
        <p:spPr bwMode="auto">
          <a:xfrm>
            <a:off x="2903538" y="335438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719" name="Line 46">
            <a:extLst>
              <a:ext uri="{FF2B5EF4-FFF2-40B4-BE49-F238E27FC236}">
                <a16:creationId xmlns:a16="http://schemas.microsoft.com/office/drawing/2014/main" id="{5A9352AA-DFB1-4492-A796-8404B6D54825}"/>
              </a:ext>
            </a:extLst>
          </p:cNvPr>
          <p:cNvSpPr>
            <a:spLocks noChangeShapeType="1"/>
          </p:cNvSpPr>
          <p:nvPr/>
        </p:nvSpPr>
        <p:spPr bwMode="auto">
          <a:xfrm>
            <a:off x="5341938" y="335438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720" name="Line 47">
            <a:extLst>
              <a:ext uri="{FF2B5EF4-FFF2-40B4-BE49-F238E27FC236}">
                <a16:creationId xmlns:a16="http://schemas.microsoft.com/office/drawing/2014/main" id="{DE38E53B-B743-4294-985C-4685625D428C}"/>
              </a:ext>
            </a:extLst>
          </p:cNvPr>
          <p:cNvSpPr>
            <a:spLocks noChangeShapeType="1"/>
          </p:cNvSpPr>
          <p:nvPr/>
        </p:nvSpPr>
        <p:spPr bwMode="auto">
          <a:xfrm>
            <a:off x="6484938" y="335438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721" name="Line 48">
            <a:extLst>
              <a:ext uri="{FF2B5EF4-FFF2-40B4-BE49-F238E27FC236}">
                <a16:creationId xmlns:a16="http://schemas.microsoft.com/office/drawing/2014/main" id="{DAEE6BE0-F9EC-4293-A335-FCD585387A1D}"/>
              </a:ext>
            </a:extLst>
          </p:cNvPr>
          <p:cNvSpPr>
            <a:spLocks noChangeShapeType="1"/>
          </p:cNvSpPr>
          <p:nvPr/>
        </p:nvSpPr>
        <p:spPr bwMode="auto">
          <a:xfrm>
            <a:off x="4122738" y="335438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722" name="Line 49">
            <a:extLst>
              <a:ext uri="{FF2B5EF4-FFF2-40B4-BE49-F238E27FC236}">
                <a16:creationId xmlns:a16="http://schemas.microsoft.com/office/drawing/2014/main" id="{C32DBB37-D36E-4082-B095-931F16EA4B02}"/>
              </a:ext>
            </a:extLst>
          </p:cNvPr>
          <p:cNvSpPr>
            <a:spLocks noChangeShapeType="1"/>
          </p:cNvSpPr>
          <p:nvPr/>
        </p:nvSpPr>
        <p:spPr bwMode="auto">
          <a:xfrm>
            <a:off x="7627938" y="335438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723" name="Text Box 50">
            <a:extLst>
              <a:ext uri="{FF2B5EF4-FFF2-40B4-BE49-F238E27FC236}">
                <a16:creationId xmlns:a16="http://schemas.microsoft.com/office/drawing/2014/main" id="{F6B2AFEA-72F3-4142-B892-1459543C8740}"/>
              </a:ext>
            </a:extLst>
          </p:cNvPr>
          <p:cNvSpPr txBox="1">
            <a:spLocks noChangeArrowheads="1"/>
          </p:cNvSpPr>
          <p:nvPr/>
        </p:nvSpPr>
        <p:spPr bwMode="auto">
          <a:xfrm>
            <a:off x="2359025" y="3125788"/>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sp>
        <p:nvSpPr>
          <p:cNvPr id="157724" name="Text Box 51">
            <a:extLst>
              <a:ext uri="{FF2B5EF4-FFF2-40B4-BE49-F238E27FC236}">
                <a16:creationId xmlns:a16="http://schemas.microsoft.com/office/drawing/2014/main" id="{37F87AFF-5C3C-4E2A-8BE1-E4D4A695B193}"/>
              </a:ext>
            </a:extLst>
          </p:cNvPr>
          <p:cNvSpPr txBox="1">
            <a:spLocks noChangeArrowheads="1"/>
          </p:cNvSpPr>
          <p:nvPr/>
        </p:nvSpPr>
        <p:spPr bwMode="auto">
          <a:xfrm>
            <a:off x="3476625" y="3125788"/>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57725" name="Text Box 52">
            <a:extLst>
              <a:ext uri="{FF2B5EF4-FFF2-40B4-BE49-F238E27FC236}">
                <a16:creationId xmlns:a16="http://schemas.microsoft.com/office/drawing/2014/main" id="{A5993DB8-7ACA-4E8D-8858-BAD08F23F18E}"/>
              </a:ext>
            </a:extLst>
          </p:cNvPr>
          <p:cNvSpPr txBox="1">
            <a:spLocks noChangeArrowheads="1"/>
          </p:cNvSpPr>
          <p:nvPr/>
        </p:nvSpPr>
        <p:spPr bwMode="auto">
          <a:xfrm>
            <a:off x="4656138" y="3167063"/>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57726" name="Text Box 53">
            <a:extLst>
              <a:ext uri="{FF2B5EF4-FFF2-40B4-BE49-F238E27FC236}">
                <a16:creationId xmlns:a16="http://schemas.microsoft.com/office/drawing/2014/main" id="{4734F3E6-9827-4EDE-AF2D-CE935BC86D87}"/>
              </a:ext>
            </a:extLst>
          </p:cNvPr>
          <p:cNvSpPr txBox="1">
            <a:spLocks noChangeArrowheads="1"/>
          </p:cNvSpPr>
          <p:nvPr/>
        </p:nvSpPr>
        <p:spPr bwMode="auto">
          <a:xfrm>
            <a:off x="5915025" y="3167063"/>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57727" name="Text Box 54">
            <a:extLst>
              <a:ext uri="{FF2B5EF4-FFF2-40B4-BE49-F238E27FC236}">
                <a16:creationId xmlns:a16="http://schemas.microsoft.com/office/drawing/2014/main" id="{3F22F2D1-7B51-4C1C-A2FB-1F32011ACEEC}"/>
              </a:ext>
            </a:extLst>
          </p:cNvPr>
          <p:cNvSpPr txBox="1">
            <a:spLocks noChangeArrowheads="1"/>
          </p:cNvSpPr>
          <p:nvPr/>
        </p:nvSpPr>
        <p:spPr bwMode="auto">
          <a:xfrm>
            <a:off x="6935788" y="3167063"/>
            <a:ext cx="4921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57728" name="Text Box 55">
            <a:extLst>
              <a:ext uri="{FF2B5EF4-FFF2-40B4-BE49-F238E27FC236}">
                <a16:creationId xmlns:a16="http://schemas.microsoft.com/office/drawing/2014/main" id="{95DBF487-114E-413D-BF9F-A02855ED4AC6}"/>
              </a:ext>
            </a:extLst>
          </p:cNvPr>
          <p:cNvSpPr txBox="1">
            <a:spLocks noChangeArrowheads="1"/>
          </p:cNvSpPr>
          <p:nvPr/>
        </p:nvSpPr>
        <p:spPr bwMode="auto">
          <a:xfrm>
            <a:off x="8088313" y="3167063"/>
            <a:ext cx="474662"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63873" name="Group 56">
            <a:extLst>
              <a:ext uri="{FF2B5EF4-FFF2-40B4-BE49-F238E27FC236}">
                <a16:creationId xmlns:a16="http://schemas.microsoft.com/office/drawing/2014/main" id="{11CCA8B9-D886-4D8B-AE16-B8977547713D}"/>
              </a:ext>
            </a:extLst>
          </p:cNvPr>
          <p:cNvGrpSpPr>
            <a:grpSpLocks/>
          </p:cNvGrpSpPr>
          <p:nvPr/>
        </p:nvGrpSpPr>
        <p:grpSpPr bwMode="auto">
          <a:xfrm>
            <a:off x="1003301" y="3192009"/>
            <a:ext cx="838200" cy="381000"/>
            <a:chOff x="1968" y="1344"/>
            <a:chExt cx="528" cy="240"/>
          </a:xfrm>
          <a:noFill/>
        </p:grpSpPr>
        <p:sp>
          <p:nvSpPr>
            <p:cNvPr id="157750" name="Rectangle 57">
              <a:extLst>
                <a:ext uri="{FF2B5EF4-FFF2-40B4-BE49-F238E27FC236}">
                  <a16:creationId xmlns:a16="http://schemas.microsoft.com/office/drawing/2014/main" id="{8DB46494-B80B-4B44-96F4-6C49C60D1527}"/>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7751" name="Rectangle 58">
              <a:extLst>
                <a:ext uri="{FF2B5EF4-FFF2-40B4-BE49-F238E27FC236}">
                  <a16:creationId xmlns:a16="http://schemas.microsoft.com/office/drawing/2014/main" id="{AF7D4623-C22E-4AAB-942B-2E6C7239E277}"/>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7730" name="Line 59">
            <a:extLst>
              <a:ext uri="{FF2B5EF4-FFF2-40B4-BE49-F238E27FC236}">
                <a16:creationId xmlns:a16="http://schemas.microsoft.com/office/drawing/2014/main" id="{A5C85462-61AD-4FE2-965B-E77522191D3C}"/>
              </a:ext>
            </a:extLst>
          </p:cNvPr>
          <p:cNvSpPr>
            <a:spLocks noChangeShapeType="1"/>
          </p:cNvSpPr>
          <p:nvPr/>
        </p:nvSpPr>
        <p:spPr bwMode="auto">
          <a:xfrm>
            <a:off x="1765300" y="342106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63876" name="Group 60">
            <a:extLst>
              <a:ext uri="{FF2B5EF4-FFF2-40B4-BE49-F238E27FC236}">
                <a16:creationId xmlns:a16="http://schemas.microsoft.com/office/drawing/2014/main" id="{52825BB9-AD21-8E46-8874-3A80F0B70AF4}"/>
              </a:ext>
            </a:extLst>
          </p:cNvPr>
          <p:cNvGrpSpPr>
            <a:grpSpLocks/>
          </p:cNvGrpSpPr>
          <p:nvPr/>
        </p:nvGrpSpPr>
        <p:grpSpPr bwMode="auto">
          <a:xfrm>
            <a:off x="52388" y="3014663"/>
            <a:ext cx="950912" cy="584200"/>
            <a:chOff x="715" y="1953"/>
            <a:chExt cx="599" cy="368"/>
          </a:xfrm>
        </p:grpSpPr>
        <p:sp>
          <p:nvSpPr>
            <p:cNvPr id="157748" name="Line 61">
              <a:extLst>
                <a:ext uri="{FF2B5EF4-FFF2-40B4-BE49-F238E27FC236}">
                  <a16:creationId xmlns:a16="http://schemas.microsoft.com/office/drawing/2014/main" id="{C016715A-6C49-477C-84C0-AED995DD17F9}"/>
                </a:ext>
              </a:extLst>
            </p:cNvPr>
            <p:cNvSpPr>
              <a:spLocks noChangeShapeType="1"/>
            </p:cNvSpPr>
            <p:nvPr/>
          </p:nvSpPr>
          <p:spPr bwMode="auto">
            <a:xfrm>
              <a:off x="1074" y="2175"/>
              <a:ext cx="24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749" name="Text Box 62">
              <a:extLst>
                <a:ext uri="{FF2B5EF4-FFF2-40B4-BE49-F238E27FC236}">
                  <a16:creationId xmlns:a16="http://schemas.microsoft.com/office/drawing/2014/main" id="{D6313AA2-9E0E-4FFE-A45D-34D29DED0BE4}"/>
                </a:ext>
              </a:extLst>
            </p:cNvPr>
            <p:cNvSpPr txBox="1">
              <a:spLocks noChangeArrowheads="1"/>
            </p:cNvSpPr>
            <p:nvPr/>
          </p:nvSpPr>
          <p:spPr bwMode="auto">
            <a:xfrm>
              <a:off x="715" y="1953"/>
              <a:ext cx="403" cy="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err="1">
                  <a:latin typeface="+mn-lt"/>
                  <a:ea typeface="+mn-ea"/>
                  <a:cs typeface="+mn-ea"/>
                  <a:sym typeface="+mn-lt"/>
                </a:rPr>
                <a:t>Lb</a:t>
              </a:r>
              <a:endParaRPr lang="en-US" altLang="zh-CN" sz="3200" dirty="0">
                <a:latin typeface="+mn-lt"/>
                <a:ea typeface="+mn-ea"/>
                <a:cs typeface="+mn-ea"/>
                <a:sym typeface="+mn-lt"/>
              </a:endParaRPr>
            </a:p>
          </p:txBody>
        </p:sp>
      </p:grpSp>
      <p:sp>
        <p:nvSpPr>
          <p:cNvPr id="157732" name="Text Box 63">
            <a:extLst>
              <a:ext uri="{FF2B5EF4-FFF2-40B4-BE49-F238E27FC236}">
                <a16:creationId xmlns:a16="http://schemas.microsoft.com/office/drawing/2014/main" id="{AD2F131F-DC06-4030-AC19-D3C2A0B96B21}"/>
              </a:ext>
            </a:extLst>
          </p:cNvPr>
          <p:cNvSpPr txBox="1">
            <a:spLocks noChangeArrowheads="1"/>
          </p:cNvSpPr>
          <p:nvPr/>
        </p:nvSpPr>
        <p:spPr bwMode="auto">
          <a:xfrm>
            <a:off x="2562225" y="3624263"/>
            <a:ext cx="595313"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err="1">
                <a:latin typeface="+mn-lt"/>
                <a:ea typeface="+mn-ea"/>
                <a:cs typeface="+mn-ea"/>
                <a:sym typeface="+mn-lt"/>
              </a:rPr>
              <a:t>pb</a:t>
            </a:r>
            <a:endParaRPr lang="en-US" altLang="zh-CN" sz="3200" dirty="0">
              <a:latin typeface="+mn-lt"/>
              <a:ea typeface="+mn-ea"/>
              <a:cs typeface="+mn-ea"/>
              <a:sym typeface="+mn-lt"/>
            </a:endParaRPr>
          </a:p>
        </p:txBody>
      </p:sp>
      <p:sp>
        <p:nvSpPr>
          <p:cNvPr id="157733" name="Line 64">
            <a:extLst>
              <a:ext uri="{FF2B5EF4-FFF2-40B4-BE49-F238E27FC236}">
                <a16:creationId xmlns:a16="http://schemas.microsoft.com/office/drawing/2014/main" id="{7D1D3A9E-B241-4C8A-89CF-E0B91816C482}"/>
              </a:ext>
            </a:extLst>
          </p:cNvPr>
          <p:cNvSpPr>
            <a:spLocks noChangeShapeType="1"/>
          </p:cNvSpPr>
          <p:nvPr/>
        </p:nvSpPr>
        <p:spPr bwMode="auto">
          <a:xfrm flipV="1">
            <a:off x="2490788" y="3575050"/>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7734" name="Rectangle 65">
            <a:extLst>
              <a:ext uri="{FF2B5EF4-FFF2-40B4-BE49-F238E27FC236}">
                <a16:creationId xmlns:a16="http://schemas.microsoft.com/office/drawing/2014/main" id="{21EF230E-4C77-4FE3-A51D-5B0250D57423}"/>
              </a:ext>
            </a:extLst>
          </p:cNvPr>
          <p:cNvSpPr>
            <a:spLocks noChangeArrowheads="1"/>
          </p:cNvSpPr>
          <p:nvPr/>
        </p:nvSpPr>
        <p:spPr bwMode="auto">
          <a:xfrm>
            <a:off x="790575" y="188913"/>
            <a:ext cx="7797800"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有序链表合并</a:t>
            </a:r>
            <a:r>
              <a:rPr lang="en-US" altLang="zh-CN">
                <a:solidFill>
                  <a:schemeClr val="bg1"/>
                </a:solidFill>
                <a:ea typeface="微软雅黑" panose="020B0503020204020204" pitchFamily="34" charset="-122"/>
                <a:sym typeface="+mn-lt"/>
              </a:rPr>
              <a:t>( pa-&gt;data &lt; </a:t>
            </a:r>
            <a:r>
              <a:rPr lang="zh-CN" altLang="en-US">
                <a:solidFill>
                  <a:schemeClr val="bg1"/>
                </a:solidFill>
                <a:ea typeface="微软雅黑" panose="020B0503020204020204" pitchFamily="34" charset="-122"/>
                <a:sym typeface="+mn-lt"/>
              </a:rPr>
              <a:t>＝</a:t>
            </a:r>
            <a:r>
              <a:rPr lang="en-US" altLang="zh-CN">
                <a:solidFill>
                  <a:schemeClr val="bg1"/>
                </a:solidFill>
                <a:ea typeface="微软雅黑" panose="020B0503020204020204" pitchFamily="34" charset="-122"/>
                <a:sym typeface="+mn-lt"/>
              </a:rPr>
              <a:t>pb-&gt;data )</a:t>
            </a:r>
          </a:p>
        </p:txBody>
      </p:sp>
      <p:sp>
        <p:nvSpPr>
          <p:cNvPr id="157735" name="Text Box 66">
            <a:extLst>
              <a:ext uri="{FF2B5EF4-FFF2-40B4-BE49-F238E27FC236}">
                <a16:creationId xmlns:a16="http://schemas.microsoft.com/office/drawing/2014/main" id="{DF7A516F-0FD1-4968-A902-16C1F3F159E2}"/>
              </a:ext>
            </a:extLst>
          </p:cNvPr>
          <p:cNvSpPr txBox="1">
            <a:spLocks noChangeArrowheads="1"/>
          </p:cNvSpPr>
          <p:nvPr/>
        </p:nvSpPr>
        <p:spPr bwMode="auto">
          <a:xfrm>
            <a:off x="4716463" y="3994150"/>
            <a:ext cx="3681412" cy="579438"/>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solidFill>
                  <a:srgbClr val="FF0000"/>
                </a:solidFill>
                <a:latin typeface="+mn-lt"/>
                <a:ea typeface="+mn-ea"/>
                <a:cs typeface="+mn-ea"/>
                <a:sym typeface="+mn-lt"/>
              </a:rPr>
              <a:t>pc-&gt;next = pa;</a:t>
            </a:r>
          </a:p>
        </p:txBody>
      </p:sp>
      <p:sp>
        <p:nvSpPr>
          <p:cNvPr id="157736" name="Text Box 67">
            <a:extLst>
              <a:ext uri="{FF2B5EF4-FFF2-40B4-BE49-F238E27FC236}">
                <a16:creationId xmlns:a16="http://schemas.microsoft.com/office/drawing/2014/main" id="{DC40A32B-9F05-46CA-9593-47B00EB18CDB}"/>
              </a:ext>
            </a:extLst>
          </p:cNvPr>
          <p:cNvSpPr txBox="1">
            <a:spLocks noChangeArrowheads="1"/>
          </p:cNvSpPr>
          <p:nvPr/>
        </p:nvSpPr>
        <p:spPr bwMode="auto">
          <a:xfrm>
            <a:off x="4729163" y="4573588"/>
            <a:ext cx="3681412" cy="579437"/>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solidFill>
                  <a:srgbClr val="FF0000"/>
                </a:solidFill>
                <a:latin typeface="+mn-lt"/>
                <a:ea typeface="+mn-ea"/>
                <a:cs typeface="+mn-ea"/>
                <a:sym typeface="+mn-lt"/>
              </a:rPr>
              <a:t>pc= pa;</a:t>
            </a:r>
          </a:p>
        </p:txBody>
      </p:sp>
      <p:grpSp>
        <p:nvGrpSpPr>
          <p:cNvPr id="163882" name="Group 68">
            <a:extLst>
              <a:ext uri="{FF2B5EF4-FFF2-40B4-BE49-F238E27FC236}">
                <a16:creationId xmlns:a16="http://schemas.microsoft.com/office/drawing/2014/main" id="{E047D7DE-C1C0-194B-A0BC-7251597F70A6}"/>
              </a:ext>
            </a:extLst>
          </p:cNvPr>
          <p:cNvGrpSpPr>
            <a:grpSpLocks/>
          </p:cNvGrpSpPr>
          <p:nvPr/>
        </p:nvGrpSpPr>
        <p:grpSpPr bwMode="auto">
          <a:xfrm>
            <a:off x="2970213" y="1803400"/>
            <a:ext cx="838200" cy="461963"/>
            <a:chOff x="2467" y="616"/>
            <a:chExt cx="528" cy="291"/>
          </a:xfrm>
        </p:grpSpPr>
        <p:grpSp>
          <p:nvGrpSpPr>
            <p:cNvPr id="3" name="Group 69">
              <a:extLst>
                <a:ext uri="{FF2B5EF4-FFF2-40B4-BE49-F238E27FC236}">
                  <a16:creationId xmlns:a16="http://schemas.microsoft.com/office/drawing/2014/main" id="{AE5C96D1-FE66-4E44-94E3-95D6617001C5}"/>
                </a:ext>
              </a:extLst>
            </p:cNvPr>
            <p:cNvGrpSpPr>
              <a:grpSpLocks/>
            </p:cNvGrpSpPr>
            <p:nvPr/>
          </p:nvGrpSpPr>
          <p:grpSpPr bwMode="auto">
            <a:xfrm>
              <a:off x="2467" y="658"/>
              <a:ext cx="528" cy="240"/>
              <a:chOff x="1968" y="1344"/>
              <a:chExt cx="528" cy="240"/>
            </a:xfrm>
          </p:grpSpPr>
          <p:sp>
            <p:nvSpPr>
              <p:cNvPr id="157746" name="Rectangle 70">
                <a:extLst>
                  <a:ext uri="{FF2B5EF4-FFF2-40B4-BE49-F238E27FC236}">
                    <a16:creationId xmlns:a16="http://schemas.microsoft.com/office/drawing/2014/main" id="{2980DBB7-5B7D-4CBA-BA3D-8A1C1690A5EB}"/>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7747" name="Rectangle 71">
                <a:extLst>
                  <a:ext uri="{FF2B5EF4-FFF2-40B4-BE49-F238E27FC236}">
                    <a16:creationId xmlns:a16="http://schemas.microsoft.com/office/drawing/2014/main" id="{C813FADF-84A0-463F-B279-ED7D8565E16C}"/>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7745" name="Text Box 72">
              <a:extLst>
                <a:ext uri="{FF2B5EF4-FFF2-40B4-BE49-F238E27FC236}">
                  <a16:creationId xmlns:a16="http://schemas.microsoft.com/office/drawing/2014/main" id="{7901B584-4A45-4C21-B598-977CC76A0B30}"/>
                </a:ext>
              </a:extLst>
            </p:cNvPr>
            <p:cNvSpPr txBox="1">
              <a:spLocks noChangeArrowheads="1"/>
            </p:cNvSpPr>
            <p:nvPr/>
          </p:nvSpPr>
          <p:spPr bwMode="auto">
            <a:xfrm>
              <a:off x="2540" y="616"/>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grpSp>
      <p:sp>
        <p:nvSpPr>
          <p:cNvPr id="157738" name="Text Box 73">
            <a:extLst>
              <a:ext uri="{FF2B5EF4-FFF2-40B4-BE49-F238E27FC236}">
                <a16:creationId xmlns:a16="http://schemas.microsoft.com/office/drawing/2014/main" id="{C7CDD753-5D83-4194-B535-F58AB1495EAC}"/>
              </a:ext>
            </a:extLst>
          </p:cNvPr>
          <p:cNvSpPr txBox="1">
            <a:spLocks noChangeArrowheads="1"/>
          </p:cNvSpPr>
          <p:nvPr/>
        </p:nvSpPr>
        <p:spPr bwMode="auto">
          <a:xfrm>
            <a:off x="2478088" y="2224088"/>
            <a:ext cx="868362"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solidFill>
                  <a:srgbClr val="FF0000"/>
                </a:solidFill>
                <a:latin typeface="+mn-lt"/>
                <a:ea typeface="+mn-ea"/>
                <a:cs typeface="+mn-ea"/>
                <a:sym typeface="+mn-lt"/>
              </a:rPr>
              <a:t>Pc</a:t>
            </a:r>
            <a:endParaRPr lang="en-US" altLang="zh-CN" sz="3200" dirty="0">
              <a:latin typeface="+mn-lt"/>
              <a:ea typeface="+mn-ea"/>
              <a:cs typeface="+mn-ea"/>
              <a:sym typeface="+mn-lt"/>
            </a:endParaRPr>
          </a:p>
        </p:txBody>
      </p:sp>
      <p:grpSp>
        <p:nvGrpSpPr>
          <p:cNvPr id="16" name="Group 77">
            <a:extLst>
              <a:ext uri="{FF2B5EF4-FFF2-40B4-BE49-F238E27FC236}">
                <a16:creationId xmlns:a16="http://schemas.microsoft.com/office/drawing/2014/main" id="{5FCD71F6-45DD-426B-BB17-DA768D443712}"/>
              </a:ext>
            </a:extLst>
          </p:cNvPr>
          <p:cNvGrpSpPr>
            <a:grpSpLocks/>
          </p:cNvGrpSpPr>
          <p:nvPr/>
        </p:nvGrpSpPr>
        <p:grpSpPr bwMode="auto">
          <a:xfrm>
            <a:off x="4728716" y="2358231"/>
            <a:ext cx="3681412" cy="3375025"/>
            <a:chOff x="3099" y="775"/>
            <a:chExt cx="2319" cy="2126"/>
          </a:xfrm>
          <a:noFill/>
        </p:grpSpPr>
        <p:sp>
          <p:nvSpPr>
            <p:cNvPr id="157740" name="Text Box 74">
              <a:extLst>
                <a:ext uri="{FF2B5EF4-FFF2-40B4-BE49-F238E27FC236}">
                  <a16:creationId xmlns:a16="http://schemas.microsoft.com/office/drawing/2014/main" id="{2E915CE7-1C07-45AF-8DF0-0551EB9FB50A}"/>
                </a:ext>
              </a:extLst>
            </p:cNvPr>
            <p:cNvSpPr txBox="1">
              <a:spLocks noChangeArrowheads="1"/>
            </p:cNvSpPr>
            <p:nvPr/>
          </p:nvSpPr>
          <p:spPr bwMode="auto">
            <a:xfrm>
              <a:off x="3099" y="2536"/>
              <a:ext cx="2319" cy="36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solidFill>
                    <a:srgbClr val="FF0000"/>
                  </a:solidFill>
                  <a:latin typeface="+mn-lt"/>
                  <a:ea typeface="+mn-ea"/>
                  <a:cs typeface="+mn-ea"/>
                  <a:sym typeface="+mn-lt"/>
                </a:rPr>
                <a:t>pa = pa-&gt;next;</a:t>
              </a:r>
            </a:p>
          </p:txBody>
        </p:sp>
        <p:grpSp>
          <p:nvGrpSpPr>
            <p:cNvPr id="163885" name="Group 76">
              <a:extLst>
                <a:ext uri="{FF2B5EF4-FFF2-40B4-BE49-F238E27FC236}">
                  <a16:creationId xmlns:a16="http://schemas.microsoft.com/office/drawing/2014/main" id="{FF8DAD2B-ED8C-42C7-9A29-C8BB9E83E3A2}"/>
                </a:ext>
              </a:extLst>
            </p:cNvPr>
            <p:cNvGrpSpPr>
              <a:grpSpLocks/>
            </p:cNvGrpSpPr>
            <p:nvPr/>
          </p:nvGrpSpPr>
          <p:grpSpPr bwMode="auto">
            <a:xfrm>
              <a:off x="3231" y="775"/>
              <a:ext cx="456" cy="365"/>
              <a:chOff x="3231" y="775"/>
              <a:chExt cx="456" cy="365"/>
            </a:xfrm>
            <a:grpFill/>
          </p:grpSpPr>
          <p:sp>
            <p:nvSpPr>
              <p:cNvPr id="157742" name="Text Box 5">
                <a:extLst>
                  <a:ext uri="{FF2B5EF4-FFF2-40B4-BE49-F238E27FC236}">
                    <a16:creationId xmlns:a16="http://schemas.microsoft.com/office/drawing/2014/main" id="{48455AEA-D1E1-41FB-97DA-6271B8A2A651}"/>
                  </a:ext>
                </a:extLst>
              </p:cNvPr>
              <p:cNvSpPr txBox="1">
                <a:spLocks noChangeArrowheads="1"/>
              </p:cNvSpPr>
              <p:nvPr/>
            </p:nvSpPr>
            <p:spPr bwMode="auto">
              <a:xfrm>
                <a:off x="3231" y="775"/>
                <a:ext cx="456" cy="36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latin typeface="+mn-lt"/>
                    <a:ea typeface="+mn-ea"/>
                    <a:cs typeface="+mn-ea"/>
                    <a:sym typeface="+mn-lt"/>
                  </a:rPr>
                  <a:t>Pa</a:t>
                </a:r>
              </a:p>
            </p:txBody>
          </p:sp>
          <p:sp>
            <p:nvSpPr>
              <p:cNvPr id="157743" name="Line 75">
                <a:extLst>
                  <a:ext uri="{FF2B5EF4-FFF2-40B4-BE49-F238E27FC236}">
                    <a16:creationId xmlns:a16="http://schemas.microsoft.com/office/drawing/2014/main" id="{4F9024E4-C5B5-4112-AEC6-C9EB8BAF5E4C}"/>
                  </a:ext>
                </a:extLst>
              </p:cNvPr>
              <p:cNvSpPr>
                <a:spLocks noChangeShapeType="1"/>
              </p:cNvSpPr>
              <p:nvPr/>
            </p:nvSpPr>
            <p:spPr bwMode="auto">
              <a:xfrm flipV="1">
                <a:off x="3231" y="775"/>
                <a:ext cx="0" cy="240"/>
              </a:xfrm>
              <a:prstGeom prst="line">
                <a:avLst/>
              </a:prstGeom>
              <a:grpFill/>
              <a:ln w="57150">
                <a:solidFill>
                  <a:schemeClr val="tx1"/>
                </a:solidFill>
                <a:miter lim="800000"/>
                <a:headEnd/>
                <a:tailEnd type="triangle" w="med" len="med"/>
              </a:ln>
            </p:spPr>
            <p:txBody>
              <a:bodyPr/>
              <a:lstStyle/>
              <a:p>
                <a:pPr>
                  <a:defRPr/>
                </a:pPr>
                <a:endParaRPr lang="zh-CN" altLang="en-US">
                  <a:latin typeface="+mn-lt"/>
                  <a:ea typeface="+mn-ea"/>
                  <a:cs typeface="+mn-ea"/>
                  <a:sym typeface="+mn-lt"/>
                </a:endParaRPr>
              </a:p>
            </p:txBody>
          </p:sp>
        </p:gr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2000" fill="hold"/>
                                        <p:tgtEl>
                                          <p:spTgt spid="16"/>
                                        </p:tgtEl>
                                        <p:attrNameLst>
                                          <p:attrName>ppt_x</p:attrName>
                                        </p:attrNameLst>
                                      </p:cBhvr>
                                      <p:tavLst>
                                        <p:tav tm="0">
                                          <p:val>
                                            <p:strVal val="#ppt_x"/>
                                          </p:val>
                                        </p:tav>
                                        <p:tav tm="100000">
                                          <p:val>
                                            <p:strVal val="#ppt_x"/>
                                          </p:val>
                                        </p:tav>
                                      </p:tavLst>
                                    </p:anim>
                                    <p:anim calcmode="lin" valueType="num">
                                      <p:cBhvr additive="base">
                                        <p:cTn id="8" dur="20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矩形 84">
            <a:extLst>
              <a:ext uri="{FF2B5EF4-FFF2-40B4-BE49-F238E27FC236}">
                <a16:creationId xmlns:a16="http://schemas.microsoft.com/office/drawing/2014/main" id="{99DC785F-6A84-E04A-9B67-DC8404A05AE0}"/>
              </a:ext>
            </a:extLst>
          </p:cNvPr>
          <p:cNvSpPr>
            <a:spLocks noChangeArrowheads="1"/>
          </p:cNvSpPr>
          <p:nvPr/>
        </p:nvSpPr>
        <p:spPr bwMode="auto">
          <a:xfrm>
            <a:off x="0" y="1411288"/>
            <a:ext cx="9144000" cy="3746500"/>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58722" name="Line 67">
            <a:extLst>
              <a:ext uri="{FF2B5EF4-FFF2-40B4-BE49-F238E27FC236}">
                <a16:creationId xmlns:a16="http://schemas.microsoft.com/office/drawing/2014/main" id="{CEE00063-C9BB-403B-BA3F-8FD1DFED068F}"/>
              </a:ext>
            </a:extLst>
          </p:cNvPr>
          <p:cNvSpPr>
            <a:spLocks noChangeShapeType="1"/>
          </p:cNvSpPr>
          <p:nvPr/>
        </p:nvSpPr>
        <p:spPr bwMode="auto">
          <a:xfrm>
            <a:off x="3198813" y="225901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23" name="Line 68">
            <a:extLst>
              <a:ext uri="{FF2B5EF4-FFF2-40B4-BE49-F238E27FC236}">
                <a16:creationId xmlns:a16="http://schemas.microsoft.com/office/drawing/2014/main" id="{20FC98CE-9EC0-4C15-9A1D-17B625063B1E}"/>
              </a:ext>
            </a:extLst>
          </p:cNvPr>
          <p:cNvSpPr>
            <a:spLocks noChangeShapeType="1"/>
          </p:cNvSpPr>
          <p:nvPr/>
        </p:nvSpPr>
        <p:spPr bwMode="auto">
          <a:xfrm flipV="1">
            <a:off x="3824288" y="2384425"/>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24" name="Line 69">
            <a:extLst>
              <a:ext uri="{FF2B5EF4-FFF2-40B4-BE49-F238E27FC236}">
                <a16:creationId xmlns:a16="http://schemas.microsoft.com/office/drawing/2014/main" id="{941BC462-0593-41FD-BC7F-415F79BBA8AA}"/>
              </a:ext>
            </a:extLst>
          </p:cNvPr>
          <p:cNvSpPr>
            <a:spLocks noChangeShapeType="1"/>
          </p:cNvSpPr>
          <p:nvPr/>
        </p:nvSpPr>
        <p:spPr bwMode="auto">
          <a:xfrm>
            <a:off x="2103438" y="2260600"/>
            <a:ext cx="381000" cy="0"/>
          </a:xfrm>
          <a:prstGeom prst="line">
            <a:avLst/>
          </a:prstGeom>
          <a:noFill/>
          <a:ln w="3810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25" name="Text Box 70">
            <a:extLst>
              <a:ext uri="{FF2B5EF4-FFF2-40B4-BE49-F238E27FC236}">
                <a16:creationId xmlns:a16="http://schemas.microsoft.com/office/drawing/2014/main" id="{D65DB987-C560-416C-9242-2F03B2B4EED1}"/>
              </a:ext>
            </a:extLst>
          </p:cNvPr>
          <p:cNvSpPr txBox="1">
            <a:spLocks noChangeArrowheads="1"/>
          </p:cNvSpPr>
          <p:nvPr/>
        </p:nvSpPr>
        <p:spPr bwMode="auto">
          <a:xfrm>
            <a:off x="865188" y="1843088"/>
            <a:ext cx="1473200"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a:latin typeface="+mn-lt"/>
                <a:ea typeface="+mn-ea"/>
                <a:cs typeface="+mn-ea"/>
                <a:sym typeface="+mn-lt"/>
              </a:rPr>
              <a:t>La(</a:t>
            </a:r>
            <a:r>
              <a:rPr lang="en-US" altLang="zh-CN" sz="3200">
                <a:solidFill>
                  <a:srgbClr val="FF0000"/>
                </a:solidFill>
                <a:latin typeface="+mn-lt"/>
                <a:ea typeface="+mn-ea"/>
                <a:cs typeface="+mn-ea"/>
                <a:sym typeface="+mn-lt"/>
              </a:rPr>
              <a:t>Lc</a:t>
            </a:r>
            <a:r>
              <a:rPr lang="en-US" altLang="zh-CN" sz="3200">
                <a:latin typeface="+mn-lt"/>
                <a:ea typeface="+mn-ea"/>
                <a:cs typeface="+mn-ea"/>
                <a:sym typeface="+mn-lt"/>
              </a:rPr>
              <a:t>)</a:t>
            </a:r>
          </a:p>
        </p:txBody>
      </p:sp>
      <p:grpSp>
        <p:nvGrpSpPr>
          <p:cNvPr id="164871" name="Group 71">
            <a:extLst>
              <a:ext uri="{FF2B5EF4-FFF2-40B4-BE49-F238E27FC236}">
                <a16:creationId xmlns:a16="http://schemas.microsoft.com/office/drawing/2014/main" id="{CC505668-2E66-B344-95A3-DE428D8DA276}"/>
              </a:ext>
            </a:extLst>
          </p:cNvPr>
          <p:cNvGrpSpPr>
            <a:grpSpLocks/>
          </p:cNvGrpSpPr>
          <p:nvPr/>
        </p:nvGrpSpPr>
        <p:grpSpPr bwMode="auto">
          <a:xfrm>
            <a:off x="3627438" y="2032000"/>
            <a:ext cx="838200" cy="381000"/>
            <a:chOff x="1968" y="1344"/>
            <a:chExt cx="528" cy="240"/>
          </a:xfrm>
        </p:grpSpPr>
        <p:sp>
          <p:nvSpPr>
            <p:cNvPr id="158797" name="Rectangle 72">
              <a:extLst>
                <a:ext uri="{FF2B5EF4-FFF2-40B4-BE49-F238E27FC236}">
                  <a16:creationId xmlns:a16="http://schemas.microsoft.com/office/drawing/2014/main" id="{5890FC09-5F48-4258-A4F6-9EA00D744876}"/>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8798" name="Rectangle 73">
              <a:extLst>
                <a:ext uri="{FF2B5EF4-FFF2-40B4-BE49-F238E27FC236}">
                  <a16:creationId xmlns:a16="http://schemas.microsoft.com/office/drawing/2014/main" id="{0D183142-C2A9-4FD2-89FF-BC974A6E0E5A}"/>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2" name="Group 74">
            <a:extLst>
              <a:ext uri="{FF2B5EF4-FFF2-40B4-BE49-F238E27FC236}">
                <a16:creationId xmlns:a16="http://schemas.microsoft.com/office/drawing/2014/main" id="{417E8F21-360B-4C0F-A241-1B789ACF6FE0}"/>
              </a:ext>
            </a:extLst>
          </p:cNvPr>
          <p:cNvGrpSpPr>
            <a:grpSpLocks/>
          </p:cNvGrpSpPr>
          <p:nvPr/>
        </p:nvGrpSpPr>
        <p:grpSpPr bwMode="auto">
          <a:xfrm>
            <a:off x="4845844" y="2031774"/>
            <a:ext cx="838200" cy="381000"/>
            <a:chOff x="1968" y="1344"/>
            <a:chExt cx="528" cy="240"/>
          </a:xfrm>
          <a:solidFill>
            <a:srgbClr val="9476B6"/>
          </a:solidFill>
        </p:grpSpPr>
        <p:sp>
          <p:nvSpPr>
            <p:cNvPr id="158795" name="Rectangle 75">
              <a:extLst>
                <a:ext uri="{FF2B5EF4-FFF2-40B4-BE49-F238E27FC236}">
                  <a16:creationId xmlns:a16="http://schemas.microsoft.com/office/drawing/2014/main" id="{E292550F-4FB5-4B8F-A070-44ECA660AF2C}"/>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8796" name="Rectangle 76">
              <a:extLst>
                <a:ext uri="{FF2B5EF4-FFF2-40B4-BE49-F238E27FC236}">
                  <a16:creationId xmlns:a16="http://schemas.microsoft.com/office/drawing/2014/main" id="{83A84F06-EECD-4DA7-A72E-F6818E165A58}"/>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4872" name="Group 77">
            <a:extLst>
              <a:ext uri="{FF2B5EF4-FFF2-40B4-BE49-F238E27FC236}">
                <a16:creationId xmlns:a16="http://schemas.microsoft.com/office/drawing/2014/main" id="{B9A5E2FA-531B-4591-B146-BF3384667B4D}"/>
              </a:ext>
            </a:extLst>
          </p:cNvPr>
          <p:cNvGrpSpPr>
            <a:grpSpLocks/>
          </p:cNvGrpSpPr>
          <p:nvPr/>
        </p:nvGrpSpPr>
        <p:grpSpPr bwMode="auto">
          <a:xfrm>
            <a:off x="6065044" y="2031774"/>
            <a:ext cx="838200" cy="381000"/>
            <a:chOff x="1968" y="1344"/>
            <a:chExt cx="528" cy="240"/>
          </a:xfrm>
          <a:solidFill>
            <a:srgbClr val="9476B6"/>
          </a:solidFill>
        </p:grpSpPr>
        <p:sp>
          <p:nvSpPr>
            <p:cNvPr id="158793" name="Rectangle 78">
              <a:extLst>
                <a:ext uri="{FF2B5EF4-FFF2-40B4-BE49-F238E27FC236}">
                  <a16:creationId xmlns:a16="http://schemas.microsoft.com/office/drawing/2014/main" id="{166A475A-F9E4-4195-BF69-996AE9F55FE7}"/>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8794" name="Rectangle 79">
              <a:extLst>
                <a:ext uri="{FF2B5EF4-FFF2-40B4-BE49-F238E27FC236}">
                  <a16:creationId xmlns:a16="http://schemas.microsoft.com/office/drawing/2014/main" id="{2002EEE2-250F-441B-AE26-27CC4B9DCE2E}"/>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4874" name="Group 80">
            <a:extLst>
              <a:ext uri="{FF2B5EF4-FFF2-40B4-BE49-F238E27FC236}">
                <a16:creationId xmlns:a16="http://schemas.microsoft.com/office/drawing/2014/main" id="{590046ED-74EA-B14D-BAA2-230AFE4685B3}"/>
              </a:ext>
            </a:extLst>
          </p:cNvPr>
          <p:cNvGrpSpPr>
            <a:grpSpLocks/>
          </p:cNvGrpSpPr>
          <p:nvPr/>
        </p:nvGrpSpPr>
        <p:grpSpPr bwMode="auto">
          <a:xfrm>
            <a:off x="2484438" y="2032000"/>
            <a:ext cx="838200" cy="381000"/>
            <a:chOff x="1968" y="1344"/>
            <a:chExt cx="528" cy="240"/>
          </a:xfrm>
        </p:grpSpPr>
        <p:sp>
          <p:nvSpPr>
            <p:cNvPr id="158791" name="Rectangle 81">
              <a:extLst>
                <a:ext uri="{FF2B5EF4-FFF2-40B4-BE49-F238E27FC236}">
                  <a16:creationId xmlns:a16="http://schemas.microsoft.com/office/drawing/2014/main" id="{17847DF8-FA83-452C-9A0A-DE5A172A51C9}"/>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8792" name="Rectangle 82">
              <a:extLst>
                <a:ext uri="{FF2B5EF4-FFF2-40B4-BE49-F238E27FC236}">
                  <a16:creationId xmlns:a16="http://schemas.microsoft.com/office/drawing/2014/main" id="{62ED70E6-5A1F-40AF-88EF-61A1A51DE7E2}"/>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8730" name="Line 83">
            <a:extLst>
              <a:ext uri="{FF2B5EF4-FFF2-40B4-BE49-F238E27FC236}">
                <a16:creationId xmlns:a16="http://schemas.microsoft.com/office/drawing/2014/main" id="{9F21914B-59DB-49C0-B2A2-04474C2EDCBE}"/>
              </a:ext>
            </a:extLst>
          </p:cNvPr>
          <p:cNvSpPr>
            <a:spLocks noChangeShapeType="1"/>
          </p:cNvSpPr>
          <p:nvPr/>
        </p:nvSpPr>
        <p:spPr bwMode="auto">
          <a:xfrm>
            <a:off x="3236913" y="2251075"/>
            <a:ext cx="457200" cy="0"/>
          </a:xfrm>
          <a:prstGeom prst="line">
            <a:avLst/>
          </a:prstGeom>
          <a:noFill/>
          <a:ln w="5715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31" name="Line 84">
            <a:extLst>
              <a:ext uri="{FF2B5EF4-FFF2-40B4-BE49-F238E27FC236}">
                <a16:creationId xmlns:a16="http://schemas.microsoft.com/office/drawing/2014/main" id="{43106548-BF28-43D0-AEFD-7E26D23BE0CE}"/>
              </a:ext>
            </a:extLst>
          </p:cNvPr>
          <p:cNvSpPr>
            <a:spLocks noChangeShapeType="1"/>
          </p:cNvSpPr>
          <p:nvPr/>
        </p:nvSpPr>
        <p:spPr bwMode="auto">
          <a:xfrm>
            <a:off x="4389438" y="226060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32" name="Line 85">
            <a:extLst>
              <a:ext uri="{FF2B5EF4-FFF2-40B4-BE49-F238E27FC236}">
                <a16:creationId xmlns:a16="http://schemas.microsoft.com/office/drawing/2014/main" id="{E6AE0D21-5CA2-411C-BF03-E213AA579662}"/>
              </a:ext>
            </a:extLst>
          </p:cNvPr>
          <p:cNvSpPr>
            <a:spLocks noChangeShapeType="1"/>
          </p:cNvSpPr>
          <p:nvPr/>
        </p:nvSpPr>
        <p:spPr bwMode="auto">
          <a:xfrm>
            <a:off x="5608638" y="226060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33" name="Text Box 86">
            <a:extLst>
              <a:ext uri="{FF2B5EF4-FFF2-40B4-BE49-F238E27FC236}">
                <a16:creationId xmlns:a16="http://schemas.microsoft.com/office/drawing/2014/main" id="{A6EDE25E-5770-49EB-A0D7-F8EAB1863D2A}"/>
              </a:ext>
            </a:extLst>
          </p:cNvPr>
          <p:cNvSpPr txBox="1">
            <a:spLocks noChangeArrowheads="1"/>
          </p:cNvSpPr>
          <p:nvPr/>
        </p:nvSpPr>
        <p:spPr bwMode="auto">
          <a:xfrm>
            <a:off x="3741738" y="1965325"/>
            <a:ext cx="3397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58734" name="Text Box 87">
            <a:extLst>
              <a:ext uri="{FF2B5EF4-FFF2-40B4-BE49-F238E27FC236}">
                <a16:creationId xmlns:a16="http://schemas.microsoft.com/office/drawing/2014/main" id="{9F91D916-4E2C-47DE-B64B-EA199B028946}"/>
              </a:ext>
            </a:extLst>
          </p:cNvPr>
          <p:cNvSpPr txBox="1">
            <a:spLocks noChangeArrowheads="1"/>
          </p:cNvSpPr>
          <p:nvPr/>
        </p:nvSpPr>
        <p:spPr bwMode="auto">
          <a:xfrm>
            <a:off x="4926013" y="1965325"/>
            <a:ext cx="3365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58735" name="Text Box 88">
            <a:extLst>
              <a:ext uri="{FF2B5EF4-FFF2-40B4-BE49-F238E27FC236}">
                <a16:creationId xmlns:a16="http://schemas.microsoft.com/office/drawing/2014/main" id="{4DA4167D-A818-4427-BFFA-602F344A2A15}"/>
              </a:ext>
            </a:extLst>
          </p:cNvPr>
          <p:cNvSpPr txBox="1">
            <a:spLocks noChangeArrowheads="1"/>
          </p:cNvSpPr>
          <p:nvPr/>
        </p:nvSpPr>
        <p:spPr bwMode="auto">
          <a:xfrm>
            <a:off x="6180138" y="1965325"/>
            <a:ext cx="3397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grpSp>
        <p:nvGrpSpPr>
          <p:cNvPr id="164880" name="Group 89">
            <a:extLst>
              <a:ext uri="{FF2B5EF4-FFF2-40B4-BE49-F238E27FC236}">
                <a16:creationId xmlns:a16="http://schemas.microsoft.com/office/drawing/2014/main" id="{99E6059C-4CB3-4963-8086-3F1E6A0A6E70}"/>
              </a:ext>
            </a:extLst>
          </p:cNvPr>
          <p:cNvGrpSpPr>
            <a:grpSpLocks/>
          </p:cNvGrpSpPr>
          <p:nvPr/>
        </p:nvGrpSpPr>
        <p:grpSpPr bwMode="auto">
          <a:xfrm>
            <a:off x="2180431" y="3358924"/>
            <a:ext cx="838200" cy="381000"/>
            <a:chOff x="1968" y="1344"/>
            <a:chExt cx="528" cy="240"/>
          </a:xfrm>
          <a:solidFill>
            <a:srgbClr val="9476B6"/>
          </a:solidFill>
        </p:grpSpPr>
        <p:sp>
          <p:nvSpPr>
            <p:cNvPr id="158789" name="Rectangle 90">
              <a:extLst>
                <a:ext uri="{FF2B5EF4-FFF2-40B4-BE49-F238E27FC236}">
                  <a16:creationId xmlns:a16="http://schemas.microsoft.com/office/drawing/2014/main" id="{2387F1C8-802C-4142-AF83-89538555B6C3}"/>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8790" name="Rectangle 91">
              <a:extLst>
                <a:ext uri="{FF2B5EF4-FFF2-40B4-BE49-F238E27FC236}">
                  <a16:creationId xmlns:a16="http://schemas.microsoft.com/office/drawing/2014/main" id="{9B8F6EC3-A890-4F03-9D81-AF681A11395B}"/>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4881" name="Group 92">
            <a:extLst>
              <a:ext uri="{FF2B5EF4-FFF2-40B4-BE49-F238E27FC236}">
                <a16:creationId xmlns:a16="http://schemas.microsoft.com/office/drawing/2014/main" id="{2BFEA6DE-A9E6-4845-BFC5-409D6E33F5A5}"/>
              </a:ext>
            </a:extLst>
          </p:cNvPr>
          <p:cNvGrpSpPr>
            <a:grpSpLocks/>
          </p:cNvGrpSpPr>
          <p:nvPr/>
        </p:nvGrpSpPr>
        <p:grpSpPr bwMode="auto">
          <a:xfrm>
            <a:off x="3323431" y="3358924"/>
            <a:ext cx="838200" cy="381000"/>
            <a:chOff x="1968" y="1344"/>
            <a:chExt cx="528" cy="240"/>
          </a:xfrm>
          <a:solidFill>
            <a:srgbClr val="9476B6"/>
          </a:solidFill>
        </p:grpSpPr>
        <p:sp>
          <p:nvSpPr>
            <p:cNvPr id="158787" name="Rectangle 93">
              <a:extLst>
                <a:ext uri="{FF2B5EF4-FFF2-40B4-BE49-F238E27FC236}">
                  <a16:creationId xmlns:a16="http://schemas.microsoft.com/office/drawing/2014/main" id="{653889DF-28E5-43CC-A4CD-A791F08F15E9}"/>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8788" name="Rectangle 94">
              <a:extLst>
                <a:ext uri="{FF2B5EF4-FFF2-40B4-BE49-F238E27FC236}">
                  <a16:creationId xmlns:a16="http://schemas.microsoft.com/office/drawing/2014/main" id="{7B0A69A7-5439-44F8-90A6-D9BD42998219}"/>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4882" name="Group 95">
            <a:extLst>
              <a:ext uri="{FF2B5EF4-FFF2-40B4-BE49-F238E27FC236}">
                <a16:creationId xmlns:a16="http://schemas.microsoft.com/office/drawing/2014/main" id="{C6DF6A3C-7FAA-45AC-A3B2-1F9341C39B1B}"/>
              </a:ext>
            </a:extLst>
          </p:cNvPr>
          <p:cNvGrpSpPr>
            <a:grpSpLocks/>
          </p:cNvGrpSpPr>
          <p:nvPr/>
        </p:nvGrpSpPr>
        <p:grpSpPr bwMode="auto">
          <a:xfrm>
            <a:off x="4542631" y="3358924"/>
            <a:ext cx="838200" cy="381000"/>
            <a:chOff x="1968" y="1344"/>
            <a:chExt cx="528" cy="240"/>
          </a:xfrm>
          <a:solidFill>
            <a:srgbClr val="9476B6"/>
          </a:solidFill>
        </p:grpSpPr>
        <p:sp>
          <p:nvSpPr>
            <p:cNvPr id="158785" name="Rectangle 96">
              <a:extLst>
                <a:ext uri="{FF2B5EF4-FFF2-40B4-BE49-F238E27FC236}">
                  <a16:creationId xmlns:a16="http://schemas.microsoft.com/office/drawing/2014/main" id="{A6040668-B571-4986-9131-D47441DD397D}"/>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8786" name="Rectangle 97">
              <a:extLst>
                <a:ext uri="{FF2B5EF4-FFF2-40B4-BE49-F238E27FC236}">
                  <a16:creationId xmlns:a16="http://schemas.microsoft.com/office/drawing/2014/main" id="{FEE76F18-C446-4756-97E8-3695522A162F}"/>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4883" name="Group 98">
            <a:extLst>
              <a:ext uri="{FF2B5EF4-FFF2-40B4-BE49-F238E27FC236}">
                <a16:creationId xmlns:a16="http://schemas.microsoft.com/office/drawing/2014/main" id="{990F230A-E2D6-4980-A35F-3C9A2BB282DD}"/>
              </a:ext>
            </a:extLst>
          </p:cNvPr>
          <p:cNvGrpSpPr>
            <a:grpSpLocks/>
          </p:cNvGrpSpPr>
          <p:nvPr/>
        </p:nvGrpSpPr>
        <p:grpSpPr bwMode="auto">
          <a:xfrm>
            <a:off x="5761831" y="3358924"/>
            <a:ext cx="838200" cy="381000"/>
            <a:chOff x="1968" y="1344"/>
            <a:chExt cx="528" cy="240"/>
          </a:xfrm>
          <a:solidFill>
            <a:srgbClr val="9476B6"/>
          </a:solidFill>
        </p:grpSpPr>
        <p:sp>
          <p:nvSpPr>
            <p:cNvPr id="158783" name="Rectangle 99">
              <a:extLst>
                <a:ext uri="{FF2B5EF4-FFF2-40B4-BE49-F238E27FC236}">
                  <a16:creationId xmlns:a16="http://schemas.microsoft.com/office/drawing/2014/main" id="{19058EC4-9EDB-44C8-AD33-4E0FEC97FD4D}"/>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8784" name="Rectangle 100">
              <a:extLst>
                <a:ext uri="{FF2B5EF4-FFF2-40B4-BE49-F238E27FC236}">
                  <a16:creationId xmlns:a16="http://schemas.microsoft.com/office/drawing/2014/main" id="{48B3FDE1-874A-4813-BF70-65626111EF59}"/>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4884" name="Group 101">
            <a:extLst>
              <a:ext uri="{FF2B5EF4-FFF2-40B4-BE49-F238E27FC236}">
                <a16:creationId xmlns:a16="http://schemas.microsoft.com/office/drawing/2014/main" id="{6038DC41-D6EC-4F59-A969-2D5DA7B37904}"/>
              </a:ext>
            </a:extLst>
          </p:cNvPr>
          <p:cNvGrpSpPr>
            <a:grpSpLocks/>
          </p:cNvGrpSpPr>
          <p:nvPr/>
        </p:nvGrpSpPr>
        <p:grpSpPr bwMode="auto">
          <a:xfrm>
            <a:off x="6904831" y="3358924"/>
            <a:ext cx="838200" cy="381000"/>
            <a:chOff x="1968" y="1344"/>
            <a:chExt cx="528" cy="240"/>
          </a:xfrm>
          <a:solidFill>
            <a:srgbClr val="9476B6"/>
          </a:solidFill>
        </p:grpSpPr>
        <p:sp>
          <p:nvSpPr>
            <p:cNvPr id="158781" name="Rectangle 102">
              <a:extLst>
                <a:ext uri="{FF2B5EF4-FFF2-40B4-BE49-F238E27FC236}">
                  <a16:creationId xmlns:a16="http://schemas.microsoft.com/office/drawing/2014/main" id="{DEF43013-0CC3-4095-BE2A-37BE3972F140}"/>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8782" name="Rectangle 103">
              <a:extLst>
                <a:ext uri="{FF2B5EF4-FFF2-40B4-BE49-F238E27FC236}">
                  <a16:creationId xmlns:a16="http://schemas.microsoft.com/office/drawing/2014/main" id="{4CCB93E6-72A7-4093-AD82-DF0E6B451735}"/>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4885" name="Group 104">
            <a:extLst>
              <a:ext uri="{FF2B5EF4-FFF2-40B4-BE49-F238E27FC236}">
                <a16:creationId xmlns:a16="http://schemas.microsoft.com/office/drawing/2014/main" id="{72341449-7AE1-40D7-B34D-E2B13AEFD4D5}"/>
              </a:ext>
            </a:extLst>
          </p:cNvPr>
          <p:cNvGrpSpPr>
            <a:grpSpLocks/>
          </p:cNvGrpSpPr>
          <p:nvPr/>
        </p:nvGrpSpPr>
        <p:grpSpPr bwMode="auto">
          <a:xfrm>
            <a:off x="8047831" y="3358924"/>
            <a:ext cx="838200" cy="381000"/>
            <a:chOff x="1968" y="1344"/>
            <a:chExt cx="528" cy="240"/>
          </a:xfrm>
          <a:solidFill>
            <a:srgbClr val="9476B6"/>
          </a:solidFill>
        </p:grpSpPr>
        <p:sp>
          <p:nvSpPr>
            <p:cNvPr id="158779" name="Rectangle 105">
              <a:extLst>
                <a:ext uri="{FF2B5EF4-FFF2-40B4-BE49-F238E27FC236}">
                  <a16:creationId xmlns:a16="http://schemas.microsoft.com/office/drawing/2014/main" id="{5F7DC6A6-73B8-4D32-A409-D303A660B1A1}"/>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8780" name="Rectangle 106">
              <a:extLst>
                <a:ext uri="{FF2B5EF4-FFF2-40B4-BE49-F238E27FC236}">
                  <a16:creationId xmlns:a16="http://schemas.microsoft.com/office/drawing/2014/main" id="{1951471C-6C06-4CBD-AD66-4D94375064EC}"/>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8742" name="Line 107">
            <a:extLst>
              <a:ext uri="{FF2B5EF4-FFF2-40B4-BE49-F238E27FC236}">
                <a16:creationId xmlns:a16="http://schemas.microsoft.com/office/drawing/2014/main" id="{669B3225-9F74-4701-BBDA-863096B74AE0}"/>
              </a:ext>
            </a:extLst>
          </p:cNvPr>
          <p:cNvSpPr>
            <a:spLocks noChangeShapeType="1"/>
          </p:cNvSpPr>
          <p:nvPr/>
        </p:nvSpPr>
        <p:spPr bwMode="auto">
          <a:xfrm>
            <a:off x="2865438" y="351155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43" name="Line 108">
            <a:extLst>
              <a:ext uri="{FF2B5EF4-FFF2-40B4-BE49-F238E27FC236}">
                <a16:creationId xmlns:a16="http://schemas.microsoft.com/office/drawing/2014/main" id="{9DA79477-2F30-483F-87AA-9C01EBAA326C}"/>
              </a:ext>
            </a:extLst>
          </p:cNvPr>
          <p:cNvSpPr>
            <a:spLocks noChangeShapeType="1"/>
          </p:cNvSpPr>
          <p:nvPr/>
        </p:nvSpPr>
        <p:spPr bwMode="auto">
          <a:xfrm>
            <a:off x="5303838" y="351155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44" name="Line 109">
            <a:extLst>
              <a:ext uri="{FF2B5EF4-FFF2-40B4-BE49-F238E27FC236}">
                <a16:creationId xmlns:a16="http://schemas.microsoft.com/office/drawing/2014/main" id="{7D58CEE6-5582-4141-8B6B-4734C857B26A}"/>
              </a:ext>
            </a:extLst>
          </p:cNvPr>
          <p:cNvSpPr>
            <a:spLocks noChangeShapeType="1"/>
          </p:cNvSpPr>
          <p:nvPr/>
        </p:nvSpPr>
        <p:spPr bwMode="auto">
          <a:xfrm>
            <a:off x="6446838" y="351155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45" name="Line 110">
            <a:extLst>
              <a:ext uri="{FF2B5EF4-FFF2-40B4-BE49-F238E27FC236}">
                <a16:creationId xmlns:a16="http://schemas.microsoft.com/office/drawing/2014/main" id="{833679F4-6708-4A40-AEF8-DF43F1BBB4B4}"/>
              </a:ext>
            </a:extLst>
          </p:cNvPr>
          <p:cNvSpPr>
            <a:spLocks noChangeShapeType="1"/>
          </p:cNvSpPr>
          <p:nvPr/>
        </p:nvSpPr>
        <p:spPr bwMode="auto">
          <a:xfrm>
            <a:off x="4084638" y="351155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46" name="Line 111">
            <a:extLst>
              <a:ext uri="{FF2B5EF4-FFF2-40B4-BE49-F238E27FC236}">
                <a16:creationId xmlns:a16="http://schemas.microsoft.com/office/drawing/2014/main" id="{AE24E21F-BB45-45F3-A9F0-B82838E8BA41}"/>
              </a:ext>
            </a:extLst>
          </p:cNvPr>
          <p:cNvSpPr>
            <a:spLocks noChangeShapeType="1"/>
          </p:cNvSpPr>
          <p:nvPr/>
        </p:nvSpPr>
        <p:spPr bwMode="auto">
          <a:xfrm>
            <a:off x="7589838" y="351155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47" name="Text Box 112">
            <a:extLst>
              <a:ext uri="{FF2B5EF4-FFF2-40B4-BE49-F238E27FC236}">
                <a16:creationId xmlns:a16="http://schemas.microsoft.com/office/drawing/2014/main" id="{4EFD5F4C-7BF1-4479-8A23-4F759237CB42}"/>
              </a:ext>
            </a:extLst>
          </p:cNvPr>
          <p:cNvSpPr txBox="1">
            <a:spLocks noChangeArrowheads="1"/>
          </p:cNvSpPr>
          <p:nvPr/>
        </p:nvSpPr>
        <p:spPr bwMode="auto">
          <a:xfrm>
            <a:off x="2322513" y="3282950"/>
            <a:ext cx="3365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sp>
        <p:nvSpPr>
          <p:cNvPr id="158748" name="Text Box 113">
            <a:extLst>
              <a:ext uri="{FF2B5EF4-FFF2-40B4-BE49-F238E27FC236}">
                <a16:creationId xmlns:a16="http://schemas.microsoft.com/office/drawing/2014/main" id="{99D1649D-D3BB-4DAD-9B3D-D7B5B0318CAE}"/>
              </a:ext>
            </a:extLst>
          </p:cNvPr>
          <p:cNvSpPr txBox="1">
            <a:spLocks noChangeArrowheads="1"/>
          </p:cNvSpPr>
          <p:nvPr/>
        </p:nvSpPr>
        <p:spPr bwMode="auto">
          <a:xfrm>
            <a:off x="3440113" y="3282950"/>
            <a:ext cx="3365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58749" name="Text Box 114">
            <a:extLst>
              <a:ext uri="{FF2B5EF4-FFF2-40B4-BE49-F238E27FC236}">
                <a16:creationId xmlns:a16="http://schemas.microsoft.com/office/drawing/2014/main" id="{58890D0B-B55D-4518-901F-F62D2ED3CDE6}"/>
              </a:ext>
            </a:extLst>
          </p:cNvPr>
          <p:cNvSpPr txBox="1">
            <a:spLocks noChangeArrowheads="1"/>
          </p:cNvSpPr>
          <p:nvPr/>
        </p:nvSpPr>
        <p:spPr bwMode="auto">
          <a:xfrm>
            <a:off x="4618038" y="3324225"/>
            <a:ext cx="3397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58750" name="Text Box 115">
            <a:extLst>
              <a:ext uri="{FF2B5EF4-FFF2-40B4-BE49-F238E27FC236}">
                <a16:creationId xmlns:a16="http://schemas.microsoft.com/office/drawing/2014/main" id="{378B51D8-E303-4C59-BA28-1F9B31E8A06D}"/>
              </a:ext>
            </a:extLst>
          </p:cNvPr>
          <p:cNvSpPr txBox="1">
            <a:spLocks noChangeArrowheads="1"/>
          </p:cNvSpPr>
          <p:nvPr/>
        </p:nvSpPr>
        <p:spPr bwMode="auto">
          <a:xfrm>
            <a:off x="5878513" y="3324225"/>
            <a:ext cx="3365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58751" name="Text Box 116">
            <a:extLst>
              <a:ext uri="{FF2B5EF4-FFF2-40B4-BE49-F238E27FC236}">
                <a16:creationId xmlns:a16="http://schemas.microsoft.com/office/drawing/2014/main" id="{8B4D9990-F0BC-4C9F-AC6A-B67CB38DFA8F}"/>
              </a:ext>
            </a:extLst>
          </p:cNvPr>
          <p:cNvSpPr txBox="1">
            <a:spLocks noChangeArrowheads="1"/>
          </p:cNvSpPr>
          <p:nvPr/>
        </p:nvSpPr>
        <p:spPr bwMode="auto">
          <a:xfrm>
            <a:off x="6897688" y="3324225"/>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58752" name="Text Box 117">
            <a:extLst>
              <a:ext uri="{FF2B5EF4-FFF2-40B4-BE49-F238E27FC236}">
                <a16:creationId xmlns:a16="http://schemas.microsoft.com/office/drawing/2014/main" id="{2080DCFE-4CC1-4BF7-B326-4B56FE885BC9}"/>
              </a:ext>
            </a:extLst>
          </p:cNvPr>
          <p:cNvSpPr txBox="1">
            <a:spLocks noChangeArrowheads="1"/>
          </p:cNvSpPr>
          <p:nvPr/>
        </p:nvSpPr>
        <p:spPr bwMode="auto">
          <a:xfrm>
            <a:off x="8050213" y="3324225"/>
            <a:ext cx="4762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64897" name="Group 118">
            <a:extLst>
              <a:ext uri="{FF2B5EF4-FFF2-40B4-BE49-F238E27FC236}">
                <a16:creationId xmlns:a16="http://schemas.microsoft.com/office/drawing/2014/main" id="{9C01AADA-A67B-4F22-A5C5-85B88F611002}"/>
              </a:ext>
            </a:extLst>
          </p:cNvPr>
          <p:cNvGrpSpPr>
            <a:grpSpLocks/>
          </p:cNvGrpSpPr>
          <p:nvPr/>
        </p:nvGrpSpPr>
        <p:grpSpPr bwMode="auto">
          <a:xfrm>
            <a:off x="965994" y="3349399"/>
            <a:ext cx="838200" cy="381000"/>
            <a:chOff x="1968" y="1344"/>
            <a:chExt cx="528" cy="240"/>
          </a:xfrm>
          <a:noFill/>
        </p:grpSpPr>
        <p:sp>
          <p:nvSpPr>
            <p:cNvPr id="158777" name="Rectangle 119">
              <a:extLst>
                <a:ext uri="{FF2B5EF4-FFF2-40B4-BE49-F238E27FC236}">
                  <a16:creationId xmlns:a16="http://schemas.microsoft.com/office/drawing/2014/main" id="{0EC783DE-E248-4C17-A5D1-77787AB84815}"/>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8778" name="Rectangle 120">
              <a:extLst>
                <a:ext uri="{FF2B5EF4-FFF2-40B4-BE49-F238E27FC236}">
                  <a16:creationId xmlns:a16="http://schemas.microsoft.com/office/drawing/2014/main" id="{9AC15629-5312-4474-AC3C-8EDAD94FE38E}"/>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8754" name="Line 121">
            <a:extLst>
              <a:ext uri="{FF2B5EF4-FFF2-40B4-BE49-F238E27FC236}">
                <a16:creationId xmlns:a16="http://schemas.microsoft.com/office/drawing/2014/main" id="{D7AAB119-37F6-467B-8E0E-5C02CBE62365}"/>
              </a:ext>
            </a:extLst>
          </p:cNvPr>
          <p:cNvSpPr>
            <a:spLocks noChangeShapeType="1"/>
          </p:cNvSpPr>
          <p:nvPr/>
        </p:nvSpPr>
        <p:spPr bwMode="auto">
          <a:xfrm>
            <a:off x="1728788" y="3578225"/>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64900" name="Group 122">
            <a:extLst>
              <a:ext uri="{FF2B5EF4-FFF2-40B4-BE49-F238E27FC236}">
                <a16:creationId xmlns:a16="http://schemas.microsoft.com/office/drawing/2014/main" id="{D9A97606-0381-FB49-BC80-A197B18E1A9F}"/>
              </a:ext>
            </a:extLst>
          </p:cNvPr>
          <p:cNvGrpSpPr>
            <a:grpSpLocks/>
          </p:cNvGrpSpPr>
          <p:nvPr/>
        </p:nvGrpSpPr>
        <p:grpSpPr bwMode="auto">
          <a:xfrm>
            <a:off x="204788" y="3068638"/>
            <a:ext cx="762000" cy="584200"/>
            <a:chOff x="834" y="1888"/>
            <a:chExt cx="480" cy="368"/>
          </a:xfrm>
        </p:grpSpPr>
        <p:sp>
          <p:nvSpPr>
            <p:cNvPr id="158775" name="Line 123">
              <a:extLst>
                <a:ext uri="{FF2B5EF4-FFF2-40B4-BE49-F238E27FC236}">
                  <a16:creationId xmlns:a16="http://schemas.microsoft.com/office/drawing/2014/main" id="{3390D1BC-740B-4CC9-9E5C-0AA9BEAA3345}"/>
                </a:ext>
              </a:extLst>
            </p:cNvPr>
            <p:cNvSpPr>
              <a:spLocks noChangeShapeType="1"/>
            </p:cNvSpPr>
            <p:nvPr/>
          </p:nvSpPr>
          <p:spPr bwMode="auto">
            <a:xfrm>
              <a:off x="1074" y="2175"/>
              <a:ext cx="24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76" name="Text Box 124">
              <a:extLst>
                <a:ext uri="{FF2B5EF4-FFF2-40B4-BE49-F238E27FC236}">
                  <a16:creationId xmlns:a16="http://schemas.microsoft.com/office/drawing/2014/main" id="{3A690F2A-1F24-4E07-929A-299C3A59E1F5}"/>
                </a:ext>
              </a:extLst>
            </p:cNvPr>
            <p:cNvSpPr txBox="1">
              <a:spLocks noChangeArrowheads="1"/>
            </p:cNvSpPr>
            <p:nvPr/>
          </p:nvSpPr>
          <p:spPr bwMode="auto">
            <a:xfrm>
              <a:off x="834" y="1888"/>
              <a:ext cx="403" cy="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a:latin typeface="+mn-lt"/>
                  <a:ea typeface="+mn-ea"/>
                  <a:cs typeface="+mn-ea"/>
                  <a:sym typeface="+mn-lt"/>
                </a:rPr>
                <a:t>Lb</a:t>
              </a:r>
            </a:p>
          </p:txBody>
        </p:sp>
      </p:grpSp>
      <p:sp>
        <p:nvSpPr>
          <p:cNvPr id="158756" name="Text Box 125">
            <a:extLst>
              <a:ext uri="{FF2B5EF4-FFF2-40B4-BE49-F238E27FC236}">
                <a16:creationId xmlns:a16="http://schemas.microsoft.com/office/drawing/2014/main" id="{31ED14AC-E2C5-468E-9D21-E5A862D9F3E4}"/>
              </a:ext>
            </a:extLst>
          </p:cNvPr>
          <p:cNvSpPr txBox="1">
            <a:spLocks noChangeArrowheads="1"/>
          </p:cNvSpPr>
          <p:nvPr/>
        </p:nvSpPr>
        <p:spPr bwMode="auto">
          <a:xfrm>
            <a:off x="2525713" y="3781425"/>
            <a:ext cx="63817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latin typeface="+mn-lt"/>
                <a:ea typeface="+mn-ea"/>
                <a:cs typeface="+mn-ea"/>
                <a:sym typeface="+mn-lt"/>
              </a:rPr>
              <a:t>pb</a:t>
            </a:r>
          </a:p>
        </p:txBody>
      </p:sp>
      <p:sp>
        <p:nvSpPr>
          <p:cNvPr id="158757" name="Line 126">
            <a:extLst>
              <a:ext uri="{FF2B5EF4-FFF2-40B4-BE49-F238E27FC236}">
                <a16:creationId xmlns:a16="http://schemas.microsoft.com/office/drawing/2014/main" id="{E0BE0FA3-CD8D-4BFA-B099-953E776A7EC6}"/>
              </a:ext>
            </a:extLst>
          </p:cNvPr>
          <p:cNvSpPr>
            <a:spLocks noChangeShapeType="1"/>
          </p:cNvSpPr>
          <p:nvPr/>
        </p:nvSpPr>
        <p:spPr bwMode="auto">
          <a:xfrm flipV="1">
            <a:off x="2452688" y="3732213"/>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58" name="Rectangle 127">
            <a:extLst>
              <a:ext uri="{FF2B5EF4-FFF2-40B4-BE49-F238E27FC236}">
                <a16:creationId xmlns:a16="http://schemas.microsoft.com/office/drawing/2014/main" id="{200E4234-3988-48F9-8501-DCD15091D5B7}"/>
              </a:ext>
            </a:extLst>
          </p:cNvPr>
          <p:cNvSpPr>
            <a:spLocks noChangeArrowheads="1"/>
          </p:cNvSpPr>
          <p:nvPr/>
        </p:nvSpPr>
        <p:spPr bwMode="auto">
          <a:xfrm>
            <a:off x="776288" y="188913"/>
            <a:ext cx="7797800"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有序链表合并</a:t>
            </a:r>
            <a:r>
              <a:rPr lang="en-US" altLang="zh-CN">
                <a:solidFill>
                  <a:schemeClr val="bg1"/>
                </a:solidFill>
                <a:ea typeface="微软雅黑" panose="020B0503020204020204" pitchFamily="34" charset="-122"/>
                <a:sym typeface="+mn-lt"/>
              </a:rPr>
              <a:t>( pa-&gt;data &gt;pb-&gt;data )</a:t>
            </a:r>
          </a:p>
        </p:txBody>
      </p:sp>
      <p:sp>
        <p:nvSpPr>
          <p:cNvPr id="594048" name="Text Box 128">
            <a:extLst>
              <a:ext uri="{FF2B5EF4-FFF2-40B4-BE49-F238E27FC236}">
                <a16:creationId xmlns:a16="http://schemas.microsoft.com/office/drawing/2014/main" id="{C8675A2B-44E9-4FC2-B739-37B20E0857CA}"/>
              </a:ext>
            </a:extLst>
          </p:cNvPr>
          <p:cNvSpPr txBox="1">
            <a:spLocks noChangeArrowheads="1"/>
          </p:cNvSpPr>
          <p:nvPr/>
        </p:nvSpPr>
        <p:spPr bwMode="auto">
          <a:xfrm>
            <a:off x="4833938" y="4070350"/>
            <a:ext cx="2908300" cy="579438"/>
          </a:xfrm>
          <a:prstGeom prst="rect">
            <a:avLst/>
          </a:prstGeom>
          <a:noFill/>
          <a:ln>
            <a:noFill/>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dirty="0">
                <a:solidFill>
                  <a:srgbClr val="FF0000"/>
                </a:solidFill>
                <a:latin typeface="+mn-lt"/>
                <a:ea typeface="+mn-ea"/>
                <a:cs typeface="+mn-ea"/>
                <a:sym typeface="+mn-lt"/>
              </a:rPr>
              <a:t>pc-&gt;next = </a:t>
            </a:r>
            <a:r>
              <a:rPr lang="en-US" altLang="zh-CN" sz="3200" b="1" dirty="0" err="1">
                <a:solidFill>
                  <a:srgbClr val="FF0000"/>
                </a:solidFill>
                <a:latin typeface="+mn-lt"/>
                <a:ea typeface="+mn-ea"/>
                <a:cs typeface="+mn-ea"/>
                <a:sym typeface="+mn-lt"/>
              </a:rPr>
              <a:t>pb</a:t>
            </a:r>
            <a:r>
              <a:rPr lang="en-US" altLang="zh-CN" sz="3200" b="1" dirty="0">
                <a:solidFill>
                  <a:srgbClr val="FF0000"/>
                </a:solidFill>
                <a:latin typeface="+mn-lt"/>
                <a:ea typeface="+mn-ea"/>
                <a:cs typeface="+mn-ea"/>
                <a:sym typeface="+mn-lt"/>
              </a:rPr>
              <a:t>;</a:t>
            </a:r>
          </a:p>
        </p:txBody>
      </p:sp>
      <p:grpSp>
        <p:nvGrpSpPr>
          <p:cNvPr id="164905" name="Group 130">
            <a:extLst>
              <a:ext uri="{FF2B5EF4-FFF2-40B4-BE49-F238E27FC236}">
                <a16:creationId xmlns:a16="http://schemas.microsoft.com/office/drawing/2014/main" id="{95CB94DE-08B5-1B42-A1F1-6879CA9D0A07}"/>
              </a:ext>
            </a:extLst>
          </p:cNvPr>
          <p:cNvGrpSpPr>
            <a:grpSpLocks/>
          </p:cNvGrpSpPr>
          <p:nvPr/>
        </p:nvGrpSpPr>
        <p:grpSpPr bwMode="auto">
          <a:xfrm>
            <a:off x="3617913" y="1976438"/>
            <a:ext cx="838200" cy="461962"/>
            <a:chOff x="2467" y="616"/>
            <a:chExt cx="528" cy="291"/>
          </a:xfrm>
        </p:grpSpPr>
        <p:grpSp>
          <p:nvGrpSpPr>
            <p:cNvPr id="164922" name="Group 131">
              <a:extLst>
                <a:ext uri="{FF2B5EF4-FFF2-40B4-BE49-F238E27FC236}">
                  <a16:creationId xmlns:a16="http://schemas.microsoft.com/office/drawing/2014/main" id="{1CAF8447-BF55-D143-990D-F3507AC80468}"/>
                </a:ext>
              </a:extLst>
            </p:cNvPr>
            <p:cNvGrpSpPr>
              <a:grpSpLocks/>
            </p:cNvGrpSpPr>
            <p:nvPr/>
          </p:nvGrpSpPr>
          <p:grpSpPr bwMode="auto">
            <a:xfrm>
              <a:off x="2467" y="658"/>
              <a:ext cx="528" cy="240"/>
              <a:chOff x="1968" y="1344"/>
              <a:chExt cx="528" cy="240"/>
            </a:xfrm>
          </p:grpSpPr>
          <p:sp>
            <p:nvSpPr>
              <p:cNvPr id="158773" name="Rectangle 132">
                <a:extLst>
                  <a:ext uri="{FF2B5EF4-FFF2-40B4-BE49-F238E27FC236}">
                    <a16:creationId xmlns:a16="http://schemas.microsoft.com/office/drawing/2014/main" id="{E89317B5-ABAC-49F4-8A6A-DBA8B1E4264D}"/>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8774" name="Rectangle 133">
                <a:extLst>
                  <a:ext uri="{FF2B5EF4-FFF2-40B4-BE49-F238E27FC236}">
                    <a16:creationId xmlns:a16="http://schemas.microsoft.com/office/drawing/2014/main" id="{A412C967-D7A4-494B-8CE5-4D515610D2B6}"/>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8772" name="Text Box 134">
              <a:extLst>
                <a:ext uri="{FF2B5EF4-FFF2-40B4-BE49-F238E27FC236}">
                  <a16:creationId xmlns:a16="http://schemas.microsoft.com/office/drawing/2014/main" id="{2CED1FD5-5985-4533-8E2E-2B4391D03023}"/>
                </a:ext>
              </a:extLst>
            </p:cNvPr>
            <p:cNvSpPr txBox="1">
              <a:spLocks noChangeArrowheads="1"/>
            </p:cNvSpPr>
            <p:nvPr/>
          </p:nvSpPr>
          <p:spPr bwMode="auto">
            <a:xfrm>
              <a:off x="2540" y="616"/>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grpSp>
      <p:sp>
        <p:nvSpPr>
          <p:cNvPr id="158761" name="Text Box 135">
            <a:extLst>
              <a:ext uri="{FF2B5EF4-FFF2-40B4-BE49-F238E27FC236}">
                <a16:creationId xmlns:a16="http://schemas.microsoft.com/office/drawing/2014/main" id="{586FB7DF-070D-46AC-9EA0-B5C46BCC9A8B}"/>
              </a:ext>
            </a:extLst>
          </p:cNvPr>
          <p:cNvSpPr txBox="1">
            <a:spLocks noChangeArrowheads="1"/>
          </p:cNvSpPr>
          <p:nvPr/>
        </p:nvSpPr>
        <p:spPr bwMode="auto">
          <a:xfrm>
            <a:off x="3125788" y="2397125"/>
            <a:ext cx="866775"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solidFill>
                  <a:srgbClr val="FF0000"/>
                </a:solidFill>
                <a:latin typeface="+mn-lt"/>
                <a:ea typeface="+mn-ea"/>
                <a:cs typeface="+mn-ea"/>
                <a:sym typeface="+mn-lt"/>
              </a:rPr>
              <a:t>Pc</a:t>
            </a:r>
            <a:endParaRPr lang="en-US" altLang="zh-CN" sz="3200" b="1">
              <a:latin typeface="+mn-lt"/>
              <a:ea typeface="+mn-ea"/>
              <a:cs typeface="+mn-ea"/>
              <a:sym typeface="+mn-lt"/>
            </a:endParaRPr>
          </a:p>
        </p:txBody>
      </p:sp>
      <p:grpSp>
        <p:nvGrpSpPr>
          <p:cNvPr id="16" name="Group 144">
            <a:extLst>
              <a:ext uri="{FF2B5EF4-FFF2-40B4-BE49-F238E27FC236}">
                <a16:creationId xmlns:a16="http://schemas.microsoft.com/office/drawing/2014/main" id="{A54820F3-7358-064B-95D3-C3120A8BA8B9}"/>
              </a:ext>
            </a:extLst>
          </p:cNvPr>
          <p:cNvGrpSpPr>
            <a:grpSpLocks/>
          </p:cNvGrpSpPr>
          <p:nvPr/>
        </p:nvGrpSpPr>
        <p:grpSpPr bwMode="auto">
          <a:xfrm>
            <a:off x="2614613" y="2413000"/>
            <a:ext cx="1679575" cy="960438"/>
            <a:chOff x="1693" y="762"/>
            <a:chExt cx="1059" cy="605"/>
          </a:xfrm>
        </p:grpSpPr>
        <p:sp>
          <p:nvSpPr>
            <p:cNvPr id="158768" name="Line 141">
              <a:extLst>
                <a:ext uri="{FF2B5EF4-FFF2-40B4-BE49-F238E27FC236}">
                  <a16:creationId xmlns:a16="http://schemas.microsoft.com/office/drawing/2014/main" id="{54F7CE88-A6DE-4D57-A0CF-BB0119C056A3}"/>
                </a:ext>
              </a:extLst>
            </p:cNvPr>
            <p:cNvSpPr>
              <a:spLocks noChangeShapeType="1"/>
            </p:cNvSpPr>
            <p:nvPr/>
          </p:nvSpPr>
          <p:spPr bwMode="auto">
            <a:xfrm>
              <a:off x="2737" y="762"/>
              <a:ext cx="0" cy="288"/>
            </a:xfrm>
            <a:prstGeom prst="line">
              <a:avLst/>
            </a:prstGeom>
            <a:noFill/>
            <a:ln w="38100">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69" name="Line 142">
              <a:extLst>
                <a:ext uri="{FF2B5EF4-FFF2-40B4-BE49-F238E27FC236}">
                  <a16:creationId xmlns:a16="http://schemas.microsoft.com/office/drawing/2014/main" id="{D47BD85F-CCC0-4EFF-B6AF-4772367CC609}"/>
                </a:ext>
              </a:extLst>
            </p:cNvPr>
            <p:cNvSpPr>
              <a:spLocks noChangeShapeType="1"/>
            </p:cNvSpPr>
            <p:nvPr/>
          </p:nvSpPr>
          <p:spPr bwMode="auto">
            <a:xfrm flipH="1">
              <a:off x="1693" y="1050"/>
              <a:ext cx="1059" cy="0"/>
            </a:xfrm>
            <a:prstGeom prst="line">
              <a:avLst/>
            </a:prstGeom>
            <a:noFill/>
            <a:ln w="38100">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70" name="Line 143">
              <a:extLst>
                <a:ext uri="{FF2B5EF4-FFF2-40B4-BE49-F238E27FC236}">
                  <a16:creationId xmlns:a16="http://schemas.microsoft.com/office/drawing/2014/main" id="{EAF4C479-B76B-4FD7-9781-94242AF9DDC3}"/>
                </a:ext>
              </a:extLst>
            </p:cNvPr>
            <p:cNvSpPr>
              <a:spLocks noChangeShapeType="1"/>
            </p:cNvSpPr>
            <p:nvPr/>
          </p:nvSpPr>
          <p:spPr bwMode="auto">
            <a:xfrm>
              <a:off x="1701" y="1050"/>
              <a:ext cx="0" cy="317"/>
            </a:xfrm>
            <a:prstGeom prst="line">
              <a:avLst/>
            </a:prstGeom>
            <a:noFill/>
            <a:ln w="3810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158763" name="Text Box 145">
            <a:extLst>
              <a:ext uri="{FF2B5EF4-FFF2-40B4-BE49-F238E27FC236}">
                <a16:creationId xmlns:a16="http://schemas.microsoft.com/office/drawing/2014/main" id="{87C58279-949C-4E39-9D9A-519180EEFFAD}"/>
              </a:ext>
            </a:extLst>
          </p:cNvPr>
          <p:cNvSpPr txBox="1">
            <a:spLocks noChangeArrowheads="1"/>
          </p:cNvSpPr>
          <p:nvPr/>
        </p:nvSpPr>
        <p:spPr bwMode="auto">
          <a:xfrm>
            <a:off x="5113338" y="2449513"/>
            <a:ext cx="61912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latin typeface="+mn-lt"/>
                <a:ea typeface="+mn-ea"/>
                <a:cs typeface="+mn-ea"/>
                <a:sym typeface="+mn-lt"/>
              </a:rPr>
              <a:t>pa</a:t>
            </a:r>
          </a:p>
        </p:txBody>
      </p:sp>
      <p:sp>
        <p:nvSpPr>
          <p:cNvPr id="158764" name="Line 146">
            <a:extLst>
              <a:ext uri="{FF2B5EF4-FFF2-40B4-BE49-F238E27FC236}">
                <a16:creationId xmlns:a16="http://schemas.microsoft.com/office/drawing/2014/main" id="{AE9210CC-48F4-471C-A1DB-52EBE66FE7F3}"/>
              </a:ext>
            </a:extLst>
          </p:cNvPr>
          <p:cNvSpPr>
            <a:spLocks noChangeShapeType="1"/>
          </p:cNvSpPr>
          <p:nvPr/>
        </p:nvSpPr>
        <p:spPr bwMode="auto">
          <a:xfrm flipV="1">
            <a:off x="5043488" y="2400300"/>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7" name="Group 147">
            <a:extLst>
              <a:ext uri="{FF2B5EF4-FFF2-40B4-BE49-F238E27FC236}">
                <a16:creationId xmlns:a16="http://schemas.microsoft.com/office/drawing/2014/main" id="{7A98F29B-C9E2-C14C-AFD3-F16380946B04}"/>
              </a:ext>
            </a:extLst>
          </p:cNvPr>
          <p:cNvGrpSpPr>
            <a:grpSpLocks/>
          </p:cNvGrpSpPr>
          <p:nvPr/>
        </p:nvGrpSpPr>
        <p:grpSpPr bwMode="auto">
          <a:xfrm>
            <a:off x="1874838" y="3425825"/>
            <a:ext cx="228600" cy="304800"/>
            <a:chOff x="2698" y="1622"/>
            <a:chExt cx="144" cy="192"/>
          </a:xfrm>
        </p:grpSpPr>
        <p:sp>
          <p:nvSpPr>
            <p:cNvPr id="158766" name="Line 148">
              <a:extLst>
                <a:ext uri="{FF2B5EF4-FFF2-40B4-BE49-F238E27FC236}">
                  <a16:creationId xmlns:a16="http://schemas.microsoft.com/office/drawing/2014/main" id="{87F46BF5-A55A-43E8-BF82-BC07705CBDCA}"/>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8767" name="Line 149">
              <a:extLst>
                <a:ext uri="{FF2B5EF4-FFF2-40B4-BE49-F238E27FC236}">
                  <a16:creationId xmlns:a16="http://schemas.microsoft.com/office/drawing/2014/main" id="{EA9E4BA5-AA68-4935-94F7-512F8E0311B2}"/>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79" name="组合 78">
            <a:extLst>
              <a:ext uri="{FF2B5EF4-FFF2-40B4-BE49-F238E27FC236}">
                <a16:creationId xmlns:a16="http://schemas.microsoft.com/office/drawing/2014/main" id="{2F12BCA5-AE3F-9549-9126-C0F1DBEADB4E}"/>
              </a:ext>
            </a:extLst>
          </p:cNvPr>
          <p:cNvGrpSpPr>
            <a:grpSpLocks/>
          </p:cNvGrpSpPr>
          <p:nvPr/>
        </p:nvGrpSpPr>
        <p:grpSpPr bwMode="auto">
          <a:xfrm>
            <a:off x="0" y="6380163"/>
            <a:ext cx="9144000" cy="431800"/>
            <a:chOff x="0" y="6379908"/>
            <a:chExt cx="9144000" cy="432048"/>
          </a:xfrm>
        </p:grpSpPr>
        <p:grpSp>
          <p:nvGrpSpPr>
            <p:cNvPr id="164912" name="组合 5">
              <a:extLst>
                <a:ext uri="{FF2B5EF4-FFF2-40B4-BE49-F238E27FC236}">
                  <a16:creationId xmlns:a16="http://schemas.microsoft.com/office/drawing/2014/main" id="{B50252B2-C719-9144-9306-02DCF556198E}"/>
                </a:ext>
              </a:extLst>
            </p:cNvPr>
            <p:cNvGrpSpPr>
              <a:grpSpLocks/>
            </p:cNvGrpSpPr>
            <p:nvPr/>
          </p:nvGrpSpPr>
          <p:grpSpPr bwMode="auto">
            <a:xfrm>
              <a:off x="0" y="6379908"/>
              <a:ext cx="9144000" cy="432048"/>
              <a:chOff x="0" y="6165304"/>
              <a:chExt cx="9144000" cy="432048"/>
            </a:xfrm>
          </p:grpSpPr>
          <p:cxnSp>
            <p:nvCxnSpPr>
              <p:cNvPr id="164914" name="直接连接符 81">
                <a:extLst>
                  <a:ext uri="{FF2B5EF4-FFF2-40B4-BE49-F238E27FC236}">
                    <a16:creationId xmlns:a16="http://schemas.microsoft.com/office/drawing/2014/main" id="{4C990892-CBD1-364A-B9C7-62AD23A716EC}"/>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83" name="直接连接符 82">
                <a:extLst>
                  <a:ext uri="{FF2B5EF4-FFF2-40B4-BE49-F238E27FC236}">
                    <a16:creationId xmlns:a16="http://schemas.microsoft.com/office/drawing/2014/main" id="{FECDB604-27D1-4032-9278-01679AEDCAC6}"/>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164916" name="直接连接符 83">
                <a:extLst>
                  <a:ext uri="{FF2B5EF4-FFF2-40B4-BE49-F238E27FC236}">
                    <a16:creationId xmlns:a16="http://schemas.microsoft.com/office/drawing/2014/main" id="{7BB226D9-F6BA-8740-A6B7-50ECA60BD3ED}"/>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81" name="Shape 26">
              <a:extLst>
                <a:ext uri="{FF2B5EF4-FFF2-40B4-BE49-F238E27FC236}">
                  <a16:creationId xmlns:a16="http://schemas.microsoft.com/office/drawing/2014/main" id="{83EE4500-260C-4AAD-8F6D-133521435D29}"/>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94048"/>
                                        </p:tgtEl>
                                        <p:attrNameLst>
                                          <p:attrName>style.visibility</p:attrName>
                                        </p:attrNameLst>
                                      </p:cBhvr>
                                      <p:to>
                                        <p:strVal val="visible"/>
                                      </p:to>
                                    </p:set>
                                    <p:animEffect transition="in" filter="box(in)">
                                      <p:cBhvr>
                                        <p:cTn id="7" dur="1000"/>
                                        <p:tgtEl>
                                          <p:spTgt spid="594048"/>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checkerboard(across)">
                                      <p:cBhvr>
                                        <p:cTn id="12" dur="2000"/>
                                        <p:tgtEl>
                                          <p:spTgt spid="16"/>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8" presetClass="emph" presetSubtype="0" fill="hold" nodeType="clickEffect">
                                  <p:stCondLst>
                                    <p:cond delay="0"/>
                                  </p:stCondLst>
                                  <p:childTnLst>
                                    <p:animRot by="21600000">
                                      <p:cBhvr>
                                        <p:cTn id="16" dur="2000" fill="hold"/>
                                        <p:tgtEl>
                                          <p:spTgt spid="16"/>
                                        </p:tgtEl>
                                        <p:attrNameLst>
                                          <p:attrName>r</p:attrName>
                                        </p:attrNameLst>
                                      </p:cBhvr>
                                    </p:animRot>
                                  </p:childTnLst>
                                </p:cTn>
                              </p:par>
                            </p:childTnLst>
                          </p:cTn>
                        </p:par>
                      </p:childTnLst>
                    </p:cTn>
                  </p:par>
                  <p:par>
                    <p:cTn id="17" fill="hold" nodeType="clickPar">
                      <p:stCondLst>
                        <p:cond delay="indefinite"/>
                      </p:stCondLst>
                      <p:childTnLst>
                        <p:par>
                          <p:cTn id="18" fill="hold" nodeType="withGroup">
                            <p:stCondLst>
                              <p:cond delay="0"/>
                            </p:stCondLst>
                            <p:childTnLst>
                              <p:par>
                                <p:cTn id="19" presetID="2" presetClass="entr" presetSubtype="4" fill="hold" nodeType="clickEffect">
                                  <p:stCondLst>
                                    <p:cond delay="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2000" fill="hold"/>
                                        <p:tgtEl>
                                          <p:spTgt spid="17"/>
                                        </p:tgtEl>
                                        <p:attrNameLst>
                                          <p:attrName>ppt_x</p:attrName>
                                        </p:attrNameLst>
                                      </p:cBhvr>
                                      <p:tavLst>
                                        <p:tav tm="0">
                                          <p:val>
                                            <p:strVal val="#ppt_x"/>
                                          </p:val>
                                        </p:tav>
                                        <p:tav tm="100000">
                                          <p:val>
                                            <p:strVal val="#ppt_x"/>
                                          </p:val>
                                        </p:tav>
                                      </p:tavLst>
                                    </p:anim>
                                    <p:anim calcmode="lin" valueType="num">
                                      <p:cBhvr additive="base">
                                        <p:cTn id="22" dur="2000" fill="hold"/>
                                        <p:tgtEl>
                                          <p:spTgt spid="17"/>
                                        </p:tgtEl>
                                        <p:attrNameLst>
                                          <p:attrName>ppt_y</p:attrName>
                                        </p:attrNameLst>
                                      </p:cBhvr>
                                      <p:tavLst>
                                        <p:tav tm="0">
                                          <p:val>
                                            <p:strVal val="1+#ppt_h/2"/>
                                          </p:val>
                                        </p:tav>
                                        <p:tav tm="100000">
                                          <p:val>
                                            <p:strVal val="#ppt_y"/>
                                          </p:val>
                                        </p:tav>
                                      </p:tavLst>
                                    </p:anim>
                                  </p:childTnLst>
                                </p:cTn>
                              </p:par>
                            </p:childTnLst>
                          </p:cTn>
                        </p:par>
                        <p:par>
                          <p:cTn id="23" fill="hold" nodeType="afterGroup">
                            <p:stCondLst>
                              <p:cond delay="2000"/>
                            </p:stCondLst>
                            <p:childTnLst>
                              <p:par>
                                <p:cTn id="24" presetID="2" presetClass="entr" presetSubtype="4" fill="hold" nodeType="afterEffect">
                                  <p:stCondLst>
                                    <p:cond delay="0"/>
                                  </p:stCondLst>
                                  <p:childTnLst>
                                    <p:set>
                                      <p:cBhvr>
                                        <p:cTn id="25" dur="1" fill="hold">
                                          <p:stCondLst>
                                            <p:cond delay="0"/>
                                          </p:stCondLst>
                                        </p:cTn>
                                        <p:tgtEl>
                                          <p:spTgt spid="79"/>
                                        </p:tgtEl>
                                        <p:attrNameLst>
                                          <p:attrName>style.visibility</p:attrName>
                                        </p:attrNameLst>
                                      </p:cBhvr>
                                      <p:to>
                                        <p:strVal val="visible"/>
                                      </p:to>
                                    </p:set>
                                    <p:anim calcmode="lin" valueType="num">
                                      <p:cBhvr additive="base">
                                        <p:cTn id="26" dur="500" fill="hold"/>
                                        <p:tgtEl>
                                          <p:spTgt spid="79"/>
                                        </p:tgtEl>
                                        <p:attrNameLst>
                                          <p:attrName>ppt_x</p:attrName>
                                        </p:attrNameLst>
                                      </p:cBhvr>
                                      <p:tavLst>
                                        <p:tav tm="0">
                                          <p:val>
                                            <p:strVal val="#ppt_x"/>
                                          </p:val>
                                        </p:tav>
                                        <p:tav tm="100000">
                                          <p:val>
                                            <p:strVal val="#ppt_x"/>
                                          </p:val>
                                        </p:tav>
                                      </p:tavLst>
                                    </p:anim>
                                    <p:anim calcmode="lin" valueType="num">
                                      <p:cBhvr additive="base">
                                        <p:cTn id="27" dur="500" fill="hold"/>
                                        <p:tgtEl>
                                          <p:spTgt spid="7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4048"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矩形 100">
            <a:extLst>
              <a:ext uri="{FF2B5EF4-FFF2-40B4-BE49-F238E27FC236}">
                <a16:creationId xmlns:a16="http://schemas.microsoft.com/office/drawing/2014/main" id="{55C53C51-7291-C04D-A876-377BD18110B8}"/>
              </a:ext>
            </a:extLst>
          </p:cNvPr>
          <p:cNvSpPr>
            <a:spLocks noChangeArrowheads="1"/>
          </p:cNvSpPr>
          <p:nvPr/>
        </p:nvSpPr>
        <p:spPr bwMode="auto">
          <a:xfrm>
            <a:off x="0" y="1411288"/>
            <a:ext cx="9144000" cy="4105275"/>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59746" name="Line 4">
            <a:extLst>
              <a:ext uri="{FF2B5EF4-FFF2-40B4-BE49-F238E27FC236}">
                <a16:creationId xmlns:a16="http://schemas.microsoft.com/office/drawing/2014/main" id="{1DA7D715-B8D6-4A96-8BF7-37D2C3840207}"/>
              </a:ext>
            </a:extLst>
          </p:cNvPr>
          <p:cNvSpPr>
            <a:spLocks noChangeShapeType="1"/>
          </p:cNvSpPr>
          <p:nvPr/>
        </p:nvSpPr>
        <p:spPr bwMode="auto">
          <a:xfrm>
            <a:off x="3187700" y="215900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47" name="Line 6">
            <a:extLst>
              <a:ext uri="{FF2B5EF4-FFF2-40B4-BE49-F238E27FC236}">
                <a16:creationId xmlns:a16="http://schemas.microsoft.com/office/drawing/2014/main" id="{30E7B6CB-4F70-41FD-B749-D38FB8CECE8B}"/>
              </a:ext>
            </a:extLst>
          </p:cNvPr>
          <p:cNvSpPr>
            <a:spLocks noChangeShapeType="1"/>
          </p:cNvSpPr>
          <p:nvPr/>
        </p:nvSpPr>
        <p:spPr bwMode="auto">
          <a:xfrm>
            <a:off x="2090738" y="2160588"/>
            <a:ext cx="381000" cy="0"/>
          </a:xfrm>
          <a:prstGeom prst="line">
            <a:avLst/>
          </a:prstGeom>
          <a:noFill/>
          <a:ln w="3810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48" name="Text Box 7">
            <a:extLst>
              <a:ext uri="{FF2B5EF4-FFF2-40B4-BE49-F238E27FC236}">
                <a16:creationId xmlns:a16="http://schemas.microsoft.com/office/drawing/2014/main" id="{58B22279-1154-4CD7-8116-BCEBFE87C407}"/>
              </a:ext>
            </a:extLst>
          </p:cNvPr>
          <p:cNvSpPr txBox="1">
            <a:spLocks noChangeArrowheads="1"/>
          </p:cNvSpPr>
          <p:nvPr/>
        </p:nvSpPr>
        <p:spPr bwMode="auto">
          <a:xfrm>
            <a:off x="781050" y="1876425"/>
            <a:ext cx="1471613"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latin typeface="+mn-lt"/>
                <a:ea typeface="+mn-ea"/>
                <a:cs typeface="+mn-ea"/>
                <a:sym typeface="+mn-lt"/>
              </a:rPr>
              <a:t>La(</a:t>
            </a:r>
            <a:r>
              <a:rPr lang="en-US" altLang="zh-CN" sz="3200" dirty="0" err="1">
                <a:solidFill>
                  <a:srgbClr val="FF0000"/>
                </a:solidFill>
                <a:latin typeface="+mn-lt"/>
                <a:ea typeface="+mn-ea"/>
                <a:cs typeface="+mn-ea"/>
                <a:sym typeface="+mn-lt"/>
              </a:rPr>
              <a:t>Lc</a:t>
            </a:r>
            <a:r>
              <a:rPr lang="en-US" altLang="zh-CN" sz="3200" dirty="0">
                <a:latin typeface="+mn-lt"/>
                <a:ea typeface="+mn-ea"/>
                <a:cs typeface="+mn-ea"/>
                <a:sym typeface="+mn-lt"/>
              </a:rPr>
              <a:t>)</a:t>
            </a:r>
          </a:p>
        </p:txBody>
      </p:sp>
      <p:grpSp>
        <p:nvGrpSpPr>
          <p:cNvPr id="165894" name="Group 8">
            <a:extLst>
              <a:ext uri="{FF2B5EF4-FFF2-40B4-BE49-F238E27FC236}">
                <a16:creationId xmlns:a16="http://schemas.microsoft.com/office/drawing/2014/main" id="{2D25B2E1-93D0-B447-9F41-00B0199F47D1}"/>
              </a:ext>
            </a:extLst>
          </p:cNvPr>
          <p:cNvGrpSpPr>
            <a:grpSpLocks/>
          </p:cNvGrpSpPr>
          <p:nvPr/>
        </p:nvGrpSpPr>
        <p:grpSpPr bwMode="auto">
          <a:xfrm>
            <a:off x="3614738" y="1931988"/>
            <a:ext cx="838200" cy="381000"/>
            <a:chOff x="1968" y="1344"/>
            <a:chExt cx="528" cy="240"/>
          </a:xfrm>
        </p:grpSpPr>
        <p:sp>
          <p:nvSpPr>
            <p:cNvPr id="159828" name="Rectangle 9">
              <a:extLst>
                <a:ext uri="{FF2B5EF4-FFF2-40B4-BE49-F238E27FC236}">
                  <a16:creationId xmlns:a16="http://schemas.microsoft.com/office/drawing/2014/main" id="{F5157228-5366-40E8-8F7C-2D20BD306FA9}"/>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829" name="Rectangle 10">
              <a:extLst>
                <a:ext uri="{FF2B5EF4-FFF2-40B4-BE49-F238E27FC236}">
                  <a16:creationId xmlns:a16="http://schemas.microsoft.com/office/drawing/2014/main" id="{223610D4-77D3-432A-ABFD-236D63D4B9EC}"/>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2" name="Group 11">
            <a:extLst>
              <a:ext uri="{FF2B5EF4-FFF2-40B4-BE49-F238E27FC236}">
                <a16:creationId xmlns:a16="http://schemas.microsoft.com/office/drawing/2014/main" id="{21CFEFA2-4E8D-44A0-8A08-D5FBB96E5F96}"/>
              </a:ext>
            </a:extLst>
          </p:cNvPr>
          <p:cNvGrpSpPr>
            <a:grpSpLocks/>
          </p:cNvGrpSpPr>
          <p:nvPr/>
        </p:nvGrpSpPr>
        <p:grpSpPr bwMode="auto">
          <a:xfrm>
            <a:off x="4833938" y="1931534"/>
            <a:ext cx="838200" cy="381000"/>
            <a:chOff x="1968" y="1344"/>
            <a:chExt cx="528" cy="240"/>
          </a:xfrm>
          <a:solidFill>
            <a:srgbClr val="9476B6"/>
          </a:solidFill>
        </p:grpSpPr>
        <p:sp>
          <p:nvSpPr>
            <p:cNvPr id="159826" name="Rectangle 12">
              <a:extLst>
                <a:ext uri="{FF2B5EF4-FFF2-40B4-BE49-F238E27FC236}">
                  <a16:creationId xmlns:a16="http://schemas.microsoft.com/office/drawing/2014/main" id="{0A87B53C-6720-4D7A-93F9-38B325E1C211}"/>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827" name="Rectangle 13">
              <a:extLst>
                <a:ext uri="{FF2B5EF4-FFF2-40B4-BE49-F238E27FC236}">
                  <a16:creationId xmlns:a16="http://schemas.microsoft.com/office/drawing/2014/main" id="{CEB73FEA-E8BD-4B22-A2EE-B331F65A876D}"/>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5895" name="Group 14">
            <a:extLst>
              <a:ext uri="{FF2B5EF4-FFF2-40B4-BE49-F238E27FC236}">
                <a16:creationId xmlns:a16="http://schemas.microsoft.com/office/drawing/2014/main" id="{EF70202D-C445-44CD-A89E-A4DCF23991AD}"/>
              </a:ext>
            </a:extLst>
          </p:cNvPr>
          <p:cNvGrpSpPr>
            <a:grpSpLocks/>
          </p:cNvGrpSpPr>
          <p:nvPr/>
        </p:nvGrpSpPr>
        <p:grpSpPr bwMode="auto">
          <a:xfrm>
            <a:off x="6053138" y="1931534"/>
            <a:ext cx="838200" cy="381000"/>
            <a:chOff x="1968" y="1344"/>
            <a:chExt cx="528" cy="240"/>
          </a:xfrm>
          <a:solidFill>
            <a:srgbClr val="9476B6"/>
          </a:solidFill>
        </p:grpSpPr>
        <p:sp>
          <p:nvSpPr>
            <p:cNvPr id="159824" name="Rectangle 15">
              <a:extLst>
                <a:ext uri="{FF2B5EF4-FFF2-40B4-BE49-F238E27FC236}">
                  <a16:creationId xmlns:a16="http://schemas.microsoft.com/office/drawing/2014/main" id="{633C21D5-21CD-42D5-853E-28DE2C5C0CCF}"/>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825" name="Rectangle 16">
              <a:extLst>
                <a:ext uri="{FF2B5EF4-FFF2-40B4-BE49-F238E27FC236}">
                  <a16:creationId xmlns:a16="http://schemas.microsoft.com/office/drawing/2014/main" id="{6DF33383-A8EF-4A48-B2B2-72539F9A3009}"/>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5897" name="Group 17">
            <a:extLst>
              <a:ext uri="{FF2B5EF4-FFF2-40B4-BE49-F238E27FC236}">
                <a16:creationId xmlns:a16="http://schemas.microsoft.com/office/drawing/2014/main" id="{1BBC4C9F-4818-634B-9135-2DD7FCBAD762}"/>
              </a:ext>
            </a:extLst>
          </p:cNvPr>
          <p:cNvGrpSpPr>
            <a:grpSpLocks/>
          </p:cNvGrpSpPr>
          <p:nvPr/>
        </p:nvGrpSpPr>
        <p:grpSpPr bwMode="auto">
          <a:xfrm>
            <a:off x="2471738" y="1931988"/>
            <a:ext cx="838200" cy="381000"/>
            <a:chOff x="1968" y="1344"/>
            <a:chExt cx="528" cy="240"/>
          </a:xfrm>
        </p:grpSpPr>
        <p:sp>
          <p:nvSpPr>
            <p:cNvPr id="159822" name="Rectangle 18">
              <a:extLst>
                <a:ext uri="{FF2B5EF4-FFF2-40B4-BE49-F238E27FC236}">
                  <a16:creationId xmlns:a16="http://schemas.microsoft.com/office/drawing/2014/main" id="{6E95CC88-7993-47FB-9515-2CBFE7CD1C95}"/>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823" name="Rectangle 19">
              <a:extLst>
                <a:ext uri="{FF2B5EF4-FFF2-40B4-BE49-F238E27FC236}">
                  <a16:creationId xmlns:a16="http://schemas.microsoft.com/office/drawing/2014/main" id="{B67D923D-3A76-4757-947B-C1F9C77458DF}"/>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9753" name="Line 20">
            <a:extLst>
              <a:ext uri="{FF2B5EF4-FFF2-40B4-BE49-F238E27FC236}">
                <a16:creationId xmlns:a16="http://schemas.microsoft.com/office/drawing/2014/main" id="{F5ACEF73-D90A-41B8-B607-6AF308CD53D9}"/>
              </a:ext>
            </a:extLst>
          </p:cNvPr>
          <p:cNvSpPr>
            <a:spLocks noChangeShapeType="1"/>
          </p:cNvSpPr>
          <p:nvPr/>
        </p:nvSpPr>
        <p:spPr bwMode="auto">
          <a:xfrm>
            <a:off x="3225800" y="2151063"/>
            <a:ext cx="457200" cy="0"/>
          </a:xfrm>
          <a:prstGeom prst="line">
            <a:avLst/>
          </a:prstGeom>
          <a:noFill/>
          <a:ln w="5715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54" name="Line 21">
            <a:extLst>
              <a:ext uri="{FF2B5EF4-FFF2-40B4-BE49-F238E27FC236}">
                <a16:creationId xmlns:a16="http://schemas.microsoft.com/office/drawing/2014/main" id="{743394CA-BAB7-4521-BDEC-DD20A8AA3E3A}"/>
              </a:ext>
            </a:extLst>
          </p:cNvPr>
          <p:cNvSpPr>
            <a:spLocks noChangeShapeType="1"/>
          </p:cNvSpPr>
          <p:nvPr/>
        </p:nvSpPr>
        <p:spPr bwMode="auto">
          <a:xfrm>
            <a:off x="4376738" y="216058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55" name="Line 22">
            <a:extLst>
              <a:ext uri="{FF2B5EF4-FFF2-40B4-BE49-F238E27FC236}">
                <a16:creationId xmlns:a16="http://schemas.microsoft.com/office/drawing/2014/main" id="{C7113F2D-6BB1-461B-9C54-8FF1B792BDBB}"/>
              </a:ext>
            </a:extLst>
          </p:cNvPr>
          <p:cNvSpPr>
            <a:spLocks noChangeShapeType="1"/>
          </p:cNvSpPr>
          <p:nvPr/>
        </p:nvSpPr>
        <p:spPr bwMode="auto">
          <a:xfrm>
            <a:off x="5595938" y="216058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56" name="Text Box 23">
            <a:extLst>
              <a:ext uri="{FF2B5EF4-FFF2-40B4-BE49-F238E27FC236}">
                <a16:creationId xmlns:a16="http://schemas.microsoft.com/office/drawing/2014/main" id="{BB54CF1D-75F4-457A-AD9F-876B2A2EBF9A}"/>
              </a:ext>
            </a:extLst>
          </p:cNvPr>
          <p:cNvSpPr txBox="1">
            <a:spLocks noChangeArrowheads="1"/>
          </p:cNvSpPr>
          <p:nvPr/>
        </p:nvSpPr>
        <p:spPr bwMode="auto">
          <a:xfrm>
            <a:off x="3730625" y="1865313"/>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59757" name="Text Box 24">
            <a:extLst>
              <a:ext uri="{FF2B5EF4-FFF2-40B4-BE49-F238E27FC236}">
                <a16:creationId xmlns:a16="http://schemas.microsoft.com/office/drawing/2014/main" id="{47B32E51-D7D6-476A-9397-302D5D08DDAB}"/>
              </a:ext>
            </a:extLst>
          </p:cNvPr>
          <p:cNvSpPr txBox="1">
            <a:spLocks noChangeArrowheads="1"/>
          </p:cNvSpPr>
          <p:nvPr/>
        </p:nvSpPr>
        <p:spPr bwMode="auto">
          <a:xfrm>
            <a:off x="4913313" y="1865313"/>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59758" name="Text Box 25">
            <a:extLst>
              <a:ext uri="{FF2B5EF4-FFF2-40B4-BE49-F238E27FC236}">
                <a16:creationId xmlns:a16="http://schemas.microsoft.com/office/drawing/2014/main" id="{E9BB69D5-633C-4792-8079-950822B9FDE2}"/>
              </a:ext>
            </a:extLst>
          </p:cNvPr>
          <p:cNvSpPr txBox="1">
            <a:spLocks noChangeArrowheads="1"/>
          </p:cNvSpPr>
          <p:nvPr/>
        </p:nvSpPr>
        <p:spPr bwMode="auto">
          <a:xfrm>
            <a:off x="6169025" y="1865313"/>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grpSp>
        <p:nvGrpSpPr>
          <p:cNvPr id="165903" name="Group 29">
            <a:extLst>
              <a:ext uri="{FF2B5EF4-FFF2-40B4-BE49-F238E27FC236}">
                <a16:creationId xmlns:a16="http://schemas.microsoft.com/office/drawing/2014/main" id="{027BC794-0600-4CD5-A307-83523D8BB609}"/>
              </a:ext>
            </a:extLst>
          </p:cNvPr>
          <p:cNvGrpSpPr>
            <a:grpSpLocks/>
          </p:cNvGrpSpPr>
          <p:nvPr/>
        </p:nvGrpSpPr>
        <p:grpSpPr bwMode="auto">
          <a:xfrm>
            <a:off x="3311525" y="3258684"/>
            <a:ext cx="838200" cy="381000"/>
            <a:chOff x="1968" y="1344"/>
            <a:chExt cx="528" cy="240"/>
          </a:xfrm>
          <a:solidFill>
            <a:srgbClr val="9476B6"/>
          </a:solidFill>
        </p:grpSpPr>
        <p:sp>
          <p:nvSpPr>
            <p:cNvPr id="159820" name="Rectangle 30">
              <a:extLst>
                <a:ext uri="{FF2B5EF4-FFF2-40B4-BE49-F238E27FC236}">
                  <a16:creationId xmlns:a16="http://schemas.microsoft.com/office/drawing/2014/main" id="{5F8711BF-FCE0-4C4F-8043-50E2BCBD22F4}"/>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821" name="Rectangle 31">
              <a:extLst>
                <a:ext uri="{FF2B5EF4-FFF2-40B4-BE49-F238E27FC236}">
                  <a16:creationId xmlns:a16="http://schemas.microsoft.com/office/drawing/2014/main" id="{6BAA8819-DD33-4EFF-A88E-AD391465BD37}"/>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5904" name="Group 32">
            <a:extLst>
              <a:ext uri="{FF2B5EF4-FFF2-40B4-BE49-F238E27FC236}">
                <a16:creationId xmlns:a16="http://schemas.microsoft.com/office/drawing/2014/main" id="{5596D762-6CA1-46AA-9AA1-D476780F34F6}"/>
              </a:ext>
            </a:extLst>
          </p:cNvPr>
          <p:cNvGrpSpPr>
            <a:grpSpLocks/>
          </p:cNvGrpSpPr>
          <p:nvPr/>
        </p:nvGrpSpPr>
        <p:grpSpPr bwMode="auto">
          <a:xfrm>
            <a:off x="4530725" y="3258684"/>
            <a:ext cx="838200" cy="381000"/>
            <a:chOff x="1968" y="1344"/>
            <a:chExt cx="528" cy="240"/>
          </a:xfrm>
          <a:solidFill>
            <a:srgbClr val="9476B6"/>
          </a:solidFill>
        </p:grpSpPr>
        <p:sp>
          <p:nvSpPr>
            <p:cNvPr id="159818" name="Rectangle 33">
              <a:extLst>
                <a:ext uri="{FF2B5EF4-FFF2-40B4-BE49-F238E27FC236}">
                  <a16:creationId xmlns:a16="http://schemas.microsoft.com/office/drawing/2014/main" id="{AA9AA469-6515-41E0-BCBD-2547AA66DFCA}"/>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819" name="Rectangle 34">
              <a:extLst>
                <a:ext uri="{FF2B5EF4-FFF2-40B4-BE49-F238E27FC236}">
                  <a16:creationId xmlns:a16="http://schemas.microsoft.com/office/drawing/2014/main" id="{E8BC1BA6-E29A-467A-8E44-89D4663586E8}"/>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5905" name="Group 35">
            <a:extLst>
              <a:ext uri="{FF2B5EF4-FFF2-40B4-BE49-F238E27FC236}">
                <a16:creationId xmlns:a16="http://schemas.microsoft.com/office/drawing/2014/main" id="{B006DB8C-F1BF-4FCC-903D-15B79D925954}"/>
              </a:ext>
            </a:extLst>
          </p:cNvPr>
          <p:cNvGrpSpPr>
            <a:grpSpLocks/>
          </p:cNvGrpSpPr>
          <p:nvPr/>
        </p:nvGrpSpPr>
        <p:grpSpPr bwMode="auto">
          <a:xfrm>
            <a:off x="5749925" y="3258684"/>
            <a:ext cx="838200" cy="381000"/>
            <a:chOff x="1968" y="1344"/>
            <a:chExt cx="528" cy="240"/>
          </a:xfrm>
          <a:solidFill>
            <a:srgbClr val="9476B6"/>
          </a:solidFill>
        </p:grpSpPr>
        <p:sp>
          <p:nvSpPr>
            <p:cNvPr id="159816" name="Rectangle 36">
              <a:extLst>
                <a:ext uri="{FF2B5EF4-FFF2-40B4-BE49-F238E27FC236}">
                  <a16:creationId xmlns:a16="http://schemas.microsoft.com/office/drawing/2014/main" id="{5D5EC264-7BB6-4927-8E52-0D7AE6A92106}"/>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817" name="Rectangle 37">
              <a:extLst>
                <a:ext uri="{FF2B5EF4-FFF2-40B4-BE49-F238E27FC236}">
                  <a16:creationId xmlns:a16="http://schemas.microsoft.com/office/drawing/2014/main" id="{7BDE5925-CDDD-4F38-9494-6E24EA77FE41}"/>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5906" name="Group 38">
            <a:extLst>
              <a:ext uri="{FF2B5EF4-FFF2-40B4-BE49-F238E27FC236}">
                <a16:creationId xmlns:a16="http://schemas.microsoft.com/office/drawing/2014/main" id="{A48D42A5-520D-4BFA-A74C-2ED796B198CB}"/>
              </a:ext>
            </a:extLst>
          </p:cNvPr>
          <p:cNvGrpSpPr>
            <a:grpSpLocks/>
          </p:cNvGrpSpPr>
          <p:nvPr/>
        </p:nvGrpSpPr>
        <p:grpSpPr bwMode="auto">
          <a:xfrm>
            <a:off x="6892925" y="3258684"/>
            <a:ext cx="838200" cy="381000"/>
            <a:chOff x="1968" y="1344"/>
            <a:chExt cx="528" cy="240"/>
          </a:xfrm>
          <a:solidFill>
            <a:srgbClr val="9476B6"/>
          </a:solidFill>
        </p:grpSpPr>
        <p:sp>
          <p:nvSpPr>
            <p:cNvPr id="159814" name="Rectangle 39">
              <a:extLst>
                <a:ext uri="{FF2B5EF4-FFF2-40B4-BE49-F238E27FC236}">
                  <a16:creationId xmlns:a16="http://schemas.microsoft.com/office/drawing/2014/main" id="{11D4A263-B407-49E8-B6DC-86428B2CE64E}"/>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815" name="Rectangle 40">
              <a:extLst>
                <a:ext uri="{FF2B5EF4-FFF2-40B4-BE49-F238E27FC236}">
                  <a16:creationId xmlns:a16="http://schemas.microsoft.com/office/drawing/2014/main" id="{32D3FA1A-E0B6-4FF2-9083-54CDFA2A50FA}"/>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5907" name="Group 41">
            <a:extLst>
              <a:ext uri="{FF2B5EF4-FFF2-40B4-BE49-F238E27FC236}">
                <a16:creationId xmlns:a16="http://schemas.microsoft.com/office/drawing/2014/main" id="{C42BB864-10F8-4E06-A348-6B3DC4AA5C7F}"/>
              </a:ext>
            </a:extLst>
          </p:cNvPr>
          <p:cNvGrpSpPr>
            <a:grpSpLocks/>
          </p:cNvGrpSpPr>
          <p:nvPr/>
        </p:nvGrpSpPr>
        <p:grpSpPr bwMode="auto">
          <a:xfrm>
            <a:off x="8035925" y="3258684"/>
            <a:ext cx="838200" cy="381000"/>
            <a:chOff x="1968" y="1344"/>
            <a:chExt cx="528" cy="240"/>
          </a:xfrm>
          <a:solidFill>
            <a:srgbClr val="9476B6"/>
          </a:solidFill>
        </p:grpSpPr>
        <p:sp>
          <p:nvSpPr>
            <p:cNvPr id="159812" name="Rectangle 42">
              <a:extLst>
                <a:ext uri="{FF2B5EF4-FFF2-40B4-BE49-F238E27FC236}">
                  <a16:creationId xmlns:a16="http://schemas.microsoft.com/office/drawing/2014/main" id="{43D74CF5-9D0F-4F7F-961D-35D1FCB73A26}"/>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813" name="Rectangle 43">
              <a:extLst>
                <a:ext uri="{FF2B5EF4-FFF2-40B4-BE49-F238E27FC236}">
                  <a16:creationId xmlns:a16="http://schemas.microsoft.com/office/drawing/2014/main" id="{820F1CB4-7F63-4C3C-B284-9A881EC7CA43}"/>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9764" name="Line 44">
            <a:extLst>
              <a:ext uri="{FF2B5EF4-FFF2-40B4-BE49-F238E27FC236}">
                <a16:creationId xmlns:a16="http://schemas.microsoft.com/office/drawing/2014/main" id="{AB8981CA-0006-4225-BE35-CD639EE6C9D9}"/>
              </a:ext>
            </a:extLst>
          </p:cNvPr>
          <p:cNvSpPr>
            <a:spLocks noChangeShapeType="1"/>
          </p:cNvSpPr>
          <p:nvPr/>
        </p:nvSpPr>
        <p:spPr bwMode="auto">
          <a:xfrm>
            <a:off x="2854325" y="341153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65" name="Line 45">
            <a:extLst>
              <a:ext uri="{FF2B5EF4-FFF2-40B4-BE49-F238E27FC236}">
                <a16:creationId xmlns:a16="http://schemas.microsoft.com/office/drawing/2014/main" id="{FCE49D6D-5195-4368-A63F-5110E102CBED}"/>
              </a:ext>
            </a:extLst>
          </p:cNvPr>
          <p:cNvSpPr>
            <a:spLocks noChangeShapeType="1"/>
          </p:cNvSpPr>
          <p:nvPr/>
        </p:nvSpPr>
        <p:spPr bwMode="auto">
          <a:xfrm>
            <a:off x="5292725" y="341153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66" name="Line 46">
            <a:extLst>
              <a:ext uri="{FF2B5EF4-FFF2-40B4-BE49-F238E27FC236}">
                <a16:creationId xmlns:a16="http://schemas.microsoft.com/office/drawing/2014/main" id="{C11F5E9A-C40E-4CF4-833E-173D358E9B09}"/>
              </a:ext>
            </a:extLst>
          </p:cNvPr>
          <p:cNvSpPr>
            <a:spLocks noChangeShapeType="1"/>
          </p:cNvSpPr>
          <p:nvPr/>
        </p:nvSpPr>
        <p:spPr bwMode="auto">
          <a:xfrm>
            <a:off x="6435725" y="341153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67" name="Line 47">
            <a:extLst>
              <a:ext uri="{FF2B5EF4-FFF2-40B4-BE49-F238E27FC236}">
                <a16:creationId xmlns:a16="http://schemas.microsoft.com/office/drawing/2014/main" id="{FF530A3D-BCAE-4727-BF0E-7110C0D99ED6}"/>
              </a:ext>
            </a:extLst>
          </p:cNvPr>
          <p:cNvSpPr>
            <a:spLocks noChangeShapeType="1"/>
          </p:cNvSpPr>
          <p:nvPr/>
        </p:nvSpPr>
        <p:spPr bwMode="auto">
          <a:xfrm>
            <a:off x="4073525" y="341153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68" name="Line 48">
            <a:extLst>
              <a:ext uri="{FF2B5EF4-FFF2-40B4-BE49-F238E27FC236}">
                <a16:creationId xmlns:a16="http://schemas.microsoft.com/office/drawing/2014/main" id="{410404DD-7BF6-4D2E-AA19-3D2B0C068B7C}"/>
              </a:ext>
            </a:extLst>
          </p:cNvPr>
          <p:cNvSpPr>
            <a:spLocks noChangeShapeType="1"/>
          </p:cNvSpPr>
          <p:nvPr/>
        </p:nvSpPr>
        <p:spPr bwMode="auto">
          <a:xfrm>
            <a:off x="7578725" y="341153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65914" name="Group 83">
            <a:extLst>
              <a:ext uri="{FF2B5EF4-FFF2-40B4-BE49-F238E27FC236}">
                <a16:creationId xmlns:a16="http://schemas.microsoft.com/office/drawing/2014/main" id="{CD589034-96CD-4D4B-80C5-D282415D5B44}"/>
              </a:ext>
            </a:extLst>
          </p:cNvPr>
          <p:cNvGrpSpPr>
            <a:grpSpLocks/>
          </p:cNvGrpSpPr>
          <p:nvPr/>
        </p:nvGrpSpPr>
        <p:grpSpPr bwMode="auto">
          <a:xfrm>
            <a:off x="2168525" y="3182938"/>
            <a:ext cx="838200" cy="461962"/>
            <a:chOff x="1420" y="1310"/>
            <a:chExt cx="528" cy="291"/>
          </a:xfrm>
        </p:grpSpPr>
        <p:grpSp>
          <p:nvGrpSpPr>
            <p:cNvPr id="165955" name="Group 26">
              <a:extLst>
                <a:ext uri="{FF2B5EF4-FFF2-40B4-BE49-F238E27FC236}">
                  <a16:creationId xmlns:a16="http://schemas.microsoft.com/office/drawing/2014/main" id="{CCF6BA05-EF2B-9D4D-89AC-AA3A1CFD68A0}"/>
                </a:ext>
              </a:extLst>
            </p:cNvPr>
            <p:cNvGrpSpPr>
              <a:grpSpLocks/>
            </p:cNvGrpSpPr>
            <p:nvPr/>
          </p:nvGrpSpPr>
          <p:grpSpPr bwMode="auto">
            <a:xfrm>
              <a:off x="1420" y="1358"/>
              <a:ext cx="528" cy="240"/>
              <a:chOff x="1968" y="1344"/>
              <a:chExt cx="528" cy="240"/>
            </a:xfrm>
          </p:grpSpPr>
          <p:sp>
            <p:nvSpPr>
              <p:cNvPr id="159810" name="Rectangle 27">
                <a:extLst>
                  <a:ext uri="{FF2B5EF4-FFF2-40B4-BE49-F238E27FC236}">
                    <a16:creationId xmlns:a16="http://schemas.microsoft.com/office/drawing/2014/main" id="{2BC65C36-7989-4D03-9487-4E9239435771}"/>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811" name="Rectangle 28">
                <a:extLst>
                  <a:ext uri="{FF2B5EF4-FFF2-40B4-BE49-F238E27FC236}">
                    <a16:creationId xmlns:a16="http://schemas.microsoft.com/office/drawing/2014/main" id="{A5C36B29-C333-471B-BC85-1C3FE4371B9D}"/>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9809" name="Text Box 49">
              <a:extLst>
                <a:ext uri="{FF2B5EF4-FFF2-40B4-BE49-F238E27FC236}">
                  <a16:creationId xmlns:a16="http://schemas.microsoft.com/office/drawing/2014/main" id="{73A0C58D-24B0-4673-A41D-A9333808718A}"/>
                </a:ext>
              </a:extLst>
            </p:cNvPr>
            <p:cNvSpPr txBox="1">
              <a:spLocks noChangeArrowheads="1"/>
            </p:cNvSpPr>
            <p:nvPr/>
          </p:nvSpPr>
          <p:spPr bwMode="auto">
            <a:xfrm>
              <a:off x="1509" y="131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grpSp>
      <p:sp>
        <p:nvSpPr>
          <p:cNvPr id="159770" name="Text Box 50">
            <a:extLst>
              <a:ext uri="{FF2B5EF4-FFF2-40B4-BE49-F238E27FC236}">
                <a16:creationId xmlns:a16="http://schemas.microsoft.com/office/drawing/2014/main" id="{A23A4F2A-692F-4ECC-9640-9AA645A8F132}"/>
              </a:ext>
            </a:extLst>
          </p:cNvPr>
          <p:cNvSpPr txBox="1">
            <a:spLocks noChangeArrowheads="1"/>
          </p:cNvSpPr>
          <p:nvPr/>
        </p:nvSpPr>
        <p:spPr bwMode="auto">
          <a:xfrm>
            <a:off x="3427413" y="3182938"/>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59771" name="Text Box 51">
            <a:extLst>
              <a:ext uri="{FF2B5EF4-FFF2-40B4-BE49-F238E27FC236}">
                <a16:creationId xmlns:a16="http://schemas.microsoft.com/office/drawing/2014/main" id="{B8C04C6D-8BFA-4245-9415-C4BDA3A7AB75}"/>
              </a:ext>
            </a:extLst>
          </p:cNvPr>
          <p:cNvSpPr txBox="1">
            <a:spLocks noChangeArrowheads="1"/>
          </p:cNvSpPr>
          <p:nvPr/>
        </p:nvSpPr>
        <p:spPr bwMode="auto">
          <a:xfrm>
            <a:off x="4606925" y="3224213"/>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59772" name="Text Box 52">
            <a:extLst>
              <a:ext uri="{FF2B5EF4-FFF2-40B4-BE49-F238E27FC236}">
                <a16:creationId xmlns:a16="http://schemas.microsoft.com/office/drawing/2014/main" id="{A4DA90D7-CB9D-455A-A725-EE44C67B5994}"/>
              </a:ext>
            </a:extLst>
          </p:cNvPr>
          <p:cNvSpPr txBox="1">
            <a:spLocks noChangeArrowheads="1"/>
          </p:cNvSpPr>
          <p:nvPr/>
        </p:nvSpPr>
        <p:spPr bwMode="auto">
          <a:xfrm>
            <a:off x="5865813" y="3224213"/>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59773" name="Text Box 53">
            <a:extLst>
              <a:ext uri="{FF2B5EF4-FFF2-40B4-BE49-F238E27FC236}">
                <a16:creationId xmlns:a16="http://schemas.microsoft.com/office/drawing/2014/main" id="{C0135AB6-1662-4584-920F-55AA8317CCDA}"/>
              </a:ext>
            </a:extLst>
          </p:cNvPr>
          <p:cNvSpPr txBox="1">
            <a:spLocks noChangeArrowheads="1"/>
          </p:cNvSpPr>
          <p:nvPr/>
        </p:nvSpPr>
        <p:spPr bwMode="auto">
          <a:xfrm>
            <a:off x="6886575" y="3224213"/>
            <a:ext cx="4921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59774" name="Text Box 54">
            <a:extLst>
              <a:ext uri="{FF2B5EF4-FFF2-40B4-BE49-F238E27FC236}">
                <a16:creationId xmlns:a16="http://schemas.microsoft.com/office/drawing/2014/main" id="{A5B4069A-8004-4BFE-A4CB-1C99A4B7EF5C}"/>
              </a:ext>
            </a:extLst>
          </p:cNvPr>
          <p:cNvSpPr txBox="1">
            <a:spLocks noChangeArrowheads="1"/>
          </p:cNvSpPr>
          <p:nvPr/>
        </p:nvSpPr>
        <p:spPr bwMode="auto">
          <a:xfrm>
            <a:off x="8039100" y="3224213"/>
            <a:ext cx="4746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65919" name="Group 55">
            <a:extLst>
              <a:ext uri="{FF2B5EF4-FFF2-40B4-BE49-F238E27FC236}">
                <a16:creationId xmlns:a16="http://schemas.microsoft.com/office/drawing/2014/main" id="{04B0FCA0-DFCF-4E1A-AD40-FD60DEF318F1}"/>
              </a:ext>
            </a:extLst>
          </p:cNvPr>
          <p:cNvGrpSpPr>
            <a:grpSpLocks/>
          </p:cNvGrpSpPr>
          <p:nvPr/>
        </p:nvGrpSpPr>
        <p:grpSpPr bwMode="auto">
          <a:xfrm>
            <a:off x="954088" y="3249159"/>
            <a:ext cx="838200" cy="381000"/>
            <a:chOff x="1968" y="1344"/>
            <a:chExt cx="528" cy="240"/>
          </a:xfrm>
          <a:noFill/>
        </p:grpSpPr>
        <p:sp>
          <p:nvSpPr>
            <p:cNvPr id="159806" name="Rectangle 56">
              <a:extLst>
                <a:ext uri="{FF2B5EF4-FFF2-40B4-BE49-F238E27FC236}">
                  <a16:creationId xmlns:a16="http://schemas.microsoft.com/office/drawing/2014/main" id="{81293FCD-D3CF-4681-891D-C7E8A82513F5}"/>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807" name="Rectangle 57">
              <a:extLst>
                <a:ext uri="{FF2B5EF4-FFF2-40B4-BE49-F238E27FC236}">
                  <a16:creationId xmlns:a16="http://schemas.microsoft.com/office/drawing/2014/main" id="{7656D7E1-D9EF-42F0-A61D-7AB0E203D038}"/>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9776" name="Line 58">
            <a:extLst>
              <a:ext uri="{FF2B5EF4-FFF2-40B4-BE49-F238E27FC236}">
                <a16:creationId xmlns:a16="http://schemas.microsoft.com/office/drawing/2014/main" id="{7E5436D1-8C5E-401F-A9AE-3927E21503C7}"/>
              </a:ext>
            </a:extLst>
          </p:cNvPr>
          <p:cNvSpPr>
            <a:spLocks noChangeShapeType="1"/>
          </p:cNvSpPr>
          <p:nvPr/>
        </p:nvSpPr>
        <p:spPr bwMode="auto">
          <a:xfrm>
            <a:off x="1716088" y="3478213"/>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65922" name="Group 59">
            <a:extLst>
              <a:ext uri="{FF2B5EF4-FFF2-40B4-BE49-F238E27FC236}">
                <a16:creationId xmlns:a16="http://schemas.microsoft.com/office/drawing/2014/main" id="{7983BD5D-0A0B-9442-9101-8AB6600458A7}"/>
              </a:ext>
            </a:extLst>
          </p:cNvPr>
          <p:cNvGrpSpPr>
            <a:grpSpLocks/>
          </p:cNvGrpSpPr>
          <p:nvPr/>
        </p:nvGrpSpPr>
        <p:grpSpPr bwMode="auto">
          <a:xfrm>
            <a:off x="-22225" y="3097213"/>
            <a:ext cx="976313" cy="584200"/>
            <a:chOff x="699" y="1969"/>
            <a:chExt cx="615" cy="368"/>
          </a:xfrm>
        </p:grpSpPr>
        <p:sp>
          <p:nvSpPr>
            <p:cNvPr id="159804" name="Line 60">
              <a:extLst>
                <a:ext uri="{FF2B5EF4-FFF2-40B4-BE49-F238E27FC236}">
                  <a16:creationId xmlns:a16="http://schemas.microsoft.com/office/drawing/2014/main" id="{7CDE2163-0C02-4C3E-B7A6-811BABBC1173}"/>
                </a:ext>
              </a:extLst>
            </p:cNvPr>
            <p:cNvSpPr>
              <a:spLocks noChangeShapeType="1"/>
            </p:cNvSpPr>
            <p:nvPr/>
          </p:nvSpPr>
          <p:spPr bwMode="auto">
            <a:xfrm>
              <a:off x="1074" y="2175"/>
              <a:ext cx="24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805" name="Text Box 61">
              <a:extLst>
                <a:ext uri="{FF2B5EF4-FFF2-40B4-BE49-F238E27FC236}">
                  <a16:creationId xmlns:a16="http://schemas.microsoft.com/office/drawing/2014/main" id="{27685902-9116-43AE-AA96-CFAA52B21314}"/>
                </a:ext>
              </a:extLst>
            </p:cNvPr>
            <p:cNvSpPr txBox="1">
              <a:spLocks noChangeArrowheads="1"/>
            </p:cNvSpPr>
            <p:nvPr/>
          </p:nvSpPr>
          <p:spPr bwMode="auto">
            <a:xfrm>
              <a:off x="699" y="1969"/>
              <a:ext cx="403" cy="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err="1">
                  <a:latin typeface="+mn-lt"/>
                  <a:ea typeface="+mn-ea"/>
                  <a:cs typeface="+mn-ea"/>
                  <a:sym typeface="+mn-lt"/>
                </a:rPr>
                <a:t>Lb</a:t>
              </a:r>
              <a:endParaRPr lang="en-US" altLang="zh-CN" sz="3200" dirty="0">
                <a:latin typeface="+mn-lt"/>
                <a:ea typeface="+mn-ea"/>
                <a:cs typeface="+mn-ea"/>
                <a:sym typeface="+mn-lt"/>
              </a:endParaRPr>
            </a:p>
          </p:txBody>
        </p:sp>
      </p:grpSp>
      <p:sp>
        <p:nvSpPr>
          <p:cNvPr id="159778" name="Text Box 62">
            <a:extLst>
              <a:ext uri="{FF2B5EF4-FFF2-40B4-BE49-F238E27FC236}">
                <a16:creationId xmlns:a16="http://schemas.microsoft.com/office/drawing/2014/main" id="{E0C35FF7-2655-48E4-B02A-7920B538E4D2}"/>
              </a:ext>
            </a:extLst>
          </p:cNvPr>
          <p:cNvSpPr txBox="1">
            <a:spLocks noChangeArrowheads="1"/>
          </p:cNvSpPr>
          <p:nvPr/>
        </p:nvSpPr>
        <p:spPr bwMode="auto">
          <a:xfrm>
            <a:off x="2252663" y="3879850"/>
            <a:ext cx="639762"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dirty="0" err="1">
                <a:latin typeface="+mn-lt"/>
                <a:ea typeface="+mn-ea"/>
                <a:cs typeface="+mn-ea"/>
                <a:sym typeface="+mn-lt"/>
              </a:rPr>
              <a:t>pb</a:t>
            </a:r>
            <a:endParaRPr lang="en-US" altLang="zh-CN" sz="3200" b="1" dirty="0">
              <a:latin typeface="+mn-lt"/>
              <a:ea typeface="+mn-ea"/>
              <a:cs typeface="+mn-ea"/>
              <a:sym typeface="+mn-lt"/>
            </a:endParaRPr>
          </a:p>
        </p:txBody>
      </p:sp>
      <p:sp>
        <p:nvSpPr>
          <p:cNvPr id="159779" name="Line 63">
            <a:extLst>
              <a:ext uri="{FF2B5EF4-FFF2-40B4-BE49-F238E27FC236}">
                <a16:creationId xmlns:a16="http://schemas.microsoft.com/office/drawing/2014/main" id="{2BA1B230-010C-4195-8746-9C9EF2A7A1D9}"/>
              </a:ext>
            </a:extLst>
          </p:cNvPr>
          <p:cNvSpPr>
            <a:spLocks noChangeShapeType="1"/>
          </p:cNvSpPr>
          <p:nvPr/>
        </p:nvSpPr>
        <p:spPr bwMode="auto">
          <a:xfrm flipV="1">
            <a:off x="2441575" y="3632200"/>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80" name="Rectangle 64">
            <a:extLst>
              <a:ext uri="{FF2B5EF4-FFF2-40B4-BE49-F238E27FC236}">
                <a16:creationId xmlns:a16="http://schemas.microsoft.com/office/drawing/2014/main" id="{E450D24A-EA15-4475-BE82-B5E7FF93F6AB}"/>
              </a:ext>
            </a:extLst>
          </p:cNvPr>
          <p:cNvSpPr>
            <a:spLocks noChangeArrowheads="1"/>
          </p:cNvSpPr>
          <p:nvPr/>
        </p:nvSpPr>
        <p:spPr bwMode="auto">
          <a:xfrm>
            <a:off x="857250" y="176213"/>
            <a:ext cx="7797800"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有序链表合并</a:t>
            </a:r>
            <a:r>
              <a:rPr lang="en-US" altLang="zh-CN">
                <a:solidFill>
                  <a:schemeClr val="bg1"/>
                </a:solidFill>
                <a:ea typeface="微软雅黑" panose="020B0503020204020204" pitchFamily="34" charset="-122"/>
                <a:sym typeface="+mn-lt"/>
              </a:rPr>
              <a:t>( pa-&gt;data &gt;pb-&gt;data )</a:t>
            </a:r>
          </a:p>
        </p:txBody>
      </p:sp>
      <p:sp>
        <p:nvSpPr>
          <p:cNvPr id="159781" name="Text Box 65">
            <a:extLst>
              <a:ext uri="{FF2B5EF4-FFF2-40B4-BE49-F238E27FC236}">
                <a16:creationId xmlns:a16="http://schemas.microsoft.com/office/drawing/2014/main" id="{79E4BB83-40A7-4B1A-89F9-F1F68C0E3A84}"/>
              </a:ext>
            </a:extLst>
          </p:cNvPr>
          <p:cNvSpPr txBox="1">
            <a:spLocks noChangeArrowheads="1"/>
          </p:cNvSpPr>
          <p:nvPr/>
        </p:nvSpPr>
        <p:spPr bwMode="auto">
          <a:xfrm>
            <a:off x="4821238" y="3970338"/>
            <a:ext cx="3681412" cy="579437"/>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solidFill>
                  <a:srgbClr val="FF0000"/>
                </a:solidFill>
                <a:latin typeface="+mn-lt"/>
                <a:ea typeface="+mn-ea"/>
                <a:cs typeface="+mn-ea"/>
                <a:sym typeface="+mn-lt"/>
              </a:rPr>
              <a:t>pc-&gt;next = pb;</a:t>
            </a:r>
          </a:p>
        </p:txBody>
      </p:sp>
      <p:grpSp>
        <p:nvGrpSpPr>
          <p:cNvPr id="165927" name="Group 66">
            <a:extLst>
              <a:ext uri="{FF2B5EF4-FFF2-40B4-BE49-F238E27FC236}">
                <a16:creationId xmlns:a16="http://schemas.microsoft.com/office/drawing/2014/main" id="{CD25E2E8-1AF0-964C-8212-21A3FEF940D5}"/>
              </a:ext>
            </a:extLst>
          </p:cNvPr>
          <p:cNvGrpSpPr>
            <a:grpSpLocks/>
          </p:cNvGrpSpPr>
          <p:nvPr/>
        </p:nvGrpSpPr>
        <p:grpSpPr bwMode="auto">
          <a:xfrm>
            <a:off x="3605213" y="1876425"/>
            <a:ext cx="838200" cy="461963"/>
            <a:chOff x="2467" y="616"/>
            <a:chExt cx="528" cy="291"/>
          </a:xfrm>
        </p:grpSpPr>
        <p:grpSp>
          <p:nvGrpSpPr>
            <p:cNvPr id="165949" name="Group 67">
              <a:extLst>
                <a:ext uri="{FF2B5EF4-FFF2-40B4-BE49-F238E27FC236}">
                  <a16:creationId xmlns:a16="http://schemas.microsoft.com/office/drawing/2014/main" id="{DC92967C-4B06-3646-86BC-836E1D795830}"/>
                </a:ext>
              </a:extLst>
            </p:cNvPr>
            <p:cNvGrpSpPr>
              <a:grpSpLocks/>
            </p:cNvGrpSpPr>
            <p:nvPr/>
          </p:nvGrpSpPr>
          <p:grpSpPr bwMode="auto">
            <a:xfrm>
              <a:off x="2467" y="658"/>
              <a:ext cx="528" cy="240"/>
              <a:chOff x="1968" y="1344"/>
              <a:chExt cx="528" cy="240"/>
            </a:xfrm>
          </p:grpSpPr>
          <p:sp>
            <p:nvSpPr>
              <p:cNvPr id="159802" name="Rectangle 68">
                <a:extLst>
                  <a:ext uri="{FF2B5EF4-FFF2-40B4-BE49-F238E27FC236}">
                    <a16:creationId xmlns:a16="http://schemas.microsoft.com/office/drawing/2014/main" id="{020F86E2-5045-4F3F-ABCD-59A5198E7D1F}"/>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803" name="Rectangle 69">
                <a:extLst>
                  <a:ext uri="{FF2B5EF4-FFF2-40B4-BE49-F238E27FC236}">
                    <a16:creationId xmlns:a16="http://schemas.microsoft.com/office/drawing/2014/main" id="{6D2A1F71-19DD-494F-965E-FA11898F59DB}"/>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9801" name="Text Box 70">
              <a:extLst>
                <a:ext uri="{FF2B5EF4-FFF2-40B4-BE49-F238E27FC236}">
                  <a16:creationId xmlns:a16="http://schemas.microsoft.com/office/drawing/2014/main" id="{AAC6DA75-7A90-4327-8CC3-E4BDB046CEDD}"/>
                </a:ext>
              </a:extLst>
            </p:cNvPr>
            <p:cNvSpPr txBox="1">
              <a:spLocks noChangeArrowheads="1"/>
            </p:cNvSpPr>
            <p:nvPr/>
          </p:nvSpPr>
          <p:spPr bwMode="auto">
            <a:xfrm>
              <a:off x="2540" y="616"/>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grpSp>
      <p:grpSp>
        <p:nvGrpSpPr>
          <p:cNvPr id="17" name="Group 72">
            <a:extLst>
              <a:ext uri="{FF2B5EF4-FFF2-40B4-BE49-F238E27FC236}">
                <a16:creationId xmlns:a16="http://schemas.microsoft.com/office/drawing/2014/main" id="{ED8E1E2D-0074-0C49-810F-200FAA1BC01A}"/>
              </a:ext>
            </a:extLst>
          </p:cNvPr>
          <p:cNvGrpSpPr>
            <a:grpSpLocks/>
          </p:cNvGrpSpPr>
          <p:nvPr/>
        </p:nvGrpSpPr>
        <p:grpSpPr bwMode="auto">
          <a:xfrm>
            <a:off x="2601913" y="2312988"/>
            <a:ext cx="1681162" cy="960437"/>
            <a:chOff x="1693" y="762"/>
            <a:chExt cx="1059" cy="605"/>
          </a:xfrm>
        </p:grpSpPr>
        <p:sp>
          <p:nvSpPr>
            <p:cNvPr id="159797" name="Line 73">
              <a:extLst>
                <a:ext uri="{FF2B5EF4-FFF2-40B4-BE49-F238E27FC236}">
                  <a16:creationId xmlns:a16="http://schemas.microsoft.com/office/drawing/2014/main" id="{E1CB5264-ECCA-4188-B645-CAED100C72EE}"/>
                </a:ext>
              </a:extLst>
            </p:cNvPr>
            <p:cNvSpPr>
              <a:spLocks noChangeShapeType="1"/>
            </p:cNvSpPr>
            <p:nvPr/>
          </p:nvSpPr>
          <p:spPr bwMode="auto">
            <a:xfrm>
              <a:off x="2737" y="762"/>
              <a:ext cx="0" cy="288"/>
            </a:xfrm>
            <a:prstGeom prst="line">
              <a:avLst/>
            </a:prstGeom>
            <a:noFill/>
            <a:ln w="38100">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98" name="Line 74">
              <a:extLst>
                <a:ext uri="{FF2B5EF4-FFF2-40B4-BE49-F238E27FC236}">
                  <a16:creationId xmlns:a16="http://schemas.microsoft.com/office/drawing/2014/main" id="{135784CB-A916-4A7B-9B93-18C7D673C70C}"/>
                </a:ext>
              </a:extLst>
            </p:cNvPr>
            <p:cNvSpPr>
              <a:spLocks noChangeShapeType="1"/>
            </p:cNvSpPr>
            <p:nvPr/>
          </p:nvSpPr>
          <p:spPr bwMode="auto">
            <a:xfrm flipH="1">
              <a:off x="1693" y="1050"/>
              <a:ext cx="1059" cy="0"/>
            </a:xfrm>
            <a:prstGeom prst="line">
              <a:avLst/>
            </a:prstGeom>
            <a:noFill/>
            <a:ln w="38100">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99" name="Line 75">
              <a:extLst>
                <a:ext uri="{FF2B5EF4-FFF2-40B4-BE49-F238E27FC236}">
                  <a16:creationId xmlns:a16="http://schemas.microsoft.com/office/drawing/2014/main" id="{377AD251-F3C4-432B-922C-3FF404E3B43C}"/>
                </a:ext>
              </a:extLst>
            </p:cNvPr>
            <p:cNvSpPr>
              <a:spLocks noChangeShapeType="1"/>
            </p:cNvSpPr>
            <p:nvPr/>
          </p:nvSpPr>
          <p:spPr bwMode="auto">
            <a:xfrm>
              <a:off x="1701" y="1050"/>
              <a:ext cx="0" cy="317"/>
            </a:xfrm>
            <a:prstGeom prst="line">
              <a:avLst/>
            </a:prstGeom>
            <a:noFill/>
            <a:ln w="3810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159784" name="Text Box 76">
            <a:extLst>
              <a:ext uri="{FF2B5EF4-FFF2-40B4-BE49-F238E27FC236}">
                <a16:creationId xmlns:a16="http://schemas.microsoft.com/office/drawing/2014/main" id="{5A098427-FCEA-4ED1-92E5-3A706B802541}"/>
              </a:ext>
            </a:extLst>
          </p:cNvPr>
          <p:cNvSpPr txBox="1">
            <a:spLocks noChangeArrowheads="1"/>
          </p:cNvSpPr>
          <p:nvPr/>
        </p:nvSpPr>
        <p:spPr bwMode="auto">
          <a:xfrm>
            <a:off x="5132388" y="2406650"/>
            <a:ext cx="617537"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dirty="0">
                <a:latin typeface="+mn-lt"/>
                <a:ea typeface="+mn-ea"/>
                <a:cs typeface="+mn-ea"/>
                <a:sym typeface="+mn-lt"/>
              </a:rPr>
              <a:t>pa</a:t>
            </a:r>
          </a:p>
        </p:txBody>
      </p:sp>
      <p:sp>
        <p:nvSpPr>
          <p:cNvPr id="159785" name="Line 77">
            <a:extLst>
              <a:ext uri="{FF2B5EF4-FFF2-40B4-BE49-F238E27FC236}">
                <a16:creationId xmlns:a16="http://schemas.microsoft.com/office/drawing/2014/main" id="{11C50FF4-1894-40D3-B993-8993DFC1E019}"/>
              </a:ext>
            </a:extLst>
          </p:cNvPr>
          <p:cNvSpPr>
            <a:spLocks noChangeShapeType="1"/>
          </p:cNvSpPr>
          <p:nvPr/>
        </p:nvSpPr>
        <p:spPr bwMode="auto">
          <a:xfrm flipV="1">
            <a:off x="5103813" y="2357438"/>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8" name="Group 79">
            <a:extLst>
              <a:ext uri="{FF2B5EF4-FFF2-40B4-BE49-F238E27FC236}">
                <a16:creationId xmlns:a16="http://schemas.microsoft.com/office/drawing/2014/main" id="{3691F695-63C7-41B8-A720-9DF8D4FEC095}"/>
              </a:ext>
            </a:extLst>
          </p:cNvPr>
          <p:cNvGrpSpPr>
            <a:grpSpLocks/>
          </p:cNvGrpSpPr>
          <p:nvPr/>
        </p:nvGrpSpPr>
        <p:grpSpPr bwMode="auto">
          <a:xfrm>
            <a:off x="1716088" y="3650797"/>
            <a:ext cx="6799263" cy="1477963"/>
            <a:chOff x="1135" y="1605"/>
            <a:chExt cx="4283" cy="931"/>
          </a:xfrm>
          <a:noFill/>
        </p:grpSpPr>
        <p:sp>
          <p:nvSpPr>
            <p:cNvPr id="159795" name="Text Box 71">
              <a:extLst>
                <a:ext uri="{FF2B5EF4-FFF2-40B4-BE49-F238E27FC236}">
                  <a16:creationId xmlns:a16="http://schemas.microsoft.com/office/drawing/2014/main" id="{B9C2C8D4-A5DA-4E56-9511-7040557ADD30}"/>
                </a:ext>
              </a:extLst>
            </p:cNvPr>
            <p:cNvSpPr txBox="1">
              <a:spLocks noChangeArrowheads="1"/>
            </p:cNvSpPr>
            <p:nvPr/>
          </p:nvSpPr>
          <p:spPr bwMode="auto">
            <a:xfrm>
              <a:off x="1135" y="1605"/>
              <a:ext cx="547" cy="36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dirty="0">
                  <a:solidFill>
                    <a:srgbClr val="FF0000"/>
                  </a:solidFill>
                  <a:latin typeface="+mn-lt"/>
                  <a:ea typeface="+mn-ea"/>
                  <a:cs typeface="+mn-ea"/>
                  <a:sym typeface="+mn-lt"/>
                </a:rPr>
                <a:t>Pc</a:t>
              </a:r>
              <a:endParaRPr lang="en-US" altLang="zh-CN" sz="3200" b="1" dirty="0">
                <a:latin typeface="+mn-lt"/>
                <a:ea typeface="+mn-ea"/>
                <a:cs typeface="+mn-ea"/>
                <a:sym typeface="+mn-lt"/>
              </a:endParaRPr>
            </a:p>
          </p:txBody>
        </p:sp>
        <p:sp>
          <p:nvSpPr>
            <p:cNvPr id="159796" name="Text Box 78">
              <a:extLst>
                <a:ext uri="{FF2B5EF4-FFF2-40B4-BE49-F238E27FC236}">
                  <a16:creationId xmlns:a16="http://schemas.microsoft.com/office/drawing/2014/main" id="{1D0FE9DD-645C-490F-8DB9-E5FB9C2BBBE6}"/>
                </a:ext>
              </a:extLst>
            </p:cNvPr>
            <p:cNvSpPr txBox="1">
              <a:spLocks noChangeArrowheads="1"/>
            </p:cNvSpPr>
            <p:nvPr/>
          </p:nvSpPr>
          <p:spPr bwMode="auto">
            <a:xfrm>
              <a:off x="3099" y="2171"/>
              <a:ext cx="2319" cy="36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solidFill>
                    <a:srgbClr val="FF0000"/>
                  </a:solidFill>
                  <a:latin typeface="+mn-lt"/>
                  <a:ea typeface="+mn-ea"/>
                  <a:cs typeface="+mn-ea"/>
                  <a:sym typeface="+mn-lt"/>
                </a:rPr>
                <a:t>pc= pb;</a:t>
              </a:r>
            </a:p>
          </p:txBody>
        </p:sp>
      </p:grpSp>
      <p:grpSp>
        <p:nvGrpSpPr>
          <p:cNvPr id="19" name="Group 89">
            <a:extLst>
              <a:ext uri="{FF2B5EF4-FFF2-40B4-BE49-F238E27FC236}">
                <a16:creationId xmlns:a16="http://schemas.microsoft.com/office/drawing/2014/main" id="{1D2A0CB4-DC75-1746-8A37-7C2769590ACC}"/>
              </a:ext>
            </a:extLst>
          </p:cNvPr>
          <p:cNvGrpSpPr>
            <a:grpSpLocks/>
          </p:cNvGrpSpPr>
          <p:nvPr/>
        </p:nvGrpSpPr>
        <p:grpSpPr bwMode="auto">
          <a:xfrm>
            <a:off x="2168525" y="3182938"/>
            <a:ext cx="838200" cy="461962"/>
            <a:chOff x="1420" y="1310"/>
            <a:chExt cx="528" cy="291"/>
          </a:xfrm>
        </p:grpSpPr>
        <p:grpSp>
          <p:nvGrpSpPr>
            <p:cNvPr id="165942" name="Group 85">
              <a:extLst>
                <a:ext uri="{FF2B5EF4-FFF2-40B4-BE49-F238E27FC236}">
                  <a16:creationId xmlns:a16="http://schemas.microsoft.com/office/drawing/2014/main" id="{9FC43970-E114-3844-B752-90A37F81459A}"/>
                </a:ext>
              </a:extLst>
            </p:cNvPr>
            <p:cNvGrpSpPr>
              <a:grpSpLocks/>
            </p:cNvGrpSpPr>
            <p:nvPr/>
          </p:nvGrpSpPr>
          <p:grpSpPr bwMode="auto">
            <a:xfrm>
              <a:off x="1420" y="1358"/>
              <a:ext cx="528" cy="240"/>
              <a:chOff x="1968" y="1344"/>
              <a:chExt cx="528" cy="240"/>
            </a:xfrm>
          </p:grpSpPr>
          <p:sp>
            <p:nvSpPr>
              <p:cNvPr id="159793" name="Rectangle 86">
                <a:extLst>
                  <a:ext uri="{FF2B5EF4-FFF2-40B4-BE49-F238E27FC236}">
                    <a16:creationId xmlns:a16="http://schemas.microsoft.com/office/drawing/2014/main" id="{404D81F3-4C48-4E71-9A77-AF76056E2AFB}"/>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59794" name="Rectangle 87">
                <a:extLst>
                  <a:ext uri="{FF2B5EF4-FFF2-40B4-BE49-F238E27FC236}">
                    <a16:creationId xmlns:a16="http://schemas.microsoft.com/office/drawing/2014/main" id="{76ADAFDA-DB2B-4774-B01C-4BECB6B7CD52}"/>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59792" name="Text Box 88">
              <a:extLst>
                <a:ext uri="{FF2B5EF4-FFF2-40B4-BE49-F238E27FC236}">
                  <a16:creationId xmlns:a16="http://schemas.microsoft.com/office/drawing/2014/main" id="{4AC3CE48-4AA9-4B92-B5A9-98E14BA4453B}"/>
                </a:ext>
              </a:extLst>
            </p:cNvPr>
            <p:cNvSpPr txBox="1">
              <a:spLocks noChangeArrowheads="1"/>
            </p:cNvSpPr>
            <p:nvPr/>
          </p:nvSpPr>
          <p:spPr bwMode="auto">
            <a:xfrm>
              <a:off x="1509" y="131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grpSp>
      <p:grpSp>
        <p:nvGrpSpPr>
          <p:cNvPr id="21" name="Group 90">
            <a:extLst>
              <a:ext uri="{FF2B5EF4-FFF2-40B4-BE49-F238E27FC236}">
                <a16:creationId xmlns:a16="http://schemas.microsoft.com/office/drawing/2014/main" id="{D3648BEF-2BF3-C842-86E3-4E8782070B81}"/>
              </a:ext>
            </a:extLst>
          </p:cNvPr>
          <p:cNvGrpSpPr>
            <a:grpSpLocks/>
          </p:cNvGrpSpPr>
          <p:nvPr/>
        </p:nvGrpSpPr>
        <p:grpSpPr bwMode="auto">
          <a:xfrm>
            <a:off x="1746250" y="3325813"/>
            <a:ext cx="228600" cy="304800"/>
            <a:chOff x="2698" y="1622"/>
            <a:chExt cx="144" cy="192"/>
          </a:xfrm>
        </p:grpSpPr>
        <p:sp>
          <p:nvSpPr>
            <p:cNvPr id="159789" name="Line 91">
              <a:extLst>
                <a:ext uri="{FF2B5EF4-FFF2-40B4-BE49-F238E27FC236}">
                  <a16:creationId xmlns:a16="http://schemas.microsoft.com/office/drawing/2014/main" id="{EF052337-2F1B-4224-A6FA-0BBADC32FAAA}"/>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59790" name="Line 92">
              <a:extLst>
                <a:ext uri="{FF2B5EF4-FFF2-40B4-BE49-F238E27FC236}">
                  <a16:creationId xmlns:a16="http://schemas.microsoft.com/office/drawing/2014/main" id="{C5D25205-4C07-4448-A42F-55E911079FD7}"/>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02" name="组合 101">
            <a:extLst>
              <a:ext uri="{FF2B5EF4-FFF2-40B4-BE49-F238E27FC236}">
                <a16:creationId xmlns:a16="http://schemas.microsoft.com/office/drawing/2014/main" id="{AC018C8C-420C-0F46-A136-84BFAD646157}"/>
              </a:ext>
            </a:extLst>
          </p:cNvPr>
          <p:cNvGrpSpPr>
            <a:grpSpLocks/>
          </p:cNvGrpSpPr>
          <p:nvPr/>
        </p:nvGrpSpPr>
        <p:grpSpPr bwMode="auto">
          <a:xfrm>
            <a:off x="0" y="6380163"/>
            <a:ext cx="9144000" cy="431800"/>
            <a:chOff x="0" y="6379908"/>
            <a:chExt cx="9144000" cy="432048"/>
          </a:xfrm>
        </p:grpSpPr>
        <p:grpSp>
          <p:nvGrpSpPr>
            <p:cNvPr id="165935" name="组合 5">
              <a:extLst>
                <a:ext uri="{FF2B5EF4-FFF2-40B4-BE49-F238E27FC236}">
                  <a16:creationId xmlns:a16="http://schemas.microsoft.com/office/drawing/2014/main" id="{67B3F399-F725-E347-890C-CD9575BA20DF}"/>
                </a:ext>
              </a:extLst>
            </p:cNvPr>
            <p:cNvGrpSpPr>
              <a:grpSpLocks/>
            </p:cNvGrpSpPr>
            <p:nvPr/>
          </p:nvGrpSpPr>
          <p:grpSpPr bwMode="auto">
            <a:xfrm>
              <a:off x="0" y="6379908"/>
              <a:ext cx="9144000" cy="432048"/>
              <a:chOff x="0" y="6165304"/>
              <a:chExt cx="9144000" cy="432048"/>
            </a:xfrm>
          </p:grpSpPr>
          <p:cxnSp>
            <p:nvCxnSpPr>
              <p:cNvPr id="165937" name="直接连接符 104">
                <a:extLst>
                  <a:ext uri="{FF2B5EF4-FFF2-40B4-BE49-F238E27FC236}">
                    <a16:creationId xmlns:a16="http://schemas.microsoft.com/office/drawing/2014/main" id="{34A7EEBC-28C3-C94D-8093-061B59E1A473}"/>
                  </a:ext>
                </a:extLst>
              </p:cNvPr>
              <p:cNvCxnSpPr>
                <a:cxnSpLocks/>
              </p:cNvCxnSpPr>
              <p:nvPr/>
            </p:nvCxnSpPr>
            <p:spPr bwMode="auto">
              <a:xfrm>
                <a:off x="0" y="6597352"/>
                <a:ext cx="9144000" cy="0"/>
              </a:xfrm>
              <a:prstGeom prst="line">
                <a:avLst/>
              </a:prstGeom>
              <a:noFill/>
              <a:ln w="142875" algn="ctr">
                <a:solidFill>
                  <a:schemeClr val="bg2"/>
                </a:solidFill>
                <a:round/>
                <a:headEnd/>
                <a:tailEnd/>
              </a:ln>
              <a:extLst>
                <a:ext uri="{909E8E84-426E-40DD-AFC4-6F175D3DCCD1}">
                  <a14:hiddenFill xmlns:a14="http://schemas.microsoft.com/office/drawing/2010/main">
                    <a:noFill/>
                  </a14:hiddenFill>
                </a:ext>
              </a:extLst>
            </p:spPr>
          </p:cxnSp>
          <p:cxnSp>
            <p:nvCxnSpPr>
              <p:cNvPr id="106" name="直接连接符 105">
                <a:extLst>
                  <a:ext uri="{FF2B5EF4-FFF2-40B4-BE49-F238E27FC236}">
                    <a16:creationId xmlns:a16="http://schemas.microsoft.com/office/drawing/2014/main" id="{74CF2992-B877-4C7C-9F05-58F363C2E7BE}"/>
                  </a:ext>
                </a:extLst>
              </p:cNvPr>
              <p:cNvCxnSpPr>
                <a:cxnSpLocks/>
              </p:cNvCxnSpPr>
              <p:nvPr/>
            </p:nvCxnSpPr>
            <p:spPr bwMode="auto">
              <a:xfrm>
                <a:off x="2339975" y="6381328"/>
                <a:ext cx="6804025" cy="0"/>
              </a:xfrm>
              <a:prstGeom prst="line">
                <a:avLst/>
              </a:prstGeom>
              <a:solidFill>
                <a:schemeClr val="accent1"/>
              </a:solidFill>
              <a:ln w="57150" cap="flat" cmpd="sng" algn="ctr">
                <a:solidFill>
                  <a:schemeClr val="bg2">
                    <a:lumMod val="60000"/>
                    <a:lumOff val="40000"/>
                  </a:schemeClr>
                </a:solidFill>
                <a:prstDash val="solid"/>
                <a:round/>
                <a:headEnd type="none" w="med" len="med"/>
                <a:tailEnd type="none" w="med" len="med"/>
              </a:ln>
            </p:spPr>
          </p:cxnSp>
          <p:cxnSp>
            <p:nvCxnSpPr>
              <p:cNvPr id="165939" name="直接连接符 106">
                <a:extLst>
                  <a:ext uri="{FF2B5EF4-FFF2-40B4-BE49-F238E27FC236}">
                    <a16:creationId xmlns:a16="http://schemas.microsoft.com/office/drawing/2014/main" id="{3276EBB4-5689-B642-9464-A4979C7E19C6}"/>
                  </a:ext>
                </a:extLst>
              </p:cNvPr>
              <p:cNvCxnSpPr>
                <a:cxnSpLocks/>
              </p:cNvCxnSpPr>
              <p:nvPr/>
            </p:nvCxnSpPr>
            <p:spPr bwMode="auto">
              <a:xfrm>
                <a:off x="4283968" y="6165304"/>
                <a:ext cx="4860032" cy="0"/>
              </a:xfrm>
              <a:prstGeom prst="line">
                <a:avLst/>
              </a:prstGeom>
              <a:noFill/>
              <a:ln w="57150" algn="ctr">
                <a:solidFill>
                  <a:srgbClr val="E2D9EB"/>
                </a:solidFill>
                <a:round/>
                <a:headEnd/>
                <a:tailEnd/>
              </a:ln>
              <a:extLst>
                <a:ext uri="{909E8E84-426E-40DD-AFC4-6F175D3DCCD1}">
                  <a14:hiddenFill xmlns:a14="http://schemas.microsoft.com/office/drawing/2010/main">
                    <a:noFill/>
                  </a14:hiddenFill>
                </a:ext>
              </a:extLst>
            </p:spPr>
          </p:cxnSp>
        </p:grpSp>
        <p:sp>
          <p:nvSpPr>
            <p:cNvPr id="104" name="Shape 26">
              <a:extLst>
                <a:ext uri="{FF2B5EF4-FFF2-40B4-BE49-F238E27FC236}">
                  <a16:creationId xmlns:a16="http://schemas.microsoft.com/office/drawing/2014/main" id="{133E4A30-F882-4831-AC0E-D2C3235977F9}"/>
                </a:ext>
              </a:extLst>
            </p:cNvPr>
            <p:cNvSpPr/>
            <p:nvPr/>
          </p:nvSpPr>
          <p:spPr>
            <a:xfrm flipH="1">
              <a:off x="0" y="6449798"/>
              <a:ext cx="2128838" cy="29226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1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blinds(horizontal)">
                                      <p:cBhvr>
                                        <p:cTn id="7" dur="3000"/>
                                        <p:tgtEl>
                                          <p:spTgt spid="17"/>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8" presetClass="emph" presetSubtype="0" fill="hold" nodeType="clickEffect">
                                  <p:stCondLst>
                                    <p:cond delay="0"/>
                                  </p:stCondLst>
                                  <p:childTnLst>
                                    <p:animRot by="21600000">
                                      <p:cBhvr>
                                        <p:cTn id="11" dur="2000" fill="hold"/>
                                        <p:tgtEl>
                                          <p:spTgt spid="17"/>
                                        </p:tgtEl>
                                        <p:attrNameLst>
                                          <p:attrName>r</p:attrName>
                                        </p:attrNameLst>
                                      </p:cBhvr>
                                    </p:animRot>
                                  </p:childTnLst>
                                </p:cTn>
                              </p:par>
                            </p:childTnLst>
                          </p:cTn>
                        </p:par>
                      </p:childTnLst>
                    </p:cTn>
                  </p:par>
                  <p:par>
                    <p:cTn id="12" fill="hold" nodeType="clickPar">
                      <p:stCondLst>
                        <p:cond delay="indefinite"/>
                      </p:stCondLst>
                      <p:childTnLst>
                        <p:par>
                          <p:cTn id="13" fill="hold" nodeType="withGroup">
                            <p:stCondLst>
                              <p:cond delay="0"/>
                            </p:stCondLst>
                            <p:childTnLst>
                              <p:par>
                                <p:cTn id="14" presetID="2" presetClass="entr" presetSubtype="4" fill="hold" nodeType="clickEffect">
                                  <p:stCondLst>
                                    <p:cond delay="0"/>
                                  </p:stCondLst>
                                  <p:childTnLst>
                                    <p:set>
                                      <p:cBhvr>
                                        <p:cTn id="15" dur="1" fill="hold">
                                          <p:stCondLst>
                                            <p:cond delay="0"/>
                                          </p:stCondLst>
                                        </p:cTn>
                                        <p:tgtEl>
                                          <p:spTgt spid="18"/>
                                        </p:tgtEl>
                                        <p:attrNameLst>
                                          <p:attrName>style.visibility</p:attrName>
                                        </p:attrNameLst>
                                      </p:cBhvr>
                                      <p:to>
                                        <p:strVal val="visible"/>
                                      </p:to>
                                    </p:set>
                                    <p:anim calcmode="lin" valueType="num">
                                      <p:cBhvr additive="base">
                                        <p:cTn id="16" dur="500" fill="hold"/>
                                        <p:tgtEl>
                                          <p:spTgt spid="18"/>
                                        </p:tgtEl>
                                        <p:attrNameLst>
                                          <p:attrName>ppt_x</p:attrName>
                                        </p:attrNameLst>
                                      </p:cBhvr>
                                      <p:tavLst>
                                        <p:tav tm="0">
                                          <p:val>
                                            <p:strVal val="#ppt_x"/>
                                          </p:val>
                                        </p:tav>
                                        <p:tav tm="100000">
                                          <p:val>
                                            <p:strVal val="#ppt_x"/>
                                          </p:val>
                                        </p:tav>
                                      </p:tavLst>
                                    </p:anim>
                                    <p:anim calcmode="lin" valueType="num">
                                      <p:cBhvr additive="base">
                                        <p:cTn id="17"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box(in)">
                                      <p:cBhvr>
                                        <p:cTn id="22" dur="500"/>
                                        <p:tgtEl>
                                          <p:spTgt spid="19"/>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4"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 calcmode="lin" valueType="num">
                                      <p:cBhvr additive="base">
                                        <p:cTn id="27" dur="500" fill="hold"/>
                                        <p:tgtEl>
                                          <p:spTgt spid="21"/>
                                        </p:tgtEl>
                                        <p:attrNameLst>
                                          <p:attrName>ppt_x</p:attrName>
                                        </p:attrNameLst>
                                      </p:cBhvr>
                                      <p:tavLst>
                                        <p:tav tm="0">
                                          <p:val>
                                            <p:strVal val="#ppt_x"/>
                                          </p:val>
                                        </p:tav>
                                        <p:tav tm="100000">
                                          <p:val>
                                            <p:strVal val="#ppt_x"/>
                                          </p:val>
                                        </p:tav>
                                      </p:tavLst>
                                    </p:anim>
                                    <p:anim calcmode="lin" valueType="num">
                                      <p:cBhvr additive="base">
                                        <p:cTn id="2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29" fill="hold" nodeType="clickPar">
                      <p:stCondLst>
                        <p:cond delay="indefinite"/>
                      </p:stCondLst>
                      <p:childTnLst>
                        <p:par>
                          <p:cTn id="30" fill="hold" nodeType="withGroup">
                            <p:stCondLst>
                              <p:cond delay="0"/>
                            </p:stCondLst>
                            <p:childTnLst>
                              <p:par>
                                <p:cTn id="31" presetID="6" presetClass="emph" presetSubtype="0" fill="hold" nodeType="clickEffect">
                                  <p:stCondLst>
                                    <p:cond delay="0"/>
                                  </p:stCondLst>
                                  <p:childTnLst>
                                    <p:animScale>
                                      <p:cBhvr>
                                        <p:cTn id="32" dur="2000" fill="hold"/>
                                        <p:tgtEl>
                                          <p:spTgt spid="19"/>
                                        </p:tgtEl>
                                      </p:cBhvr>
                                      <p:by x="150000" y="150000"/>
                                    </p:animScale>
                                  </p:childTnLst>
                                </p:cTn>
                              </p:par>
                            </p:childTnLst>
                          </p:cTn>
                        </p:par>
                        <p:par>
                          <p:cTn id="33" fill="hold" nodeType="afterGroup">
                            <p:stCondLst>
                              <p:cond delay="2000"/>
                            </p:stCondLst>
                            <p:childTnLst>
                              <p:par>
                                <p:cTn id="34" presetID="2" presetClass="entr" presetSubtype="4" fill="hold" nodeType="afterEffect">
                                  <p:stCondLst>
                                    <p:cond delay="0"/>
                                  </p:stCondLst>
                                  <p:childTnLst>
                                    <p:set>
                                      <p:cBhvr>
                                        <p:cTn id="35" dur="1" fill="hold">
                                          <p:stCondLst>
                                            <p:cond delay="0"/>
                                          </p:stCondLst>
                                        </p:cTn>
                                        <p:tgtEl>
                                          <p:spTgt spid="102"/>
                                        </p:tgtEl>
                                        <p:attrNameLst>
                                          <p:attrName>style.visibility</p:attrName>
                                        </p:attrNameLst>
                                      </p:cBhvr>
                                      <p:to>
                                        <p:strVal val="visible"/>
                                      </p:to>
                                    </p:set>
                                    <p:anim calcmode="lin" valueType="num">
                                      <p:cBhvr additive="base">
                                        <p:cTn id="36" dur="500" fill="hold"/>
                                        <p:tgtEl>
                                          <p:spTgt spid="102"/>
                                        </p:tgtEl>
                                        <p:attrNameLst>
                                          <p:attrName>ppt_x</p:attrName>
                                        </p:attrNameLst>
                                      </p:cBhvr>
                                      <p:tavLst>
                                        <p:tav tm="0">
                                          <p:val>
                                            <p:strVal val="#ppt_x"/>
                                          </p:val>
                                        </p:tav>
                                        <p:tav tm="100000">
                                          <p:val>
                                            <p:strVal val="#ppt_x"/>
                                          </p:val>
                                        </p:tav>
                                      </p:tavLst>
                                    </p:anim>
                                    <p:anim calcmode="lin" valueType="num">
                                      <p:cBhvr additive="base">
                                        <p:cTn id="37" dur="500" fill="hold"/>
                                        <p:tgtEl>
                                          <p:spTgt spid="10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70" name="Line 4">
            <a:extLst>
              <a:ext uri="{FF2B5EF4-FFF2-40B4-BE49-F238E27FC236}">
                <a16:creationId xmlns:a16="http://schemas.microsoft.com/office/drawing/2014/main" id="{93E583BA-495A-4E98-B972-22ABBD286350}"/>
              </a:ext>
            </a:extLst>
          </p:cNvPr>
          <p:cNvSpPr>
            <a:spLocks noChangeShapeType="1"/>
          </p:cNvSpPr>
          <p:nvPr/>
        </p:nvSpPr>
        <p:spPr bwMode="auto">
          <a:xfrm>
            <a:off x="3195638" y="1963738"/>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771" name="Line 5">
            <a:extLst>
              <a:ext uri="{FF2B5EF4-FFF2-40B4-BE49-F238E27FC236}">
                <a16:creationId xmlns:a16="http://schemas.microsoft.com/office/drawing/2014/main" id="{AD60E14C-2560-4091-9B4E-5CE29B974434}"/>
              </a:ext>
            </a:extLst>
          </p:cNvPr>
          <p:cNvSpPr>
            <a:spLocks noChangeShapeType="1"/>
          </p:cNvSpPr>
          <p:nvPr/>
        </p:nvSpPr>
        <p:spPr bwMode="auto">
          <a:xfrm>
            <a:off x="2098675" y="1965325"/>
            <a:ext cx="381000" cy="0"/>
          </a:xfrm>
          <a:prstGeom prst="line">
            <a:avLst/>
          </a:prstGeom>
          <a:noFill/>
          <a:ln w="3810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772" name="Text Box 6">
            <a:extLst>
              <a:ext uri="{FF2B5EF4-FFF2-40B4-BE49-F238E27FC236}">
                <a16:creationId xmlns:a16="http://schemas.microsoft.com/office/drawing/2014/main" id="{E6A26861-ADAC-4066-B569-B486C7F8736E}"/>
              </a:ext>
            </a:extLst>
          </p:cNvPr>
          <p:cNvSpPr txBox="1">
            <a:spLocks noChangeArrowheads="1"/>
          </p:cNvSpPr>
          <p:nvPr/>
        </p:nvSpPr>
        <p:spPr bwMode="auto">
          <a:xfrm>
            <a:off x="862013" y="1547813"/>
            <a:ext cx="1471612"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a:latin typeface="+mn-lt"/>
                <a:ea typeface="+mn-ea"/>
                <a:cs typeface="+mn-ea"/>
                <a:sym typeface="+mn-lt"/>
              </a:rPr>
              <a:t>La(</a:t>
            </a:r>
            <a:r>
              <a:rPr lang="en-US" altLang="zh-CN" sz="3200">
                <a:solidFill>
                  <a:srgbClr val="FF0000"/>
                </a:solidFill>
                <a:latin typeface="+mn-lt"/>
                <a:ea typeface="+mn-ea"/>
                <a:cs typeface="+mn-ea"/>
                <a:sym typeface="+mn-lt"/>
              </a:rPr>
              <a:t>Lc</a:t>
            </a:r>
            <a:r>
              <a:rPr lang="en-US" altLang="zh-CN" sz="3200">
                <a:latin typeface="+mn-lt"/>
                <a:ea typeface="+mn-ea"/>
                <a:cs typeface="+mn-ea"/>
                <a:sym typeface="+mn-lt"/>
              </a:rPr>
              <a:t>)</a:t>
            </a:r>
          </a:p>
        </p:txBody>
      </p:sp>
      <p:grpSp>
        <p:nvGrpSpPr>
          <p:cNvPr id="166917" name="Group 7">
            <a:extLst>
              <a:ext uri="{FF2B5EF4-FFF2-40B4-BE49-F238E27FC236}">
                <a16:creationId xmlns:a16="http://schemas.microsoft.com/office/drawing/2014/main" id="{FCD97698-E02D-3D44-93FE-CE1ADE39B635}"/>
              </a:ext>
            </a:extLst>
          </p:cNvPr>
          <p:cNvGrpSpPr>
            <a:grpSpLocks/>
          </p:cNvGrpSpPr>
          <p:nvPr/>
        </p:nvGrpSpPr>
        <p:grpSpPr bwMode="auto">
          <a:xfrm>
            <a:off x="3622675" y="1736725"/>
            <a:ext cx="838200" cy="381000"/>
            <a:chOff x="1968" y="1344"/>
            <a:chExt cx="528" cy="240"/>
          </a:xfrm>
        </p:grpSpPr>
        <p:sp>
          <p:nvSpPr>
            <p:cNvPr id="160856" name="Rectangle 8">
              <a:extLst>
                <a:ext uri="{FF2B5EF4-FFF2-40B4-BE49-F238E27FC236}">
                  <a16:creationId xmlns:a16="http://schemas.microsoft.com/office/drawing/2014/main" id="{CE8634D4-CC3D-4638-BEE4-78F31FC541A4}"/>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57" name="Rectangle 9">
              <a:extLst>
                <a:ext uri="{FF2B5EF4-FFF2-40B4-BE49-F238E27FC236}">
                  <a16:creationId xmlns:a16="http://schemas.microsoft.com/office/drawing/2014/main" id="{54D3D39A-07A8-4815-9B9C-12EDE201BCE6}"/>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6918" name="Group 10">
            <a:extLst>
              <a:ext uri="{FF2B5EF4-FFF2-40B4-BE49-F238E27FC236}">
                <a16:creationId xmlns:a16="http://schemas.microsoft.com/office/drawing/2014/main" id="{DA913027-E2D9-48F3-BFCF-28A89BC389CE}"/>
              </a:ext>
            </a:extLst>
          </p:cNvPr>
          <p:cNvGrpSpPr>
            <a:grpSpLocks/>
          </p:cNvGrpSpPr>
          <p:nvPr/>
        </p:nvGrpSpPr>
        <p:grpSpPr bwMode="auto">
          <a:xfrm>
            <a:off x="4841876" y="1737179"/>
            <a:ext cx="838200" cy="381000"/>
            <a:chOff x="1968" y="1344"/>
            <a:chExt cx="528" cy="240"/>
          </a:xfrm>
          <a:solidFill>
            <a:srgbClr val="EAEAEA"/>
          </a:solidFill>
        </p:grpSpPr>
        <p:sp>
          <p:nvSpPr>
            <p:cNvPr id="160854" name="Rectangle 11">
              <a:extLst>
                <a:ext uri="{FF2B5EF4-FFF2-40B4-BE49-F238E27FC236}">
                  <a16:creationId xmlns:a16="http://schemas.microsoft.com/office/drawing/2014/main" id="{04088DEA-189E-4ECF-BB1C-A347551EF765}"/>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55" name="Rectangle 12">
              <a:extLst>
                <a:ext uri="{FF2B5EF4-FFF2-40B4-BE49-F238E27FC236}">
                  <a16:creationId xmlns:a16="http://schemas.microsoft.com/office/drawing/2014/main" id="{0D4F9A75-1591-45AA-9796-82697C4AB914}"/>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6919" name="Group 13">
            <a:extLst>
              <a:ext uri="{FF2B5EF4-FFF2-40B4-BE49-F238E27FC236}">
                <a16:creationId xmlns:a16="http://schemas.microsoft.com/office/drawing/2014/main" id="{D27D2A72-65BD-42B5-A360-53674F4F8C5C}"/>
              </a:ext>
            </a:extLst>
          </p:cNvPr>
          <p:cNvGrpSpPr>
            <a:grpSpLocks/>
          </p:cNvGrpSpPr>
          <p:nvPr/>
        </p:nvGrpSpPr>
        <p:grpSpPr bwMode="auto">
          <a:xfrm>
            <a:off x="6061076" y="1737179"/>
            <a:ext cx="838200" cy="381000"/>
            <a:chOff x="1968" y="1344"/>
            <a:chExt cx="528" cy="240"/>
          </a:xfrm>
          <a:solidFill>
            <a:srgbClr val="EAEAEA"/>
          </a:solidFill>
        </p:grpSpPr>
        <p:sp>
          <p:nvSpPr>
            <p:cNvPr id="160852" name="Rectangle 14">
              <a:extLst>
                <a:ext uri="{FF2B5EF4-FFF2-40B4-BE49-F238E27FC236}">
                  <a16:creationId xmlns:a16="http://schemas.microsoft.com/office/drawing/2014/main" id="{D30E9B2F-5527-4B68-A4A1-EE28D49E05C5}"/>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53" name="Rectangle 15">
              <a:extLst>
                <a:ext uri="{FF2B5EF4-FFF2-40B4-BE49-F238E27FC236}">
                  <a16:creationId xmlns:a16="http://schemas.microsoft.com/office/drawing/2014/main" id="{8753F99C-5544-4215-851B-1FC547AFC0CF}"/>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6920" name="Group 16">
            <a:extLst>
              <a:ext uri="{FF2B5EF4-FFF2-40B4-BE49-F238E27FC236}">
                <a16:creationId xmlns:a16="http://schemas.microsoft.com/office/drawing/2014/main" id="{A31E1A75-A2A4-0E42-B217-51C39C9E8F86}"/>
              </a:ext>
            </a:extLst>
          </p:cNvPr>
          <p:cNvGrpSpPr>
            <a:grpSpLocks/>
          </p:cNvGrpSpPr>
          <p:nvPr/>
        </p:nvGrpSpPr>
        <p:grpSpPr bwMode="auto">
          <a:xfrm>
            <a:off x="2479675" y="1736725"/>
            <a:ext cx="838200" cy="381000"/>
            <a:chOff x="1968" y="1344"/>
            <a:chExt cx="528" cy="240"/>
          </a:xfrm>
        </p:grpSpPr>
        <p:sp>
          <p:nvSpPr>
            <p:cNvPr id="160850" name="Rectangle 17">
              <a:extLst>
                <a:ext uri="{FF2B5EF4-FFF2-40B4-BE49-F238E27FC236}">
                  <a16:creationId xmlns:a16="http://schemas.microsoft.com/office/drawing/2014/main" id="{FF88B9B3-4005-4879-97E8-CBE3AB8F7926}"/>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51" name="Rectangle 18">
              <a:extLst>
                <a:ext uri="{FF2B5EF4-FFF2-40B4-BE49-F238E27FC236}">
                  <a16:creationId xmlns:a16="http://schemas.microsoft.com/office/drawing/2014/main" id="{EFD90AED-E045-473B-A78E-6DE27C9CB9C4}"/>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60777" name="Line 19">
            <a:extLst>
              <a:ext uri="{FF2B5EF4-FFF2-40B4-BE49-F238E27FC236}">
                <a16:creationId xmlns:a16="http://schemas.microsoft.com/office/drawing/2014/main" id="{BE880CE0-96C4-445E-8572-9A8E5A5402E0}"/>
              </a:ext>
            </a:extLst>
          </p:cNvPr>
          <p:cNvSpPr>
            <a:spLocks noChangeShapeType="1"/>
          </p:cNvSpPr>
          <p:nvPr/>
        </p:nvSpPr>
        <p:spPr bwMode="auto">
          <a:xfrm>
            <a:off x="3233738" y="1955800"/>
            <a:ext cx="457200" cy="0"/>
          </a:xfrm>
          <a:prstGeom prst="line">
            <a:avLst/>
          </a:prstGeom>
          <a:noFill/>
          <a:ln w="5715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778" name="Line 20">
            <a:extLst>
              <a:ext uri="{FF2B5EF4-FFF2-40B4-BE49-F238E27FC236}">
                <a16:creationId xmlns:a16="http://schemas.microsoft.com/office/drawing/2014/main" id="{11798D0D-78DF-4A68-97FC-ED70116FFF67}"/>
              </a:ext>
            </a:extLst>
          </p:cNvPr>
          <p:cNvSpPr>
            <a:spLocks noChangeShapeType="1"/>
          </p:cNvSpPr>
          <p:nvPr/>
        </p:nvSpPr>
        <p:spPr bwMode="auto">
          <a:xfrm>
            <a:off x="4384675" y="1965325"/>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779" name="Line 21">
            <a:extLst>
              <a:ext uri="{FF2B5EF4-FFF2-40B4-BE49-F238E27FC236}">
                <a16:creationId xmlns:a16="http://schemas.microsoft.com/office/drawing/2014/main" id="{2D8B3454-FA07-49CD-A9B2-0D00E920C46B}"/>
              </a:ext>
            </a:extLst>
          </p:cNvPr>
          <p:cNvSpPr>
            <a:spLocks noChangeShapeType="1"/>
          </p:cNvSpPr>
          <p:nvPr/>
        </p:nvSpPr>
        <p:spPr bwMode="auto">
          <a:xfrm>
            <a:off x="5603875" y="1965325"/>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780" name="Text Box 22">
            <a:extLst>
              <a:ext uri="{FF2B5EF4-FFF2-40B4-BE49-F238E27FC236}">
                <a16:creationId xmlns:a16="http://schemas.microsoft.com/office/drawing/2014/main" id="{13AF6EAC-5596-4506-B0A9-8EBF11303C24}"/>
              </a:ext>
            </a:extLst>
          </p:cNvPr>
          <p:cNvSpPr txBox="1">
            <a:spLocks noChangeArrowheads="1"/>
          </p:cNvSpPr>
          <p:nvPr/>
        </p:nvSpPr>
        <p:spPr bwMode="auto">
          <a:xfrm>
            <a:off x="3738563" y="1670050"/>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60781" name="Text Box 23">
            <a:extLst>
              <a:ext uri="{FF2B5EF4-FFF2-40B4-BE49-F238E27FC236}">
                <a16:creationId xmlns:a16="http://schemas.microsoft.com/office/drawing/2014/main" id="{9CA36F08-1785-4724-8A29-20FD4069DFD1}"/>
              </a:ext>
            </a:extLst>
          </p:cNvPr>
          <p:cNvSpPr txBox="1">
            <a:spLocks noChangeArrowheads="1"/>
          </p:cNvSpPr>
          <p:nvPr/>
        </p:nvSpPr>
        <p:spPr bwMode="auto">
          <a:xfrm>
            <a:off x="4921250" y="1670050"/>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60782" name="Text Box 24">
            <a:extLst>
              <a:ext uri="{FF2B5EF4-FFF2-40B4-BE49-F238E27FC236}">
                <a16:creationId xmlns:a16="http://schemas.microsoft.com/office/drawing/2014/main" id="{1E48EB05-2702-417A-B9A3-AEC064AC465B}"/>
              </a:ext>
            </a:extLst>
          </p:cNvPr>
          <p:cNvSpPr txBox="1">
            <a:spLocks noChangeArrowheads="1"/>
          </p:cNvSpPr>
          <p:nvPr/>
        </p:nvSpPr>
        <p:spPr bwMode="auto">
          <a:xfrm>
            <a:off x="6176963" y="1670050"/>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grpSp>
        <p:nvGrpSpPr>
          <p:cNvPr id="166927" name="Group 25">
            <a:extLst>
              <a:ext uri="{FF2B5EF4-FFF2-40B4-BE49-F238E27FC236}">
                <a16:creationId xmlns:a16="http://schemas.microsoft.com/office/drawing/2014/main" id="{5F838A75-D685-46E2-80DC-D3B46CF95EF9}"/>
              </a:ext>
            </a:extLst>
          </p:cNvPr>
          <p:cNvGrpSpPr>
            <a:grpSpLocks/>
          </p:cNvGrpSpPr>
          <p:nvPr/>
        </p:nvGrpSpPr>
        <p:grpSpPr bwMode="auto">
          <a:xfrm>
            <a:off x="3319463" y="3064329"/>
            <a:ext cx="838200" cy="381000"/>
            <a:chOff x="1968" y="1344"/>
            <a:chExt cx="528" cy="240"/>
          </a:xfrm>
          <a:solidFill>
            <a:srgbClr val="EAEAEA"/>
          </a:solidFill>
        </p:grpSpPr>
        <p:sp>
          <p:nvSpPr>
            <p:cNvPr id="160848" name="Rectangle 26">
              <a:extLst>
                <a:ext uri="{FF2B5EF4-FFF2-40B4-BE49-F238E27FC236}">
                  <a16:creationId xmlns:a16="http://schemas.microsoft.com/office/drawing/2014/main" id="{9B77220F-B16A-4D54-9512-FEEA22595ED8}"/>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49" name="Rectangle 27">
              <a:extLst>
                <a:ext uri="{FF2B5EF4-FFF2-40B4-BE49-F238E27FC236}">
                  <a16:creationId xmlns:a16="http://schemas.microsoft.com/office/drawing/2014/main" id="{B6D03D27-BD23-4985-9B77-65E2B0DD6977}"/>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6928" name="Group 28">
            <a:extLst>
              <a:ext uri="{FF2B5EF4-FFF2-40B4-BE49-F238E27FC236}">
                <a16:creationId xmlns:a16="http://schemas.microsoft.com/office/drawing/2014/main" id="{03025F29-83BC-4689-9D2E-FEC03310B127}"/>
              </a:ext>
            </a:extLst>
          </p:cNvPr>
          <p:cNvGrpSpPr>
            <a:grpSpLocks/>
          </p:cNvGrpSpPr>
          <p:nvPr/>
        </p:nvGrpSpPr>
        <p:grpSpPr bwMode="auto">
          <a:xfrm>
            <a:off x="4538663" y="3064329"/>
            <a:ext cx="838200" cy="381000"/>
            <a:chOff x="1968" y="1344"/>
            <a:chExt cx="528" cy="240"/>
          </a:xfrm>
          <a:solidFill>
            <a:srgbClr val="EAEAEA"/>
          </a:solidFill>
        </p:grpSpPr>
        <p:sp>
          <p:nvSpPr>
            <p:cNvPr id="160846" name="Rectangle 29">
              <a:extLst>
                <a:ext uri="{FF2B5EF4-FFF2-40B4-BE49-F238E27FC236}">
                  <a16:creationId xmlns:a16="http://schemas.microsoft.com/office/drawing/2014/main" id="{07BA82A8-ABF9-48DF-949F-1242A244B588}"/>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47" name="Rectangle 30">
              <a:extLst>
                <a:ext uri="{FF2B5EF4-FFF2-40B4-BE49-F238E27FC236}">
                  <a16:creationId xmlns:a16="http://schemas.microsoft.com/office/drawing/2014/main" id="{630860B9-8E7D-4E64-8A51-A3FEBAC872C6}"/>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6929" name="Group 31">
            <a:extLst>
              <a:ext uri="{FF2B5EF4-FFF2-40B4-BE49-F238E27FC236}">
                <a16:creationId xmlns:a16="http://schemas.microsoft.com/office/drawing/2014/main" id="{34E48DEF-D7B2-4328-A1F8-0D4DAA564172}"/>
              </a:ext>
            </a:extLst>
          </p:cNvPr>
          <p:cNvGrpSpPr>
            <a:grpSpLocks/>
          </p:cNvGrpSpPr>
          <p:nvPr/>
        </p:nvGrpSpPr>
        <p:grpSpPr bwMode="auto">
          <a:xfrm>
            <a:off x="5757863" y="3064329"/>
            <a:ext cx="838200" cy="381000"/>
            <a:chOff x="1968" y="1344"/>
            <a:chExt cx="528" cy="240"/>
          </a:xfrm>
          <a:solidFill>
            <a:srgbClr val="EAEAEA"/>
          </a:solidFill>
        </p:grpSpPr>
        <p:sp>
          <p:nvSpPr>
            <p:cNvPr id="160844" name="Rectangle 32">
              <a:extLst>
                <a:ext uri="{FF2B5EF4-FFF2-40B4-BE49-F238E27FC236}">
                  <a16:creationId xmlns:a16="http://schemas.microsoft.com/office/drawing/2014/main" id="{6C07F451-BFFA-4DB8-B2BF-FA52152F2C93}"/>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45" name="Rectangle 33">
              <a:extLst>
                <a:ext uri="{FF2B5EF4-FFF2-40B4-BE49-F238E27FC236}">
                  <a16:creationId xmlns:a16="http://schemas.microsoft.com/office/drawing/2014/main" id="{3F6FEB8A-F612-4153-9F46-0C07012DBA15}"/>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6930" name="Group 34">
            <a:extLst>
              <a:ext uri="{FF2B5EF4-FFF2-40B4-BE49-F238E27FC236}">
                <a16:creationId xmlns:a16="http://schemas.microsoft.com/office/drawing/2014/main" id="{C5D6A1FA-C2C1-43C1-ADEE-5AC57EE333D6}"/>
              </a:ext>
            </a:extLst>
          </p:cNvPr>
          <p:cNvGrpSpPr>
            <a:grpSpLocks/>
          </p:cNvGrpSpPr>
          <p:nvPr/>
        </p:nvGrpSpPr>
        <p:grpSpPr bwMode="auto">
          <a:xfrm>
            <a:off x="6900863" y="3064329"/>
            <a:ext cx="838200" cy="381000"/>
            <a:chOff x="1968" y="1344"/>
            <a:chExt cx="528" cy="240"/>
          </a:xfrm>
          <a:solidFill>
            <a:srgbClr val="EAEAEA"/>
          </a:solidFill>
        </p:grpSpPr>
        <p:sp>
          <p:nvSpPr>
            <p:cNvPr id="160842" name="Rectangle 35">
              <a:extLst>
                <a:ext uri="{FF2B5EF4-FFF2-40B4-BE49-F238E27FC236}">
                  <a16:creationId xmlns:a16="http://schemas.microsoft.com/office/drawing/2014/main" id="{0F6EF4BA-EB4F-4BC5-97F7-55D2E34267E7}"/>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43" name="Rectangle 36">
              <a:extLst>
                <a:ext uri="{FF2B5EF4-FFF2-40B4-BE49-F238E27FC236}">
                  <a16:creationId xmlns:a16="http://schemas.microsoft.com/office/drawing/2014/main" id="{1051BC04-3505-4537-96E6-88A29ABCE02A}"/>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6931" name="Group 37">
            <a:extLst>
              <a:ext uri="{FF2B5EF4-FFF2-40B4-BE49-F238E27FC236}">
                <a16:creationId xmlns:a16="http://schemas.microsoft.com/office/drawing/2014/main" id="{5DD736CD-F2C7-487F-B369-8AF5021AD647}"/>
              </a:ext>
            </a:extLst>
          </p:cNvPr>
          <p:cNvGrpSpPr>
            <a:grpSpLocks/>
          </p:cNvGrpSpPr>
          <p:nvPr/>
        </p:nvGrpSpPr>
        <p:grpSpPr bwMode="auto">
          <a:xfrm>
            <a:off x="8043863" y="3064329"/>
            <a:ext cx="838200" cy="381000"/>
            <a:chOff x="1968" y="1344"/>
            <a:chExt cx="528" cy="240"/>
          </a:xfrm>
          <a:solidFill>
            <a:srgbClr val="EAEAEA"/>
          </a:solidFill>
        </p:grpSpPr>
        <p:sp>
          <p:nvSpPr>
            <p:cNvPr id="160840" name="Rectangle 38">
              <a:extLst>
                <a:ext uri="{FF2B5EF4-FFF2-40B4-BE49-F238E27FC236}">
                  <a16:creationId xmlns:a16="http://schemas.microsoft.com/office/drawing/2014/main" id="{2BF4F689-B084-4E8C-8DE9-508456F83137}"/>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41" name="Rectangle 39">
              <a:extLst>
                <a:ext uri="{FF2B5EF4-FFF2-40B4-BE49-F238E27FC236}">
                  <a16:creationId xmlns:a16="http://schemas.microsoft.com/office/drawing/2014/main" id="{35EBD137-26C3-45E4-A49A-7D4E16D1AA50}"/>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60788" name="Line 40">
            <a:extLst>
              <a:ext uri="{FF2B5EF4-FFF2-40B4-BE49-F238E27FC236}">
                <a16:creationId xmlns:a16="http://schemas.microsoft.com/office/drawing/2014/main" id="{B89E6343-A8A1-4685-8CF7-C3BDBFFB0ED1}"/>
              </a:ext>
            </a:extLst>
          </p:cNvPr>
          <p:cNvSpPr>
            <a:spLocks noChangeShapeType="1"/>
          </p:cNvSpPr>
          <p:nvPr/>
        </p:nvSpPr>
        <p:spPr bwMode="auto">
          <a:xfrm>
            <a:off x="2862263" y="3216275"/>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789" name="Line 41">
            <a:extLst>
              <a:ext uri="{FF2B5EF4-FFF2-40B4-BE49-F238E27FC236}">
                <a16:creationId xmlns:a16="http://schemas.microsoft.com/office/drawing/2014/main" id="{972809AC-9063-462F-A7E5-25B89D774BA0}"/>
              </a:ext>
            </a:extLst>
          </p:cNvPr>
          <p:cNvSpPr>
            <a:spLocks noChangeShapeType="1"/>
          </p:cNvSpPr>
          <p:nvPr/>
        </p:nvSpPr>
        <p:spPr bwMode="auto">
          <a:xfrm>
            <a:off x="5300663" y="3216275"/>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790" name="Line 42">
            <a:extLst>
              <a:ext uri="{FF2B5EF4-FFF2-40B4-BE49-F238E27FC236}">
                <a16:creationId xmlns:a16="http://schemas.microsoft.com/office/drawing/2014/main" id="{2C2B01E1-8192-487F-92BB-BAB3EA939026}"/>
              </a:ext>
            </a:extLst>
          </p:cNvPr>
          <p:cNvSpPr>
            <a:spLocks noChangeShapeType="1"/>
          </p:cNvSpPr>
          <p:nvPr/>
        </p:nvSpPr>
        <p:spPr bwMode="auto">
          <a:xfrm>
            <a:off x="6443663" y="3216275"/>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791" name="Line 43">
            <a:extLst>
              <a:ext uri="{FF2B5EF4-FFF2-40B4-BE49-F238E27FC236}">
                <a16:creationId xmlns:a16="http://schemas.microsoft.com/office/drawing/2014/main" id="{20073D6A-66C0-4DDE-9749-2514E0E7B079}"/>
              </a:ext>
            </a:extLst>
          </p:cNvPr>
          <p:cNvSpPr>
            <a:spLocks noChangeShapeType="1"/>
          </p:cNvSpPr>
          <p:nvPr/>
        </p:nvSpPr>
        <p:spPr bwMode="auto">
          <a:xfrm>
            <a:off x="4081463" y="3216275"/>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792" name="Line 44">
            <a:extLst>
              <a:ext uri="{FF2B5EF4-FFF2-40B4-BE49-F238E27FC236}">
                <a16:creationId xmlns:a16="http://schemas.microsoft.com/office/drawing/2014/main" id="{831FF00A-3263-49A4-9389-E0007B545FBD}"/>
              </a:ext>
            </a:extLst>
          </p:cNvPr>
          <p:cNvSpPr>
            <a:spLocks noChangeShapeType="1"/>
          </p:cNvSpPr>
          <p:nvPr/>
        </p:nvSpPr>
        <p:spPr bwMode="auto">
          <a:xfrm>
            <a:off x="7586663" y="3216275"/>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66937" name="Group 45">
            <a:extLst>
              <a:ext uri="{FF2B5EF4-FFF2-40B4-BE49-F238E27FC236}">
                <a16:creationId xmlns:a16="http://schemas.microsoft.com/office/drawing/2014/main" id="{3A078A2C-004C-B549-929C-0490A69663F7}"/>
              </a:ext>
            </a:extLst>
          </p:cNvPr>
          <p:cNvGrpSpPr>
            <a:grpSpLocks/>
          </p:cNvGrpSpPr>
          <p:nvPr/>
        </p:nvGrpSpPr>
        <p:grpSpPr bwMode="auto">
          <a:xfrm>
            <a:off x="2176463" y="2987675"/>
            <a:ext cx="838200" cy="461963"/>
            <a:chOff x="1420" y="1310"/>
            <a:chExt cx="528" cy="291"/>
          </a:xfrm>
        </p:grpSpPr>
        <p:grpSp>
          <p:nvGrpSpPr>
            <p:cNvPr id="166979" name="Group 46">
              <a:extLst>
                <a:ext uri="{FF2B5EF4-FFF2-40B4-BE49-F238E27FC236}">
                  <a16:creationId xmlns:a16="http://schemas.microsoft.com/office/drawing/2014/main" id="{8073D906-BB7C-1747-9FB1-1D1329C2F88B}"/>
                </a:ext>
              </a:extLst>
            </p:cNvPr>
            <p:cNvGrpSpPr>
              <a:grpSpLocks/>
            </p:cNvGrpSpPr>
            <p:nvPr/>
          </p:nvGrpSpPr>
          <p:grpSpPr bwMode="auto">
            <a:xfrm>
              <a:off x="1420" y="1358"/>
              <a:ext cx="528" cy="240"/>
              <a:chOff x="1968" y="1344"/>
              <a:chExt cx="528" cy="240"/>
            </a:xfrm>
          </p:grpSpPr>
          <p:sp>
            <p:nvSpPr>
              <p:cNvPr id="160838" name="Rectangle 47">
                <a:extLst>
                  <a:ext uri="{FF2B5EF4-FFF2-40B4-BE49-F238E27FC236}">
                    <a16:creationId xmlns:a16="http://schemas.microsoft.com/office/drawing/2014/main" id="{A23E4D23-D2C5-42C0-A6CF-22C13DE9F63C}"/>
                  </a:ext>
                </a:extLst>
              </p:cNvPr>
              <p:cNvSpPr>
                <a:spLocks noChangeArrowheads="1"/>
              </p:cNvSpPr>
              <p:nvPr/>
            </p:nvSpPr>
            <p:spPr bwMode="auto">
              <a:xfrm>
                <a:off x="1968" y="1344"/>
                <a:ext cx="38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39" name="Rectangle 48">
                <a:extLst>
                  <a:ext uri="{FF2B5EF4-FFF2-40B4-BE49-F238E27FC236}">
                    <a16:creationId xmlns:a16="http://schemas.microsoft.com/office/drawing/2014/main" id="{87599ACE-E899-4FB1-96D6-2982684070F7}"/>
                  </a:ext>
                </a:extLst>
              </p:cNvPr>
              <p:cNvSpPr>
                <a:spLocks noChangeArrowheads="1"/>
              </p:cNvSpPr>
              <p:nvPr/>
            </p:nvSpPr>
            <p:spPr bwMode="auto">
              <a:xfrm>
                <a:off x="2352" y="1344"/>
                <a:ext cx="144" cy="240"/>
              </a:xfrm>
              <a:prstGeom prst="rect">
                <a:avLst/>
              </a:prstGeom>
              <a:solidFill>
                <a:srgbClr val="FFCCFF"/>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60837" name="Text Box 49">
              <a:extLst>
                <a:ext uri="{FF2B5EF4-FFF2-40B4-BE49-F238E27FC236}">
                  <a16:creationId xmlns:a16="http://schemas.microsoft.com/office/drawing/2014/main" id="{11E13BE2-15B5-4AF5-847E-1FD84E99D85D}"/>
                </a:ext>
              </a:extLst>
            </p:cNvPr>
            <p:cNvSpPr txBox="1">
              <a:spLocks noChangeArrowheads="1"/>
            </p:cNvSpPr>
            <p:nvPr/>
          </p:nvSpPr>
          <p:spPr bwMode="auto">
            <a:xfrm>
              <a:off x="1509" y="131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grpSp>
      <p:sp>
        <p:nvSpPr>
          <p:cNvPr id="160794" name="Text Box 50">
            <a:extLst>
              <a:ext uri="{FF2B5EF4-FFF2-40B4-BE49-F238E27FC236}">
                <a16:creationId xmlns:a16="http://schemas.microsoft.com/office/drawing/2014/main" id="{F5DDDD6B-3F2A-4277-8D46-C80312C158CC}"/>
              </a:ext>
            </a:extLst>
          </p:cNvPr>
          <p:cNvSpPr txBox="1">
            <a:spLocks noChangeArrowheads="1"/>
          </p:cNvSpPr>
          <p:nvPr/>
        </p:nvSpPr>
        <p:spPr bwMode="auto">
          <a:xfrm>
            <a:off x="3435350" y="2987675"/>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60795" name="Text Box 51">
            <a:extLst>
              <a:ext uri="{FF2B5EF4-FFF2-40B4-BE49-F238E27FC236}">
                <a16:creationId xmlns:a16="http://schemas.microsoft.com/office/drawing/2014/main" id="{9522DFF5-A12C-48E9-A530-E393BF0B3A11}"/>
              </a:ext>
            </a:extLst>
          </p:cNvPr>
          <p:cNvSpPr txBox="1">
            <a:spLocks noChangeArrowheads="1"/>
          </p:cNvSpPr>
          <p:nvPr/>
        </p:nvSpPr>
        <p:spPr bwMode="auto">
          <a:xfrm>
            <a:off x="4614863" y="3028950"/>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60796" name="Text Box 52">
            <a:extLst>
              <a:ext uri="{FF2B5EF4-FFF2-40B4-BE49-F238E27FC236}">
                <a16:creationId xmlns:a16="http://schemas.microsoft.com/office/drawing/2014/main" id="{67CC06DD-5B9D-4E63-AE23-2FF59CA01020}"/>
              </a:ext>
            </a:extLst>
          </p:cNvPr>
          <p:cNvSpPr txBox="1">
            <a:spLocks noChangeArrowheads="1"/>
          </p:cNvSpPr>
          <p:nvPr/>
        </p:nvSpPr>
        <p:spPr bwMode="auto">
          <a:xfrm>
            <a:off x="5873750" y="3028950"/>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60797" name="Text Box 53">
            <a:extLst>
              <a:ext uri="{FF2B5EF4-FFF2-40B4-BE49-F238E27FC236}">
                <a16:creationId xmlns:a16="http://schemas.microsoft.com/office/drawing/2014/main" id="{3D0B6F98-0630-4718-8E67-6F47FDAF6102}"/>
              </a:ext>
            </a:extLst>
          </p:cNvPr>
          <p:cNvSpPr txBox="1">
            <a:spLocks noChangeArrowheads="1"/>
          </p:cNvSpPr>
          <p:nvPr/>
        </p:nvSpPr>
        <p:spPr bwMode="auto">
          <a:xfrm>
            <a:off x="6894513" y="3028950"/>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60798" name="Text Box 54">
            <a:extLst>
              <a:ext uri="{FF2B5EF4-FFF2-40B4-BE49-F238E27FC236}">
                <a16:creationId xmlns:a16="http://schemas.microsoft.com/office/drawing/2014/main" id="{6EF98313-193F-495A-904A-90E8C07FDEEC}"/>
              </a:ext>
            </a:extLst>
          </p:cNvPr>
          <p:cNvSpPr txBox="1">
            <a:spLocks noChangeArrowheads="1"/>
          </p:cNvSpPr>
          <p:nvPr/>
        </p:nvSpPr>
        <p:spPr bwMode="auto">
          <a:xfrm>
            <a:off x="8047038" y="3028950"/>
            <a:ext cx="47466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66943" name="Group 55">
            <a:extLst>
              <a:ext uri="{FF2B5EF4-FFF2-40B4-BE49-F238E27FC236}">
                <a16:creationId xmlns:a16="http://schemas.microsoft.com/office/drawing/2014/main" id="{EDA13517-CD22-4185-AEA1-E7D3502B7A0B}"/>
              </a:ext>
            </a:extLst>
          </p:cNvPr>
          <p:cNvGrpSpPr>
            <a:grpSpLocks/>
          </p:cNvGrpSpPr>
          <p:nvPr/>
        </p:nvGrpSpPr>
        <p:grpSpPr bwMode="auto">
          <a:xfrm>
            <a:off x="962026" y="3054804"/>
            <a:ext cx="838200" cy="381000"/>
            <a:chOff x="1968" y="1344"/>
            <a:chExt cx="528" cy="240"/>
          </a:xfrm>
          <a:noFill/>
        </p:grpSpPr>
        <p:sp>
          <p:nvSpPr>
            <p:cNvPr id="160834" name="Rectangle 56">
              <a:extLst>
                <a:ext uri="{FF2B5EF4-FFF2-40B4-BE49-F238E27FC236}">
                  <a16:creationId xmlns:a16="http://schemas.microsoft.com/office/drawing/2014/main" id="{DA24CBA0-DE87-4FF9-9A20-67F50DFD99E0}"/>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35" name="Rectangle 57">
              <a:extLst>
                <a:ext uri="{FF2B5EF4-FFF2-40B4-BE49-F238E27FC236}">
                  <a16:creationId xmlns:a16="http://schemas.microsoft.com/office/drawing/2014/main" id="{6DB7643A-0E5B-49E4-B162-3A69D6870489}"/>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60800" name="Line 58">
            <a:extLst>
              <a:ext uri="{FF2B5EF4-FFF2-40B4-BE49-F238E27FC236}">
                <a16:creationId xmlns:a16="http://schemas.microsoft.com/office/drawing/2014/main" id="{C1C3CEF8-7A57-4962-A37E-7E90DB4FB9F3}"/>
              </a:ext>
            </a:extLst>
          </p:cNvPr>
          <p:cNvSpPr>
            <a:spLocks noChangeShapeType="1"/>
          </p:cNvSpPr>
          <p:nvPr/>
        </p:nvSpPr>
        <p:spPr bwMode="auto">
          <a:xfrm>
            <a:off x="1724025" y="3282950"/>
            <a:ext cx="4572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66945" name="Group 59">
            <a:extLst>
              <a:ext uri="{FF2B5EF4-FFF2-40B4-BE49-F238E27FC236}">
                <a16:creationId xmlns:a16="http://schemas.microsoft.com/office/drawing/2014/main" id="{BF61EAB1-F00E-124C-80D4-F22EB990623D}"/>
              </a:ext>
            </a:extLst>
          </p:cNvPr>
          <p:cNvGrpSpPr>
            <a:grpSpLocks/>
          </p:cNvGrpSpPr>
          <p:nvPr/>
        </p:nvGrpSpPr>
        <p:grpSpPr bwMode="auto">
          <a:xfrm>
            <a:off x="200025" y="2773363"/>
            <a:ext cx="762000" cy="584200"/>
            <a:chOff x="834" y="1888"/>
            <a:chExt cx="480" cy="368"/>
          </a:xfrm>
        </p:grpSpPr>
        <p:sp>
          <p:nvSpPr>
            <p:cNvPr id="160832" name="Line 60">
              <a:extLst>
                <a:ext uri="{FF2B5EF4-FFF2-40B4-BE49-F238E27FC236}">
                  <a16:creationId xmlns:a16="http://schemas.microsoft.com/office/drawing/2014/main" id="{485E6A50-C1AA-43CA-9477-973B828B21FE}"/>
                </a:ext>
              </a:extLst>
            </p:cNvPr>
            <p:cNvSpPr>
              <a:spLocks noChangeShapeType="1"/>
            </p:cNvSpPr>
            <p:nvPr/>
          </p:nvSpPr>
          <p:spPr bwMode="auto">
            <a:xfrm>
              <a:off x="1074" y="2175"/>
              <a:ext cx="24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833" name="Text Box 61">
              <a:extLst>
                <a:ext uri="{FF2B5EF4-FFF2-40B4-BE49-F238E27FC236}">
                  <a16:creationId xmlns:a16="http://schemas.microsoft.com/office/drawing/2014/main" id="{AA23CDCF-49DF-446F-8172-DF0B5FBFF747}"/>
                </a:ext>
              </a:extLst>
            </p:cNvPr>
            <p:cNvSpPr txBox="1">
              <a:spLocks noChangeArrowheads="1"/>
            </p:cNvSpPr>
            <p:nvPr/>
          </p:nvSpPr>
          <p:spPr bwMode="auto">
            <a:xfrm>
              <a:off x="834" y="1888"/>
              <a:ext cx="403" cy="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a:latin typeface="+mn-lt"/>
                  <a:ea typeface="+mn-ea"/>
                  <a:cs typeface="+mn-ea"/>
                  <a:sym typeface="+mn-lt"/>
                </a:rPr>
                <a:t>Lb</a:t>
              </a:r>
            </a:p>
          </p:txBody>
        </p:sp>
      </p:grpSp>
      <p:sp>
        <p:nvSpPr>
          <p:cNvPr id="160802" name="Line 63">
            <a:extLst>
              <a:ext uri="{FF2B5EF4-FFF2-40B4-BE49-F238E27FC236}">
                <a16:creationId xmlns:a16="http://schemas.microsoft.com/office/drawing/2014/main" id="{B1AF94C6-35BB-4435-9CD2-777FFA6F61E3}"/>
              </a:ext>
            </a:extLst>
          </p:cNvPr>
          <p:cNvSpPr>
            <a:spLocks noChangeShapeType="1"/>
          </p:cNvSpPr>
          <p:nvPr/>
        </p:nvSpPr>
        <p:spPr bwMode="auto">
          <a:xfrm flipV="1">
            <a:off x="2449513" y="3436938"/>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803" name="Rectangle 64">
            <a:extLst>
              <a:ext uri="{FF2B5EF4-FFF2-40B4-BE49-F238E27FC236}">
                <a16:creationId xmlns:a16="http://schemas.microsoft.com/office/drawing/2014/main" id="{D7E575FD-F110-495D-81FB-59C27FF1C64C}"/>
              </a:ext>
            </a:extLst>
          </p:cNvPr>
          <p:cNvSpPr>
            <a:spLocks noChangeArrowheads="1"/>
          </p:cNvSpPr>
          <p:nvPr/>
        </p:nvSpPr>
        <p:spPr bwMode="auto">
          <a:xfrm>
            <a:off x="860425" y="176213"/>
            <a:ext cx="7797800" cy="515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有序链表合并</a:t>
            </a:r>
            <a:r>
              <a:rPr lang="en-US" altLang="zh-CN">
                <a:solidFill>
                  <a:schemeClr val="bg1"/>
                </a:solidFill>
                <a:ea typeface="微软雅黑" panose="020B0503020204020204" pitchFamily="34" charset="-122"/>
                <a:sym typeface="+mn-lt"/>
              </a:rPr>
              <a:t>( pa-&gt;data &gt;pb-&gt;data )</a:t>
            </a:r>
          </a:p>
        </p:txBody>
      </p:sp>
      <p:sp>
        <p:nvSpPr>
          <p:cNvPr id="160804" name="Text Box 65">
            <a:extLst>
              <a:ext uri="{FF2B5EF4-FFF2-40B4-BE49-F238E27FC236}">
                <a16:creationId xmlns:a16="http://schemas.microsoft.com/office/drawing/2014/main" id="{387B5765-2B33-4F72-B2B8-8E2AD08458B7}"/>
              </a:ext>
            </a:extLst>
          </p:cNvPr>
          <p:cNvSpPr txBox="1">
            <a:spLocks noChangeArrowheads="1"/>
          </p:cNvSpPr>
          <p:nvPr/>
        </p:nvSpPr>
        <p:spPr bwMode="auto">
          <a:xfrm>
            <a:off x="4829175" y="3775075"/>
            <a:ext cx="3681413" cy="579438"/>
          </a:xfrm>
          <a:prstGeom prst="rect">
            <a:avLst/>
          </a:prstGeom>
          <a:solidFill>
            <a:srgbClr val="D7D7FF"/>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dirty="0">
                <a:solidFill>
                  <a:srgbClr val="FF0000"/>
                </a:solidFill>
                <a:latin typeface="+mn-lt"/>
                <a:ea typeface="+mn-ea"/>
                <a:cs typeface="+mn-ea"/>
                <a:sym typeface="+mn-lt"/>
              </a:rPr>
              <a:t>pc-&gt;next = </a:t>
            </a:r>
            <a:r>
              <a:rPr lang="en-US" altLang="zh-CN" sz="3200" b="1" dirty="0" err="1">
                <a:solidFill>
                  <a:srgbClr val="FF0000"/>
                </a:solidFill>
                <a:latin typeface="+mn-lt"/>
                <a:ea typeface="+mn-ea"/>
                <a:cs typeface="+mn-ea"/>
                <a:sym typeface="+mn-lt"/>
              </a:rPr>
              <a:t>pb</a:t>
            </a:r>
            <a:r>
              <a:rPr lang="en-US" altLang="zh-CN" sz="3200" b="1" dirty="0">
                <a:solidFill>
                  <a:srgbClr val="FF0000"/>
                </a:solidFill>
                <a:latin typeface="+mn-lt"/>
                <a:ea typeface="+mn-ea"/>
                <a:cs typeface="+mn-ea"/>
                <a:sym typeface="+mn-lt"/>
              </a:rPr>
              <a:t>;</a:t>
            </a:r>
          </a:p>
        </p:txBody>
      </p:sp>
      <p:grpSp>
        <p:nvGrpSpPr>
          <p:cNvPr id="166949" name="Group 66">
            <a:extLst>
              <a:ext uri="{FF2B5EF4-FFF2-40B4-BE49-F238E27FC236}">
                <a16:creationId xmlns:a16="http://schemas.microsoft.com/office/drawing/2014/main" id="{98B2A45D-7B5E-0042-ADD1-D63601B614B0}"/>
              </a:ext>
            </a:extLst>
          </p:cNvPr>
          <p:cNvGrpSpPr>
            <a:grpSpLocks/>
          </p:cNvGrpSpPr>
          <p:nvPr/>
        </p:nvGrpSpPr>
        <p:grpSpPr bwMode="auto">
          <a:xfrm>
            <a:off x="3613150" y="1681163"/>
            <a:ext cx="838200" cy="461962"/>
            <a:chOff x="2467" y="616"/>
            <a:chExt cx="528" cy="291"/>
          </a:xfrm>
        </p:grpSpPr>
        <p:grpSp>
          <p:nvGrpSpPr>
            <p:cNvPr id="166973" name="Group 67">
              <a:extLst>
                <a:ext uri="{FF2B5EF4-FFF2-40B4-BE49-F238E27FC236}">
                  <a16:creationId xmlns:a16="http://schemas.microsoft.com/office/drawing/2014/main" id="{7E7677CA-3616-2A4B-BB55-DD7AF2D3BADA}"/>
                </a:ext>
              </a:extLst>
            </p:cNvPr>
            <p:cNvGrpSpPr>
              <a:grpSpLocks/>
            </p:cNvGrpSpPr>
            <p:nvPr/>
          </p:nvGrpSpPr>
          <p:grpSpPr bwMode="auto">
            <a:xfrm>
              <a:off x="2467" y="658"/>
              <a:ext cx="528" cy="240"/>
              <a:chOff x="1968" y="1344"/>
              <a:chExt cx="528" cy="240"/>
            </a:xfrm>
          </p:grpSpPr>
          <p:sp>
            <p:nvSpPr>
              <p:cNvPr id="160830" name="Rectangle 68">
                <a:extLst>
                  <a:ext uri="{FF2B5EF4-FFF2-40B4-BE49-F238E27FC236}">
                    <a16:creationId xmlns:a16="http://schemas.microsoft.com/office/drawing/2014/main" id="{C7BC2851-715E-4875-A68D-650A4179B0F3}"/>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31" name="Rectangle 69">
                <a:extLst>
                  <a:ext uri="{FF2B5EF4-FFF2-40B4-BE49-F238E27FC236}">
                    <a16:creationId xmlns:a16="http://schemas.microsoft.com/office/drawing/2014/main" id="{A75D6CC4-E3E1-4A18-87C3-AD24390E0E80}"/>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60829" name="Text Box 70">
              <a:extLst>
                <a:ext uri="{FF2B5EF4-FFF2-40B4-BE49-F238E27FC236}">
                  <a16:creationId xmlns:a16="http://schemas.microsoft.com/office/drawing/2014/main" id="{198786FD-5766-47D5-9704-2853F54FBE58}"/>
                </a:ext>
              </a:extLst>
            </p:cNvPr>
            <p:cNvSpPr txBox="1">
              <a:spLocks noChangeArrowheads="1"/>
            </p:cNvSpPr>
            <p:nvPr/>
          </p:nvSpPr>
          <p:spPr bwMode="auto">
            <a:xfrm>
              <a:off x="2540" y="616"/>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grpSp>
      <p:grpSp>
        <p:nvGrpSpPr>
          <p:cNvPr id="166950" name="Group 71">
            <a:extLst>
              <a:ext uri="{FF2B5EF4-FFF2-40B4-BE49-F238E27FC236}">
                <a16:creationId xmlns:a16="http://schemas.microsoft.com/office/drawing/2014/main" id="{9497C612-DC4E-C643-AAE1-6EC780144F29}"/>
              </a:ext>
            </a:extLst>
          </p:cNvPr>
          <p:cNvGrpSpPr>
            <a:grpSpLocks/>
          </p:cNvGrpSpPr>
          <p:nvPr/>
        </p:nvGrpSpPr>
        <p:grpSpPr bwMode="auto">
          <a:xfrm>
            <a:off x="2609850" y="2117725"/>
            <a:ext cx="1681163" cy="960438"/>
            <a:chOff x="1693" y="762"/>
            <a:chExt cx="1059" cy="605"/>
          </a:xfrm>
        </p:grpSpPr>
        <p:sp>
          <p:nvSpPr>
            <p:cNvPr id="160825" name="Line 72">
              <a:extLst>
                <a:ext uri="{FF2B5EF4-FFF2-40B4-BE49-F238E27FC236}">
                  <a16:creationId xmlns:a16="http://schemas.microsoft.com/office/drawing/2014/main" id="{F602C1B1-8EA4-4C0B-B276-B067A193CC7E}"/>
                </a:ext>
              </a:extLst>
            </p:cNvPr>
            <p:cNvSpPr>
              <a:spLocks noChangeShapeType="1"/>
            </p:cNvSpPr>
            <p:nvPr/>
          </p:nvSpPr>
          <p:spPr bwMode="auto">
            <a:xfrm>
              <a:off x="2737" y="762"/>
              <a:ext cx="0" cy="288"/>
            </a:xfrm>
            <a:prstGeom prst="line">
              <a:avLst/>
            </a:prstGeom>
            <a:noFill/>
            <a:ln w="38100">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826" name="Line 73">
              <a:extLst>
                <a:ext uri="{FF2B5EF4-FFF2-40B4-BE49-F238E27FC236}">
                  <a16:creationId xmlns:a16="http://schemas.microsoft.com/office/drawing/2014/main" id="{218DB379-4818-4467-9129-43C37732D955}"/>
                </a:ext>
              </a:extLst>
            </p:cNvPr>
            <p:cNvSpPr>
              <a:spLocks noChangeShapeType="1"/>
            </p:cNvSpPr>
            <p:nvPr/>
          </p:nvSpPr>
          <p:spPr bwMode="auto">
            <a:xfrm flipH="1">
              <a:off x="1693" y="1050"/>
              <a:ext cx="1059" cy="0"/>
            </a:xfrm>
            <a:prstGeom prst="line">
              <a:avLst/>
            </a:prstGeom>
            <a:noFill/>
            <a:ln w="38100">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827" name="Line 74">
              <a:extLst>
                <a:ext uri="{FF2B5EF4-FFF2-40B4-BE49-F238E27FC236}">
                  <a16:creationId xmlns:a16="http://schemas.microsoft.com/office/drawing/2014/main" id="{F2915551-D47F-4217-854A-F39AB87D2242}"/>
                </a:ext>
              </a:extLst>
            </p:cNvPr>
            <p:cNvSpPr>
              <a:spLocks noChangeShapeType="1"/>
            </p:cNvSpPr>
            <p:nvPr/>
          </p:nvSpPr>
          <p:spPr bwMode="auto">
            <a:xfrm>
              <a:off x="1701" y="1050"/>
              <a:ext cx="0" cy="317"/>
            </a:xfrm>
            <a:prstGeom prst="line">
              <a:avLst/>
            </a:prstGeom>
            <a:noFill/>
            <a:ln w="38100">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160807" name="Text Box 75">
            <a:extLst>
              <a:ext uri="{FF2B5EF4-FFF2-40B4-BE49-F238E27FC236}">
                <a16:creationId xmlns:a16="http://schemas.microsoft.com/office/drawing/2014/main" id="{9C0CF1D7-6A41-4D67-9920-3B88D3C458E8}"/>
              </a:ext>
            </a:extLst>
          </p:cNvPr>
          <p:cNvSpPr txBox="1">
            <a:spLocks noChangeArrowheads="1"/>
          </p:cNvSpPr>
          <p:nvPr/>
        </p:nvSpPr>
        <p:spPr bwMode="auto">
          <a:xfrm>
            <a:off x="5110163" y="2154238"/>
            <a:ext cx="617537"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latin typeface="+mn-lt"/>
                <a:ea typeface="+mn-ea"/>
                <a:cs typeface="+mn-ea"/>
                <a:sym typeface="+mn-lt"/>
              </a:rPr>
              <a:t>pa</a:t>
            </a:r>
          </a:p>
        </p:txBody>
      </p:sp>
      <p:sp>
        <p:nvSpPr>
          <p:cNvPr id="160808" name="Line 76">
            <a:extLst>
              <a:ext uri="{FF2B5EF4-FFF2-40B4-BE49-F238E27FC236}">
                <a16:creationId xmlns:a16="http://schemas.microsoft.com/office/drawing/2014/main" id="{A7F88CC1-75B5-443C-9C11-4A328B2CC276}"/>
              </a:ext>
            </a:extLst>
          </p:cNvPr>
          <p:cNvSpPr>
            <a:spLocks noChangeShapeType="1"/>
          </p:cNvSpPr>
          <p:nvPr/>
        </p:nvSpPr>
        <p:spPr bwMode="auto">
          <a:xfrm flipV="1">
            <a:off x="5038725" y="2105025"/>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66953" name="Group 77">
            <a:extLst>
              <a:ext uri="{FF2B5EF4-FFF2-40B4-BE49-F238E27FC236}">
                <a16:creationId xmlns:a16="http://schemas.microsoft.com/office/drawing/2014/main" id="{A51B7FB6-5052-624E-92CE-E3A3EB9C71E1}"/>
              </a:ext>
            </a:extLst>
          </p:cNvPr>
          <p:cNvGrpSpPr>
            <a:grpSpLocks/>
          </p:cNvGrpSpPr>
          <p:nvPr/>
        </p:nvGrpSpPr>
        <p:grpSpPr bwMode="auto">
          <a:xfrm>
            <a:off x="1754188" y="3473450"/>
            <a:ext cx="6769100" cy="1460500"/>
            <a:chOff x="1154" y="1616"/>
            <a:chExt cx="4264" cy="920"/>
          </a:xfrm>
        </p:grpSpPr>
        <p:sp>
          <p:nvSpPr>
            <p:cNvPr id="160823" name="Text Box 78">
              <a:extLst>
                <a:ext uri="{FF2B5EF4-FFF2-40B4-BE49-F238E27FC236}">
                  <a16:creationId xmlns:a16="http://schemas.microsoft.com/office/drawing/2014/main" id="{E34FD1A0-76A0-41B3-BCEA-66CE19E7E765}"/>
                </a:ext>
              </a:extLst>
            </p:cNvPr>
            <p:cNvSpPr txBox="1">
              <a:spLocks noChangeArrowheads="1"/>
            </p:cNvSpPr>
            <p:nvPr/>
          </p:nvSpPr>
          <p:spPr bwMode="auto">
            <a:xfrm>
              <a:off x="1154" y="1616"/>
              <a:ext cx="547" cy="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solidFill>
                    <a:srgbClr val="FF0000"/>
                  </a:solidFill>
                  <a:latin typeface="+mn-lt"/>
                  <a:ea typeface="+mn-ea"/>
                  <a:cs typeface="+mn-ea"/>
                  <a:sym typeface="+mn-lt"/>
                </a:rPr>
                <a:t>Pc</a:t>
              </a:r>
              <a:endParaRPr lang="en-US" altLang="zh-CN" sz="3200" b="1">
                <a:latin typeface="+mn-lt"/>
                <a:ea typeface="+mn-ea"/>
                <a:cs typeface="+mn-ea"/>
                <a:sym typeface="+mn-lt"/>
              </a:endParaRPr>
            </a:p>
          </p:txBody>
        </p:sp>
        <p:sp>
          <p:nvSpPr>
            <p:cNvPr id="160824" name="Text Box 79">
              <a:extLst>
                <a:ext uri="{FF2B5EF4-FFF2-40B4-BE49-F238E27FC236}">
                  <a16:creationId xmlns:a16="http://schemas.microsoft.com/office/drawing/2014/main" id="{5E4695F7-7EAB-47F8-B538-8722FE8F89D2}"/>
                </a:ext>
              </a:extLst>
            </p:cNvPr>
            <p:cNvSpPr txBox="1">
              <a:spLocks noChangeArrowheads="1"/>
            </p:cNvSpPr>
            <p:nvPr/>
          </p:nvSpPr>
          <p:spPr bwMode="auto">
            <a:xfrm>
              <a:off x="3099" y="2171"/>
              <a:ext cx="2319" cy="365"/>
            </a:xfrm>
            <a:prstGeom prst="rect">
              <a:avLst/>
            </a:prstGeom>
            <a:solidFill>
              <a:srgbClr val="D7D7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solidFill>
                    <a:srgbClr val="FF0000"/>
                  </a:solidFill>
                  <a:latin typeface="+mn-lt"/>
                  <a:ea typeface="+mn-ea"/>
                  <a:cs typeface="+mn-ea"/>
                  <a:sym typeface="+mn-lt"/>
                </a:rPr>
                <a:t>pc= pb;</a:t>
              </a:r>
            </a:p>
          </p:txBody>
        </p:sp>
      </p:grpSp>
      <p:grpSp>
        <p:nvGrpSpPr>
          <p:cNvPr id="166954" name="Group 80">
            <a:extLst>
              <a:ext uri="{FF2B5EF4-FFF2-40B4-BE49-F238E27FC236}">
                <a16:creationId xmlns:a16="http://schemas.microsoft.com/office/drawing/2014/main" id="{6A11053D-159E-D14E-B7D0-6F8B1F709D68}"/>
              </a:ext>
            </a:extLst>
          </p:cNvPr>
          <p:cNvGrpSpPr>
            <a:grpSpLocks/>
          </p:cNvGrpSpPr>
          <p:nvPr/>
        </p:nvGrpSpPr>
        <p:grpSpPr bwMode="auto">
          <a:xfrm>
            <a:off x="2176463" y="2987675"/>
            <a:ext cx="838200" cy="461963"/>
            <a:chOff x="1420" y="1310"/>
            <a:chExt cx="528" cy="291"/>
          </a:xfrm>
        </p:grpSpPr>
        <p:grpSp>
          <p:nvGrpSpPr>
            <p:cNvPr id="166964" name="Group 81">
              <a:extLst>
                <a:ext uri="{FF2B5EF4-FFF2-40B4-BE49-F238E27FC236}">
                  <a16:creationId xmlns:a16="http://schemas.microsoft.com/office/drawing/2014/main" id="{81ED5CDA-58B1-3746-AAE8-5C5E118F597D}"/>
                </a:ext>
              </a:extLst>
            </p:cNvPr>
            <p:cNvGrpSpPr>
              <a:grpSpLocks/>
            </p:cNvGrpSpPr>
            <p:nvPr/>
          </p:nvGrpSpPr>
          <p:grpSpPr bwMode="auto">
            <a:xfrm>
              <a:off x="1420" y="1358"/>
              <a:ext cx="528" cy="240"/>
              <a:chOff x="1968" y="1344"/>
              <a:chExt cx="528" cy="240"/>
            </a:xfrm>
          </p:grpSpPr>
          <p:sp>
            <p:nvSpPr>
              <p:cNvPr id="160821" name="Rectangle 82">
                <a:extLst>
                  <a:ext uri="{FF2B5EF4-FFF2-40B4-BE49-F238E27FC236}">
                    <a16:creationId xmlns:a16="http://schemas.microsoft.com/office/drawing/2014/main" id="{FD7A4A7D-4A56-4CB3-AF3F-2983A73D8834}"/>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0822" name="Rectangle 83">
                <a:extLst>
                  <a:ext uri="{FF2B5EF4-FFF2-40B4-BE49-F238E27FC236}">
                    <a16:creationId xmlns:a16="http://schemas.microsoft.com/office/drawing/2014/main" id="{9E5E4D9A-EDA3-4F93-AD95-61F8DE71C78C}"/>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60820" name="Text Box 84">
              <a:extLst>
                <a:ext uri="{FF2B5EF4-FFF2-40B4-BE49-F238E27FC236}">
                  <a16:creationId xmlns:a16="http://schemas.microsoft.com/office/drawing/2014/main" id="{17A3BB7B-E05C-4B9A-8DCB-4B1655B2609A}"/>
                </a:ext>
              </a:extLst>
            </p:cNvPr>
            <p:cNvSpPr txBox="1">
              <a:spLocks noChangeArrowheads="1"/>
            </p:cNvSpPr>
            <p:nvPr/>
          </p:nvSpPr>
          <p:spPr bwMode="auto">
            <a:xfrm>
              <a:off x="1509" y="131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grpSp>
      <p:grpSp>
        <p:nvGrpSpPr>
          <p:cNvPr id="21" name="Group 88">
            <a:extLst>
              <a:ext uri="{FF2B5EF4-FFF2-40B4-BE49-F238E27FC236}">
                <a16:creationId xmlns:a16="http://schemas.microsoft.com/office/drawing/2014/main" id="{1139D446-6CCF-EE48-B47F-5C73ADC57870}"/>
              </a:ext>
            </a:extLst>
          </p:cNvPr>
          <p:cNvGrpSpPr>
            <a:grpSpLocks/>
          </p:cNvGrpSpPr>
          <p:nvPr/>
        </p:nvGrpSpPr>
        <p:grpSpPr bwMode="auto">
          <a:xfrm>
            <a:off x="3576638" y="3473450"/>
            <a:ext cx="4946650" cy="2039938"/>
            <a:chOff x="2302" y="1616"/>
            <a:chExt cx="3116" cy="1285"/>
          </a:xfrm>
        </p:grpSpPr>
        <p:sp>
          <p:nvSpPr>
            <p:cNvPr id="160815" name="Text Box 85">
              <a:extLst>
                <a:ext uri="{FF2B5EF4-FFF2-40B4-BE49-F238E27FC236}">
                  <a16:creationId xmlns:a16="http://schemas.microsoft.com/office/drawing/2014/main" id="{CFA80962-72AD-4D25-9A43-7CC2441C0A59}"/>
                </a:ext>
              </a:extLst>
            </p:cNvPr>
            <p:cNvSpPr txBox="1">
              <a:spLocks noChangeArrowheads="1"/>
            </p:cNvSpPr>
            <p:nvPr/>
          </p:nvSpPr>
          <p:spPr bwMode="auto">
            <a:xfrm>
              <a:off x="3099" y="2536"/>
              <a:ext cx="2319" cy="365"/>
            </a:xfrm>
            <a:prstGeom prst="rect">
              <a:avLst/>
            </a:prstGeom>
            <a:solidFill>
              <a:srgbClr val="D7D7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solidFill>
                    <a:srgbClr val="FF0000"/>
                  </a:solidFill>
                  <a:latin typeface="+mn-lt"/>
                  <a:ea typeface="+mn-ea"/>
                  <a:cs typeface="+mn-ea"/>
                  <a:sym typeface="+mn-lt"/>
                </a:rPr>
                <a:t>pb =pb-&gt;next;</a:t>
              </a:r>
            </a:p>
          </p:txBody>
        </p:sp>
        <p:grpSp>
          <p:nvGrpSpPr>
            <p:cNvPr id="166961" name="Group 87">
              <a:extLst>
                <a:ext uri="{FF2B5EF4-FFF2-40B4-BE49-F238E27FC236}">
                  <a16:creationId xmlns:a16="http://schemas.microsoft.com/office/drawing/2014/main" id="{17698E12-C02B-3148-B4D3-1AC065B4A497}"/>
                </a:ext>
              </a:extLst>
            </p:cNvPr>
            <p:cNvGrpSpPr>
              <a:grpSpLocks/>
            </p:cNvGrpSpPr>
            <p:nvPr/>
          </p:nvGrpSpPr>
          <p:grpSpPr bwMode="auto">
            <a:xfrm>
              <a:off x="2302" y="1616"/>
              <a:ext cx="451" cy="368"/>
              <a:chOff x="2302" y="1616"/>
              <a:chExt cx="451" cy="368"/>
            </a:xfrm>
          </p:grpSpPr>
          <p:sp>
            <p:nvSpPr>
              <p:cNvPr id="160817" name="Text Box 62">
                <a:extLst>
                  <a:ext uri="{FF2B5EF4-FFF2-40B4-BE49-F238E27FC236}">
                    <a16:creationId xmlns:a16="http://schemas.microsoft.com/office/drawing/2014/main" id="{01BC42AE-B783-45E9-BA87-CC95804BEC44}"/>
                  </a:ext>
                </a:extLst>
              </p:cNvPr>
              <p:cNvSpPr txBox="1">
                <a:spLocks noChangeArrowheads="1"/>
              </p:cNvSpPr>
              <p:nvPr/>
            </p:nvSpPr>
            <p:spPr bwMode="auto">
              <a:xfrm>
                <a:off x="2350" y="1616"/>
                <a:ext cx="403" cy="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latin typeface="+mn-lt"/>
                    <a:ea typeface="+mn-ea"/>
                    <a:cs typeface="+mn-ea"/>
                    <a:sym typeface="+mn-lt"/>
                  </a:rPr>
                  <a:t>pb</a:t>
                </a:r>
              </a:p>
            </p:txBody>
          </p:sp>
          <p:sp>
            <p:nvSpPr>
              <p:cNvPr id="160818" name="Line 86">
                <a:extLst>
                  <a:ext uri="{FF2B5EF4-FFF2-40B4-BE49-F238E27FC236}">
                    <a16:creationId xmlns:a16="http://schemas.microsoft.com/office/drawing/2014/main" id="{B01EC1AA-E6DE-413B-8CF8-504ABFA14881}"/>
                  </a:ext>
                </a:extLst>
              </p:cNvPr>
              <p:cNvSpPr>
                <a:spLocks noChangeShapeType="1"/>
              </p:cNvSpPr>
              <p:nvPr/>
            </p:nvSpPr>
            <p:spPr bwMode="auto">
              <a:xfrm flipV="1">
                <a:off x="2302" y="1624"/>
                <a:ext cx="0" cy="24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grpSp>
        <p:nvGrpSpPr>
          <p:cNvPr id="166956" name="Group 89">
            <a:extLst>
              <a:ext uri="{FF2B5EF4-FFF2-40B4-BE49-F238E27FC236}">
                <a16:creationId xmlns:a16="http://schemas.microsoft.com/office/drawing/2014/main" id="{D9EADB09-40C5-674B-B885-0C09F1D14698}"/>
              </a:ext>
            </a:extLst>
          </p:cNvPr>
          <p:cNvGrpSpPr>
            <a:grpSpLocks/>
          </p:cNvGrpSpPr>
          <p:nvPr/>
        </p:nvGrpSpPr>
        <p:grpSpPr bwMode="auto">
          <a:xfrm>
            <a:off x="1870075" y="3130550"/>
            <a:ext cx="228600" cy="304800"/>
            <a:chOff x="2698" y="1622"/>
            <a:chExt cx="144" cy="192"/>
          </a:xfrm>
        </p:grpSpPr>
        <p:sp>
          <p:nvSpPr>
            <p:cNvPr id="160813" name="Line 90">
              <a:extLst>
                <a:ext uri="{FF2B5EF4-FFF2-40B4-BE49-F238E27FC236}">
                  <a16:creationId xmlns:a16="http://schemas.microsoft.com/office/drawing/2014/main" id="{497BB4EB-922D-4967-9928-68270EB661FB}"/>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0814" name="Line 91">
              <a:extLst>
                <a:ext uri="{FF2B5EF4-FFF2-40B4-BE49-F238E27FC236}">
                  <a16:creationId xmlns:a16="http://schemas.microsoft.com/office/drawing/2014/main" id="{9B7EDD2C-DCB2-486F-913F-5370DFD93329}"/>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90" name="Shape 26">
            <a:extLst>
              <a:ext uri="{FF2B5EF4-FFF2-40B4-BE49-F238E27FC236}">
                <a16:creationId xmlns:a16="http://schemas.microsoft.com/office/drawing/2014/main" id="{0C12630C-9E49-44B4-BECA-CC204311CEEF}"/>
              </a:ext>
            </a:extLst>
          </p:cNvPr>
          <p:cNvSpPr/>
          <p:nvPr/>
        </p:nvSpPr>
        <p:spPr bwMode="auto">
          <a:xfrm flipH="1">
            <a:off x="0" y="5899150"/>
            <a:ext cx="9144000" cy="97313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2000" fill="hold"/>
                                        <p:tgtEl>
                                          <p:spTgt spid="21"/>
                                        </p:tgtEl>
                                        <p:attrNameLst>
                                          <p:attrName>ppt_x</p:attrName>
                                        </p:attrNameLst>
                                      </p:cBhvr>
                                      <p:tavLst>
                                        <p:tav tm="0">
                                          <p:val>
                                            <p:strVal val="#ppt_x"/>
                                          </p:val>
                                        </p:tav>
                                        <p:tav tm="100000">
                                          <p:val>
                                            <p:strVal val="#ppt_x"/>
                                          </p:val>
                                        </p:tav>
                                      </p:tavLst>
                                    </p:anim>
                                    <p:anim calcmode="lin" valueType="num">
                                      <p:cBhvr additive="base">
                                        <p:cTn id="8" dur="20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8" name="矩形 1">
            <a:extLst>
              <a:ext uri="{FF2B5EF4-FFF2-40B4-BE49-F238E27FC236}">
                <a16:creationId xmlns:a16="http://schemas.microsoft.com/office/drawing/2014/main" id="{ACEFFE36-0266-1A4F-A8A6-6710C2B610FF}"/>
              </a:ext>
            </a:extLst>
          </p:cNvPr>
          <p:cNvSpPr>
            <a:spLocks noChangeArrowheads="1"/>
          </p:cNvSpPr>
          <p:nvPr/>
        </p:nvSpPr>
        <p:spPr bwMode="auto">
          <a:xfrm>
            <a:off x="0" y="4813300"/>
            <a:ext cx="9144000" cy="1711325"/>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grpSp>
        <p:nvGrpSpPr>
          <p:cNvPr id="167939" name="Group 4">
            <a:extLst>
              <a:ext uri="{FF2B5EF4-FFF2-40B4-BE49-F238E27FC236}">
                <a16:creationId xmlns:a16="http://schemas.microsoft.com/office/drawing/2014/main" id="{962D1475-F099-504E-AD52-1918E0ACCDB3}"/>
              </a:ext>
            </a:extLst>
          </p:cNvPr>
          <p:cNvGrpSpPr>
            <a:grpSpLocks/>
          </p:cNvGrpSpPr>
          <p:nvPr/>
        </p:nvGrpSpPr>
        <p:grpSpPr bwMode="auto">
          <a:xfrm>
            <a:off x="3155950" y="1765300"/>
            <a:ext cx="838200" cy="381000"/>
            <a:chOff x="1968" y="1344"/>
            <a:chExt cx="528" cy="240"/>
          </a:xfrm>
        </p:grpSpPr>
        <p:sp>
          <p:nvSpPr>
            <p:cNvPr id="161870" name="Rectangle 5">
              <a:extLst>
                <a:ext uri="{FF2B5EF4-FFF2-40B4-BE49-F238E27FC236}">
                  <a16:creationId xmlns:a16="http://schemas.microsoft.com/office/drawing/2014/main" id="{01CB3D59-6EFF-4C9D-9942-A779B7D507DF}"/>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1871" name="Rectangle 6">
              <a:extLst>
                <a:ext uri="{FF2B5EF4-FFF2-40B4-BE49-F238E27FC236}">
                  <a16:creationId xmlns:a16="http://schemas.microsoft.com/office/drawing/2014/main" id="{B26FAFD5-BB60-4A05-9FD4-83851AA8DABE}"/>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7940" name="Group 7">
            <a:extLst>
              <a:ext uri="{FF2B5EF4-FFF2-40B4-BE49-F238E27FC236}">
                <a16:creationId xmlns:a16="http://schemas.microsoft.com/office/drawing/2014/main" id="{4505B8F7-6C6E-194B-9502-71A9C75034F3}"/>
              </a:ext>
            </a:extLst>
          </p:cNvPr>
          <p:cNvGrpSpPr>
            <a:grpSpLocks/>
          </p:cNvGrpSpPr>
          <p:nvPr/>
        </p:nvGrpSpPr>
        <p:grpSpPr bwMode="auto">
          <a:xfrm>
            <a:off x="4375150" y="1765300"/>
            <a:ext cx="838200" cy="381000"/>
            <a:chOff x="1968" y="1344"/>
            <a:chExt cx="528" cy="240"/>
          </a:xfrm>
        </p:grpSpPr>
        <p:sp>
          <p:nvSpPr>
            <p:cNvPr id="161868" name="Rectangle 8">
              <a:extLst>
                <a:ext uri="{FF2B5EF4-FFF2-40B4-BE49-F238E27FC236}">
                  <a16:creationId xmlns:a16="http://schemas.microsoft.com/office/drawing/2014/main" id="{97E1D850-AD7E-465A-B395-E6ACD841003E}"/>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1869" name="Rectangle 9">
              <a:extLst>
                <a:ext uri="{FF2B5EF4-FFF2-40B4-BE49-F238E27FC236}">
                  <a16:creationId xmlns:a16="http://schemas.microsoft.com/office/drawing/2014/main" id="{E007BB8D-5974-4194-AE24-52D6589464C5}"/>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7941" name="Group 10">
            <a:extLst>
              <a:ext uri="{FF2B5EF4-FFF2-40B4-BE49-F238E27FC236}">
                <a16:creationId xmlns:a16="http://schemas.microsoft.com/office/drawing/2014/main" id="{30696342-B9D9-9E40-921B-6F0F04EFB173}"/>
              </a:ext>
            </a:extLst>
          </p:cNvPr>
          <p:cNvGrpSpPr>
            <a:grpSpLocks/>
          </p:cNvGrpSpPr>
          <p:nvPr/>
        </p:nvGrpSpPr>
        <p:grpSpPr bwMode="auto">
          <a:xfrm>
            <a:off x="5594350" y="1765300"/>
            <a:ext cx="838200" cy="381000"/>
            <a:chOff x="1968" y="1344"/>
            <a:chExt cx="528" cy="240"/>
          </a:xfrm>
        </p:grpSpPr>
        <p:sp>
          <p:nvSpPr>
            <p:cNvPr id="161866" name="Rectangle 11">
              <a:extLst>
                <a:ext uri="{FF2B5EF4-FFF2-40B4-BE49-F238E27FC236}">
                  <a16:creationId xmlns:a16="http://schemas.microsoft.com/office/drawing/2014/main" id="{7DA5A617-0186-4207-91B7-DE5B03F290F1}"/>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1867" name="Rectangle 12">
              <a:extLst>
                <a:ext uri="{FF2B5EF4-FFF2-40B4-BE49-F238E27FC236}">
                  <a16:creationId xmlns:a16="http://schemas.microsoft.com/office/drawing/2014/main" id="{712FD366-07BD-4AC4-9109-5DF06A5B3AEC}"/>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7942" name="Group 13">
            <a:extLst>
              <a:ext uri="{FF2B5EF4-FFF2-40B4-BE49-F238E27FC236}">
                <a16:creationId xmlns:a16="http://schemas.microsoft.com/office/drawing/2014/main" id="{A3EA5A99-5540-B442-B349-FAE3851CECB2}"/>
              </a:ext>
            </a:extLst>
          </p:cNvPr>
          <p:cNvGrpSpPr>
            <a:grpSpLocks/>
          </p:cNvGrpSpPr>
          <p:nvPr/>
        </p:nvGrpSpPr>
        <p:grpSpPr bwMode="auto">
          <a:xfrm>
            <a:off x="2012950" y="1765300"/>
            <a:ext cx="838200" cy="381000"/>
            <a:chOff x="1968" y="1344"/>
            <a:chExt cx="528" cy="240"/>
          </a:xfrm>
        </p:grpSpPr>
        <p:sp>
          <p:nvSpPr>
            <p:cNvPr id="161864" name="Rectangle 14">
              <a:extLst>
                <a:ext uri="{FF2B5EF4-FFF2-40B4-BE49-F238E27FC236}">
                  <a16:creationId xmlns:a16="http://schemas.microsoft.com/office/drawing/2014/main" id="{82A83F16-62E7-4586-B149-FE81B856D86A}"/>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1865" name="Rectangle 15">
              <a:extLst>
                <a:ext uri="{FF2B5EF4-FFF2-40B4-BE49-F238E27FC236}">
                  <a16:creationId xmlns:a16="http://schemas.microsoft.com/office/drawing/2014/main" id="{913F0E8E-D140-41D1-83FA-8435B04DA63F}"/>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7943" name="Group 16">
            <a:extLst>
              <a:ext uri="{FF2B5EF4-FFF2-40B4-BE49-F238E27FC236}">
                <a16:creationId xmlns:a16="http://schemas.microsoft.com/office/drawing/2014/main" id="{0CDED166-935D-5847-9B99-10FF0BC165C1}"/>
              </a:ext>
            </a:extLst>
          </p:cNvPr>
          <p:cNvGrpSpPr>
            <a:grpSpLocks/>
          </p:cNvGrpSpPr>
          <p:nvPr/>
        </p:nvGrpSpPr>
        <p:grpSpPr bwMode="auto">
          <a:xfrm>
            <a:off x="1708150" y="3365500"/>
            <a:ext cx="838200" cy="381000"/>
            <a:chOff x="1968" y="1344"/>
            <a:chExt cx="528" cy="240"/>
          </a:xfrm>
        </p:grpSpPr>
        <p:sp>
          <p:nvSpPr>
            <p:cNvPr id="161862" name="Rectangle 17">
              <a:extLst>
                <a:ext uri="{FF2B5EF4-FFF2-40B4-BE49-F238E27FC236}">
                  <a16:creationId xmlns:a16="http://schemas.microsoft.com/office/drawing/2014/main" id="{182BCA1D-FF1A-42A8-A871-84AD228F7BCC}"/>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1863" name="Rectangle 18">
              <a:extLst>
                <a:ext uri="{FF2B5EF4-FFF2-40B4-BE49-F238E27FC236}">
                  <a16:creationId xmlns:a16="http://schemas.microsoft.com/office/drawing/2014/main" id="{2F92ABB6-B3B4-43BD-B144-3819DCFCB1DF}"/>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7944" name="Group 19">
            <a:extLst>
              <a:ext uri="{FF2B5EF4-FFF2-40B4-BE49-F238E27FC236}">
                <a16:creationId xmlns:a16="http://schemas.microsoft.com/office/drawing/2014/main" id="{B471D6D8-F295-5942-AF9B-C5B8C1A8D56A}"/>
              </a:ext>
            </a:extLst>
          </p:cNvPr>
          <p:cNvGrpSpPr>
            <a:grpSpLocks/>
          </p:cNvGrpSpPr>
          <p:nvPr/>
        </p:nvGrpSpPr>
        <p:grpSpPr bwMode="auto">
          <a:xfrm>
            <a:off x="2851150" y="3365500"/>
            <a:ext cx="838200" cy="381000"/>
            <a:chOff x="1968" y="1344"/>
            <a:chExt cx="528" cy="240"/>
          </a:xfrm>
        </p:grpSpPr>
        <p:sp>
          <p:nvSpPr>
            <p:cNvPr id="161860" name="Rectangle 20">
              <a:extLst>
                <a:ext uri="{FF2B5EF4-FFF2-40B4-BE49-F238E27FC236}">
                  <a16:creationId xmlns:a16="http://schemas.microsoft.com/office/drawing/2014/main" id="{00E54CBB-63BF-477C-83D5-186CB5854FF0}"/>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1861" name="Rectangle 21">
              <a:extLst>
                <a:ext uri="{FF2B5EF4-FFF2-40B4-BE49-F238E27FC236}">
                  <a16:creationId xmlns:a16="http://schemas.microsoft.com/office/drawing/2014/main" id="{E6C5014D-B6C4-4BD5-9D72-AC712C42D6F5}"/>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7945" name="Group 22">
            <a:extLst>
              <a:ext uri="{FF2B5EF4-FFF2-40B4-BE49-F238E27FC236}">
                <a16:creationId xmlns:a16="http://schemas.microsoft.com/office/drawing/2014/main" id="{D1E0196B-07A2-D941-817D-4038C96E870A}"/>
              </a:ext>
            </a:extLst>
          </p:cNvPr>
          <p:cNvGrpSpPr>
            <a:grpSpLocks/>
          </p:cNvGrpSpPr>
          <p:nvPr/>
        </p:nvGrpSpPr>
        <p:grpSpPr bwMode="auto">
          <a:xfrm>
            <a:off x="4070350" y="3365500"/>
            <a:ext cx="838200" cy="381000"/>
            <a:chOff x="1968" y="1344"/>
            <a:chExt cx="528" cy="240"/>
          </a:xfrm>
        </p:grpSpPr>
        <p:sp>
          <p:nvSpPr>
            <p:cNvPr id="161858" name="Rectangle 23">
              <a:extLst>
                <a:ext uri="{FF2B5EF4-FFF2-40B4-BE49-F238E27FC236}">
                  <a16:creationId xmlns:a16="http://schemas.microsoft.com/office/drawing/2014/main" id="{B494B2E1-C137-494D-95C3-9BB420A3415A}"/>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1859" name="Rectangle 24">
              <a:extLst>
                <a:ext uri="{FF2B5EF4-FFF2-40B4-BE49-F238E27FC236}">
                  <a16:creationId xmlns:a16="http://schemas.microsoft.com/office/drawing/2014/main" id="{45DD28E5-5951-41F2-AAEE-FB0EB09AE340}"/>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7946" name="Group 25">
            <a:extLst>
              <a:ext uri="{FF2B5EF4-FFF2-40B4-BE49-F238E27FC236}">
                <a16:creationId xmlns:a16="http://schemas.microsoft.com/office/drawing/2014/main" id="{1C130614-9538-B543-A1C3-138668499256}"/>
              </a:ext>
            </a:extLst>
          </p:cNvPr>
          <p:cNvGrpSpPr>
            <a:grpSpLocks/>
          </p:cNvGrpSpPr>
          <p:nvPr/>
        </p:nvGrpSpPr>
        <p:grpSpPr bwMode="auto">
          <a:xfrm>
            <a:off x="5289550" y="3365500"/>
            <a:ext cx="838200" cy="381000"/>
            <a:chOff x="1968" y="1344"/>
            <a:chExt cx="528" cy="240"/>
          </a:xfrm>
        </p:grpSpPr>
        <p:sp>
          <p:nvSpPr>
            <p:cNvPr id="161856" name="Rectangle 26">
              <a:extLst>
                <a:ext uri="{FF2B5EF4-FFF2-40B4-BE49-F238E27FC236}">
                  <a16:creationId xmlns:a16="http://schemas.microsoft.com/office/drawing/2014/main" id="{BB6DDB58-45DB-4A44-B487-22F58DCF1F25}"/>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1857" name="Rectangle 27">
              <a:extLst>
                <a:ext uri="{FF2B5EF4-FFF2-40B4-BE49-F238E27FC236}">
                  <a16:creationId xmlns:a16="http://schemas.microsoft.com/office/drawing/2014/main" id="{DE9D1441-13AF-4482-B3E5-459BCA3F8CAF}"/>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2" name="Group 28">
            <a:extLst>
              <a:ext uri="{FF2B5EF4-FFF2-40B4-BE49-F238E27FC236}">
                <a16:creationId xmlns:a16="http://schemas.microsoft.com/office/drawing/2014/main" id="{AF3049A7-1AFA-4C78-B03D-25AEB892A7E4}"/>
              </a:ext>
            </a:extLst>
          </p:cNvPr>
          <p:cNvGrpSpPr>
            <a:grpSpLocks/>
          </p:cNvGrpSpPr>
          <p:nvPr/>
        </p:nvGrpSpPr>
        <p:grpSpPr bwMode="auto">
          <a:xfrm>
            <a:off x="6432550" y="3365500"/>
            <a:ext cx="838200" cy="381000"/>
            <a:chOff x="1968" y="1344"/>
            <a:chExt cx="528" cy="240"/>
          </a:xfrm>
          <a:solidFill>
            <a:srgbClr val="D7D7FF"/>
          </a:solidFill>
        </p:grpSpPr>
        <p:sp>
          <p:nvSpPr>
            <p:cNvPr id="161854" name="Rectangle 29">
              <a:extLst>
                <a:ext uri="{FF2B5EF4-FFF2-40B4-BE49-F238E27FC236}">
                  <a16:creationId xmlns:a16="http://schemas.microsoft.com/office/drawing/2014/main" id="{6D8A822E-73F2-4B63-8EED-E8384690E8F7}"/>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1855" name="Rectangle 30">
              <a:extLst>
                <a:ext uri="{FF2B5EF4-FFF2-40B4-BE49-F238E27FC236}">
                  <a16:creationId xmlns:a16="http://schemas.microsoft.com/office/drawing/2014/main" id="{908A8CE6-EF63-4981-990D-9542DACEAF8C}"/>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7947" name="Group 31">
            <a:extLst>
              <a:ext uri="{FF2B5EF4-FFF2-40B4-BE49-F238E27FC236}">
                <a16:creationId xmlns:a16="http://schemas.microsoft.com/office/drawing/2014/main" id="{37654019-F293-4361-8560-706D076FFEAF}"/>
              </a:ext>
            </a:extLst>
          </p:cNvPr>
          <p:cNvGrpSpPr>
            <a:grpSpLocks/>
          </p:cNvGrpSpPr>
          <p:nvPr/>
        </p:nvGrpSpPr>
        <p:grpSpPr bwMode="auto">
          <a:xfrm>
            <a:off x="7575550" y="3365500"/>
            <a:ext cx="838200" cy="381000"/>
            <a:chOff x="1968" y="1344"/>
            <a:chExt cx="528" cy="240"/>
          </a:xfrm>
          <a:solidFill>
            <a:srgbClr val="D7D7FF"/>
          </a:solidFill>
        </p:grpSpPr>
        <p:sp>
          <p:nvSpPr>
            <p:cNvPr id="161852" name="Rectangle 32">
              <a:extLst>
                <a:ext uri="{FF2B5EF4-FFF2-40B4-BE49-F238E27FC236}">
                  <a16:creationId xmlns:a16="http://schemas.microsoft.com/office/drawing/2014/main" id="{FDBE78C3-331C-4295-B677-9215993EAF40}"/>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1853" name="Rectangle 33">
              <a:extLst>
                <a:ext uri="{FF2B5EF4-FFF2-40B4-BE49-F238E27FC236}">
                  <a16:creationId xmlns:a16="http://schemas.microsoft.com/office/drawing/2014/main" id="{DF5298A6-0CF7-4FE2-8314-DBDEA871A55C}"/>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61804" name="Line 34">
            <a:extLst>
              <a:ext uri="{FF2B5EF4-FFF2-40B4-BE49-F238E27FC236}">
                <a16:creationId xmlns:a16="http://schemas.microsoft.com/office/drawing/2014/main" id="{5CC1B09A-7F63-4234-B353-3D46E8F7C277}"/>
              </a:ext>
            </a:extLst>
          </p:cNvPr>
          <p:cNvSpPr>
            <a:spLocks noChangeShapeType="1"/>
          </p:cNvSpPr>
          <p:nvPr/>
        </p:nvSpPr>
        <p:spPr bwMode="auto">
          <a:xfrm>
            <a:off x="2393950" y="351790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05" name="Line 35">
            <a:extLst>
              <a:ext uri="{FF2B5EF4-FFF2-40B4-BE49-F238E27FC236}">
                <a16:creationId xmlns:a16="http://schemas.microsoft.com/office/drawing/2014/main" id="{239D1089-41E3-4F73-A5DC-3E74290AED2D}"/>
              </a:ext>
            </a:extLst>
          </p:cNvPr>
          <p:cNvSpPr>
            <a:spLocks noChangeShapeType="1"/>
          </p:cNvSpPr>
          <p:nvPr/>
        </p:nvSpPr>
        <p:spPr bwMode="auto">
          <a:xfrm>
            <a:off x="4832350" y="351790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06" name="Line 36">
            <a:extLst>
              <a:ext uri="{FF2B5EF4-FFF2-40B4-BE49-F238E27FC236}">
                <a16:creationId xmlns:a16="http://schemas.microsoft.com/office/drawing/2014/main" id="{DA8BEC8C-D928-4C94-AA44-CE65970BBA78}"/>
              </a:ext>
            </a:extLst>
          </p:cNvPr>
          <p:cNvSpPr>
            <a:spLocks noChangeShapeType="1"/>
          </p:cNvSpPr>
          <p:nvPr/>
        </p:nvSpPr>
        <p:spPr bwMode="auto">
          <a:xfrm>
            <a:off x="5975350" y="3517900"/>
            <a:ext cx="45720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07" name="Line 37">
            <a:extLst>
              <a:ext uri="{FF2B5EF4-FFF2-40B4-BE49-F238E27FC236}">
                <a16:creationId xmlns:a16="http://schemas.microsoft.com/office/drawing/2014/main" id="{CA07291E-7547-4247-89D0-57A22F38E1B1}"/>
              </a:ext>
            </a:extLst>
          </p:cNvPr>
          <p:cNvSpPr>
            <a:spLocks noChangeShapeType="1"/>
          </p:cNvSpPr>
          <p:nvPr/>
        </p:nvSpPr>
        <p:spPr bwMode="auto">
          <a:xfrm>
            <a:off x="2698750" y="199390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08" name="Line 38">
            <a:extLst>
              <a:ext uri="{FF2B5EF4-FFF2-40B4-BE49-F238E27FC236}">
                <a16:creationId xmlns:a16="http://schemas.microsoft.com/office/drawing/2014/main" id="{8A10572A-1643-41BF-B16A-70D39662599B}"/>
              </a:ext>
            </a:extLst>
          </p:cNvPr>
          <p:cNvSpPr>
            <a:spLocks noChangeShapeType="1"/>
          </p:cNvSpPr>
          <p:nvPr/>
        </p:nvSpPr>
        <p:spPr bwMode="auto">
          <a:xfrm>
            <a:off x="3917950" y="199390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09" name="Line 39">
            <a:extLst>
              <a:ext uri="{FF2B5EF4-FFF2-40B4-BE49-F238E27FC236}">
                <a16:creationId xmlns:a16="http://schemas.microsoft.com/office/drawing/2014/main" id="{7FD20784-0558-4B57-A0D8-BD13DF5E41E9}"/>
              </a:ext>
            </a:extLst>
          </p:cNvPr>
          <p:cNvSpPr>
            <a:spLocks noChangeShapeType="1"/>
          </p:cNvSpPr>
          <p:nvPr/>
        </p:nvSpPr>
        <p:spPr bwMode="auto">
          <a:xfrm>
            <a:off x="5137150" y="199390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10" name="Line 40">
            <a:extLst>
              <a:ext uri="{FF2B5EF4-FFF2-40B4-BE49-F238E27FC236}">
                <a16:creationId xmlns:a16="http://schemas.microsoft.com/office/drawing/2014/main" id="{0AD6CBBA-B28D-4388-9BFB-54E453B8C2A7}"/>
              </a:ext>
            </a:extLst>
          </p:cNvPr>
          <p:cNvSpPr>
            <a:spLocks noChangeShapeType="1"/>
          </p:cNvSpPr>
          <p:nvPr/>
        </p:nvSpPr>
        <p:spPr bwMode="auto">
          <a:xfrm>
            <a:off x="3613150" y="351790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11" name="Line 41">
            <a:extLst>
              <a:ext uri="{FF2B5EF4-FFF2-40B4-BE49-F238E27FC236}">
                <a16:creationId xmlns:a16="http://schemas.microsoft.com/office/drawing/2014/main" id="{73B8EA81-B4B6-4F0A-9697-A42F4C645D47}"/>
              </a:ext>
            </a:extLst>
          </p:cNvPr>
          <p:cNvSpPr>
            <a:spLocks noChangeShapeType="1"/>
          </p:cNvSpPr>
          <p:nvPr/>
        </p:nvSpPr>
        <p:spPr bwMode="auto">
          <a:xfrm>
            <a:off x="7118350" y="3517900"/>
            <a:ext cx="45720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12" name="Line 42">
            <a:extLst>
              <a:ext uri="{FF2B5EF4-FFF2-40B4-BE49-F238E27FC236}">
                <a16:creationId xmlns:a16="http://schemas.microsoft.com/office/drawing/2014/main" id="{88A2F306-88E0-4E03-8C09-F6C0C82315CB}"/>
              </a:ext>
            </a:extLst>
          </p:cNvPr>
          <p:cNvSpPr>
            <a:spLocks noChangeShapeType="1"/>
          </p:cNvSpPr>
          <p:nvPr/>
        </p:nvSpPr>
        <p:spPr bwMode="auto">
          <a:xfrm flipV="1">
            <a:off x="2165350" y="2146300"/>
            <a:ext cx="0" cy="7620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13" name="Line 43">
            <a:extLst>
              <a:ext uri="{FF2B5EF4-FFF2-40B4-BE49-F238E27FC236}">
                <a16:creationId xmlns:a16="http://schemas.microsoft.com/office/drawing/2014/main" id="{9A9A340D-82AB-49B4-AE35-B8F9F6D3EA76}"/>
              </a:ext>
            </a:extLst>
          </p:cNvPr>
          <p:cNvSpPr>
            <a:spLocks noChangeShapeType="1"/>
          </p:cNvSpPr>
          <p:nvPr/>
        </p:nvSpPr>
        <p:spPr bwMode="auto">
          <a:xfrm>
            <a:off x="3827463" y="1993900"/>
            <a:ext cx="0" cy="45720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14" name="Line 44">
            <a:extLst>
              <a:ext uri="{FF2B5EF4-FFF2-40B4-BE49-F238E27FC236}">
                <a16:creationId xmlns:a16="http://schemas.microsoft.com/office/drawing/2014/main" id="{528BBBCE-E987-4FB1-978B-315F5402D9F7}"/>
              </a:ext>
            </a:extLst>
          </p:cNvPr>
          <p:cNvSpPr>
            <a:spLocks noChangeShapeType="1"/>
          </p:cNvSpPr>
          <p:nvPr/>
        </p:nvSpPr>
        <p:spPr bwMode="auto">
          <a:xfrm flipH="1">
            <a:off x="2470150" y="2451100"/>
            <a:ext cx="1352550" cy="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15" name="Line 45">
            <a:extLst>
              <a:ext uri="{FF2B5EF4-FFF2-40B4-BE49-F238E27FC236}">
                <a16:creationId xmlns:a16="http://schemas.microsoft.com/office/drawing/2014/main" id="{CF5585D3-1D45-4CB4-98E3-A05507AD4EAE}"/>
              </a:ext>
            </a:extLst>
          </p:cNvPr>
          <p:cNvSpPr>
            <a:spLocks noChangeShapeType="1"/>
          </p:cNvSpPr>
          <p:nvPr/>
        </p:nvSpPr>
        <p:spPr bwMode="auto">
          <a:xfrm>
            <a:off x="2465388" y="2451100"/>
            <a:ext cx="0" cy="9144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16" name="Line 46">
            <a:extLst>
              <a:ext uri="{FF2B5EF4-FFF2-40B4-BE49-F238E27FC236}">
                <a16:creationId xmlns:a16="http://schemas.microsoft.com/office/drawing/2014/main" id="{E23F2ABB-1C5A-466D-9A29-C4813291C6DA}"/>
              </a:ext>
            </a:extLst>
          </p:cNvPr>
          <p:cNvSpPr>
            <a:spLocks noChangeShapeType="1"/>
          </p:cNvSpPr>
          <p:nvPr/>
        </p:nvSpPr>
        <p:spPr bwMode="auto">
          <a:xfrm flipV="1">
            <a:off x="4756150" y="2146300"/>
            <a:ext cx="0" cy="13716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17" name="Line 47">
            <a:extLst>
              <a:ext uri="{FF2B5EF4-FFF2-40B4-BE49-F238E27FC236}">
                <a16:creationId xmlns:a16="http://schemas.microsoft.com/office/drawing/2014/main" id="{E1D3B272-2EB0-4070-A8EC-D6B066E0F155}"/>
              </a:ext>
            </a:extLst>
          </p:cNvPr>
          <p:cNvSpPr>
            <a:spLocks noChangeShapeType="1"/>
          </p:cNvSpPr>
          <p:nvPr/>
        </p:nvSpPr>
        <p:spPr bwMode="auto">
          <a:xfrm>
            <a:off x="6302375" y="1993900"/>
            <a:ext cx="0" cy="53340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18" name="Line 48">
            <a:extLst>
              <a:ext uri="{FF2B5EF4-FFF2-40B4-BE49-F238E27FC236}">
                <a16:creationId xmlns:a16="http://schemas.microsoft.com/office/drawing/2014/main" id="{541E52D8-27DB-46AC-81E8-73AD31EEB2FF}"/>
              </a:ext>
            </a:extLst>
          </p:cNvPr>
          <p:cNvSpPr>
            <a:spLocks noChangeShapeType="1"/>
          </p:cNvSpPr>
          <p:nvPr/>
        </p:nvSpPr>
        <p:spPr bwMode="auto">
          <a:xfrm flipH="1">
            <a:off x="5921375" y="2527300"/>
            <a:ext cx="381000" cy="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19" name="Line 49">
            <a:extLst>
              <a:ext uri="{FF2B5EF4-FFF2-40B4-BE49-F238E27FC236}">
                <a16:creationId xmlns:a16="http://schemas.microsoft.com/office/drawing/2014/main" id="{79CBC0EB-F35B-4CE2-B458-3EF9BA8CAE56}"/>
              </a:ext>
            </a:extLst>
          </p:cNvPr>
          <p:cNvSpPr>
            <a:spLocks noChangeShapeType="1"/>
          </p:cNvSpPr>
          <p:nvPr/>
        </p:nvSpPr>
        <p:spPr bwMode="auto">
          <a:xfrm>
            <a:off x="5921375" y="2527300"/>
            <a:ext cx="0" cy="8382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20" name="Line 50">
            <a:extLst>
              <a:ext uri="{FF2B5EF4-FFF2-40B4-BE49-F238E27FC236}">
                <a16:creationId xmlns:a16="http://schemas.microsoft.com/office/drawing/2014/main" id="{0183F4B5-7CE1-4979-BB4A-18BE2544DA9F}"/>
              </a:ext>
            </a:extLst>
          </p:cNvPr>
          <p:cNvSpPr>
            <a:spLocks noChangeShapeType="1"/>
          </p:cNvSpPr>
          <p:nvPr/>
        </p:nvSpPr>
        <p:spPr bwMode="auto">
          <a:xfrm>
            <a:off x="1631950" y="1993900"/>
            <a:ext cx="3810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21" name="Text Box 51">
            <a:extLst>
              <a:ext uri="{FF2B5EF4-FFF2-40B4-BE49-F238E27FC236}">
                <a16:creationId xmlns:a16="http://schemas.microsoft.com/office/drawing/2014/main" id="{EF102487-11D0-4BA0-B2E5-1A78E731A929}"/>
              </a:ext>
            </a:extLst>
          </p:cNvPr>
          <p:cNvSpPr txBox="1">
            <a:spLocks noChangeArrowheads="1"/>
          </p:cNvSpPr>
          <p:nvPr/>
        </p:nvSpPr>
        <p:spPr bwMode="auto">
          <a:xfrm>
            <a:off x="304800" y="1681163"/>
            <a:ext cx="1355725"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latin typeface="+mn-lt"/>
                <a:ea typeface="+mn-ea"/>
                <a:cs typeface="+mn-ea"/>
                <a:sym typeface="+mn-lt"/>
              </a:rPr>
              <a:t>La(</a:t>
            </a:r>
            <a:r>
              <a:rPr lang="en-US" altLang="zh-CN" sz="3200" dirty="0" err="1">
                <a:latin typeface="+mn-lt"/>
                <a:ea typeface="+mn-ea"/>
                <a:cs typeface="+mn-ea"/>
                <a:sym typeface="+mn-lt"/>
              </a:rPr>
              <a:t>Lc</a:t>
            </a:r>
            <a:r>
              <a:rPr lang="en-US" altLang="zh-CN" sz="3200" dirty="0">
                <a:latin typeface="+mn-lt"/>
                <a:ea typeface="+mn-ea"/>
                <a:cs typeface="+mn-ea"/>
                <a:sym typeface="+mn-lt"/>
              </a:rPr>
              <a:t>)</a:t>
            </a:r>
          </a:p>
        </p:txBody>
      </p:sp>
      <p:sp>
        <p:nvSpPr>
          <p:cNvPr id="161822" name="Text Box 52">
            <a:extLst>
              <a:ext uri="{FF2B5EF4-FFF2-40B4-BE49-F238E27FC236}">
                <a16:creationId xmlns:a16="http://schemas.microsoft.com/office/drawing/2014/main" id="{B477CADC-E2D4-4C40-8D3E-41B0E34ABF89}"/>
              </a:ext>
            </a:extLst>
          </p:cNvPr>
          <p:cNvSpPr txBox="1">
            <a:spLocks noChangeArrowheads="1"/>
          </p:cNvSpPr>
          <p:nvPr/>
        </p:nvSpPr>
        <p:spPr bwMode="auto">
          <a:xfrm>
            <a:off x="3271838" y="169862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61823" name="Text Box 53">
            <a:extLst>
              <a:ext uri="{FF2B5EF4-FFF2-40B4-BE49-F238E27FC236}">
                <a16:creationId xmlns:a16="http://schemas.microsoft.com/office/drawing/2014/main" id="{0C8348AC-18A7-4633-86B2-37852F17A8B5}"/>
              </a:ext>
            </a:extLst>
          </p:cNvPr>
          <p:cNvSpPr txBox="1">
            <a:spLocks noChangeArrowheads="1"/>
          </p:cNvSpPr>
          <p:nvPr/>
        </p:nvSpPr>
        <p:spPr bwMode="auto">
          <a:xfrm>
            <a:off x="1849438" y="3289300"/>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sp>
        <p:nvSpPr>
          <p:cNvPr id="161824" name="Text Box 54">
            <a:extLst>
              <a:ext uri="{FF2B5EF4-FFF2-40B4-BE49-F238E27FC236}">
                <a16:creationId xmlns:a16="http://schemas.microsoft.com/office/drawing/2014/main" id="{C9F0F477-C0F4-4F41-BCCA-23582EE0869B}"/>
              </a:ext>
            </a:extLst>
          </p:cNvPr>
          <p:cNvSpPr txBox="1">
            <a:spLocks noChangeArrowheads="1"/>
          </p:cNvSpPr>
          <p:nvPr/>
        </p:nvSpPr>
        <p:spPr bwMode="auto">
          <a:xfrm>
            <a:off x="2967038" y="3289300"/>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61825" name="Text Box 55">
            <a:extLst>
              <a:ext uri="{FF2B5EF4-FFF2-40B4-BE49-F238E27FC236}">
                <a16:creationId xmlns:a16="http://schemas.microsoft.com/office/drawing/2014/main" id="{F72D83A6-A1FD-47DA-B1CB-5A6DD4440983}"/>
              </a:ext>
            </a:extLst>
          </p:cNvPr>
          <p:cNvSpPr txBox="1">
            <a:spLocks noChangeArrowheads="1"/>
          </p:cNvSpPr>
          <p:nvPr/>
        </p:nvSpPr>
        <p:spPr bwMode="auto">
          <a:xfrm>
            <a:off x="4146550" y="3330575"/>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61826" name="Text Box 56">
            <a:extLst>
              <a:ext uri="{FF2B5EF4-FFF2-40B4-BE49-F238E27FC236}">
                <a16:creationId xmlns:a16="http://schemas.microsoft.com/office/drawing/2014/main" id="{22EC9DC8-A8CE-48A5-B5F6-C14BAAD8A6B4}"/>
              </a:ext>
            </a:extLst>
          </p:cNvPr>
          <p:cNvSpPr txBox="1">
            <a:spLocks noChangeArrowheads="1"/>
          </p:cNvSpPr>
          <p:nvPr/>
        </p:nvSpPr>
        <p:spPr bwMode="auto">
          <a:xfrm>
            <a:off x="4454525" y="1698625"/>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61827" name="Text Box 57">
            <a:extLst>
              <a:ext uri="{FF2B5EF4-FFF2-40B4-BE49-F238E27FC236}">
                <a16:creationId xmlns:a16="http://schemas.microsoft.com/office/drawing/2014/main" id="{96EAEBBC-CB92-42A5-9C0F-38713CFD1C38}"/>
              </a:ext>
            </a:extLst>
          </p:cNvPr>
          <p:cNvSpPr txBox="1">
            <a:spLocks noChangeArrowheads="1"/>
          </p:cNvSpPr>
          <p:nvPr/>
        </p:nvSpPr>
        <p:spPr bwMode="auto">
          <a:xfrm>
            <a:off x="5710238" y="169862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61828" name="Text Box 58">
            <a:extLst>
              <a:ext uri="{FF2B5EF4-FFF2-40B4-BE49-F238E27FC236}">
                <a16:creationId xmlns:a16="http://schemas.microsoft.com/office/drawing/2014/main" id="{28B327E5-DC59-4EC4-8764-215B00BA4061}"/>
              </a:ext>
            </a:extLst>
          </p:cNvPr>
          <p:cNvSpPr txBox="1">
            <a:spLocks noChangeArrowheads="1"/>
          </p:cNvSpPr>
          <p:nvPr/>
        </p:nvSpPr>
        <p:spPr bwMode="auto">
          <a:xfrm>
            <a:off x="5405438" y="333057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61829" name="Text Box 59">
            <a:extLst>
              <a:ext uri="{FF2B5EF4-FFF2-40B4-BE49-F238E27FC236}">
                <a16:creationId xmlns:a16="http://schemas.microsoft.com/office/drawing/2014/main" id="{01A9F178-281F-4B49-8D06-F83DD391181B}"/>
              </a:ext>
            </a:extLst>
          </p:cNvPr>
          <p:cNvSpPr txBox="1">
            <a:spLocks noChangeArrowheads="1"/>
          </p:cNvSpPr>
          <p:nvPr/>
        </p:nvSpPr>
        <p:spPr bwMode="auto">
          <a:xfrm>
            <a:off x="6426200" y="3330575"/>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61830" name="Text Box 60">
            <a:extLst>
              <a:ext uri="{FF2B5EF4-FFF2-40B4-BE49-F238E27FC236}">
                <a16:creationId xmlns:a16="http://schemas.microsoft.com/office/drawing/2014/main" id="{384EA50B-8E81-4156-8B54-C957F7CF3F43}"/>
              </a:ext>
            </a:extLst>
          </p:cNvPr>
          <p:cNvSpPr txBox="1">
            <a:spLocks noChangeArrowheads="1"/>
          </p:cNvSpPr>
          <p:nvPr/>
        </p:nvSpPr>
        <p:spPr bwMode="auto">
          <a:xfrm>
            <a:off x="7578725" y="3330575"/>
            <a:ext cx="474663"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67976" name="Group 61">
            <a:extLst>
              <a:ext uri="{FF2B5EF4-FFF2-40B4-BE49-F238E27FC236}">
                <a16:creationId xmlns:a16="http://schemas.microsoft.com/office/drawing/2014/main" id="{24463EAF-E348-7547-9064-D63F4B51D62D}"/>
              </a:ext>
            </a:extLst>
          </p:cNvPr>
          <p:cNvGrpSpPr>
            <a:grpSpLocks/>
          </p:cNvGrpSpPr>
          <p:nvPr/>
        </p:nvGrpSpPr>
        <p:grpSpPr bwMode="auto">
          <a:xfrm>
            <a:off x="4037013" y="1851025"/>
            <a:ext cx="228600" cy="304800"/>
            <a:chOff x="2698" y="1622"/>
            <a:chExt cx="144" cy="192"/>
          </a:xfrm>
        </p:grpSpPr>
        <p:sp>
          <p:nvSpPr>
            <p:cNvPr id="161850" name="Line 62">
              <a:extLst>
                <a:ext uri="{FF2B5EF4-FFF2-40B4-BE49-F238E27FC236}">
                  <a16:creationId xmlns:a16="http://schemas.microsoft.com/office/drawing/2014/main" id="{48597395-B8C2-4682-8FDF-3726359E1317}"/>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51" name="Line 63">
              <a:extLst>
                <a:ext uri="{FF2B5EF4-FFF2-40B4-BE49-F238E27FC236}">
                  <a16:creationId xmlns:a16="http://schemas.microsoft.com/office/drawing/2014/main" id="{74D56885-D8CB-4FC8-BE00-195D5B915A16}"/>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67977" name="Group 64">
            <a:extLst>
              <a:ext uri="{FF2B5EF4-FFF2-40B4-BE49-F238E27FC236}">
                <a16:creationId xmlns:a16="http://schemas.microsoft.com/office/drawing/2014/main" id="{87927F9C-6BBD-5143-8AEF-2E14A2D3BE62}"/>
              </a:ext>
            </a:extLst>
          </p:cNvPr>
          <p:cNvGrpSpPr>
            <a:grpSpLocks/>
          </p:cNvGrpSpPr>
          <p:nvPr/>
        </p:nvGrpSpPr>
        <p:grpSpPr bwMode="auto">
          <a:xfrm>
            <a:off x="4967288" y="3394075"/>
            <a:ext cx="228600" cy="304800"/>
            <a:chOff x="2698" y="1622"/>
            <a:chExt cx="144" cy="192"/>
          </a:xfrm>
        </p:grpSpPr>
        <p:sp>
          <p:nvSpPr>
            <p:cNvPr id="161848" name="Line 65">
              <a:extLst>
                <a:ext uri="{FF2B5EF4-FFF2-40B4-BE49-F238E27FC236}">
                  <a16:creationId xmlns:a16="http://schemas.microsoft.com/office/drawing/2014/main" id="{789F7060-5452-4D00-889E-16624F95E87B}"/>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49" name="Line 66">
              <a:extLst>
                <a:ext uri="{FF2B5EF4-FFF2-40B4-BE49-F238E27FC236}">
                  <a16:creationId xmlns:a16="http://schemas.microsoft.com/office/drawing/2014/main" id="{B29F78E2-CC27-47E5-88E8-D951732EED8D}"/>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3" name="Group 67">
            <a:extLst>
              <a:ext uri="{FF2B5EF4-FFF2-40B4-BE49-F238E27FC236}">
                <a16:creationId xmlns:a16="http://schemas.microsoft.com/office/drawing/2014/main" id="{4C0FF929-6B07-4B5F-914C-8F6461B0BAE3}"/>
              </a:ext>
            </a:extLst>
          </p:cNvPr>
          <p:cNvGrpSpPr>
            <a:grpSpLocks/>
          </p:cNvGrpSpPr>
          <p:nvPr/>
        </p:nvGrpSpPr>
        <p:grpSpPr bwMode="auto">
          <a:xfrm>
            <a:off x="493713" y="3355975"/>
            <a:ext cx="838200" cy="381000"/>
            <a:chOff x="1968" y="1344"/>
            <a:chExt cx="528" cy="240"/>
          </a:xfrm>
          <a:solidFill>
            <a:schemeClr val="bg1"/>
          </a:solidFill>
        </p:grpSpPr>
        <p:sp>
          <p:nvSpPr>
            <p:cNvPr id="161846" name="Rectangle 68">
              <a:extLst>
                <a:ext uri="{FF2B5EF4-FFF2-40B4-BE49-F238E27FC236}">
                  <a16:creationId xmlns:a16="http://schemas.microsoft.com/office/drawing/2014/main" id="{544A74D9-79AB-44B2-91A4-19B73586E893}"/>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1847" name="Rectangle 69">
              <a:extLst>
                <a:ext uri="{FF2B5EF4-FFF2-40B4-BE49-F238E27FC236}">
                  <a16:creationId xmlns:a16="http://schemas.microsoft.com/office/drawing/2014/main" id="{CC7C4792-2ACB-4CE0-8CCB-C69019C75DAF}"/>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61834" name="Line 70">
            <a:extLst>
              <a:ext uri="{FF2B5EF4-FFF2-40B4-BE49-F238E27FC236}">
                <a16:creationId xmlns:a16="http://schemas.microsoft.com/office/drawing/2014/main" id="{593D9D1B-A90A-43E0-8E95-20AAFC54C18A}"/>
              </a:ext>
            </a:extLst>
          </p:cNvPr>
          <p:cNvSpPr>
            <a:spLocks noChangeShapeType="1"/>
          </p:cNvSpPr>
          <p:nvPr/>
        </p:nvSpPr>
        <p:spPr bwMode="auto">
          <a:xfrm>
            <a:off x="1255713" y="3584575"/>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67980" name="Group 71">
            <a:extLst>
              <a:ext uri="{FF2B5EF4-FFF2-40B4-BE49-F238E27FC236}">
                <a16:creationId xmlns:a16="http://schemas.microsoft.com/office/drawing/2014/main" id="{E64689D4-36A0-AD49-AF79-A819BE761BAF}"/>
              </a:ext>
            </a:extLst>
          </p:cNvPr>
          <p:cNvGrpSpPr>
            <a:grpSpLocks/>
          </p:cNvGrpSpPr>
          <p:nvPr/>
        </p:nvGrpSpPr>
        <p:grpSpPr bwMode="auto">
          <a:xfrm>
            <a:off x="1404938" y="3432175"/>
            <a:ext cx="228600" cy="304800"/>
            <a:chOff x="2698" y="1622"/>
            <a:chExt cx="144" cy="192"/>
          </a:xfrm>
        </p:grpSpPr>
        <p:sp>
          <p:nvSpPr>
            <p:cNvPr id="161844" name="Line 72">
              <a:extLst>
                <a:ext uri="{FF2B5EF4-FFF2-40B4-BE49-F238E27FC236}">
                  <a16:creationId xmlns:a16="http://schemas.microsoft.com/office/drawing/2014/main" id="{46E62A01-0A8E-4F05-8D87-B282EEBBBE76}"/>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45" name="Line 73">
              <a:extLst>
                <a:ext uri="{FF2B5EF4-FFF2-40B4-BE49-F238E27FC236}">
                  <a16:creationId xmlns:a16="http://schemas.microsoft.com/office/drawing/2014/main" id="{9FA59EC8-3783-4703-9D0F-0D15E8D8E4C9}"/>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161836" name="Rectangle 81">
            <a:extLst>
              <a:ext uri="{FF2B5EF4-FFF2-40B4-BE49-F238E27FC236}">
                <a16:creationId xmlns:a16="http://schemas.microsoft.com/office/drawing/2014/main" id="{A2EDD322-892C-45CC-8C5B-202ADDA06762}"/>
              </a:ext>
            </a:extLst>
          </p:cNvPr>
          <p:cNvSpPr>
            <a:spLocks noChangeArrowheads="1"/>
          </p:cNvSpPr>
          <p:nvPr/>
        </p:nvSpPr>
        <p:spPr bwMode="auto">
          <a:xfrm>
            <a:off x="898525" y="219075"/>
            <a:ext cx="2816225" cy="51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有序链表合并</a:t>
            </a:r>
          </a:p>
        </p:txBody>
      </p:sp>
      <p:sp>
        <p:nvSpPr>
          <p:cNvPr id="598098" name="Text Box 82">
            <a:extLst>
              <a:ext uri="{FF2B5EF4-FFF2-40B4-BE49-F238E27FC236}">
                <a16:creationId xmlns:a16="http://schemas.microsoft.com/office/drawing/2014/main" id="{84FC9584-8288-476F-B735-A9D6CF70FB20}"/>
              </a:ext>
            </a:extLst>
          </p:cNvPr>
          <p:cNvSpPr txBox="1">
            <a:spLocks noChangeArrowheads="1"/>
          </p:cNvSpPr>
          <p:nvPr/>
        </p:nvSpPr>
        <p:spPr bwMode="auto">
          <a:xfrm>
            <a:off x="2419350" y="5368925"/>
            <a:ext cx="4672013" cy="579438"/>
          </a:xfrm>
          <a:prstGeom prst="rect">
            <a:avLst/>
          </a:prstGeom>
          <a:solidFill>
            <a:srgbClr val="D7D7FF"/>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a:solidFill>
                  <a:srgbClr val="FF0000"/>
                </a:solidFill>
                <a:latin typeface="+mn-lt"/>
                <a:ea typeface="+mn-ea"/>
                <a:cs typeface="+mn-ea"/>
                <a:sym typeface="+mn-lt"/>
              </a:rPr>
              <a:t>pc-&gt; next=pa?pa:pb; </a:t>
            </a:r>
          </a:p>
        </p:txBody>
      </p:sp>
      <p:sp>
        <p:nvSpPr>
          <p:cNvPr id="161838" name="Text Box 83">
            <a:extLst>
              <a:ext uri="{FF2B5EF4-FFF2-40B4-BE49-F238E27FC236}">
                <a16:creationId xmlns:a16="http://schemas.microsoft.com/office/drawing/2014/main" id="{82034A96-1CF9-45CF-8E4F-7768CD96C751}"/>
              </a:ext>
            </a:extLst>
          </p:cNvPr>
          <p:cNvSpPr txBox="1">
            <a:spLocks noChangeArrowheads="1"/>
          </p:cNvSpPr>
          <p:nvPr/>
        </p:nvSpPr>
        <p:spPr bwMode="auto">
          <a:xfrm>
            <a:off x="6556375" y="2466975"/>
            <a:ext cx="2301875"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latin typeface="+mn-lt"/>
                <a:ea typeface="+mn-ea"/>
                <a:cs typeface="+mn-ea"/>
                <a:sym typeface="+mn-lt"/>
              </a:rPr>
              <a:t>pa(NULL)</a:t>
            </a:r>
          </a:p>
        </p:txBody>
      </p:sp>
      <p:sp>
        <p:nvSpPr>
          <p:cNvPr id="161839" name="Line 84">
            <a:extLst>
              <a:ext uri="{FF2B5EF4-FFF2-40B4-BE49-F238E27FC236}">
                <a16:creationId xmlns:a16="http://schemas.microsoft.com/office/drawing/2014/main" id="{ECC94D59-9E73-4753-BC8B-E34F5814B22A}"/>
              </a:ext>
            </a:extLst>
          </p:cNvPr>
          <p:cNvSpPr>
            <a:spLocks noChangeShapeType="1"/>
          </p:cNvSpPr>
          <p:nvPr/>
        </p:nvSpPr>
        <p:spPr bwMode="auto">
          <a:xfrm flipV="1">
            <a:off x="6705600" y="2171700"/>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40" name="Text Box 85">
            <a:extLst>
              <a:ext uri="{FF2B5EF4-FFF2-40B4-BE49-F238E27FC236}">
                <a16:creationId xmlns:a16="http://schemas.microsoft.com/office/drawing/2014/main" id="{F6578CF7-DF42-46D4-AABD-79C58A25A48C}"/>
              </a:ext>
            </a:extLst>
          </p:cNvPr>
          <p:cNvSpPr txBox="1">
            <a:spLocks noChangeArrowheads="1"/>
          </p:cNvSpPr>
          <p:nvPr/>
        </p:nvSpPr>
        <p:spPr bwMode="auto">
          <a:xfrm>
            <a:off x="6672263" y="4027488"/>
            <a:ext cx="639762"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dirty="0" err="1">
                <a:latin typeface="+mn-lt"/>
                <a:ea typeface="+mn-ea"/>
                <a:cs typeface="+mn-ea"/>
                <a:sym typeface="+mn-lt"/>
              </a:rPr>
              <a:t>pb</a:t>
            </a:r>
            <a:endParaRPr lang="en-US" altLang="zh-CN" sz="3200" b="1" dirty="0">
              <a:latin typeface="+mn-lt"/>
              <a:ea typeface="+mn-ea"/>
              <a:cs typeface="+mn-ea"/>
              <a:sym typeface="+mn-lt"/>
            </a:endParaRPr>
          </a:p>
        </p:txBody>
      </p:sp>
      <p:sp>
        <p:nvSpPr>
          <p:cNvPr id="161841" name="Line 86">
            <a:extLst>
              <a:ext uri="{FF2B5EF4-FFF2-40B4-BE49-F238E27FC236}">
                <a16:creationId xmlns:a16="http://schemas.microsoft.com/office/drawing/2014/main" id="{EDC1F777-56BF-404C-921B-2C434DEA1C28}"/>
              </a:ext>
            </a:extLst>
          </p:cNvPr>
          <p:cNvSpPr>
            <a:spLocks noChangeShapeType="1"/>
          </p:cNvSpPr>
          <p:nvPr/>
        </p:nvSpPr>
        <p:spPr bwMode="auto">
          <a:xfrm flipV="1">
            <a:off x="6821488" y="3738563"/>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1842" name="Text Box 87">
            <a:extLst>
              <a:ext uri="{FF2B5EF4-FFF2-40B4-BE49-F238E27FC236}">
                <a16:creationId xmlns:a16="http://schemas.microsoft.com/office/drawing/2014/main" id="{B96E5B4B-BE78-4B18-8A9E-4F42E4D2A1CC}"/>
              </a:ext>
            </a:extLst>
          </p:cNvPr>
          <p:cNvSpPr txBox="1">
            <a:spLocks noChangeArrowheads="1"/>
          </p:cNvSpPr>
          <p:nvPr/>
        </p:nvSpPr>
        <p:spPr bwMode="auto">
          <a:xfrm>
            <a:off x="5467350" y="4002088"/>
            <a:ext cx="595313"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dirty="0">
                <a:latin typeface="+mn-lt"/>
                <a:ea typeface="+mn-ea"/>
                <a:cs typeface="+mn-ea"/>
                <a:sym typeface="+mn-lt"/>
              </a:rPr>
              <a:t>pc</a:t>
            </a:r>
          </a:p>
        </p:txBody>
      </p:sp>
      <p:sp>
        <p:nvSpPr>
          <p:cNvPr id="161843" name="Line 88">
            <a:extLst>
              <a:ext uri="{FF2B5EF4-FFF2-40B4-BE49-F238E27FC236}">
                <a16:creationId xmlns:a16="http://schemas.microsoft.com/office/drawing/2014/main" id="{0693BAFF-85A3-4390-9E2B-2EFECCBAE588}"/>
              </a:ext>
            </a:extLst>
          </p:cNvPr>
          <p:cNvSpPr>
            <a:spLocks noChangeShapeType="1"/>
          </p:cNvSpPr>
          <p:nvPr/>
        </p:nvSpPr>
        <p:spPr bwMode="auto">
          <a:xfrm flipV="1">
            <a:off x="5638800" y="3738563"/>
            <a:ext cx="0" cy="381000"/>
          </a:xfrm>
          <a:prstGeom prst="line">
            <a:avLst/>
          </a:prstGeom>
          <a:noFill/>
          <a:ln w="571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98098"/>
                                        </p:tgtEl>
                                        <p:attrNameLst>
                                          <p:attrName>style.visibility</p:attrName>
                                        </p:attrNameLst>
                                      </p:cBhvr>
                                      <p:to>
                                        <p:strVal val="visible"/>
                                      </p:to>
                                    </p:set>
                                    <p:animEffect transition="in" filter="box(in)">
                                      <p:cBhvr>
                                        <p:cTn id="7" dur="2000"/>
                                        <p:tgtEl>
                                          <p:spTgt spid="5980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8098"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8962" name="Group 5">
            <a:extLst>
              <a:ext uri="{FF2B5EF4-FFF2-40B4-BE49-F238E27FC236}">
                <a16:creationId xmlns:a16="http://schemas.microsoft.com/office/drawing/2014/main" id="{153A9EEE-C120-824A-A711-32BCAF1E65BF}"/>
              </a:ext>
            </a:extLst>
          </p:cNvPr>
          <p:cNvGrpSpPr>
            <a:grpSpLocks/>
          </p:cNvGrpSpPr>
          <p:nvPr/>
        </p:nvGrpSpPr>
        <p:grpSpPr bwMode="auto">
          <a:xfrm>
            <a:off x="3470275" y="2392363"/>
            <a:ext cx="838200" cy="381000"/>
            <a:chOff x="1968" y="1344"/>
            <a:chExt cx="528" cy="240"/>
          </a:xfrm>
        </p:grpSpPr>
        <p:sp>
          <p:nvSpPr>
            <p:cNvPr id="162894" name="Rectangle 6">
              <a:extLst>
                <a:ext uri="{FF2B5EF4-FFF2-40B4-BE49-F238E27FC236}">
                  <a16:creationId xmlns:a16="http://schemas.microsoft.com/office/drawing/2014/main" id="{EE9C97D5-9CEE-4126-9790-950F5E959AC3}"/>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2895" name="Rectangle 7">
              <a:extLst>
                <a:ext uri="{FF2B5EF4-FFF2-40B4-BE49-F238E27FC236}">
                  <a16:creationId xmlns:a16="http://schemas.microsoft.com/office/drawing/2014/main" id="{494D399F-97DF-4759-ABC4-2F01AC25D84C}"/>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8963" name="Group 8">
            <a:extLst>
              <a:ext uri="{FF2B5EF4-FFF2-40B4-BE49-F238E27FC236}">
                <a16:creationId xmlns:a16="http://schemas.microsoft.com/office/drawing/2014/main" id="{6AE49583-BCA3-6040-AD18-DC1412E9A25B}"/>
              </a:ext>
            </a:extLst>
          </p:cNvPr>
          <p:cNvGrpSpPr>
            <a:grpSpLocks/>
          </p:cNvGrpSpPr>
          <p:nvPr/>
        </p:nvGrpSpPr>
        <p:grpSpPr bwMode="auto">
          <a:xfrm>
            <a:off x="4689475" y="2392363"/>
            <a:ext cx="838200" cy="381000"/>
            <a:chOff x="1968" y="1344"/>
            <a:chExt cx="528" cy="240"/>
          </a:xfrm>
        </p:grpSpPr>
        <p:sp>
          <p:nvSpPr>
            <p:cNvPr id="162892" name="Rectangle 9">
              <a:extLst>
                <a:ext uri="{FF2B5EF4-FFF2-40B4-BE49-F238E27FC236}">
                  <a16:creationId xmlns:a16="http://schemas.microsoft.com/office/drawing/2014/main" id="{8BEE44ED-8683-4A5A-BD15-4239230A1720}"/>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2893" name="Rectangle 10">
              <a:extLst>
                <a:ext uri="{FF2B5EF4-FFF2-40B4-BE49-F238E27FC236}">
                  <a16:creationId xmlns:a16="http://schemas.microsoft.com/office/drawing/2014/main" id="{FB9F277F-0D67-4F9C-B57D-6DB23FD17260}"/>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8964" name="Group 11">
            <a:extLst>
              <a:ext uri="{FF2B5EF4-FFF2-40B4-BE49-F238E27FC236}">
                <a16:creationId xmlns:a16="http://schemas.microsoft.com/office/drawing/2014/main" id="{F0CAA568-6330-7445-9343-CD1731EA17C8}"/>
              </a:ext>
            </a:extLst>
          </p:cNvPr>
          <p:cNvGrpSpPr>
            <a:grpSpLocks/>
          </p:cNvGrpSpPr>
          <p:nvPr/>
        </p:nvGrpSpPr>
        <p:grpSpPr bwMode="auto">
          <a:xfrm>
            <a:off x="5908675" y="2392363"/>
            <a:ext cx="838200" cy="381000"/>
            <a:chOff x="1968" y="1344"/>
            <a:chExt cx="528" cy="240"/>
          </a:xfrm>
        </p:grpSpPr>
        <p:sp>
          <p:nvSpPr>
            <p:cNvPr id="162890" name="Rectangle 12">
              <a:extLst>
                <a:ext uri="{FF2B5EF4-FFF2-40B4-BE49-F238E27FC236}">
                  <a16:creationId xmlns:a16="http://schemas.microsoft.com/office/drawing/2014/main" id="{EDCD85D0-B010-4B24-9545-5C4143330525}"/>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2891" name="Rectangle 13">
              <a:extLst>
                <a:ext uri="{FF2B5EF4-FFF2-40B4-BE49-F238E27FC236}">
                  <a16:creationId xmlns:a16="http://schemas.microsoft.com/office/drawing/2014/main" id="{628BF13B-78AB-4851-AF6A-1D41645BBAC9}"/>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8965" name="Group 14">
            <a:extLst>
              <a:ext uri="{FF2B5EF4-FFF2-40B4-BE49-F238E27FC236}">
                <a16:creationId xmlns:a16="http://schemas.microsoft.com/office/drawing/2014/main" id="{CEB2DAA6-D4EA-364E-8BAB-2346D8BCBB4C}"/>
              </a:ext>
            </a:extLst>
          </p:cNvPr>
          <p:cNvGrpSpPr>
            <a:grpSpLocks/>
          </p:cNvGrpSpPr>
          <p:nvPr/>
        </p:nvGrpSpPr>
        <p:grpSpPr bwMode="auto">
          <a:xfrm>
            <a:off x="2327275" y="2392363"/>
            <a:ext cx="838200" cy="381000"/>
            <a:chOff x="1968" y="1344"/>
            <a:chExt cx="528" cy="240"/>
          </a:xfrm>
        </p:grpSpPr>
        <p:sp>
          <p:nvSpPr>
            <p:cNvPr id="162888" name="Rectangle 15">
              <a:extLst>
                <a:ext uri="{FF2B5EF4-FFF2-40B4-BE49-F238E27FC236}">
                  <a16:creationId xmlns:a16="http://schemas.microsoft.com/office/drawing/2014/main" id="{40268E56-82B5-4EE9-A059-AD8B57F39C19}"/>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2889" name="Rectangle 16">
              <a:extLst>
                <a:ext uri="{FF2B5EF4-FFF2-40B4-BE49-F238E27FC236}">
                  <a16:creationId xmlns:a16="http://schemas.microsoft.com/office/drawing/2014/main" id="{F24B3C90-81C5-4126-AE56-A1FB400E2C47}"/>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8966" name="Group 17">
            <a:extLst>
              <a:ext uri="{FF2B5EF4-FFF2-40B4-BE49-F238E27FC236}">
                <a16:creationId xmlns:a16="http://schemas.microsoft.com/office/drawing/2014/main" id="{F063BCBB-41A9-C945-8720-7A1F803DD686}"/>
              </a:ext>
            </a:extLst>
          </p:cNvPr>
          <p:cNvGrpSpPr>
            <a:grpSpLocks/>
          </p:cNvGrpSpPr>
          <p:nvPr/>
        </p:nvGrpSpPr>
        <p:grpSpPr bwMode="auto">
          <a:xfrm>
            <a:off x="2022475" y="3992563"/>
            <a:ext cx="838200" cy="381000"/>
            <a:chOff x="1968" y="1344"/>
            <a:chExt cx="528" cy="240"/>
          </a:xfrm>
        </p:grpSpPr>
        <p:sp>
          <p:nvSpPr>
            <p:cNvPr id="162886" name="Rectangle 18">
              <a:extLst>
                <a:ext uri="{FF2B5EF4-FFF2-40B4-BE49-F238E27FC236}">
                  <a16:creationId xmlns:a16="http://schemas.microsoft.com/office/drawing/2014/main" id="{7FFFE478-EEB5-49A2-8D1F-49B6F08AFE12}"/>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2887" name="Rectangle 19">
              <a:extLst>
                <a:ext uri="{FF2B5EF4-FFF2-40B4-BE49-F238E27FC236}">
                  <a16:creationId xmlns:a16="http://schemas.microsoft.com/office/drawing/2014/main" id="{08CDA517-8EAE-48C3-BCE0-EF9F52739C47}"/>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8967" name="Group 20">
            <a:extLst>
              <a:ext uri="{FF2B5EF4-FFF2-40B4-BE49-F238E27FC236}">
                <a16:creationId xmlns:a16="http://schemas.microsoft.com/office/drawing/2014/main" id="{B2E20F51-2747-5E47-8246-C8CEDCD9DBF5}"/>
              </a:ext>
            </a:extLst>
          </p:cNvPr>
          <p:cNvGrpSpPr>
            <a:grpSpLocks/>
          </p:cNvGrpSpPr>
          <p:nvPr/>
        </p:nvGrpSpPr>
        <p:grpSpPr bwMode="auto">
          <a:xfrm>
            <a:off x="3165475" y="3992563"/>
            <a:ext cx="838200" cy="381000"/>
            <a:chOff x="1968" y="1344"/>
            <a:chExt cx="528" cy="240"/>
          </a:xfrm>
        </p:grpSpPr>
        <p:sp>
          <p:nvSpPr>
            <p:cNvPr id="162884" name="Rectangle 21">
              <a:extLst>
                <a:ext uri="{FF2B5EF4-FFF2-40B4-BE49-F238E27FC236}">
                  <a16:creationId xmlns:a16="http://schemas.microsoft.com/office/drawing/2014/main" id="{D7A43A25-463A-4379-81E5-9FFFE2B33C36}"/>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2885" name="Rectangle 22">
              <a:extLst>
                <a:ext uri="{FF2B5EF4-FFF2-40B4-BE49-F238E27FC236}">
                  <a16:creationId xmlns:a16="http://schemas.microsoft.com/office/drawing/2014/main" id="{9234F382-525D-4A60-818B-18740A3C32E1}"/>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8968" name="Group 23">
            <a:extLst>
              <a:ext uri="{FF2B5EF4-FFF2-40B4-BE49-F238E27FC236}">
                <a16:creationId xmlns:a16="http://schemas.microsoft.com/office/drawing/2014/main" id="{A57BC140-9C4D-DC4B-92ED-439501FE1B29}"/>
              </a:ext>
            </a:extLst>
          </p:cNvPr>
          <p:cNvGrpSpPr>
            <a:grpSpLocks/>
          </p:cNvGrpSpPr>
          <p:nvPr/>
        </p:nvGrpSpPr>
        <p:grpSpPr bwMode="auto">
          <a:xfrm>
            <a:off x="4384675" y="3992563"/>
            <a:ext cx="838200" cy="381000"/>
            <a:chOff x="1968" y="1344"/>
            <a:chExt cx="528" cy="240"/>
          </a:xfrm>
        </p:grpSpPr>
        <p:sp>
          <p:nvSpPr>
            <p:cNvPr id="162882" name="Rectangle 24">
              <a:extLst>
                <a:ext uri="{FF2B5EF4-FFF2-40B4-BE49-F238E27FC236}">
                  <a16:creationId xmlns:a16="http://schemas.microsoft.com/office/drawing/2014/main" id="{EF33FB04-59DE-4B41-BFE3-3AD75B547D90}"/>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2883" name="Rectangle 25">
              <a:extLst>
                <a:ext uri="{FF2B5EF4-FFF2-40B4-BE49-F238E27FC236}">
                  <a16:creationId xmlns:a16="http://schemas.microsoft.com/office/drawing/2014/main" id="{6D64065A-3259-4211-AC60-7562507623E3}"/>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8969" name="Group 26">
            <a:extLst>
              <a:ext uri="{FF2B5EF4-FFF2-40B4-BE49-F238E27FC236}">
                <a16:creationId xmlns:a16="http://schemas.microsoft.com/office/drawing/2014/main" id="{39713753-5EA9-1043-9B40-CF06ECDD455E}"/>
              </a:ext>
            </a:extLst>
          </p:cNvPr>
          <p:cNvGrpSpPr>
            <a:grpSpLocks/>
          </p:cNvGrpSpPr>
          <p:nvPr/>
        </p:nvGrpSpPr>
        <p:grpSpPr bwMode="auto">
          <a:xfrm>
            <a:off x="5603875" y="3992563"/>
            <a:ext cx="838200" cy="381000"/>
            <a:chOff x="1968" y="1344"/>
            <a:chExt cx="528" cy="240"/>
          </a:xfrm>
        </p:grpSpPr>
        <p:sp>
          <p:nvSpPr>
            <p:cNvPr id="162880" name="Rectangle 27">
              <a:extLst>
                <a:ext uri="{FF2B5EF4-FFF2-40B4-BE49-F238E27FC236}">
                  <a16:creationId xmlns:a16="http://schemas.microsoft.com/office/drawing/2014/main" id="{C6A86EF9-7169-4FA3-B8FC-B34C72F6FE18}"/>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2881" name="Rectangle 28">
              <a:extLst>
                <a:ext uri="{FF2B5EF4-FFF2-40B4-BE49-F238E27FC236}">
                  <a16:creationId xmlns:a16="http://schemas.microsoft.com/office/drawing/2014/main" id="{6886F7C9-F659-4EBE-B8F8-558283F17F83}"/>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8970" name="Group 29">
            <a:extLst>
              <a:ext uri="{FF2B5EF4-FFF2-40B4-BE49-F238E27FC236}">
                <a16:creationId xmlns:a16="http://schemas.microsoft.com/office/drawing/2014/main" id="{6FB9320B-9673-054F-B2D5-34F7042F4397}"/>
              </a:ext>
            </a:extLst>
          </p:cNvPr>
          <p:cNvGrpSpPr>
            <a:grpSpLocks/>
          </p:cNvGrpSpPr>
          <p:nvPr/>
        </p:nvGrpSpPr>
        <p:grpSpPr bwMode="auto">
          <a:xfrm>
            <a:off x="6746875" y="3992563"/>
            <a:ext cx="838200" cy="381000"/>
            <a:chOff x="1968" y="1344"/>
            <a:chExt cx="528" cy="240"/>
          </a:xfrm>
        </p:grpSpPr>
        <p:sp>
          <p:nvSpPr>
            <p:cNvPr id="162878" name="Rectangle 30">
              <a:extLst>
                <a:ext uri="{FF2B5EF4-FFF2-40B4-BE49-F238E27FC236}">
                  <a16:creationId xmlns:a16="http://schemas.microsoft.com/office/drawing/2014/main" id="{C10DA476-053F-43C0-BB28-ACF8C539CC60}"/>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2879" name="Rectangle 31">
              <a:extLst>
                <a:ext uri="{FF2B5EF4-FFF2-40B4-BE49-F238E27FC236}">
                  <a16:creationId xmlns:a16="http://schemas.microsoft.com/office/drawing/2014/main" id="{8FCB830B-0983-4D61-AC20-4A32BD918E3C}"/>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68971" name="Group 32">
            <a:extLst>
              <a:ext uri="{FF2B5EF4-FFF2-40B4-BE49-F238E27FC236}">
                <a16:creationId xmlns:a16="http://schemas.microsoft.com/office/drawing/2014/main" id="{81406650-E0E9-074F-B034-B47D119DA60C}"/>
              </a:ext>
            </a:extLst>
          </p:cNvPr>
          <p:cNvGrpSpPr>
            <a:grpSpLocks/>
          </p:cNvGrpSpPr>
          <p:nvPr/>
        </p:nvGrpSpPr>
        <p:grpSpPr bwMode="auto">
          <a:xfrm>
            <a:off x="7889875" y="3992563"/>
            <a:ext cx="838200" cy="381000"/>
            <a:chOff x="1968" y="1344"/>
            <a:chExt cx="528" cy="240"/>
          </a:xfrm>
        </p:grpSpPr>
        <p:sp>
          <p:nvSpPr>
            <p:cNvPr id="162876" name="Rectangle 33">
              <a:extLst>
                <a:ext uri="{FF2B5EF4-FFF2-40B4-BE49-F238E27FC236}">
                  <a16:creationId xmlns:a16="http://schemas.microsoft.com/office/drawing/2014/main" id="{34225EE1-1354-4926-AF56-F989DF144BE1}"/>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2877" name="Rectangle 34">
              <a:extLst>
                <a:ext uri="{FF2B5EF4-FFF2-40B4-BE49-F238E27FC236}">
                  <a16:creationId xmlns:a16="http://schemas.microsoft.com/office/drawing/2014/main" id="{FAC68675-4103-4A19-B1B2-C56B846F524E}"/>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62828" name="Line 35">
            <a:extLst>
              <a:ext uri="{FF2B5EF4-FFF2-40B4-BE49-F238E27FC236}">
                <a16:creationId xmlns:a16="http://schemas.microsoft.com/office/drawing/2014/main" id="{F3DBF023-E137-4838-B09A-2F689FD9CB0A}"/>
              </a:ext>
            </a:extLst>
          </p:cNvPr>
          <p:cNvSpPr>
            <a:spLocks noChangeShapeType="1"/>
          </p:cNvSpPr>
          <p:nvPr/>
        </p:nvSpPr>
        <p:spPr bwMode="auto">
          <a:xfrm>
            <a:off x="2708275" y="41449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29" name="Line 36">
            <a:extLst>
              <a:ext uri="{FF2B5EF4-FFF2-40B4-BE49-F238E27FC236}">
                <a16:creationId xmlns:a16="http://schemas.microsoft.com/office/drawing/2014/main" id="{274D2F03-8F76-43D0-8123-18D1BCD7BA01}"/>
              </a:ext>
            </a:extLst>
          </p:cNvPr>
          <p:cNvSpPr>
            <a:spLocks noChangeShapeType="1"/>
          </p:cNvSpPr>
          <p:nvPr/>
        </p:nvSpPr>
        <p:spPr bwMode="auto">
          <a:xfrm>
            <a:off x="5146675" y="41449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30" name="Line 37">
            <a:extLst>
              <a:ext uri="{FF2B5EF4-FFF2-40B4-BE49-F238E27FC236}">
                <a16:creationId xmlns:a16="http://schemas.microsoft.com/office/drawing/2014/main" id="{2B9BD71A-AB0D-4D94-B938-C1A031A52129}"/>
              </a:ext>
            </a:extLst>
          </p:cNvPr>
          <p:cNvSpPr>
            <a:spLocks noChangeShapeType="1"/>
          </p:cNvSpPr>
          <p:nvPr/>
        </p:nvSpPr>
        <p:spPr bwMode="auto">
          <a:xfrm>
            <a:off x="6289675" y="41449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31" name="Line 38">
            <a:extLst>
              <a:ext uri="{FF2B5EF4-FFF2-40B4-BE49-F238E27FC236}">
                <a16:creationId xmlns:a16="http://schemas.microsoft.com/office/drawing/2014/main" id="{06E5341D-E789-4E29-8295-433D816B8D26}"/>
              </a:ext>
            </a:extLst>
          </p:cNvPr>
          <p:cNvSpPr>
            <a:spLocks noChangeShapeType="1"/>
          </p:cNvSpPr>
          <p:nvPr/>
        </p:nvSpPr>
        <p:spPr bwMode="auto">
          <a:xfrm>
            <a:off x="3013075" y="26209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32" name="Line 39">
            <a:extLst>
              <a:ext uri="{FF2B5EF4-FFF2-40B4-BE49-F238E27FC236}">
                <a16:creationId xmlns:a16="http://schemas.microsoft.com/office/drawing/2014/main" id="{0EA77CF7-4F22-4342-8D6C-9D7BDB51967B}"/>
              </a:ext>
            </a:extLst>
          </p:cNvPr>
          <p:cNvSpPr>
            <a:spLocks noChangeShapeType="1"/>
          </p:cNvSpPr>
          <p:nvPr/>
        </p:nvSpPr>
        <p:spPr bwMode="auto">
          <a:xfrm>
            <a:off x="4232275" y="26209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33" name="Line 40">
            <a:extLst>
              <a:ext uri="{FF2B5EF4-FFF2-40B4-BE49-F238E27FC236}">
                <a16:creationId xmlns:a16="http://schemas.microsoft.com/office/drawing/2014/main" id="{94E39AFA-DCFC-411F-8730-A60F562C5F71}"/>
              </a:ext>
            </a:extLst>
          </p:cNvPr>
          <p:cNvSpPr>
            <a:spLocks noChangeShapeType="1"/>
          </p:cNvSpPr>
          <p:nvPr/>
        </p:nvSpPr>
        <p:spPr bwMode="auto">
          <a:xfrm>
            <a:off x="5451475" y="26209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34" name="Line 41">
            <a:extLst>
              <a:ext uri="{FF2B5EF4-FFF2-40B4-BE49-F238E27FC236}">
                <a16:creationId xmlns:a16="http://schemas.microsoft.com/office/drawing/2014/main" id="{0B6A8391-884D-4047-A463-806E8F850F0D}"/>
              </a:ext>
            </a:extLst>
          </p:cNvPr>
          <p:cNvSpPr>
            <a:spLocks noChangeShapeType="1"/>
          </p:cNvSpPr>
          <p:nvPr/>
        </p:nvSpPr>
        <p:spPr bwMode="auto">
          <a:xfrm>
            <a:off x="3927475" y="41449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35" name="Line 42">
            <a:extLst>
              <a:ext uri="{FF2B5EF4-FFF2-40B4-BE49-F238E27FC236}">
                <a16:creationId xmlns:a16="http://schemas.microsoft.com/office/drawing/2014/main" id="{62AB8C4C-7091-454A-8E4B-58B25B41C7B8}"/>
              </a:ext>
            </a:extLst>
          </p:cNvPr>
          <p:cNvSpPr>
            <a:spLocks noChangeShapeType="1"/>
          </p:cNvSpPr>
          <p:nvPr/>
        </p:nvSpPr>
        <p:spPr bwMode="auto">
          <a:xfrm>
            <a:off x="7432675" y="41449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36" name="Line 43">
            <a:extLst>
              <a:ext uri="{FF2B5EF4-FFF2-40B4-BE49-F238E27FC236}">
                <a16:creationId xmlns:a16="http://schemas.microsoft.com/office/drawing/2014/main" id="{7C4F677B-45BB-4988-802A-3D8632FA548C}"/>
              </a:ext>
            </a:extLst>
          </p:cNvPr>
          <p:cNvSpPr>
            <a:spLocks noChangeShapeType="1"/>
          </p:cNvSpPr>
          <p:nvPr/>
        </p:nvSpPr>
        <p:spPr bwMode="auto">
          <a:xfrm flipV="1">
            <a:off x="2479675" y="2773363"/>
            <a:ext cx="0" cy="7620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37" name="Line 44">
            <a:extLst>
              <a:ext uri="{FF2B5EF4-FFF2-40B4-BE49-F238E27FC236}">
                <a16:creationId xmlns:a16="http://schemas.microsoft.com/office/drawing/2014/main" id="{0DF088C6-2EFA-4EEC-A057-87BD614F7097}"/>
              </a:ext>
            </a:extLst>
          </p:cNvPr>
          <p:cNvSpPr>
            <a:spLocks noChangeShapeType="1"/>
          </p:cNvSpPr>
          <p:nvPr/>
        </p:nvSpPr>
        <p:spPr bwMode="auto">
          <a:xfrm>
            <a:off x="4141788" y="2620963"/>
            <a:ext cx="0" cy="45720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38" name="Line 45">
            <a:extLst>
              <a:ext uri="{FF2B5EF4-FFF2-40B4-BE49-F238E27FC236}">
                <a16:creationId xmlns:a16="http://schemas.microsoft.com/office/drawing/2014/main" id="{D3DA48FD-3624-48A0-9845-5D284FA0BB1A}"/>
              </a:ext>
            </a:extLst>
          </p:cNvPr>
          <p:cNvSpPr>
            <a:spLocks noChangeShapeType="1"/>
          </p:cNvSpPr>
          <p:nvPr/>
        </p:nvSpPr>
        <p:spPr bwMode="auto">
          <a:xfrm flipH="1">
            <a:off x="2784475" y="3078163"/>
            <a:ext cx="1352550" cy="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39" name="Line 46">
            <a:extLst>
              <a:ext uri="{FF2B5EF4-FFF2-40B4-BE49-F238E27FC236}">
                <a16:creationId xmlns:a16="http://schemas.microsoft.com/office/drawing/2014/main" id="{F83DB013-022C-4B7B-BF71-CDA8E953B2EC}"/>
              </a:ext>
            </a:extLst>
          </p:cNvPr>
          <p:cNvSpPr>
            <a:spLocks noChangeShapeType="1"/>
          </p:cNvSpPr>
          <p:nvPr/>
        </p:nvSpPr>
        <p:spPr bwMode="auto">
          <a:xfrm>
            <a:off x="2779713" y="3078163"/>
            <a:ext cx="0" cy="9144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40" name="Line 47">
            <a:extLst>
              <a:ext uri="{FF2B5EF4-FFF2-40B4-BE49-F238E27FC236}">
                <a16:creationId xmlns:a16="http://schemas.microsoft.com/office/drawing/2014/main" id="{0E222393-073C-4CC3-8F19-EF80FCF47524}"/>
              </a:ext>
            </a:extLst>
          </p:cNvPr>
          <p:cNvSpPr>
            <a:spLocks noChangeShapeType="1"/>
          </p:cNvSpPr>
          <p:nvPr/>
        </p:nvSpPr>
        <p:spPr bwMode="auto">
          <a:xfrm flipV="1">
            <a:off x="5070475" y="2773363"/>
            <a:ext cx="0" cy="13716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41" name="Line 48">
            <a:extLst>
              <a:ext uri="{FF2B5EF4-FFF2-40B4-BE49-F238E27FC236}">
                <a16:creationId xmlns:a16="http://schemas.microsoft.com/office/drawing/2014/main" id="{A0FDBF2F-85BE-4F93-8479-CACA496C78C8}"/>
              </a:ext>
            </a:extLst>
          </p:cNvPr>
          <p:cNvSpPr>
            <a:spLocks noChangeShapeType="1"/>
          </p:cNvSpPr>
          <p:nvPr/>
        </p:nvSpPr>
        <p:spPr bwMode="auto">
          <a:xfrm>
            <a:off x="6616700" y="2620963"/>
            <a:ext cx="0" cy="53340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42" name="Line 49">
            <a:extLst>
              <a:ext uri="{FF2B5EF4-FFF2-40B4-BE49-F238E27FC236}">
                <a16:creationId xmlns:a16="http://schemas.microsoft.com/office/drawing/2014/main" id="{51610934-31F3-4743-86D9-F78B7DFB5443}"/>
              </a:ext>
            </a:extLst>
          </p:cNvPr>
          <p:cNvSpPr>
            <a:spLocks noChangeShapeType="1"/>
          </p:cNvSpPr>
          <p:nvPr/>
        </p:nvSpPr>
        <p:spPr bwMode="auto">
          <a:xfrm flipH="1">
            <a:off x="6235700" y="3154363"/>
            <a:ext cx="381000" cy="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43" name="Line 50">
            <a:extLst>
              <a:ext uri="{FF2B5EF4-FFF2-40B4-BE49-F238E27FC236}">
                <a16:creationId xmlns:a16="http://schemas.microsoft.com/office/drawing/2014/main" id="{8C133CA7-7E18-401F-AB5D-58359A5C1E44}"/>
              </a:ext>
            </a:extLst>
          </p:cNvPr>
          <p:cNvSpPr>
            <a:spLocks noChangeShapeType="1"/>
          </p:cNvSpPr>
          <p:nvPr/>
        </p:nvSpPr>
        <p:spPr bwMode="auto">
          <a:xfrm>
            <a:off x="6235700" y="3154363"/>
            <a:ext cx="0" cy="8382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44" name="Line 52">
            <a:extLst>
              <a:ext uri="{FF2B5EF4-FFF2-40B4-BE49-F238E27FC236}">
                <a16:creationId xmlns:a16="http://schemas.microsoft.com/office/drawing/2014/main" id="{F171F89D-2634-407F-BB6F-06E9FE2DF7D4}"/>
              </a:ext>
            </a:extLst>
          </p:cNvPr>
          <p:cNvSpPr>
            <a:spLocks noChangeShapeType="1"/>
          </p:cNvSpPr>
          <p:nvPr/>
        </p:nvSpPr>
        <p:spPr bwMode="auto">
          <a:xfrm>
            <a:off x="1946275" y="2620963"/>
            <a:ext cx="3810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45" name="Text Box 53">
            <a:extLst>
              <a:ext uri="{FF2B5EF4-FFF2-40B4-BE49-F238E27FC236}">
                <a16:creationId xmlns:a16="http://schemas.microsoft.com/office/drawing/2014/main" id="{2D622A65-9E8A-4ABA-A9C8-AAE47536BD25}"/>
              </a:ext>
            </a:extLst>
          </p:cNvPr>
          <p:cNvSpPr txBox="1">
            <a:spLocks noChangeArrowheads="1"/>
          </p:cNvSpPr>
          <p:nvPr/>
        </p:nvSpPr>
        <p:spPr bwMode="auto">
          <a:xfrm>
            <a:off x="560388" y="2293938"/>
            <a:ext cx="1355725"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latin typeface="+mn-lt"/>
                <a:ea typeface="+mn-ea"/>
                <a:cs typeface="+mn-ea"/>
                <a:sym typeface="+mn-lt"/>
              </a:rPr>
              <a:t>La(</a:t>
            </a:r>
            <a:r>
              <a:rPr lang="en-US" altLang="zh-CN" sz="3200" dirty="0" err="1">
                <a:latin typeface="+mn-lt"/>
                <a:ea typeface="+mn-ea"/>
                <a:cs typeface="+mn-ea"/>
                <a:sym typeface="+mn-lt"/>
              </a:rPr>
              <a:t>Lc</a:t>
            </a:r>
            <a:r>
              <a:rPr lang="en-US" altLang="zh-CN" sz="3200" dirty="0">
                <a:latin typeface="+mn-lt"/>
                <a:ea typeface="+mn-ea"/>
                <a:cs typeface="+mn-ea"/>
                <a:sym typeface="+mn-lt"/>
              </a:rPr>
              <a:t>)</a:t>
            </a:r>
          </a:p>
        </p:txBody>
      </p:sp>
      <p:sp>
        <p:nvSpPr>
          <p:cNvPr id="162846" name="Text Box 54">
            <a:extLst>
              <a:ext uri="{FF2B5EF4-FFF2-40B4-BE49-F238E27FC236}">
                <a16:creationId xmlns:a16="http://schemas.microsoft.com/office/drawing/2014/main" id="{7EC35C87-DD9B-41EE-9058-7B3367F78105}"/>
              </a:ext>
            </a:extLst>
          </p:cNvPr>
          <p:cNvSpPr txBox="1">
            <a:spLocks noChangeArrowheads="1"/>
          </p:cNvSpPr>
          <p:nvPr/>
        </p:nvSpPr>
        <p:spPr bwMode="auto">
          <a:xfrm>
            <a:off x="3586163" y="2325688"/>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62847" name="Text Box 55">
            <a:extLst>
              <a:ext uri="{FF2B5EF4-FFF2-40B4-BE49-F238E27FC236}">
                <a16:creationId xmlns:a16="http://schemas.microsoft.com/office/drawing/2014/main" id="{032A1772-915B-49BB-AF76-7E705D0947F2}"/>
              </a:ext>
            </a:extLst>
          </p:cNvPr>
          <p:cNvSpPr txBox="1">
            <a:spLocks noChangeArrowheads="1"/>
          </p:cNvSpPr>
          <p:nvPr/>
        </p:nvSpPr>
        <p:spPr bwMode="auto">
          <a:xfrm>
            <a:off x="2163763" y="3916363"/>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sp>
        <p:nvSpPr>
          <p:cNvPr id="162848" name="Text Box 56">
            <a:extLst>
              <a:ext uri="{FF2B5EF4-FFF2-40B4-BE49-F238E27FC236}">
                <a16:creationId xmlns:a16="http://schemas.microsoft.com/office/drawing/2014/main" id="{735C37A6-87B8-4E08-8369-2FFA43F9E127}"/>
              </a:ext>
            </a:extLst>
          </p:cNvPr>
          <p:cNvSpPr txBox="1">
            <a:spLocks noChangeArrowheads="1"/>
          </p:cNvSpPr>
          <p:nvPr/>
        </p:nvSpPr>
        <p:spPr bwMode="auto">
          <a:xfrm>
            <a:off x="3281363" y="3916363"/>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62849" name="Text Box 57">
            <a:extLst>
              <a:ext uri="{FF2B5EF4-FFF2-40B4-BE49-F238E27FC236}">
                <a16:creationId xmlns:a16="http://schemas.microsoft.com/office/drawing/2014/main" id="{4145E003-0FC2-41AD-9115-095085C33953}"/>
              </a:ext>
            </a:extLst>
          </p:cNvPr>
          <p:cNvSpPr txBox="1">
            <a:spLocks noChangeArrowheads="1"/>
          </p:cNvSpPr>
          <p:nvPr/>
        </p:nvSpPr>
        <p:spPr bwMode="auto">
          <a:xfrm>
            <a:off x="4460875" y="3957638"/>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62850" name="Text Box 58">
            <a:extLst>
              <a:ext uri="{FF2B5EF4-FFF2-40B4-BE49-F238E27FC236}">
                <a16:creationId xmlns:a16="http://schemas.microsoft.com/office/drawing/2014/main" id="{6DFE5096-027E-4469-A6C4-4C6DF1C4EE1B}"/>
              </a:ext>
            </a:extLst>
          </p:cNvPr>
          <p:cNvSpPr txBox="1">
            <a:spLocks noChangeArrowheads="1"/>
          </p:cNvSpPr>
          <p:nvPr/>
        </p:nvSpPr>
        <p:spPr bwMode="auto">
          <a:xfrm>
            <a:off x="4768850" y="2325688"/>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62851" name="Text Box 59">
            <a:extLst>
              <a:ext uri="{FF2B5EF4-FFF2-40B4-BE49-F238E27FC236}">
                <a16:creationId xmlns:a16="http://schemas.microsoft.com/office/drawing/2014/main" id="{F132828A-84EC-4879-8BDD-407C99E7594F}"/>
              </a:ext>
            </a:extLst>
          </p:cNvPr>
          <p:cNvSpPr txBox="1">
            <a:spLocks noChangeArrowheads="1"/>
          </p:cNvSpPr>
          <p:nvPr/>
        </p:nvSpPr>
        <p:spPr bwMode="auto">
          <a:xfrm>
            <a:off x="6024563" y="2325688"/>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62852" name="Text Box 60">
            <a:extLst>
              <a:ext uri="{FF2B5EF4-FFF2-40B4-BE49-F238E27FC236}">
                <a16:creationId xmlns:a16="http://schemas.microsoft.com/office/drawing/2014/main" id="{6950A926-6FDC-4624-8756-C8BD740CD2D2}"/>
              </a:ext>
            </a:extLst>
          </p:cNvPr>
          <p:cNvSpPr txBox="1">
            <a:spLocks noChangeArrowheads="1"/>
          </p:cNvSpPr>
          <p:nvPr/>
        </p:nvSpPr>
        <p:spPr bwMode="auto">
          <a:xfrm>
            <a:off x="5719763" y="3957638"/>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62853" name="Text Box 61">
            <a:extLst>
              <a:ext uri="{FF2B5EF4-FFF2-40B4-BE49-F238E27FC236}">
                <a16:creationId xmlns:a16="http://schemas.microsoft.com/office/drawing/2014/main" id="{43D095CF-B6BF-41A6-BF8A-7633B8E09F73}"/>
              </a:ext>
            </a:extLst>
          </p:cNvPr>
          <p:cNvSpPr txBox="1">
            <a:spLocks noChangeArrowheads="1"/>
          </p:cNvSpPr>
          <p:nvPr/>
        </p:nvSpPr>
        <p:spPr bwMode="auto">
          <a:xfrm>
            <a:off x="6740525" y="3957638"/>
            <a:ext cx="4921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62854" name="Text Box 62">
            <a:extLst>
              <a:ext uri="{FF2B5EF4-FFF2-40B4-BE49-F238E27FC236}">
                <a16:creationId xmlns:a16="http://schemas.microsoft.com/office/drawing/2014/main" id="{2C3D5507-7877-445A-B7FA-7CA462115F51}"/>
              </a:ext>
            </a:extLst>
          </p:cNvPr>
          <p:cNvSpPr txBox="1">
            <a:spLocks noChangeArrowheads="1"/>
          </p:cNvSpPr>
          <p:nvPr/>
        </p:nvSpPr>
        <p:spPr bwMode="auto">
          <a:xfrm>
            <a:off x="7893050" y="3957638"/>
            <a:ext cx="4746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68999" name="Group 63">
            <a:extLst>
              <a:ext uri="{FF2B5EF4-FFF2-40B4-BE49-F238E27FC236}">
                <a16:creationId xmlns:a16="http://schemas.microsoft.com/office/drawing/2014/main" id="{22F0B87D-6CA6-3547-8CD8-535909171D5B}"/>
              </a:ext>
            </a:extLst>
          </p:cNvPr>
          <p:cNvGrpSpPr>
            <a:grpSpLocks/>
          </p:cNvGrpSpPr>
          <p:nvPr/>
        </p:nvGrpSpPr>
        <p:grpSpPr bwMode="auto">
          <a:xfrm>
            <a:off x="4367213" y="2465388"/>
            <a:ext cx="228600" cy="304800"/>
            <a:chOff x="2698" y="1622"/>
            <a:chExt cx="144" cy="192"/>
          </a:xfrm>
        </p:grpSpPr>
        <p:sp>
          <p:nvSpPr>
            <p:cNvPr id="162874" name="Line 64">
              <a:extLst>
                <a:ext uri="{FF2B5EF4-FFF2-40B4-BE49-F238E27FC236}">
                  <a16:creationId xmlns:a16="http://schemas.microsoft.com/office/drawing/2014/main" id="{E50011CB-C753-4494-B7F8-50055FEA16D4}"/>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75" name="Line 65">
              <a:extLst>
                <a:ext uri="{FF2B5EF4-FFF2-40B4-BE49-F238E27FC236}">
                  <a16:creationId xmlns:a16="http://schemas.microsoft.com/office/drawing/2014/main" id="{409532BF-F187-4A1C-9220-10F123CAF819}"/>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69000" name="Group 66">
            <a:extLst>
              <a:ext uri="{FF2B5EF4-FFF2-40B4-BE49-F238E27FC236}">
                <a16:creationId xmlns:a16="http://schemas.microsoft.com/office/drawing/2014/main" id="{A68B77FA-4765-A845-AF6B-DD3F365194DF}"/>
              </a:ext>
            </a:extLst>
          </p:cNvPr>
          <p:cNvGrpSpPr>
            <a:grpSpLocks/>
          </p:cNvGrpSpPr>
          <p:nvPr/>
        </p:nvGrpSpPr>
        <p:grpSpPr bwMode="auto">
          <a:xfrm>
            <a:off x="5280025" y="3992563"/>
            <a:ext cx="228600" cy="304800"/>
            <a:chOff x="2698" y="1622"/>
            <a:chExt cx="144" cy="192"/>
          </a:xfrm>
        </p:grpSpPr>
        <p:sp>
          <p:nvSpPr>
            <p:cNvPr id="162872" name="Line 67">
              <a:extLst>
                <a:ext uri="{FF2B5EF4-FFF2-40B4-BE49-F238E27FC236}">
                  <a16:creationId xmlns:a16="http://schemas.microsoft.com/office/drawing/2014/main" id="{940FBBCD-3356-460E-9544-D885E0B87A99}"/>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73" name="Line 68">
              <a:extLst>
                <a:ext uri="{FF2B5EF4-FFF2-40B4-BE49-F238E27FC236}">
                  <a16:creationId xmlns:a16="http://schemas.microsoft.com/office/drawing/2014/main" id="{B082B957-9B64-4A57-8107-4A8619CF6B68}"/>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69001" name="Group 69">
            <a:extLst>
              <a:ext uri="{FF2B5EF4-FFF2-40B4-BE49-F238E27FC236}">
                <a16:creationId xmlns:a16="http://schemas.microsoft.com/office/drawing/2014/main" id="{B71EBCCA-1726-9742-963A-ABA29A712BB9}"/>
              </a:ext>
            </a:extLst>
          </p:cNvPr>
          <p:cNvGrpSpPr>
            <a:grpSpLocks/>
          </p:cNvGrpSpPr>
          <p:nvPr/>
        </p:nvGrpSpPr>
        <p:grpSpPr bwMode="auto">
          <a:xfrm>
            <a:off x="808038" y="3983038"/>
            <a:ext cx="838200" cy="381000"/>
            <a:chOff x="1968" y="1344"/>
            <a:chExt cx="528" cy="240"/>
          </a:xfrm>
        </p:grpSpPr>
        <p:sp>
          <p:nvSpPr>
            <p:cNvPr id="162870" name="Rectangle 70">
              <a:extLst>
                <a:ext uri="{FF2B5EF4-FFF2-40B4-BE49-F238E27FC236}">
                  <a16:creationId xmlns:a16="http://schemas.microsoft.com/office/drawing/2014/main" id="{41DD792F-9EDA-4D7D-9A24-FA585DABEC6D}"/>
                </a:ext>
              </a:extLst>
            </p:cNvPr>
            <p:cNvSpPr>
              <a:spLocks noChangeArrowheads="1"/>
            </p:cNvSpPr>
            <p:nvPr/>
          </p:nvSpPr>
          <p:spPr bwMode="auto">
            <a:xfrm>
              <a:off x="1968" y="1344"/>
              <a:ext cx="38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2871" name="Rectangle 71">
              <a:extLst>
                <a:ext uri="{FF2B5EF4-FFF2-40B4-BE49-F238E27FC236}">
                  <a16:creationId xmlns:a16="http://schemas.microsoft.com/office/drawing/2014/main" id="{529D3FEA-9586-457F-B739-0696DBB78922}"/>
                </a:ext>
              </a:extLst>
            </p:cNvPr>
            <p:cNvSpPr>
              <a:spLocks noChangeArrowheads="1"/>
            </p:cNvSpPr>
            <p:nvPr/>
          </p:nvSpPr>
          <p:spPr bwMode="auto">
            <a:xfrm>
              <a:off x="2352" y="1344"/>
              <a:ext cx="14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62858" name="Line 72">
            <a:extLst>
              <a:ext uri="{FF2B5EF4-FFF2-40B4-BE49-F238E27FC236}">
                <a16:creationId xmlns:a16="http://schemas.microsoft.com/office/drawing/2014/main" id="{6226BAB0-942C-4B8C-8223-27AA12C8CEA0}"/>
              </a:ext>
            </a:extLst>
          </p:cNvPr>
          <p:cNvSpPr>
            <a:spLocks noChangeShapeType="1"/>
          </p:cNvSpPr>
          <p:nvPr/>
        </p:nvSpPr>
        <p:spPr bwMode="auto">
          <a:xfrm>
            <a:off x="1570038" y="4211638"/>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69003" name="Group 73">
            <a:extLst>
              <a:ext uri="{FF2B5EF4-FFF2-40B4-BE49-F238E27FC236}">
                <a16:creationId xmlns:a16="http://schemas.microsoft.com/office/drawing/2014/main" id="{EEEA1AEC-0890-E744-B933-E849F3485375}"/>
              </a:ext>
            </a:extLst>
          </p:cNvPr>
          <p:cNvGrpSpPr>
            <a:grpSpLocks/>
          </p:cNvGrpSpPr>
          <p:nvPr/>
        </p:nvGrpSpPr>
        <p:grpSpPr bwMode="auto">
          <a:xfrm>
            <a:off x="1717675" y="4068763"/>
            <a:ext cx="228600" cy="304800"/>
            <a:chOff x="2698" y="1622"/>
            <a:chExt cx="144" cy="192"/>
          </a:xfrm>
        </p:grpSpPr>
        <p:sp>
          <p:nvSpPr>
            <p:cNvPr id="162868" name="Line 74">
              <a:extLst>
                <a:ext uri="{FF2B5EF4-FFF2-40B4-BE49-F238E27FC236}">
                  <a16:creationId xmlns:a16="http://schemas.microsoft.com/office/drawing/2014/main" id="{17618A04-FFB6-4D44-B9AF-05702DDDDE4E}"/>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2869" name="Line 75">
              <a:extLst>
                <a:ext uri="{FF2B5EF4-FFF2-40B4-BE49-F238E27FC236}">
                  <a16:creationId xmlns:a16="http://schemas.microsoft.com/office/drawing/2014/main" id="{E38C440A-1FE3-4F8A-A0AF-603FA3557D70}"/>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162860" name="AutoShape 76">
            <a:extLst>
              <a:ext uri="{FF2B5EF4-FFF2-40B4-BE49-F238E27FC236}">
                <a16:creationId xmlns:a16="http://schemas.microsoft.com/office/drawing/2014/main" id="{3C1ECAB6-E237-4950-AEF9-E00D22074895}"/>
              </a:ext>
            </a:extLst>
          </p:cNvPr>
          <p:cNvSpPr>
            <a:spLocks noChangeArrowheads="1"/>
          </p:cNvSpPr>
          <p:nvPr/>
        </p:nvSpPr>
        <p:spPr bwMode="auto">
          <a:xfrm>
            <a:off x="4967288" y="1674813"/>
            <a:ext cx="331787" cy="460375"/>
          </a:xfrm>
          <a:prstGeom prst="downArrow">
            <a:avLst>
              <a:gd name="adj1" fmla="val 50000"/>
              <a:gd name="adj2" fmla="val 34371"/>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2861" name="Text Box 77">
            <a:extLst>
              <a:ext uri="{FF2B5EF4-FFF2-40B4-BE49-F238E27FC236}">
                <a16:creationId xmlns:a16="http://schemas.microsoft.com/office/drawing/2014/main" id="{FE9449B0-ACD7-4A73-87CC-AC8629ABED40}"/>
              </a:ext>
            </a:extLst>
          </p:cNvPr>
          <p:cNvSpPr txBox="1">
            <a:spLocks noChangeArrowheads="1"/>
          </p:cNvSpPr>
          <p:nvPr/>
        </p:nvSpPr>
        <p:spPr bwMode="auto">
          <a:xfrm>
            <a:off x="5375275" y="1597025"/>
            <a:ext cx="1371600" cy="522288"/>
          </a:xfrm>
          <a:prstGeom prst="rect">
            <a:avLst/>
          </a:prstGeom>
          <a:solidFill>
            <a:srgbClr val="9476B6"/>
          </a:solidFill>
          <a:ln>
            <a:noFill/>
          </a:ln>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zh-CN" altLang="en-US" sz="2800" dirty="0">
                <a:solidFill>
                  <a:schemeClr val="bg1"/>
                </a:solidFill>
                <a:latin typeface="+mn-lt"/>
                <a:ea typeface="+mn-ea"/>
                <a:cs typeface="+mn-ea"/>
                <a:sym typeface="+mn-lt"/>
              </a:rPr>
              <a:t>合并后</a:t>
            </a:r>
          </a:p>
        </p:txBody>
      </p:sp>
      <p:grpSp>
        <p:nvGrpSpPr>
          <p:cNvPr id="16" name="Group 82">
            <a:extLst>
              <a:ext uri="{FF2B5EF4-FFF2-40B4-BE49-F238E27FC236}">
                <a16:creationId xmlns:a16="http://schemas.microsoft.com/office/drawing/2014/main" id="{F9439295-A1DC-4BC0-A916-4A014D26A62F}"/>
              </a:ext>
            </a:extLst>
          </p:cNvPr>
          <p:cNvGrpSpPr>
            <a:grpSpLocks/>
          </p:cNvGrpSpPr>
          <p:nvPr/>
        </p:nvGrpSpPr>
        <p:grpSpPr bwMode="auto">
          <a:xfrm>
            <a:off x="773339" y="3856265"/>
            <a:ext cx="2286000" cy="1582738"/>
            <a:chOff x="394" y="1820"/>
            <a:chExt cx="1440" cy="997"/>
          </a:xfrm>
          <a:solidFill>
            <a:srgbClr val="9476B6"/>
          </a:solidFill>
        </p:grpSpPr>
        <p:sp>
          <p:nvSpPr>
            <p:cNvPr id="162864" name="Text Box 78">
              <a:extLst>
                <a:ext uri="{FF2B5EF4-FFF2-40B4-BE49-F238E27FC236}">
                  <a16:creationId xmlns:a16="http://schemas.microsoft.com/office/drawing/2014/main" id="{4B13F259-E6A9-4075-9E39-AA97BB86FBFE}"/>
                </a:ext>
              </a:extLst>
            </p:cNvPr>
            <p:cNvSpPr txBox="1">
              <a:spLocks noChangeArrowheads="1"/>
            </p:cNvSpPr>
            <p:nvPr/>
          </p:nvSpPr>
          <p:spPr bwMode="auto">
            <a:xfrm>
              <a:off x="394" y="2452"/>
              <a:ext cx="1440" cy="36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b="1" dirty="0">
                  <a:solidFill>
                    <a:schemeClr val="bg1"/>
                  </a:solidFill>
                  <a:latin typeface="+mn-lt"/>
                  <a:ea typeface="+mn-ea"/>
                  <a:cs typeface="+mn-ea"/>
                  <a:sym typeface="+mn-lt"/>
                </a:rPr>
                <a:t>delete </a:t>
              </a:r>
              <a:r>
                <a:rPr lang="en-US" altLang="zh-CN" sz="3200" b="1" dirty="0" err="1">
                  <a:solidFill>
                    <a:schemeClr val="bg1"/>
                  </a:solidFill>
                  <a:latin typeface="+mn-lt"/>
                  <a:ea typeface="+mn-ea"/>
                  <a:cs typeface="+mn-ea"/>
                  <a:sym typeface="+mn-lt"/>
                </a:rPr>
                <a:t>Lb</a:t>
              </a:r>
              <a:r>
                <a:rPr lang="en-US" altLang="zh-CN" sz="3200" b="1" dirty="0">
                  <a:solidFill>
                    <a:schemeClr val="bg1"/>
                  </a:solidFill>
                  <a:latin typeface="+mn-lt"/>
                  <a:ea typeface="+mn-ea"/>
                  <a:cs typeface="+mn-ea"/>
                  <a:sym typeface="+mn-lt"/>
                </a:rPr>
                <a:t>;</a:t>
              </a:r>
            </a:p>
          </p:txBody>
        </p:sp>
        <p:grpSp>
          <p:nvGrpSpPr>
            <p:cNvPr id="169009" name="Group 79">
              <a:extLst>
                <a:ext uri="{FF2B5EF4-FFF2-40B4-BE49-F238E27FC236}">
                  <a16:creationId xmlns:a16="http://schemas.microsoft.com/office/drawing/2014/main" id="{1A827C78-0FC3-4BE6-B99D-97DA18891D04}"/>
                </a:ext>
              </a:extLst>
            </p:cNvPr>
            <p:cNvGrpSpPr>
              <a:grpSpLocks/>
            </p:cNvGrpSpPr>
            <p:nvPr/>
          </p:nvGrpSpPr>
          <p:grpSpPr bwMode="auto">
            <a:xfrm>
              <a:off x="537" y="1820"/>
              <a:ext cx="263" cy="363"/>
              <a:chOff x="2698" y="1622"/>
              <a:chExt cx="144" cy="192"/>
            </a:xfrm>
            <a:grpFill/>
          </p:grpSpPr>
          <p:sp>
            <p:nvSpPr>
              <p:cNvPr id="162866" name="Line 80">
                <a:extLst>
                  <a:ext uri="{FF2B5EF4-FFF2-40B4-BE49-F238E27FC236}">
                    <a16:creationId xmlns:a16="http://schemas.microsoft.com/office/drawing/2014/main" id="{A5F7F710-6352-4919-A7B1-2365382521B8}"/>
                  </a:ext>
                </a:extLst>
              </p:cNvPr>
              <p:cNvSpPr>
                <a:spLocks noChangeShapeType="1"/>
              </p:cNvSpPr>
              <p:nvPr/>
            </p:nvSpPr>
            <p:spPr bwMode="auto">
              <a:xfrm flipH="1">
                <a:off x="2746" y="1622"/>
                <a:ext cx="48" cy="192"/>
              </a:xfrm>
              <a:prstGeom prst="line">
                <a:avLst/>
              </a:prstGeom>
              <a:grpFill/>
              <a:ln w="57150">
                <a:solidFill>
                  <a:schemeClr val="hlink"/>
                </a:solidFill>
                <a:miter lim="800000"/>
                <a:headEnd/>
                <a:tailEnd/>
              </a:ln>
            </p:spPr>
            <p:txBody>
              <a:bodyPr/>
              <a:lstStyle/>
              <a:p>
                <a:pPr>
                  <a:defRPr/>
                </a:pPr>
                <a:endParaRPr lang="zh-CN" altLang="en-US">
                  <a:solidFill>
                    <a:schemeClr val="bg1"/>
                  </a:solidFill>
                  <a:latin typeface="+mn-lt"/>
                  <a:ea typeface="+mn-ea"/>
                  <a:cs typeface="+mn-ea"/>
                  <a:sym typeface="+mn-lt"/>
                </a:endParaRPr>
              </a:p>
            </p:txBody>
          </p:sp>
          <p:sp>
            <p:nvSpPr>
              <p:cNvPr id="162867" name="Line 81">
                <a:extLst>
                  <a:ext uri="{FF2B5EF4-FFF2-40B4-BE49-F238E27FC236}">
                    <a16:creationId xmlns:a16="http://schemas.microsoft.com/office/drawing/2014/main" id="{C5FC6E1F-9EAD-4E0F-9870-9F764711ADE0}"/>
                  </a:ext>
                </a:extLst>
              </p:cNvPr>
              <p:cNvSpPr>
                <a:spLocks noChangeShapeType="1"/>
              </p:cNvSpPr>
              <p:nvPr/>
            </p:nvSpPr>
            <p:spPr bwMode="auto">
              <a:xfrm>
                <a:off x="2698" y="1622"/>
                <a:ext cx="144" cy="192"/>
              </a:xfrm>
              <a:prstGeom prst="line">
                <a:avLst/>
              </a:prstGeom>
              <a:grpFill/>
              <a:ln w="57150">
                <a:solidFill>
                  <a:schemeClr val="hlink"/>
                </a:solidFill>
                <a:miter lim="800000"/>
                <a:headEnd/>
                <a:tailEnd/>
              </a:ln>
            </p:spPr>
            <p:txBody>
              <a:bodyPr/>
              <a:lstStyle/>
              <a:p>
                <a:pPr>
                  <a:defRPr/>
                </a:pPr>
                <a:endParaRPr lang="zh-CN" altLang="en-US">
                  <a:solidFill>
                    <a:schemeClr val="bg1"/>
                  </a:solidFill>
                  <a:latin typeface="+mn-lt"/>
                  <a:ea typeface="+mn-ea"/>
                  <a:cs typeface="+mn-ea"/>
                  <a:sym typeface="+mn-lt"/>
                </a:endParaRPr>
              </a:p>
            </p:txBody>
          </p:sp>
        </p:grpSp>
      </p:grpSp>
      <p:sp>
        <p:nvSpPr>
          <p:cNvPr id="162863" name="Rectangle 83">
            <a:extLst>
              <a:ext uri="{FF2B5EF4-FFF2-40B4-BE49-F238E27FC236}">
                <a16:creationId xmlns:a16="http://schemas.microsoft.com/office/drawing/2014/main" id="{FFE21350-3BC5-4CAE-A21C-753F7710B2F3}"/>
              </a:ext>
            </a:extLst>
          </p:cNvPr>
          <p:cNvSpPr>
            <a:spLocks noChangeArrowheads="1"/>
          </p:cNvSpPr>
          <p:nvPr/>
        </p:nvSpPr>
        <p:spPr bwMode="auto">
          <a:xfrm>
            <a:off x="771525" y="201613"/>
            <a:ext cx="28162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有序链表合并</a:t>
            </a:r>
          </a:p>
        </p:txBody>
      </p:sp>
      <p:sp>
        <p:nvSpPr>
          <p:cNvPr id="80" name="Shape 26">
            <a:extLst>
              <a:ext uri="{FF2B5EF4-FFF2-40B4-BE49-F238E27FC236}">
                <a16:creationId xmlns:a16="http://schemas.microsoft.com/office/drawing/2014/main" id="{C930F5DE-738E-489D-A8D4-48E2E0DBBB09}"/>
              </a:ext>
            </a:extLst>
          </p:cNvPr>
          <p:cNvSpPr/>
          <p:nvPr/>
        </p:nvSpPr>
        <p:spPr bwMode="auto">
          <a:xfrm flipH="1">
            <a:off x="0" y="5899150"/>
            <a:ext cx="9144000" cy="97313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amond(in)">
                                      <p:cBhvr>
                                        <p:cTn id="7" dur="2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矩形 2">
            <a:extLst>
              <a:ext uri="{FF2B5EF4-FFF2-40B4-BE49-F238E27FC236}">
                <a16:creationId xmlns:a16="http://schemas.microsoft.com/office/drawing/2014/main" id="{7FC93E5F-D486-2144-A7C9-8BBA029A50FC}"/>
              </a:ext>
            </a:extLst>
          </p:cNvPr>
          <p:cNvSpPr>
            <a:spLocks noChangeArrowheads="1"/>
          </p:cNvSpPr>
          <p:nvPr/>
        </p:nvSpPr>
        <p:spPr bwMode="auto">
          <a:xfrm>
            <a:off x="0" y="5189538"/>
            <a:ext cx="9144000" cy="1552575"/>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63842" name="Rectangle 4">
            <a:extLst>
              <a:ext uri="{FF2B5EF4-FFF2-40B4-BE49-F238E27FC236}">
                <a16:creationId xmlns:a16="http://schemas.microsoft.com/office/drawing/2014/main" id="{ED7B3284-E3E4-4E60-81F5-7AFF2E13ED11}"/>
              </a:ext>
            </a:extLst>
          </p:cNvPr>
          <p:cNvSpPr>
            <a:spLocks noChangeArrowheads="1"/>
          </p:cNvSpPr>
          <p:nvPr/>
        </p:nvSpPr>
        <p:spPr bwMode="auto">
          <a:xfrm>
            <a:off x="304800" y="1131888"/>
            <a:ext cx="8610600" cy="3816350"/>
          </a:xfrm>
          <a:prstGeom prst="rect">
            <a:avLst/>
          </a:prstGeom>
          <a:noFill/>
          <a:ln w="28575">
            <a:solidFill>
              <a:schemeClr val="bg2">
                <a:lumMod val="40000"/>
                <a:lumOff val="60000"/>
              </a:schemeClr>
            </a:solidFill>
            <a:miter lim="800000"/>
            <a:headEnd/>
            <a:tailEnd/>
          </a:ln>
          <a:extLst>
            <a:ext uri="{909E8E84-426E-40DD-AFC4-6F175D3DCCD1}">
              <a14:hiddenFill xmlns:a14="http://schemas.microsoft.com/office/drawing/2010/main">
                <a:solidFill>
                  <a:srgbClr val="FFFFFF"/>
                </a:solidFill>
              </a14:hiddenFill>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just">
              <a:lnSpc>
                <a:spcPct val="100000"/>
              </a:lnSpc>
              <a:spcBef>
                <a:spcPct val="20000"/>
              </a:spcBef>
            </a:pPr>
            <a:r>
              <a:rPr lang="en-US" altLang="zh-CN">
                <a:sym typeface="+mn-lt"/>
              </a:rPr>
              <a:t>void MergeList_L(LinkList &amp;La,LinkList &amp;Lb,LinkList &amp;Lc){</a:t>
            </a:r>
          </a:p>
          <a:p>
            <a:pPr algn="just">
              <a:lnSpc>
                <a:spcPct val="100000"/>
              </a:lnSpc>
              <a:spcBef>
                <a:spcPct val="20000"/>
              </a:spcBef>
            </a:pPr>
            <a:r>
              <a:rPr lang="en-US" altLang="zh-CN">
                <a:sym typeface="+mn-lt"/>
              </a:rPr>
              <a:t>   pa=La-&gt;next;  pb=Lb-&gt;next;</a:t>
            </a:r>
          </a:p>
          <a:p>
            <a:pPr algn="just">
              <a:lnSpc>
                <a:spcPct val="100000"/>
              </a:lnSpc>
              <a:spcBef>
                <a:spcPct val="20000"/>
              </a:spcBef>
            </a:pPr>
            <a:r>
              <a:rPr lang="en-US" altLang="zh-CN">
                <a:sym typeface="+mn-lt"/>
              </a:rPr>
              <a:t>   pc=Lc=La;                    //</a:t>
            </a:r>
            <a:r>
              <a:rPr lang="zh-CN" altLang="en-US">
                <a:sym typeface="+mn-lt"/>
              </a:rPr>
              <a:t>用</a:t>
            </a:r>
            <a:r>
              <a:rPr lang="en-US" altLang="zh-CN">
                <a:sym typeface="+mn-lt"/>
              </a:rPr>
              <a:t>La</a:t>
            </a:r>
            <a:r>
              <a:rPr lang="zh-CN" altLang="en-US">
                <a:sym typeface="+mn-lt"/>
              </a:rPr>
              <a:t>的头结点作为</a:t>
            </a:r>
            <a:r>
              <a:rPr lang="en-US" altLang="zh-CN">
                <a:sym typeface="+mn-lt"/>
              </a:rPr>
              <a:t>Lc</a:t>
            </a:r>
            <a:r>
              <a:rPr lang="zh-CN" altLang="en-US">
                <a:sym typeface="+mn-lt"/>
              </a:rPr>
              <a:t>的头结点 </a:t>
            </a:r>
          </a:p>
          <a:p>
            <a:pPr algn="just">
              <a:lnSpc>
                <a:spcPct val="100000"/>
              </a:lnSpc>
              <a:spcBef>
                <a:spcPct val="20000"/>
              </a:spcBef>
            </a:pPr>
            <a:r>
              <a:rPr lang="zh-CN" altLang="en-US">
                <a:sym typeface="+mn-lt"/>
              </a:rPr>
              <a:t>   </a:t>
            </a:r>
            <a:r>
              <a:rPr lang="en-US" altLang="zh-CN">
                <a:sym typeface="+mn-lt"/>
              </a:rPr>
              <a:t>while(pa &amp;&amp; pb){</a:t>
            </a:r>
          </a:p>
          <a:p>
            <a:pPr algn="just">
              <a:lnSpc>
                <a:spcPct val="100000"/>
              </a:lnSpc>
              <a:spcBef>
                <a:spcPct val="20000"/>
              </a:spcBef>
            </a:pPr>
            <a:r>
              <a:rPr lang="en-US" altLang="zh-CN">
                <a:sym typeface="+mn-lt"/>
              </a:rPr>
              <a:t>      if(pa-&gt;data&lt;=pb-&gt;data){ pc-&gt;next=pa;pc=pa;pa=pa-&gt;next;}</a:t>
            </a:r>
          </a:p>
          <a:p>
            <a:pPr algn="just">
              <a:lnSpc>
                <a:spcPct val="100000"/>
              </a:lnSpc>
              <a:spcBef>
                <a:spcPct val="20000"/>
              </a:spcBef>
            </a:pPr>
            <a:r>
              <a:rPr lang="en-US" altLang="zh-CN">
                <a:sym typeface="+mn-lt"/>
              </a:rPr>
              <a:t>      else{pc-&gt;next=pb; pc=pb; pb=pb-&gt;next;}</a:t>
            </a:r>
          </a:p>
          <a:p>
            <a:pPr algn="just">
              <a:lnSpc>
                <a:spcPct val="100000"/>
              </a:lnSpc>
              <a:spcBef>
                <a:spcPct val="20000"/>
              </a:spcBef>
            </a:pPr>
            <a:r>
              <a:rPr lang="en-US" altLang="zh-CN">
                <a:sym typeface="+mn-lt"/>
              </a:rPr>
              <a:t>   pc-&gt;next=pa?pa:pb;      //</a:t>
            </a:r>
            <a:r>
              <a:rPr lang="zh-CN" altLang="en-US">
                <a:sym typeface="+mn-lt"/>
              </a:rPr>
              <a:t>插入剩余段  </a:t>
            </a:r>
          </a:p>
          <a:p>
            <a:pPr algn="just">
              <a:lnSpc>
                <a:spcPct val="100000"/>
              </a:lnSpc>
              <a:spcBef>
                <a:spcPct val="20000"/>
              </a:spcBef>
            </a:pPr>
            <a:r>
              <a:rPr lang="zh-CN" altLang="en-US">
                <a:sym typeface="+mn-lt"/>
              </a:rPr>
              <a:t>   </a:t>
            </a:r>
            <a:r>
              <a:rPr lang="en-US" altLang="zh-CN">
                <a:sym typeface="+mn-lt"/>
              </a:rPr>
              <a:t>delete Lb;                     //</a:t>
            </a:r>
            <a:r>
              <a:rPr lang="zh-CN" altLang="en-US">
                <a:sym typeface="+mn-lt"/>
              </a:rPr>
              <a:t>释放</a:t>
            </a:r>
            <a:r>
              <a:rPr lang="en-US" altLang="zh-CN">
                <a:sym typeface="+mn-lt"/>
              </a:rPr>
              <a:t>Lb</a:t>
            </a:r>
            <a:r>
              <a:rPr lang="zh-CN" altLang="en-US">
                <a:sym typeface="+mn-lt"/>
              </a:rPr>
              <a:t>的头结点</a:t>
            </a:r>
            <a:r>
              <a:rPr lang="en-US" altLang="zh-CN">
                <a:sym typeface="+mn-lt"/>
              </a:rPr>
              <a:t>}  </a:t>
            </a:r>
          </a:p>
        </p:txBody>
      </p:sp>
      <p:grpSp>
        <p:nvGrpSpPr>
          <p:cNvPr id="2" name="Group 7">
            <a:extLst>
              <a:ext uri="{FF2B5EF4-FFF2-40B4-BE49-F238E27FC236}">
                <a16:creationId xmlns:a16="http://schemas.microsoft.com/office/drawing/2014/main" id="{B41CE910-9FF2-CA4F-A7C2-7E3D141E9A91}"/>
              </a:ext>
            </a:extLst>
          </p:cNvPr>
          <p:cNvGrpSpPr>
            <a:grpSpLocks/>
          </p:cNvGrpSpPr>
          <p:nvPr/>
        </p:nvGrpSpPr>
        <p:grpSpPr bwMode="auto">
          <a:xfrm>
            <a:off x="304800" y="5437188"/>
            <a:ext cx="8461375" cy="1016000"/>
            <a:chOff x="192" y="3699"/>
            <a:chExt cx="5330" cy="640"/>
          </a:xfrm>
        </p:grpSpPr>
        <p:sp>
          <p:nvSpPr>
            <p:cNvPr id="163845" name="Text Box 8">
              <a:extLst>
                <a:ext uri="{FF2B5EF4-FFF2-40B4-BE49-F238E27FC236}">
                  <a16:creationId xmlns:a16="http://schemas.microsoft.com/office/drawing/2014/main" id="{BA0AC410-A75B-401A-9489-B1CEEB6F6439}"/>
                </a:ext>
              </a:extLst>
            </p:cNvPr>
            <p:cNvSpPr txBox="1">
              <a:spLocks noChangeArrowheads="1"/>
            </p:cNvSpPr>
            <p:nvPr/>
          </p:nvSpPr>
          <p:spPr bwMode="auto">
            <a:xfrm>
              <a:off x="192" y="3699"/>
              <a:ext cx="1330" cy="640"/>
            </a:xfrm>
            <a:prstGeom prst="rect">
              <a:avLst/>
            </a:prstGeom>
            <a:solidFill>
              <a:srgbClr val="D7D7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50000"/>
                </a:spcBef>
                <a:defRPr/>
              </a:pPr>
              <a:r>
                <a:rPr lang="en-US" altLang="zh-CN" b="1">
                  <a:solidFill>
                    <a:srgbClr val="FF0000"/>
                  </a:solidFill>
                  <a:latin typeface="+mn-lt"/>
                  <a:ea typeface="+mn-ea"/>
                  <a:cs typeface="+mn-ea"/>
                  <a:sym typeface="+mn-lt"/>
                </a:rPr>
                <a:t>T(n)=</a:t>
              </a:r>
            </a:p>
            <a:p>
              <a:pPr>
                <a:lnSpc>
                  <a:spcPct val="100000"/>
                </a:lnSpc>
                <a:spcBef>
                  <a:spcPct val="50000"/>
                </a:spcBef>
                <a:defRPr/>
              </a:pPr>
              <a:r>
                <a:rPr lang="en-US" altLang="zh-CN" b="1">
                  <a:solidFill>
                    <a:srgbClr val="FF0000"/>
                  </a:solidFill>
                  <a:latin typeface="+mn-lt"/>
                  <a:ea typeface="+mn-ea"/>
                  <a:cs typeface="+mn-ea"/>
                  <a:sym typeface="+mn-lt"/>
                </a:rPr>
                <a:t>S(n)= </a:t>
              </a:r>
              <a:r>
                <a:rPr lang="en-US" altLang="zh-CN" b="1">
                  <a:solidFill>
                    <a:schemeClr val="tx2"/>
                  </a:solidFill>
                  <a:latin typeface="+mn-lt"/>
                  <a:ea typeface="+mn-ea"/>
                  <a:cs typeface="+mn-ea"/>
                  <a:sym typeface="+mn-lt"/>
                </a:rPr>
                <a:t>O(1)</a:t>
              </a:r>
            </a:p>
          </p:txBody>
        </p:sp>
        <p:graphicFrame>
          <p:nvGraphicFramePr>
            <p:cNvPr id="169991" name="Object 9">
              <a:extLst>
                <a:ext uri="{FF2B5EF4-FFF2-40B4-BE49-F238E27FC236}">
                  <a16:creationId xmlns:a16="http://schemas.microsoft.com/office/drawing/2014/main" id="{37A227C7-417A-6C4F-B598-5D2DF53B66B3}"/>
                </a:ext>
              </a:extLst>
            </p:cNvPr>
            <p:cNvGraphicFramePr>
              <a:graphicFrameLocks/>
            </p:cNvGraphicFramePr>
            <p:nvPr/>
          </p:nvGraphicFramePr>
          <p:xfrm>
            <a:off x="793" y="3699"/>
            <a:ext cx="4729" cy="410"/>
          </p:xfrm>
          <a:graphic>
            <a:graphicData uri="http://schemas.openxmlformats.org/presentationml/2006/ole">
              <mc:AlternateContent xmlns:mc="http://schemas.openxmlformats.org/markup-compatibility/2006">
                <mc:Choice xmlns:v="urn:schemas-microsoft-com:vml" Requires="v">
                  <p:oleObj spid="_x0000_s169994" r:id="rId3" imgW="52959000" imgH="4686300" progId="Equation.3">
                    <p:embed/>
                  </p:oleObj>
                </mc:Choice>
                <mc:Fallback>
                  <p:oleObj r:id="rId3" imgW="52959000" imgH="4686300" progId="Equation.3">
                    <p:embed/>
                    <p:pic>
                      <p:nvPicPr>
                        <p:cNvPr id="0" name="Object 9"/>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3" y="3699"/>
                          <a:ext cx="4729" cy="410"/>
                        </a:xfrm>
                        <a:prstGeom prst="rect">
                          <a:avLst/>
                        </a:prstGeom>
                        <a:solidFill>
                          <a:srgbClr val="D7D7FF"/>
                        </a:solidFill>
                        <a:ln>
                          <a:noFill/>
                        </a:ln>
                        <a:extLs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sp>
        <p:nvSpPr>
          <p:cNvPr id="163844" name="Rectangle 10">
            <a:extLst>
              <a:ext uri="{FF2B5EF4-FFF2-40B4-BE49-F238E27FC236}">
                <a16:creationId xmlns:a16="http://schemas.microsoft.com/office/drawing/2014/main" id="{9D8C65B0-8FC1-4FDE-B521-50C9F2262577}"/>
              </a:ext>
            </a:extLst>
          </p:cNvPr>
          <p:cNvSpPr>
            <a:spLocks noChangeArrowheads="1"/>
          </p:cNvSpPr>
          <p:nvPr/>
        </p:nvSpPr>
        <p:spPr bwMode="auto">
          <a:xfrm>
            <a:off x="561975" y="158750"/>
            <a:ext cx="8096250"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算法描述</a:t>
            </a:r>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－有序的链表合并</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78">
            <a:extLst>
              <a:ext uri="{FF2B5EF4-FFF2-40B4-BE49-F238E27FC236}">
                <a16:creationId xmlns:a16="http://schemas.microsoft.com/office/drawing/2014/main" id="{C55EBEF1-BA3F-4D1E-9D79-578EF40B5D97}"/>
              </a:ext>
            </a:extLst>
          </p:cNvPr>
          <p:cNvSpPr>
            <a:spLocks noChangeArrowheads="1"/>
          </p:cNvSpPr>
          <p:nvPr/>
        </p:nvSpPr>
        <p:spPr bwMode="auto">
          <a:xfrm>
            <a:off x="784225" y="146050"/>
            <a:ext cx="9051925"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思考</a:t>
            </a:r>
            <a:r>
              <a:rPr lang="en-US" altLang="zh-CN">
                <a:solidFill>
                  <a:schemeClr val="bg1"/>
                </a:solidFill>
                <a:ea typeface="微软雅黑" panose="020B0503020204020204" pitchFamily="34" charset="-122"/>
                <a:sym typeface="+mn-lt"/>
              </a:rPr>
              <a:t>1</a:t>
            </a:r>
            <a:r>
              <a:rPr lang="zh-CN" altLang="en-US">
                <a:solidFill>
                  <a:schemeClr val="bg1"/>
                </a:solidFill>
                <a:ea typeface="微软雅黑" panose="020B0503020204020204" pitchFamily="34" charset="-122"/>
                <a:sym typeface="+mn-lt"/>
              </a:rPr>
              <a:t>：要求合并后的表无重复数据，如何实现？</a:t>
            </a:r>
          </a:p>
        </p:txBody>
      </p:sp>
      <p:sp>
        <p:nvSpPr>
          <p:cNvPr id="599119" name="Rectangle 79">
            <a:extLst>
              <a:ext uri="{FF2B5EF4-FFF2-40B4-BE49-F238E27FC236}">
                <a16:creationId xmlns:a16="http://schemas.microsoft.com/office/drawing/2014/main" id="{91F7E5A7-01E3-445A-AB53-92EF381EABC8}"/>
              </a:ext>
            </a:extLst>
          </p:cNvPr>
          <p:cNvSpPr>
            <a:spLocks noChangeArrowheads="1"/>
          </p:cNvSpPr>
          <p:nvPr/>
        </p:nvSpPr>
        <p:spPr bwMode="auto">
          <a:xfrm>
            <a:off x="0" y="5224463"/>
            <a:ext cx="9144000" cy="1660525"/>
          </a:xfrm>
          <a:prstGeom prst="rect">
            <a:avLst/>
          </a:prstGeom>
          <a:solidFill>
            <a:srgbClr val="D7D7FF"/>
          </a:solidFill>
          <a:ln>
            <a:noFill/>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en-US" altLang="zh-CN" sz="3200">
              <a:sym typeface="+mn-lt"/>
            </a:endParaRPr>
          </a:p>
          <a:p>
            <a:pPr>
              <a:lnSpc>
                <a:spcPct val="100000"/>
              </a:lnSpc>
            </a:pPr>
            <a:r>
              <a:rPr lang="zh-CN" altLang="en-US" sz="3200">
                <a:sym typeface="+mn-lt"/>
              </a:rPr>
              <a:t>      提示：要单独考虑</a:t>
            </a:r>
            <a:br>
              <a:rPr lang="zh-CN" altLang="en-US" sz="3200">
                <a:sym typeface="+mn-lt"/>
              </a:rPr>
            </a:br>
            <a:r>
              <a:rPr lang="zh-CN" altLang="en-US" sz="3200">
                <a:sym typeface="+mn-lt"/>
              </a:rPr>
              <a:t>      </a:t>
            </a:r>
            <a:r>
              <a:rPr lang="en-US" altLang="zh-CN" sz="4000">
                <a:solidFill>
                  <a:srgbClr val="FF0000"/>
                </a:solidFill>
                <a:sym typeface="+mn-lt"/>
              </a:rPr>
              <a:t>pa-&gt;data = =pb-&gt;data</a:t>
            </a:r>
          </a:p>
          <a:p>
            <a:pPr>
              <a:lnSpc>
                <a:spcPct val="100000"/>
              </a:lnSpc>
            </a:pPr>
            <a:r>
              <a:rPr lang="en-US" altLang="zh-CN" sz="3200">
                <a:solidFill>
                  <a:srgbClr val="FF0000"/>
                </a:solidFill>
                <a:sym typeface="+mn-lt"/>
              </a:rPr>
              <a:t> </a:t>
            </a:r>
          </a:p>
        </p:txBody>
      </p:sp>
      <p:grpSp>
        <p:nvGrpSpPr>
          <p:cNvPr id="171012" name="Group 159">
            <a:extLst>
              <a:ext uri="{FF2B5EF4-FFF2-40B4-BE49-F238E27FC236}">
                <a16:creationId xmlns:a16="http://schemas.microsoft.com/office/drawing/2014/main" id="{717F56F6-19BD-EA46-880D-F83CC441F067}"/>
              </a:ext>
            </a:extLst>
          </p:cNvPr>
          <p:cNvGrpSpPr>
            <a:grpSpLocks/>
          </p:cNvGrpSpPr>
          <p:nvPr/>
        </p:nvGrpSpPr>
        <p:grpSpPr bwMode="auto">
          <a:xfrm>
            <a:off x="3425825" y="1949450"/>
            <a:ext cx="838200" cy="381000"/>
            <a:chOff x="1968" y="1344"/>
            <a:chExt cx="528" cy="240"/>
          </a:xfrm>
        </p:grpSpPr>
        <p:sp>
          <p:nvSpPr>
            <p:cNvPr id="164942" name="Rectangle 160">
              <a:extLst>
                <a:ext uri="{FF2B5EF4-FFF2-40B4-BE49-F238E27FC236}">
                  <a16:creationId xmlns:a16="http://schemas.microsoft.com/office/drawing/2014/main" id="{F8E6F9A7-C89B-4E26-9675-13EBC0BF6674}"/>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4943" name="Rectangle 161">
              <a:extLst>
                <a:ext uri="{FF2B5EF4-FFF2-40B4-BE49-F238E27FC236}">
                  <a16:creationId xmlns:a16="http://schemas.microsoft.com/office/drawing/2014/main" id="{94F9ADC0-F008-4B18-A823-0CF97507F0C8}"/>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71013" name="Group 162">
            <a:extLst>
              <a:ext uri="{FF2B5EF4-FFF2-40B4-BE49-F238E27FC236}">
                <a16:creationId xmlns:a16="http://schemas.microsoft.com/office/drawing/2014/main" id="{C855EEBD-9BCC-5D47-86FC-2D776F569208}"/>
              </a:ext>
            </a:extLst>
          </p:cNvPr>
          <p:cNvGrpSpPr>
            <a:grpSpLocks/>
          </p:cNvGrpSpPr>
          <p:nvPr/>
        </p:nvGrpSpPr>
        <p:grpSpPr bwMode="auto">
          <a:xfrm>
            <a:off x="4645025" y="1949450"/>
            <a:ext cx="838200" cy="381000"/>
            <a:chOff x="1968" y="1344"/>
            <a:chExt cx="528" cy="240"/>
          </a:xfrm>
        </p:grpSpPr>
        <p:sp>
          <p:nvSpPr>
            <p:cNvPr id="164940" name="Rectangle 163">
              <a:extLst>
                <a:ext uri="{FF2B5EF4-FFF2-40B4-BE49-F238E27FC236}">
                  <a16:creationId xmlns:a16="http://schemas.microsoft.com/office/drawing/2014/main" id="{1260BBB7-06A9-4A3F-AA21-058EB3ED80B4}"/>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4941" name="Rectangle 164">
              <a:extLst>
                <a:ext uri="{FF2B5EF4-FFF2-40B4-BE49-F238E27FC236}">
                  <a16:creationId xmlns:a16="http://schemas.microsoft.com/office/drawing/2014/main" id="{F25BC781-A145-461B-A1FE-D27C99B0DBED}"/>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71014" name="Group 165">
            <a:extLst>
              <a:ext uri="{FF2B5EF4-FFF2-40B4-BE49-F238E27FC236}">
                <a16:creationId xmlns:a16="http://schemas.microsoft.com/office/drawing/2014/main" id="{0F09C23D-AA85-9646-A281-EC7C566023D3}"/>
              </a:ext>
            </a:extLst>
          </p:cNvPr>
          <p:cNvGrpSpPr>
            <a:grpSpLocks/>
          </p:cNvGrpSpPr>
          <p:nvPr/>
        </p:nvGrpSpPr>
        <p:grpSpPr bwMode="auto">
          <a:xfrm>
            <a:off x="5864225" y="1949450"/>
            <a:ext cx="838200" cy="381000"/>
            <a:chOff x="1968" y="1344"/>
            <a:chExt cx="528" cy="240"/>
          </a:xfrm>
        </p:grpSpPr>
        <p:sp>
          <p:nvSpPr>
            <p:cNvPr id="164938" name="Rectangle 166">
              <a:extLst>
                <a:ext uri="{FF2B5EF4-FFF2-40B4-BE49-F238E27FC236}">
                  <a16:creationId xmlns:a16="http://schemas.microsoft.com/office/drawing/2014/main" id="{688C7385-D97C-4B20-8DDD-7F28BEBC9F34}"/>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4939" name="Rectangle 167">
              <a:extLst>
                <a:ext uri="{FF2B5EF4-FFF2-40B4-BE49-F238E27FC236}">
                  <a16:creationId xmlns:a16="http://schemas.microsoft.com/office/drawing/2014/main" id="{B807F77A-E04D-4B67-87D0-AD71F601DEAE}"/>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71015" name="Group 168">
            <a:extLst>
              <a:ext uri="{FF2B5EF4-FFF2-40B4-BE49-F238E27FC236}">
                <a16:creationId xmlns:a16="http://schemas.microsoft.com/office/drawing/2014/main" id="{661987E7-9394-EE45-8B21-A78184B5FC35}"/>
              </a:ext>
            </a:extLst>
          </p:cNvPr>
          <p:cNvGrpSpPr>
            <a:grpSpLocks/>
          </p:cNvGrpSpPr>
          <p:nvPr/>
        </p:nvGrpSpPr>
        <p:grpSpPr bwMode="auto">
          <a:xfrm>
            <a:off x="2282825" y="1949450"/>
            <a:ext cx="838200" cy="381000"/>
            <a:chOff x="1968" y="1344"/>
            <a:chExt cx="528" cy="240"/>
          </a:xfrm>
        </p:grpSpPr>
        <p:sp>
          <p:nvSpPr>
            <p:cNvPr id="164936" name="Rectangle 169">
              <a:extLst>
                <a:ext uri="{FF2B5EF4-FFF2-40B4-BE49-F238E27FC236}">
                  <a16:creationId xmlns:a16="http://schemas.microsoft.com/office/drawing/2014/main" id="{2E989C64-BA6B-4811-84F4-B7526C1E3116}"/>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4937" name="Rectangle 170">
              <a:extLst>
                <a:ext uri="{FF2B5EF4-FFF2-40B4-BE49-F238E27FC236}">
                  <a16:creationId xmlns:a16="http://schemas.microsoft.com/office/drawing/2014/main" id="{B3291929-C40A-486F-A467-F2593DA6C9FC}"/>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71016" name="Group 171">
            <a:extLst>
              <a:ext uri="{FF2B5EF4-FFF2-40B4-BE49-F238E27FC236}">
                <a16:creationId xmlns:a16="http://schemas.microsoft.com/office/drawing/2014/main" id="{0D14BD2F-EB7E-9B45-B49C-1FE866DDFD91}"/>
              </a:ext>
            </a:extLst>
          </p:cNvPr>
          <p:cNvGrpSpPr>
            <a:grpSpLocks/>
          </p:cNvGrpSpPr>
          <p:nvPr/>
        </p:nvGrpSpPr>
        <p:grpSpPr bwMode="auto">
          <a:xfrm>
            <a:off x="1978025" y="3549650"/>
            <a:ext cx="838200" cy="381000"/>
            <a:chOff x="1968" y="1344"/>
            <a:chExt cx="528" cy="240"/>
          </a:xfrm>
        </p:grpSpPr>
        <p:sp>
          <p:nvSpPr>
            <p:cNvPr id="164934" name="Rectangle 172">
              <a:extLst>
                <a:ext uri="{FF2B5EF4-FFF2-40B4-BE49-F238E27FC236}">
                  <a16:creationId xmlns:a16="http://schemas.microsoft.com/office/drawing/2014/main" id="{113FAF29-6111-4D01-9FC5-14EE5B1690B9}"/>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4935" name="Rectangle 173">
              <a:extLst>
                <a:ext uri="{FF2B5EF4-FFF2-40B4-BE49-F238E27FC236}">
                  <a16:creationId xmlns:a16="http://schemas.microsoft.com/office/drawing/2014/main" id="{C0A394EA-42C2-4B3F-AB86-4F81A52DA633}"/>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71017" name="Group 174">
            <a:extLst>
              <a:ext uri="{FF2B5EF4-FFF2-40B4-BE49-F238E27FC236}">
                <a16:creationId xmlns:a16="http://schemas.microsoft.com/office/drawing/2014/main" id="{D295E205-251C-2547-8966-565FF3CE6354}"/>
              </a:ext>
            </a:extLst>
          </p:cNvPr>
          <p:cNvGrpSpPr>
            <a:grpSpLocks/>
          </p:cNvGrpSpPr>
          <p:nvPr/>
        </p:nvGrpSpPr>
        <p:grpSpPr bwMode="auto">
          <a:xfrm>
            <a:off x="3121025" y="3549650"/>
            <a:ext cx="838200" cy="381000"/>
            <a:chOff x="1968" y="1344"/>
            <a:chExt cx="528" cy="240"/>
          </a:xfrm>
        </p:grpSpPr>
        <p:sp>
          <p:nvSpPr>
            <p:cNvPr id="164932" name="Rectangle 175">
              <a:extLst>
                <a:ext uri="{FF2B5EF4-FFF2-40B4-BE49-F238E27FC236}">
                  <a16:creationId xmlns:a16="http://schemas.microsoft.com/office/drawing/2014/main" id="{CF2F7046-B26D-4DA0-B8CD-C24DAC4FA99C}"/>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4933" name="Rectangle 176">
              <a:extLst>
                <a:ext uri="{FF2B5EF4-FFF2-40B4-BE49-F238E27FC236}">
                  <a16:creationId xmlns:a16="http://schemas.microsoft.com/office/drawing/2014/main" id="{0E81873D-3884-4757-95A7-E88DAEECA81D}"/>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71018" name="Group 177">
            <a:extLst>
              <a:ext uri="{FF2B5EF4-FFF2-40B4-BE49-F238E27FC236}">
                <a16:creationId xmlns:a16="http://schemas.microsoft.com/office/drawing/2014/main" id="{00CC0625-02D4-FC48-8743-6C294226F2AF}"/>
              </a:ext>
            </a:extLst>
          </p:cNvPr>
          <p:cNvGrpSpPr>
            <a:grpSpLocks/>
          </p:cNvGrpSpPr>
          <p:nvPr/>
        </p:nvGrpSpPr>
        <p:grpSpPr bwMode="auto">
          <a:xfrm>
            <a:off x="4340225" y="3549650"/>
            <a:ext cx="838200" cy="381000"/>
            <a:chOff x="1968" y="1344"/>
            <a:chExt cx="528" cy="240"/>
          </a:xfrm>
        </p:grpSpPr>
        <p:sp>
          <p:nvSpPr>
            <p:cNvPr id="164930" name="Rectangle 178">
              <a:extLst>
                <a:ext uri="{FF2B5EF4-FFF2-40B4-BE49-F238E27FC236}">
                  <a16:creationId xmlns:a16="http://schemas.microsoft.com/office/drawing/2014/main" id="{1AC3C982-343C-4DA8-9E4F-A5FE8D426F10}"/>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4931" name="Rectangle 179">
              <a:extLst>
                <a:ext uri="{FF2B5EF4-FFF2-40B4-BE49-F238E27FC236}">
                  <a16:creationId xmlns:a16="http://schemas.microsoft.com/office/drawing/2014/main" id="{B0C00E2C-1787-4342-8BB3-FEB8704B66C7}"/>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71019" name="Group 180">
            <a:extLst>
              <a:ext uri="{FF2B5EF4-FFF2-40B4-BE49-F238E27FC236}">
                <a16:creationId xmlns:a16="http://schemas.microsoft.com/office/drawing/2014/main" id="{2EA84AE0-979A-B24D-8D62-108F8851760F}"/>
              </a:ext>
            </a:extLst>
          </p:cNvPr>
          <p:cNvGrpSpPr>
            <a:grpSpLocks/>
          </p:cNvGrpSpPr>
          <p:nvPr/>
        </p:nvGrpSpPr>
        <p:grpSpPr bwMode="auto">
          <a:xfrm>
            <a:off x="5559425" y="3549650"/>
            <a:ext cx="838200" cy="381000"/>
            <a:chOff x="1968" y="1344"/>
            <a:chExt cx="528" cy="240"/>
          </a:xfrm>
        </p:grpSpPr>
        <p:sp>
          <p:nvSpPr>
            <p:cNvPr id="164928" name="Rectangle 181">
              <a:extLst>
                <a:ext uri="{FF2B5EF4-FFF2-40B4-BE49-F238E27FC236}">
                  <a16:creationId xmlns:a16="http://schemas.microsoft.com/office/drawing/2014/main" id="{7042D503-62A5-4803-8531-2AA386859B03}"/>
                </a:ext>
              </a:extLst>
            </p:cNvPr>
            <p:cNvSpPr>
              <a:spLocks noChangeArrowheads="1"/>
            </p:cNvSpPr>
            <p:nvPr/>
          </p:nvSpPr>
          <p:spPr bwMode="auto">
            <a:xfrm>
              <a:off x="1968" y="1344"/>
              <a:ext cx="38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4929" name="Rectangle 182">
              <a:extLst>
                <a:ext uri="{FF2B5EF4-FFF2-40B4-BE49-F238E27FC236}">
                  <a16:creationId xmlns:a16="http://schemas.microsoft.com/office/drawing/2014/main" id="{261442B8-BF8B-4C85-8FA1-ECC87C3C1FBF}"/>
                </a:ext>
              </a:extLst>
            </p:cNvPr>
            <p:cNvSpPr>
              <a:spLocks noChangeArrowheads="1"/>
            </p:cNvSpPr>
            <p:nvPr/>
          </p:nvSpPr>
          <p:spPr bwMode="auto">
            <a:xfrm>
              <a:off x="2352" y="1344"/>
              <a:ext cx="14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71020" name="Group 183">
            <a:extLst>
              <a:ext uri="{FF2B5EF4-FFF2-40B4-BE49-F238E27FC236}">
                <a16:creationId xmlns:a16="http://schemas.microsoft.com/office/drawing/2014/main" id="{77E501E9-5DE8-624D-9CFF-98920848E379}"/>
              </a:ext>
            </a:extLst>
          </p:cNvPr>
          <p:cNvGrpSpPr>
            <a:grpSpLocks/>
          </p:cNvGrpSpPr>
          <p:nvPr/>
        </p:nvGrpSpPr>
        <p:grpSpPr bwMode="auto">
          <a:xfrm>
            <a:off x="6702425" y="3549650"/>
            <a:ext cx="838200" cy="381000"/>
            <a:chOff x="1968" y="1344"/>
            <a:chExt cx="528" cy="240"/>
          </a:xfrm>
        </p:grpSpPr>
        <p:sp>
          <p:nvSpPr>
            <p:cNvPr id="164926" name="Rectangle 184">
              <a:extLst>
                <a:ext uri="{FF2B5EF4-FFF2-40B4-BE49-F238E27FC236}">
                  <a16:creationId xmlns:a16="http://schemas.microsoft.com/office/drawing/2014/main" id="{4F90A846-6455-4138-A832-A53D2FCAD7A7}"/>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4927" name="Rectangle 185">
              <a:extLst>
                <a:ext uri="{FF2B5EF4-FFF2-40B4-BE49-F238E27FC236}">
                  <a16:creationId xmlns:a16="http://schemas.microsoft.com/office/drawing/2014/main" id="{FF9A65DC-8A96-4FDB-A1FB-627E61F27C4A}"/>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71021" name="Group 186">
            <a:extLst>
              <a:ext uri="{FF2B5EF4-FFF2-40B4-BE49-F238E27FC236}">
                <a16:creationId xmlns:a16="http://schemas.microsoft.com/office/drawing/2014/main" id="{3ACA9F54-4B8F-0C41-B00E-1C43EB07D2A3}"/>
              </a:ext>
            </a:extLst>
          </p:cNvPr>
          <p:cNvGrpSpPr>
            <a:grpSpLocks/>
          </p:cNvGrpSpPr>
          <p:nvPr/>
        </p:nvGrpSpPr>
        <p:grpSpPr bwMode="auto">
          <a:xfrm>
            <a:off x="7845425" y="3549650"/>
            <a:ext cx="838200" cy="381000"/>
            <a:chOff x="1968" y="1344"/>
            <a:chExt cx="528" cy="240"/>
          </a:xfrm>
        </p:grpSpPr>
        <p:sp>
          <p:nvSpPr>
            <p:cNvPr id="164924" name="Rectangle 187">
              <a:extLst>
                <a:ext uri="{FF2B5EF4-FFF2-40B4-BE49-F238E27FC236}">
                  <a16:creationId xmlns:a16="http://schemas.microsoft.com/office/drawing/2014/main" id="{EC802EA2-103B-4AD7-A000-6D24B5D168D6}"/>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4925" name="Rectangle 188">
              <a:extLst>
                <a:ext uri="{FF2B5EF4-FFF2-40B4-BE49-F238E27FC236}">
                  <a16:creationId xmlns:a16="http://schemas.microsoft.com/office/drawing/2014/main" id="{A5C5B865-A8E0-47E1-8108-1643C14A3F12}"/>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64878" name="Line 189">
            <a:extLst>
              <a:ext uri="{FF2B5EF4-FFF2-40B4-BE49-F238E27FC236}">
                <a16:creationId xmlns:a16="http://schemas.microsoft.com/office/drawing/2014/main" id="{F7C031AD-9611-42DA-A95C-9D5385AB748B}"/>
              </a:ext>
            </a:extLst>
          </p:cNvPr>
          <p:cNvSpPr>
            <a:spLocks noChangeShapeType="1"/>
          </p:cNvSpPr>
          <p:nvPr/>
        </p:nvSpPr>
        <p:spPr bwMode="auto">
          <a:xfrm>
            <a:off x="2663825" y="370205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79" name="Line 190">
            <a:extLst>
              <a:ext uri="{FF2B5EF4-FFF2-40B4-BE49-F238E27FC236}">
                <a16:creationId xmlns:a16="http://schemas.microsoft.com/office/drawing/2014/main" id="{6819A1C9-6696-4222-B1CB-33C1AB0DFA32}"/>
              </a:ext>
            </a:extLst>
          </p:cNvPr>
          <p:cNvSpPr>
            <a:spLocks noChangeShapeType="1"/>
          </p:cNvSpPr>
          <p:nvPr/>
        </p:nvSpPr>
        <p:spPr bwMode="auto">
          <a:xfrm>
            <a:off x="5102225" y="370205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80" name="Line 191">
            <a:extLst>
              <a:ext uri="{FF2B5EF4-FFF2-40B4-BE49-F238E27FC236}">
                <a16:creationId xmlns:a16="http://schemas.microsoft.com/office/drawing/2014/main" id="{E3F5FBE7-ADEB-4B6B-9286-85B40EC6B870}"/>
              </a:ext>
            </a:extLst>
          </p:cNvPr>
          <p:cNvSpPr>
            <a:spLocks noChangeShapeType="1"/>
          </p:cNvSpPr>
          <p:nvPr/>
        </p:nvSpPr>
        <p:spPr bwMode="auto">
          <a:xfrm>
            <a:off x="6245225" y="370205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81" name="Line 192">
            <a:extLst>
              <a:ext uri="{FF2B5EF4-FFF2-40B4-BE49-F238E27FC236}">
                <a16:creationId xmlns:a16="http://schemas.microsoft.com/office/drawing/2014/main" id="{D00A51DE-5864-43D4-AA2E-278984973C59}"/>
              </a:ext>
            </a:extLst>
          </p:cNvPr>
          <p:cNvSpPr>
            <a:spLocks noChangeShapeType="1"/>
          </p:cNvSpPr>
          <p:nvPr/>
        </p:nvSpPr>
        <p:spPr bwMode="auto">
          <a:xfrm>
            <a:off x="2968625" y="217805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82" name="Line 193">
            <a:extLst>
              <a:ext uri="{FF2B5EF4-FFF2-40B4-BE49-F238E27FC236}">
                <a16:creationId xmlns:a16="http://schemas.microsoft.com/office/drawing/2014/main" id="{CD26B21F-4594-46F8-8686-3987D704A09C}"/>
              </a:ext>
            </a:extLst>
          </p:cNvPr>
          <p:cNvSpPr>
            <a:spLocks noChangeShapeType="1"/>
          </p:cNvSpPr>
          <p:nvPr/>
        </p:nvSpPr>
        <p:spPr bwMode="auto">
          <a:xfrm>
            <a:off x="4187825" y="217805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83" name="Line 194">
            <a:extLst>
              <a:ext uri="{FF2B5EF4-FFF2-40B4-BE49-F238E27FC236}">
                <a16:creationId xmlns:a16="http://schemas.microsoft.com/office/drawing/2014/main" id="{2B2DC015-3660-465E-A495-E4B7823848C6}"/>
              </a:ext>
            </a:extLst>
          </p:cNvPr>
          <p:cNvSpPr>
            <a:spLocks noChangeShapeType="1"/>
          </p:cNvSpPr>
          <p:nvPr/>
        </p:nvSpPr>
        <p:spPr bwMode="auto">
          <a:xfrm>
            <a:off x="5407025" y="217805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84" name="Line 195">
            <a:extLst>
              <a:ext uri="{FF2B5EF4-FFF2-40B4-BE49-F238E27FC236}">
                <a16:creationId xmlns:a16="http://schemas.microsoft.com/office/drawing/2014/main" id="{3EB50F8D-D48D-41BD-804D-3AC195797506}"/>
              </a:ext>
            </a:extLst>
          </p:cNvPr>
          <p:cNvSpPr>
            <a:spLocks noChangeShapeType="1"/>
          </p:cNvSpPr>
          <p:nvPr/>
        </p:nvSpPr>
        <p:spPr bwMode="auto">
          <a:xfrm>
            <a:off x="3883025" y="370205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85" name="Line 196">
            <a:extLst>
              <a:ext uri="{FF2B5EF4-FFF2-40B4-BE49-F238E27FC236}">
                <a16:creationId xmlns:a16="http://schemas.microsoft.com/office/drawing/2014/main" id="{6F98EC8C-8AA1-49C2-A946-83A47EE28DF0}"/>
              </a:ext>
            </a:extLst>
          </p:cNvPr>
          <p:cNvSpPr>
            <a:spLocks noChangeShapeType="1"/>
          </p:cNvSpPr>
          <p:nvPr/>
        </p:nvSpPr>
        <p:spPr bwMode="auto">
          <a:xfrm>
            <a:off x="7388225" y="370205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86" name="Line 197">
            <a:extLst>
              <a:ext uri="{FF2B5EF4-FFF2-40B4-BE49-F238E27FC236}">
                <a16:creationId xmlns:a16="http://schemas.microsoft.com/office/drawing/2014/main" id="{D3C821E3-5F50-4E31-9B4A-B67126417CA7}"/>
              </a:ext>
            </a:extLst>
          </p:cNvPr>
          <p:cNvSpPr>
            <a:spLocks noChangeShapeType="1"/>
          </p:cNvSpPr>
          <p:nvPr/>
        </p:nvSpPr>
        <p:spPr bwMode="auto">
          <a:xfrm flipV="1">
            <a:off x="2435225" y="2330450"/>
            <a:ext cx="0" cy="7620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87" name="Line 198">
            <a:extLst>
              <a:ext uri="{FF2B5EF4-FFF2-40B4-BE49-F238E27FC236}">
                <a16:creationId xmlns:a16="http://schemas.microsoft.com/office/drawing/2014/main" id="{294EF503-C8C4-40FD-A956-6E722482180E}"/>
              </a:ext>
            </a:extLst>
          </p:cNvPr>
          <p:cNvSpPr>
            <a:spLocks noChangeShapeType="1"/>
          </p:cNvSpPr>
          <p:nvPr/>
        </p:nvSpPr>
        <p:spPr bwMode="auto">
          <a:xfrm>
            <a:off x="4097338" y="2178050"/>
            <a:ext cx="0" cy="45720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88" name="Line 199">
            <a:extLst>
              <a:ext uri="{FF2B5EF4-FFF2-40B4-BE49-F238E27FC236}">
                <a16:creationId xmlns:a16="http://schemas.microsoft.com/office/drawing/2014/main" id="{4A054BE4-30F8-4DA6-96A2-4C9A8B7D1A79}"/>
              </a:ext>
            </a:extLst>
          </p:cNvPr>
          <p:cNvSpPr>
            <a:spLocks noChangeShapeType="1"/>
          </p:cNvSpPr>
          <p:nvPr/>
        </p:nvSpPr>
        <p:spPr bwMode="auto">
          <a:xfrm flipH="1">
            <a:off x="2740025" y="2635250"/>
            <a:ext cx="1352550" cy="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89" name="Line 200">
            <a:extLst>
              <a:ext uri="{FF2B5EF4-FFF2-40B4-BE49-F238E27FC236}">
                <a16:creationId xmlns:a16="http://schemas.microsoft.com/office/drawing/2014/main" id="{EC329B6C-1720-4A2A-B1D5-42974FC0FDD7}"/>
              </a:ext>
            </a:extLst>
          </p:cNvPr>
          <p:cNvSpPr>
            <a:spLocks noChangeShapeType="1"/>
          </p:cNvSpPr>
          <p:nvPr/>
        </p:nvSpPr>
        <p:spPr bwMode="auto">
          <a:xfrm>
            <a:off x="2735263" y="2635250"/>
            <a:ext cx="0" cy="9144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90" name="Line 201">
            <a:extLst>
              <a:ext uri="{FF2B5EF4-FFF2-40B4-BE49-F238E27FC236}">
                <a16:creationId xmlns:a16="http://schemas.microsoft.com/office/drawing/2014/main" id="{43FEF194-3877-4268-ACA8-740B93258D96}"/>
              </a:ext>
            </a:extLst>
          </p:cNvPr>
          <p:cNvSpPr>
            <a:spLocks noChangeShapeType="1"/>
          </p:cNvSpPr>
          <p:nvPr/>
        </p:nvSpPr>
        <p:spPr bwMode="auto">
          <a:xfrm flipV="1">
            <a:off x="5026025" y="2330450"/>
            <a:ext cx="0" cy="13716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91" name="Line 202">
            <a:extLst>
              <a:ext uri="{FF2B5EF4-FFF2-40B4-BE49-F238E27FC236}">
                <a16:creationId xmlns:a16="http://schemas.microsoft.com/office/drawing/2014/main" id="{780BD4E4-EC67-419A-867F-7462B72E326E}"/>
              </a:ext>
            </a:extLst>
          </p:cNvPr>
          <p:cNvSpPr>
            <a:spLocks noChangeShapeType="1"/>
          </p:cNvSpPr>
          <p:nvPr/>
        </p:nvSpPr>
        <p:spPr bwMode="auto">
          <a:xfrm>
            <a:off x="6572250" y="2178050"/>
            <a:ext cx="0" cy="53340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92" name="Line 203">
            <a:extLst>
              <a:ext uri="{FF2B5EF4-FFF2-40B4-BE49-F238E27FC236}">
                <a16:creationId xmlns:a16="http://schemas.microsoft.com/office/drawing/2014/main" id="{69BA441C-C5E7-4788-AFA0-33971992300D}"/>
              </a:ext>
            </a:extLst>
          </p:cNvPr>
          <p:cNvSpPr>
            <a:spLocks noChangeShapeType="1"/>
          </p:cNvSpPr>
          <p:nvPr/>
        </p:nvSpPr>
        <p:spPr bwMode="auto">
          <a:xfrm flipH="1">
            <a:off x="6561138" y="2711450"/>
            <a:ext cx="381000" cy="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93" name="Line 204">
            <a:extLst>
              <a:ext uri="{FF2B5EF4-FFF2-40B4-BE49-F238E27FC236}">
                <a16:creationId xmlns:a16="http://schemas.microsoft.com/office/drawing/2014/main" id="{50FE3324-806C-4DF7-BA77-84536371449D}"/>
              </a:ext>
            </a:extLst>
          </p:cNvPr>
          <p:cNvSpPr>
            <a:spLocks noChangeShapeType="1"/>
          </p:cNvSpPr>
          <p:nvPr/>
        </p:nvSpPr>
        <p:spPr bwMode="auto">
          <a:xfrm>
            <a:off x="6948488" y="2690813"/>
            <a:ext cx="0" cy="8382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94" name="Line 205">
            <a:extLst>
              <a:ext uri="{FF2B5EF4-FFF2-40B4-BE49-F238E27FC236}">
                <a16:creationId xmlns:a16="http://schemas.microsoft.com/office/drawing/2014/main" id="{57E872C0-4501-4B46-9B5F-066D22AA7BB5}"/>
              </a:ext>
            </a:extLst>
          </p:cNvPr>
          <p:cNvSpPr>
            <a:spLocks noChangeShapeType="1"/>
          </p:cNvSpPr>
          <p:nvPr/>
        </p:nvSpPr>
        <p:spPr bwMode="auto">
          <a:xfrm>
            <a:off x="1901825" y="2178050"/>
            <a:ext cx="3810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895" name="Text Box 206">
            <a:extLst>
              <a:ext uri="{FF2B5EF4-FFF2-40B4-BE49-F238E27FC236}">
                <a16:creationId xmlns:a16="http://schemas.microsoft.com/office/drawing/2014/main" id="{028613C4-5D00-44E0-9064-9E70B2ADE73C}"/>
              </a:ext>
            </a:extLst>
          </p:cNvPr>
          <p:cNvSpPr txBox="1">
            <a:spLocks noChangeArrowheads="1"/>
          </p:cNvSpPr>
          <p:nvPr/>
        </p:nvSpPr>
        <p:spPr bwMode="auto">
          <a:xfrm>
            <a:off x="546100" y="1835150"/>
            <a:ext cx="1355725"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dirty="0">
                <a:latin typeface="+mn-lt"/>
                <a:ea typeface="+mn-ea"/>
                <a:cs typeface="+mn-ea"/>
                <a:sym typeface="+mn-lt"/>
              </a:rPr>
              <a:t>La(</a:t>
            </a:r>
            <a:r>
              <a:rPr lang="en-US" altLang="zh-CN" sz="3200" dirty="0" err="1">
                <a:latin typeface="+mn-lt"/>
                <a:ea typeface="+mn-ea"/>
                <a:cs typeface="+mn-ea"/>
                <a:sym typeface="+mn-lt"/>
              </a:rPr>
              <a:t>Lc</a:t>
            </a:r>
            <a:r>
              <a:rPr lang="en-US" altLang="zh-CN" sz="3200" dirty="0">
                <a:latin typeface="+mn-lt"/>
                <a:ea typeface="+mn-ea"/>
                <a:cs typeface="+mn-ea"/>
                <a:sym typeface="+mn-lt"/>
              </a:rPr>
              <a:t>)</a:t>
            </a:r>
          </a:p>
        </p:txBody>
      </p:sp>
      <p:sp>
        <p:nvSpPr>
          <p:cNvPr id="164896" name="Text Box 207">
            <a:extLst>
              <a:ext uri="{FF2B5EF4-FFF2-40B4-BE49-F238E27FC236}">
                <a16:creationId xmlns:a16="http://schemas.microsoft.com/office/drawing/2014/main" id="{006608E1-446C-40B5-9E2B-272ABAB24C58}"/>
              </a:ext>
            </a:extLst>
          </p:cNvPr>
          <p:cNvSpPr txBox="1">
            <a:spLocks noChangeArrowheads="1"/>
          </p:cNvSpPr>
          <p:nvPr/>
        </p:nvSpPr>
        <p:spPr bwMode="auto">
          <a:xfrm>
            <a:off x="3541713" y="188277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64897" name="Text Box 208">
            <a:extLst>
              <a:ext uri="{FF2B5EF4-FFF2-40B4-BE49-F238E27FC236}">
                <a16:creationId xmlns:a16="http://schemas.microsoft.com/office/drawing/2014/main" id="{55492C1E-4555-48A7-90E4-AF99BB9771B5}"/>
              </a:ext>
            </a:extLst>
          </p:cNvPr>
          <p:cNvSpPr txBox="1">
            <a:spLocks noChangeArrowheads="1"/>
          </p:cNvSpPr>
          <p:nvPr/>
        </p:nvSpPr>
        <p:spPr bwMode="auto">
          <a:xfrm>
            <a:off x="2119313" y="3473450"/>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sp>
        <p:nvSpPr>
          <p:cNvPr id="164898" name="Text Box 209">
            <a:extLst>
              <a:ext uri="{FF2B5EF4-FFF2-40B4-BE49-F238E27FC236}">
                <a16:creationId xmlns:a16="http://schemas.microsoft.com/office/drawing/2014/main" id="{E05B2EAA-2C3E-420D-95F5-FDEC5596DF2A}"/>
              </a:ext>
            </a:extLst>
          </p:cNvPr>
          <p:cNvSpPr txBox="1">
            <a:spLocks noChangeArrowheads="1"/>
          </p:cNvSpPr>
          <p:nvPr/>
        </p:nvSpPr>
        <p:spPr bwMode="auto">
          <a:xfrm>
            <a:off x="3236913" y="3473450"/>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64899" name="Text Box 210">
            <a:extLst>
              <a:ext uri="{FF2B5EF4-FFF2-40B4-BE49-F238E27FC236}">
                <a16:creationId xmlns:a16="http://schemas.microsoft.com/office/drawing/2014/main" id="{B4F4434E-9949-433D-8B9C-3788D2D93BD6}"/>
              </a:ext>
            </a:extLst>
          </p:cNvPr>
          <p:cNvSpPr txBox="1">
            <a:spLocks noChangeArrowheads="1"/>
          </p:cNvSpPr>
          <p:nvPr/>
        </p:nvSpPr>
        <p:spPr bwMode="auto">
          <a:xfrm>
            <a:off x="4416425" y="3514725"/>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64900" name="Text Box 211">
            <a:extLst>
              <a:ext uri="{FF2B5EF4-FFF2-40B4-BE49-F238E27FC236}">
                <a16:creationId xmlns:a16="http://schemas.microsoft.com/office/drawing/2014/main" id="{38022996-45A8-49B4-AB51-31DA1C606495}"/>
              </a:ext>
            </a:extLst>
          </p:cNvPr>
          <p:cNvSpPr txBox="1">
            <a:spLocks noChangeArrowheads="1"/>
          </p:cNvSpPr>
          <p:nvPr/>
        </p:nvSpPr>
        <p:spPr bwMode="auto">
          <a:xfrm>
            <a:off x="4724400" y="1882775"/>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64901" name="Text Box 212">
            <a:extLst>
              <a:ext uri="{FF2B5EF4-FFF2-40B4-BE49-F238E27FC236}">
                <a16:creationId xmlns:a16="http://schemas.microsoft.com/office/drawing/2014/main" id="{D3CD930F-277A-45F7-BAC2-A8BA21884437}"/>
              </a:ext>
            </a:extLst>
          </p:cNvPr>
          <p:cNvSpPr txBox="1">
            <a:spLocks noChangeArrowheads="1"/>
          </p:cNvSpPr>
          <p:nvPr/>
        </p:nvSpPr>
        <p:spPr bwMode="auto">
          <a:xfrm>
            <a:off x="5980113" y="188277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64902" name="Text Box 213">
            <a:extLst>
              <a:ext uri="{FF2B5EF4-FFF2-40B4-BE49-F238E27FC236}">
                <a16:creationId xmlns:a16="http://schemas.microsoft.com/office/drawing/2014/main" id="{7FA19837-9EE8-4FBB-B78A-8AD10FB78785}"/>
              </a:ext>
            </a:extLst>
          </p:cNvPr>
          <p:cNvSpPr txBox="1">
            <a:spLocks noChangeArrowheads="1"/>
          </p:cNvSpPr>
          <p:nvPr/>
        </p:nvSpPr>
        <p:spPr bwMode="auto">
          <a:xfrm>
            <a:off x="5675313" y="351472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64903" name="Text Box 214">
            <a:extLst>
              <a:ext uri="{FF2B5EF4-FFF2-40B4-BE49-F238E27FC236}">
                <a16:creationId xmlns:a16="http://schemas.microsoft.com/office/drawing/2014/main" id="{A6F6875E-9890-4D3D-A60B-EAB3B1DFA381}"/>
              </a:ext>
            </a:extLst>
          </p:cNvPr>
          <p:cNvSpPr txBox="1">
            <a:spLocks noChangeArrowheads="1"/>
          </p:cNvSpPr>
          <p:nvPr/>
        </p:nvSpPr>
        <p:spPr bwMode="auto">
          <a:xfrm>
            <a:off x="6696075" y="3514725"/>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64904" name="Text Box 215">
            <a:extLst>
              <a:ext uri="{FF2B5EF4-FFF2-40B4-BE49-F238E27FC236}">
                <a16:creationId xmlns:a16="http://schemas.microsoft.com/office/drawing/2014/main" id="{13B4C2E6-5EE8-4D94-A089-DEF768266FBE}"/>
              </a:ext>
            </a:extLst>
          </p:cNvPr>
          <p:cNvSpPr txBox="1">
            <a:spLocks noChangeArrowheads="1"/>
          </p:cNvSpPr>
          <p:nvPr/>
        </p:nvSpPr>
        <p:spPr bwMode="auto">
          <a:xfrm>
            <a:off x="7848600" y="3514725"/>
            <a:ext cx="474663"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71049" name="Group 216">
            <a:extLst>
              <a:ext uri="{FF2B5EF4-FFF2-40B4-BE49-F238E27FC236}">
                <a16:creationId xmlns:a16="http://schemas.microsoft.com/office/drawing/2014/main" id="{CCF5E8AE-0B34-B240-882E-200760B845B3}"/>
              </a:ext>
            </a:extLst>
          </p:cNvPr>
          <p:cNvGrpSpPr>
            <a:grpSpLocks/>
          </p:cNvGrpSpPr>
          <p:nvPr/>
        </p:nvGrpSpPr>
        <p:grpSpPr bwMode="auto">
          <a:xfrm>
            <a:off x="4321175" y="2019300"/>
            <a:ext cx="228600" cy="304800"/>
            <a:chOff x="2698" y="1622"/>
            <a:chExt cx="144" cy="192"/>
          </a:xfrm>
        </p:grpSpPr>
        <p:sp>
          <p:nvSpPr>
            <p:cNvPr id="164922" name="Line 217">
              <a:extLst>
                <a:ext uri="{FF2B5EF4-FFF2-40B4-BE49-F238E27FC236}">
                  <a16:creationId xmlns:a16="http://schemas.microsoft.com/office/drawing/2014/main" id="{813F7680-5F60-408C-8898-9735748958C1}"/>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923" name="Line 218">
              <a:extLst>
                <a:ext uri="{FF2B5EF4-FFF2-40B4-BE49-F238E27FC236}">
                  <a16:creationId xmlns:a16="http://schemas.microsoft.com/office/drawing/2014/main" id="{24E41034-9C4A-4182-B7FA-3777239A524C}"/>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71050" name="Group 219">
            <a:extLst>
              <a:ext uri="{FF2B5EF4-FFF2-40B4-BE49-F238E27FC236}">
                <a16:creationId xmlns:a16="http://schemas.microsoft.com/office/drawing/2014/main" id="{A384A4F0-663A-094C-961B-9CF9E77C028A}"/>
              </a:ext>
            </a:extLst>
          </p:cNvPr>
          <p:cNvGrpSpPr>
            <a:grpSpLocks/>
          </p:cNvGrpSpPr>
          <p:nvPr/>
        </p:nvGrpSpPr>
        <p:grpSpPr bwMode="auto">
          <a:xfrm>
            <a:off x="5262563" y="3549650"/>
            <a:ext cx="228600" cy="304800"/>
            <a:chOff x="2698" y="1622"/>
            <a:chExt cx="144" cy="192"/>
          </a:xfrm>
        </p:grpSpPr>
        <p:sp>
          <p:nvSpPr>
            <p:cNvPr id="164920" name="Line 220">
              <a:extLst>
                <a:ext uri="{FF2B5EF4-FFF2-40B4-BE49-F238E27FC236}">
                  <a16:creationId xmlns:a16="http://schemas.microsoft.com/office/drawing/2014/main" id="{9120A8E3-79D0-4B4E-A3E0-6FEFDD845890}"/>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921" name="Line 221">
              <a:extLst>
                <a:ext uri="{FF2B5EF4-FFF2-40B4-BE49-F238E27FC236}">
                  <a16:creationId xmlns:a16="http://schemas.microsoft.com/office/drawing/2014/main" id="{4A47490D-E94E-494E-8747-B36E95A26664}"/>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71051" name="Group 222">
            <a:extLst>
              <a:ext uri="{FF2B5EF4-FFF2-40B4-BE49-F238E27FC236}">
                <a16:creationId xmlns:a16="http://schemas.microsoft.com/office/drawing/2014/main" id="{D28B7E34-6EC4-D44A-8202-22DF2E181CF2}"/>
              </a:ext>
            </a:extLst>
          </p:cNvPr>
          <p:cNvGrpSpPr>
            <a:grpSpLocks/>
          </p:cNvGrpSpPr>
          <p:nvPr/>
        </p:nvGrpSpPr>
        <p:grpSpPr bwMode="auto">
          <a:xfrm>
            <a:off x="763588" y="3540125"/>
            <a:ext cx="838200" cy="381000"/>
            <a:chOff x="1968" y="1344"/>
            <a:chExt cx="528" cy="240"/>
          </a:xfrm>
        </p:grpSpPr>
        <p:sp>
          <p:nvSpPr>
            <p:cNvPr id="164918" name="Rectangle 223">
              <a:extLst>
                <a:ext uri="{FF2B5EF4-FFF2-40B4-BE49-F238E27FC236}">
                  <a16:creationId xmlns:a16="http://schemas.microsoft.com/office/drawing/2014/main" id="{24E02052-1CAB-4144-88D9-292E1DCDFFB4}"/>
                </a:ext>
              </a:extLst>
            </p:cNvPr>
            <p:cNvSpPr>
              <a:spLocks noChangeArrowheads="1"/>
            </p:cNvSpPr>
            <p:nvPr/>
          </p:nvSpPr>
          <p:spPr bwMode="auto">
            <a:xfrm>
              <a:off x="1968" y="1344"/>
              <a:ext cx="38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4919" name="Rectangle 224">
              <a:extLst>
                <a:ext uri="{FF2B5EF4-FFF2-40B4-BE49-F238E27FC236}">
                  <a16:creationId xmlns:a16="http://schemas.microsoft.com/office/drawing/2014/main" id="{0EE62C84-88E2-4FD0-87E4-103686EC4F7D}"/>
                </a:ext>
              </a:extLst>
            </p:cNvPr>
            <p:cNvSpPr>
              <a:spLocks noChangeArrowheads="1"/>
            </p:cNvSpPr>
            <p:nvPr/>
          </p:nvSpPr>
          <p:spPr bwMode="auto">
            <a:xfrm>
              <a:off x="2352" y="1344"/>
              <a:ext cx="144" cy="240"/>
            </a:xfrm>
            <a:prstGeom prst="rect">
              <a:avLst/>
            </a:prstGeom>
            <a:solidFill>
              <a:srgbClr val="CCFFCC"/>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64908" name="Line 225">
            <a:extLst>
              <a:ext uri="{FF2B5EF4-FFF2-40B4-BE49-F238E27FC236}">
                <a16:creationId xmlns:a16="http://schemas.microsoft.com/office/drawing/2014/main" id="{F0132AE5-BE65-4F1D-91A7-23968F12E9C1}"/>
              </a:ext>
            </a:extLst>
          </p:cNvPr>
          <p:cNvSpPr>
            <a:spLocks noChangeShapeType="1"/>
          </p:cNvSpPr>
          <p:nvPr/>
        </p:nvSpPr>
        <p:spPr bwMode="auto">
          <a:xfrm>
            <a:off x="1525588" y="3768725"/>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71053" name="Group 226">
            <a:extLst>
              <a:ext uri="{FF2B5EF4-FFF2-40B4-BE49-F238E27FC236}">
                <a16:creationId xmlns:a16="http://schemas.microsoft.com/office/drawing/2014/main" id="{923479E4-5B5B-E845-9CF9-4E799CE16D84}"/>
              </a:ext>
            </a:extLst>
          </p:cNvPr>
          <p:cNvGrpSpPr>
            <a:grpSpLocks/>
          </p:cNvGrpSpPr>
          <p:nvPr/>
        </p:nvGrpSpPr>
        <p:grpSpPr bwMode="auto">
          <a:xfrm>
            <a:off x="1674813" y="3616325"/>
            <a:ext cx="228600" cy="304800"/>
            <a:chOff x="2698" y="1622"/>
            <a:chExt cx="144" cy="192"/>
          </a:xfrm>
        </p:grpSpPr>
        <p:sp>
          <p:nvSpPr>
            <p:cNvPr id="164916" name="Line 227">
              <a:extLst>
                <a:ext uri="{FF2B5EF4-FFF2-40B4-BE49-F238E27FC236}">
                  <a16:creationId xmlns:a16="http://schemas.microsoft.com/office/drawing/2014/main" id="{3221EE33-6880-42ED-84D2-745F693A8D76}"/>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917" name="Line 228">
              <a:extLst>
                <a:ext uri="{FF2B5EF4-FFF2-40B4-BE49-F238E27FC236}">
                  <a16:creationId xmlns:a16="http://schemas.microsoft.com/office/drawing/2014/main" id="{37BAAAAA-1F05-4E99-9172-EB9FDB2C0676}"/>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71054" name="Group 229">
            <a:extLst>
              <a:ext uri="{FF2B5EF4-FFF2-40B4-BE49-F238E27FC236}">
                <a16:creationId xmlns:a16="http://schemas.microsoft.com/office/drawing/2014/main" id="{0DC95268-A3F1-E84A-9A51-5DD9499409CC}"/>
              </a:ext>
            </a:extLst>
          </p:cNvPr>
          <p:cNvGrpSpPr>
            <a:grpSpLocks/>
          </p:cNvGrpSpPr>
          <p:nvPr/>
        </p:nvGrpSpPr>
        <p:grpSpPr bwMode="auto">
          <a:xfrm>
            <a:off x="5740400" y="3511550"/>
            <a:ext cx="431800" cy="434975"/>
            <a:chOff x="2698" y="1622"/>
            <a:chExt cx="144" cy="192"/>
          </a:xfrm>
        </p:grpSpPr>
        <p:sp>
          <p:nvSpPr>
            <p:cNvPr id="164914" name="Line 230">
              <a:extLst>
                <a:ext uri="{FF2B5EF4-FFF2-40B4-BE49-F238E27FC236}">
                  <a16:creationId xmlns:a16="http://schemas.microsoft.com/office/drawing/2014/main" id="{7213E470-95EB-4DAA-BB4A-F6677BAF077F}"/>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915" name="Line 231">
              <a:extLst>
                <a:ext uri="{FF2B5EF4-FFF2-40B4-BE49-F238E27FC236}">
                  <a16:creationId xmlns:a16="http://schemas.microsoft.com/office/drawing/2014/main" id="{F0F7C18C-659B-4946-852E-40375893BA2F}"/>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71055" name="Group 232">
            <a:extLst>
              <a:ext uri="{FF2B5EF4-FFF2-40B4-BE49-F238E27FC236}">
                <a16:creationId xmlns:a16="http://schemas.microsoft.com/office/drawing/2014/main" id="{36EB025C-DAD2-0240-9A5E-8CFE1CE2398C}"/>
              </a:ext>
            </a:extLst>
          </p:cNvPr>
          <p:cNvGrpSpPr>
            <a:grpSpLocks/>
          </p:cNvGrpSpPr>
          <p:nvPr/>
        </p:nvGrpSpPr>
        <p:grpSpPr bwMode="auto">
          <a:xfrm>
            <a:off x="6397625" y="3549650"/>
            <a:ext cx="228600" cy="304800"/>
            <a:chOff x="2698" y="1622"/>
            <a:chExt cx="144" cy="192"/>
          </a:xfrm>
        </p:grpSpPr>
        <p:sp>
          <p:nvSpPr>
            <p:cNvPr id="164912" name="Line 233">
              <a:extLst>
                <a:ext uri="{FF2B5EF4-FFF2-40B4-BE49-F238E27FC236}">
                  <a16:creationId xmlns:a16="http://schemas.microsoft.com/office/drawing/2014/main" id="{5D7A533C-E2C6-40F7-84ED-97F5309817B9}"/>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64913" name="Line 234">
              <a:extLst>
                <a:ext uri="{FF2B5EF4-FFF2-40B4-BE49-F238E27FC236}">
                  <a16:creationId xmlns:a16="http://schemas.microsoft.com/office/drawing/2014/main" id="{9E735CE4-4A4D-4BFF-8EC0-4F5E2D55F003}"/>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599119"/>
                                        </p:tgtEl>
                                        <p:attrNameLst>
                                          <p:attrName>style.visibility</p:attrName>
                                        </p:attrNameLst>
                                      </p:cBhvr>
                                      <p:to>
                                        <p:strVal val="visible"/>
                                      </p:to>
                                    </p:set>
                                    <p:animEffect transition="in" filter="diamond(in)">
                                      <p:cBhvr>
                                        <p:cTn id="7" dur="2000"/>
                                        <p:tgtEl>
                                          <p:spTgt spid="599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911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Rectangle 90">
            <a:extLst>
              <a:ext uri="{FF2B5EF4-FFF2-40B4-BE49-F238E27FC236}">
                <a16:creationId xmlns:a16="http://schemas.microsoft.com/office/drawing/2014/main" id="{926AA697-450E-40B4-A751-972D25352929}"/>
              </a:ext>
            </a:extLst>
          </p:cNvPr>
          <p:cNvSpPr>
            <a:spLocks noChangeArrowheads="1"/>
          </p:cNvSpPr>
          <p:nvPr/>
        </p:nvSpPr>
        <p:spPr bwMode="auto">
          <a:xfrm>
            <a:off x="1824038" y="2871788"/>
            <a:ext cx="7031037" cy="2173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buClr>
                <a:srgbClr val="FF0000"/>
              </a:buClr>
            </a:pPr>
            <a:r>
              <a:rPr lang="zh-CN" altLang="en-US" sz="2600">
                <a:sym typeface="+mn-lt"/>
              </a:rPr>
              <a:t>要求结果链表仍使用原来两个链表的存储空间</a:t>
            </a:r>
            <a:r>
              <a:rPr lang="en-US" altLang="zh-CN" sz="2600">
                <a:sym typeface="+mn-lt"/>
              </a:rPr>
              <a:t>, </a:t>
            </a:r>
            <a:r>
              <a:rPr lang="zh-CN" altLang="en-US" sz="2600">
                <a:sym typeface="+mn-lt"/>
              </a:rPr>
              <a:t>不另外占用其它的存储空间。</a:t>
            </a:r>
          </a:p>
          <a:p>
            <a:pPr>
              <a:buClr>
                <a:srgbClr val="FF0000"/>
              </a:buClr>
            </a:pPr>
            <a:endParaRPr lang="zh-CN" altLang="en-US" sz="2600">
              <a:sym typeface="+mn-lt"/>
            </a:endParaRPr>
          </a:p>
          <a:p>
            <a:pPr>
              <a:buClr>
                <a:srgbClr val="FF0000"/>
              </a:buClr>
            </a:pPr>
            <a:r>
              <a:rPr lang="zh-CN" altLang="en-US" sz="2600">
                <a:sym typeface="+mn-lt"/>
              </a:rPr>
              <a:t>表中允许有重复的数据。 </a:t>
            </a:r>
          </a:p>
        </p:txBody>
      </p:sp>
      <p:sp>
        <p:nvSpPr>
          <p:cNvPr id="165891" name="Rectangle 93">
            <a:extLst>
              <a:ext uri="{FF2B5EF4-FFF2-40B4-BE49-F238E27FC236}">
                <a16:creationId xmlns:a16="http://schemas.microsoft.com/office/drawing/2014/main" id="{86360A4E-E5DA-47A8-88AC-5474B34668A3}"/>
              </a:ext>
            </a:extLst>
          </p:cNvPr>
          <p:cNvSpPr>
            <a:spLocks noChangeArrowheads="1"/>
          </p:cNvSpPr>
          <p:nvPr/>
        </p:nvSpPr>
        <p:spPr bwMode="auto">
          <a:xfrm>
            <a:off x="827088" y="188913"/>
            <a:ext cx="7777162" cy="576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dirty="0">
                <a:solidFill>
                  <a:schemeClr val="bg1"/>
                </a:solidFill>
                <a:latin typeface="+mn-lt"/>
                <a:ea typeface="+mn-ea"/>
                <a:cs typeface="+mn-ea"/>
                <a:sym typeface="+mn-lt"/>
              </a:rPr>
              <a:t>思考</a:t>
            </a:r>
            <a:r>
              <a:rPr lang="en-US" altLang="zh-CN" dirty="0">
                <a:solidFill>
                  <a:schemeClr val="bg1"/>
                </a:solidFill>
                <a:latin typeface="+mn-lt"/>
                <a:ea typeface="+mn-ea"/>
                <a:cs typeface="+mn-ea"/>
                <a:sym typeface="+mn-lt"/>
              </a:rPr>
              <a:t>2</a:t>
            </a:r>
            <a:r>
              <a:rPr lang="zh-CN" altLang="en-US" dirty="0">
                <a:solidFill>
                  <a:schemeClr val="bg1"/>
                </a:solidFill>
                <a:latin typeface="+mn-lt"/>
                <a:ea typeface="+mn-ea"/>
                <a:cs typeface="+mn-ea"/>
                <a:sym typeface="+mn-lt"/>
              </a:rPr>
              <a:t>：</a:t>
            </a:r>
          </a:p>
        </p:txBody>
      </p:sp>
      <p:sp>
        <p:nvSpPr>
          <p:cNvPr id="4" name="Rectangle 93">
            <a:extLst>
              <a:ext uri="{FF2B5EF4-FFF2-40B4-BE49-F238E27FC236}">
                <a16:creationId xmlns:a16="http://schemas.microsoft.com/office/drawing/2014/main" id="{37282C88-E008-411D-8E60-AF4696D62461}"/>
              </a:ext>
            </a:extLst>
          </p:cNvPr>
          <p:cNvSpPr>
            <a:spLocks noChangeArrowheads="1"/>
          </p:cNvSpPr>
          <p:nvPr/>
        </p:nvSpPr>
        <p:spPr bwMode="auto">
          <a:xfrm>
            <a:off x="460375" y="1141413"/>
            <a:ext cx="8512175"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nSpc>
                <a:spcPct val="130000"/>
              </a:lnSpc>
            </a:pPr>
            <a:r>
              <a:rPr lang="zh-CN" altLang="en-US" sz="2600">
                <a:ea typeface="微软雅黑" panose="020B0503020204020204" pitchFamily="34" charset="-122"/>
                <a:sym typeface="+mn-lt"/>
              </a:rPr>
              <a:t>将两个非递减的有序链表合并为一个非递增的有序链表，如何实现？</a:t>
            </a:r>
          </a:p>
        </p:txBody>
      </p:sp>
      <p:cxnSp>
        <p:nvCxnSpPr>
          <p:cNvPr id="3" name="直接连接符 2">
            <a:extLst>
              <a:ext uri="{FF2B5EF4-FFF2-40B4-BE49-F238E27FC236}">
                <a16:creationId xmlns:a16="http://schemas.microsoft.com/office/drawing/2014/main" id="{D8470CAA-316E-4DD9-A3E3-CE5F189547D0}"/>
              </a:ext>
            </a:extLst>
          </p:cNvPr>
          <p:cNvCxnSpPr/>
          <p:nvPr/>
        </p:nvCxnSpPr>
        <p:spPr bwMode="auto">
          <a:xfrm>
            <a:off x="566738" y="2543175"/>
            <a:ext cx="8288337" cy="0"/>
          </a:xfrm>
          <a:prstGeom prst="line">
            <a:avLst/>
          </a:prstGeom>
          <a:solidFill>
            <a:schemeClr val="accent1"/>
          </a:solidFill>
          <a:ln w="9525" cap="flat" cmpd="sng" algn="ctr">
            <a:solidFill>
              <a:schemeClr val="bg2">
                <a:lumMod val="40000"/>
                <a:lumOff val="60000"/>
              </a:schemeClr>
            </a:solidFill>
            <a:prstDash val="solid"/>
            <a:round/>
            <a:headEnd type="none" w="med" len="med"/>
            <a:tailEnd type="none" w="med" len="med"/>
          </a:ln>
        </p:spPr>
      </p:cxnSp>
      <p:grpSp>
        <p:nvGrpSpPr>
          <p:cNvPr id="172038" name="组合 7">
            <a:extLst>
              <a:ext uri="{FF2B5EF4-FFF2-40B4-BE49-F238E27FC236}">
                <a16:creationId xmlns:a16="http://schemas.microsoft.com/office/drawing/2014/main" id="{9FB73313-C511-3D41-BDDA-228158B08758}"/>
              </a:ext>
            </a:extLst>
          </p:cNvPr>
          <p:cNvGrpSpPr>
            <a:grpSpLocks/>
          </p:cNvGrpSpPr>
          <p:nvPr/>
        </p:nvGrpSpPr>
        <p:grpSpPr bwMode="auto">
          <a:xfrm>
            <a:off x="623888" y="2992438"/>
            <a:ext cx="1033462" cy="858837"/>
            <a:chOff x="4348163" y="2132888"/>
            <a:chExt cx="1033462" cy="859349"/>
          </a:xfrm>
        </p:grpSpPr>
        <p:sp>
          <p:nvSpPr>
            <p:cNvPr id="9" name="Oval 3">
              <a:extLst>
                <a:ext uri="{FF2B5EF4-FFF2-40B4-BE49-F238E27FC236}">
                  <a16:creationId xmlns:a16="http://schemas.microsoft.com/office/drawing/2014/main" id="{803141A0-B0E6-4271-ABFA-091368261D96}"/>
                </a:ext>
              </a:extLst>
            </p:cNvPr>
            <p:cNvSpPr>
              <a:spLocks noChangeArrowheads="1"/>
            </p:cNvSpPr>
            <p:nvPr/>
          </p:nvSpPr>
          <p:spPr bwMode="auto">
            <a:xfrm>
              <a:off x="4348163" y="2132888"/>
              <a:ext cx="1033462" cy="859349"/>
            </a:xfrm>
            <a:prstGeom prst="hexagon">
              <a:avLst/>
            </a:prstGeom>
            <a:solidFill>
              <a:srgbClr val="9476B6"/>
            </a:solidFill>
            <a:ln w="28575">
              <a:noFill/>
              <a:bevel/>
              <a:headEnd/>
              <a:tailEnd/>
            </a:ln>
          </p:spPr>
          <p:txBody>
            <a:bodyPr anchor="ctr"/>
            <a:lstStyle/>
            <a:p>
              <a:pPr algn="ctr">
                <a:defRPr/>
              </a:pPr>
              <a:endParaRPr lang="zh-CN" altLang="zh-CN" sz="8800">
                <a:solidFill>
                  <a:schemeClr val="accent6"/>
                </a:solidFill>
                <a:latin typeface="Calibri" pitchFamily="34" charset="0"/>
                <a:sym typeface="Calibri" pitchFamily="34" charset="0"/>
              </a:endParaRPr>
            </a:p>
          </p:txBody>
        </p:sp>
        <p:grpSp>
          <p:nvGrpSpPr>
            <p:cNvPr id="172050" name="Group 29">
              <a:extLst>
                <a:ext uri="{FF2B5EF4-FFF2-40B4-BE49-F238E27FC236}">
                  <a16:creationId xmlns:a16="http://schemas.microsoft.com/office/drawing/2014/main" id="{97A1AE3C-709F-8540-9541-4DA6BFEA9E32}"/>
                </a:ext>
              </a:extLst>
            </p:cNvPr>
            <p:cNvGrpSpPr>
              <a:grpSpLocks/>
            </p:cNvGrpSpPr>
            <p:nvPr/>
          </p:nvGrpSpPr>
          <p:grpSpPr bwMode="auto">
            <a:xfrm>
              <a:off x="4616450" y="2301418"/>
              <a:ext cx="569913" cy="484188"/>
              <a:chOff x="0" y="0"/>
              <a:chExt cx="496661" cy="421788"/>
            </a:xfrm>
          </p:grpSpPr>
          <p:sp>
            <p:nvSpPr>
              <p:cNvPr id="172051" name="Freeform 12">
                <a:extLst>
                  <a:ext uri="{FF2B5EF4-FFF2-40B4-BE49-F238E27FC236}">
                    <a16:creationId xmlns:a16="http://schemas.microsoft.com/office/drawing/2014/main" id="{BD956BB0-D312-2441-8A59-61DB8AF1B647}"/>
                  </a:ext>
                </a:extLst>
              </p:cNvPr>
              <p:cNvSpPr>
                <a:spLocks noChangeArrowheads="1"/>
              </p:cNvSpPr>
              <p:nvPr/>
            </p:nvSpPr>
            <p:spPr bwMode="auto">
              <a:xfrm>
                <a:off x="157235" y="244586"/>
                <a:ext cx="89848" cy="89848"/>
              </a:xfrm>
              <a:custGeom>
                <a:avLst/>
                <a:gdLst>
                  <a:gd name="T0" fmla="*/ 2147483646 w 36"/>
                  <a:gd name="T1" fmla="*/ 2147483646 h 36"/>
                  <a:gd name="T2" fmla="*/ 2147483646 w 36"/>
                  <a:gd name="T3" fmla="*/ 0 h 36"/>
                  <a:gd name="T4" fmla="*/ 2147483646 w 36"/>
                  <a:gd name="T5" fmla="*/ 0 h 36"/>
                  <a:gd name="T6" fmla="*/ 0 w 36"/>
                  <a:gd name="T7" fmla="*/ 2147483646 h 36"/>
                  <a:gd name="T8" fmla="*/ 2147483646 w 36"/>
                  <a:gd name="T9" fmla="*/ 2147483646 h 36"/>
                  <a:gd name="T10" fmla="*/ 0 60000 65536"/>
                  <a:gd name="T11" fmla="*/ 0 60000 65536"/>
                  <a:gd name="T12" fmla="*/ 0 60000 65536"/>
                  <a:gd name="T13" fmla="*/ 0 60000 65536"/>
                  <a:gd name="T14" fmla="*/ 0 60000 65536"/>
                  <a:gd name="T15" fmla="*/ 0 w 36"/>
                  <a:gd name="T16" fmla="*/ 0 h 36"/>
                  <a:gd name="T17" fmla="*/ 36 w 36"/>
                  <a:gd name="T18" fmla="*/ 36 h 36"/>
                </a:gdLst>
                <a:ahLst/>
                <a:cxnLst>
                  <a:cxn ang="T10">
                    <a:pos x="T0" y="T1"/>
                  </a:cxn>
                  <a:cxn ang="T11">
                    <a:pos x="T2" y="T3"/>
                  </a:cxn>
                  <a:cxn ang="T12">
                    <a:pos x="T4" y="T5"/>
                  </a:cxn>
                  <a:cxn ang="T13">
                    <a:pos x="T6" y="T7"/>
                  </a:cxn>
                  <a:cxn ang="T14">
                    <a:pos x="T8" y="T9"/>
                  </a:cxn>
                </a:cxnLst>
                <a:rect l="T15" t="T16" r="T17" b="T18"/>
                <a:pathLst>
                  <a:path w="36" h="36">
                    <a:moveTo>
                      <a:pt x="36" y="20"/>
                    </a:moveTo>
                    <a:lnTo>
                      <a:pt x="16" y="0"/>
                    </a:lnTo>
                    <a:lnTo>
                      <a:pt x="0" y="36"/>
                    </a:lnTo>
                    <a:lnTo>
                      <a:pt x="36" y="20"/>
                    </a:lnTo>
                    <a:close/>
                  </a:path>
                </a:pathLst>
              </a:custGeom>
              <a:solidFill>
                <a:schemeClr val="bg1"/>
              </a:solidFill>
              <a:ln>
                <a:noFill/>
              </a:ln>
              <a:extLst>
                <a:ext uri="{91240B29-F687-4F45-9708-019B960494DF}">
                  <a14:hiddenLine xmlns:a14="http://schemas.microsoft.com/office/drawing/2010/main" w="9525" cmpd="sng">
                    <a:solidFill>
                      <a:srgbClr val="000000"/>
                    </a:solidFill>
                    <a:bevel/>
                    <a:headEnd/>
                    <a:tailEnd/>
                  </a14:hiddenLine>
                </a:ext>
              </a:extLst>
            </p:spPr>
            <p:txBody>
              <a:bodyPr/>
              <a:lstStyle/>
              <a:p>
                <a:endParaRPr lang="en-US"/>
              </a:p>
            </p:txBody>
          </p:sp>
          <p:sp>
            <p:nvSpPr>
              <p:cNvPr id="172052" name="Rectangle 13">
                <a:extLst>
                  <a:ext uri="{FF2B5EF4-FFF2-40B4-BE49-F238E27FC236}">
                    <a16:creationId xmlns:a16="http://schemas.microsoft.com/office/drawing/2014/main" id="{C3FC78E6-19F5-804C-9053-D1ADE7F57DC5}"/>
                  </a:ext>
                </a:extLst>
              </p:cNvPr>
              <p:cNvSpPr>
                <a:spLocks noChangeArrowheads="1"/>
              </p:cNvSpPr>
              <p:nvPr/>
            </p:nvSpPr>
            <p:spPr bwMode="auto">
              <a:xfrm>
                <a:off x="247083" y="294502"/>
                <a:ext cx="2497" cy="2497"/>
              </a:xfrm>
              <a:prstGeom prst="rect">
                <a:avLst/>
              </a:prstGeom>
              <a:solidFill>
                <a:schemeClr val="bg1"/>
              </a:solidFill>
              <a:ln>
                <a:noFill/>
              </a:ln>
              <a:extLst>
                <a:ext uri="{91240B29-F687-4F45-9708-019B960494DF}">
                  <a14:hiddenLine xmlns:a14="http://schemas.microsoft.com/office/drawing/2010/main" w="9525">
                    <a:solidFill>
                      <a:srgbClr val="000000"/>
                    </a:solidFill>
                    <a:bevel/>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zh-CN" sz="2800">
                  <a:latin typeface="Calibri" panose="020F0502020204030204" pitchFamily="34" charset="0"/>
                  <a:ea typeface="仿宋_GB2312" pitchFamily="49" charset="-122"/>
                  <a:sym typeface="Calibri" panose="020F0502020204030204" pitchFamily="34" charset="0"/>
                </a:endParaRPr>
              </a:p>
            </p:txBody>
          </p:sp>
          <p:sp>
            <p:nvSpPr>
              <p:cNvPr id="172053" name="Freeform 14">
                <a:extLst>
                  <a:ext uri="{FF2B5EF4-FFF2-40B4-BE49-F238E27FC236}">
                    <a16:creationId xmlns:a16="http://schemas.microsoft.com/office/drawing/2014/main" id="{76976127-6251-D04E-B586-E7F79B43AE97}"/>
                  </a:ext>
                </a:extLst>
              </p:cNvPr>
              <p:cNvSpPr>
                <a:spLocks noChangeArrowheads="1"/>
              </p:cNvSpPr>
              <p:nvPr/>
            </p:nvSpPr>
            <p:spPr bwMode="auto">
              <a:xfrm>
                <a:off x="209645" y="29949"/>
                <a:ext cx="227117" cy="222125"/>
              </a:xfrm>
              <a:custGeom>
                <a:avLst/>
                <a:gdLst>
                  <a:gd name="T0" fmla="*/ 2147483646 w 91"/>
                  <a:gd name="T1" fmla="*/ 0 h 89"/>
                  <a:gd name="T2" fmla="*/ 0 w 91"/>
                  <a:gd name="T3" fmla="*/ 2147483646 h 89"/>
                  <a:gd name="T4" fmla="*/ 2147483646 w 91"/>
                  <a:gd name="T5" fmla="*/ 2147483646 h 89"/>
                  <a:gd name="T6" fmla="*/ 2147483646 w 91"/>
                  <a:gd name="T7" fmla="*/ 2147483646 h 89"/>
                  <a:gd name="T8" fmla="*/ 2147483646 w 91"/>
                  <a:gd name="T9" fmla="*/ 0 h 89"/>
                  <a:gd name="T10" fmla="*/ 0 60000 65536"/>
                  <a:gd name="T11" fmla="*/ 0 60000 65536"/>
                  <a:gd name="T12" fmla="*/ 0 60000 65536"/>
                  <a:gd name="T13" fmla="*/ 0 60000 65536"/>
                  <a:gd name="T14" fmla="*/ 0 60000 65536"/>
                  <a:gd name="T15" fmla="*/ 0 w 91"/>
                  <a:gd name="T16" fmla="*/ 0 h 89"/>
                  <a:gd name="T17" fmla="*/ 91 w 91"/>
                  <a:gd name="T18" fmla="*/ 89 h 89"/>
                </a:gdLst>
                <a:ahLst/>
                <a:cxnLst>
                  <a:cxn ang="T10">
                    <a:pos x="T0" y="T1"/>
                  </a:cxn>
                  <a:cxn ang="T11">
                    <a:pos x="T2" y="T3"/>
                  </a:cxn>
                  <a:cxn ang="T12">
                    <a:pos x="T4" y="T5"/>
                  </a:cxn>
                  <a:cxn ang="T13">
                    <a:pos x="T6" y="T7"/>
                  </a:cxn>
                  <a:cxn ang="T14">
                    <a:pos x="T8" y="T9"/>
                  </a:cxn>
                </a:cxnLst>
                <a:rect l="T15" t="T16" r="T17" b="T18"/>
                <a:pathLst>
                  <a:path w="91" h="89">
                    <a:moveTo>
                      <a:pt x="81" y="0"/>
                    </a:moveTo>
                    <a:lnTo>
                      <a:pt x="0" y="81"/>
                    </a:lnTo>
                    <a:lnTo>
                      <a:pt x="8" y="89"/>
                    </a:lnTo>
                    <a:lnTo>
                      <a:pt x="91" y="8"/>
                    </a:lnTo>
                    <a:lnTo>
                      <a:pt x="81" y="0"/>
                    </a:lnTo>
                    <a:close/>
                  </a:path>
                </a:pathLst>
              </a:custGeom>
              <a:solidFill>
                <a:schemeClr val="bg1"/>
              </a:solidFill>
              <a:ln>
                <a:noFill/>
              </a:ln>
              <a:extLst>
                <a:ext uri="{91240B29-F687-4F45-9708-019B960494DF}">
                  <a14:hiddenLine xmlns:a14="http://schemas.microsoft.com/office/drawing/2010/main" w="9525" cmpd="sng">
                    <a:solidFill>
                      <a:srgbClr val="000000"/>
                    </a:solidFill>
                    <a:bevel/>
                    <a:headEnd/>
                    <a:tailEnd/>
                  </a14:hiddenLine>
                </a:ext>
              </a:extLst>
            </p:spPr>
            <p:txBody>
              <a:bodyPr/>
              <a:lstStyle/>
              <a:p>
                <a:endParaRPr lang="en-US"/>
              </a:p>
            </p:txBody>
          </p:sp>
          <p:sp>
            <p:nvSpPr>
              <p:cNvPr id="172054" name="Freeform 15">
                <a:extLst>
                  <a:ext uri="{FF2B5EF4-FFF2-40B4-BE49-F238E27FC236}">
                    <a16:creationId xmlns:a16="http://schemas.microsoft.com/office/drawing/2014/main" id="{7540E74A-D324-3C45-96E9-A03165B0CD7D}"/>
                  </a:ext>
                </a:extLst>
              </p:cNvPr>
              <p:cNvSpPr>
                <a:spLocks noChangeArrowheads="1"/>
              </p:cNvSpPr>
              <p:nvPr/>
            </p:nvSpPr>
            <p:spPr bwMode="auto">
              <a:xfrm>
                <a:off x="239595" y="59899"/>
                <a:ext cx="227117" cy="224620"/>
              </a:xfrm>
              <a:custGeom>
                <a:avLst/>
                <a:gdLst>
                  <a:gd name="T0" fmla="*/ 0 w 91"/>
                  <a:gd name="T1" fmla="*/ 2147483646 h 90"/>
                  <a:gd name="T2" fmla="*/ 2147483646 w 91"/>
                  <a:gd name="T3" fmla="*/ 2147483646 h 90"/>
                  <a:gd name="T4" fmla="*/ 2147483646 w 91"/>
                  <a:gd name="T5" fmla="*/ 2147483646 h 90"/>
                  <a:gd name="T6" fmla="*/ 2147483646 w 91"/>
                  <a:gd name="T7" fmla="*/ 0 h 90"/>
                  <a:gd name="T8" fmla="*/ 0 w 91"/>
                  <a:gd name="T9" fmla="*/ 2147483646 h 90"/>
                  <a:gd name="T10" fmla="*/ 0 60000 65536"/>
                  <a:gd name="T11" fmla="*/ 0 60000 65536"/>
                  <a:gd name="T12" fmla="*/ 0 60000 65536"/>
                  <a:gd name="T13" fmla="*/ 0 60000 65536"/>
                  <a:gd name="T14" fmla="*/ 0 60000 65536"/>
                  <a:gd name="T15" fmla="*/ 0 w 91"/>
                  <a:gd name="T16" fmla="*/ 0 h 90"/>
                  <a:gd name="T17" fmla="*/ 91 w 91"/>
                  <a:gd name="T18" fmla="*/ 90 h 90"/>
                </a:gdLst>
                <a:ahLst/>
                <a:cxnLst>
                  <a:cxn ang="T10">
                    <a:pos x="T0" y="T1"/>
                  </a:cxn>
                  <a:cxn ang="T11">
                    <a:pos x="T2" y="T3"/>
                  </a:cxn>
                  <a:cxn ang="T12">
                    <a:pos x="T4" y="T5"/>
                  </a:cxn>
                  <a:cxn ang="T13">
                    <a:pos x="T6" y="T7"/>
                  </a:cxn>
                  <a:cxn ang="T14">
                    <a:pos x="T8" y="T9"/>
                  </a:cxn>
                </a:cxnLst>
                <a:rect l="T15" t="T16" r="T17" b="T18"/>
                <a:pathLst>
                  <a:path w="91" h="90">
                    <a:moveTo>
                      <a:pt x="0" y="82"/>
                    </a:moveTo>
                    <a:lnTo>
                      <a:pt x="8" y="90"/>
                    </a:lnTo>
                    <a:lnTo>
                      <a:pt x="91" y="8"/>
                    </a:lnTo>
                    <a:lnTo>
                      <a:pt x="83" y="0"/>
                    </a:lnTo>
                    <a:lnTo>
                      <a:pt x="0" y="82"/>
                    </a:lnTo>
                    <a:close/>
                  </a:path>
                </a:pathLst>
              </a:custGeom>
              <a:solidFill>
                <a:schemeClr val="bg1"/>
              </a:solidFill>
              <a:ln>
                <a:noFill/>
              </a:ln>
              <a:extLst>
                <a:ext uri="{91240B29-F687-4F45-9708-019B960494DF}">
                  <a14:hiddenLine xmlns:a14="http://schemas.microsoft.com/office/drawing/2010/main" w="9525" cmpd="sng">
                    <a:solidFill>
                      <a:srgbClr val="000000"/>
                    </a:solidFill>
                    <a:bevel/>
                    <a:headEnd/>
                    <a:tailEnd/>
                  </a14:hiddenLine>
                </a:ext>
              </a:extLst>
            </p:spPr>
            <p:txBody>
              <a:bodyPr/>
              <a:lstStyle/>
              <a:p>
                <a:endParaRPr lang="en-US"/>
              </a:p>
            </p:txBody>
          </p:sp>
          <p:sp>
            <p:nvSpPr>
              <p:cNvPr id="172055" name="Freeform 16">
                <a:extLst>
                  <a:ext uri="{FF2B5EF4-FFF2-40B4-BE49-F238E27FC236}">
                    <a16:creationId xmlns:a16="http://schemas.microsoft.com/office/drawing/2014/main" id="{B92BA734-D64E-C748-93E2-63102B6D12AC}"/>
                  </a:ext>
                </a:extLst>
              </p:cNvPr>
              <p:cNvSpPr>
                <a:spLocks noChangeArrowheads="1"/>
              </p:cNvSpPr>
              <p:nvPr/>
            </p:nvSpPr>
            <p:spPr bwMode="auto">
              <a:xfrm>
                <a:off x="426779" y="0"/>
                <a:ext cx="69882" cy="64890"/>
              </a:xfrm>
              <a:custGeom>
                <a:avLst/>
                <a:gdLst>
                  <a:gd name="T0" fmla="*/ 2147483646 w 21"/>
                  <a:gd name="T1" fmla="*/ 2147483646 h 20"/>
                  <a:gd name="T2" fmla="*/ 0 w 21"/>
                  <a:gd name="T3" fmla="*/ 2147483646 h 20"/>
                  <a:gd name="T4" fmla="*/ 2147483646 w 21"/>
                  <a:gd name="T5" fmla="*/ 2147483646 h 20"/>
                  <a:gd name="T6" fmla="*/ 2147483646 w 21"/>
                  <a:gd name="T7" fmla="*/ 2147483646 h 20"/>
                  <a:gd name="T8" fmla="*/ 0 60000 65536"/>
                  <a:gd name="T9" fmla="*/ 0 60000 65536"/>
                  <a:gd name="T10" fmla="*/ 0 60000 65536"/>
                  <a:gd name="T11" fmla="*/ 0 60000 65536"/>
                  <a:gd name="T12" fmla="*/ 0 w 21"/>
                  <a:gd name="T13" fmla="*/ 0 h 20"/>
                  <a:gd name="T14" fmla="*/ 21 w 21"/>
                  <a:gd name="T15" fmla="*/ 20 h 20"/>
                </a:gdLst>
                <a:ahLst/>
                <a:cxnLst>
                  <a:cxn ang="T8">
                    <a:pos x="T0" y="T1"/>
                  </a:cxn>
                  <a:cxn ang="T9">
                    <a:pos x="T2" y="T3"/>
                  </a:cxn>
                  <a:cxn ang="T10">
                    <a:pos x="T4" y="T5"/>
                  </a:cxn>
                  <a:cxn ang="T11">
                    <a:pos x="T6" y="T7"/>
                  </a:cxn>
                </a:cxnLst>
                <a:rect l="T12" t="T13" r="T14" b="T15"/>
                <a:pathLst>
                  <a:path w="21" h="20">
                    <a:moveTo>
                      <a:pt x="14" y="6"/>
                    </a:moveTo>
                    <a:cubicBezTo>
                      <a:pt x="8" y="0"/>
                      <a:pt x="0" y="6"/>
                      <a:pt x="0" y="6"/>
                    </a:cubicBezTo>
                    <a:cubicBezTo>
                      <a:pt x="15" y="20"/>
                      <a:pt x="15" y="20"/>
                      <a:pt x="15" y="20"/>
                    </a:cubicBezTo>
                    <a:cubicBezTo>
                      <a:pt x="15" y="20"/>
                      <a:pt x="21" y="13"/>
                      <a:pt x="14" y="6"/>
                    </a:cubicBezTo>
                    <a:close/>
                  </a:path>
                </a:pathLst>
              </a:custGeom>
              <a:solidFill>
                <a:schemeClr val="bg1"/>
              </a:solidFill>
              <a:ln>
                <a:noFill/>
              </a:ln>
              <a:extLst>
                <a:ext uri="{91240B29-F687-4F45-9708-019B960494DF}">
                  <a14:hiddenLine xmlns:a14="http://schemas.microsoft.com/office/drawing/2010/main" w="9525" cmpd="sng">
                    <a:solidFill>
                      <a:srgbClr val="000000"/>
                    </a:solidFill>
                    <a:bevel/>
                    <a:headEnd/>
                    <a:tailEnd/>
                  </a14:hiddenLine>
                </a:ext>
              </a:extLst>
            </p:spPr>
            <p:txBody>
              <a:bodyPr/>
              <a:lstStyle/>
              <a:p>
                <a:endParaRPr lang="en-US"/>
              </a:p>
            </p:txBody>
          </p:sp>
          <p:sp>
            <p:nvSpPr>
              <p:cNvPr id="172056" name="Freeform 17">
                <a:extLst>
                  <a:ext uri="{FF2B5EF4-FFF2-40B4-BE49-F238E27FC236}">
                    <a16:creationId xmlns:a16="http://schemas.microsoft.com/office/drawing/2014/main" id="{AFA9C3AA-36C2-244C-BF19-A50B81DA63BF}"/>
                  </a:ext>
                </a:extLst>
              </p:cNvPr>
              <p:cNvSpPr>
                <a:spLocks noChangeArrowheads="1"/>
              </p:cNvSpPr>
              <p:nvPr/>
            </p:nvSpPr>
            <p:spPr bwMode="auto">
              <a:xfrm>
                <a:off x="0" y="9983"/>
                <a:ext cx="416796" cy="411805"/>
              </a:xfrm>
              <a:custGeom>
                <a:avLst/>
                <a:gdLst>
                  <a:gd name="T0" fmla="*/ 2147483646 w 167"/>
                  <a:gd name="T1" fmla="*/ 2147483646 h 165"/>
                  <a:gd name="T2" fmla="*/ 2147483646 w 167"/>
                  <a:gd name="T3" fmla="*/ 2147483646 h 165"/>
                  <a:gd name="T4" fmla="*/ 2147483646 w 167"/>
                  <a:gd name="T5" fmla="*/ 2147483646 h 165"/>
                  <a:gd name="T6" fmla="*/ 2147483646 w 167"/>
                  <a:gd name="T7" fmla="*/ 2147483646 h 165"/>
                  <a:gd name="T8" fmla="*/ 2147483646 w 167"/>
                  <a:gd name="T9" fmla="*/ 0 h 165"/>
                  <a:gd name="T10" fmla="*/ 0 w 167"/>
                  <a:gd name="T11" fmla="*/ 0 h 165"/>
                  <a:gd name="T12" fmla="*/ 0 w 167"/>
                  <a:gd name="T13" fmla="*/ 2147483646 h 165"/>
                  <a:gd name="T14" fmla="*/ 2147483646 w 167"/>
                  <a:gd name="T15" fmla="*/ 2147483646 h 165"/>
                  <a:gd name="T16" fmla="*/ 2147483646 w 167"/>
                  <a:gd name="T17" fmla="*/ 2147483646 h 165"/>
                  <a:gd name="T18" fmla="*/ 2147483646 w 167"/>
                  <a:gd name="T19" fmla="*/ 2147483646 h 165"/>
                  <a:gd name="T20" fmla="*/ 2147483646 w 167"/>
                  <a:gd name="T21" fmla="*/ 2147483646 h 16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67"/>
                  <a:gd name="T34" fmla="*/ 0 h 165"/>
                  <a:gd name="T35" fmla="*/ 167 w 167"/>
                  <a:gd name="T36" fmla="*/ 165 h 16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67" h="165">
                    <a:moveTo>
                      <a:pt x="147" y="145"/>
                    </a:moveTo>
                    <a:lnTo>
                      <a:pt x="20" y="145"/>
                    </a:lnTo>
                    <a:lnTo>
                      <a:pt x="20" y="20"/>
                    </a:lnTo>
                    <a:lnTo>
                      <a:pt x="139" y="20"/>
                    </a:lnTo>
                    <a:lnTo>
                      <a:pt x="160" y="0"/>
                    </a:lnTo>
                    <a:lnTo>
                      <a:pt x="0" y="0"/>
                    </a:lnTo>
                    <a:lnTo>
                      <a:pt x="0" y="165"/>
                    </a:lnTo>
                    <a:lnTo>
                      <a:pt x="167" y="165"/>
                    </a:lnTo>
                    <a:lnTo>
                      <a:pt x="167" y="61"/>
                    </a:lnTo>
                    <a:lnTo>
                      <a:pt x="147" y="81"/>
                    </a:lnTo>
                    <a:lnTo>
                      <a:pt x="147" y="145"/>
                    </a:lnTo>
                    <a:close/>
                  </a:path>
                </a:pathLst>
              </a:custGeom>
              <a:solidFill>
                <a:schemeClr val="bg1"/>
              </a:solidFill>
              <a:ln>
                <a:noFill/>
              </a:ln>
              <a:extLst>
                <a:ext uri="{91240B29-F687-4F45-9708-019B960494DF}">
                  <a14:hiddenLine xmlns:a14="http://schemas.microsoft.com/office/drawing/2010/main" w="9525" cmpd="sng">
                    <a:solidFill>
                      <a:srgbClr val="000000"/>
                    </a:solidFill>
                    <a:bevel/>
                    <a:headEnd/>
                    <a:tailEnd/>
                  </a14:hiddenLine>
                </a:ext>
              </a:extLst>
            </p:spPr>
            <p:txBody>
              <a:bodyPr/>
              <a:lstStyle/>
              <a:p>
                <a:endParaRPr lang="en-US"/>
              </a:p>
            </p:txBody>
          </p:sp>
        </p:grpSp>
      </p:grpSp>
      <p:grpSp>
        <p:nvGrpSpPr>
          <p:cNvPr id="172039" name="组合 16">
            <a:extLst>
              <a:ext uri="{FF2B5EF4-FFF2-40B4-BE49-F238E27FC236}">
                <a16:creationId xmlns:a16="http://schemas.microsoft.com/office/drawing/2014/main" id="{14F6244C-391E-D34C-89F8-BCD8E52A12A0}"/>
              </a:ext>
            </a:extLst>
          </p:cNvPr>
          <p:cNvGrpSpPr>
            <a:grpSpLocks/>
          </p:cNvGrpSpPr>
          <p:nvPr/>
        </p:nvGrpSpPr>
        <p:grpSpPr bwMode="auto">
          <a:xfrm>
            <a:off x="608013" y="4300538"/>
            <a:ext cx="1033462" cy="860425"/>
            <a:chOff x="4348163" y="2132888"/>
            <a:chExt cx="1033462" cy="859349"/>
          </a:xfrm>
        </p:grpSpPr>
        <p:sp>
          <p:nvSpPr>
            <p:cNvPr id="18" name="Oval 3">
              <a:extLst>
                <a:ext uri="{FF2B5EF4-FFF2-40B4-BE49-F238E27FC236}">
                  <a16:creationId xmlns:a16="http://schemas.microsoft.com/office/drawing/2014/main" id="{73704C88-A89E-4447-BE41-B76EA04B3673}"/>
                </a:ext>
              </a:extLst>
            </p:cNvPr>
            <p:cNvSpPr>
              <a:spLocks noChangeArrowheads="1"/>
            </p:cNvSpPr>
            <p:nvPr/>
          </p:nvSpPr>
          <p:spPr bwMode="auto">
            <a:xfrm>
              <a:off x="4348163" y="2132888"/>
              <a:ext cx="1033462" cy="859349"/>
            </a:xfrm>
            <a:prstGeom prst="hexagon">
              <a:avLst/>
            </a:prstGeom>
            <a:solidFill>
              <a:srgbClr val="4F81BD"/>
            </a:solidFill>
            <a:ln w="28575">
              <a:noFill/>
              <a:bevel/>
              <a:headEnd/>
              <a:tailEnd/>
            </a:ln>
          </p:spPr>
          <p:txBody>
            <a:bodyPr anchor="ctr"/>
            <a:lstStyle/>
            <a:p>
              <a:pPr algn="ctr">
                <a:defRPr/>
              </a:pPr>
              <a:endParaRPr lang="zh-CN" altLang="zh-CN" sz="8800">
                <a:solidFill>
                  <a:schemeClr val="accent6"/>
                </a:solidFill>
                <a:latin typeface="Calibri" pitchFamily="34" charset="0"/>
                <a:sym typeface="Calibri" pitchFamily="34" charset="0"/>
              </a:endParaRPr>
            </a:p>
          </p:txBody>
        </p:sp>
        <p:grpSp>
          <p:nvGrpSpPr>
            <p:cNvPr id="172042" name="Group 29">
              <a:extLst>
                <a:ext uri="{FF2B5EF4-FFF2-40B4-BE49-F238E27FC236}">
                  <a16:creationId xmlns:a16="http://schemas.microsoft.com/office/drawing/2014/main" id="{6BE861D0-A731-6A43-9760-B130CC418F5F}"/>
                </a:ext>
              </a:extLst>
            </p:cNvPr>
            <p:cNvGrpSpPr>
              <a:grpSpLocks/>
            </p:cNvGrpSpPr>
            <p:nvPr/>
          </p:nvGrpSpPr>
          <p:grpSpPr bwMode="auto">
            <a:xfrm>
              <a:off x="4616450" y="2301418"/>
              <a:ext cx="569913" cy="484188"/>
              <a:chOff x="0" y="0"/>
              <a:chExt cx="496661" cy="421788"/>
            </a:xfrm>
          </p:grpSpPr>
          <p:sp>
            <p:nvSpPr>
              <p:cNvPr id="172043" name="Freeform 12">
                <a:extLst>
                  <a:ext uri="{FF2B5EF4-FFF2-40B4-BE49-F238E27FC236}">
                    <a16:creationId xmlns:a16="http://schemas.microsoft.com/office/drawing/2014/main" id="{F4778A34-B441-C648-A49E-B65AD2385465}"/>
                  </a:ext>
                </a:extLst>
              </p:cNvPr>
              <p:cNvSpPr>
                <a:spLocks noChangeArrowheads="1"/>
              </p:cNvSpPr>
              <p:nvPr/>
            </p:nvSpPr>
            <p:spPr bwMode="auto">
              <a:xfrm>
                <a:off x="157235" y="244586"/>
                <a:ext cx="89848" cy="89848"/>
              </a:xfrm>
              <a:custGeom>
                <a:avLst/>
                <a:gdLst>
                  <a:gd name="T0" fmla="*/ 2147483646 w 36"/>
                  <a:gd name="T1" fmla="*/ 2147483646 h 36"/>
                  <a:gd name="T2" fmla="*/ 2147483646 w 36"/>
                  <a:gd name="T3" fmla="*/ 0 h 36"/>
                  <a:gd name="T4" fmla="*/ 2147483646 w 36"/>
                  <a:gd name="T5" fmla="*/ 0 h 36"/>
                  <a:gd name="T6" fmla="*/ 0 w 36"/>
                  <a:gd name="T7" fmla="*/ 2147483646 h 36"/>
                  <a:gd name="T8" fmla="*/ 2147483646 w 36"/>
                  <a:gd name="T9" fmla="*/ 2147483646 h 36"/>
                  <a:gd name="T10" fmla="*/ 0 60000 65536"/>
                  <a:gd name="T11" fmla="*/ 0 60000 65536"/>
                  <a:gd name="T12" fmla="*/ 0 60000 65536"/>
                  <a:gd name="T13" fmla="*/ 0 60000 65536"/>
                  <a:gd name="T14" fmla="*/ 0 60000 65536"/>
                  <a:gd name="T15" fmla="*/ 0 w 36"/>
                  <a:gd name="T16" fmla="*/ 0 h 36"/>
                  <a:gd name="T17" fmla="*/ 36 w 36"/>
                  <a:gd name="T18" fmla="*/ 36 h 36"/>
                </a:gdLst>
                <a:ahLst/>
                <a:cxnLst>
                  <a:cxn ang="T10">
                    <a:pos x="T0" y="T1"/>
                  </a:cxn>
                  <a:cxn ang="T11">
                    <a:pos x="T2" y="T3"/>
                  </a:cxn>
                  <a:cxn ang="T12">
                    <a:pos x="T4" y="T5"/>
                  </a:cxn>
                  <a:cxn ang="T13">
                    <a:pos x="T6" y="T7"/>
                  </a:cxn>
                  <a:cxn ang="T14">
                    <a:pos x="T8" y="T9"/>
                  </a:cxn>
                </a:cxnLst>
                <a:rect l="T15" t="T16" r="T17" b="T18"/>
                <a:pathLst>
                  <a:path w="36" h="36">
                    <a:moveTo>
                      <a:pt x="36" y="20"/>
                    </a:moveTo>
                    <a:lnTo>
                      <a:pt x="16" y="0"/>
                    </a:lnTo>
                    <a:lnTo>
                      <a:pt x="0" y="36"/>
                    </a:lnTo>
                    <a:lnTo>
                      <a:pt x="36" y="20"/>
                    </a:lnTo>
                    <a:close/>
                  </a:path>
                </a:pathLst>
              </a:custGeom>
              <a:solidFill>
                <a:schemeClr val="bg1"/>
              </a:solidFill>
              <a:ln>
                <a:noFill/>
              </a:ln>
              <a:extLst>
                <a:ext uri="{91240B29-F687-4F45-9708-019B960494DF}">
                  <a14:hiddenLine xmlns:a14="http://schemas.microsoft.com/office/drawing/2010/main" w="9525" cmpd="sng">
                    <a:solidFill>
                      <a:srgbClr val="000000"/>
                    </a:solidFill>
                    <a:bevel/>
                    <a:headEnd/>
                    <a:tailEnd/>
                  </a14:hiddenLine>
                </a:ext>
              </a:extLst>
            </p:spPr>
            <p:txBody>
              <a:bodyPr/>
              <a:lstStyle/>
              <a:p>
                <a:endParaRPr lang="en-US"/>
              </a:p>
            </p:txBody>
          </p:sp>
          <p:sp>
            <p:nvSpPr>
              <p:cNvPr id="172044" name="Rectangle 13">
                <a:extLst>
                  <a:ext uri="{FF2B5EF4-FFF2-40B4-BE49-F238E27FC236}">
                    <a16:creationId xmlns:a16="http://schemas.microsoft.com/office/drawing/2014/main" id="{D87C5C96-3D9E-BD44-8FD6-E9ECACC5FC81}"/>
                  </a:ext>
                </a:extLst>
              </p:cNvPr>
              <p:cNvSpPr>
                <a:spLocks noChangeArrowheads="1"/>
              </p:cNvSpPr>
              <p:nvPr/>
            </p:nvSpPr>
            <p:spPr bwMode="auto">
              <a:xfrm>
                <a:off x="247083" y="294502"/>
                <a:ext cx="2497" cy="2497"/>
              </a:xfrm>
              <a:prstGeom prst="rect">
                <a:avLst/>
              </a:prstGeom>
              <a:solidFill>
                <a:schemeClr val="bg1"/>
              </a:solidFill>
              <a:ln>
                <a:noFill/>
              </a:ln>
              <a:extLst>
                <a:ext uri="{91240B29-F687-4F45-9708-019B960494DF}">
                  <a14:hiddenLine xmlns:a14="http://schemas.microsoft.com/office/drawing/2010/main" w="9525">
                    <a:solidFill>
                      <a:srgbClr val="000000"/>
                    </a:solidFill>
                    <a:bevel/>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zh-CN" sz="2800">
                  <a:latin typeface="Calibri" panose="020F0502020204030204" pitchFamily="34" charset="0"/>
                  <a:ea typeface="仿宋_GB2312" pitchFamily="49" charset="-122"/>
                  <a:sym typeface="Calibri" panose="020F0502020204030204" pitchFamily="34" charset="0"/>
                </a:endParaRPr>
              </a:p>
            </p:txBody>
          </p:sp>
          <p:sp>
            <p:nvSpPr>
              <p:cNvPr id="172045" name="Freeform 14">
                <a:extLst>
                  <a:ext uri="{FF2B5EF4-FFF2-40B4-BE49-F238E27FC236}">
                    <a16:creationId xmlns:a16="http://schemas.microsoft.com/office/drawing/2014/main" id="{E331D5C1-E238-2848-80C2-038DCFF73B46}"/>
                  </a:ext>
                </a:extLst>
              </p:cNvPr>
              <p:cNvSpPr>
                <a:spLocks noChangeArrowheads="1"/>
              </p:cNvSpPr>
              <p:nvPr/>
            </p:nvSpPr>
            <p:spPr bwMode="auto">
              <a:xfrm>
                <a:off x="209645" y="29949"/>
                <a:ext cx="227117" cy="222125"/>
              </a:xfrm>
              <a:custGeom>
                <a:avLst/>
                <a:gdLst>
                  <a:gd name="T0" fmla="*/ 2147483646 w 91"/>
                  <a:gd name="T1" fmla="*/ 0 h 89"/>
                  <a:gd name="T2" fmla="*/ 0 w 91"/>
                  <a:gd name="T3" fmla="*/ 2147483646 h 89"/>
                  <a:gd name="T4" fmla="*/ 2147483646 w 91"/>
                  <a:gd name="T5" fmla="*/ 2147483646 h 89"/>
                  <a:gd name="T6" fmla="*/ 2147483646 w 91"/>
                  <a:gd name="T7" fmla="*/ 2147483646 h 89"/>
                  <a:gd name="T8" fmla="*/ 2147483646 w 91"/>
                  <a:gd name="T9" fmla="*/ 0 h 89"/>
                  <a:gd name="T10" fmla="*/ 0 60000 65536"/>
                  <a:gd name="T11" fmla="*/ 0 60000 65536"/>
                  <a:gd name="T12" fmla="*/ 0 60000 65536"/>
                  <a:gd name="T13" fmla="*/ 0 60000 65536"/>
                  <a:gd name="T14" fmla="*/ 0 60000 65536"/>
                  <a:gd name="T15" fmla="*/ 0 w 91"/>
                  <a:gd name="T16" fmla="*/ 0 h 89"/>
                  <a:gd name="T17" fmla="*/ 91 w 91"/>
                  <a:gd name="T18" fmla="*/ 89 h 89"/>
                </a:gdLst>
                <a:ahLst/>
                <a:cxnLst>
                  <a:cxn ang="T10">
                    <a:pos x="T0" y="T1"/>
                  </a:cxn>
                  <a:cxn ang="T11">
                    <a:pos x="T2" y="T3"/>
                  </a:cxn>
                  <a:cxn ang="T12">
                    <a:pos x="T4" y="T5"/>
                  </a:cxn>
                  <a:cxn ang="T13">
                    <a:pos x="T6" y="T7"/>
                  </a:cxn>
                  <a:cxn ang="T14">
                    <a:pos x="T8" y="T9"/>
                  </a:cxn>
                </a:cxnLst>
                <a:rect l="T15" t="T16" r="T17" b="T18"/>
                <a:pathLst>
                  <a:path w="91" h="89">
                    <a:moveTo>
                      <a:pt x="81" y="0"/>
                    </a:moveTo>
                    <a:lnTo>
                      <a:pt x="0" y="81"/>
                    </a:lnTo>
                    <a:lnTo>
                      <a:pt x="8" y="89"/>
                    </a:lnTo>
                    <a:lnTo>
                      <a:pt x="91" y="8"/>
                    </a:lnTo>
                    <a:lnTo>
                      <a:pt x="81" y="0"/>
                    </a:lnTo>
                    <a:close/>
                  </a:path>
                </a:pathLst>
              </a:custGeom>
              <a:solidFill>
                <a:schemeClr val="bg1"/>
              </a:solidFill>
              <a:ln>
                <a:noFill/>
              </a:ln>
              <a:extLst>
                <a:ext uri="{91240B29-F687-4F45-9708-019B960494DF}">
                  <a14:hiddenLine xmlns:a14="http://schemas.microsoft.com/office/drawing/2010/main" w="9525" cmpd="sng">
                    <a:solidFill>
                      <a:srgbClr val="000000"/>
                    </a:solidFill>
                    <a:bevel/>
                    <a:headEnd/>
                    <a:tailEnd/>
                  </a14:hiddenLine>
                </a:ext>
              </a:extLst>
            </p:spPr>
            <p:txBody>
              <a:bodyPr/>
              <a:lstStyle/>
              <a:p>
                <a:endParaRPr lang="en-US"/>
              </a:p>
            </p:txBody>
          </p:sp>
          <p:sp>
            <p:nvSpPr>
              <p:cNvPr id="172046" name="Freeform 15">
                <a:extLst>
                  <a:ext uri="{FF2B5EF4-FFF2-40B4-BE49-F238E27FC236}">
                    <a16:creationId xmlns:a16="http://schemas.microsoft.com/office/drawing/2014/main" id="{441C4002-6CFE-2D48-A37C-7D70D144192D}"/>
                  </a:ext>
                </a:extLst>
              </p:cNvPr>
              <p:cNvSpPr>
                <a:spLocks noChangeArrowheads="1"/>
              </p:cNvSpPr>
              <p:nvPr/>
            </p:nvSpPr>
            <p:spPr bwMode="auto">
              <a:xfrm>
                <a:off x="239595" y="59899"/>
                <a:ext cx="227117" cy="224620"/>
              </a:xfrm>
              <a:custGeom>
                <a:avLst/>
                <a:gdLst>
                  <a:gd name="T0" fmla="*/ 0 w 91"/>
                  <a:gd name="T1" fmla="*/ 2147483646 h 90"/>
                  <a:gd name="T2" fmla="*/ 2147483646 w 91"/>
                  <a:gd name="T3" fmla="*/ 2147483646 h 90"/>
                  <a:gd name="T4" fmla="*/ 2147483646 w 91"/>
                  <a:gd name="T5" fmla="*/ 2147483646 h 90"/>
                  <a:gd name="T6" fmla="*/ 2147483646 w 91"/>
                  <a:gd name="T7" fmla="*/ 0 h 90"/>
                  <a:gd name="T8" fmla="*/ 0 w 91"/>
                  <a:gd name="T9" fmla="*/ 2147483646 h 90"/>
                  <a:gd name="T10" fmla="*/ 0 60000 65536"/>
                  <a:gd name="T11" fmla="*/ 0 60000 65536"/>
                  <a:gd name="T12" fmla="*/ 0 60000 65536"/>
                  <a:gd name="T13" fmla="*/ 0 60000 65536"/>
                  <a:gd name="T14" fmla="*/ 0 60000 65536"/>
                  <a:gd name="T15" fmla="*/ 0 w 91"/>
                  <a:gd name="T16" fmla="*/ 0 h 90"/>
                  <a:gd name="T17" fmla="*/ 91 w 91"/>
                  <a:gd name="T18" fmla="*/ 90 h 90"/>
                </a:gdLst>
                <a:ahLst/>
                <a:cxnLst>
                  <a:cxn ang="T10">
                    <a:pos x="T0" y="T1"/>
                  </a:cxn>
                  <a:cxn ang="T11">
                    <a:pos x="T2" y="T3"/>
                  </a:cxn>
                  <a:cxn ang="T12">
                    <a:pos x="T4" y="T5"/>
                  </a:cxn>
                  <a:cxn ang="T13">
                    <a:pos x="T6" y="T7"/>
                  </a:cxn>
                  <a:cxn ang="T14">
                    <a:pos x="T8" y="T9"/>
                  </a:cxn>
                </a:cxnLst>
                <a:rect l="T15" t="T16" r="T17" b="T18"/>
                <a:pathLst>
                  <a:path w="91" h="90">
                    <a:moveTo>
                      <a:pt x="0" y="82"/>
                    </a:moveTo>
                    <a:lnTo>
                      <a:pt x="8" y="90"/>
                    </a:lnTo>
                    <a:lnTo>
                      <a:pt x="91" y="8"/>
                    </a:lnTo>
                    <a:lnTo>
                      <a:pt x="83" y="0"/>
                    </a:lnTo>
                    <a:lnTo>
                      <a:pt x="0" y="82"/>
                    </a:lnTo>
                    <a:close/>
                  </a:path>
                </a:pathLst>
              </a:custGeom>
              <a:solidFill>
                <a:schemeClr val="bg1"/>
              </a:solidFill>
              <a:ln>
                <a:noFill/>
              </a:ln>
              <a:extLst>
                <a:ext uri="{91240B29-F687-4F45-9708-019B960494DF}">
                  <a14:hiddenLine xmlns:a14="http://schemas.microsoft.com/office/drawing/2010/main" w="9525" cmpd="sng">
                    <a:solidFill>
                      <a:srgbClr val="000000"/>
                    </a:solidFill>
                    <a:bevel/>
                    <a:headEnd/>
                    <a:tailEnd/>
                  </a14:hiddenLine>
                </a:ext>
              </a:extLst>
            </p:spPr>
            <p:txBody>
              <a:bodyPr/>
              <a:lstStyle/>
              <a:p>
                <a:endParaRPr lang="en-US"/>
              </a:p>
            </p:txBody>
          </p:sp>
          <p:sp>
            <p:nvSpPr>
              <p:cNvPr id="172047" name="Freeform 16">
                <a:extLst>
                  <a:ext uri="{FF2B5EF4-FFF2-40B4-BE49-F238E27FC236}">
                    <a16:creationId xmlns:a16="http://schemas.microsoft.com/office/drawing/2014/main" id="{44B0F5BA-9A44-604F-992E-FC7540D43BF5}"/>
                  </a:ext>
                </a:extLst>
              </p:cNvPr>
              <p:cNvSpPr>
                <a:spLocks noChangeArrowheads="1"/>
              </p:cNvSpPr>
              <p:nvPr/>
            </p:nvSpPr>
            <p:spPr bwMode="auto">
              <a:xfrm>
                <a:off x="426779" y="0"/>
                <a:ext cx="69882" cy="64890"/>
              </a:xfrm>
              <a:custGeom>
                <a:avLst/>
                <a:gdLst>
                  <a:gd name="T0" fmla="*/ 2147483646 w 21"/>
                  <a:gd name="T1" fmla="*/ 2147483646 h 20"/>
                  <a:gd name="T2" fmla="*/ 0 w 21"/>
                  <a:gd name="T3" fmla="*/ 2147483646 h 20"/>
                  <a:gd name="T4" fmla="*/ 2147483646 w 21"/>
                  <a:gd name="T5" fmla="*/ 2147483646 h 20"/>
                  <a:gd name="T6" fmla="*/ 2147483646 w 21"/>
                  <a:gd name="T7" fmla="*/ 2147483646 h 20"/>
                  <a:gd name="T8" fmla="*/ 0 60000 65536"/>
                  <a:gd name="T9" fmla="*/ 0 60000 65536"/>
                  <a:gd name="T10" fmla="*/ 0 60000 65536"/>
                  <a:gd name="T11" fmla="*/ 0 60000 65536"/>
                  <a:gd name="T12" fmla="*/ 0 w 21"/>
                  <a:gd name="T13" fmla="*/ 0 h 20"/>
                  <a:gd name="T14" fmla="*/ 21 w 21"/>
                  <a:gd name="T15" fmla="*/ 20 h 20"/>
                </a:gdLst>
                <a:ahLst/>
                <a:cxnLst>
                  <a:cxn ang="T8">
                    <a:pos x="T0" y="T1"/>
                  </a:cxn>
                  <a:cxn ang="T9">
                    <a:pos x="T2" y="T3"/>
                  </a:cxn>
                  <a:cxn ang="T10">
                    <a:pos x="T4" y="T5"/>
                  </a:cxn>
                  <a:cxn ang="T11">
                    <a:pos x="T6" y="T7"/>
                  </a:cxn>
                </a:cxnLst>
                <a:rect l="T12" t="T13" r="T14" b="T15"/>
                <a:pathLst>
                  <a:path w="21" h="20">
                    <a:moveTo>
                      <a:pt x="14" y="6"/>
                    </a:moveTo>
                    <a:cubicBezTo>
                      <a:pt x="8" y="0"/>
                      <a:pt x="0" y="6"/>
                      <a:pt x="0" y="6"/>
                    </a:cubicBezTo>
                    <a:cubicBezTo>
                      <a:pt x="15" y="20"/>
                      <a:pt x="15" y="20"/>
                      <a:pt x="15" y="20"/>
                    </a:cubicBezTo>
                    <a:cubicBezTo>
                      <a:pt x="15" y="20"/>
                      <a:pt x="21" y="13"/>
                      <a:pt x="14" y="6"/>
                    </a:cubicBezTo>
                    <a:close/>
                  </a:path>
                </a:pathLst>
              </a:custGeom>
              <a:solidFill>
                <a:schemeClr val="bg1"/>
              </a:solidFill>
              <a:ln>
                <a:noFill/>
              </a:ln>
              <a:extLst>
                <a:ext uri="{91240B29-F687-4F45-9708-019B960494DF}">
                  <a14:hiddenLine xmlns:a14="http://schemas.microsoft.com/office/drawing/2010/main" w="9525" cmpd="sng">
                    <a:solidFill>
                      <a:srgbClr val="000000"/>
                    </a:solidFill>
                    <a:bevel/>
                    <a:headEnd/>
                    <a:tailEnd/>
                  </a14:hiddenLine>
                </a:ext>
              </a:extLst>
            </p:spPr>
            <p:txBody>
              <a:bodyPr/>
              <a:lstStyle/>
              <a:p>
                <a:endParaRPr lang="en-US"/>
              </a:p>
            </p:txBody>
          </p:sp>
          <p:sp>
            <p:nvSpPr>
              <p:cNvPr id="172048" name="Freeform 17">
                <a:extLst>
                  <a:ext uri="{FF2B5EF4-FFF2-40B4-BE49-F238E27FC236}">
                    <a16:creationId xmlns:a16="http://schemas.microsoft.com/office/drawing/2014/main" id="{0CC15F35-BA63-5B45-B575-636A95363240}"/>
                  </a:ext>
                </a:extLst>
              </p:cNvPr>
              <p:cNvSpPr>
                <a:spLocks noChangeArrowheads="1"/>
              </p:cNvSpPr>
              <p:nvPr/>
            </p:nvSpPr>
            <p:spPr bwMode="auto">
              <a:xfrm>
                <a:off x="0" y="9983"/>
                <a:ext cx="416796" cy="411805"/>
              </a:xfrm>
              <a:custGeom>
                <a:avLst/>
                <a:gdLst>
                  <a:gd name="T0" fmla="*/ 2147483646 w 167"/>
                  <a:gd name="T1" fmla="*/ 2147483646 h 165"/>
                  <a:gd name="T2" fmla="*/ 2147483646 w 167"/>
                  <a:gd name="T3" fmla="*/ 2147483646 h 165"/>
                  <a:gd name="T4" fmla="*/ 2147483646 w 167"/>
                  <a:gd name="T5" fmla="*/ 2147483646 h 165"/>
                  <a:gd name="T6" fmla="*/ 2147483646 w 167"/>
                  <a:gd name="T7" fmla="*/ 2147483646 h 165"/>
                  <a:gd name="T8" fmla="*/ 2147483646 w 167"/>
                  <a:gd name="T9" fmla="*/ 0 h 165"/>
                  <a:gd name="T10" fmla="*/ 0 w 167"/>
                  <a:gd name="T11" fmla="*/ 0 h 165"/>
                  <a:gd name="T12" fmla="*/ 0 w 167"/>
                  <a:gd name="T13" fmla="*/ 2147483646 h 165"/>
                  <a:gd name="T14" fmla="*/ 2147483646 w 167"/>
                  <a:gd name="T15" fmla="*/ 2147483646 h 165"/>
                  <a:gd name="T16" fmla="*/ 2147483646 w 167"/>
                  <a:gd name="T17" fmla="*/ 2147483646 h 165"/>
                  <a:gd name="T18" fmla="*/ 2147483646 w 167"/>
                  <a:gd name="T19" fmla="*/ 2147483646 h 165"/>
                  <a:gd name="T20" fmla="*/ 2147483646 w 167"/>
                  <a:gd name="T21" fmla="*/ 2147483646 h 16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67"/>
                  <a:gd name="T34" fmla="*/ 0 h 165"/>
                  <a:gd name="T35" fmla="*/ 167 w 167"/>
                  <a:gd name="T36" fmla="*/ 165 h 16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67" h="165">
                    <a:moveTo>
                      <a:pt x="147" y="145"/>
                    </a:moveTo>
                    <a:lnTo>
                      <a:pt x="20" y="145"/>
                    </a:lnTo>
                    <a:lnTo>
                      <a:pt x="20" y="20"/>
                    </a:lnTo>
                    <a:lnTo>
                      <a:pt x="139" y="20"/>
                    </a:lnTo>
                    <a:lnTo>
                      <a:pt x="160" y="0"/>
                    </a:lnTo>
                    <a:lnTo>
                      <a:pt x="0" y="0"/>
                    </a:lnTo>
                    <a:lnTo>
                      <a:pt x="0" y="165"/>
                    </a:lnTo>
                    <a:lnTo>
                      <a:pt x="167" y="165"/>
                    </a:lnTo>
                    <a:lnTo>
                      <a:pt x="167" y="61"/>
                    </a:lnTo>
                    <a:lnTo>
                      <a:pt x="147" y="81"/>
                    </a:lnTo>
                    <a:lnTo>
                      <a:pt x="147" y="145"/>
                    </a:lnTo>
                    <a:close/>
                  </a:path>
                </a:pathLst>
              </a:custGeom>
              <a:solidFill>
                <a:schemeClr val="bg1"/>
              </a:solidFill>
              <a:ln>
                <a:noFill/>
              </a:ln>
              <a:extLst>
                <a:ext uri="{91240B29-F687-4F45-9708-019B960494DF}">
                  <a14:hiddenLine xmlns:a14="http://schemas.microsoft.com/office/drawing/2010/main" w="9525" cmpd="sng">
                    <a:solidFill>
                      <a:srgbClr val="000000"/>
                    </a:solidFill>
                    <a:bevel/>
                    <a:headEnd/>
                    <a:tailEnd/>
                  </a14:hiddenLine>
                </a:ext>
              </a:extLst>
            </p:spPr>
            <p:txBody>
              <a:bodyPr/>
              <a:lstStyle/>
              <a:p>
                <a:endParaRPr lang="en-US"/>
              </a:p>
            </p:txBody>
          </p:sp>
        </p:grpSp>
      </p:grpSp>
      <p:sp>
        <p:nvSpPr>
          <p:cNvPr id="28" name="Shape 26">
            <a:extLst>
              <a:ext uri="{FF2B5EF4-FFF2-40B4-BE49-F238E27FC236}">
                <a16:creationId xmlns:a16="http://schemas.microsoft.com/office/drawing/2014/main" id="{3DA7501C-707F-4CFB-B21A-8094CDB525E2}"/>
              </a:ext>
            </a:extLst>
          </p:cNvPr>
          <p:cNvSpPr/>
          <p:nvPr/>
        </p:nvSpPr>
        <p:spPr bwMode="auto">
          <a:xfrm flipH="1">
            <a:off x="0" y="5899150"/>
            <a:ext cx="9144000" cy="97313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Text Box 4">
            <a:extLst>
              <a:ext uri="{FF2B5EF4-FFF2-40B4-BE49-F238E27FC236}">
                <a16:creationId xmlns:a16="http://schemas.microsoft.com/office/drawing/2014/main" id="{16D9A1AC-AE06-412D-9A0D-F908965C0EF5}"/>
              </a:ext>
            </a:extLst>
          </p:cNvPr>
          <p:cNvSpPr txBox="1">
            <a:spLocks noChangeArrowheads="1"/>
          </p:cNvSpPr>
          <p:nvPr/>
        </p:nvSpPr>
        <p:spPr bwMode="auto">
          <a:xfrm>
            <a:off x="642938" y="1757363"/>
            <a:ext cx="25114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zh-CN" altLang="en-US" dirty="0">
                <a:latin typeface="+mn-lt"/>
                <a:ea typeface="+mn-ea"/>
                <a:cs typeface="+mn-ea"/>
                <a:sym typeface="+mn-lt"/>
              </a:rPr>
              <a:t>（</a:t>
            </a:r>
            <a:r>
              <a:rPr lang="en-US" altLang="zh-CN" dirty="0">
                <a:latin typeface="+mn-lt"/>
                <a:ea typeface="+mn-ea"/>
                <a:cs typeface="+mn-ea"/>
                <a:sym typeface="+mn-lt"/>
              </a:rPr>
              <a:t>1</a:t>
            </a:r>
            <a:r>
              <a:rPr lang="zh-CN" altLang="en-US" dirty="0">
                <a:latin typeface="+mn-lt"/>
                <a:ea typeface="+mn-ea"/>
                <a:cs typeface="+mn-ea"/>
                <a:sym typeface="+mn-lt"/>
              </a:rPr>
              <a:t>）</a:t>
            </a:r>
            <a:r>
              <a:rPr lang="en-US" altLang="zh-CN" dirty="0" err="1">
                <a:latin typeface="+mn-lt"/>
                <a:ea typeface="+mn-ea"/>
                <a:cs typeface="+mn-ea"/>
                <a:sym typeface="+mn-lt"/>
              </a:rPr>
              <a:t>Lc</a:t>
            </a:r>
            <a:r>
              <a:rPr lang="zh-CN" altLang="en-US" dirty="0">
                <a:latin typeface="+mn-lt"/>
                <a:ea typeface="+mn-ea"/>
                <a:cs typeface="+mn-ea"/>
                <a:sym typeface="+mn-lt"/>
              </a:rPr>
              <a:t>指向</a:t>
            </a:r>
            <a:r>
              <a:rPr lang="en-US" altLang="zh-CN" dirty="0">
                <a:latin typeface="+mn-lt"/>
                <a:ea typeface="+mn-ea"/>
                <a:cs typeface="+mn-ea"/>
                <a:sym typeface="+mn-lt"/>
              </a:rPr>
              <a:t>La</a:t>
            </a:r>
          </a:p>
        </p:txBody>
      </p:sp>
      <p:sp>
        <p:nvSpPr>
          <p:cNvPr id="609285" name="Text Box 5">
            <a:extLst>
              <a:ext uri="{FF2B5EF4-FFF2-40B4-BE49-F238E27FC236}">
                <a16:creationId xmlns:a16="http://schemas.microsoft.com/office/drawing/2014/main" id="{0AB5CC73-276A-4292-AE1A-96CAB324A2FE}"/>
              </a:ext>
            </a:extLst>
          </p:cNvPr>
          <p:cNvSpPr txBox="1">
            <a:spLocks noChangeArrowheads="1"/>
          </p:cNvSpPr>
          <p:nvPr/>
        </p:nvSpPr>
        <p:spPr bwMode="auto">
          <a:xfrm>
            <a:off x="658813" y="3249613"/>
            <a:ext cx="27178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pPr>
            <a:r>
              <a:rPr lang="zh-CN" altLang="en-US">
                <a:sym typeface="+mn-lt"/>
              </a:rPr>
              <a:t>（</a:t>
            </a:r>
            <a:r>
              <a:rPr lang="en-US" altLang="zh-CN">
                <a:sym typeface="+mn-lt"/>
              </a:rPr>
              <a:t>2</a:t>
            </a:r>
            <a:r>
              <a:rPr lang="zh-CN" altLang="en-US">
                <a:sym typeface="+mn-lt"/>
              </a:rPr>
              <a:t>）依次从 </a:t>
            </a:r>
            <a:r>
              <a:rPr lang="en-US" altLang="zh-CN">
                <a:sym typeface="+mn-lt"/>
              </a:rPr>
              <a:t>La </a:t>
            </a:r>
            <a:r>
              <a:rPr lang="zh-CN" altLang="en-US">
                <a:sym typeface="+mn-lt"/>
              </a:rPr>
              <a:t>或 </a:t>
            </a:r>
            <a:r>
              <a:rPr lang="en-US" altLang="zh-CN">
                <a:sym typeface="+mn-lt"/>
              </a:rPr>
              <a:t>Lb </a:t>
            </a:r>
            <a:r>
              <a:rPr lang="zh-CN" altLang="en-US">
                <a:sym typeface="+mn-lt"/>
              </a:rPr>
              <a:t>中“摘取”元素值较小的结点插入到 </a:t>
            </a:r>
            <a:r>
              <a:rPr lang="en-US" altLang="zh-CN">
                <a:sym typeface="+mn-lt"/>
              </a:rPr>
              <a:t>Lc </a:t>
            </a:r>
            <a:r>
              <a:rPr lang="zh-CN" altLang="en-US">
                <a:sym typeface="+mn-lt"/>
              </a:rPr>
              <a:t>表的</a:t>
            </a:r>
            <a:r>
              <a:rPr lang="zh-CN" altLang="en-US">
                <a:solidFill>
                  <a:srgbClr val="FF0000"/>
                </a:solidFill>
                <a:sym typeface="+mn-lt"/>
              </a:rPr>
              <a:t>表头结点之后</a:t>
            </a:r>
            <a:r>
              <a:rPr lang="zh-CN" altLang="en-US">
                <a:sym typeface="+mn-lt"/>
              </a:rPr>
              <a:t>，直至其中一个表变空为止</a:t>
            </a:r>
          </a:p>
        </p:txBody>
      </p:sp>
      <p:sp>
        <p:nvSpPr>
          <p:cNvPr id="609286" name="Text Box 6">
            <a:extLst>
              <a:ext uri="{FF2B5EF4-FFF2-40B4-BE49-F238E27FC236}">
                <a16:creationId xmlns:a16="http://schemas.microsoft.com/office/drawing/2014/main" id="{7BD3515F-505D-474E-A0DC-DB3616696792}"/>
              </a:ext>
            </a:extLst>
          </p:cNvPr>
          <p:cNvSpPr txBox="1">
            <a:spLocks noChangeArrowheads="1"/>
          </p:cNvSpPr>
          <p:nvPr/>
        </p:nvSpPr>
        <p:spPr bwMode="auto">
          <a:xfrm>
            <a:off x="5967413" y="3373438"/>
            <a:ext cx="2376487" cy="2308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0000"/>
              </a:lnSpc>
            </a:pPr>
            <a:r>
              <a:rPr lang="zh-CN" altLang="en-US">
                <a:sym typeface="+mn-lt"/>
              </a:rPr>
              <a:t>（</a:t>
            </a:r>
            <a:r>
              <a:rPr lang="en-US" altLang="zh-CN">
                <a:sym typeface="+mn-lt"/>
              </a:rPr>
              <a:t>3</a:t>
            </a:r>
            <a:r>
              <a:rPr lang="zh-CN" altLang="en-US">
                <a:sym typeface="+mn-lt"/>
              </a:rPr>
              <a:t>）继续将 </a:t>
            </a:r>
            <a:r>
              <a:rPr lang="en-US" altLang="zh-CN">
                <a:sym typeface="+mn-lt"/>
              </a:rPr>
              <a:t>La </a:t>
            </a:r>
            <a:r>
              <a:rPr lang="zh-CN" altLang="en-US">
                <a:sym typeface="+mn-lt"/>
              </a:rPr>
              <a:t>或 </a:t>
            </a:r>
            <a:r>
              <a:rPr lang="en-US" altLang="zh-CN">
                <a:sym typeface="+mn-lt"/>
              </a:rPr>
              <a:t>Lb </a:t>
            </a:r>
            <a:r>
              <a:rPr lang="zh-CN" altLang="en-US">
                <a:sym typeface="+mn-lt"/>
              </a:rPr>
              <a:t>其中一个表的剩余结点插入在 </a:t>
            </a:r>
            <a:r>
              <a:rPr lang="en-US" altLang="zh-CN">
                <a:sym typeface="+mn-lt"/>
              </a:rPr>
              <a:t>Lc </a:t>
            </a:r>
            <a:r>
              <a:rPr lang="zh-CN" altLang="en-US">
                <a:sym typeface="+mn-lt"/>
              </a:rPr>
              <a:t>表的</a:t>
            </a:r>
            <a:r>
              <a:rPr lang="zh-CN" altLang="en-US">
                <a:solidFill>
                  <a:srgbClr val="FF0000"/>
                </a:solidFill>
                <a:sym typeface="+mn-lt"/>
              </a:rPr>
              <a:t>表头结点之后</a:t>
            </a:r>
            <a:endParaRPr lang="zh-CN" altLang="en-US">
              <a:sym typeface="+mn-lt"/>
            </a:endParaRPr>
          </a:p>
        </p:txBody>
      </p:sp>
      <p:sp>
        <p:nvSpPr>
          <p:cNvPr id="609287" name="Text Box 7">
            <a:extLst>
              <a:ext uri="{FF2B5EF4-FFF2-40B4-BE49-F238E27FC236}">
                <a16:creationId xmlns:a16="http://schemas.microsoft.com/office/drawing/2014/main" id="{D473F258-68D7-4B45-A6A5-6DDC92EE8713}"/>
              </a:ext>
            </a:extLst>
          </p:cNvPr>
          <p:cNvSpPr txBox="1">
            <a:spLocks noChangeArrowheads="1"/>
          </p:cNvSpPr>
          <p:nvPr/>
        </p:nvSpPr>
        <p:spPr bwMode="auto">
          <a:xfrm>
            <a:off x="5857875" y="1663700"/>
            <a:ext cx="2614613" cy="1004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r>
              <a:rPr lang="zh-CN" altLang="en-US">
                <a:sym typeface="+mn-lt"/>
              </a:rPr>
              <a:t>（</a:t>
            </a:r>
            <a:r>
              <a:rPr lang="en-US" altLang="zh-CN">
                <a:sym typeface="+mn-lt"/>
              </a:rPr>
              <a:t>4</a:t>
            </a:r>
            <a:r>
              <a:rPr lang="zh-CN" altLang="en-US">
                <a:sym typeface="+mn-lt"/>
              </a:rPr>
              <a:t>）释放 </a:t>
            </a:r>
            <a:r>
              <a:rPr lang="en-US" altLang="zh-CN">
                <a:sym typeface="+mn-lt"/>
              </a:rPr>
              <a:t>Lb </a:t>
            </a:r>
            <a:r>
              <a:rPr lang="zh-CN" altLang="en-US">
                <a:sym typeface="+mn-lt"/>
              </a:rPr>
              <a:t>表的表头结点</a:t>
            </a:r>
          </a:p>
        </p:txBody>
      </p:sp>
      <p:sp>
        <p:nvSpPr>
          <p:cNvPr id="166918" name="Rectangle 10">
            <a:extLst>
              <a:ext uri="{FF2B5EF4-FFF2-40B4-BE49-F238E27FC236}">
                <a16:creationId xmlns:a16="http://schemas.microsoft.com/office/drawing/2014/main" id="{D5BD8B31-BAD4-4BB9-AE8D-E2882577AB9E}"/>
              </a:ext>
            </a:extLst>
          </p:cNvPr>
          <p:cNvSpPr>
            <a:spLocks noChangeArrowheads="1"/>
          </p:cNvSpPr>
          <p:nvPr/>
        </p:nvSpPr>
        <p:spPr bwMode="auto">
          <a:xfrm>
            <a:off x="636588" y="168275"/>
            <a:ext cx="3846512"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算法步骤</a:t>
            </a:r>
            <a:r>
              <a:rPr lang="en-US" altLang="zh-CN">
                <a:solidFill>
                  <a:schemeClr val="bg1"/>
                </a:solidFill>
                <a:ea typeface="微软雅黑" panose="020B0503020204020204" pitchFamily="34" charset="-122"/>
                <a:sym typeface="+mn-lt"/>
              </a:rPr>
              <a:t>】</a:t>
            </a:r>
          </a:p>
        </p:txBody>
      </p:sp>
      <p:sp>
        <p:nvSpPr>
          <p:cNvPr id="173063" name="Freeform 105">
            <a:extLst>
              <a:ext uri="{FF2B5EF4-FFF2-40B4-BE49-F238E27FC236}">
                <a16:creationId xmlns:a16="http://schemas.microsoft.com/office/drawing/2014/main" id="{2BD09E2C-F532-AF48-9C26-0882F7681286}"/>
              </a:ext>
            </a:extLst>
          </p:cNvPr>
          <p:cNvSpPr>
            <a:spLocks/>
          </p:cNvSpPr>
          <p:nvPr/>
        </p:nvSpPr>
        <p:spPr bwMode="auto">
          <a:xfrm>
            <a:off x="5619750" y="3705225"/>
            <a:ext cx="1152525" cy="1250950"/>
          </a:xfrm>
          <a:custGeom>
            <a:avLst/>
            <a:gdLst>
              <a:gd name="T0" fmla="*/ 0 w 876"/>
              <a:gd name="T1" fmla="*/ 2147483646 h 952"/>
              <a:gd name="T2" fmla="*/ 0 w 876"/>
              <a:gd name="T3" fmla="*/ 2147483646 h 952"/>
              <a:gd name="T4" fmla="*/ 2147483646 w 876"/>
              <a:gd name="T5" fmla="*/ 2147483646 h 952"/>
              <a:gd name="T6" fmla="*/ 2147483646 w 876"/>
              <a:gd name="T7" fmla="*/ 0 h 952"/>
              <a:gd name="T8" fmla="*/ 2147483646 w 876"/>
              <a:gd name="T9" fmla="*/ 0 h 952"/>
              <a:gd name="T10" fmla="*/ 2147483646 w 876"/>
              <a:gd name="T11" fmla="*/ 2147483646 h 952"/>
              <a:gd name="T12" fmla="*/ 0 w 876"/>
              <a:gd name="T13" fmla="*/ 2147483646 h 95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76" h="952">
                <a:moveTo>
                  <a:pt x="0" y="30"/>
                </a:moveTo>
                <a:lnTo>
                  <a:pt x="0" y="492"/>
                </a:lnTo>
                <a:lnTo>
                  <a:pt x="876" y="952"/>
                </a:lnTo>
                <a:lnTo>
                  <a:pt x="712" y="0"/>
                </a:lnTo>
                <a:lnTo>
                  <a:pt x="378" y="0"/>
                </a:lnTo>
                <a:lnTo>
                  <a:pt x="422" y="252"/>
                </a:lnTo>
                <a:lnTo>
                  <a:pt x="0" y="3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 name="Freeform 107">
            <a:extLst>
              <a:ext uri="{FF2B5EF4-FFF2-40B4-BE49-F238E27FC236}">
                <a16:creationId xmlns:a16="http://schemas.microsoft.com/office/drawing/2014/main" id="{B29155B9-EB50-4F26-A329-FB1D78218881}"/>
              </a:ext>
            </a:extLst>
          </p:cNvPr>
          <p:cNvSpPr>
            <a:spLocks/>
          </p:cNvSpPr>
          <p:nvPr/>
        </p:nvSpPr>
        <p:spPr bwMode="auto">
          <a:xfrm>
            <a:off x="4278313" y="3705225"/>
            <a:ext cx="1155700" cy="1250950"/>
          </a:xfrm>
          <a:custGeom>
            <a:avLst/>
            <a:gdLst>
              <a:gd name="T0" fmla="*/ 878 w 878"/>
              <a:gd name="T1" fmla="*/ 30 h 952"/>
              <a:gd name="T2" fmla="*/ 456 w 878"/>
              <a:gd name="T3" fmla="*/ 252 h 952"/>
              <a:gd name="T4" fmla="*/ 498 w 878"/>
              <a:gd name="T5" fmla="*/ 0 h 952"/>
              <a:gd name="T6" fmla="*/ 164 w 878"/>
              <a:gd name="T7" fmla="*/ 0 h 952"/>
              <a:gd name="T8" fmla="*/ 0 w 878"/>
              <a:gd name="T9" fmla="*/ 952 h 952"/>
              <a:gd name="T10" fmla="*/ 878 w 878"/>
              <a:gd name="T11" fmla="*/ 492 h 952"/>
              <a:gd name="T12" fmla="*/ 878 w 878"/>
              <a:gd name="T13" fmla="*/ 30 h 952"/>
            </a:gdLst>
            <a:ahLst/>
            <a:cxnLst>
              <a:cxn ang="0">
                <a:pos x="T0" y="T1"/>
              </a:cxn>
              <a:cxn ang="0">
                <a:pos x="T2" y="T3"/>
              </a:cxn>
              <a:cxn ang="0">
                <a:pos x="T4" y="T5"/>
              </a:cxn>
              <a:cxn ang="0">
                <a:pos x="T6" y="T7"/>
              </a:cxn>
              <a:cxn ang="0">
                <a:pos x="T8" y="T9"/>
              </a:cxn>
              <a:cxn ang="0">
                <a:pos x="T10" y="T11"/>
              </a:cxn>
              <a:cxn ang="0">
                <a:pos x="T12" y="T13"/>
              </a:cxn>
            </a:cxnLst>
            <a:rect l="0" t="0" r="r" b="b"/>
            <a:pathLst>
              <a:path w="878" h="952">
                <a:moveTo>
                  <a:pt x="878" y="30"/>
                </a:moveTo>
                <a:lnTo>
                  <a:pt x="456" y="252"/>
                </a:lnTo>
                <a:lnTo>
                  <a:pt x="498" y="0"/>
                </a:lnTo>
                <a:lnTo>
                  <a:pt x="164" y="0"/>
                </a:lnTo>
                <a:lnTo>
                  <a:pt x="0" y="952"/>
                </a:lnTo>
                <a:lnTo>
                  <a:pt x="878" y="492"/>
                </a:lnTo>
                <a:lnTo>
                  <a:pt x="878" y="3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pPr>
              <a:defRPr/>
            </a:pPr>
            <a:endParaRPr lang="zh-CN" altLang="en-US" sz="2400">
              <a:solidFill>
                <a:prstClr val="black"/>
              </a:solidFill>
              <a:effectLst>
                <a:outerShdw blurRad="60007" dist="310007" dir="7680000" sy="30000" kx="1300200" algn="ctr" rotWithShape="0">
                  <a:prstClr val="black">
                    <a:alpha val="32000"/>
                  </a:prstClr>
                </a:outerShdw>
              </a:effectLst>
              <a:latin typeface="微软雅黑" panose="020B0503020204020204" pitchFamily="34" charset="-122"/>
              <a:ea typeface="微软雅黑" panose="020B0503020204020204" pitchFamily="34" charset="-122"/>
            </a:endParaRPr>
          </a:p>
        </p:txBody>
      </p:sp>
      <p:grpSp>
        <p:nvGrpSpPr>
          <p:cNvPr id="173065" name="组合 8">
            <a:extLst>
              <a:ext uri="{FF2B5EF4-FFF2-40B4-BE49-F238E27FC236}">
                <a16:creationId xmlns:a16="http://schemas.microsoft.com/office/drawing/2014/main" id="{83EBBA3A-6D2F-0740-A587-68DD1177F69C}"/>
              </a:ext>
            </a:extLst>
          </p:cNvPr>
          <p:cNvGrpSpPr>
            <a:grpSpLocks/>
          </p:cNvGrpSpPr>
          <p:nvPr/>
        </p:nvGrpSpPr>
        <p:grpSpPr bwMode="auto">
          <a:xfrm>
            <a:off x="3103563" y="1757363"/>
            <a:ext cx="2754312" cy="2620962"/>
            <a:chOff x="3748193" y="2000673"/>
            <a:chExt cx="4030134" cy="3833285"/>
          </a:xfrm>
        </p:grpSpPr>
        <p:sp>
          <p:nvSpPr>
            <p:cNvPr id="173066" name="Freeform 104">
              <a:extLst>
                <a:ext uri="{FF2B5EF4-FFF2-40B4-BE49-F238E27FC236}">
                  <a16:creationId xmlns:a16="http://schemas.microsoft.com/office/drawing/2014/main" id="{C4283637-254F-4B40-9A25-2051B1B7A462}"/>
                </a:ext>
              </a:extLst>
            </p:cNvPr>
            <p:cNvSpPr>
              <a:spLocks/>
            </p:cNvSpPr>
            <p:nvPr/>
          </p:nvSpPr>
          <p:spPr bwMode="auto">
            <a:xfrm>
              <a:off x="5858511" y="4583007"/>
              <a:ext cx="1151467" cy="1250951"/>
            </a:xfrm>
            <a:custGeom>
              <a:avLst/>
              <a:gdLst>
                <a:gd name="T0" fmla="*/ 0 w 876"/>
                <a:gd name="T1" fmla="*/ 2147483646 h 952"/>
                <a:gd name="T2" fmla="*/ 0 w 876"/>
                <a:gd name="T3" fmla="*/ 2147483646 h 952"/>
                <a:gd name="T4" fmla="*/ 2147483646 w 876"/>
                <a:gd name="T5" fmla="*/ 2147483646 h 952"/>
                <a:gd name="T6" fmla="*/ 2147483646 w 876"/>
                <a:gd name="T7" fmla="*/ 0 h 952"/>
                <a:gd name="T8" fmla="*/ 2147483646 w 876"/>
                <a:gd name="T9" fmla="*/ 0 h 952"/>
                <a:gd name="T10" fmla="*/ 2147483646 w 876"/>
                <a:gd name="T11" fmla="*/ 2147483646 h 952"/>
                <a:gd name="T12" fmla="*/ 0 w 876"/>
                <a:gd name="T13" fmla="*/ 2147483646 h 95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76" h="952">
                  <a:moveTo>
                    <a:pt x="0" y="30"/>
                  </a:moveTo>
                  <a:lnTo>
                    <a:pt x="0" y="492"/>
                  </a:lnTo>
                  <a:lnTo>
                    <a:pt x="876" y="952"/>
                  </a:lnTo>
                  <a:lnTo>
                    <a:pt x="712" y="0"/>
                  </a:lnTo>
                  <a:lnTo>
                    <a:pt x="378" y="0"/>
                  </a:lnTo>
                  <a:lnTo>
                    <a:pt x="422" y="252"/>
                  </a:lnTo>
                  <a:lnTo>
                    <a:pt x="0" y="30"/>
                  </a:lnTo>
                  <a:close/>
                </a:path>
              </a:pathLst>
            </a:custGeom>
            <a:solidFill>
              <a:srgbClr val="D7D7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3067" name="Freeform 106">
              <a:extLst>
                <a:ext uri="{FF2B5EF4-FFF2-40B4-BE49-F238E27FC236}">
                  <a16:creationId xmlns:a16="http://schemas.microsoft.com/office/drawing/2014/main" id="{67105EB0-0298-9C40-8CC2-306F81691AA0}"/>
                </a:ext>
              </a:extLst>
            </p:cNvPr>
            <p:cNvSpPr>
              <a:spLocks/>
            </p:cNvSpPr>
            <p:nvPr/>
          </p:nvSpPr>
          <p:spPr bwMode="auto">
            <a:xfrm>
              <a:off x="4516545" y="4583007"/>
              <a:ext cx="1155700" cy="1250951"/>
            </a:xfrm>
            <a:custGeom>
              <a:avLst/>
              <a:gdLst>
                <a:gd name="T0" fmla="*/ 2147483646 w 878"/>
                <a:gd name="T1" fmla="*/ 2147483646 h 952"/>
                <a:gd name="T2" fmla="*/ 2147483646 w 878"/>
                <a:gd name="T3" fmla="*/ 2147483646 h 952"/>
                <a:gd name="T4" fmla="*/ 2147483646 w 878"/>
                <a:gd name="T5" fmla="*/ 0 h 952"/>
                <a:gd name="T6" fmla="*/ 2147483646 w 878"/>
                <a:gd name="T7" fmla="*/ 0 h 952"/>
                <a:gd name="T8" fmla="*/ 0 w 878"/>
                <a:gd name="T9" fmla="*/ 2147483646 h 952"/>
                <a:gd name="T10" fmla="*/ 2147483646 w 878"/>
                <a:gd name="T11" fmla="*/ 2147483646 h 952"/>
                <a:gd name="T12" fmla="*/ 2147483646 w 878"/>
                <a:gd name="T13" fmla="*/ 2147483646 h 95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78" h="952">
                  <a:moveTo>
                    <a:pt x="878" y="30"/>
                  </a:moveTo>
                  <a:lnTo>
                    <a:pt x="456" y="252"/>
                  </a:lnTo>
                  <a:lnTo>
                    <a:pt x="498" y="0"/>
                  </a:lnTo>
                  <a:lnTo>
                    <a:pt x="164" y="0"/>
                  </a:lnTo>
                  <a:lnTo>
                    <a:pt x="0" y="952"/>
                  </a:lnTo>
                  <a:lnTo>
                    <a:pt x="878" y="492"/>
                  </a:lnTo>
                  <a:lnTo>
                    <a:pt x="878" y="30"/>
                  </a:lnTo>
                  <a:close/>
                </a:path>
              </a:pathLst>
            </a:custGeom>
            <a:solidFill>
              <a:srgbClr val="9476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3068" name="Freeform 108">
              <a:extLst>
                <a:ext uri="{FF2B5EF4-FFF2-40B4-BE49-F238E27FC236}">
                  <a16:creationId xmlns:a16="http://schemas.microsoft.com/office/drawing/2014/main" id="{87C32E0A-DB27-B249-9486-5C7013424993}"/>
                </a:ext>
              </a:extLst>
            </p:cNvPr>
            <p:cNvSpPr>
              <a:spLocks/>
            </p:cNvSpPr>
            <p:nvPr/>
          </p:nvSpPr>
          <p:spPr bwMode="auto">
            <a:xfrm>
              <a:off x="5763260" y="2000673"/>
              <a:ext cx="2015067" cy="2370667"/>
            </a:xfrm>
            <a:custGeom>
              <a:avLst/>
              <a:gdLst>
                <a:gd name="T0" fmla="*/ 2147483646 w 1534"/>
                <a:gd name="T1" fmla="*/ 2147483646 h 1804"/>
                <a:gd name="T2" fmla="*/ 0 w 1534"/>
                <a:gd name="T3" fmla="*/ 0 h 1804"/>
                <a:gd name="T4" fmla="*/ 0 w 1534"/>
                <a:gd name="T5" fmla="*/ 2147483646 h 1804"/>
                <a:gd name="T6" fmla="*/ 2147483646 w 1534"/>
                <a:gd name="T7" fmla="*/ 2147483646 h 1804"/>
                <a:gd name="T8" fmla="*/ 2147483646 w 1534"/>
                <a:gd name="T9" fmla="*/ 2147483646 h 1804"/>
                <a:gd name="T10" fmla="*/ 2147483646 w 1534"/>
                <a:gd name="T11" fmla="*/ 2147483646 h 1804"/>
                <a:gd name="T12" fmla="*/ 2147483646 w 1534"/>
                <a:gd name="T13" fmla="*/ 2147483646 h 1804"/>
                <a:gd name="T14" fmla="*/ 2147483646 w 1534"/>
                <a:gd name="T15" fmla="*/ 2147483646 h 1804"/>
                <a:gd name="T16" fmla="*/ 2147483646 w 1534"/>
                <a:gd name="T17" fmla="*/ 2147483646 h 1804"/>
                <a:gd name="T18" fmla="*/ 2147483646 w 1534"/>
                <a:gd name="T19" fmla="*/ 2147483646 h 180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534" h="1804">
                  <a:moveTo>
                    <a:pt x="474" y="962"/>
                  </a:moveTo>
                  <a:lnTo>
                    <a:pt x="0" y="0"/>
                  </a:lnTo>
                  <a:lnTo>
                    <a:pt x="0" y="700"/>
                  </a:lnTo>
                  <a:lnTo>
                    <a:pt x="246" y="1200"/>
                  </a:lnTo>
                  <a:lnTo>
                    <a:pt x="798" y="1280"/>
                  </a:lnTo>
                  <a:lnTo>
                    <a:pt x="400" y="1670"/>
                  </a:lnTo>
                  <a:lnTo>
                    <a:pt x="422" y="1804"/>
                  </a:lnTo>
                  <a:lnTo>
                    <a:pt x="826" y="1804"/>
                  </a:lnTo>
                  <a:lnTo>
                    <a:pt x="1534" y="1116"/>
                  </a:lnTo>
                  <a:lnTo>
                    <a:pt x="474" y="962"/>
                  </a:lnTo>
                  <a:close/>
                </a:path>
              </a:pathLst>
            </a:custGeom>
            <a:solidFill>
              <a:srgbClr val="5FCACB"/>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3069" name="Freeform 109">
              <a:extLst>
                <a:ext uri="{FF2B5EF4-FFF2-40B4-BE49-F238E27FC236}">
                  <a16:creationId xmlns:a16="http://schemas.microsoft.com/office/drawing/2014/main" id="{11065B41-179F-A946-AE9B-F0E56DAEA86C}"/>
                </a:ext>
              </a:extLst>
            </p:cNvPr>
            <p:cNvSpPr>
              <a:spLocks/>
            </p:cNvSpPr>
            <p:nvPr/>
          </p:nvSpPr>
          <p:spPr bwMode="auto">
            <a:xfrm>
              <a:off x="3748193" y="2000673"/>
              <a:ext cx="2015067" cy="2370667"/>
            </a:xfrm>
            <a:custGeom>
              <a:avLst/>
              <a:gdLst>
                <a:gd name="T0" fmla="*/ 2147483646 w 1534"/>
                <a:gd name="T1" fmla="*/ 2147483646 h 1804"/>
                <a:gd name="T2" fmla="*/ 0 w 1534"/>
                <a:gd name="T3" fmla="*/ 2147483646 h 1804"/>
                <a:gd name="T4" fmla="*/ 2147483646 w 1534"/>
                <a:gd name="T5" fmla="*/ 2147483646 h 1804"/>
                <a:gd name="T6" fmla="*/ 2147483646 w 1534"/>
                <a:gd name="T7" fmla="*/ 2147483646 h 1804"/>
                <a:gd name="T8" fmla="*/ 2147483646 w 1534"/>
                <a:gd name="T9" fmla="*/ 2147483646 h 1804"/>
                <a:gd name="T10" fmla="*/ 2147483646 w 1534"/>
                <a:gd name="T11" fmla="*/ 2147483646 h 1804"/>
                <a:gd name="T12" fmla="*/ 2147483646 w 1534"/>
                <a:gd name="T13" fmla="*/ 2147483646 h 1804"/>
                <a:gd name="T14" fmla="*/ 2147483646 w 1534"/>
                <a:gd name="T15" fmla="*/ 2147483646 h 1804"/>
                <a:gd name="T16" fmla="*/ 2147483646 w 1534"/>
                <a:gd name="T17" fmla="*/ 0 h 1804"/>
                <a:gd name="T18" fmla="*/ 2147483646 w 1534"/>
                <a:gd name="T19" fmla="*/ 2147483646 h 180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534" h="1804">
                  <a:moveTo>
                    <a:pt x="1060" y="962"/>
                  </a:moveTo>
                  <a:lnTo>
                    <a:pt x="0" y="1116"/>
                  </a:lnTo>
                  <a:lnTo>
                    <a:pt x="708" y="1804"/>
                  </a:lnTo>
                  <a:lnTo>
                    <a:pt x="1112" y="1804"/>
                  </a:lnTo>
                  <a:lnTo>
                    <a:pt x="1136" y="1670"/>
                  </a:lnTo>
                  <a:lnTo>
                    <a:pt x="736" y="1280"/>
                  </a:lnTo>
                  <a:lnTo>
                    <a:pt x="1288" y="1200"/>
                  </a:lnTo>
                  <a:lnTo>
                    <a:pt x="1534" y="700"/>
                  </a:lnTo>
                  <a:lnTo>
                    <a:pt x="1534" y="0"/>
                  </a:lnTo>
                  <a:lnTo>
                    <a:pt x="1060" y="962"/>
                  </a:lnTo>
                  <a:close/>
                </a:path>
              </a:pathLst>
            </a:custGeom>
            <a:solidFill>
              <a:srgbClr val="31909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3070" name="Freeform 121">
              <a:extLst>
                <a:ext uri="{FF2B5EF4-FFF2-40B4-BE49-F238E27FC236}">
                  <a16:creationId xmlns:a16="http://schemas.microsoft.com/office/drawing/2014/main" id="{85AA10FD-2082-D643-88E0-B4D0698C11FA}"/>
                </a:ext>
              </a:extLst>
            </p:cNvPr>
            <p:cNvSpPr>
              <a:spLocks/>
            </p:cNvSpPr>
            <p:nvPr/>
          </p:nvSpPr>
          <p:spPr bwMode="auto">
            <a:xfrm>
              <a:off x="5462693" y="3837941"/>
              <a:ext cx="254000" cy="251884"/>
            </a:xfrm>
            <a:prstGeom prst="octagon">
              <a:avLst>
                <a:gd name="adj" fmla="val 29287"/>
              </a:avLst>
            </a:prstGeom>
            <a:solidFill>
              <a:srgbClr val="319095"/>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en-US">
                <a:solidFill>
                  <a:srgbClr val="000000"/>
                </a:solidFill>
                <a:latin typeface="微软雅黑" panose="020B0503020204020204" pitchFamily="34" charset="-122"/>
              </a:endParaRPr>
            </a:p>
          </p:txBody>
        </p:sp>
        <p:sp>
          <p:nvSpPr>
            <p:cNvPr id="173071" name="Freeform 122">
              <a:extLst>
                <a:ext uri="{FF2B5EF4-FFF2-40B4-BE49-F238E27FC236}">
                  <a16:creationId xmlns:a16="http://schemas.microsoft.com/office/drawing/2014/main" id="{2089E58E-30B8-C04E-8968-E879B50D7AE1}"/>
                </a:ext>
              </a:extLst>
            </p:cNvPr>
            <p:cNvSpPr>
              <a:spLocks/>
            </p:cNvSpPr>
            <p:nvPr/>
          </p:nvSpPr>
          <p:spPr bwMode="auto">
            <a:xfrm>
              <a:off x="5765378" y="3774440"/>
              <a:ext cx="315383" cy="315384"/>
            </a:xfrm>
            <a:prstGeom prst="octagon">
              <a:avLst>
                <a:gd name="adj" fmla="val 29287"/>
              </a:avLst>
            </a:prstGeom>
            <a:solidFill>
              <a:srgbClr val="5FCACB"/>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en-US">
                <a:solidFill>
                  <a:srgbClr val="000000"/>
                </a:solidFill>
                <a:latin typeface="微软雅黑" panose="020B0503020204020204" pitchFamily="34" charset="-122"/>
              </a:endParaRPr>
            </a:p>
          </p:txBody>
        </p:sp>
        <p:sp>
          <p:nvSpPr>
            <p:cNvPr id="173072" name="Freeform 123">
              <a:extLst>
                <a:ext uri="{FF2B5EF4-FFF2-40B4-BE49-F238E27FC236}">
                  <a16:creationId xmlns:a16="http://schemas.microsoft.com/office/drawing/2014/main" id="{DF82393A-64F3-F947-8A65-47277C5BFDDC}"/>
                </a:ext>
              </a:extLst>
            </p:cNvPr>
            <p:cNvSpPr>
              <a:spLocks/>
            </p:cNvSpPr>
            <p:nvPr/>
          </p:nvSpPr>
          <p:spPr bwMode="auto">
            <a:xfrm>
              <a:off x="5462693" y="4142740"/>
              <a:ext cx="254000" cy="247651"/>
            </a:xfrm>
            <a:prstGeom prst="octagon">
              <a:avLst>
                <a:gd name="adj" fmla="val 29287"/>
              </a:avLst>
            </a:prstGeom>
            <a:solidFill>
              <a:srgbClr val="F5841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en-US">
                <a:solidFill>
                  <a:srgbClr val="000000"/>
                </a:solidFill>
                <a:latin typeface="微软雅黑" panose="020B0503020204020204" pitchFamily="34" charset="-122"/>
              </a:endParaRPr>
            </a:p>
          </p:txBody>
        </p:sp>
        <p:sp>
          <p:nvSpPr>
            <p:cNvPr id="173073" name="Freeform 124">
              <a:extLst>
                <a:ext uri="{FF2B5EF4-FFF2-40B4-BE49-F238E27FC236}">
                  <a16:creationId xmlns:a16="http://schemas.microsoft.com/office/drawing/2014/main" id="{3149B966-3D7F-484C-96C6-DA60F6F83591}"/>
                </a:ext>
              </a:extLst>
            </p:cNvPr>
            <p:cNvSpPr>
              <a:spLocks/>
            </p:cNvSpPr>
            <p:nvPr/>
          </p:nvSpPr>
          <p:spPr bwMode="auto">
            <a:xfrm>
              <a:off x="5765378" y="4142740"/>
              <a:ext cx="249767" cy="247651"/>
            </a:xfrm>
            <a:prstGeom prst="octagon">
              <a:avLst>
                <a:gd name="adj" fmla="val 29287"/>
              </a:avLst>
            </a:prstGeom>
            <a:solidFill>
              <a:srgbClr val="A0BF0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endParaRPr lang="zh-CN" altLang="en-US">
                <a:solidFill>
                  <a:srgbClr val="000000"/>
                </a:solidFill>
                <a:latin typeface="微软雅黑" panose="020B0503020204020204" pitchFamily="34" charset="-122"/>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609285"/>
                                        </p:tgtEl>
                                        <p:attrNameLst>
                                          <p:attrName>style.visibility</p:attrName>
                                        </p:attrNameLst>
                                      </p:cBhvr>
                                      <p:to>
                                        <p:strVal val="visible"/>
                                      </p:to>
                                    </p:set>
                                    <p:animEffect transition="in" filter="box(in)">
                                      <p:cBhvr>
                                        <p:cTn id="7" dur="500"/>
                                        <p:tgtEl>
                                          <p:spTgt spid="609285"/>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8" presetClass="entr" presetSubtype="16" fill="hold" grpId="0" nodeType="clickEffect">
                                  <p:stCondLst>
                                    <p:cond delay="0"/>
                                  </p:stCondLst>
                                  <p:childTnLst>
                                    <p:set>
                                      <p:cBhvr>
                                        <p:cTn id="11" dur="1" fill="hold">
                                          <p:stCondLst>
                                            <p:cond delay="0"/>
                                          </p:stCondLst>
                                        </p:cTn>
                                        <p:tgtEl>
                                          <p:spTgt spid="609286"/>
                                        </p:tgtEl>
                                        <p:attrNameLst>
                                          <p:attrName>style.visibility</p:attrName>
                                        </p:attrNameLst>
                                      </p:cBhvr>
                                      <p:to>
                                        <p:strVal val="visible"/>
                                      </p:to>
                                    </p:set>
                                    <p:animEffect transition="in" filter="diamond(in)">
                                      <p:cBhvr>
                                        <p:cTn id="12" dur="2000"/>
                                        <p:tgtEl>
                                          <p:spTgt spid="609286"/>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grpId="0" nodeType="clickEffect">
                                  <p:stCondLst>
                                    <p:cond delay="0"/>
                                  </p:stCondLst>
                                  <p:childTnLst>
                                    <p:set>
                                      <p:cBhvr>
                                        <p:cTn id="16" dur="1" fill="hold">
                                          <p:stCondLst>
                                            <p:cond delay="0"/>
                                          </p:stCondLst>
                                        </p:cTn>
                                        <p:tgtEl>
                                          <p:spTgt spid="609287"/>
                                        </p:tgtEl>
                                        <p:attrNameLst>
                                          <p:attrName>style.visibility</p:attrName>
                                        </p:attrNameLst>
                                      </p:cBhvr>
                                      <p:to>
                                        <p:strVal val="visible"/>
                                      </p:to>
                                    </p:set>
                                    <p:animEffect transition="in" filter="checkerboard(across)">
                                      <p:cBhvr>
                                        <p:cTn id="17" dur="500"/>
                                        <p:tgtEl>
                                          <p:spTgt spid="6092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9285" grpId="0"/>
      <p:bldP spid="609286" grpId="0"/>
      <p:bldP spid="609287" grpId="0"/>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082" name="图片 9">
            <a:extLst>
              <a:ext uri="{FF2B5EF4-FFF2-40B4-BE49-F238E27FC236}">
                <a16:creationId xmlns:a16="http://schemas.microsoft.com/office/drawing/2014/main" id="{48E54531-CA0A-4A48-9ACC-FC58BDBDE7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75"/>
          <a:stretch>
            <a:fillRect/>
          </a:stretch>
        </p:blipFill>
        <p:spPr bwMode="auto">
          <a:xfrm>
            <a:off x="0" y="1588"/>
            <a:ext cx="9124950"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6" name="矩形: 圆角 16">
            <a:extLst>
              <a:ext uri="{FF2B5EF4-FFF2-40B4-BE49-F238E27FC236}">
                <a16:creationId xmlns:a16="http://schemas.microsoft.com/office/drawing/2014/main" id="{24C3ECC1-D92A-4FB4-B6FC-A636222CBFBD}"/>
              </a:ext>
            </a:extLst>
          </p:cNvPr>
          <p:cNvSpPr>
            <a:spLocks noChangeArrowheads="1"/>
          </p:cNvSpPr>
          <p:nvPr/>
        </p:nvSpPr>
        <p:spPr bwMode="auto">
          <a:xfrm>
            <a:off x="3044825" y="6080125"/>
            <a:ext cx="5199063" cy="504825"/>
          </a:xfrm>
          <a:prstGeom prst="roundRect">
            <a:avLst>
              <a:gd name="adj" fmla="val 16667"/>
            </a:avLst>
          </a:prstGeom>
          <a:solidFill>
            <a:srgbClr val="9476B6"/>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11267" name="矩形: 圆角 15">
            <a:extLst>
              <a:ext uri="{FF2B5EF4-FFF2-40B4-BE49-F238E27FC236}">
                <a16:creationId xmlns:a16="http://schemas.microsoft.com/office/drawing/2014/main" id="{9F0FB6F2-3B79-4F9E-A894-F222540A9B10}"/>
              </a:ext>
            </a:extLst>
          </p:cNvPr>
          <p:cNvSpPr>
            <a:spLocks noChangeArrowheads="1"/>
          </p:cNvSpPr>
          <p:nvPr/>
        </p:nvSpPr>
        <p:spPr bwMode="auto">
          <a:xfrm>
            <a:off x="2100263" y="6080125"/>
            <a:ext cx="839787" cy="504825"/>
          </a:xfrm>
          <a:prstGeom prst="roundRect">
            <a:avLst>
              <a:gd name="adj" fmla="val 16667"/>
            </a:avLst>
          </a:prstGeom>
          <a:solidFill>
            <a:schemeClr val="accent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spcBef>
                <a:spcPct val="20000"/>
              </a:spcBef>
              <a:defRPr/>
            </a:pPr>
            <a:endParaRPr kumimoji="1" lang="zh-CN" altLang="en-US">
              <a:latin typeface="+mn-lt"/>
              <a:ea typeface="+mn-ea"/>
              <a:cs typeface="+mn-ea"/>
              <a:sym typeface="+mn-lt"/>
            </a:endParaRPr>
          </a:p>
        </p:txBody>
      </p:sp>
      <p:sp>
        <p:nvSpPr>
          <p:cNvPr id="8" name="矩形 7">
            <a:extLst>
              <a:ext uri="{FF2B5EF4-FFF2-40B4-BE49-F238E27FC236}">
                <a16:creationId xmlns:a16="http://schemas.microsoft.com/office/drawing/2014/main" id="{E42CCF98-739C-43CB-BECB-9CFBCA6B30E0}"/>
              </a:ext>
            </a:extLst>
          </p:cNvPr>
          <p:cNvSpPr/>
          <p:nvPr/>
        </p:nvSpPr>
        <p:spPr bwMode="auto">
          <a:xfrm>
            <a:off x="9525" y="1588"/>
            <a:ext cx="9151938" cy="2024062"/>
          </a:xfrm>
          <a:prstGeom prst="rect">
            <a:avLst/>
          </a:prstGeom>
          <a:solidFill>
            <a:schemeClr val="tx1">
              <a:alpha val="50000"/>
            </a:schemeClr>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zh-CN" altLang="en-US" sz="1800" kern="0">
              <a:solidFill>
                <a:prstClr val="white"/>
              </a:solidFill>
              <a:latin typeface="+mn-lt"/>
              <a:ea typeface="+mn-ea"/>
              <a:cs typeface="+mn-ea"/>
              <a:sym typeface="+mn-lt"/>
            </a:endParaRPr>
          </a:p>
        </p:txBody>
      </p:sp>
      <p:sp>
        <p:nvSpPr>
          <p:cNvPr id="7" name="Shape 26">
            <a:extLst>
              <a:ext uri="{FF2B5EF4-FFF2-40B4-BE49-F238E27FC236}">
                <a16:creationId xmlns:a16="http://schemas.microsoft.com/office/drawing/2014/main" id="{FE497A5F-CAEA-4542-8F73-91B2E110C0D8}"/>
              </a:ext>
            </a:extLst>
          </p:cNvPr>
          <p:cNvSpPr/>
          <p:nvPr/>
        </p:nvSpPr>
        <p:spPr>
          <a:xfrm flipH="1">
            <a:off x="-36513" y="774700"/>
            <a:ext cx="9207501" cy="1260475"/>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bg1"/>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
        <p:nvSpPr>
          <p:cNvPr id="13" name="文本框 12">
            <a:extLst>
              <a:ext uri="{FF2B5EF4-FFF2-40B4-BE49-F238E27FC236}">
                <a16:creationId xmlns:a16="http://schemas.microsoft.com/office/drawing/2014/main" id="{9028A050-EBA9-400A-B748-5CD8E29D15C6}"/>
              </a:ext>
            </a:extLst>
          </p:cNvPr>
          <p:cNvSpPr txBox="1"/>
          <p:nvPr/>
        </p:nvSpPr>
        <p:spPr>
          <a:xfrm>
            <a:off x="558800" y="331788"/>
            <a:ext cx="2573338" cy="647700"/>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gn="dist"/>
            <a:r>
              <a:rPr lang="zh-CN" altLang="en-US" sz="3600">
                <a:solidFill>
                  <a:schemeClr val="bg1"/>
                </a:solidFill>
                <a:ea typeface="微软雅黑" panose="020B0503020204020204" pitchFamily="34" charset="-122"/>
                <a:sym typeface="+mn-lt"/>
              </a:rPr>
              <a:t>目录导航</a:t>
            </a:r>
          </a:p>
        </p:txBody>
      </p:sp>
      <p:sp>
        <p:nvSpPr>
          <p:cNvPr id="14" name="文本框 13">
            <a:extLst>
              <a:ext uri="{FF2B5EF4-FFF2-40B4-BE49-F238E27FC236}">
                <a16:creationId xmlns:a16="http://schemas.microsoft.com/office/drawing/2014/main" id="{01DEE5FA-110D-4205-9356-EC19FF55883F}"/>
              </a:ext>
            </a:extLst>
          </p:cNvPr>
          <p:cNvSpPr txBox="1"/>
          <p:nvPr/>
        </p:nvSpPr>
        <p:spPr>
          <a:xfrm>
            <a:off x="2219325" y="2138363"/>
            <a:ext cx="720725" cy="4524375"/>
          </a:xfrm>
          <a:prstGeom prst="rect">
            <a:avLst/>
          </a:prstGeom>
          <a:noFill/>
        </p:spPr>
        <p:txBody>
          <a:bodyPr>
            <a:spAutoFit/>
          </a:bodyPr>
          <a:lstStyle/>
          <a:p>
            <a:pPr>
              <a:lnSpc>
                <a:spcPct val="150000"/>
              </a:lnSpc>
              <a:defRPr/>
            </a:pPr>
            <a:r>
              <a:rPr lang="en-US" altLang="zh-CN" sz="2400" dirty="0">
                <a:latin typeface="+mn-lt"/>
                <a:ea typeface="+mn-ea"/>
                <a:cs typeface="+mn-ea"/>
                <a:sym typeface="+mn-lt"/>
              </a:rPr>
              <a:t>2.1</a:t>
            </a:r>
            <a:endParaRPr lang="zh-CN" altLang="en-US" sz="2400" dirty="0">
              <a:latin typeface="+mn-lt"/>
              <a:ea typeface="+mn-ea"/>
              <a:cs typeface="+mn-ea"/>
              <a:sym typeface="+mn-lt"/>
            </a:endParaRPr>
          </a:p>
          <a:p>
            <a:pPr>
              <a:lnSpc>
                <a:spcPct val="150000"/>
              </a:lnSpc>
              <a:defRPr/>
            </a:pPr>
            <a:r>
              <a:rPr lang="en-US" altLang="zh-CN" sz="2400" dirty="0">
                <a:latin typeface="+mn-lt"/>
                <a:ea typeface="+mn-ea"/>
                <a:cs typeface="+mn-ea"/>
                <a:sym typeface="+mn-lt"/>
              </a:rPr>
              <a:t>2.2</a:t>
            </a:r>
            <a:endParaRPr lang="zh-CN" altLang="en-US" sz="2400" dirty="0">
              <a:latin typeface="+mn-lt"/>
              <a:ea typeface="+mn-ea"/>
              <a:cs typeface="+mn-ea"/>
              <a:sym typeface="+mn-lt"/>
            </a:endParaRPr>
          </a:p>
          <a:p>
            <a:pPr>
              <a:lnSpc>
                <a:spcPct val="150000"/>
              </a:lnSpc>
              <a:defRPr/>
            </a:pPr>
            <a:r>
              <a:rPr lang="en-US" altLang="zh-CN" sz="2400" dirty="0">
                <a:latin typeface="+mn-lt"/>
                <a:ea typeface="+mn-ea"/>
                <a:cs typeface="+mn-ea"/>
                <a:sym typeface="+mn-lt"/>
              </a:rPr>
              <a:t>2.3</a:t>
            </a:r>
            <a:endParaRPr lang="zh-CN" altLang="en-US" sz="2400" dirty="0">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2.4</a:t>
            </a:r>
            <a:endParaRPr lang="zh-CN" altLang="en-US" sz="2400" dirty="0">
              <a:solidFill>
                <a:schemeClr val="tx1">
                  <a:lumMod val="95000"/>
                  <a:lumOff val="5000"/>
                </a:schemeClr>
              </a:solidFill>
              <a:latin typeface="+mn-lt"/>
              <a:ea typeface="+mn-ea"/>
              <a:cs typeface="+mn-ea"/>
              <a:sym typeface="+mn-lt"/>
            </a:endParaRPr>
          </a:p>
          <a:p>
            <a:pPr>
              <a:lnSpc>
                <a:spcPct val="150000"/>
              </a:lnSpc>
              <a:defRPr/>
            </a:pPr>
            <a:r>
              <a:rPr lang="en-US" altLang="zh-CN" sz="2400" dirty="0">
                <a:latin typeface="+mn-lt"/>
                <a:ea typeface="+mn-ea"/>
                <a:cs typeface="+mn-ea"/>
                <a:sym typeface="+mn-lt"/>
              </a:rPr>
              <a:t>2.5</a:t>
            </a:r>
            <a:endParaRPr lang="zh-CN" altLang="en-US" sz="2400" dirty="0">
              <a:latin typeface="+mn-lt"/>
              <a:ea typeface="+mn-ea"/>
              <a:cs typeface="+mn-ea"/>
              <a:sym typeface="+mn-lt"/>
            </a:endParaRPr>
          </a:p>
          <a:p>
            <a:pPr>
              <a:lnSpc>
                <a:spcPct val="150000"/>
              </a:lnSpc>
              <a:defRPr/>
            </a:pPr>
            <a:r>
              <a:rPr lang="en-US" altLang="zh-CN" sz="2400" dirty="0">
                <a:solidFill>
                  <a:schemeClr val="tx1">
                    <a:lumMod val="95000"/>
                    <a:lumOff val="5000"/>
                  </a:schemeClr>
                </a:solidFill>
                <a:latin typeface="+mn-lt"/>
                <a:ea typeface="+mn-ea"/>
                <a:cs typeface="+mn-ea"/>
                <a:sym typeface="+mn-lt"/>
              </a:rPr>
              <a:t>2.6</a:t>
            </a:r>
          </a:p>
          <a:p>
            <a:pPr>
              <a:lnSpc>
                <a:spcPct val="150000"/>
              </a:lnSpc>
              <a:defRPr/>
            </a:pPr>
            <a:r>
              <a:rPr lang="en-US" altLang="zh-CN" sz="2400" dirty="0">
                <a:solidFill>
                  <a:schemeClr val="tx1">
                    <a:lumMod val="95000"/>
                    <a:lumOff val="5000"/>
                  </a:schemeClr>
                </a:solidFill>
                <a:latin typeface="+mn-lt"/>
                <a:ea typeface="+mn-ea"/>
                <a:cs typeface="+mn-ea"/>
                <a:sym typeface="+mn-lt"/>
              </a:rPr>
              <a:t>2.7</a:t>
            </a:r>
          </a:p>
          <a:p>
            <a:pPr>
              <a:lnSpc>
                <a:spcPct val="150000"/>
              </a:lnSpc>
              <a:defRPr/>
            </a:pPr>
            <a:r>
              <a:rPr lang="en-US" altLang="zh-CN" sz="2400" dirty="0">
                <a:solidFill>
                  <a:schemeClr val="bg1"/>
                </a:solidFill>
                <a:latin typeface="+mn-lt"/>
                <a:ea typeface="+mn-ea"/>
                <a:cs typeface="+mn-ea"/>
                <a:sym typeface="+mn-lt"/>
              </a:rPr>
              <a:t>2.8</a:t>
            </a:r>
            <a:endParaRPr lang="zh-CN" altLang="en-US" sz="2400" dirty="0">
              <a:solidFill>
                <a:schemeClr val="bg1"/>
              </a:solidFill>
              <a:latin typeface="+mn-lt"/>
              <a:ea typeface="+mn-ea"/>
              <a:cs typeface="+mn-ea"/>
              <a:sym typeface="+mn-lt"/>
            </a:endParaRPr>
          </a:p>
        </p:txBody>
      </p:sp>
      <p:sp>
        <p:nvSpPr>
          <p:cNvPr id="15" name="文本框 14">
            <a:extLst>
              <a:ext uri="{FF2B5EF4-FFF2-40B4-BE49-F238E27FC236}">
                <a16:creationId xmlns:a16="http://schemas.microsoft.com/office/drawing/2014/main" id="{80D4980C-B257-40EE-B6E1-EE48CFE59B7C}"/>
              </a:ext>
            </a:extLst>
          </p:cNvPr>
          <p:cNvSpPr txBox="1"/>
          <p:nvPr/>
        </p:nvSpPr>
        <p:spPr>
          <a:xfrm>
            <a:off x="3057525" y="2138363"/>
            <a:ext cx="4129088" cy="4524375"/>
          </a:xfrm>
          <a:prstGeom prst="rect">
            <a:avLst/>
          </a:prstGeom>
          <a:no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nSpc>
                <a:spcPct val="150000"/>
              </a:lnSpc>
            </a:pPr>
            <a:r>
              <a:rPr lang="zh-CN" altLang="en-US" sz="2400">
                <a:ea typeface="微软雅黑" panose="020B0503020204020204" pitchFamily="34" charset="-122"/>
                <a:sym typeface="+mn-lt"/>
              </a:rPr>
              <a:t>线性表的定义和特点</a:t>
            </a:r>
          </a:p>
          <a:p>
            <a:pPr>
              <a:lnSpc>
                <a:spcPct val="150000"/>
              </a:lnSpc>
            </a:pPr>
            <a:r>
              <a:rPr lang="zh-CN" altLang="en-US" sz="2400">
                <a:ea typeface="微软雅黑" panose="020B0503020204020204" pitchFamily="34" charset="-122"/>
                <a:sym typeface="+mn-lt"/>
              </a:rPr>
              <a:t>案例引入</a:t>
            </a:r>
          </a:p>
          <a:p>
            <a:pPr>
              <a:lnSpc>
                <a:spcPct val="150000"/>
              </a:lnSpc>
            </a:pPr>
            <a:r>
              <a:rPr lang="zh-CN" altLang="en-US" sz="2400">
                <a:ea typeface="微软雅黑" panose="020B0503020204020204" pitchFamily="34" charset="-122"/>
                <a:sym typeface="+mn-lt"/>
              </a:rPr>
              <a:t>线性的类型定义</a:t>
            </a:r>
          </a:p>
          <a:p>
            <a:pPr>
              <a:lnSpc>
                <a:spcPct val="150000"/>
              </a:lnSpc>
            </a:pPr>
            <a:r>
              <a:rPr lang="zh-CN" altLang="en-US" sz="2400">
                <a:ea typeface="微软雅黑" panose="020B0503020204020204" pitchFamily="34" charset="-122"/>
                <a:sym typeface="+mn-lt"/>
              </a:rPr>
              <a:t>线性表的顺序表示和实现</a:t>
            </a:r>
          </a:p>
          <a:p>
            <a:pPr>
              <a:lnSpc>
                <a:spcPct val="150000"/>
              </a:lnSpc>
            </a:pPr>
            <a:r>
              <a:rPr lang="zh-CN" altLang="en-US" sz="2400">
                <a:ea typeface="微软雅黑" panose="020B0503020204020204" pitchFamily="34" charset="-122"/>
                <a:sym typeface="+mn-lt"/>
              </a:rPr>
              <a:t>线性表的链式表示和实现</a:t>
            </a:r>
          </a:p>
          <a:p>
            <a:pPr>
              <a:lnSpc>
                <a:spcPct val="150000"/>
              </a:lnSpc>
            </a:pPr>
            <a:r>
              <a:rPr lang="zh-CN" altLang="en-US" sz="2400">
                <a:ea typeface="微软雅黑" panose="020B0503020204020204" pitchFamily="34" charset="-122"/>
                <a:sym typeface="+mn-lt"/>
              </a:rPr>
              <a:t>顺序表和链表的比较</a:t>
            </a:r>
          </a:p>
          <a:p>
            <a:pPr>
              <a:lnSpc>
                <a:spcPct val="150000"/>
              </a:lnSpc>
            </a:pPr>
            <a:r>
              <a:rPr lang="zh-CN" altLang="en-US" sz="2400">
                <a:ea typeface="微软雅黑" panose="020B0503020204020204" pitchFamily="34" charset="-122"/>
                <a:sym typeface="+mn-lt"/>
              </a:rPr>
              <a:t>线性表的应用</a:t>
            </a:r>
          </a:p>
          <a:p>
            <a:pPr>
              <a:lnSpc>
                <a:spcPct val="150000"/>
              </a:lnSpc>
            </a:pPr>
            <a:r>
              <a:rPr lang="zh-CN" altLang="en-US" sz="2400">
                <a:solidFill>
                  <a:schemeClr val="bg1"/>
                </a:solidFill>
                <a:ea typeface="微软雅黑" panose="020B0503020204020204" pitchFamily="34" charset="-122"/>
                <a:sym typeface="+mn-lt"/>
              </a:rPr>
              <a:t>案例分析与实现</a:t>
            </a:r>
          </a:p>
        </p:txBody>
      </p:sp>
      <p:sp>
        <p:nvSpPr>
          <p:cNvPr id="2" name="矩形 1">
            <a:extLst>
              <a:ext uri="{FF2B5EF4-FFF2-40B4-BE49-F238E27FC236}">
                <a16:creationId xmlns:a16="http://schemas.microsoft.com/office/drawing/2014/main" id="{CB336352-331C-4447-BE68-F5A1DD0F7939}"/>
              </a:ext>
            </a:extLst>
          </p:cNvPr>
          <p:cNvSpPr/>
          <p:nvPr/>
        </p:nvSpPr>
        <p:spPr>
          <a:xfrm>
            <a:off x="3276600" y="457200"/>
            <a:ext cx="1458913" cy="522288"/>
          </a:xfrm>
          <a:prstGeom prst="rect">
            <a:avLst/>
          </a:prstGeom>
        </p:spPr>
        <p:txBody>
          <a:bodyPr wrap="none">
            <a:spAutoFit/>
          </a:bodyPr>
          <a:lstStyle/>
          <a:p>
            <a:pPr>
              <a:defRPr/>
            </a:pPr>
            <a:r>
              <a:rPr lang="zh-CN" altLang="en-US" dirty="0">
                <a:solidFill>
                  <a:schemeClr val="bg1"/>
                </a:solidFill>
                <a:latin typeface="+mn-lt"/>
                <a:ea typeface="+mn-ea"/>
                <a:cs typeface="+mn-ea"/>
                <a:sym typeface="+mn-lt"/>
              </a:rPr>
              <a:t>Contents</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8" name="Rectangle 58">
            <a:extLst>
              <a:ext uri="{FF2B5EF4-FFF2-40B4-BE49-F238E27FC236}">
                <a16:creationId xmlns:a16="http://schemas.microsoft.com/office/drawing/2014/main" id="{76DC5F28-3D81-4520-8F77-F1997A136908}"/>
              </a:ext>
            </a:extLst>
          </p:cNvPr>
          <p:cNvSpPr>
            <a:spLocks noChangeArrowheads="1"/>
          </p:cNvSpPr>
          <p:nvPr/>
        </p:nvSpPr>
        <p:spPr bwMode="auto">
          <a:xfrm>
            <a:off x="865188" y="123825"/>
            <a:ext cx="677545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案例</a:t>
            </a:r>
            <a:r>
              <a:rPr lang="en-US" altLang="zh-CN">
                <a:solidFill>
                  <a:schemeClr val="bg1"/>
                </a:solidFill>
                <a:ea typeface="微软雅黑" panose="020B0503020204020204" pitchFamily="34" charset="-122"/>
                <a:sym typeface="+mn-lt"/>
              </a:rPr>
              <a:t>2.1 </a:t>
            </a:r>
            <a:r>
              <a:rPr lang="zh-CN" altLang="en-US">
                <a:solidFill>
                  <a:schemeClr val="bg1"/>
                </a:solidFill>
                <a:ea typeface="微软雅黑" panose="020B0503020204020204" pitchFamily="34" charset="-122"/>
                <a:sym typeface="+mn-lt"/>
              </a:rPr>
              <a:t>：一元多项式的运算</a:t>
            </a:r>
          </a:p>
        </p:txBody>
      </p:sp>
      <p:graphicFrame>
        <p:nvGraphicFramePr>
          <p:cNvPr id="74" name="表格 73">
            <a:extLst>
              <a:ext uri="{FF2B5EF4-FFF2-40B4-BE49-F238E27FC236}">
                <a16:creationId xmlns:a16="http://schemas.microsoft.com/office/drawing/2014/main" id="{FF495794-6F3E-7C4F-981C-513124ED3C4B}"/>
              </a:ext>
            </a:extLst>
          </p:cNvPr>
          <p:cNvGraphicFramePr>
            <a:graphicFrameLocks noGrp="1"/>
          </p:cNvGraphicFramePr>
          <p:nvPr/>
        </p:nvGraphicFramePr>
        <p:xfrm>
          <a:off x="417513" y="2952750"/>
          <a:ext cx="8334375" cy="1365250"/>
        </p:xfrm>
        <a:graphic>
          <a:graphicData uri="http://schemas.openxmlformats.org/drawingml/2006/table">
            <a:tbl>
              <a:tblPr/>
              <a:tblGrid>
                <a:gridCol w="1733550">
                  <a:extLst>
                    <a:ext uri="{9D8B030D-6E8A-4147-A177-3AD203B41FA5}">
                      <a16:colId xmlns:a16="http://schemas.microsoft.com/office/drawing/2014/main" val="2778765224"/>
                    </a:ext>
                  </a:extLst>
                </a:gridCol>
                <a:gridCol w="1296987">
                  <a:extLst>
                    <a:ext uri="{9D8B030D-6E8A-4147-A177-3AD203B41FA5}">
                      <a16:colId xmlns:a16="http://schemas.microsoft.com/office/drawing/2014/main" val="1024012366"/>
                    </a:ext>
                  </a:extLst>
                </a:gridCol>
                <a:gridCol w="1295400">
                  <a:extLst>
                    <a:ext uri="{9D8B030D-6E8A-4147-A177-3AD203B41FA5}">
                      <a16:colId xmlns:a16="http://schemas.microsoft.com/office/drawing/2014/main" val="1764219744"/>
                    </a:ext>
                  </a:extLst>
                </a:gridCol>
                <a:gridCol w="1368425">
                  <a:extLst>
                    <a:ext uri="{9D8B030D-6E8A-4147-A177-3AD203B41FA5}">
                      <a16:colId xmlns:a16="http://schemas.microsoft.com/office/drawing/2014/main" val="3748292503"/>
                    </a:ext>
                  </a:extLst>
                </a:gridCol>
                <a:gridCol w="1250950">
                  <a:extLst>
                    <a:ext uri="{9D8B030D-6E8A-4147-A177-3AD203B41FA5}">
                      <a16:colId xmlns:a16="http://schemas.microsoft.com/office/drawing/2014/main" val="3190814071"/>
                    </a:ext>
                  </a:extLst>
                </a:gridCol>
                <a:gridCol w="1389063">
                  <a:extLst>
                    <a:ext uri="{9D8B030D-6E8A-4147-A177-3AD203B41FA5}">
                      <a16:colId xmlns:a16="http://schemas.microsoft.com/office/drawing/2014/main" val="1480661001"/>
                    </a:ext>
                  </a:extLst>
                </a:gridCol>
              </a:tblGrid>
              <a:tr h="682625">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指数（下标</a:t>
                      </a:r>
                      <a:r>
                        <a:rPr kumimoji="0" lang="en-US" altLang="zh-CN"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i</a:t>
                      </a:r>
                      <a:r>
                        <a:rPr kumimoji="0" lang="zh-CN" altLang="en-US"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a:t>
                      </a: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476B6"/>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1</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2</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3</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4</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38771714"/>
                  </a:ext>
                </a:extLst>
              </a:tr>
              <a:tr h="682625">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系数</a:t>
                      </a:r>
                      <a:r>
                        <a:rPr kumimoji="0" lang="en-US" altLang="zh-CN"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p[i]</a:t>
                      </a:r>
                      <a:endParaRPr kumimoji="0" lang="zh-CN" altLang="zh-CN"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476B6"/>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800" b="1"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10</a:t>
                      </a:r>
                      <a:endParaRPr kumimoji="0" lang="zh-CN" altLang="zh-CN" sz="2800" b="1"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800" b="1"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5</a:t>
                      </a:r>
                      <a:endParaRPr kumimoji="0" lang="zh-CN" altLang="zh-CN" sz="2800" b="1"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800" b="1"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-4</a:t>
                      </a:r>
                      <a:endParaRPr kumimoji="0" lang="zh-CN" altLang="zh-CN" sz="2800" b="1"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800" b="1"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3</a:t>
                      </a:r>
                      <a:endParaRPr kumimoji="0" lang="zh-CN" altLang="zh-CN" sz="2800" b="1"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800" b="1"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2</a:t>
                      </a:r>
                      <a:endParaRPr kumimoji="0" lang="zh-CN" altLang="zh-CN" sz="2800" b="1"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80" marR="6858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999779577"/>
                  </a:ext>
                </a:extLst>
              </a:tr>
            </a:tbl>
          </a:graphicData>
        </a:graphic>
      </p:graphicFrame>
      <p:sp>
        <p:nvSpPr>
          <p:cNvPr id="44062" name="矩形 74">
            <a:extLst>
              <a:ext uri="{FF2B5EF4-FFF2-40B4-BE49-F238E27FC236}">
                <a16:creationId xmlns:a16="http://schemas.microsoft.com/office/drawing/2014/main" id="{926CFF65-0E6B-408E-9519-164C744C9BE7}"/>
              </a:ext>
            </a:extLst>
          </p:cNvPr>
          <p:cNvSpPr>
            <a:spLocks noChangeArrowheads="1"/>
          </p:cNvSpPr>
          <p:nvPr/>
        </p:nvSpPr>
        <p:spPr bwMode="auto">
          <a:xfrm>
            <a:off x="371475" y="1968500"/>
            <a:ext cx="5143500" cy="523875"/>
          </a:xfrm>
          <a:prstGeom prst="rect">
            <a:avLst/>
          </a:prstGeom>
          <a:solidFill>
            <a:srgbClr val="EAEAEA"/>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b="1" i="1">
                <a:latin typeface="+mn-lt"/>
                <a:ea typeface="+mn-ea"/>
                <a:cs typeface="+mn-ea"/>
                <a:sym typeface="+mn-lt"/>
              </a:rPr>
              <a:t>P</a:t>
            </a:r>
            <a:r>
              <a:rPr lang="en-US" altLang="zh-CN" sz="2800" b="1">
                <a:latin typeface="+mn-lt"/>
                <a:ea typeface="+mn-ea"/>
                <a:cs typeface="+mn-ea"/>
                <a:sym typeface="+mn-lt"/>
              </a:rPr>
              <a:t>(</a:t>
            </a:r>
            <a:r>
              <a:rPr lang="en-US" altLang="zh-CN" sz="2800" b="1" i="1">
                <a:latin typeface="+mn-lt"/>
                <a:ea typeface="+mn-ea"/>
                <a:cs typeface="+mn-ea"/>
                <a:sym typeface="+mn-lt"/>
              </a:rPr>
              <a:t>x</a:t>
            </a:r>
            <a:r>
              <a:rPr lang="en-US" altLang="zh-CN" sz="2800" b="1">
                <a:latin typeface="+mn-lt"/>
                <a:ea typeface="+mn-ea"/>
                <a:cs typeface="+mn-ea"/>
                <a:sym typeface="+mn-lt"/>
              </a:rPr>
              <a:t>) = 10 + 5x - 4</a:t>
            </a:r>
            <a:r>
              <a:rPr lang="en-US" altLang="zh-CN" sz="2800" b="1" i="1">
                <a:latin typeface="+mn-lt"/>
                <a:ea typeface="+mn-ea"/>
                <a:cs typeface="+mn-ea"/>
                <a:sym typeface="+mn-lt"/>
              </a:rPr>
              <a:t>x</a:t>
            </a:r>
            <a:r>
              <a:rPr lang="en-US" altLang="zh-CN" sz="2800" b="1" baseline="30000">
                <a:latin typeface="+mn-lt"/>
                <a:ea typeface="+mn-ea"/>
                <a:cs typeface="+mn-ea"/>
                <a:sym typeface="+mn-lt"/>
              </a:rPr>
              <a:t>2</a:t>
            </a:r>
            <a:r>
              <a:rPr lang="en-US" altLang="zh-CN" sz="2800" b="1">
                <a:latin typeface="+mn-lt"/>
                <a:ea typeface="+mn-ea"/>
                <a:cs typeface="+mn-ea"/>
                <a:sym typeface="+mn-lt"/>
              </a:rPr>
              <a:t> + 3</a:t>
            </a:r>
            <a:r>
              <a:rPr lang="en-US" altLang="zh-CN" sz="2800" b="1" i="1">
                <a:latin typeface="+mn-lt"/>
                <a:ea typeface="+mn-ea"/>
                <a:cs typeface="+mn-ea"/>
                <a:sym typeface="+mn-lt"/>
              </a:rPr>
              <a:t>x</a:t>
            </a:r>
            <a:r>
              <a:rPr lang="en-US" altLang="zh-CN" sz="2800" b="1" baseline="30000">
                <a:latin typeface="+mn-lt"/>
                <a:ea typeface="+mn-ea"/>
                <a:cs typeface="+mn-ea"/>
                <a:sym typeface="+mn-lt"/>
              </a:rPr>
              <a:t>3</a:t>
            </a:r>
            <a:r>
              <a:rPr lang="en-US" altLang="zh-CN" sz="2800" b="1">
                <a:latin typeface="+mn-lt"/>
                <a:ea typeface="+mn-ea"/>
                <a:cs typeface="+mn-ea"/>
                <a:sym typeface="+mn-lt"/>
              </a:rPr>
              <a:t> + 2</a:t>
            </a:r>
            <a:r>
              <a:rPr lang="en-US" altLang="zh-CN" sz="2800" b="1" i="1">
                <a:latin typeface="+mn-lt"/>
                <a:ea typeface="+mn-ea"/>
                <a:cs typeface="+mn-ea"/>
                <a:sym typeface="+mn-lt"/>
              </a:rPr>
              <a:t>x</a:t>
            </a:r>
            <a:r>
              <a:rPr lang="en-US" altLang="zh-CN" sz="2800" b="1" baseline="30000">
                <a:latin typeface="+mn-lt"/>
                <a:ea typeface="+mn-ea"/>
                <a:cs typeface="+mn-ea"/>
                <a:sym typeface="+mn-lt"/>
              </a:rPr>
              <a:t>4</a:t>
            </a:r>
            <a:endParaRPr lang="zh-CN" altLang="en-US" sz="2800" b="1">
              <a:latin typeface="+mn-lt"/>
              <a:ea typeface="+mn-ea"/>
              <a:cs typeface="+mn-ea"/>
              <a:sym typeface="+mn-lt"/>
            </a:endParaRPr>
          </a:p>
        </p:txBody>
      </p:sp>
      <p:grpSp>
        <p:nvGrpSpPr>
          <p:cNvPr id="2" name="组合 14">
            <a:extLst>
              <a:ext uri="{FF2B5EF4-FFF2-40B4-BE49-F238E27FC236}">
                <a16:creationId xmlns:a16="http://schemas.microsoft.com/office/drawing/2014/main" id="{3FF67ABA-8374-7842-A4AB-38AAD034725F}"/>
              </a:ext>
            </a:extLst>
          </p:cNvPr>
          <p:cNvGrpSpPr>
            <a:grpSpLocks/>
          </p:cNvGrpSpPr>
          <p:nvPr/>
        </p:nvGrpSpPr>
        <p:grpSpPr bwMode="auto">
          <a:xfrm>
            <a:off x="5561013" y="1060450"/>
            <a:ext cx="3175000" cy="1817688"/>
            <a:chOff x="5786438" y="2965588"/>
            <a:chExt cx="3176090" cy="1818370"/>
          </a:xfrm>
        </p:grpSpPr>
        <p:sp>
          <p:nvSpPr>
            <p:cNvPr id="167971" name="矩形 75">
              <a:extLst>
                <a:ext uri="{FF2B5EF4-FFF2-40B4-BE49-F238E27FC236}">
                  <a16:creationId xmlns:a16="http://schemas.microsoft.com/office/drawing/2014/main" id="{E9F01E1D-5B82-41FF-9B93-07A8616747EF}"/>
                </a:ext>
              </a:extLst>
            </p:cNvPr>
            <p:cNvSpPr>
              <a:spLocks noChangeArrowheads="1"/>
            </p:cNvSpPr>
            <p:nvPr/>
          </p:nvSpPr>
          <p:spPr bwMode="auto">
            <a:xfrm>
              <a:off x="6486765" y="2965588"/>
              <a:ext cx="2475763" cy="1818370"/>
            </a:xfrm>
            <a:prstGeom prst="roundRect">
              <a:avLst>
                <a:gd name="adj" fmla="val 6290"/>
              </a:avLst>
            </a:prstGeom>
            <a:solidFill>
              <a:srgbClr val="EAEAEA"/>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a:solidFill>
                    <a:srgbClr val="FF0000"/>
                  </a:solidFill>
                  <a:sym typeface="+mn-lt"/>
                </a:rPr>
                <a:t>数组表示</a:t>
              </a:r>
              <a:endParaRPr lang="en-US" altLang="zh-CN">
                <a:solidFill>
                  <a:srgbClr val="FF0000"/>
                </a:solidFill>
                <a:sym typeface="+mn-lt"/>
              </a:endParaRPr>
            </a:p>
            <a:p>
              <a:pPr>
                <a:lnSpc>
                  <a:spcPct val="100000"/>
                </a:lnSpc>
                <a:spcBef>
                  <a:spcPct val="20000"/>
                </a:spcBef>
              </a:pPr>
              <a:r>
                <a:rPr lang="zh-CN" altLang="en-US">
                  <a:sym typeface="+mn-lt"/>
                </a:rPr>
                <a:t>（每一项的指数</a:t>
              </a:r>
              <a:r>
                <a:rPr lang="en-US" altLang="zh-CN" i="1">
                  <a:sym typeface="+mn-lt"/>
                </a:rPr>
                <a:t>i</a:t>
              </a:r>
              <a:r>
                <a:rPr lang="zh-CN" altLang="en-US">
                  <a:sym typeface="+mn-lt"/>
                </a:rPr>
                <a:t>隐含在其系数</a:t>
              </a:r>
              <a:r>
                <a:rPr lang="en-US" altLang="zh-CN" i="1">
                  <a:sym typeface="+mn-lt"/>
                </a:rPr>
                <a:t>p</a:t>
              </a:r>
              <a:r>
                <a:rPr lang="en-US" altLang="zh-CN" i="1" baseline="-30000">
                  <a:sym typeface="+mn-lt"/>
                </a:rPr>
                <a:t>i</a:t>
              </a:r>
              <a:r>
                <a:rPr lang="zh-CN" altLang="en-US">
                  <a:sym typeface="+mn-lt"/>
                </a:rPr>
                <a:t>的序号中）</a:t>
              </a:r>
            </a:p>
          </p:txBody>
        </p:sp>
        <p:sp>
          <p:nvSpPr>
            <p:cNvPr id="167972" name="右弧形箭头 76">
              <a:extLst>
                <a:ext uri="{FF2B5EF4-FFF2-40B4-BE49-F238E27FC236}">
                  <a16:creationId xmlns:a16="http://schemas.microsoft.com/office/drawing/2014/main" id="{3109D5E4-1B4B-48E5-838D-805AFE730452}"/>
                </a:ext>
              </a:extLst>
            </p:cNvPr>
            <p:cNvSpPr>
              <a:spLocks noChangeArrowheads="1"/>
            </p:cNvSpPr>
            <p:nvPr/>
          </p:nvSpPr>
          <p:spPr bwMode="auto">
            <a:xfrm>
              <a:off x="5786438" y="4047082"/>
              <a:ext cx="428772" cy="667000"/>
            </a:xfrm>
            <a:prstGeom prst="curvedLeftArrow">
              <a:avLst>
                <a:gd name="adj1" fmla="val 24970"/>
                <a:gd name="adj2" fmla="val 49932"/>
                <a:gd name="adj3" fmla="val 33278"/>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3" name="组合 20">
            <a:extLst>
              <a:ext uri="{FF2B5EF4-FFF2-40B4-BE49-F238E27FC236}">
                <a16:creationId xmlns:a16="http://schemas.microsoft.com/office/drawing/2014/main" id="{3C16DDD8-F55A-CB4F-9E3C-17200CEC0F8F}"/>
              </a:ext>
            </a:extLst>
          </p:cNvPr>
          <p:cNvGrpSpPr>
            <a:grpSpLocks/>
          </p:cNvGrpSpPr>
          <p:nvPr/>
        </p:nvGrpSpPr>
        <p:grpSpPr bwMode="auto">
          <a:xfrm>
            <a:off x="417513" y="5006975"/>
            <a:ext cx="8334375" cy="1371600"/>
            <a:chOff x="285750" y="4663761"/>
            <a:chExt cx="8334376" cy="1371921"/>
          </a:xfrm>
        </p:grpSpPr>
        <p:sp>
          <p:nvSpPr>
            <p:cNvPr id="167966" name="矩形 2">
              <a:extLst>
                <a:ext uri="{FF2B5EF4-FFF2-40B4-BE49-F238E27FC236}">
                  <a16:creationId xmlns:a16="http://schemas.microsoft.com/office/drawing/2014/main" id="{2C1D0F24-88C2-4ECD-BE37-8E054D69AB22}"/>
                </a:ext>
              </a:extLst>
            </p:cNvPr>
            <p:cNvSpPr>
              <a:spLocks noChangeArrowheads="1"/>
            </p:cNvSpPr>
            <p:nvPr/>
          </p:nvSpPr>
          <p:spPr bwMode="auto">
            <a:xfrm>
              <a:off x="285750" y="4663761"/>
              <a:ext cx="3357562" cy="523998"/>
            </a:xfrm>
            <a:prstGeom prst="rect">
              <a:avLst/>
            </a:prstGeom>
            <a:solidFill>
              <a:srgbClr val="EAEAEA"/>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b="1" i="1">
                  <a:latin typeface="+mn-lt"/>
                  <a:ea typeface="+mn-ea"/>
                  <a:cs typeface="+mn-ea"/>
                  <a:sym typeface="+mn-lt"/>
                </a:rPr>
                <a:t>R</a:t>
              </a:r>
              <a:r>
                <a:rPr lang="en-US" altLang="zh-CN" sz="2800" b="1" i="1" baseline="-30000">
                  <a:latin typeface="+mn-lt"/>
                  <a:ea typeface="+mn-ea"/>
                  <a:cs typeface="+mn-ea"/>
                  <a:sym typeface="+mn-lt"/>
                </a:rPr>
                <a:t>n</a:t>
              </a:r>
              <a:r>
                <a:rPr lang="en-US" altLang="zh-CN" sz="2800" b="1">
                  <a:latin typeface="+mn-lt"/>
                  <a:ea typeface="+mn-ea"/>
                  <a:cs typeface="+mn-ea"/>
                  <a:sym typeface="+mn-lt"/>
                </a:rPr>
                <a:t>(</a:t>
              </a:r>
              <a:r>
                <a:rPr lang="en-US" altLang="zh-CN" sz="2800" b="1" i="1">
                  <a:latin typeface="+mn-lt"/>
                  <a:ea typeface="+mn-ea"/>
                  <a:cs typeface="+mn-ea"/>
                  <a:sym typeface="+mn-lt"/>
                </a:rPr>
                <a:t>x</a:t>
              </a:r>
              <a:r>
                <a:rPr lang="en-US" altLang="zh-CN" sz="2800" b="1">
                  <a:latin typeface="+mn-lt"/>
                  <a:ea typeface="+mn-ea"/>
                  <a:cs typeface="+mn-ea"/>
                  <a:sym typeface="+mn-lt"/>
                </a:rPr>
                <a:t>) = </a:t>
              </a:r>
              <a:r>
                <a:rPr lang="en-US" altLang="zh-CN" sz="2800" b="1" i="1">
                  <a:latin typeface="+mn-lt"/>
                  <a:ea typeface="+mn-ea"/>
                  <a:cs typeface="+mn-ea"/>
                  <a:sym typeface="+mn-lt"/>
                </a:rPr>
                <a:t>P</a:t>
              </a:r>
              <a:r>
                <a:rPr lang="en-US" altLang="zh-CN" sz="2800" b="1" i="1" baseline="-30000">
                  <a:latin typeface="+mn-lt"/>
                  <a:ea typeface="+mn-ea"/>
                  <a:cs typeface="+mn-ea"/>
                  <a:sym typeface="+mn-lt"/>
                </a:rPr>
                <a:t>n</a:t>
              </a:r>
              <a:r>
                <a:rPr lang="en-US" altLang="zh-CN" sz="2800" b="1">
                  <a:latin typeface="+mn-lt"/>
                  <a:ea typeface="+mn-ea"/>
                  <a:cs typeface="+mn-ea"/>
                  <a:sym typeface="+mn-lt"/>
                </a:rPr>
                <a:t>(</a:t>
              </a:r>
              <a:r>
                <a:rPr lang="en-US" altLang="zh-CN" sz="2800" b="1" i="1">
                  <a:latin typeface="+mn-lt"/>
                  <a:ea typeface="+mn-ea"/>
                  <a:cs typeface="+mn-ea"/>
                  <a:sym typeface="+mn-lt"/>
                </a:rPr>
                <a:t>x</a:t>
              </a:r>
              <a:r>
                <a:rPr lang="en-US" altLang="zh-CN" sz="2800" b="1">
                  <a:latin typeface="+mn-lt"/>
                  <a:ea typeface="+mn-ea"/>
                  <a:cs typeface="+mn-ea"/>
                  <a:sym typeface="+mn-lt"/>
                </a:rPr>
                <a:t>) + </a:t>
              </a:r>
              <a:r>
                <a:rPr lang="en-US" altLang="zh-CN" sz="2800" b="1" i="1">
                  <a:latin typeface="+mn-lt"/>
                  <a:ea typeface="+mn-ea"/>
                  <a:cs typeface="+mn-ea"/>
                  <a:sym typeface="+mn-lt"/>
                </a:rPr>
                <a:t>Q</a:t>
              </a:r>
              <a:r>
                <a:rPr lang="en-US" altLang="zh-CN" sz="2800" b="1" i="1" baseline="-30000">
                  <a:latin typeface="+mn-lt"/>
                  <a:ea typeface="+mn-ea"/>
                  <a:cs typeface="+mn-ea"/>
                  <a:sym typeface="+mn-lt"/>
                </a:rPr>
                <a:t>m</a:t>
              </a:r>
              <a:r>
                <a:rPr lang="en-US" altLang="zh-CN" sz="2800" b="1">
                  <a:latin typeface="+mn-lt"/>
                  <a:ea typeface="+mn-ea"/>
                  <a:cs typeface="+mn-ea"/>
                  <a:sym typeface="+mn-lt"/>
                </a:rPr>
                <a:t>(</a:t>
              </a:r>
              <a:r>
                <a:rPr lang="en-US" altLang="zh-CN" sz="2800" b="1" i="1">
                  <a:latin typeface="+mn-lt"/>
                  <a:ea typeface="+mn-ea"/>
                  <a:cs typeface="+mn-ea"/>
                  <a:sym typeface="+mn-lt"/>
                </a:rPr>
                <a:t>x</a:t>
              </a:r>
              <a:r>
                <a:rPr lang="en-US" altLang="zh-CN" sz="2800" b="1">
                  <a:latin typeface="+mn-lt"/>
                  <a:ea typeface="+mn-ea"/>
                  <a:cs typeface="+mn-ea"/>
                  <a:sym typeface="+mn-lt"/>
                </a:rPr>
                <a:t>)</a:t>
              </a:r>
              <a:endParaRPr lang="zh-CN" altLang="en-US" sz="2800" b="1">
                <a:latin typeface="+mn-lt"/>
                <a:ea typeface="+mn-ea"/>
                <a:cs typeface="+mn-ea"/>
                <a:sym typeface="+mn-lt"/>
              </a:endParaRPr>
            </a:p>
          </p:txBody>
        </p:sp>
        <p:grpSp>
          <p:nvGrpSpPr>
            <p:cNvPr id="175134" name="组合 3">
              <a:extLst>
                <a:ext uri="{FF2B5EF4-FFF2-40B4-BE49-F238E27FC236}">
                  <a16:creationId xmlns:a16="http://schemas.microsoft.com/office/drawing/2014/main" id="{25B4E72B-0658-164B-B7F6-FC82BF7E91F3}"/>
                </a:ext>
              </a:extLst>
            </p:cNvPr>
            <p:cNvGrpSpPr>
              <a:grpSpLocks/>
            </p:cNvGrpSpPr>
            <p:nvPr/>
          </p:nvGrpSpPr>
          <p:grpSpPr bwMode="auto">
            <a:xfrm>
              <a:off x="285750" y="4894262"/>
              <a:ext cx="8334376" cy="1141420"/>
              <a:chOff x="285720" y="3891681"/>
              <a:chExt cx="8334222" cy="1141992"/>
            </a:xfrm>
          </p:grpSpPr>
          <p:sp>
            <p:nvSpPr>
              <p:cNvPr id="167969" name="矩形 4">
                <a:extLst>
                  <a:ext uri="{FF2B5EF4-FFF2-40B4-BE49-F238E27FC236}">
                    <a16:creationId xmlns:a16="http://schemas.microsoft.com/office/drawing/2014/main" id="{460031E7-41AC-47DF-911E-8D4C1CEA4ACB}"/>
                  </a:ext>
                </a:extLst>
              </p:cNvPr>
              <p:cNvSpPr>
                <a:spLocks noChangeArrowheads="1"/>
              </p:cNvSpPr>
              <p:nvPr/>
            </p:nvSpPr>
            <p:spPr bwMode="auto">
              <a:xfrm>
                <a:off x="285720" y="4571371"/>
                <a:ext cx="8334222" cy="462302"/>
              </a:xfrm>
              <a:prstGeom prst="rect">
                <a:avLst/>
              </a:prstGeom>
              <a:solidFill>
                <a:srgbClr val="9476B6"/>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254000">
                  <a:lnSpc>
                    <a:spcPct val="130000"/>
                  </a:lnSpc>
                  <a:tabLst>
                    <a:tab pos="2667000" algn="ctr"/>
                    <a:tab pos="5334000" algn="r"/>
                  </a:tabLst>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tabLst>
                    <a:tab pos="2667000" algn="ctr"/>
                    <a:tab pos="5334000" algn="r"/>
                  </a:tabLst>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tabLst>
                    <a:tab pos="2667000" algn="ctr"/>
                    <a:tab pos="5334000" algn="r"/>
                  </a:tabLst>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tabLst>
                    <a:tab pos="2667000" algn="ctr"/>
                    <a:tab pos="5334000" algn="r"/>
                  </a:tabLst>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tabLst>
                    <a:tab pos="2667000" algn="ctr"/>
                    <a:tab pos="5334000" algn="r"/>
                  </a:tabLst>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tabLst>
                    <a:tab pos="2667000" algn="ctr"/>
                    <a:tab pos="5334000" algn="r"/>
                  </a:tabLst>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tabLst>
                    <a:tab pos="2667000" algn="ctr"/>
                    <a:tab pos="5334000" algn="r"/>
                  </a:tabLst>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tabLst>
                    <a:tab pos="2667000" algn="ctr"/>
                    <a:tab pos="5334000" algn="r"/>
                  </a:tabLst>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tabLst>
                    <a:tab pos="2667000" algn="ctr"/>
                    <a:tab pos="5334000" algn="r"/>
                  </a:tabLst>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b="1">
                    <a:solidFill>
                      <a:schemeClr val="bg1"/>
                    </a:solidFill>
                    <a:sym typeface="+mn-lt"/>
                  </a:rPr>
                  <a:t>线性表</a:t>
                </a:r>
                <a:r>
                  <a:rPr lang="en-US" altLang="zh-CN" b="1">
                    <a:solidFill>
                      <a:schemeClr val="bg1"/>
                    </a:solidFill>
                    <a:sym typeface="+mn-lt"/>
                  </a:rPr>
                  <a:t>R = (p</a:t>
                </a:r>
                <a:r>
                  <a:rPr lang="en-US" altLang="zh-CN" b="1" baseline="-30000">
                    <a:solidFill>
                      <a:schemeClr val="bg1"/>
                    </a:solidFill>
                    <a:sym typeface="+mn-lt"/>
                  </a:rPr>
                  <a:t>0</a:t>
                </a:r>
                <a:r>
                  <a:rPr lang="en-US" altLang="zh-CN" b="1">
                    <a:solidFill>
                      <a:schemeClr val="bg1"/>
                    </a:solidFill>
                    <a:sym typeface="+mn-lt"/>
                  </a:rPr>
                  <a:t> + q</a:t>
                </a:r>
                <a:r>
                  <a:rPr lang="en-US" altLang="zh-CN" b="1" baseline="-30000">
                    <a:solidFill>
                      <a:schemeClr val="bg1"/>
                    </a:solidFill>
                    <a:sym typeface="+mn-lt"/>
                  </a:rPr>
                  <a:t>0</a:t>
                </a:r>
                <a:r>
                  <a:rPr lang="en-US" altLang="zh-CN" b="1">
                    <a:solidFill>
                      <a:schemeClr val="bg1"/>
                    </a:solidFill>
                    <a:sym typeface="+mn-lt"/>
                  </a:rPr>
                  <a:t>,p</a:t>
                </a:r>
                <a:r>
                  <a:rPr lang="en-US" altLang="zh-CN" b="1" baseline="-30000">
                    <a:solidFill>
                      <a:schemeClr val="bg1"/>
                    </a:solidFill>
                    <a:sym typeface="+mn-lt"/>
                  </a:rPr>
                  <a:t>1</a:t>
                </a:r>
                <a:r>
                  <a:rPr lang="en-US" altLang="zh-CN" b="1">
                    <a:solidFill>
                      <a:schemeClr val="bg1"/>
                    </a:solidFill>
                    <a:sym typeface="+mn-lt"/>
                  </a:rPr>
                  <a:t> + q</a:t>
                </a:r>
                <a:r>
                  <a:rPr lang="en-US" altLang="zh-CN" b="1" baseline="-30000">
                    <a:solidFill>
                      <a:schemeClr val="bg1"/>
                    </a:solidFill>
                    <a:sym typeface="+mn-lt"/>
                  </a:rPr>
                  <a:t>1</a:t>
                </a:r>
                <a:r>
                  <a:rPr lang="en-US" altLang="zh-CN" b="1">
                    <a:solidFill>
                      <a:schemeClr val="bg1"/>
                    </a:solidFill>
                    <a:sym typeface="+mn-lt"/>
                  </a:rPr>
                  <a:t>,p</a:t>
                </a:r>
                <a:r>
                  <a:rPr lang="en-US" altLang="zh-CN" b="1" baseline="-30000">
                    <a:solidFill>
                      <a:schemeClr val="bg1"/>
                    </a:solidFill>
                    <a:sym typeface="+mn-lt"/>
                  </a:rPr>
                  <a:t>2</a:t>
                </a:r>
                <a:r>
                  <a:rPr lang="en-US" altLang="zh-CN" b="1">
                    <a:solidFill>
                      <a:schemeClr val="bg1"/>
                    </a:solidFill>
                    <a:sym typeface="+mn-lt"/>
                  </a:rPr>
                  <a:t> + q</a:t>
                </a:r>
                <a:r>
                  <a:rPr lang="en-US" altLang="zh-CN" b="1" baseline="-30000">
                    <a:solidFill>
                      <a:schemeClr val="bg1"/>
                    </a:solidFill>
                    <a:sym typeface="+mn-lt"/>
                  </a:rPr>
                  <a:t>2</a:t>
                </a:r>
                <a:r>
                  <a:rPr lang="en-US" altLang="zh-CN" b="1">
                    <a:solidFill>
                      <a:schemeClr val="bg1"/>
                    </a:solidFill>
                    <a:sym typeface="+mn-lt"/>
                  </a:rPr>
                  <a:t>,…,p</a:t>
                </a:r>
                <a:r>
                  <a:rPr lang="en-US" altLang="zh-CN" b="1" baseline="-30000">
                    <a:solidFill>
                      <a:schemeClr val="bg1"/>
                    </a:solidFill>
                    <a:sym typeface="+mn-lt"/>
                  </a:rPr>
                  <a:t>m</a:t>
                </a:r>
                <a:r>
                  <a:rPr lang="en-US" altLang="zh-CN" b="1">
                    <a:solidFill>
                      <a:schemeClr val="bg1"/>
                    </a:solidFill>
                    <a:sym typeface="+mn-lt"/>
                  </a:rPr>
                  <a:t> + q</a:t>
                </a:r>
                <a:r>
                  <a:rPr lang="en-US" altLang="zh-CN" b="1" baseline="-30000">
                    <a:solidFill>
                      <a:schemeClr val="bg1"/>
                    </a:solidFill>
                    <a:sym typeface="+mn-lt"/>
                  </a:rPr>
                  <a:t>m</a:t>
                </a:r>
                <a:r>
                  <a:rPr lang="en-US" altLang="zh-CN" b="1">
                    <a:solidFill>
                      <a:schemeClr val="bg1"/>
                    </a:solidFill>
                    <a:sym typeface="+mn-lt"/>
                  </a:rPr>
                  <a:t>,p</a:t>
                </a:r>
                <a:r>
                  <a:rPr lang="en-US" altLang="zh-CN" b="1" baseline="-30000">
                    <a:solidFill>
                      <a:schemeClr val="bg1"/>
                    </a:solidFill>
                    <a:sym typeface="+mn-lt"/>
                  </a:rPr>
                  <a:t>m+1</a:t>
                </a:r>
                <a:r>
                  <a:rPr lang="en-US" altLang="zh-CN" b="1">
                    <a:solidFill>
                      <a:schemeClr val="bg1"/>
                    </a:solidFill>
                    <a:sym typeface="+mn-lt"/>
                  </a:rPr>
                  <a:t>,…,p</a:t>
                </a:r>
                <a:r>
                  <a:rPr lang="en-US" altLang="zh-CN" b="1" baseline="-30000">
                    <a:solidFill>
                      <a:schemeClr val="bg1"/>
                    </a:solidFill>
                    <a:sym typeface="+mn-lt"/>
                  </a:rPr>
                  <a:t>n</a:t>
                </a:r>
                <a:r>
                  <a:rPr lang="en-US" altLang="zh-CN" b="1">
                    <a:solidFill>
                      <a:schemeClr val="bg1"/>
                    </a:solidFill>
                    <a:sym typeface="+mn-lt"/>
                  </a:rPr>
                  <a:t>)</a:t>
                </a:r>
              </a:p>
            </p:txBody>
          </p:sp>
          <p:sp>
            <p:nvSpPr>
              <p:cNvPr id="167970" name="右弧形箭头 5">
                <a:extLst>
                  <a:ext uri="{FF2B5EF4-FFF2-40B4-BE49-F238E27FC236}">
                    <a16:creationId xmlns:a16="http://schemas.microsoft.com/office/drawing/2014/main" id="{BDCF5CCD-69CA-4908-978B-6B7F26D3C5E9}"/>
                  </a:ext>
                </a:extLst>
              </p:cNvPr>
              <p:cNvSpPr>
                <a:spLocks noChangeArrowheads="1"/>
              </p:cNvSpPr>
              <p:nvPr/>
            </p:nvSpPr>
            <p:spPr bwMode="auto">
              <a:xfrm>
                <a:off x="3719419" y="3891422"/>
                <a:ext cx="428617" cy="668828"/>
              </a:xfrm>
              <a:prstGeom prst="curvedLeftArrow">
                <a:avLst>
                  <a:gd name="adj1" fmla="val 25002"/>
                  <a:gd name="adj2" fmla="val 49996"/>
                  <a:gd name="adj3" fmla="val 33278"/>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pic>
          <p:nvPicPr>
            <p:cNvPr id="175135" name="Picture 2">
              <a:extLst>
                <a:ext uri="{FF2B5EF4-FFF2-40B4-BE49-F238E27FC236}">
                  <a16:creationId xmlns:a16="http://schemas.microsoft.com/office/drawing/2014/main" id="{EC4F3F8D-7D53-3445-8015-C1E895FE01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84081" y="4663761"/>
              <a:ext cx="1000125" cy="766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4062"/>
                                        </p:tgtEl>
                                        <p:attrNameLst>
                                          <p:attrName>style.visibility</p:attrName>
                                        </p:attrNameLst>
                                      </p:cBhvr>
                                      <p:to>
                                        <p:strVal val="visible"/>
                                      </p:to>
                                    </p:set>
                                    <p:anim calcmode="lin" valueType="num">
                                      <p:cBhvr additive="base">
                                        <p:cTn id="7" dur="500" fill="hold"/>
                                        <p:tgtEl>
                                          <p:spTgt spid="44062"/>
                                        </p:tgtEl>
                                        <p:attrNameLst>
                                          <p:attrName>ppt_x</p:attrName>
                                        </p:attrNameLst>
                                      </p:cBhvr>
                                      <p:tavLst>
                                        <p:tav tm="0">
                                          <p:val>
                                            <p:strVal val="#ppt_x"/>
                                          </p:val>
                                        </p:tav>
                                        <p:tav tm="100000">
                                          <p:val>
                                            <p:strVal val="#ppt_x"/>
                                          </p:val>
                                        </p:tav>
                                      </p:tavLst>
                                    </p:anim>
                                    <p:anim calcmode="lin" valueType="num">
                                      <p:cBhvr additive="base">
                                        <p:cTn id="8" dur="500" fill="hold"/>
                                        <p:tgtEl>
                                          <p:spTgt spid="44062"/>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4" presetClass="entr" presetSubtype="16" fill="hold" nodeType="click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box(in)">
                                      <p:cBhvr>
                                        <p:cTn id="19" dur="500"/>
                                        <p:tgtEl>
                                          <p:spTgt spid="74"/>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2" presetClass="entr" presetSubtype="4" fill="hold" nodeType="clickEffect">
                                  <p:stCondLst>
                                    <p:cond delay="0"/>
                                  </p:stCondLst>
                                  <p:childTnLst>
                                    <p:set>
                                      <p:cBhvr>
                                        <p:cTn id="23" dur="1" fill="hold">
                                          <p:stCondLst>
                                            <p:cond delay="0"/>
                                          </p:stCondLst>
                                        </p:cTn>
                                        <p:tgtEl>
                                          <p:spTgt spid="3"/>
                                        </p:tgtEl>
                                        <p:attrNameLst>
                                          <p:attrName>style.visibility</p:attrName>
                                        </p:attrNameLst>
                                      </p:cBhvr>
                                      <p:to>
                                        <p:strVal val="visible"/>
                                      </p:to>
                                    </p:set>
                                    <p:anim calcmode="lin" valueType="num">
                                      <p:cBhvr additive="base">
                                        <p:cTn id="24" dur="500" fill="hold"/>
                                        <p:tgtEl>
                                          <p:spTgt spid="3"/>
                                        </p:tgtEl>
                                        <p:attrNameLst>
                                          <p:attrName>ppt_x</p:attrName>
                                        </p:attrNameLst>
                                      </p:cBhvr>
                                      <p:tavLst>
                                        <p:tav tm="0">
                                          <p:val>
                                            <p:strVal val="#ppt_x"/>
                                          </p:val>
                                        </p:tav>
                                        <p:tav tm="100000">
                                          <p:val>
                                            <p:strVal val="#ppt_x"/>
                                          </p:val>
                                        </p:tav>
                                      </p:tavLst>
                                    </p:anim>
                                    <p:anim calcmode="lin" valueType="num">
                                      <p:cBhvr additive="base">
                                        <p:cTn id="25"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062"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矩形 1">
            <a:extLst>
              <a:ext uri="{FF2B5EF4-FFF2-40B4-BE49-F238E27FC236}">
                <a16:creationId xmlns:a16="http://schemas.microsoft.com/office/drawing/2014/main" id="{260DA766-557E-1F4F-8929-DC0A48F5F496}"/>
              </a:ext>
            </a:extLst>
          </p:cNvPr>
          <p:cNvSpPr>
            <a:spLocks noChangeArrowheads="1"/>
          </p:cNvSpPr>
          <p:nvPr/>
        </p:nvSpPr>
        <p:spPr bwMode="auto">
          <a:xfrm>
            <a:off x="-1588" y="4246563"/>
            <a:ext cx="9142413" cy="2305050"/>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68962" name="AutoShape 2" descr="http://img0.imgtn.bdimg.com/it/u=239226275,1387765387&amp;fm=21&amp;gp=0.jpg">
            <a:extLst>
              <a:ext uri="{FF2B5EF4-FFF2-40B4-BE49-F238E27FC236}">
                <a16:creationId xmlns:a16="http://schemas.microsoft.com/office/drawing/2014/main" id="{61C2ABE8-FCF6-48DE-AEF3-F50BDFEC6AB8}"/>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8963" name="AutoShape 4" descr="http://img0.imgtn.bdimg.com/it/u=239226275,1387765387&amp;fm=21&amp;gp=0.jpg">
            <a:extLst>
              <a:ext uri="{FF2B5EF4-FFF2-40B4-BE49-F238E27FC236}">
                <a16:creationId xmlns:a16="http://schemas.microsoft.com/office/drawing/2014/main" id="{C72FB4A4-4153-4C5F-99EC-7E82FDF82A06}"/>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8964" name="AutoShape 6" descr="http://img0.imgtn.bdimg.com/it/u=239226275,1387765387&amp;fm=21&amp;gp=0.jpg">
            <a:extLst>
              <a:ext uri="{FF2B5EF4-FFF2-40B4-BE49-F238E27FC236}">
                <a16:creationId xmlns:a16="http://schemas.microsoft.com/office/drawing/2014/main" id="{2BE3F0CB-A28D-41C3-BFA2-A173D1AD230F}"/>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8965" name="AutoShape 8" descr="http://img4.imgtn.bdimg.com/it/u=3584398993,898841989&amp;fm=21&amp;gp=0.jpg">
            <a:extLst>
              <a:ext uri="{FF2B5EF4-FFF2-40B4-BE49-F238E27FC236}">
                <a16:creationId xmlns:a16="http://schemas.microsoft.com/office/drawing/2014/main" id="{58E6B556-F2E3-42A8-BEF4-17DAF9C1F6ED}"/>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aphicFrame>
        <p:nvGraphicFramePr>
          <p:cNvPr id="7" name="表格 6">
            <a:extLst>
              <a:ext uri="{FF2B5EF4-FFF2-40B4-BE49-F238E27FC236}">
                <a16:creationId xmlns:a16="http://schemas.microsoft.com/office/drawing/2014/main" id="{799FE1A3-E2ED-8349-B772-B1B13E37D1C5}"/>
              </a:ext>
            </a:extLst>
          </p:cNvPr>
          <p:cNvGraphicFramePr>
            <a:graphicFrameLocks noGrp="1"/>
          </p:cNvGraphicFramePr>
          <p:nvPr/>
        </p:nvGraphicFramePr>
        <p:xfrm>
          <a:off x="611188" y="2133600"/>
          <a:ext cx="8143875" cy="1863726"/>
        </p:xfrm>
        <a:graphic>
          <a:graphicData uri="http://schemas.openxmlformats.org/drawingml/2006/table">
            <a:tbl>
              <a:tblPr/>
              <a:tblGrid>
                <a:gridCol w="1082675">
                  <a:extLst>
                    <a:ext uri="{9D8B030D-6E8A-4147-A177-3AD203B41FA5}">
                      <a16:colId xmlns:a16="http://schemas.microsoft.com/office/drawing/2014/main" val="1868463356"/>
                    </a:ext>
                  </a:extLst>
                </a:gridCol>
                <a:gridCol w="692150">
                  <a:extLst>
                    <a:ext uri="{9D8B030D-6E8A-4147-A177-3AD203B41FA5}">
                      <a16:colId xmlns:a16="http://schemas.microsoft.com/office/drawing/2014/main" val="3182792510"/>
                    </a:ext>
                  </a:extLst>
                </a:gridCol>
                <a:gridCol w="692150">
                  <a:extLst>
                    <a:ext uri="{9D8B030D-6E8A-4147-A177-3AD203B41FA5}">
                      <a16:colId xmlns:a16="http://schemas.microsoft.com/office/drawing/2014/main" val="2206378056"/>
                    </a:ext>
                  </a:extLst>
                </a:gridCol>
                <a:gridCol w="693737">
                  <a:extLst>
                    <a:ext uri="{9D8B030D-6E8A-4147-A177-3AD203B41FA5}">
                      <a16:colId xmlns:a16="http://schemas.microsoft.com/office/drawing/2014/main" val="3888082526"/>
                    </a:ext>
                  </a:extLst>
                </a:gridCol>
                <a:gridCol w="692150">
                  <a:extLst>
                    <a:ext uri="{9D8B030D-6E8A-4147-A177-3AD203B41FA5}">
                      <a16:colId xmlns:a16="http://schemas.microsoft.com/office/drawing/2014/main" val="2859808910"/>
                    </a:ext>
                  </a:extLst>
                </a:gridCol>
                <a:gridCol w="728663">
                  <a:extLst>
                    <a:ext uri="{9D8B030D-6E8A-4147-A177-3AD203B41FA5}">
                      <a16:colId xmlns:a16="http://schemas.microsoft.com/office/drawing/2014/main" val="3751338259"/>
                    </a:ext>
                  </a:extLst>
                </a:gridCol>
                <a:gridCol w="952500">
                  <a:extLst>
                    <a:ext uri="{9D8B030D-6E8A-4147-A177-3AD203B41FA5}">
                      <a16:colId xmlns:a16="http://schemas.microsoft.com/office/drawing/2014/main" val="296477663"/>
                    </a:ext>
                  </a:extLst>
                </a:gridCol>
                <a:gridCol w="869950">
                  <a:extLst>
                    <a:ext uri="{9D8B030D-6E8A-4147-A177-3AD203B41FA5}">
                      <a16:colId xmlns:a16="http://schemas.microsoft.com/office/drawing/2014/main" val="4039200384"/>
                    </a:ext>
                  </a:extLst>
                </a:gridCol>
                <a:gridCol w="869950">
                  <a:extLst>
                    <a:ext uri="{9D8B030D-6E8A-4147-A177-3AD203B41FA5}">
                      <a16:colId xmlns:a16="http://schemas.microsoft.com/office/drawing/2014/main" val="2235410746"/>
                    </a:ext>
                  </a:extLst>
                </a:gridCol>
                <a:gridCol w="869950">
                  <a:extLst>
                    <a:ext uri="{9D8B030D-6E8A-4147-A177-3AD203B41FA5}">
                      <a16:colId xmlns:a16="http://schemas.microsoft.com/office/drawing/2014/main" val="2267124317"/>
                    </a:ext>
                  </a:extLst>
                </a:gridCol>
              </a:tblGrid>
              <a:tr h="666750">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下标</a:t>
                      </a:r>
                      <a:r>
                        <a:rPr kumimoji="0" lang="en-US" altLang="zh-CN"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i</a:t>
                      </a:r>
                      <a:endParaRPr kumimoji="0" lang="zh-CN" altLang="zh-CN"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9476B6"/>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1</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2</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3</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endPar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a:noFill/>
                    </a:lnL>
                    <a:lnR>
                      <a:noFill/>
                    </a:lnR>
                    <a:lnT>
                      <a:noFill/>
                    </a:lnT>
                    <a:lnB>
                      <a:noFill/>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下标</a:t>
                      </a:r>
                      <a:r>
                        <a:rPr kumimoji="0" lang="en-US" altLang="zh-CN"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i</a:t>
                      </a:r>
                      <a:endParaRPr kumimoji="0" lang="zh-CN" altLang="zh-CN"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9476B6"/>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0</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1</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2</a:t>
                      </a:r>
                      <a:endParaRPr kumimoji="0" lang="zh-CN"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59173866"/>
                  </a:ext>
                </a:extLst>
              </a:tr>
              <a:tr h="719138">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系数</a:t>
                      </a:r>
                      <a:r>
                        <a:rPr kumimoji="0" lang="en-US" altLang="zh-CN"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a[i]</a:t>
                      </a:r>
                      <a:endParaRPr kumimoji="0" lang="zh-CN" altLang="zh-CN"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9476B6"/>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7</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3</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9</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5</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endPar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a:noFill/>
                    </a:lnL>
                    <a:lnR>
                      <a:noFill/>
                    </a:lnR>
                    <a:lnT>
                      <a:noFill/>
                    </a:lnT>
                    <a:lnB>
                      <a:noFill/>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系数</a:t>
                      </a:r>
                      <a:r>
                        <a:rPr kumimoji="0" lang="en-US" altLang="zh-CN"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b[i]</a:t>
                      </a:r>
                      <a:endParaRPr kumimoji="0" lang="zh-CN" altLang="zh-CN"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9476B6"/>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8</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22</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-9</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427747932"/>
                  </a:ext>
                </a:extLst>
              </a:tr>
              <a:tr h="477838">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指数</a:t>
                      </a:r>
                    </a:p>
                  </a:txBody>
                  <a:tcPr marL="68575" marR="68575"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9476B6"/>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0</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1</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8</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17</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endParaRPr kumimoji="0" lang="en-US" altLang="zh-CN" sz="20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a:noFill/>
                    </a:lnL>
                    <a:lnR>
                      <a:noFill/>
                    </a:lnR>
                    <a:lnT>
                      <a:noFill/>
                    </a:lnT>
                    <a:lnB>
                      <a:noFill/>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zh-CN" altLang="en-US" sz="20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指数</a:t>
                      </a:r>
                    </a:p>
                  </a:txBody>
                  <a:tcPr marL="68575" marR="68575"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9476B6"/>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1</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7</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1" fontAlgn="base" latinLnBrk="0" hangingPunct="1">
                        <a:lnSpc>
                          <a:spcPct val="100000"/>
                        </a:lnSpc>
                        <a:spcBef>
                          <a:spcPts val="125"/>
                        </a:spcBef>
                        <a:spcAft>
                          <a:spcPts val="125"/>
                        </a:spcAft>
                        <a:buClrTx/>
                        <a:buSzTx/>
                        <a:buFontTx/>
                        <a:buNone/>
                        <a:tabLst/>
                      </a:pPr>
                      <a:r>
                        <a:rPr kumimoji="0" lang="en-US"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rPr>
                        <a:t>8</a:t>
                      </a:r>
                      <a:endParaRPr kumimoji="0" lang="zh-CN" altLang="zh-CN" sz="2000" b="0" i="0" u="none" strike="noStrike" cap="none" normalizeH="0" baseline="0">
                        <a:ln>
                          <a:noFill/>
                        </a:ln>
                        <a:solidFill>
                          <a:srgbClr val="FF0000"/>
                        </a:solidFill>
                        <a:effectLst/>
                        <a:latin typeface="Times New Roman" panose="02020603050405020304" pitchFamily="18" charset="0"/>
                        <a:ea typeface="微软雅黑" panose="020B0503020204020204" pitchFamily="34" charset="-122"/>
                        <a:sym typeface="+mn-lt"/>
                      </a:endParaRPr>
                    </a:p>
                  </a:txBody>
                  <a:tcPr marL="68575" marR="68575"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49078781"/>
                  </a:ext>
                </a:extLst>
              </a:tr>
            </a:tbl>
          </a:graphicData>
        </a:graphic>
      </p:graphicFrame>
      <p:sp>
        <p:nvSpPr>
          <p:cNvPr id="169012" name="Rectangle 1">
            <a:extLst>
              <a:ext uri="{FF2B5EF4-FFF2-40B4-BE49-F238E27FC236}">
                <a16:creationId xmlns:a16="http://schemas.microsoft.com/office/drawing/2014/main" id="{29F0D5D6-E80E-4C97-B350-07562115C8EB}"/>
              </a:ext>
            </a:extLst>
          </p:cNvPr>
          <p:cNvSpPr>
            <a:spLocks noChangeArrowheads="1"/>
          </p:cNvSpPr>
          <p:nvPr/>
        </p:nvSpPr>
        <p:spPr bwMode="auto">
          <a:xfrm>
            <a:off x="214313" y="908050"/>
            <a:ext cx="8678862" cy="1052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indent="252413">
              <a:lnSpc>
                <a:spcPct val="130000"/>
              </a:lnSpc>
              <a:tabLst>
                <a:tab pos="2667000" algn="ctr"/>
              </a:tabLst>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tabLst>
                <a:tab pos="2667000" algn="ctr"/>
              </a:tabLst>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tabLst>
                <a:tab pos="2667000" algn="ctr"/>
              </a:tabLst>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tabLst>
                <a:tab pos="2667000" algn="ctr"/>
              </a:tabLst>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tabLst>
                <a:tab pos="2667000" algn="ctr"/>
              </a:tabLst>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tabLst>
                <a:tab pos="2667000" algn="ctr"/>
              </a:tabLst>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tabLst>
                <a:tab pos="2667000" algn="ctr"/>
              </a:tabLst>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tabLst>
                <a:tab pos="2667000" algn="ctr"/>
              </a:tabLst>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tabLst>
                <a:tab pos="2667000" algn="ctr"/>
              </a:tabLst>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r>
              <a:rPr lang="zh-CN" altLang="en-US">
                <a:sym typeface="+mn-lt"/>
              </a:rPr>
              <a:t>多项式</a:t>
            </a:r>
            <a:r>
              <a:rPr lang="zh-CN" altLang="en-US" b="1">
                <a:solidFill>
                  <a:srgbClr val="FF0000"/>
                </a:solidFill>
                <a:sym typeface="+mn-lt"/>
              </a:rPr>
              <a:t>非零项</a:t>
            </a:r>
            <a:r>
              <a:rPr lang="zh-CN" altLang="en-US">
                <a:sym typeface="+mn-lt"/>
              </a:rPr>
              <a:t>的数组表示</a:t>
            </a:r>
          </a:p>
          <a:p>
            <a:r>
              <a:rPr lang="zh-CN" altLang="en-US">
                <a:sym typeface="+mn-lt"/>
              </a:rPr>
              <a:t>（</a:t>
            </a:r>
            <a:r>
              <a:rPr lang="en-US" altLang="zh-CN">
                <a:sym typeface="+mn-lt"/>
              </a:rPr>
              <a:t>a</a:t>
            </a:r>
            <a:r>
              <a:rPr lang="zh-CN" altLang="en-US">
                <a:sym typeface="+mn-lt"/>
              </a:rPr>
              <a:t>）</a:t>
            </a:r>
            <a:r>
              <a:rPr lang="en-US" altLang="zh-CN" i="1">
                <a:sym typeface="+mn-lt"/>
              </a:rPr>
              <a:t>A</a:t>
            </a:r>
            <a:r>
              <a:rPr lang="en-US" altLang="zh-CN">
                <a:sym typeface="+mn-lt"/>
              </a:rPr>
              <a:t>(</a:t>
            </a:r>
            <a:r>
              <a:rPr lang="en-US" altLang="zh-CN" i="1">
                <a:sym typeface="+mn-lt"/>
              </a:rPr>
              <a:t>x</a:t>
            </a:r>
            <a:r>
              <a:rPr lang="en-US" altLang="zh-CN">
                <a:sym typeface="+mn-lt"/>
              </a:rPr>
              <a:t>) = 7 + 3</a:t>
            </a:r>
            <a:r>
              <a:rPr lang="en-US" altLang="zh-CN" i="1">
                <a:sym typeface="+mn-lt"/>
              </a:rPr>
              <a:t>x</a:t>
            </a:r>
            <a:r>
              <a:rPr lang="en-US" altLang="zh-CN">
                <a:sym typeface="+mn-lt"/>
              </a:rPr>
              <a:t> + 9</a:t>
            </a:r>
            <a:r>
              <a:rPr lang="en-US" altLang="zh-CN" i="1">
                <a:sym typeface="+mn-lt"/>
              </a:rPr>
              <a:t>x</a:t>
            </a:r>
            <a:r>
              <a:rPr lang="en-US" altLang="zh-CN" baseline="30000">
                <a:sym typeface="+mn-lt"/>
              </a:rPr>
              <a:t>8</a:t>
            </a:r>
            <a:r>
              <a:rPr lang="en-US" altLang="zh-CN">
                <a:sym typeface="+mn-lt"/>
              </a:rPr>
              <a:t> + 5</a:t>
            </a:r>
            <a:r>
              <a:rPr lang="en-US" altLang="zh-CN" i="1">
                <a:sym typeface="+mn-lt"/>
              </a:rPr>
              <a:t>x</a:t>
            </a:r>
            <a:r>
              <a:rPr lang="en-US" altLang="zh-CN" baseline="30000">
                <a:sym typeface="+mn-lt"/>
              </a:rPr>
              <a:t>17</a:t>
            </a:r>
            <a:r>
              <a:rPr lang="en-US" altLang="zh-CN">
                <a:sym typeface="+mn-lt"/>
              </a:rPr>
              <a:t>        </a:t>
            </a:r>
            <a:r>
              <a:rPr lang="zh-CN" altLang="en-US">
                <a:sym typeface="+mn-lt"/>
              </a:rPr>
              <a:t>（</a:t>
            </a:r>
            <a:r>
              <a:rPr lang="en-US" altLang="zh-CN">
                <a:sym typeface="+mn-lt"/>
              </a:rPr>
              <a:t>b</a:t>
            </a:r>
            <a:r>
              <a:rPr lang="zh-CN" altLang="en-US">
                <a:sym typeface="+mn-lt"/>
              </a:rPr>
              <a:t>）</a:t>
            </a:r>
            <a:r>
              <a:rPr lang="en-US" altLang="zh-CN">
                <a:sym typeface="+mn-lt"/>
              </a:rPr>
              <a:t>(</a:t>
            </a:r>
            <a:r>
              <a:rPr lang="en-US" altLang="zh-CN" i="1">
                <a:sym typeface="+mn-lt"/>
              </a:rPr>
              <a:t>x</a:t>
            </a:r>
            <a:r>
              <a:rPr lang="en-US" altLang="zh-CN">
                <a:sym typeface="+mn-lt"/>
              </a:rPr>
              <a:t>) = 8</a:t>
            </a:r>
            <a:r>
              <a:rPr lang="en-US" altLang="zh-CN" i="1">
                <a:sym typeface="+mn-lt"/>
              </a:rPr>
              <a:t>x</a:t>
            </a:r>
            <a:r>
              <a:rPr lang="en-US" altLang="zh-CN">
                <a:sym typeface="+mn-lt"/>
              </a:rPr>
              <a:t> + 22</a:t>
            </a:r>
            <a:r>
              <a:rPr lang="en-US" altLang="zh-CN" i="1">
                <a:sym typeface="+mn-lt"/>
              </a:rPr>
              <a:t>x</a:t>
            </a:r>
            <a:r>
              <a:rPr lang="en-US" altLang="zh-CN" baseline="30000">
                <a:sym typeface="+mn-lt"/>
              </a:rPr>
              <a:t>7</a:t>
            </a:r>
            <a:r>
              <a:rPr lang="en-US" altLang="zh-CN">
                <a:sym typeface="+mn-lt"/>
              </a:rPr>
              <a:t> − 9</a:t>
            </a:r>
            <a:r>
              <a:rPr lang="en-US" altLang="zh-CN" i="1">
                <a:sym typeface="+mn-lt"/>
              </a:rPr>
              <a:t>x</a:t>
            </a:r>
            <a:r>
              <a:rPr lang="en-US" altLang="zh-CN" baseline="30000">
                <a:sym typeface="+mn-lt"/>
              </a:rPr>
              <a:t>8</a:t>
            </a:r>
            <a:endParaRPr lang="en-US" altLang="zh-CN">
              <a:sym typeface="+mn-lt"/>
            </a:endParaRPr>
          </a:p>
        </p:txBody>
      </p:sp>
      <p:grpSp>
        <p:nvGrpSpPr>
          <p:cNvPr id="3" name="组合 22">
            <a:extLst>
              <a:ext uri="{FF2B5EF4-FFF2-40B4-BE49-F238E27FC236}">
                <a16:creationId xmlns:a16="http://schemas.microsoft.com/office/drawing/2014/main" id="{ECB0143F-6C42-4640-9621-F6436E087AFB}"/>
              </a:ext>
            </a:extLst>
          </p:cNvPr>
          <p:cNvGrpSpPr>
            <a:grpSpLocks/>
          </p:cNvGrpSpPr>
          <p:nvPr/>
        </p:nvGrpSpPr>
        <p:grpSpPr bwMode="auto">
          <a:xfrm>
            <a:off x="484188" y="4592638"/>
            <a:ext cx="6570662" cy="1584325"/>
            <a:chOff x="485775" y="3097997"/>
            <a:chExt cx="6570004" cy="1583439"/>
          </a:xfrm>
        </p:grpSpPr>
        <p:sp>
          <p:nvSpPr>
            <p:cNvPr id="169020" name="矩形 10">
              <a:extLst>
                <a:ext uri="{FF2B5EF4-FFF2-40B4-BE49-F238E27FC236}">
                  <a16:creationId xmlns:a16="http://schemas.microsoft.com/office/drawing/2014/main" id="{F789FAA8-5E21-4D8D-8918-9FBB6A5E52C2}"/>
                </a:ext>
              </a:extLst>
            </p:cNvPr>
            <p:cNvSpPr>
              <a:spLocks noChangeArrowheads="1"/>
            </p:cNvSpPr>
            <p:nvPr/>
          </p:nvSpPr>
          <p:spPr bwMode="auto">
            <a:xfrm>
              <a:off x="485775" y="4157854"/>
              <a:ext cx="5928718" cy="523582"/>
            </a:xfrm>
            <a:prstGeom prst="rect">
              <a:avLst/>
            </a:prstGeom>
            <a:solidFill>
              <a:srgbClr val="F6F6F6"/>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sz="2800">
                  <a:sym typeface="+mn-lt"/>
                </a:rPr>
                <a:t>线性表</a:t>
              </a:r>
              <a:r>
                <a:rPr lang="en-US" altLang="zh-CN" sz="2800">
                  <a:sym typeface="+mn-lt"/>
                </a:rPr>
                <a:t>P =((p</a:t>
              </a:r>
              <a:r>
                <a:rPr lang="en-US" altLang="zh-CN" sz="2800" baseline="-25000">
                  <a:sym typeface="+mn-lt"/>
                </a:rPr>
                <a:t>1</a:t>
              </a:r>
              <a:r>
                <a:rPr lang="en-US" altLang="zh-CN" sz="2800">
                  <a:sym typeface="+mn-lt"/>
                </a:rPr>
                <a:t>, e</a:t>
              </a:r>
              <a:r>
                <a:rPr lang="en-US" altLang="zh-CN" sz="2800" baseline="-25000">
                  <a:sym typeface="+mn-lt"/>
                </a:rPr>
                <a:t>1</a:t>
              </a:r>
              <a:r>
                <a:rPr lang="en-US" altLang="zh-CN" sz="2800">
                  <a:sym typeface="+mn-lt"/>
                </a:rPr>
                <a:t>), (p</a:t>
              </a:r>
              <a:r>
                <a:rPr lang="en-US" altLang="zh-CN" sz="2800" baseline="-25000">
                  <a:sym typeface="+mn-lt"/>
                </a:rPr>
                <a:t>2</a:t>
              </a:r>
              <a:r>
                <a:rPr lang="en-US" altLang="zh-CN" sz="2800">
                  <a:sym typeface="+mn-lt"/>
                </a:rPr>
                <a:t>, e</a:t>
              </a:r>
              <a:r>
                <a:rPr lang="en-US" altLang="zh-CN" sz="2800" baseline="-25000">
                  <a:sym typeface="+mn-lt"/>
                </a:rPr>
                <a:t>2</a:t>
              </a:r>
              <a:r>
                <a:rPr lang="en-US" altLang="zh-CN" sz="2800">
                  <a:sym typeface="+mn-lt"/>
                </a:rPr>
                <a:t>),…,(p</a:t>
              </a:r>
              <a:r>
                <a:rPr lang="en-US" altLang="zh-CN" sz="2800" baseline="-25000">
                  <a:sym typeface="+mn-lt"/>
                </a:rPr>
                <a:t>m</a:t>
              </a:r>
              <a:r>
                <a:rPr lang="en-US" altLang="zh-CN" sz="2800">
                  <a:sym typeface="+mn-lt"/>
                </a:rPr>
                <a:t>, e</a:t>
              </a:r>
              <a:r>
                <a:rPr lang="en-US" altLang="zh-CN" sz="2800" baseline="-25000">
                  <a:sym typeface="+mn-lt"/>
                </a:rPr>
                <a:t>m</a:t>
              </a:r>
              <a:r>
                <a:rPr lang="en-US" altLang="zh-CN" sz="2800">
                  <a:sym typeface="+mn-lt"/>
                </a:rPr>
                <a:t>))</a:t>
              </a:r>
              <a:endParaRPr lang="zh-CN" altLang="en-US" sz="2800">
                <a:sym typeface="+mn-lt"/>
              </a:endParaRPr>
            </a:p>
          </p:txBody>
        </p:sp>
        <p:sp>
          <p:nvSpPr>
            <p:cNvPr id="169021" name="右弧形箭头 11">
              <a:extLst>
                <a:ext uri="{FF2B5EF4-FFF2-40B4-BE49-F238E27FC236}">
                  <a16:creationId xmlns:a16="http://schemas.microsoft.com/office/drawing/2014/main" id="{E2A4584D-1835-4E66-97A2-D079F0D1B6AF}"/>
                </a:ext>
              </a:extLst>
            </p:cNvPr>
            <p:cNvSpPr>
              <a:spLocks noChangeArrowheads="1"/>
            </p:cNvSpPr>
            <p:nvPr/>
          </p:nvSpPr>
          <p:spPr bwMode="auto">
            <a:xfrm>
              <a:off x="6589101" y="3386760"/>
              <a:ext cx="466678" cy="1032884"/>
            </a:xfrm>
            <a:prstGeom prst="curvedLeftArrow">
              <a:avLst>
                <a:gd name="adj1" fmla="val 25000"/>
                <a:gd name="adj2" fmla="val 50000"/>
                <a:gd name="adj3" fmla="val 33276"/>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pic>
          <p:nvPicPr>
            <p:cNvPr id="176190" name="Picture 9" descr="C:\Users\Administrator\AppData\Roaming\Tencent\Users\597999009\QQ\WinTemp\RichOle\1AKPSCBIIOLLOXL@N~]ADUB.png">
              <a:extLst>
                <a:ext uri="{FF2B5EF4-FFF2-40B4-BE49-F238E27FC236}">
                  <a16:creationId xmlns:a16="http://schemas.microsoft.com/office/drawing/2014/main" id="{66D9BC48-9EA4-4114-8FD7-A626BAD20092}"/>
                </a:ext>
              </a:extLst>
            </p:cNvPr>
            <p:cNvPicPr>
              <a:picLocks noChangeAspect="1" noChangeArrowheads="1"/>
            </p:cNvPicPr>
            <p:nvPr/>
          </p:nvPicPr>
          <p:blipFill>
            <a:blip r:embed="rId2">
              <a:duotone>
                <a:prstClr val="black"/>
                <a:srgbClr val="EAEAEA">
                  <a:tint val="45000"/>
                  <a:satMod val="400000"/>
                </a:srgbClr>
              </a:duotone>
              <a:extLst>
                <a:ext uri="{28A0092B-C50C-407E-A947-70E740481C1C}">
                  <a14:useLocalDpi xmlns:a14="http://schemas.microsoft.com/office/drawing/2010/main" val="0"/>
                </a:ext>
              </a:extLst>
            </a:blip>
            <a:srcRect/>
            <a:stretch>
              <a:fillRect/>
            </a:stretch>
          </p:blipFill>
          <p:spPr bwMode="auto">
            <a:xfrm>
              <a:off x="485775" y="3097997"/>
              <a:ext cx="5869914" cy="6477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pic>
      </p:grpSp>
      <p:sp>
        <p:nvSpPr>
          <p:cNvPr id="169015" name="AutoShape 11" descr="http://img5.imgtn.bdimg.com/it/u=2433390337,3835181186&amp;fm=21&amp;gp=0.jpg">
            <a:extLst>
              <a:ext uri="{FF2B5EF4-FFF2-40B4-BE49-F238E27FC236}">
                <a16:creationId xmlns:a16="http://schemas.microsoft.com/office/drawing/2014/main" id="{561C1B7F-8067-44D0-AE85-00D15CD1D5C0}"/>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76184" name="Rectangle 154">
            <a:extLst>
              <a:ext uri="{FF2B5EF4-FFF2-40B4-BE49-F238E27FC236}">
                <a16:creationId xmlns:a16="http://schemas.microsoft.com/office/drawing/2014/main" id="{8486CF61-D705-7045-BD4F-D950A75B95C0}"/>
              </a:ext>
            </a:extLst>
          </p:cNvPr>
          <p:cNvSpPr txBox="1">
            <a:spLocks noChangeArrowheads="1"/>
          </p:cNvSpPr>
          <p:nvPr/>
        </p:nvSpPr>
        <p:spPr bwMode="auto">
          <a:xfrm>
            <a:off x="858838" y="160338"/>
            <a:ext cx="49339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2.2 </a:t>
            </a:r>
            <a:r>
              <a:rPr lang="zh-CN" altLang="en-US" sz="2800">
                <a:solidFill>
                  <a:schemeClr val="bg1"/>
                </a:solidFill>
                <a:sym typeface="+mn-lt"/>
              </a:rPr>
              <a:t>：稀疏多项式的运算</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ox(in)">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AutoShape 2" descr="http://img0.imgtn.bdimg.com/it/u=239226275,1387765387&amp;fm=21&amp;gp=0.jpg">
            <a:extLst>
              <a:ext uri="{FF2B5EF4-FFF2-40B4-BE49-F238E27FC236}">
                <a16:creationId xmlns:a16="http://schemas.microsoft.com/office/drawing/2014/main" id="{7B31E388-7A6E-4EAF-AB5C-C9B215256753}"/>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8963" name="AutoShape 4" descr="http://img0.imgtn.bdimg.com/it/u=239226275,1387765387&amp;fm=21&amp;gp=0.jpg">
            <a:extLst>
              <a:ext uri="{FF2B5EF4-FFF2-40B4-BE49-F238E27FC236}">
                <a16:creationId xmlns:a16="http://schemas.microsoft.com/office/drawing/2014/main" id="{27364139-50B2-4C3F-86E7-47958195B843}"/>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8964" name="AutoShape 6" descr="http://img0.imgtn.bdimg.com/it/u=239226275,1387765387&amp;fm=21&amp;gp=0.jpg">
            <a:extLst>
              <a:ext uri="{FF2B5EF4-FFF2-40B4-BE49-F238E27FC236}">
                <a16:creationId xmlns:a16="http://schemas.microsoft.com/office/drawing/2014/main" id="{4E9FE9FF-B39B-4FC5-BB5A-FE765A54193B}"/>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8965" name="AutoShape 8" descr="http://img4.imgtn.bdimg.com/it/u=3584398993,898841989&amp;fm=21&amp;gp=0.jpg">
            <a:extLst>
              <a:ext uri="{FF2B5EF4-FFF2-40B4-BE49-F238E27FC236}">
                <a16:creationId xmlns:a16="http://schemas.microsoft.com/office/drawing/2014/main" id="{2999AB06-6937-48FD-B388-FF97370EBF91}"/>
              </a:ext>
            </a:extLst>
          </p:cNvPr>
          <p:cNvSpPr>
            <a:spLocks noChangeAspect="1" noChangeArrowheads="1"/>
          </p:cNvSpPr>
          <p:nvPr/>
        </p:nvSpPr>
        <p:spPr bwMode="auto">
          <a:xfrm>
            <a:off x="180975" y="-212725"/>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9015" name="AutoShape 11" descr="http://img5.imgtn.bdimg.com/it/u=2433390337,3835181186&amp;fm=21&amp;gp=0.jpg">
            <a:extLst>
              <a:ext uri="{FF2B5EF4-FFF2-40B4-BE49-F238E27FC236}">
                <a16:creationId xmlns:a16="http://schemas.microsoft.com/office/drawing/2014/main" id="{1AD13C9D-D5E0-4915-9867-2F193AF45726}"/>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9018" name="Rectangle 1044">
            <a:extLst>
              <a:ext uri="{FF2B5EF4-FFF2-40B4-BE49-F238E27FC236}">
                <a16:creationId xmlns:a16="http://schemas.microsoft.com/office/drawing/2014/main" id="{586A6938-D606-4742-BBC3-176B286EDF27}"/>
              </a:ext>
            </a:extLst>
          </p:cNvPr>
          <p:cNvSpPr>
            <a:spLocks noChangeArrowheads="1"/>
          </p:cNvSpPr>
          <p:nvPr/>
        </p:nvSpPr>
        <p:spPr bwMode="auto">
          <a:xfrm>
            <a:off x="1763713" y="1554163"/>
            <a:ext cx="6769100" cy="461962"/>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ym typeface="+mn-lt"/>
              </a:rPr>
              <a:t>创建一个</a:t>
            </a:r>
            <a:r>
              <a:rPr lang="zh-CN" altLang="en-US">
                <a:solidFill>
                  <a:srgbClr val="FF0000"/>
                </a:solidFill>
                <a:sym typeface="+mn-lt"/>
              </a:rPr>
              <a:t>新数组</a:t>
            </a:r>
            <a:r>
              <a:rPr lang="en-US" altLang="zh-CN">
                <a:solidFill>
                  <a:srgbClr val="FF0000"/>
                </a:solidFill>
                <a:sym typeface="+mn-lt"/>
              </a:rPr>
              <a:t>c</a:t>
            </a:r>
            <a:endParaRPr lang="zh-CN" altLang="en-US">
              <a:sym typeface="+mn-lt"/>
            </a:endParaRPr>
          </a:p>
        </p:txBody>
      </p:sp>
      <p:sp>
        <p:nvSpPr>
          <p:cNvPr id="177160" name="Rectangle 154">
            <a:extLst>
              <a:ext uri="{FF2B5EF4-FFF2-40B4-BE49-F238E27FC236}">
                <a16:creationId xmlns:a16="http://schemas.microsoft.com/office/drawing/2014/main" id="{437CDA32-D0E9-E044-BD99-3ACD62A1EC08}"/>
              </a:ext>
            </a:extLst>
          </p:cNvPr>
          <p:cNvSpPr txBox="1">
            <a:spLocks noChangeArrowheads="1"/>
          </p:cNvSpPr>
          <p:nvPr/>
        </p:nvSpPr>
        <p:spPr bwMode="auto">
          <a:xfrm>
            <a:off x="858838" y="160338"/>
            <a:ext cx="49339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2.2 </a:t>
            </a:r>
            <a:r>
              <a:rPr lang="zh-CN" altLang="en-US" sz="2800">
                <a:solidFill>
                  <a:schemeClr val="bg1"/>
                </a:solidFill>
                <a:sym typeface="+mn-lt"/>
              </a:rPr>
              <a:t>：稀疏多项式的运算</a:t>
            </a:r>
          </a:p>
        </p:txBody>
      </p:sp>
      <p:grpSp>
        <p:nvGrpSpPr>
          <p:cNvPr id="177161" name="组合 17">
            <a:extLst>
              <a:ext uri="{FF2B5EF4-FFF2-40B4-BE49-F238E27FC236}">
                <a16:creationId xmlns:a16="http://schemas.microsoft.com/office/drawing/2014/main" id="{017653DC-A333-534C-89C2-3CD42976231C}"/>
              </a:ext>
            </a:extLst>
          </p:cNvPr>
          <p:cNvGrpSpPr>
            <a:grpSpLocks/>
          </p:cNvGrpSpPr>
          <p:nvPr/>
        </p:nvGrpSpPr>
        <p:grpSpPr bwMode="auto">
          <a:xfrm>
            <a:off x="958850" y="1481138"/>
            <a:ext cx="579438" cy="627062"/>
            <a:chOff x="6242320" y="1105727"/>
            <a:chExt cx="579005" cy="626656"/>
          </a:xfrm>
        </p:grpSpPr>
        <p:sp>
          <p:nvSpPr>
            <p:cNvPr id="176149" name="TextBox 6">
              <a:extLst>
                <a:ext uri="{FF2B5EF4-FFF2-40B4-BE49-F238E27FC236}">
                  <a16:creationId xmlns:a16="http://schemas.microsoft.com/office/drawing/2014/main" id="{6A91A84F-55EF-43BD-89B3-CB3A0A944AD3}"/>
                </a:ext>
              </a:extLst>
            </p:cNvPr>
            <p:cNvSpPr txBox="1">
              <a:spLocks noChangeArrowheads="1"/>
            </p:cNvSpPr>
            <p:nvPr/>
          </p:nvSpPr>
          <p:spPr bwMode="auto">
            <a:xfrm>
              <a:off x="6327981" y="1105727"/>
              <a:ext cx="447340" cy="491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defRPr/>
              </a:pPr>
              <a:r>
                <a:rPr lang="en-US" altLang="zh-CN" sz="3200" dirty="0">
                  <a:solidFill>
                    <a:schemeClr val="tx1">
                      <a:lumMod val="50000"/>
                      <a:lumOff val="50000"/>
                    </a:schemeClr>
                  </a:solidFill>
                  <a:latin typeface="Impact" panose="020B0806030902050204" pitchFamily="34" charset="0"/>
                </a:rPr>
                <a:t>01</a:t>
              </a:r>
              <a:endParaRPr lang="zh-CN" altLang="en-US" sz="3200" dirty="0">
                <a:solidFill>
                  <a:schemeClr val="tx1">
                    <a:lumMod val="50000"/>
                    <a:lumOff val="50000"/>
                  </a:schemeClr>
                </a:solidFill>
                <a:latin typeface="微软雅黑" panose="020B0503020204020204" pitchFamily="34" charset="-122"/>
              </a:endParaRPr>
            </a:p>
          </p:txBody>
        </p:sp>
        <p:sp>
          <p:nvSpPr>
            <p:cNvPr id="177174" name="文本框 19">
              <a:extLst>
                <a:ext uri="{FF2B5EF4-FFF2-40B4-BE49-F238E27FC236}">
                  <a16:creationId xmlns:a16="http://schemas.microsoft.com/office/drawing/2014/main" id="{B944A09F-1D95-8C4B-8090-9C2EBA118F81}"/>
                </a:ext>
              </a:extLst>
            </p:cNvPr>
            <p:cNvSpPr txBox="1">
              <a:spLocks noChangeArrowheads="1"/>
            </p:cNvSpPr>
            <p:nvPr/>
          </p:nvSpPr>
          <p:spPr bwMode="auto">
            <a:xfrm>
              <a:off x="6242320" y="1516939"/>
              <a:ext cx="57900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800" b="1">
                  <a:solidFill>
                    <a:srgbClr val="818181"/>
                  </a:solidFill>
                  <a:latin typeface="Leelawadee" panose="020B0502040204020203" pitchFamily="34" charset="-34"/>
                  <a:ea typeface="仿宋_GB2312" pitchFamily="49" charset="-122"/>
                  <a:cs typeface="Leelawadee" panose="020B0502040204020203" pitchFamily="34" charset="-34"/>
                </a:rPr>
                <a:t>OPTION</a:t>
              </a:r>
              <a:endParaRPr lang="zh-CN" altLang="en-US" sz="800" b="1">
                <a:solidFill>
                  <a:srgbClr val="818181"/>
                </a:solidFill>
                <a:latin typeface="Leelawadee" panose="020B0502040204020203" pitchFamily="34" charset="-34"/>
                <a:ea typeface="仿宋_GB2312" pitchFamily="49" charset="-122"/>
                <a:cs typeface="Leelawadee" panose="020B0502040204020203" pitchFamily="34" charset="-34"/>
              </a:endParaRPr>
            </a:p>
          </p:txBody>
        </p:sp>
      </p:grpSp>
      <p:grpSp>
        <p:nvGrpSpPr>
          <p:cNvPr id="177162" name="组合 20">
            <a:extLst>
              <a:ext uri="{FF2B5EF4-FFF2-40B4-BE49-F238E27FC236}">
                <a16:creationId xmlns:a16="http://schemas.microsoft.com/office/drawing/2014/main" id="{8D3669C8-6BF9-134A-B25A-374AB791F0C5}"/>
              </a:ext>
            </a:extLst>
          </p:cNvPr>
          <p:cNvGrpSpPr>
            <a:grpSpLocks/>
          </p:cNvGrpSpPr>
          <p:nvPr/>
        </p:nvGrpSpPr>
        <p:grpSpPr bwMode="auto">
          <a:xfrm>
            <a:off x="958850" y="2449513"/>
            <a:ext cx="579438" cy="631825"/>
            <a:chOff x="6242320" y="2373233"/>
            <a:chExt cx="579005" cy="631762"/>
          </a:xfrm>
        </p:grpSpPr>
        <p:sp>
          <p:nvSpPr>
            <p:cNvPr id="177171" name="TextBox 6">
              <a:extLst>
                <a:ext uri="{FF2B5EF4-FFF2-40B4-BE49-F238E27FC236}">
                  <a16:creationId xmlns:a16="http://schemas.microsoft.com/office/drawing/2014/main" id="{C9BA8B7D-4F39-B143-B74B-7E9E9FD066E7}"/>
                </a:ext>
              </a:extLst>
            </p:cNvPr>
            <p:cNvSpPr txBox="1">
              <a:spLocks noChangeArrowheads="1"/>
            </p:cNvSpPr>
            <p:nvPr/>
          </p:nvSpPr>
          <p:spPr bwMode="auto">
            <a:xfrm>
              <a:off x="6327224" y="2373233"/>
              <a:ext cx="4484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3200">
                  <a:solidFill>
                    <a:srgbClr val="7030A0"/>
                  </a:solidFill>
                  <a:latin typeface="Impact" panose="020B0806030902050204" pitchFamily="34" charset="0"/>
                </a:rPr>
                <a:t>02</a:t>
              </a:r>
              <a:endParaRPr lang="zh-CN" altLang="en-US" sz="3200">
                <a:solidFill>
                  <a:srgbClr val="7030A0"/>
                </a:solidFill>
                <a:latin typeface="微软雅黑" panose="020B0503020204020204" pitchFamily="34" charset="-122"/>
              </a:endParaRPr>
            </a:p>
          </p:txBody>
        </p:sp>
        <p:sp>
          <p:nvSpPr>
            <p:cNvPr id="177172" name="文本框 22">
              <a:extLst>
                <a:ext uri="{FF2B5EF4-FFF2-40B4-BE49-F238E27FC236}">
                  <a16:creationId xmlns:a16="http://schemas.microsoft.com/office/drawing/2014/main" id="{6D3A79DA-3863-E045-8810-7BA32D8FD592}"/>
                </a:ext>
              </a:extLst>
            </p:cNvPr>
            <p:cNvSpPr txBox="1">
              <a:spLocks noChangeArrowheads="1"/>
            </p:cNvSpPr>
            <p:nvPr/>
          </p:nvSpPr>
          <p:spPr bwMode="auto">
            <a:xfrm>
              <a:off x="6242320" y="2789551"/>
              <a:ext cx="57900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800" b="1">
                  <a:solidFill>
                    <a:srgbClr val="818181"/>
                  </a:solidFill>
                  <a:latin typeface="Leelawadee" panose="020B0502040204020203" pitchFamily="34" charset="-34"/>
                  <a:ea typeface="仿宋_GB2312" pitchFamily="49" charset="-122"/>
                  <a:cs typeface="Leelawadee" panose="020B0502040204020203" pitchFamily="34" charset="-34"/>
                </a:rPr>
                <a:t>OPTION</a:t>
              </a:r>
              <a:endParaRPr lang="zh-CN" altLang="en-US" sz="800" b="1">
                <a:solidFill>
                  <a:srgbClr val="818181"/>
                </a:solidFill>
                <a:latin typeface="Leelawadee" panose="020B0502040204020203" pitchFamily="34" charset="-34"/>
                <a:ea typeface="仿宋_GB2312" pitchFamily="49" charset="-122"/>
                <a:cs typeface="Leelawadee" panose="020B0502040204020203" pitchFamily="34" charset="-34"/>
              </a:endParaRPr>
            </a:p>
          </p:txBody>
        </p:sp>
      </p:grpSp>
      <p:grpSp>
        <p:nvGrpSpPr>
          <p:cNvPr id="177163" name="组合 23">
            <a:extLst>
              <a:ext uri="{FF2B5EF4-FFF2-40B4-BE49-F238E27FC236}">
                <a16:creationId xmlns:a16="http://schemas.microsoft.com/office/drawing/2014/main" id="{40FFC964-C751-624E-B9A5-25850B88475C}"/>
              </a:ext>
            </a:extLst>
          </p:cNvPr>
          <p:cNvGrpSpPr>
            <a:grpSpLocks/>
          </p:cNvGrpSpPr>
          <p:nvPr/>
        </p:nvGrpSpPr>
        <p:grpSpPr bwMode="auto">
          <a:xfrm>
            <a:off x="958850" y="4876800"/>
            <a:ext cx="579438" cy="620713"/>
            <a:chOff x="6242320" y="3640739"/>
            <a:chExt cx="579005" cy="620494"/>
          </a:xfrm>
        </p:grpSpPr>
        <p:sp>
          <p:nvSpPr>
            <p:cNvPr id="177169" name="TextBox 6">
              <a:extLst>
                <a:ext uri="{FF2B5EF4-FFF2-40B4-BE49-F238E27FC236}">
                  <a16:creationId xmlns:a16="http://schemas.microsoft.com/office/drawing/2014/main" id="{46086B7B-B016-9849-859E-9C97D5D842A4}"/>
                </a:ext>
              </a:extLst>
            </p:cNvPr>
            <p:cNvSpPr txBox="1">
              <a:spLocks noChangeArrowheads="1"/>
            </p:cNvSpPr>
            <p:nvPr/>
          </p:nvSpPr>
          <p:spPr bwMode="auto">
            <a:xfrm>
              <a:off x="6327224" y="3640739"/>
              <a:ext cx="4484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3200">
                  <a:solidFill>
                    <a:srgbClr val="C00000"/>
                  </a:solidFill>
                  <a:latin typeface="Impact" panose="020B0806030902050204" pitchFamily="34" charset="0"/>
                </a:rPr>
                <a:t>03</a:t>
              </a:r>
              <a:endParaRPr lang="zh-CN" altLang="en-US" sz="3200">
                <a:solidFill>
                  <a:srgbClr val="C00000"/>
                </a:solidFill>
                <a:latin typeface="微软雅黑" panose="020B0503020204020204" pitchFamily="34" charset="-122"/>
              </a:endParaRPr>
            </a:p>
          </p:txBody>
        </p:sp>
        <p:sp>
          <p:nvSpPr>
            <p:cNvPr id="177170" name="文本框 25">
              <a:extLst>
                <a:ext uri="{FF2B5EF4-FFF2-40B4-BE49-F238E27FC236}">
                  <a16:creationId xmlns:a16="http://schemas.microsoft.com/office/drawing/2014/main" id="{0080E5B6-56CD-7643-8E22-405FF2E79F83}"/>
                </a:ext>
              </a:extLst>
            </p:cNvPr>
            <p:cNvSpPr txBox="1">
              <a:spLocks noChangeArrowheads="1"/>
            </p:cNvSpPr>
            <p:nvPr/>
          </p:nvSpPr>
          <p:spPr bwMode="auto">
            <a:xfrm>
              <a:off x="6242320" y="4045789"/>
              <a:ext cx="57900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en-US" altLang="zh-CN" sz="800" b="1">
                  <a:solidFill>
                    <a:srgbClr val="818181"/>
                  </a:solidFill>
                  <a:latin typeface="Leelawadee" panose="020B0502040204020203" pitchFamily="34" charset="-34"/>
                  <a:ea typeface="仿宋_GB2312" pitchFamily="49" charset="-122"/>
                  <a:cs typeface="Leelawadee" panose="020B0502040204020203" pitchFamily="34" charset="-34"/>
                </a:rPr>
                <a:t>OPTION</a:t>
              </a:r>
              <a:endParaRPr lang="zh-CN" altLang="en-US" sz="800" b="1">
                <a:solidFill>
                  <a:srgbClr val="818181"/>
                </a:solidFill>
                <a:latin typeface="Leelawadee" panose="020B0502040204020203" pitchFamily="34" charset="-34"/>
                <a:ea typeface="仿宋_GB2312" pitchFamily="49" charset="-122"/>
                <a:cs typeface="Leelawadee" panose="020B0502040204020203" pitchFamily="34" charset="-34"/>
              </a:endParaRPr>
            </a:p>
          </p:txBody>
        </p:sp>
      </p:grpSp>
      <p:cxnSp>
        <p:nvCxnSpPr>
          <p:cNvPr id="32" name="直接连接符 31">
            <a:extLst>
              <a:ext uri="{FF2B5EF4-FFF2-40B4-BE49-F238E27FC236}">
                <a16:creationId xmlns:a16="http://schemas.microsoft.com/office/drawing/2014/main" id="{A565AF3F-BE07-4593-B712-F650F425CDA9}"/>
              </a:ext>
            </a:extLst>
          </p:cNvPr>
          <p:cNvCxnSpPr/>
          <p:nvPr/>
        </p:nvCxnSpPr>
        <p:spPr>
          <a:xfrm>
            <a:off x="1042988" y="2201863"/>
            <a:ext cx="7489825" cy="0"/>
          </a:xfrm>
          <a:prstGeom prst="line">
            <a:avLst/>
          </a:prstGeom>
          <a:ln w="12700">
            <a:solidFill>
              <a:schemeClr val="bg2">
                <a:lumMod val="40000"/>
                <a:lumOff val="6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40F86249-92B5-4EB2-A1EA-F54EBF7B1A76}"/>
              </a:ext>
            </a:extLst>
          </p:cNvPr>
          <p:cNvCxnSpPr/>
          <p:nvPr/>
        </p:nvCxnSpPr>
        <p:spPr>
          <a:xfrm>
            <a:off x="1042988" y="4586288"/>
            <a:ext cx="7561262" cy="0"/>
          </a:xfrm>
          <a:prstGeom prst="line">
            <a:avLst/>
          </a:prstGeom>
          <a:ln w="12700">
            <a:solidFill>
              <a:schemeClr val="bg2">
                <a:lumMod val="40000"/>
                <a:lumOff val="6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B006698B-1790-448C-815A-C13BF2B9EA14}"/>
              </a:ext>
            </a:extLst>
          </p:cNvPr>
          <p:cNvCxnSpPr/>
          <p:nvPr/>
        </p:nvCxnSpPr>
        <p:spPr>
          <a:xfrm>
            <a:off x="1042988" y="5805488"/>
            <a:ext cx="7561262" cy="0"/>
          </a:xfrm>
          <a:prstGeom prst="line">
            <a:avLst/>
          </a:prstGeom>
          <a:ln w="12700">
            <a:solidFill>
              <a:schemeClr val="bg2">
                <a:lumMod val="40000"/>
                <a:lumOff val="60000"/>
              </a:schemeClr>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47" name="Rectangle 1044">
            <a:extLst>
              <a:ext uri="{FF2B5EF4-FFF2-40B4-BE49-F238E27FC236}">
                <a16:creationId xmlns:a16="http://schemas.microsoft.com/office/drawing/2014/main" id="{A893E21B-4C04-43CA-9F2D-E307C1B4BC11}"/>
              </a:ext>
            </a:extLst>
          </p:cNvPr>
          <p:cNvSpPr>
            <a:spLocks noChangeArrowheads="1"/>
          </p:cNvSpPr>
          <p:nvPr/>
        </p:nvSpPr>
        <p:spPr bwMode="auto">
          <a:xfrm>
            <a:off x="1763713" y="2449513"/>
            <a:ext cx="6769100" cy="1938337"/>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800100" indent="-34290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ym typeface="+mn-lt"/>
              </a:rPr>
              <a:t>分别从头遍历比较</a:t>
            </a:r>
            <a:r>
              <a:rPr lang="en-US" altLang="zh-CN">
                <a:sym typeface="+mn-lt"/>
              </a:rPr>
              <a:t>a</a:t>
            </a:r>
            <a:r>
              <a:rPr lang="zh-CN" altLang="en-US">
                <a:sym typeface="+mn-lt"/>
              </a:rPr>
              <a:t>和</a:t>
            </a:r>
            <a:r>
              <a:rPr lang="en-US" altLang="zh-CN">
                <a:sym typeface="+mn-lt"/>
              </a:rPr>
              <a:t>b</a:t>
            </a:r>
            <a:r>
              <a:rPr lang="zh-CN" altLang="en-US">
                <a:sym typeface="+mn-lt"/>
              </a:rPr>
              <a:t>的每一项</a:t>
            </a:r>
            <a:endParaRPr lang="en-US" altLang="zh-CN">
              <a:sym typeface="+mn-lt"/>
            </a:endParaRPr>
          </a:p>
          <a:p>
            <a:pPr lvl="1" eaLnBrk="1" hangingPunct="1">
              <a:spcBef>
                <a:spcPct val="50000"/>
              </a:spcBef>
              <a:buFont typeface="Wingdings" pitchFamily="2" charset="2"/>
              <a:buChar char="u"/>
            </a:pPr>
            <a:r>
              <a:rPr lang="zh-CN" altLang="en-US" sz="2400">
                <a:solidFill>
                  <a:srgbClr val="FF0000"/>
                </a:solidFill>
                <a:sym typeface="+mn-lt"/>
              </a:rPr>
              <a:t>指数相同</a:t>
            </a:r>
            <a:r>
              <a:rPr lang="zh-CN" altLang="en-US" sz="2400">
                <a:sym typeface="+mn-lt"/>
              </a:rPr>
              <a:t>，对应系数相加，若其和不为零，则在</a:t>
            </a:r>
            <a:r>
              <a:rPr lang="en-US" altLang="zh-CN" sz="2400">
                <a:sym typeface="+mn-lt"/>
              </a:rPr>
              <a:t>c</a:t>
            </a:r>
            <a:r>
              <a:rPr lang="zh-CN" altLang="en-US" sz="2400">
                <a:sym typeface="+mn-lt"/>
              </a:rPr>
              <a:t>中增加一个新项</a:t>
            </a:r>
            <a:endParaRPr lang="en-US" altLang="zh-CN" sz="2400">
              <a:sym typeface="+mn-lt"/>
            </a:endParaRPr>
          </a:p>
          <a:p>
            <a:pPr lvl="1" eaLnBrk="1" hangingPunct="1">
              <a:spcBef>
                <a:spcPct val="50000"/>
              </a:spcBef>
              <a:buFont typeface="Wingdings" pitchFamily="2" charset="2"/>
              <a:buChar char="u"/>
            </a:pPr>
            <a:r>
              <a:rPr lang="zh-CN" altLang="en-US" sz="2400">
                <a:solidFill>
                  <a:srgbClr val="FF0000"/>
                </a:solidFill>
                <a:sym typeface="+mn-lt"/>
              </a:rPr>
              <a:t>指数不相同</a:t>
            </a:r>
            <a:r>
              <a:rPr lang="zh-CN" altLang="en-US" sz="2400">
                <a:sym typeface="+mn-lt"/>
              </a:rPr>
              <a:t>，则将指数较小的项复制到</a:t>
            </a:r>
            <a:r>
              <a:rPr lang="en-US" altLang="zh-CN" sz="2400">
                <a:sym typeface="+mn-lt"/>
              </a:rPr>
              <a:t>c</a:t>
            </a:r>
            <a:r>
              <a:rPr lang="zh-CN" altLang="en-US" sz="2400">
                <a:sym typeface="+mn-lt"/>
              </a:rPr>
              <a:t>中</a:t>
            </a:r>
            <a:endParaRPr lang="en-US" altLang="zh-CN" sz="2400">
              <a:sym typeface="+mn-lt"/>
            </a:endParaRPr>
          </a:p>
        </p:txBody>
      </p:sp>
      <p:sp>
        <p:nvSpPr>
          <p:cNvPr id="48" name="Rectangle 1044">
            <a:extLst>
              <a:ext uri="{FF2B5EF4-FFF2-40B4-BE49-F238E27FC236}">
                <a16:creationId xmlns:a16="http://schemas.microsoft.com/office/drawing/2014/main" id="{4FC221E8-92C9-41F5-A48D-D474BA519914}"/>
              </a:ext>
            </a:extLst>
          </p:cNvPr>
          <p:cNvSpPr>
            <a:spLocks noChangeArrowheads="1"/>
          </p:cNvSpPr>
          <p:nvPr/>
        </p:nvSpPr>
        <p:spPr bwMode="auto">
          <a:xfrm>
            <a:off x="1763713" y="4899025"/>
            <a:ext cx="6769100" cy="830263"/>
          </a:xfrm>
          <a:prstGeom prst="rect">
            <a:avLst/>
          </a:prstGeom>
          <a:no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a:sym typeface="+mn-lt"/>
              </a:rPr>
              <a:t>一个多项式已遍历</a:t>
            </a:r>
            <a:r>
              <a:rPr lang="zh-CN" altLang="en-US">
                <a:solidFill>
                  <a:srgbClr val="FF0000"/>
                </a:solidFill>
                <a:sym typeface="+mn-lt"/>
              </a:rPr>
              <a:t>完毕</a:t>
            </a:r>
            <a:r>
              <a:rPr lang="zh-CN" altLang="en-US">
                <a:sym typeface="+mn-lt"/>
              </a:rPr>
              <a:t>时，将另一个剩余项依次复制到</a:t>
            </a:r>
            <a:r>
              <a:rPr lang="en-US" altLang="zh-CN">
                <a:sym typeface="+mn-lt"/>
              </a:rPr>
              <a:t>c</a:t>
            </a:r>
            <a:r>
              <a:rPr lang="zh-CN" altLang="en-US">
                <a:sym typeface="+mn-lt"/>
              </a:rPr>
              <a:t>中即可</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右弧形箭头 1">
            <a:extLst>
              <a:ext uri="{FF2B5EF4-FFF2-40B4-BE49-F238E27FC236}">
                <a16:creationId xmlns:a16="http://schemas.microsoft.com/office/drawing/2014/main" id="{4F33E96F-F2E1-434F-B5C0-E2432BFBC375}"/>
              </a:ext>
            </a:extLst>
          </p:cNvPr>
          <p:cNvSpPr>
            <a:spLocks noChangeArrowheads="1"/>
          </p:cNvSpPr>
          <p:nvPr/>
        </p:nvSpPr>
        <p:spPr bwMode="auto">
          <a:xfrm>
            <a:off x="4546600" y="1612900"/>
            <a:ext cx="409575" cy="1550988"/>
          </a:xfrm>
          <a:prstGeom prst="curvedLeftArrow">
            <a:avLst>
              <a:gd name="adj1" fmla="val 24983"/>
              <a:gd name="adj2" fmla="val 49983"/>
              <a:gd name="adj3" fmla="val 25000"/>
            </a:avLst>
          </a:prstGeom>
          <a:solidFill>
            <a:schemeClr val="accent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grpSp>
        <p:nvGrpSpPr>
          <p:cNvPr id="3" name="组合 62">
            <a:extLst>
              <a:ext uri="{FF2B5EF4-FFF2-40B4-BE49-F238E27FC236}">
                <a16:creationId xmlns:a16="http://schemas.microsoft.com/office/drawing/2014/main" id="{BB1183D8-12A7-9B49-892F-9C214B9510BE}"/>
              </a:ext>
            </a:extLst>
          </p:cNvPr>
          <p:cNvGrpSpPr>
            <a:grpSpLocks/>
          </p:cNvGrpSpPr>
          <p:nvPr/>
        </p:nvGrpSpPr>
        <p:grpSpPr bwMode="auto">
          <a:xfrm>
            <a:off x="330200" y="3921125"/>
            <a:ext cx="8451850" cy="2576513"/>
            <a:chOff x="146050" y="3208595"/>
            <a:chExt cx="8451850" cy="2576256"/>
          </a:xfrm>
        </p:grpSpPr>
        <p:sp>
          <p:nvSpPr>
            <p:cNvPr id="169993" name="Text Box 3">
              <a:extLst>
                <a:ext uri="{FF2B5EF4-FFF2-40B4-BE49-F238E27FC236}">
                  <a16:creationId xmlns:a16="http://schemas.microsoft.com/office/drawing/2014/main" id="{3F076874-F024-47D7-AEAF-7142F9F2DAC8}"/>
                </a:ext>
              </a:extLst>
            </p:cNvPr>
            <p:cNvSpPr txBox="1">
              <a:spLocks noChangeArrowheads="1"/>
            </p:cNvSpPr>
            <p:nvPr/>
          </p:nvSpPr>
          <p:spPr bwMode="auto">
            <a:xfrm>
              <a:off x="468313" y="3208595"/>
              <a:ext cx="4054475" cy="5190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a:latin typeface="+mn-lt"/>
                  <a:ea typeface="+mn-ea"/>
                  <a:cs typeface="+mn-ea"/>
                  <a:sym typeface="+mn-lt"/>
                </a:rPr>
                <a:t>A</a:t>
              </a:r>
              <a:r>
                <a:rPr lang="en-US" altLang="zh-CN" sz="2800" baseline="-25000">
                  <a:latin typeface="+mn-lt"/>
                  <a:ea typeface="+mn-ea"/>
                  <a:cs typeface="+mn-ea"/>
                  <a:sym typeface="+mn-lt"/>
                </a:rPr>
                <a:t>17</a:t>
              </a:r>
              <a:r>
                <a:rPr lang="en-US" altLang="zh-CN" sz="2800">
                  <a:latin typeface="+mn-lt"/>
                  <a:ea typeface="+mn-ea"/>
                  <a:cs typeface="+mn-ea"/>
                  <a:sym typeface="+mn-lt"/>
                </a:rPr>
                <a:t>(x)=7+3x+9x</a:t>
              </a:r>
              <a:r>
                <a:rPr lang="en-US" altLang="zh-CN" sz="2800" baseline="30000">
                  <a:latin typeface="+mn-lt"/>
                  <a:ea typeface="+mn-ea"/>
                  <a:cs typeface="+mn-ea"/>
                  <a:sym typeface="+mn-lt"/>
                </a:rPr>
                <a:t>8</a:t>
              </a:r>
              <a:r>
                <a:rPr lang="en-US" altLang="zh-CN" sz="2800">
                  <a:latin typeface="+mn-lt"/>
                  <a:ea typeface="+mn-ea"/>
                  <a:cs typeface="+mn-ea"/>
                  <a:sym typeface="+mn-lt"/>
                </a:rPr>
                <a:t>+5x</a:t>
              </a:r>
              <a:r>
                <a:rPr lang="en-US" altLang="zh-CN" sz="2800" baseline="30000">
                  <a:latin typeface="+mn-lt"/>
                  <a:ea typeface="+mn-ea"/>
                  <a:cs typeface="+mn-ea"/>
                  <a:sym typeface="+mn-lt"/>
                </a:rPr>
                <a:t>17</a:t>
              </a:r>
            </a:p>
          </p:txBody>
        </p:sp>
        <p:sp>
          <p:nvSpPr>
            <p:cNvPr id="169994" name="Text Box 4">
              <a:extLst>
                <a:ext uri="{FF2B5EF4-FFF2-40B4-BE49-F238E27FC236}">
                  <a16:creationId xmlns:a16="http://schemas.microsoft.com/office/drawing/2014/main" id="{3AED93C2-6F0C-4661-AD4C-4187FA411C30}"/>
                </a:ext>
              </a:extLst>
            </p:cNvPr>
            <p:cNvSpPr txBox="1">
              <a:spLocks noChangeArrowheads="1"/>
            </p:cNvSpPr>
            <p:nvPr/>
          </p:nvSpPr>
          <p:spPr bwMode="auto">
            <a:xfrm>
              <a:off x="766763" y="5265790"/>
              <a:ext cx="4054475" cy="5190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a:latin typeface="+mn-lt"/>
                  <a:ea typeface="+mn-ea"/>
                  <a:cs typeface="+mn-ea"/>
                  <a:sym typeface="+mn-lt"/>
                </a:rPr>
                <a:t>B</a:t>
              </a:r>
              <a:r>
                <a:rPr lang="en-US" altLang="zh-CN" sz="2800" baseline="-25000">
                  <a:latin typeface="+mn-lt"/>
                  <a:ea typeface="+mn-ea"/>
                  <a:cs typeface="+mn-ea"/>
                  <a:sym typeface="+mn-lt"/>
                </a:rPr>
                <a:t>8</a:t>
              </a:r>
              <a:r>
                <a:rPr lang="en-US" altLang="zh-CN" sz="2800">
                  <a:latin typeface="+mn-lt"/>
                  <a:ea typeface="+mn-ea"/>
                  <a:cs typeface="+mn-ea"/>
                  <a:sym typeface="+mn-lt"/>
                </a:rPr>
                <a:t>(x)=8x+22x</a:t>
              </a:r>
              <a:r>
                <a:rPr lang="en-US" altLang="zh-CN" sz="2800" baseline="30000">
                  <a:latin typeface="+mn-lt"/>
                  <a:ea typeface="+mn-ea"/>
                  <a:cs typeface="+mn-ea"/>
                  <a:sym typeface="+mn-lt"/>
                </a:rPr>
                <a:t>7</a:t>
              </a:r>
              <a:r>
                <a:rPr lang="en-US" altLang="zh-CN" sz="2800">
                  <a:latin typeface="+mn-lt"/>
                  <a:ea typeface="+mn-ea"/>
                  <a:cs typeface="+mn-ea"/>
                  <a:sym typeface="+mn-lt"/>
                </a:rPr>
                <a:t>-9x</a:t>
              </a:r>
              <a:r>
                <a:rPr lang="en-US" altLang="zh-CN" sz="2800" baseline="30000">
                  <a:latin typeface="+mn-lt"/>
                  <a:ea typeface="+mn-ea"/>
                  <a:cs typeface="+mn-ea"/>
                  <a:sym typeface="+mn-lt"/>
                </a:rPr>
                <a:t>8</a:t>
              </a:r>
            </a:p>
          </p:txBody>
        </p:sp>
        <p:grpSp>
          <p:nvGrpSpPr>
            <p:cNvPr id="178189" name="Group 5">
              <a:extLst>
                <a:ext uri="{FF2B5EF4-FFF2-40B4-BE49-F238E27FC236}">
                  <a16:creationId xmlns:a16="http://schemas.microsoft.com/office/drawing/2014/main" id="{63F3E5C7-20E6-184F-B358-001FEE194FA3}"/>
                </a:ext>
              </a:extLst>
            </p:cNvPr>
            <p:cNvGrpSpPr>
              <a:grpSpLocks/>
            </p:cNvGrpSpPr>
            <p:nvPr/>
          </p:nvGrpSpPr>
          <p:grpSpPr bwMode="auto">
            <a:xfrm>
              <a:off x="146050" y="3733800"/>
              <a:ext cx="8451850" cy="1531938"/>
              <a:chOff x="92" y="2352"/>
              <a:chExt cx="5324" cy="965"/>
            </a:xfrm>
          </p:grpSpPr>
          <p:sp>
            <p:nvSpPr>
              <p:cNvPr id="169996" name="Rectangle 6" descr="深色上对角线">
                <a:extLst>
                  <a:ext uri="{FF2B5EF4-FFF2-40B4-BE49-F238E27FC236}">
                    <a16:creationId xmlns:a16="http://schemas.microsoft.com/office/drawing/2014/main" id="{40CD18CE-B1EC-7D44-97C5-05AB6704F879}"/>
                  </a:ext>
                </a:extLst>
              </p:cNvPr>
              <p:cNvSpPr>
                <a:spLocks noChangeArrowheads="1"/>
              </p:cNvSpPr>
              <p:nvPr/>
            </p:nvSpPr>
            <p:spPr bwMode="auto">
              <a:xfrm>
                <a:off x="456" y="2417"/>
                <a:ext cx="264" cy="276"/>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69997" name="Rectangle 7" descr="深色上对角线">
                <a:extLst>
                  <a:ext uri="{FF2B5EF4-FFF2-40B4-BE49-F238E27FC236}">
                    <a16:creationId xmlns:a16="http://schemas.microsoft.com/office/drawing/2014/main" id="{27656270-98DF-4D0C-AAB7-93C856A52FA8}"/>
                  </a:ext>
                </a:extLst>
              </p:cNvPr>
              <p:cNvSpPr>
                <a:spLocks noChangeArrowheads="1"/>
              </p:cNvSpPr>
              <p:nvPr/>
            </p:nvSpPr>
            <p:spPr bwMode="auto">
              <a:xfrm>
                <a:off x="720"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69998" name="Rectangle 8" descr="深色上对角线">
                <a:extLst>
                  <a:ext uri="{FF2B5EF4-FFF2-40B4-BE49-F238E27FC236}">
                    <a16:creationId xmlns:a16="http://schemas.microsoft.com/office/drawing/2014/main" id="{860A005C-8538-4C10-ABFD-81BAE1AA0B9C}"/>
                  </a:ext>
                </a:extLst>
              </p:cNvPr>
              <p:cNvSpPr>
                <a:spLocks noChangeArrowheads="1"/>
              </p:cNvSpPr>
              <p:nvPr/>
            </p:nvSpPr>
            <p:spPr bwMode="auto">
              <a:xfrm>
                <a:off x="992"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69999" name="Rectangle 9" descr="深色上对角线">
                <a:extLst>
                  <a:ext uri="{FF2B5EF4-FFF2-40B4-BE49-F238E27FC236}">
                    <a16:creationId xmlns:a16="http://schemas.microsoft.com/office/drawing/2014/main" id="{BFDEECBE-9DAC-4521-9B0C-CBE3447EC757}"/>
                  </a:ext>
                </a:extLst>
              </p:cNvPr>
              <p:cNvSpPr>
                <a:spLocks noChangeArrowheads="1"/>
              </p:cNvSpPr>
              <p:nvPr/>
            </p:nvSpPr>
            <p:spPr bwMode="auto">
              <a:xfrm>
                <a:off x="1496" y="2417"/>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170000" name="Rectangle 10" descr="深色上对角线">
                <a:extLst>
                  <a:ext uri="{FF2B5EF4-FFF2-40B4-BE49-F238E27FC236}">
                    <a16:creationId xmlns:a16="http://schemas.microsoft.com/office/drawing/2014/main" id="{D9C8D8A7-6329-4AC5-83DD-FAB57769251C}"/>
                  </a:ext>
                </a:extLst>
              </p:cNvPr>
              <p:cNvSpPr>
                <a:spLocks noChangeArrowheads="1"/>
              </p:cNvSpPr>
              <p:nvPr/>
            </p:nvSpPr>
            <p:spPr bwMode="auto">
              <a:xfrm>
                <a:off x="1760"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0</a:t>
                </a:r>
              </a:p>
            </p:txBody>
          </p:sp>
          <p:sp>
            <p:nvSpPr>
              <p:cNvPr id="170001" name="Rectangle 11" descr="深色上对角线">
                <a:extLst>
                  <a:ext uri="{FF2B5EF4-FFF2-40B4-BE49-F238E27FC236}">
                    <a16:creationId xmlns:a16="http://schemas.microsoft.com/office/drawing/2014/main" id="{961D0B07-A6B0-4EC4-ABF1-E4805AF39AE5}"/>
                  </a:ext>
                </a:extLst>
              </p:cNvPr>
              <p:cNvSpPr>
                <a:spLocks noChangeArrowheads="1"/>
              </p:cNvSpPr>
              <p:nvPr/>
            </p:nvSpPr>
            <p:spPr bwMode="auto">
              <a:xfrm>
                <a:off x="2032"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0002" name="Rectangle 12" descr="深色上对角线">
                <a:extLst>
                  <a:ext uri="{FF2B5EF4-FFF2-40B4-BE49-F238E27FC236}">
                    <a16:creationId xmlns:a16="http://schemas.microsoft.com/office/drawing/2014/main" id="{AA6C4CAE-4BB3-4D4F-AB3A-F1FA0037B948}"/>
                  </a:ext>
                </a:extLst>
              </p:cNvPr>
              <p:cNvSpPr>
                <a:spLocks noChangeArrowheads="1"/>
              </p:cNvSpPr>
              <p:nvPr/>
            </p:nvSpPr>
            <p:spPr bwMode="auto">
              <a:xfrm>
                <a:off x="2536" y="2417"/>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3</a:t>
                </a:r>
              </a:p>
            </p:txBody>
          </p:sp>
          <p:sp>
            <p:nvSpPr>
              <p:cNvPr id="170003" name="Rectangle 13" descr="深色上对角线">
                <a:extLst>
                  <a:ext uri="{FF2B5EF4-FFF2-40B4-BE49-F238E27FC236}">
                    <a16:creationId xmlns:a16="http://schemas.microsoft.com/office/drawing/2014/main" id="{DBAD783D-5F91-46C5-8170-31628FA10D05}"/>
                  </a:ext>
                </a:extLst>
              </p:cNvPr>
              <p:cNvSpPr>
                <a:spLocks noChangeArrowheads="1"/>
              </p:cNvSpPr>
              <p:nvPr/>
            </p:nvSpPr>
            <p:spPr bwMode="auto">
              <a:xfrm>
                <a:off x="2800"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0004" name="Rectangle 14" descr="深色上对角线">
                <a:extLst>
                  <a:ext uri="{FF2B5EF4-FFF2-40B4-BE49-F238E27FC236}">
                    <a16:creationId xmlns:a16="http://schemas.microsoft.com/office/drawing/2014/main" id="{41891D49-AFF5-48D1-8096-A4E89E15E53B}"/>
                  </a:ext>
                </a:extLst>
              </p:cNvPr>
              <p:cNvSpPr>
                <a:spLocks noChangeArrowheads="1"/>
              </p:cNvSpPr>
              <p:nvPr/>
            </p:nvSpPr>
            <p:spPr bwMode="auto">
              <a:xfrm>
                <a:off x="3072"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0005" name="Rectangle 15" descr="深色上对角线">
                <a:extLst>
                  <a:ext uri="{FF2B5EF4-FFF2-40B4-BE49-F238E27FC236}">
                    <a16:creationId xmlns:a16="http://schemas.microsoft.com/office/drawing/2014/main" id="{533746DB-A25A-4BDE-A7D1-3D3F3A9AEA0C}"/>
                  </a:ext>
                </a:extLst>
              </p:cNvPr>
              <p:cNvSpPr>
                <a:spLocks noChangeArrowheads="1"/>
              </p:cNvSpPr>
              <p:nvPr/>
            </p:nvSpPr>
            <p:spPr bwMode="auto">
              <a:xfrm>
                <a:off x="3560" y="2417"/>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170006" name="Rectangle 16" descr="深色上对角线">
                <a:extLst>
                  <a:ext uri="{FF2B5EF4-FFF2-40B4-BE49-F238E27FC236}">
                    <a16:creationId xmlns:a16="http://schemas.microsoft.com/office/drawing/2014/main" id="{0ABCF080-BF6F-4793-B72F-8BD7FEE78135}"/>
                  </a:ext>
                </a:extLst>
              </p:cNvPr>
              <p:cNvSpPr>
                <a:spLocks noChangeArrowheads="1"/>
              </p:cNvSpPr>
              <p:nvPr/>
            </p:nvSpPr>
            <p:spPr bwMode="auto">
              <a:xfrm>
                <a:off x="3824"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0007" name="Rectangle 17" descr="深色上对角线">
                <a:extLst>
                  <a:ext uri="{FF2B5EF4-FFF2-40B4-BE49-F238E27FC236}">
                    <a16:creationId xmlns:a16="http://schemas.microsoft.com/office/drawing/2014/main" id="{98E56F57-EEB8-4363-8B1C-1AEB5AF0EB1A}"/>
                  </a:ext>
                </a:extLst>
              </p:cNvPr>
              <p:cNvSpPr>
                <a:spLocks noChangeArrowheads="1"/>
              </p:cNvSpPr>
              <p:nvPr/>
            </p:nvSpPr>
            <p:spPr bwMode="auto">
              <a:xfrm>
                <a:off x="4096"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0008" name="Rectangle 18" descr="深色上对角线">
                <a:extLst>
                  <a:ext uri="{FF2B5EF4-FFF2-40B4-BE49-F238E27FC236}">
                    <a16:creationId xmlns:a16="http://schemas.microsoft.com/office/drawing/2014/main" id="{385B652E-6BB7-46CE-B778-3B02F56E0638}"/>
                  </a:ext>
                </a:extLst>
              </p:cNvPr>
              <p:cNvSpPr>
                <a:spLocks noChangeArrowheads="1"/>
              </p:cNvSpPr>
              <p:nvPr/>
            </p:nvSpPr>
            <p:spPr bwMode="auto">
              <a:xfrm>
                <a:off x="4608" y="2417"/>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5</a:t>
                </a:r>
              </a:p>
            </p:txBody>
          </p:sp>
          <p:sp>
            <p:nvSpPr>
              <p:cNvPr id="170009" name="Rectangle 19" descr="深色上对角线">
                <a:extLst>
                  <a:ext uri="{FF2B5EF4-FFF2-40B4-BE49-F238E27FC236}">
                    <a16:creationId xmlns:a16="http://schemas.microsoft.com/office/drawing/2014/main" id="{E9883D36-D77A-4946-921A-71972D8692EF}"/>
                  </a:ext>
                </a:extLst>
              </p:cNvPr>
              <p:cNvSpPr>
                <a:spLocks noChangeArrowheads="1"/>
              </p:cNvSpPr>
              <p:nvPr/>
            </p:nvSpPr>
            <p:spPr bwMode="auto">
              <a:xfrm>
                <a:off x="4872"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17</a:t>
                </a:r>
              </a:p>
            </p:txBody>
          </p:sp>
          <p:sp>
            <p:nvSpPr>
              <p:cNvPr id="170010" name="Rectangle 20" descr="深色上对角线">
                <a:extLst>
                  <a:ext uri="{FF2B5EF4-FFF2-40B4-BE49-F238E27FC236}">
                    <a16:creationId xmlns:a16="http://schemas.microsoft.com/office/drawing/2014/main" id="{8E3644D3-64DA-4F9B-8FC5-46E5E1A16BCA}"/>
                  </a:ext>
                </a:extLst>
              </p:cNvPr>
              <p:cNvSpPr>
                <a:spLocks noChangeArrowheads="1"/>
              </p:cNvSpPr>
              <p:nvPr/>
            </p:nvSpPr>
            <p:spPr bwMode="auto">
              <a:xfrm>
                <a:off x="5144"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0011" name="Line 21">
                <a:extLst>
                  <a:ext uri="{FF2B5EF4-FFF2-40B4-BE49-F238E27FC236}">
                    <a16:creationId xmlns:a16="http://schemas.microsoft.com/office/drawing/2014/main" id="{5835C7CF-813E-42F9-B6D9-0DBC2B3B3F55}"/>
                  </a:ext>
                </a:extLst>
              </p:cNvPr>
              <p:cNvSpPr>
                <a:spLocks noChangeShapeType="1"/>
              </p:cNvSpPr>
              <p:nvPr/>
            </p:nvSpPr>
            <p:spPr bwMode="auto">
              <a:xfrm flipH="1">
                <a:off x="5232" y="2501"/>
                <a:ext cx="48" cy="96"/>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12" name="Line 22">
                <a:extLst>
                  <a:ext uri="{FF2B5EF4-FFF2-40B4-BE49-F238E27FC236}">
                    <a16:creationId xmlns:a16="http://schemas.microsoft.com/office/drawing/2014/main" id="{2A8DD18F-CE4E-4A02-B5F9-B093C03B6904}"/>
                  </a:ext>
                </a:extLst>
              </p:cNvPr>
              <p:cNvSpPr>
                <a:spLocks noChangeShapeType="1"/>
              </p:cNvSpPr>
              <p:nvPr/>
            </p:nvSpPr>
            <p:spPr bwMode="auto">
              <a:xfrm>
                <a:off x="5280" y="2501"/>
                <a:ext cx="48" cy="96"/>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13" name="Rectangle 23" descr="深色上对角线">
                <a:extLst>
                  <a:ext uri="{FF2B5EF4-FFF2-40B4-BE49-F238E27FC236}">
                    <a16:creationId xmlns:a16="http://schemas.microsoft.com/office/drawing/2014/main" id="{D614B96C-D7E1-7F46-A7A7-6B0E9FDE8BF4}"/>
                  </a:ext>
                </a:extLst>
              </p:cNvPr>
              <p:cNvSpPr>
                <a:spLocks noChangeArrowheads="1"/>
              </p:cNvSpPr>
              <p:nvPr/>
            </p:nvSpPr>
            <p:spPr bwMode="auto">
              <a:xfrm>
                <a:off x="456" y="3041"/>
                <a:ext cx="264" cy="276"/>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70014" name="Rectangle 24" descr="深色上对角线">
                <a:extLst>
                  <a:ext uri="{FF2B5EF4-FFF2-40B4-BE49-F238E27FC236}">
                    <a16:creationId xmlns:a16="http://schemas.microsoft.com/office/drawing/2014/main" id="{808FD2D4-6154-47CB-BABC-4902DA5F33AA}"/>
                  </a:ext>
                </a:extLst>
              </p:cNvPr>
              <p:cNvSpPr>
                <a:spLocks noChangeArrowheads="1"/>
              </p:cNvSpPr>
              <p:nvPr/>
            </p:nvSpPr>
            <p:spPr bwMode="auto">
              <a:xfrm>
                <a:off x="720"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0015" name="Rectangle 25" descr="深色上对角线">
                <a:extLst>
                  <a:ext uri="{FF2B5EF4-FFF2-40B4-BE49-F238E27FC236}">
                    <a16:creationId xmlns:a16="http://schemas.microsoft.com/office/drawing/2014/main" id="{21B5CCAA-CB55-45B8-B670-77200A0F263E}"/>
                  </a:ext>
                </a:extLst>
              </p:cNvPr>
              <p:cNvSpPr>
                <a:spLocks noChangeArrowheads="1"/>
              </p:cNvSpPr>
              <p:nvPr/>
            </p:nvSpPr>
            <p:spPr bwMode="auto">
              <a:xfrm>
                <a:off x="992"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0016" name="Rectangle 26" descr="深色上对角线">
                <a:extLst>
                  <a:ext uri="{FF2B5EF4-FFF2-40B4-BE49-F238E27FC236}">
                    <a16:creationId xmlns:a16="http://schemas.microsoft.com/office/drawing/2014/main" id="{2AE973A5-1914-476D-9B1E-E530A75440D3}"/>
                  </a:ext>
                </a:extLst>
              </p:cNvPr>
              <p:cNvSpPr>
                <a:spLocks noChangeArrowheads="1"/>
              </p:cNvSpPr>
              <p:nvPr/>
            </p:nvSpPr>
            <p:spPr bwMode="auto">
              <a:xfrm>
                <a:off x="1496" y="3041"/>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0017" name="Rectangle 27" descr="深色上对角线">
                <a:extLst>
                  <a:ext uri="{FF2B5EF4-FFF2-40B4-BE49-F238E27FC236}">
                    <a16:creationId xmlns:a16="http://schemas.microsoft.com/office/drawing/2014/main" id="{D0E03B95-BB6B-4255-899C-6D729E88292F}"/>
                  </a:ext>
                </a:extLst>
              </p:cNvPr>
              <p:cNvSpPr>
                <a:spLocks noChangeArrowheads="1"/>
              </p:cNvSpPr>
              <p:nvPr/>
            </p:nvSpPr>
            <p:spPr bwMode="auto">
              <a:xfrm>
                <a:off x="1760"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0018" name="Rectangle 28" descr="深色上对角线">
                <a:extLst>
                  <a:ext uri="{FF2B5EF4-FFF2-40B4-BE49-F238E27FC236}">
                    <a16:creationId xmlns:a16="http://schemas.microsoft.com/office/drawing/2014/main" id="{667D6729-1D42-419E-8CC3-2A7933DAA609}"/>
                  </a:ext>
                </a:extLst>
              </p:cNvPr>
              <p:cNvSpPr>
                <a:spLocks noChangeArrowheads="1"/>
              </p:cNvSpPr>
              <p:nvPr/>
            </p:nvSpPr>
            <p:spPr bwMode="auto">
              <a:xfrm>
                <a:off x="2032"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0019" name="Rectangle 29" descr="深色上对角线">
                <a:extLst>
                  <a:ext uri="{FF2B5EF4-FFF2-40B4-BE49-F238E27FC236}">
                    <a16:creationId xmlns:a16="http://schemas.microsoft.com/office/drawing/2014/main" id="{409964F6-098F-4F81-8305-626E6B2FE7D6}"/>
                  </a:ext>
                </a:extLst>
              </p:cNvPr>
              <p:cNvSpPr>
                <a:spLocks noChangeArrowheads="1"/>
              </p:cNvSpPr>
              <p:nvPr/>
            </p:nvSpPr>
            <p:spPr bwMode="auto">
              <a:xfrm>
                <a:off x="2536" y="3041"/>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22</a:t>
                </a:r>
              </a:p>
            </p:txBody>
          </p:sp>
          <p:sp>
            <p:nvSpPr>
              <p:cNvPr id="170020" name="Rectangle 30" descr="深色上对角线">
                <a:extLst>
                  <a:ext uri="{FF2B5EF4-FFF2-40B4-BE49-F238E27FC236}">
                    <a16:creationId xmlns:a16="http://schemas.microsoft.com/office/drawing/2014/main" id="{135B4708-603D-48B9-8EFA-F1EFC543CDD3}"/>
                  </a:ext>
                </a:extLst>
              </p:cNvPr>
              <p:cNvSpPr>
                <a:spLocks noChangeArrowheads="1"/>
              </p:cNvSpPr>
              <p:nvPr/>
            </p:nvSpPr>
            <p:spPr bwMode="auto">
              <a:xfrm>
                <a:off x="2800"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170021" name="Rectangle 31" descr="深色上对角线">
                <a:extLst>
                  <a:ext uri="{FF2B5EF4-FFF2-40B4-BE49-F238E27FC236}">
                    <a16:creationId xmlns:a16="http://schemas.microsoft.com/office/drawing/2014/main" id="{D6B160D4-0AD1-45B8-BE09-9355BBBD2C6C}"/>
                  </a:ext>
                </a:extLst>
              </p:cNvPr>
              <p:cNvSpPr>
                <a:spLocks noChangeArrowheads="1"/>
              </p:cNvSpPr>
              <p:nvPr/>
            </p:nvSpPr>
            <p:spPr bwMode="auto">
              <a:xfrm>
                <a:off x="3072"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0022" name="Rectangle 32" descr="深色上对角线">
                <a:extLst>
                  <a:ext uri="{FF2B5EF4-FFF2-40B4-BE49-F238E27FC236}">
                    <a16:creationId xmlns:a16="http://schemas.microsoft.com/office/drawing/2014/main" id="{7BD29889-5D6A-4F50-85A6-E8B49CAFF574}"/>
                  </a:ext>
                </a:extLst>
              </p:cNvPr>
              <p:cNvSpPr>
                <a:spLocks noChangeArrowheads="1"/>
              </p:cNvSpPr>
              <p:nvPr/>
            </p:nvSpPr>
            <p:spPr bwMode="auto">
              <a:xfrm>
                <a:off x="3560" y="3041"/>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170023" name="Rectangle 33" descr="深色上对角线">
                <a:extLst>
                  <a:ext uri="{FF2B5EF4-FFF2-40B4-BE49-F238E27FC236}">
                    <a16:creationId xmlns:a16="http://schemas.microsoft.com/office/drawing/2014/main" id="{CDBAEA7C-1810-4C14-AF4E-2024DFCA89A4}"/>
                  </a:ext>
                </a:extLst>
              </p:cNvPr>
              <p:cNvSpPr>
                <a:spLocks noChangeArrowheads="1"/>
              </p:cNvSpPr>
              <p:nvPr/>
            </p:nvSpPr>
            <p:spPr bwMode="auto">
              <a:xfrm>
                <a:off x="3824"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0024" name="Rectangle 34" descr="深色上对角线">
                <a:extLst>
                  <a:ext uri="{FF2B5EF4-FFF2-40B4-BE49-F238E27FC236}">
                    <a16:creationId xmlns:a16="http://schemas.microsoft.com/office/drawing/2014/main" id="{899A9C7A-94CF-4C9F-BD03-4538BBA169B4}"/>
                  </a:ext>
                </a:extLst>
              </p:cNvPr>
              <p:cNvSpPr>
                <a:spLocks noChangeArrowheads="1"/>
              </p:cNvSpPr>
              <p:nvPr/>
            </p:nvSpPr>
            <p:spPr bwMode="auto">
              <a:xfrm>
                <a:off x="4096"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0025" name="Line 35">
                <a:extLst>
                  <a:ext uri="{FF2B5EF4-FFF2-40B4-BE49-F238E27FC236}">
                    <a16:creationId xmlns:a16="http://schemas.microsoft.com/office/drawing/2014/main" id="{30A25D08-EA20-4CF7-8B65-F9421BA73FF5}"/>
                  </a:ext>
                </a:extLst>
              </p:cNvPr>
              <p:cNvSpPr>
                <a:spLocks noChangeShapeType="1"/>
              </p:cNvSpPr>
              <p:nvPr/>
            </p:nvSpPr>
            <p:spPr bwMode="auto">
              <a:xfrm flipH="1">
                <a:off x="4176" y="3141"/>
                <a:ext cx="48" cy="96"/>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26" name="Line 36">
                <a:extLst>
                  <a:ext uri="{FF2B5EF4-FFF2-40B4-BE49-F238E27FC236}">
                    <a16:creationId xmlns:a16="http://schemas.microsoft.com/office/drawing/2014/main" id="{F0B16138-86FA-45CB-A28E-E18BFFAFE124}"/>
                  </a:ext>
                </a:extLst>
              </p:cNvPr>
              <p:cNvSpPr>
                <a:spLocks noChangeShapeType="1"/>
              </p:cNvSpPr>
              <p:nvPr/>
            </p:nvSpPr>
            <p:spPr bwMode="auto">
              <a:xfrm>
                <a:off x="4224" y="3141"/>
                <a:ext cx="48" cy="96"/>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27" name="Line 37">
                <a:extLst>
                  <a:ext uri="{FF2B5EF4-FFF2-40B4-BE49-F238E27FC236}">
                    <a16:creationId xmlns:a16="http://schemas.microsoft.com/office/drawing/2014/main" id="{9D14A6A5-B5AA-4D09-B3F4-7B5E849EE7A6}"/>
                  </a:ext>
                </a:extLst>
              </p:cNvPr>
              <p:cNvSpPr>
                <a:spLocks noChangeShapeType="1"/>
              </p:cNvSpPr>
              <p:nvPr/>
            </p:nvSpPr>
            <p:spPr bwMode="auto">
              <a:xfrm>
                <a:off x="144" y="2549"/>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28" name="Line 38">
                <a:extLst>
                  <a:ext uri="{FF2B5EF4-FFF2-40B4-BE49-F238E27FC236}">
                    <a16:creationId xmlns:a16="http://schemas.microsoft.com/office/drawing/2014/main" id="{9F018705-2860-41B9-B026-46B34967DDFC}"/>
                  </a:ext>
                </a:extLst>
              </p:cNvPr>
              <p:cNvSpPr>
                <a:spLocks noChangeShapeType="1"/>
              </p:cNvSpPr>
              <p:nvPr/>
            </p:nvSpPr>
            <p:spPr bwMode="auto">
              <a:xfrm>
                <a:off x="144" y="3181"/>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29" name="Line 39">
                <a:extLst>
                  <a:ext uri="{FF2B5EF4-FFF2-40B4-BE49-F238E27FC236}">
                    <a16:creationId xmlns:a16="http://schemas.microsoft.com/office/drawing/2014/main" id="{EC6DD52F-5AA9-4847-8137-DAFDFEEB82C5}"/>
                  </a:ext>
                </a:extLst>
              </p:cNvPr>
              <p:cNvSpPr>
                <a:spLocks noChangeShapeType="1"/>
              </p:cNvSpPr>
              <p:nvPr/>
            </p:nvSpPr>
            <p:spPr bwMode="auto">
              <a:xfrm>
                <a:off x="1180" y="2557"/>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30" name="Line 40">
                <a:extLst>
                  <a:ext uri="{FF2B5EF4-FFF2-40B4-BE49-F238E27FC236}">
                    <a16:creationId xmlns:a16="http://schemas.microsoft.com/office/drawing/2014/main" id="{3FE6E44B-407D-4E0B-AC95-9DCDDB6CF84A}"/>
                  </a:ext>
                </a:extLst>
              </p:cNvPr>
              <p:cNvSpPr>
                <a:spLocks noChangeShapeType="1"/>
              </p:cNvSpPr>
              <p:nvPr/>
            </p:nvSpPr>
            <p:spPr bwMode="auto">
              <a:xfrm>
                <a:off x="2220" y="2557"/>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31" name="Line 41">
                <a:extLst>
                  <a:ext uri="{FF2B5EF4-FFF2-40B4-BE49-F238E27FC236}">
                    <a16:creationId xmlns:a16="http://schemas.microsoft.com/office/drawing/2014/main" id="{18001598-2937-47F0-BC8C-4904571DA7DF}"/>
                  </a:ext>
                </a:extLst>
              </p:cNvPr>
              <p:cNvSpPr>
                <a:spLocks noChangeShapeType="1"/>
              </p:cNvSpPr>
              <p:nvPr/>
            </p:nvSpPr>
            <p:spPr bwMode="auto">
              <a:xfrm>
                <a:off x="3252" y="2561"/>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32" name="Line 42">
                <a:extLst>
                  <a:ext uri="{FF2B5EF4-FFF2-40B4-BE49-F238E27FC236}">
                    <a16:creationId xmlns:a16="http://schemas.microsoft.com/office/drawing/2014/main" id="{34AFAA15-72F2-41CC-9A74-51F3B6782DAE}"/>
                  </a:ext>
                </a:extLst>
              </p:cNvPr>
              <p:cNvSpPr>
                <a:spLocks noChangeShapeType="1"/>
              </p:cNvSpPr>
              <p:nvPr/>
            </p:nvSpPr>
            <p:spPr bwMode="auto">
              <a:xfrm>
                <a:off x="4300" y="2565"/>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33" name="Line 43">
                <a:extLst>
                  <a:ext uri="{FF2B5EF4-FFF2-40B4-BE49-F238E27FC236}">
                    <a16:creationId xmlns:a16="http://schemas.microsoft.com/office/drawing/2014/main" id="{773C86C9-8D88-4C1A-9CD4-827C4C6F40BB}"/>
                  </a:ext>
                </a:extLst>
              </p:cNvPr>
              <p:cNvSpPr>
                <a:spLocks noChangeShapeType="1"/>
              </p:cNvSpPr>
              <p:nvPr/>
            </p:nvSpPr>
            <p:spPr bwMode="auto">
              <a:xfrm>
                <a:off x="1184" y="3181"/>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34" name="Line 44">
                <a:extLst>
                  <a:ext uri="{FF2B5EF4-FFF2-40B4-BE49-F238E27FC236}">
                    <a16:creationId xmlns:a16="http://schemas.microsoft.com/office/drawing/2014/main" id="{BD6A25D2-0944-477F-9BF1-192DAE7D8E6E}"/>
                  </a:ext>
                </a:extLst>
              </p:cNvPr>
              <p:cNvSpPr>
                <a:spLocks noChangeShapeType="1"/>
              </p:cNvSpPr>
              <p:nvPr/>
            </p:nvSpPr>
            <p:spPr bwMode="auto">
              <a:xfrm>
                <a:off x="2224" y="3181"/>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35" name="Line 45">
                <a:extLst>
                  <a:ext uri="{FF2B5EF4-FFF2-40B4-BE49-F238E27FC236}">
                    <a16:creationId xmlns:a16="http://schemas.microsoft.com/office/drawing/2014/main" id="{82DCEA0B-A4FC-41E4-BFF7-A1A282DA4479}"/>
                  </a:ext>
                </a:extLst>
              </p:cNvPr>
              <p:cNvSpPr>
                <a:spLocks noChangeShapeType="1"/>
              </p:cNvSpPr>
              <p:nvPr/>
            </p:nvSpPr>
            <p:spPr bwMode="auto">
              <a:xfrm>
                <a:off x="3256" y="3185"/>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0036" name="Text Box 46">
                <a:extLst>
                  <a:ext uri="{FF2B5EF4-FFF2-40B4-BE49-F238E27FC236}">
                    <a16:creationId xmlns:a16="http://schemas.microsoft.com/office/drawing/2014/main" id="{7FD19274-050C-4D6C-93DB-4EB92208676A}"/>
                  </a:ext>
                </a:extLst>
              </p:cNvPr>
              <p:cNvSpPr txBox="1">
                <a:spLocks noChangeArrowheads="1"/>
              </p:cNvSpPr>
              <p:nvPr/>
            </p:nvSpPr>
            <p:spPr bwMode="auto">
              <a:xfrm>
                <a:off x="102" y="2352"/>
                <a:ext cx="209"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A</a:t>
                </a:r>
              </a:p>
            </p:txBody>
          </p:sp>
          <p:sp>
            <p:nvSpPr>
              <p:cNvPr id="170037" name="Text Box 47">
                <a:extLst>
                  <a:ext uri="{FF2B5EF4-FFF2-40B4-BE49-F238E27FC236}">
                    <a16:creationId xmlns:a16="http://schemas.microsoft.com/office/drawing/2014/main" id="{4ECE5274-FFAD-497D-AA6F-77C9402CF894}"/>
                  </a:ext>
                </a:extLst>
              </p:cNvPr>
              <p:cNvSpPr txBox="1">
                <a:spLocks noChangeArrowheads="1"/>
              </p:cNvSpPr>
              <p:nvPr/>
            </p:nvSpPr>
            <p:spPr bwMode="auto">
              <a:xfrm>
                <a:off x="92" y="2985"/>
                <a:ext cx="202"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B</a:t>
                </a:r>
              </a:p>
            </p:txBody>
          </p:sp>
        </p:grpSp>
      </p:grpSp>
      <p:sp>
        <p:nvSpPr>
          <p:cNvPr id="169987" name="Rectangle 1044">
            <a:extLst>
              <a:ext uri="{FF2B5EF4-FFF2-40B4-BE49-F238E27FC236}">
                <a16:creationId xmlns:a16="http://schemas.microsoft.com/office/drawing/2014/main" id="{391C7777-19CF-4BC7-B365-78CFB0F344FA}"/>
              </a:ext>
            </a:extLst>
          </p:cNvPr>
          <p:cNvSpPr>
            <a:spLocks noChangeArrowheads="1"/>
          </p:cNvSpPr>
          <p:nvPr/>
        </p:nvSpPr>
        <p:spPr bwMode="auto">
          <a:xfrm>
            <a:off x="23813" y="1055688"/>
            <a:ext cx="4445000" cy="1323975"/>
          </a:xfrm>
          <a:prstGeom prst="rect">
            <a:avLst/>
          </a:prstGeom>
          <a:noFill/>
          <a:ln>
            <a:solidFill>
              <a:schemeClr val="bg2">
                <a:lumMod val="40000"/>
                <a:lumOff val="60000"/>
              </a:schemeClr>
            </a:solid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pPr>
            <a:r>
              <a:rPr lang="zh-CN" altLang="en-US" sz="2000">
                <a:sym typeface="+mn-lt"/>
              </a:rPr>
              <a:t>顺序存储结构存在问题</a:t>
            </a:r>
            <a:endParaRPr lang="en-US" altLang="en-US" sz="2000">
              <a:sym typeface="+mn-lt"/>
            </a:endParaRPr>
          </a:p>
          <a:p>
            <a:pPr lvl="1" eaLnBrk="1" hangingPunct="1">
              <a:spcBef>
                <a:spcPct val="50000"/>
              </a:spcBef>
              <a:buFont typeface="Wingdings" pitchFamily="2" charset="2"/>
              <a:buChar char="ü"/>
            </a:pPr>
            <a:r>
              <a:rPr lang="zh-CN" altLang="en-US" sz="2000">
                <a:solidFill>
                  <a:srgbClr val="FF0000"/>
                </a:solidFill>
                <a:sym typeface="+mn-lt"/>
              </a:rPr>
              <a:t>存储空间分配不灵活</a:t>
            </a:r>
            <a:endParaRPr lang="en-US" altLang="zh-CN" sz="2000">
              <a:sym typeface="+mn-lt"/>
            </a:endParaRPr>
          </a:p>
          <a:p>
            <a:pPr lvl="1" eaLnBrk="1" hangingPunct="1">
              <a:spcBef>
                <a:spcPct val="50000"/>
              </a:spcBef>
              <a:buFont typeface="Wingdings" pitchFamily="2" charset="2"/>
              <a:buChar char="ü"/>
            </a:pPr>
            <a:r>
              <a:rPr lang="zh-CN" altLang="en-US" sz="2000">
                <a:solidFill>
                  <a:srgbClr val="FF0000"/>
                </a:solidFill>
                <a:sym typeface="+mn-lt"/>
              </a:rPr>
              <a:t>运算的空间复杂度高</a:t>
            </a:r>
            <a:endParaRPr lang="zh-CN" altLang="en-US" sz="2000">
              <a:sym typeface="+mn-lt"/>
            </a:endParaRPr>
          </a:p>
        </p:txBody>
      </p:sp>
      <p:pic>
        <p:nvPicPr>
          <p:cNvPr id="177156" name="Picture 2" descr="http://p8.qhimg.com/t01fd6029fbad6d07a4.jpg">
            <a:extLst>
              <a:ext uri="{FF2B5EF4-FFF2-40B4-BE49-F238E27FC236}">
                <a16:creationId xmlns:a16="http://schemas.microsoft.com/office/drawing/2014/main" id="{F01CA0D6-EC06-4FB9-ABCF-D39DCA8B3D1F}"/>
              </a:ext>
            </a:extLst>
          </p:cNvPr>
          <p:cNvPicPr>
            <a:picLocks noChangeAspect="1" noChangeArrowheads="1"/>
          </p:cNvPicPr>
          <p:nvPr/>
        </p:nvPicPr>
        <p:blipFill>
          <a:blip r:embed="rId3"/>
          <a:srcRect/>
          <a:stretch>
            <a:fillRect/>
          </a:stretch>
        </p:blipFill>
        <p:spPr bwMode="auto">
          <a:xfrm>
            <a:off x="3465513" y="1055688"/>
            <a:ext cx="1055687" cy="1323975"/>
          </a:xfrm>
          <a:prstGeom prst="rect">
            <a:avLst/>
          </a:prstGeom>
          <a:noFill/>
          <a:ln w="9525">
            <a:solidFill>
              <a:schemeClr val="bg2">
                <a:lumMod val="40000"/>
                <a:lumOff val="60000"/>
              </a:schemeClr>
            </a:solidFill>
            <a:miter lim="800000"/>
            <a:headEnd/>
            <a:tailEnd/>
          </a:ln>
          <a:extLst>
            <a:ext uri="{909E8E84-426E-40DD-AFC4-6F175D3DCCD1}">
              <a14:hiddenFill xmlns:a14="http://schemas.microsoft.com/office/drawing/2010/main">
                <a:solidFill>
                  <a:srgbClr val="FFFFFF"/>
                </a:solidFill>
              </a14:hiddenFill>
            </a:ext>
          </a:extLst>
        </p:spPr>
      </p:pic>
      <p:sp>
        <p:nvSpPr>
          <p:cNvPr id="169991" name="Rectangle 8">
            <a:extLst>
              <a:ext uri="{FF2B5EF4-FFF2-40B4-BE49-F238E27FC236}">
                <a16:creationId xmlns:a16="http://schemas.microsoft.com/office/drawing/2014/main" id="{334F5C1E-16E8-4C62-AB88-B6D0875F7A90}"/>
              </a:ext>
            </a:extLst>
          </p:cNvPr>
          <p:cNvSpPr>
            <a:spLocks noChangeArrowheads="1"/>
          </p:cNvSpPr>
          <p:nvPr/>
        </p:nvSpPr>
        <p:spPr bwMode="auto">
          <a:xfrm>
            <a:off x="23813" y="2873375"/>
            <a:ext cx="4497387" cy="523875"/>
          </a:xfrm>
          <a:prstGeom prst="rect">
            <a:avLst/>
          </a:prstGeom>
          <a:solidFill>
            <a:srgbClr val="FFFFFF"/>
          </a:solidFill>
          <a:ln w="9525">
            <a:solidFill>
              <a:schemeClr val="bg2">
                <a:lumMod val="40000"/>
                <a:lumOff val="60000"/>
              </a:schemeClr>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spcBef>
                <a:spcPct val="50000"/>
              </a:spcBef>
            </a:pPr>
            <a:r>
              <a:rPr lang="zh-CN" altLang="en-US" sz="2800">
                <a:solidFill>
                  <a:srgbClr val="FF0000"/>
                </a:solidFill>
                <a:sym typeface="+mn-lt"/>
              </a:rPr>
              <a:t>链式存储结构</a:t>
            </a:r>
          </a:p>
        </p:txBody>
      </p:sp>
      <p:sp>
        <p:nvSpPr>
          <p:cNvPr id="60" name="Text Box 3">
            <a:extLst>
              <a:ext uri="{FF2B5EF4-FFF2-40B4-BE49-F238E27FC236}">
                <a16:creationId xmlns:a16="http://schemas.microsoft.com/office/drawing/2014/main" id="{A0251E27-7C4C-49F3-8A11-F2B2A88F9A93}"/>
              </a:ext>
            </a:extLst>
          </p:cNvPr>
          <p:cNvSpPr txBox="1">
            <a:spLocks noChangeArrowheads="1"/>
          </p:cNvSpPr>
          <p:nvPr/>
        </p:nvSpPr>
        <p:spPr bwMode="auto">
          <a:xfrm>
            <a:off x="5200650" y="998538"/>
            <a:ext cx="3943350" cy="2462212"/>
          </a:xfrm>
          <a:prstGeom prst="rect">
            <a:avLst/>
          </a:prstGeom>
          <a:solidFill>
            <a:srgbClr val="F6F6F6"/>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en-US" altLang="zh-CN" sz="2200">
                <a:sym typeface="+mn-lt"/>
              </a:rPr>
              <a:t>typedef struct PNode</a:t>
            </a:r>
            <a:endParaRPr lang="zh-CN" altLang="en-US" sz="2200">
              <a:sym typeface="+mn-lt"/>
            </a:endParaRPr>
          </a:p>
          <a:p>
            <a:pPr eaLnBrk="1" hangingPunct="1">
              <a:lnSpc>
                <a:spcPct val="100000"/>
              </a:lnSpc>
            </a:pPr>
            <a:r>
              <a:rPr lang="en-US" altLang="zh-CN" sz="2200">
                <a:sym typeface="+mn-lt"/>
              </a:rPr>
              <a:t>{   </a:t>
            </a:r>
            <a:endParaRPr lang="zh-CN" altLang="en-US" sz="2200">
              <a:sym typeface="+mn-lt"/>
            </a:endParaRPr>
          </a:p>
          <a:p>
            <a:pPr eaLnBrk="1" hangingPunct="1">
              <a:lnSpc>
                <a:spcPct val="100000"/>
              </a:lnSpc>
            </a:pPr>
            <a:r>
              <a:rPr lang="en-US" altLang="zh-CN" sz="2200">
                <a:sym typeface="+mn-lt"/>
              </a:rPr>
              <a:t>   float  coef;                 //</a:t>
            </a:r>
            <a:r>
              <a:rPr lang="zh-CN" altLang="en-US" sz="2200">
                <a:sym typeface="+mn-lt"/>
              </a:rPr>
              <a:t>系数 </a:t>
            </a:r>
          </a:p>
          <a:p>
            <a:pPr eaLnBrk="1" hangingPunct="1">
              <a:lnSpc>
                <a:spcPct val="100000"/>
              </a:lnSpc>
            </a:pPr>
            <a:r>
              <a:rPr lang="en-US" altLang="zh-CN" sz="2200">
                <a:sym typeface="+mn-lt"/>
              </a:rPr>
              <a:t>   int   expn;	           //</a:t>
            </a:r>
            <a:r>
              <a:rPr lang="zh-CN" altLang="en-US" sz="2200">
                <a:sym typeface="+mn-lt"/>
              </a:rPr>
              <a:t>指数 </a:t>
            </a:r>
          </a:p>
          <a:p>
            <a:pPr eaLnBrk="1" hangingPunct="1">
              <a:lnSpc>
                <a:spcPct val="100000"/>
              </a:lnSpc>
            </a:pPr>
            <a:r>
              <a:rPr lang="en-US" altLang="zh-CN" sz="2200">
                <a:sym typeface="+mn-lt"/>
              </a:rPr>
              <a:t>   struct PNode  *next;  //</a:t>
            </a:r>
            <a:r>
              <a:rPr lang="zh-CN" altLang="en-US" sz="2200">
                <a:sym typeface="+mn-lt"/>
              </a:rPr>
              <a:t>指针域</a:t>
            </a:r>
          </a:p>
          <a:p>
            <a:pPr eaLnBrk="1" hangingPunct="1">
              <a:lnSpc>
                <a:spcPct val="100000"/>
              </a:lnSpc>
            </a:pPr>
            <a:r>
              <a:rPr lang="en-US" altLang="zh-CN" sz="2200">
                <a:sym typeface="+mn-lt"/>
              </a:rPr>
              <a:t>}PNode,*Polynomial;  </a:t>
            </a:r>
          </a:p>
          <a:p>
            <a:pPr eaLnBrk="1" hangingPunct="1">
              <a:lnSpc>
                <a:spcPct val="100000"/>
              </a:lnSpc>
            </a:pPr>
            <a:endParaRPr lang="zh-CN" altLang="en-US" sz="2200">
              <a:sym typeface="+mn-lt"/>
            </a:endParaRPr>
          </a:p>
        </p:txBody>
      </p:sp>
      <p:sp>
        <p:nvSpPr>
          <p:cNvPr id="178184" name="Rectangle 154">
            <a:extLst>
              <a:ext uri="{FF2B5EF4-FFF2-40B4-BE49-F238E27FC236}">
                <a16:creationId xmlns:a16="http://schemas.microsoft.com/office/drawing/2014/main" id="{0F001D9F-CBED-574A-8805-4BCDAADB2771}"/>
              </a:ext>
            </a:extLst>
          </p:cNvPr>
          <p:cNvSpPr txBox="1">
            <a:spLocks noChangeArrowheads="1"/>
          </p:cNvSpPr>
          <p:nvPr/>
        </p:nvSpPr>
        <p:spPr bwMode="auto">
          <a:xfrm>
            <a:off x="858838" y="160338"/>
            <a:ext cx="49339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2.2 </a:t>
            </a:r>
            <a:r>
              <a:rPr lang="zh-CN" altLang="en-US" sz="2800">
                <a:solidFill>
                  <a:schemeClr val="bg1"/>
                </a:solidFill>
                <a:sym typeface="+mn-lt"/>
              </a:rPr>
              <a:t>：稀疏多项式的运算</a:t>
            </a:r>
          </a:p>
        </p:txBody>
      </p:sp>
      <p:cxnSp>
        <p:nvCxnSpPr>
          <p:cNvPr id="178185" name="直接连接符 5">
            <a:extLst>
              <a:ext uri="{FF2B5EF4-FFF2-40B4-BE49-F238E27FC236}">
                <a16:creationId xmlns:a16="http://schemas.microsoft.com/office/drawing/2014/main" id="{2B963551-F98B-E948-A565-E47005B52E0A}"/>
              </a:ext>
            </a:extLst>
          </p:cNvPr>
          <p:cNvCxnSpPr>
            <a:cxnSpLocks noChangeShapeType="1"/>
          </p:cNvCxnSpPr>
          <p:nvPr/>
        </p:nvCxnSpPr>
        <p:spPr bwMode="auto">
          <a:xfrm>
            <a:off x="23813" y="3789363"/>
            <a:ext cx="9120187" cy="0"/>
          </a:xfrm>
          <a:prstGeom prst="line">
            <a:avLst/>
          </a:prstGeom>
          <a:noFill/>
          <a:ln w="9525" algn="ctr">
            <a:solidFill>
              <a:srgbClr val="0000FF"/>
            </a:solidFill>
            <a:round/>
            <a:headEnd/>
            <a:tailEnd/>
          </a:ln>
          <a:extLst>
            <a:ext uri="{909E8E84-426E-40DD-AFC4-6F175D3DCCD1}">
              <a14:hiddenFill xmlns:a14="http://schemas.microsoft.com/office/drawing/2010/main">
                <a:noFill/>
              </a14:hiddenFill>
            </a:ext>
          </a:extLst>
        </p:spPr>
      </p:cxnSp>
      <p:cxnSp>
        <p:nvCxnSpPr>
          <p:cNvPr id="58" name="直接连接符 57">
            <a:extLst>
              <a:ext uri="{FF2B5EF4-FFF2-40B4-BE49-F238E27FC236}">
                <a16:creationId xmlns:a16="http://schemas.microsoft.com/office/drawing/2014/main" id="{A7AC33E4-23B9-1049-A67B-AFD94D076997}"/>
              </a:ext>
            </a:extLst>
          </p:cNvPr>
          <p:cNvCxnSpPr>
            <a:cxnSpLocks noChangeShapeType="1"/>
          </p:cNvCxnSpPr>
          <p:nvPr/>
        </p:nvCxnSpPr>
        <p:spPr bwMode="auto">
          <a:xfrm>
            <a:off x="0" y="6669088"/>
            <a:ext cx="9144000" cy="0"/>
          </a:xfrm>
          <a:prstGeom prst="line">
            <a:avLst/>
          </a:prstGeom>
          <a:noFill/>
          <a:ln w="9525" algn="ctr">
            <a:solidFill>
              <a:srgbClr val="0000FF"/>
            </a:solidFill>
            <a:round/>
            <a:headEnd/>
            <a:tailEnd/>
          </a:ln>
          <a:extLst>
            <a:ext uri="{909E8E84-426E-40DD-AFC4-6F175D3DCCD1}">
              <a14:hiddenFill xmlns:a14="http://schemas.microsoft.com/office/drawing/2010/main">
                <a:noFill/>
              </a14:hiddenFill>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box(in)">
                                      <p:cBhvr>
                                        <p:cTn id="7" dur="500"/>
                                        <p:tgtEl>
                                          <p:spTgt spid="6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8" presetClass="entr" presetSubtype="16"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diamond(in)">
                                      <p:cBhvr>
                                        <p:cTn id="12" dur="2000"/>
                                        <p:tgtEl>
                                          <p:spTgt spid="3"/>
                                        </p:tgtEl>
                                      </p:cBhvr>
                                    </p:animEffect>
                                  </p:childTnLst>
                                </p:cTn>
                              </p:par>
                            </p:childTnLst>
                          </p:cTn>
                        </p:par>
                        <p:par>
                          <p:cTn id="13" fill="hold" nodeType="afterGroup">
                            <p:stCondLst>
                              <p:cond delay="2000"/>
                            </p:stCondLst>
                            <p:childTnLst>
                              <p:par>
                                <p:cTn id="14" presetID="10" presetClass="entr" presetSubtype="0" fill="hold" nodeType="afterEffect">
                                  <p:stCondLst>
                                    <p:cond delay="0"/>
                                  </p:stCondLst>
                                  <p:childTnLst>
                                    <p:set>
                                      <p:cBhvr>
                                        <p:cTn id="15" dur="1" fill="hold">
                                          <p:stCondLst>
                                            <p:cond delay="0"/>
                                          </p:stCondLst>
                                        </p:cTn>
                                        <p:tgtEl>
                                          <p:spTgt spid="58"/>
                                        </p:tgtEl>
                                        <p:attrNameLst>
                                          <p:attrName>style.visibility</p:attrName>
                                        </p:attrNameLst>
                                      </p:cBhvr>
                                      <p:to>
                                        <p:strVal val="visible"/>
                                      </p:to>
                                    </p:set>
                                    <p:animEffect transition="in" filter="fade">
                                      <p:cBhvr>
                                        <p:cTn id="16"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1" name="Rectangle 8">
            <a:extLst>
              <a:ext uri="{FF2B5EF4-FFF2-40B4-BE49-F238E27FC236}">
                <a16:creationId xmlns:a16="http://schemas.microsoft.com/office/drawing/2014/main" id="{E9BFD419-3020-4C10-97AD-AD7D472756F5}"/>
              </a:ext>
            </a:extLst>
          </p:cNvPr>
          <p:cNvSpPr>
            <a:spLocks noChangeArrowheads="1"/>
          </p:cNvSpPr>
          <p:nvPr/>
        </p:nvSpPr>
        <p:spPr bwMode="auto">
          <a:xfrm>
            <a:off x="900113" y="142875"/>
            <a:ext cx="7210425"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多项式创建</a:t>
            </a:r>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算法步骤</a:t>
            </a:r>
            <a:r>
              <a:rPr lang="en-US" altLang="zh-CN">
                <a:solidFill>
                  <a:schemeClr val="bg1"/>
                </a:solidFill>
                <a:ea typeface="微软雅黑" panose="020B0503020204020204" pitchFamily="34" charset="-122"/>
                <a:sym typeface="+mn-lt"/>
              </a:rPr>
              <a:t>】</a:t>
            </a:r>
          </a:p>
        </p:txBody>
      </p:sp>
      <p:sp>
        <p:nvSpPr>
          <p:cNvPr id="15" name="Rectangle 24">
            <a:extLst>
              <a:ext uri="{FF2B5EF4-FFF2-40B4-BE49-F238E27FC236}">
                <a16:creationId xmlns:a16="http://schemas.microsoft.com/office/drawing/2014/main" id="{317C3BD6-E65A-47A7-B656-10ECCCC26247}"/>
              </a:ext>
            </a:extLst>
          </p:cNvPr>
          <p:cNvSpPr>
            <a:spLocks/>
          </p:cNvSpPr>
          <p:nvPr/>
        </p:nvSpPr>
        <p:spPr bwMode="auto">
          <a:xfrm>
            <a:off x="1174750" y="4437063"/>
            <a:ext cx="6305550" cy="601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Lst>
        </p:spPr>
        <p:txBody>
          <a:bodyPr lIns="0" tIns="0" rIns="0" bIns="0" anchor="ct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5000"/>
              </a:lnSpc>
              <a:buClr>
                <a:srgbClr val="FFC000"/>
              </a:buClr>
              <a:buFont typeface="Wingdings" pitchFamily="2" charset="2"/>
              <a:buChar char="n"/>
            </a:pPr>
            <a:r>
              <a:rPr lang="zh-CN" altLang="en-US">
                <a:solidFill>
                  <a:srgbClr val="1E2832"/>
                </a:solidFill>
                <a:sym typeface="+mn-lt"/>
              </a:rPr>
              <a:t>指针</a:t>
            </a:r>
            <a:r>
              <a:rPr lang="en-US" altLang="zh-CN">
                <a:solidFill>
                  <a:srgbClr val="1E2832"/>
                </a:solidFill>
                <a:sym typeface="+mn-lt"/>
              </a:rPr>
              <a:t>q</a:t>
            </a:r>
            <a:r>
              <a:rPr lang="zh-CN" altLang="en-US">
                <a:solidFill>
                  <a:srgbClr val="1E2832"/>
                </a:solidFill>
                <a:sym typeface="+mn-lt"/>
              </a:rPr>
              <a:t>初始化，指向首元结点；</a:t>
            </a:r>
          </a:p>
        </p:txBody>
      </p:sp>
      <p:grpSp>
        <p:nvGrpSpPr>
          <p:cNvPr id="3" name="组合 2">
            <a:extLst>
              <a:ext uri="{FF2B5EF4-FFF2-40B4-BE49-F238E27FC236}">
                <a16:creationId xmlns:a16="http://schemas.microsoft.com/office/drawing/2014/main" id="{6ABFD46E-B0F7-564D-B456-5C5D329CFD76}"/>
              </a:ext>
            </a:extLst>
          </p:cNvPr>
          <p:cNvGrpSpPr>
            <a:grpSpLocks/>
          </p:cNvGrpSpPr>
          <p:nvPr/>
        </p:nvGrpSpPr>
        <p:grpSpPr bwMode="auto">
          <a:xfrm>
            <a:off x="1157288" y="2247900"/>
            <a:ext cx="6681787" cy="460375"/>
            <a:chOff x="1157288" y="2247900"/>
            <a:chExt cx="6681787" cy="460375"/>
          </a:xfrm>
        </p:grpSpPr>
        <p:sp>
          <p:nvSpPr>
            <p:cNvPr id="6" name="Rectangle 9">
              <a:extLst>
                <a:ext uri="{FF2B5EF4-FFF2-40B4-BE49-F238E27FC236}">
                  <a16:creationId xmlns:a16="http://schemas.microsoft.com/office/drawing/2014/main" id="{809C7E34-BEFF-4189-8B1A-BCCADFD7D819}"/>
                </a:ext>
              </a:extLst>
            </p:cNvPr>
            <p:cNvSpPr>
              <a:spLocks/>
            </p:cNvSpPr>
            <p:nvPr/>
          </p:nvSpPr>
          <p:spPr bwMode="auto">
            <a:xfrm>
              <a:off x="1157288" y="2247900"/>
              <a:ext cx="3884612"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Lst>
          </p:spPr>
          <p:txBody>
            <a:bodyPr lIns="0" tIns="0" rIns="0" bIns="0" anchor="ct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5000"/>
                </a:lnSpc>
                <a:buClr>
                  <a:srgbClr val="FFC000"/>
                </a:buClr>
                <a:buFont typeface="Wingdings" pitchFamily="2" charset="2"/>
                <a:buChar char="n"/>
              </a:pPr>
              <a:r>
                <a:rPr lang="zh-CN" altLang="en-US">
                  <a:solidFill>
                    <a:srgbClr val="0D0D0D"/>
                  </a:solidFill>
                  <a:sym typeface="+mn-lt"/>
                </a:rPr>
                <a:t>生成一个新结点*</a:t>
              </a:r>
              <a:r>
                <a:rPr lang="en-US" altLang="zh-CN">
                  <a:solidFill>
                    <a:srgbClr val="0D0D0D"/>
                  </a:solidFill>
                  <a:sym typeface="+mn-lt"/>
                </a:rPr>
                <a:t>s</a:t>
              </a:r>
            </a:p>
          </p:txBody>
        </p:sp>
        <p:sp>
          <p:nvSpPr>
            <p:cNvPr id="17" name="Line 26">
              <a:extLst>
                <a:ext uri="{FF2B5EF4-FFF2-40B4-BE49-F238E27FC236}">
                  <a16:creationId xmlns:a16="http://schemas.microsoft.com/office/drawing/2014/main" id="{463B67BD-FDE2-41E0-8C6F-4544610DAD31}"/>
                </a:ext>
              </a:extLst>
            </p:cNvPr>
            <p:cNvSpPr>
              <a:spLocks noChangeShapeType="1"/>
            </p:cNvSpPr>
            <p:nvPr/>
          </p:nvSpPr>
          <p:spPr bwMode="auto">
            <a:xfrm>
              <a:off x="1157288" y="2708275"/>
              <a:ext cx="6681787" cy="0"/>
            </a:xfrm>
            <a:prstGeom prst="line">
              <a:avLst/>
            </a:prstGeom>
            <a:noFill/>
            <a:ln w="12700" cap="rnd">
              <a:solidFill>
                <a:srgbClr val="A0AAB4"/>
              </a:solidFill>
              <a:prstDash val="sysDot"/>
              <a:miter lim="800000"/>
              <a:headEnd/>
              <a:tailEnd/>
            </a:ln>
            <a:extLst>
              <a:ext uri="{909E8E84-426E-40DD-AFC4-6F175D3DCCD1}">
                <a14:hiddenFill xmlns:a14="http://schemas.microsoft.com/office/drawing/2010/main">
                  <a:noFill/>
                </a14:hiddenFill>
              </a:ext>
            </a:extLst>
          </p:spPr>
          <p:txBody>
            <a:bodyPr lIns="0" tIns="0" rIns="0" bIns="0"/>
            <a:lstStyle/>
            <a:p>
              <a:pPr marL="457200" indent="-457200">
                <a:buClr>
                  <a:srgbClr val="FFC000"/>
                </a:buClr>
                <a:buFont typeface="Wingdings" panose="05000000000000000000" pitchFamily="2" charset="2"/>
                <a:buChar char="n"/>
                <a:defRPr/>
              </a:pPr>
              <a:endParaRPr lang="zh-CN" altLang="en-US">
                <a:cs typeface="+mn-ea"/>
                <a:sym typeface="+mn-lt"/>
              </a:endParaRPr>
            </a:p>
          </p:txBody>
        </p:sp>
      </p:grpSp>
      <p:grpSp>
        <p:nvGrpSpPr>
          <p:cNvPr id="8" name="组合 7">
            <a:extLst>
              <a:ext uri="{FF2B5EF4-FFF2-40B4-BE49-F238E27FC236}">
                <a16:creationId xmlns:a16="http://schemas.microsoft.com/office/drawing/2014/main" id="{7F625CF3-58D8-5F43-89D9-A50CE9DC1862}"/>
              </a:ext>
            </a:extLst>
          </p:cNvPr>
          <p:cNvGrpSpPr>
            <a:grpSpLocks/>
          </p:cNvGrpSpPr>
          <p:nvPr/>
        </p:nvGrpSpPr>
        <p:grpSpPr bwMode="auto">
          <a:xfrm>
            <a:off x="468313" y="1557338"/>
            <a:ext cx="8424862" cy="661987"/>
            <a:chOff x="468162" y="1557338"/>
            <a:chExt cx="8425013" cy="661987"/>
          </a:xfrm>
        </p:grpSpPr>
        <p:sp>
          <p:nvSpPr>
            <p:cNvPr id="22" name="Rectangle 31">
              <a:extLst>
                <a:ext uri="{FF2B5EF4-FFF2-40B4-BE49-F238E27FC236}">
                  <a16:creationId xmlns:a16="http://schemas.microsoft.com/office/drawing/2014/main" id="{E5F90360-2EE6-463C-9BBC-A2DF66952B69}"/>
                </a:ext>
              </a:extLst>
            </p:cNvPr>
            <p:cNvSpPr>
              <a:spLocks/>
            </p:cNvSpPr>
            <p:nvPr/>
          </p:nvSpPr>
          <p:spPr bwMode="auto">
            <a:xfrm>
              <a:off x="1311139" y="1557338"/>
              <a:ext cx="7582036" cy="661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Lst>
          </p:spPr>
          <p:txBody>
            <a:bodyPr lIns="0" tIns="0" rIns="0" bIns="0"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5000"/>
                </a:lnSpc>
              </a:pPr>
              <a:r>
                <a:rPr lang="zh-CN" altLang="en-US" sz="2600">
                  <a:solidFill>
                    <a:srgbClr val="0D0D0D"/>
                  </a:solidFill>
                  <a:sym typeface="+mn-lt"/>
                </a:rPr>
                <a:t>根据多项式的项的个数</a:t>
              </a:r>
              <a:r>
                <a:rPr lang="en-US" altLang="zh-CN" sz="2600">
                  <a:solidFill>
                    <a:srgbClr val="0D0D0D"/>
                  </a:solidFill>
                  <a:sym typeface="+mn-lt"/>
                </a:rPr>
                <a:t>n</a:t>
              </a:r>
              <a:r>
                <a:rPr lang="zh-CN" altLang="en-US" sz="2600">
                  <a:solidFill>
                    <a:srgbClr val="0D0D0D"/>
                  </a:solidFill>
                  <a:sym typeface="+mn-lt"/>
                </a:rPr>
                <a:t>，循环</a:t>
              </a:r>
              <a:r>
                <a:rPr lang="en-US" altLang="zh-CN" sz="2600">
                  <a:solidFill>
                    <a:srgbClr val="0D0D0D"/>
                  </a:solidFill>
                  <a:sym typeface="+mn-lt"/>
                </a:rPr>
                <a:t>n</a:t>
              </a:r>
              <a:r>
                <a:rPr lang="zh-CN" altLang="en-US" sz="2600">
                  <a:solidFill>
                    <a:srgbClr val="0D0D0D"/>
                  </a:solidFill>
                  <a:sym typeface="+mn-lt"/>
                </a:rPr>
                <a:t>次执行以下操作：</a:t>
              </a:r>
              <a:endParaRPr lang="en-US" altLang="zh-CN" sz="2600">
                <a:solidFill>
                  <a:srgbClr val="0D0D0D"/>
                </a:solidFill>
                <a:sym typeface="+mn-lt"/>
              </a:endParaRPr>
            </a:p>
          </p:txBody>
        </p:sp>
        <p:grpSp>
          <p:nvGrpSpPr>
            <p:cNvPr id="23" name="Group 32">
              <a:extLst>
                <a:ext uri="{FF2B5EF4-FFF2-40B4-BE49-F238E27FC236}">
                  <a16:creationId xmlns:a16="http://schemas.microsoft.com/office/drawing/2014/main" id="{9E258751-F3BA-41CB-ACD1-E2935F096963}"/>
                </a:ext>
              </a:extLst>
            </p:cNvPr>
            <p:cNvGrpSpPr>
              <a:grpSpLocks/>
            </p:cNvGrpSpPr>
            <p:nvPr/>
          </p:nvGrpSpPr>
          <p:grpSpPr bwMode="auto">
            <a:xfrm>
              <a:off x="468162" y="1638190"/>
              <a:ext cx="552998" cy="552998"/>
              <a:chOff x="0" y="0"/>
              <a:chExt cx="336" cy="336"/>
            </a:xfrm>
            <a:solidFill>
              <a:srgbClr val="0000FF"/>
            </a:solidFill>
          </p:grpSpPr>
          <p:sp>
            <p:nvSpPr>
              <p:cNvPr id="24" name="Oval 33">
                <a:extLst>
                  <a:ext uri="{FF2B5EF4-FFF2-40B4-BE49-F238E27FC236}">
                    <a16:creationId xmlns:a16="http://schemas.microsoft.com/office/drawing/2014/main" id="{77BB02E3-EC47-4A51-8176-65A79B974F96}"/>
                  </a:ext>
                </a:extLst>
              </p:cNvPr>
              <p:cNvSpPr>
                <a:spLocks/>
              </p:cNvSpPr>
              <p:nvPr/>
            </p:nvSpPr>
            <p:spPr bwMode="auto">
              <a:xfrm>
                <a:off x="0" y="0"/>
                <a:ext cx="336" cy="336"/>
              </a:xfrm>
              <a:prstGeom prst="ellipse">
                <a:avLst/>
              </a:prstGeom>
              <a:grpFill/>
              <a:ln>
                <a:noFill/>
              </a:ln>
              <a:extLst>
                <a:ext uri="{91240B29-F687-4F45-9708-019B960494DF}">
                  <a14:hiddenLine xmlns:a14="http://schemas.microsoft.com/office/drawing/2010/main" w="25400">
                    <a:solidFill>
                      <a:schemeClr val="tx1"/>
                    </a:solidFill>
                    <a:miter lim="800000"/>
                    <a:headEnd/>
                    <a:tailEnd/>
                  </a14:hiddenLine>
                </a:ext>
              </a:extLst>
            </p:spPr>
            <p:txBody>
              <a:bodyPr lIns="0" tIns="0" rIns="0" bIns="0"/>
              <a:lstStyle>
                <a:lvl1pPr algn="ctr" eaLnBrk="0" hangingPunct="0">
                  <a:defRPr sz="2100">
                    <a:solidFill>
                      <a:srgbClr val="000000"/>
                    </a:solidFill>
                    <a:latin typeface="Gill Sans"/>
                    <a:ea typeface="ヒラギノ角ゴ ProN W3"/>
                    <a:cs typeface="ヒラギノ角ゴ ProN W3"/>
                    <a:sym typeface="Gill Sans"/>
                  </a:defRPr>
                </a:lvl1pPr>
                <a:lvl2pPr marL="742950" indent="-285750" algn="ctr" eaLnBrk="0" hangingPunct="0">
                  <a:defRPr sz="2100">
                    <a:solidFill>
                      <a:srgbClr val="000000"/>
                    </a:solidFill>
                    <a:latin typeface="Gill Sans"/>
                    <a:ea typeface="ヒラギノ角ゴ ProN W3"/>
                    <a:cs typeface="ヒラギノ角ゴ ProN W3"/>
                    <a:sym typeface="Gill Sans"/>
                  </a:defRPr>
                </a:lvl2pPr>
                <a:lvl3pPr marL="1143000" indent="-228600" algn="ctr" eaLnBrk="0" hangingPunct="0">
                  <a:defRPr sz="2100">
                    <a:solidFill>
                      <a:srgbClr val="000000"/>
                    </a:solidFill>
                    <a:latin typeface="Gill Sans"/>
                    <a:ea typeface="ヒラギノ角ゴ ProN W3"/>
                    <a:cs typeface="ヒラギノ角ゴ ProN W3"/>
                    <a:sym typeface="Gill Sans"/>
                  </a:defRPr>
                </a:lvl3pPr>
                <a:lvl4pPr marL="1600200" indent="-228600" algn="ctr" eaLnBrk="0" hangingPunct="0">
                  <a:defRPr sz="2100">
                    <a:solidFill>
                      <a:srgbClr val="000000"/>
                    </a:solidFill>
                    <a:latin typeface="Gill Sans"/>
                    <a:ea typeface="ヒラギノ角ゴ ProN W3"/>
                    <a:cs typeface="ヒラギノ角ゴ ProN W3"/>
                    <a:sym typeface="Gill Sans"/>
                  </a:defRPr>
                </a:lvl4pPr>
                <a:lvl5pPr marL="2057400" indent="-228600" algn="ctr" eaLnBrk="0" hangingPunct="0">
                  <a:defRPr sz="21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9pPr>
              </a:lstStyle>
              <a:p>
                <a:pPr eaLnBrk="1" hangingPunct="1">
                  <a:defRPr/>
                </a:pPr>
                <a:endParaRPr lang="zh-CN" altLang="zh-CN" sz="2400">
                  <a:latin typeface="+mn-lt"/>
                  <a:ea typeface="+mn-ea"/>
                  <a:cs typeface="+mn-ea"/>
                  <a:sym typeface="+mn-lt"/>
                </a:endParaRPr>
              </a:p>
            </p:txBody>
          </p:sp>
          <p:sp>
            <p:nvSpPr>
              <p:cNvPr id="25" name="Rectangle 34">
                <a:extLst>
                  <a:ext uri="{FF2B5EF4-FFF2-40B4-BE49-F238E27FC236}">
                    <a16:creationId xmlns:a16="http://schemas.microsoft.com/office/drawing/2014/main" id="{7F680FA4-2CDC-4EC9-8DCF-BCF77C0113E3}"/>
                  </a:ext>
                </a:extLst>
              </p:cNvPr>
              <p:cNvSpPr>
                <a:spLocks/>
              </p:cNvSpPr>
              <p:nvPr/>
            </p:nvSpPr>
            <p:spPr bwMode="auto">
              <a:xfrm>
                <a:off x="92" y="24"/>
                <a:ext cx="144" cy="256"/>
              </a:xfrm>
              <a:prstGeom prst="rect">
                <a:avLst/>
              </a:prstGeom>
              <a:grpFill/>
              <a:ln>
                <a:noFill/>
              </a:ln>
              <a:extLst>
                <a:ext uri="{91240B29-F687-4F45-9708-019B960494DF}">
                  <a14:hiddenLine xmlns:a14="http://schemas.microsoft.com/office/drawing/2010/main" w="12700">
                    <a:solidFill>
                      <a:schemeClr val="tx1"/>
                    </a:solidFill>
                    <a:miter lim="800000"/>
                    <a:headEnd/>
                    <a:tailEnd/>
                  </a14:hiddenLine>
                </a:ext>
              </a:extLst>
            </p:spPr>
            <p:txBody>
              <a:bodyPr lIns="0" tIns="0" rIns="0" bIns="0" anchor="ctr"/>
              <a:lstStyle>
                <a:lvl1pPr algn="ctr" eaLnBrk="0" hangingPunct="0">
                  <a:defRPr sz="2100">
                    <a:solidFill>
                      <a:srgbClr val="000000"/>
                    </a:solidFill>
                    <a:latin typeface="Gill Sans"/>
                    <a:ea typeface="ヒラギノ角ゴ ProN W3"/>
                    <a:cs typeface="ヒラギノ角ゴ ProN W3"/>
                    <a:sym typeface="Gill Sans"/>
                  </a:defRPr>
                </a:lvl1pPr>
                <a:lvl2pPr marL="742950" indent="-285750" algn="ctr" eaLnBrk="0" hangingPunct="0">
                  <a:defRPr sz="2100">
                    <a:solidFill>
                      <a:srgbClr val="000000"/>
                    </a:solidFill>
                    <a:latin typeface="Gill Sans"/>
                    <a:ea typeface="ヒラギノ角ゴ ProN W3"/>
                    <a:cs typeface="ヒラギノ角ゴ ProN W3"/>
                    <a:sym typeface="Gill Sans"/>
                  </a:defRPr>
                </a:lvl2pPr>
                <a:lvl3pPr marL="1143000" indent="-228600" algn="ctr" eaLnBrk="0" hangingPunct="0">
                  <a:defRPr sz="2100">
                    <a:solidFill>
                      <a:srgbClr val="000000"/>
                    </a:solidFill>
                    <a:latin typeface="Gill Sans"/>
                    <a:ea typeface="ヒラギノ角ゴ ProN W3"/>
                    <a:cs typeface="ヒラギノ角ゴ ProN W3"/>
                    <a:sym typeface="Gill Sans"/>
                  </a:defRPr>
                </a:lvl3pPr>
                <a:lvl4pPr marL="1600200" indent="-228600" algn="ctr" eaLnBrk="0" hangingPunct="0">
                  <a:defRPr sz="2100">
                    <a:solidFill>
                      <a:srgbClr val="000000"/>
                    </a:solidFill>
                    <a:latin typeface="Gill Sans"/>
                    <a:ea typeface="ヒラギノ角ゴ ProN W3"/>
                    <a:cs typeface="ヒラギノ角ゴ ProN W3"/>
                    <a:sym typeface="Gill Sans"/>
                  </a:defRPr>
                </a:lvl4pPr>
                <a:lvl5pPr marL="2057400" indent="-228600" algn="ctr" eaLnBrk="0" hangingPunct="0">
                  <a:defRPr sz="21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9pPr>
              </a:lstStyle>
              <a:p>
                <a:pPr eaLnBrk="1" hangingPunct="1">
                  <a:lnSpc>
                    <a:spcPct val="120000"/>
                  </a:lnSpc>
                  <a:defRPr/>
                </a:pPr>
                <a:r>
                  <a:rPr lang="en-US" altLang="zh-CN" sz="2400">
                    <a:solidFill>
                      <a:srgbClr val="FFFFFF"/>
                    </a:solidFill>
                    <a:latin typeface="+mn-lt"/>
                    <a:ea typeface="+mn-ea"/>
                    <a:cs typeface="+mn-ea"/>
                    <a:sym typeface="+mn-lt"/>
                  </a:rPr>
                  <a:t>2</a:t>
                </a:r>
              </a:p>
            </p:txBody>
          </p:sp>
        </p:grpSp>
      </p:grpSp>
      <p:sp>
        <p:nvSpPr>
          <p:cNvPr id="32" name="Rectangle 24">
            <a:extLst>
              <a:ext uri="{FF2B5EF4-FFF2-40B4-BE49-F238E27FC236}">
                <a16:creationId xmlns:a16="http://schemas.microsoft.com/office/drawing/2014/main" id="{CF09C6B4-C79C-4CF2-9168-85D86C298BF5}"/>
              </a:ext>
            </a:extLst>
          </p:cNvPr>
          <p:cNvSpPr>
            <a:spLocks/>
          </p:cNvSpPr>
          <p:nvPr/>
        </p:nvSpPr>
        <p:spPr bwMode="auto">
          <a:xfrm>
            <a:off x="1157288" y="6121400"/>
            <a:ext cx="6681787" cy="615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Lst>
        </p:spPr>
        <p:txBody>
          <a:bodyPr lIns="0" tIns="0" rIns="0" bIns="0" anchor="ct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5000"/>
              </a:lnSpc>
              <a:buClr>
                <a:srgbClr val="FFC000"/>
              </a:buClr>
              <a:buFont typeface="Wingdings" pitchFamily="2" charset="2"/>
              <a:buChar char="n"/>
            </a:pPr>
            <a:r>
              <a:rPr lang="zh-CN" altLang="en-US">
                <a:solidFill>
                  <a:srgbClr val="1E2832"/>
                </a:solidFill>
                <a:sym typeface="+mn-lt"/>
              </a:rPr>
              <a:t>将输入项结点*</a:t>
            </a:r>
            <a:r>
              <a:rPr lang="en-US" altLang="zh-CN">
                <a:solidFill>
                  <a:srgbClr val="1E2832"/>
                </a:solidFill>
                <a:sym typeface="+mn-lt"/>
              </a:rPr>
              <a:t>s</a:t>
            </a:r>
            <a:r>
              <a:rPr lang="zh-CN" altLang="en-US">
                <a:solidFill>
                  <a:srgbClr val="1E2832"/>
                </a:solidFill>
                <a:sym typeface="+mn-lt"/>
              </a:rPr>
              <a:t>插入到结点*</a:t>
            </a:r>
            <a:r>
              <a:rPr lang="en-US" altLang="zh-CN">
                <a:solidFill>
                  <a:srgbClr val="1E2832"/>
                </a:solidFill>
                <a:sym typeface="+mn-lt"/>
              </a:rPr>
              <a:t>q</a:t>
            </a:r>
            <a:r>
              <a:rPr lang="zh-CN" altLang="en-US">
                <a:solidFill>
                  <a:srgbClr val="1E2832"/>
                </a:solidFill>
                <a:sym typeface="+mn-lt"/>
              </a:rPr>
              <a:t>之前。</a:t>
            </a:r>
          </a:p>
        </p:txBody>
      </p:sp>
      <p:grpSp>
        <p:nvGrpSpPr>
          <p:cNvPr id="7" name="组合 6">
            <a:extLst>
              <a:ext uri="{FF2B5EF4-FFF2-40B4-BE49-F238E27FC236}">
                <a16:creationId xmlns:a16="http://schemas.microsoft.com/office/drawing/2014/main" id="{F9814203-95FA-334A-A80F-F1935EFD2D9F}"/>
              </a:ext>
            </a:extLst>
          </p:cNvPr>
          <p:cNvGrpSpPr>
            <a:grpSpLocks/>
          </p:cNvGrpSpPr>
          <p:nvPr/>
        </p:nvGrpSpPr>
        <p:grpSpPr bwMode="auto">
          <a:xfrm>
            <a:off x="458788" y="981075"/>
            <a:ext cx="5386387" cy="557213"/>
            <a:chOff x="458806" y="980728"/>
            <a:chExt cx="5386369" cy="557560"/>
          </a:xfrm>
        </p:grpSpPr>
        <p:grpSp>
          <p:nvGrpSpPr>
            <p:cNvPr id="19" name="Group 28">
              <a:extLst>
                <a:ext uri="{FF2B5EF4-FFF2-40B4-BE49-F238E27FC236}">
                  <a16:creationId xmlns:a16="http://schemas.microsoft.com/office/drawing/2014/main" id="{626A3EC2-F0C4-47B1-BC83-AB7B993447BC}"/>
                </a:ext>
              </a:extLst>
            </p:cNvPr>
            <p:cNvGrpSpPr>
              <a:grpSpLocks/>
            </p:cNvGrpSpPr>
            <p:nvPr/>
          </p:nvGrpSpPr>
          <p:grpSpPr bwMode="auto">
            <a:xfrm>
              <a:off x="458806" y="980728"/>
              <a:ext cx="552998" cy="552998"/>
              <a:chOff x="0" y="0"/>
              <a:chExt cx="336" cy="336"/>
            </a:xfrm>
            <a:solidFill>
              <a:srgbClr val="9476B6"/>
            </a:solidFill>
          </p:grpSpPr>
          <p:sp>
            <p:nvSpPr>
              <p:cNvPr id="20" name="Oval 29">
                <a:extLst>
                  <a:ext uri="{FF2B5EF4-FFF2-40B4-BE49-F238E27FC236}">
                    <a16:creationId xmlns:a16="http://schemas.microsoft.com/office/drawing/2014/main" id="{127EE88F-C3F6-49A9-9D7B-BAB74072F88A}"/>
                  </a:ext>
                </a:extLst>
              </p:cNvPr>
              <p:cNvSpPr>
                <a:spLocks/>
              </p:cNvSpPr>
              <p:nvPr/>
            </p:nvSpPr>
            <p:spPr bwMode="auto">
              <a:xfrm>
                <a:off x="0" y="0"/>
                <a:ext cx="336" cy="336"/>
              </a:xfrm>
              <a:prstGeom prst="ellipse">
                <a:avLst/>
              </a:prstGeom>
              <a:grpFill/>
              <a:ln>
                <a:noFill/>
              </a:ln>
              <a:extLst>
                <a:ext uri="{91240B29-F687-4F45-9708-019B960494DF}">
                  <a14:hiddenLine xmlns:a14="http://schemas.microsoft.com/office/drawing/2010/main" w="25400">
                    <a:solidFill>
                      <a:schemeClr val="tx1"/>
                    </a:solidFill>
                    <a:miter lim="800000"/>
                    <a:headEnd/>
                    <a:tailEnd/>
                  </a14:hiddenLine>
                </a:ext>
              </a:extLst>
            </p:spPr>
            <p:txBody>
              <a:bodyPr lIns="0" tIns="0" rIns="0" bIns="0"/>
              <a:lstStyle>
                <a:lvl1pPr algn="ctr" eaLnBrk="0" hangingPunct="0">
                  <a:defRPr sz="2100">
                    <a:solidFill>
                      <a:srgbClr val="000000"/>
                    </a:solidFill>
                    <a:latin typeface="Gill Sans"/>
                    <a:ea typeface="ヒラギノ角ゴ ProN W3"/>
                    <a:cs typeface="ヒラギノ角ゴ ProN W3"/>
                    <a:sym typeface="Gill Sans"/>
                  </a:defRPr>
                </a:lvl1pPr>
                <a:lvl2pPr marL="742950" indent="-285750" algn="ctr" eaLnBrk="0" hangingPunct="0">
                  <a:defRPr sz="2100">
                    <a:solidFill>
                      <a:srgbClr val="000000"/>
                    </a:solidFill>
                    <a:latin typeface="Gill Sans"/>
                    <a:ea typeface="ヒラギノ角ゴ ProN W3"/>
                    <a:cs typeface="ヒラギノ角ゴ ProN W3"/>
                    <a:sym typeface="Gill Sans"/>
                  </a:defRPr>
                </a:lvl2pPr>
                <a:lvl3pPr marL="1143000" indent="-228600" algn="ctr" eaLnBrk="0" hangingPunct="0">
                  <a:defRPr sz="2100">
                    <a:solidFill>
                      <a:srgbClr val="000000"/>
                    </a:solidFill>
                    <a:latin typeface="Gill Sans"/>
                    <a:ea typeface="ヒラギノ角ゴ ProN W3"/>
                    <a:cs typeface="ヒラギノ角ゴ ProN W3"/>
                    <a:sym typeface="Gill Sans"/>
                  </a:defRPr>
                </a:lvl3pPr>
                <a:lvl4pPr marL="1600200" indent="-228600" algn="ctr" eaLnBrk="0" hangingPunct="0">
                  <a:defRPr sz="2100">
                    <a:solidFill>
                      <a:srgbClr val="000000"/>
                    </a:solidFill>
                    <a:latin typeface="Gill Sans"/>
                    <a:ea typeface="ヒラギノ角ゴ ProN W3"/>
                    <a:cs typeface="ヒラギノ角ゴ ProN W3"/>
                    <a:sym typeface="Gill Sans"/>
                  </a:defRPr>
                </a:lvl4pPr>
                <a:lvl5pPr marL="2057400" indent="-228600" algn="ctr" eaLnBrk="0" hangingPunct="0">
                  <a:defRPr sz="21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9pPr>
              </a:lstStyle>
              <a:p>
                <a:pPr eaLnBrk="1" hangingPunct="1">
                  <a:defRPr/>
                </a:pPr>
                <a:endParaRPr lang="zh-CN" altLang="zh-CN" sz="2400">
                  <a:latin typeface="+mn-lt"/>
                  <a:ea typeface="+mn-ea"/>
                  <a:cs typeface="+mn-ea"/>
                  <a:sym typeface="+mn-lt"/>
                </a:endParaRPr>
              </a:p>
            </p:txBody>
          </p:sp>
          <p:sp>
            <p:nvSpPr>
              <p:cNvPr id="21" name="Rectangle 30">
                <a:extLst>
                  <a:ext uri="{FF2B5EF4-FFF2-40B4-BE49-F238E27FC236}">
                    <a16:creationId xmlns:a16="http://schemas.microsoft.com/office/drawing/2014/main" id="{472EA6B5-5CAC-4A53-8365-E1827FF1613E}"/>
                  </a:ext>
                </a:extLst>
              </p:cNvPr>
              <p:cNvSpPr>
                <a:spLocks/>
              </p:cNvSpPr>
              <p:nvPr/>
            </p:nvSpPr>
            <p:spPr bwMode="auto">
              <a:xfrm>
                <a:off x="92" y="24"/>
                <a:ext cx="144" cy="256"/>
              </a:xfrm>
              <a:prstGeom prst="rect">
                <a:avLst/>
              </a:prstGeom>
              <a:grpFill/>
              <a:ln>
                <a:noFill/>
              </a:ln>
              <a:extLst>
                <a:ext uri="{91240B29-F687-4F45-9708-019B960494DF}">
                  <a14:hiddenLine xmlns:a14="http://schemas.microsoft.com/office/drawing/2010/main" w="12700">
                    <a:solidFill>
                      <a:schemeClr val="tx1"/>
                    </a:solidFill>
                    <a:miter lim="800000"/>
                    <a:headEnd/>
                    <a:tailEnd/>
                  </a14:hiddenLine>
                </a:ext>
              </a:extLst>
            </p:spPr>
            <p:txBody>
              <a:bodyPr lIns="0" tIns="0" rIns="0" bIns="0" anchor="ctr"/>
              <a:lstStyle>
                <a:lvl1pPr algn="ctr" eaLnBrk="0" hangingPunct="0">
                  <a:defRPr sz="2100">
                    <a:solidFill>
                      <a:srgbClr val="000000"/>
                    </a:solidFill>
                    <a:latin typeface="Gill Sans"/>
                    <a:ea typeface="ヒラギノ角ゴ ProN W3"/>
                    <a:cs typeface="ヒラギノ角ゴ ProN W3"/>
                    <a:sym typeface="Gill Sans"/>
                  </a:defRPr>
                </a:lvl1pPr>
                <a:lvl2pPr marL="742950" indent="-285750" algn="ctr" eaLnBrk="0" hangingPunct="0">
                  <a:defRPr sz="2100">
                    <a:solidFill>
                      <a:srgbClr val="000000"/>
                    </a:solidFill>
                    <a:latin typeface="Gill Sans"/>
                    <a:ea typeface="ヒラギノ角ゴ ProN W3"/>
                    <a:cs typeface="ヒラギノ角ゴ ProN W3"/>
                    <a:sym typeface="Gill Sans"/>
                  </a:defRPr>
                </a:lvl2pPr>
                <a:lvl3pPr marL="1143000" indent="-228600" algn="ctr" eaLnBrk="0" hangingPunct="0">
                  <a:defRPr sz="2100">
                    <a:solidFill>
                      <a:srgbClr val="000000"/>
                    </a:solidFill>
                    <a:latin typeface="Gill Sans"/>
                    <a:ea typeface="ヒラギノ角ゴ ProN W3"/>
                    <a:cs typeface="ヒラギノ角ゴ ProN W3"/>
                    <a:sym typeface="Gill Sans"/>
                  </a:defRPr>
                </a:lvl3pPr>
                <a:lvl4pPr marL="1600200" indent="-228600" algn="ctr" eaLnBrk="0" hangingPunct="0">
                  <a:defRPr sz="2100">
                    <a:solidFill>
                      <a:srgbClr val="000000"/>
                    </a:solidFill>
                    <a:latin typeface="Gill Sans"/>
                    <a:ea typeface="ヒラギノ角ゴ ProN W3"/>
                    <a:cs typeface="ヒラギノ角ゴ ProN W3"/>
                    <a:sym typeface="Gill Sans"/>
                  </a:defRPr>
                </a:lvl4pPr>
                <a:lvl5pPr marL="2057400" indent="-228600" algn="ctr" eaLnBrk="0" hangingPunct="0">
                  <a:defRPr sz="21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100">
                    <a:solidFill>
                      <a:srgbClr val="000000"/>
                    </a:solidFill>
                    <a:latin typeface="Gill Sans"/>
                    <a:ea typeface="ヒラギノ角ゴ ProN W3"/>
                    <a:cs typeface="ヒラギノ角ゴ ProN W3"/>
                    <a:sym typeface="Gill Sans"/>
                  </a:defRPr>
                </a:lvl9pPr>
              </a:lstStyle>
              <a:p>
                <a:pPr eaLnBrk="1" hangingPunct="1">
                  <a:lnSpc>
                    <a:spcPct val="120000"/>
                  </a:lnSpc>
                  <a:defRPr/>
                </a:pPr>
                <a:r>
                  <a:rPr lang="en-US" altLang="zh-CN" sz="2400">
                    <a:solidFill>
                      <a:srgbClr val="FFFFFF"/>
                    </a:solidFill>
                    <a:latin typeface="+mn-lt"/>
                    <a:ea typeface="+mn-ea"/>
                    <a:cs typeface="+mn-ea"/>
                    <a:sym typeface="+mn-lt"/>
                  </a:rPr>
                  <a:t>1</a:t>
                </a:r>
              </a:p>
            </p:txBody>
          </p:sp>
        </p:grpSp>
        <p:sp>
          <p:nvSpPr>
            <p:cNvPr id="2" name="矩形 1">
              <a:extLst>
                <a:ext uri="{FF2B5EF4-FFF2-40B4-BE49-F238E27FC236}">
                  <a16:creationId xmlns:a16="http://schemas.microsoft.com/office/drawing/2014/main" id="{2338E3A3-6EDE-4B5C-A10F-9673A633A99C}"/>
                </a:ext>
              </a:extLst>
            </p:cNvPr>
            <p:cNvSpPr/>
            <p:nvPr/>
          </p:nvSpPr>
          <p:spPr>
            <a:xfrm>
              <a:off x="1157304" y="991848"/>
              <a:ext cx="4687871" cy="546440"/>
            </a:xfrm>
            <a:prstGeom prst="rect">
              <a:avLst/>
            </a:prstGeom>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lnSpc>
                  <a:spcPct val="125000"/>
                </a:lnSpc>
              </a:pPr>
              <a:r>
                <a:rPr lang="zh-CN" altLang="en-US" sz="2600">
                  <a:solidFill>
                    <a:srgbClr val="0D0D0D"/>
                  </a:solidFill>
                  <a:ea typeface="微软雅黑" panose="020B0503020204020204" pitchFamily="34" charset="-122"/>
                  <a:sym typeface="+mn-lt"/>
                </a:rPr>
                <a:t>创建一个只有头结点的空链表。</a:t>
              </a:r>
            </a:p>
          </p:txBody>
        </p:sp>
      </p:grpSp>
      <p:grpSp>
        <p:nvGrpSpPr>
          <p:cNvPr id="4" name="组合 3">
            <a:extLst>
              <a:ext uri="{FF2B5EF4-FFF2-40B4-BE49-F238E27FC236}">
                <a16:creationId xmlns:a16="http://schemas.microsoft.com/office/drawing/2014/main" id="{216F4FE5-636C-494D-8FAA-51F0E947281F}"/>
              </a:ext>
            </a:extLst>
          </p:cNvPr>
          <p:cNvGrpSpPr>
            <a:grpSpLocks/>
          </p:cNvGrpSpPr>
          <p:nvPr/>
        </p:nvGrpSpPr>
        <p:grpSpPr bwMode="auto">
          <a:xfrm>
            <a:off x="1157288" y="2801938"/>
            <a:ext cx="7735887" cy="611187"/>
            <a:chOff x="1157288" y="2801938"/>
            <a:chExt cx="7735887" cy="611187"/>
          </a:xfrm>
        </p:grpSpPr>
        <p:sp>
          <p:nvSpPr>
            <p:cNvPr id="9" name="Rectangle 14">
              <a:extLst>
                <a:ext uri="{FF2B5EF4-FFF2-40B4-BE49-F238E27FC236}">
                  <a16:creationId xmlns:a16="http://schemas.microsoft.com/office/drawing/2014/main" id="{B8F081CC-1055-4A0D-9431-A4116D250A81}"/>
                </a:ext>
              </a:extLst>
            </p:cNvPr>
            <p:cNvSpPr>
              <a:spLocks/>
            </p:cNvSpPr>
            <p:nvPr/>
          </p:nvSpPr>
          <p:spPr bwMode="auto">
            <a:xfrm>
              <a:off x="1157288" y="2801938"/>
              <a:ext cx="7735887" cy="588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Lst>
          </p:spPr>
          <p:txBody>
            <a:bodyPr lIns="0" tIns="0" rIns="0" bIns="0" anchor="ct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buClr>
                  <a:srgbClr val="FFC000"/>
                </a:buClr>
                <a:buFont typeface="Wingdings" pitchFamily="2" charset="2"/>
                <a:buChar char="n"/>
              </a:pPr>
              <a:r>
                <a:rPr lang="zh-CN" altLang="en-US">
                  <a:solidFill>
                    <a:srgbClr val="1E2832"/>
                  </a:solidFill>
                  <a:sym typeface="+mn-lt"/>
                </a:rPr>
                <a:t>输入多项式当前项的系数和指数赋给新结点*</a:t>
              </a:r>
              <a:r>
                <a:rPr lang="en-US" altLang="zh-CN">
                  <a:solidFill>
                    <a:srgbClr val="1E2832"/>
                  </a:solidFill>
                  <a:sym typeface="+mn-lt"/>
                </a:rPr>
                <a:t>s</a:t>
              </a:r>
              <a:r>
                <a:rPr lang="zh-CN" altLang="en-US">
                  <a:solidFill>
                    <a:srgbClr val="1E2832"/>
                  </a:solidFill>
                  <a:sym typeface="+mn-lt"/>
                </a:rPr>
                <a:t>的数据域；</a:t>
              </a:r>
            </a:p>
          </p:txBody>
        </p:sp>
        <p:sp>
          <p:nvSpPr>
            <p:cNvPr id="35" name="Line 26">
              <a:extLst>
                <a:ext uri="{FF2B5EF4-FFF2-40B4-BE49-F238E27FC236}">
                  <a16:creationId xmlns:a16="http://schemas.microsoft.com/office/drawing/2014/main" id="{07FE0BAD-DBF0-4C6F-BDDF-5E35489D277A}"/>
                </a:ext>
              </a:extLst>
            </p:cNvPr>
            <p:cNvSpPr>
              <a:spLocks noChangeShapeType="1"/>
            </p:cNvSpPr>
            <p:nvPr/>
          </p:nvSpPr>
          <p:spPr bwMode="auto">
            <a:xfrm>
              <a:off x="1220788" y="3357563"/>
              <a:ext cx="7672387" cy="55562"/>
            </a:xfrm>
            <a:prstGeom prst="line">
              <a:avLst/>
            </a:prstGeom>
            <a:noFill/>
            <a:ln w="12700" cap="rnd">
              <a:solidFill>
                <a:srgbClr val="A0AAB4"/>
              </a:solidFill>
              <a:prstDash val="sysDot"/>
              <a:miter lim="800000"/>
              <a:headEnd/>
              <a:tailEnd/>
            </a:ln>
            <a:extLst>
              <a:ext uri="{909E8E84-426E-40DD-AFC4-6F175D3DCCD1}">
                <a14:hiddenFill xmlns:a14="http://schemas.microsoft.com/office/drawing/2010/main">
                  <a:noFill/>
                </a14:hiddenFill>
              </a:ext>
            </a:extLst>
          </p:spPr>
          <p:txBody>
            <a:bodyPr lIns="0" tIns="0" rIns="0" bIns="0"/>
            <a:lstStyle/>
            <a:p>
              <a:pPr marL="457200" indent="-457200">
                <a:buClr>
                  <a:srgbClr val="FFC000"/>
                </a:buClr>
                <a:buFont typeface="Wingdings" panose="05000000000000000000" pitchFamily="2" charset="2"/>
                <a:buChar char="n"/>
                <a:defRPr/>
              </a:pPr>
              <a:endParaRPr lang="zh-CN" altLang="en-US">
                <a:cs typeface="+mn-ea"/>
                <a:sym typeface="+mn-lt"/>
              </a:endParaRPr>
            </a:p>
          </p:txBody>
        </p:sp>
      </p:grpSp>
      <p:grpSp>
        <p:nvGrpSpPr>
          <p:cNvPr id="10" name="组合 9">
            <a:extLst>
              <a:ext uri="{FF2B5EF4-FFF2-40B4-BE49-F238E27FC236}">
                <a16:creationId xmlns:a16="http://schemas.microsoft.com/office/drawing/2014/main" id="{0A89062F-F562-694C-B746-1D85840021DF}"/>
              </a:ext>
            </a:extLst>
          </p:cNvPr>
          <p:cNvGrpSpPr>
            <a:grpSpLocks/>
          </p:cNvGrpSpPr>
          <p:nvPr/>
        </p:nvGrpSpPr>
        <p:grpSpPr bwMode="auto">
          <a:xfrm>
            <a:off x="1174750" y="3429000"/>
            <a:ext cx="7718425" cy="935038"/>
            <a:chOff x="1174750" y="3429000"/>
            <a:chExt cx="7718425" cy="935831"/>
          </a:xfrm>
        </p:grpSpPr>
        <p:sp>
          <p:nvSpPr>
            <p:cNvPr id="12" name="Rectangle 19">
              <a:extLst>
                <a:ext uri="{FF2B5EF4-FFF2-40B4-BE49-F238E27FC236}">
                  <a16:creationId xmlns:a16="http://schemas.microsoft.com/office/drawing/2014/main" id="{BCD8B62C-B9AF-4258-ABE1-3311AED5182D}"/>
                </a:ext>
              </a:extLst>
            </p:cNvPr>
            <p:cNvSpPr>
              <a:spLocks/>
            </p:cNvSpPr>
            <p:nvPr/>
          </p:nvSpPr>
          <p:spPr bwMode="auto">
            <a:xfrm>
              <a:off x="1174750" y="3429000"/>
              <a:ext cx="7718425" cy="9294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Lst>
          </p:spPr>
          <p:txBody>
            <a:bodyPr lIns="0" tIns="0" rIns="0" bIns="0" anchor="ct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buClr>
                  <a:srgbClr val="FFC000"/>
                </a:buClr>
                <a:buFont typeface="Wingdings" pitchFamily="2" charset="2"/>
                <a:buChar char="n"/>
              </a:pPr>
              <a:r>
                <a:rPr lang="zh-CN" altLang="en-US">
                  <a:solidFill>
                    <a:srgbClr val="1E2832"/>
                  </a:solidFill>
                  <a:sym typeface="+mn-lt"/>
                </a:rPr>
                <a:t>设置一前驱指针</a:t>
              </a:r>
              <a:r>
                <a:rPr lang="en-US" altLang="zh-CN">
                  <a:solidFill>
                    <a:srgbClr val="1E2832"/>
                  </a:solidFill>
                  <a:sym typeface="+mn-lt"/>
                </a:rPr>
                <a:t>pre</a:t>
              </a:r>
              <a:r>
                <a:rPr lang="zh-CN" altLang="en-US">
                  <a:solidFill>
                    <a:srgbClr val="1E2832"/>
                  </a:solidFill>
                  <a:sym typeface="+mn-lt"/>
                </a:rPr>
                <a:t>，用于指向待找到的第一个大于输入项指数的结点的前驱，</a:t>
              </a:r>
              <a:r>
                <a:rPr lang="en-US" altLang="zh-CN">
                  <a:solidFill>
                    <a:srgbClr val="1E2832"/>
                  </a:solidFill>
                  <a:sym typeface="+mn-lt"/>
                </a:rPr>
                <a:t>pre</a:t>
              </a:r>
              <a:r>
                <a:rPr lang="zh-CN" altLang="en-US">
                  <a:solidFill>
                    <a:srgbClr val="1E2832"/>
                  </a:solidFill>
                  <a:sym typeface="+mn-lt"/>
                </a:rPr>
                <a:t>初值指向头结点；</a:t>
              </a:r>
            </a:p>
          </p:txBody>
        </p:sp>
        <p:sp>
          <p:nvSpPr>
            <p:cNvPr id="37" name="Line 26">
              <a:extLst>
                <a:ext uri="{FF2B5EF4-FFF2-40B4-BE49-F238E27FC236}">
                  <a16:creationId xmlns:a16="http://schemas.microsoft.com/office/drawing/2014/main" id="{A65A21D0-45C8-4E79-BF97-09F7DDE6B047}"/>
                </a:ext>
              </a:extLst>
            </p:cNvPr>
            <p:cNvSpPr>
              <a:spLocks noChangeShapeType="1"/>
            </p:cNvSpPr>
            <p:nvPr/>
          </p:nvSpPr>
          <p:spPr bwMode="auto">
            <a:xfrm flipV="1">
              <a:off x="1174750" y="4340998"/>
              <a:ext cx="7718425" cy="23833"/>
            </a:xfrm>
            <a:prstGeom prst="line">
              <a:avLst/>
            </a:prstGeom>
            <a:noFill/>
            <a:ln w="12700" cap="rnd">
              <a:solidFill>
                <a:srgbClr val="A0AAB4"/>
              </a:solidFill>
              <a:prstDash val="sysDot"/>
              <a:miter lim="800000"/>
              <a:headEnd/>
              <a:tailEnd/>
            </a:ln>
            <a:extLst>
              <a:ext uri="{909E8E84-426E-40DD-AFC4-6F175D3DCCD1}">
                <a14:hiddenFill xmlns:a14="http://schemas.microsoft.com/office/drawing/2010/main">
                  <a:noFill/>
                </a14:hiddenFill>
              </a:ext>
            </a:extLst>
          </p:spPr>
          <p:txBody>
            <a:bodyPr lIns="0" tIns="0" rIns="0" bIns="0"/>
            <a:lstStyle/>
            <a:p>
              <a:pPr marL="457200" indent="-457200">
                <a:buClr>
                  <a:srgbClr val="FFC000"/>
                </a:buClr>
                <a:buFont typeface="Wingdings" panose="05000000000000000000" pitchFamily="2" charset="2"/>
                <a:buChar char="n"/>
                <a:defRPr/>
              </a:pPr>
              <a:endParaRPr lang="zh-CN" altLang="en-US">
                <a:cs typeface="+mn-ea"/>
                <a:sym typeface="+mn-lt"/>
              </a:endParaRPr>
            </a:p>
          </p:txBody>
        </p:sp>
      </p:grpSp>
      <p:grpSp>
        <p:nvGrpSpPr>
          <p:cNvPr id="5" name="组合 4">
            <a:extLst>
              <a:ext uri="{FF2B5EF4-FFF2-40B4-BE49-F238E27FC236}">
                <a16:creationId xmlns:a16="http://schemas.microsoft.com/office/drawing/2014/main" id="{23B1B688-B2C4-B84F-A386-3022C34FB8DA}"/>
              </a:ext>
            </a:extLst>
          </p:cNvPr>
          <p:cNvGrpSpPr>
            <a:grpSpLocks/>
          </p:cNvGrpSpPr>
          <p:nvPr/>
        </p:nvGrpSpPr>
        <p:grpSpPr bwMode="auto">
          <a:xfrm>
            <a:off x="1157288" y="5084763"/>
            <a:ext cx="7735887" cy="1065212"/>
            <a:chOff x="1157288" y="5084763"/>
            <a:chExt cx="7735887" cy="1065212"/>
          </a:xfrm>
        </p:grpSpPr>
        <p:sp>
          <p:nvSpPr>
            <p:cNvPr id="29" name="Rectangle 19">
              <a:extLst>
                <a:ext uri="{FF2B5EF4-FFF2-40B4-BE49-F238E27FC236}">
                  <a16:creationId xmlns:a16="http://schemas.microsoft.com/office/drawing/2014/main" id="{2FA9F86B-6FEF-402F-A67F-1772FC240911}"/>
                </a:ext>
              </a:extLst>
            </p:cNvPr>
            <p:cNvSpPr>
              <a:spLocks/>
            </p:cNvSpPr>
            <p:nvPr/>
          </p:nvSpPr>
          <p:spPr bwMode="auto">
            <a:xfrm>
              <a:off x="1174750" y="5200650"/>
              <a:ext cx="7718425" cy="854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Lst>
          </p:spPr>
          <p:txBody>
            <a:bodyPr lIns="0" tIns="0" rIns="0" bIns="0" anchor="ct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buClr>
                  <a:srgbClr val="FFC000"/>
                </a:buClr>
                <a:buFont typeface="Wingdings" pitchFamily="2" charset="2"/>
                <a:buChar char="n"/>
              </a:pPr>
              <a:r>
                <a:rPr lang="zh-CN" altLang="en-US">
                  <a:solidFill>
                    <a:srgbClr val="1E2832"/>
                  </a:solidFill>
                  <a:sym typeface="+mn-lt"/>
                </a:rPr>
                <a:t>循链向下逐个比较链表中当前结点与输入项指数，找到第一个大于输入项指数的结点*</a:t>
              </a:r>
              <a:r>
                <a:rPr lang="en-US" altLang="zh-CN">
                  <a:solidFill>
                    <a:srgbClr val="1E2832"/>
                  </a:solidFill>
                  <a:sym typeface="+mn-lt"/>
                </a:rPr>
                <a:t>q</a:t>
              </a:r>
              <a:r>
                <a:rPr lang="zh-CN" altLang="en-US">
                  <a:solidFill>
                    <a:srgbClr val="1E2832"/>
                  </a:solidFill>
                  <a:sym typeface="+mn-lt"/>
                </a:rPr>
                <a:t>；</a:t>
              </a:r>
            </a:p>
          </p:txBody>
        </p:sp>
        <p:sp>
          <p:nvSpPr>
            <p:cNvPr id="39" name="Line 26">
              <a:extLst>
                <a:ext uri="{FF2B5EF4-FFF2-40B4-BE49-F238E27FC236}">
                  <a16:creationId xmlns:a16="http://schemas.microsoft.com/office/drawing/2014/main" id="{C551AABA-1224-4C07-B08E-FE23869BD747}"/>
                </a:ext>
              </a:extLst>
            </p:cNvPr>
            <p:cNvSpPr>
              <a:spLocks noChangeShapeType="1"/>
            </p:cNvSpPr>
            <p:nvPr/>
          </p:nvSpPr>
          <p:spPr bwMode="auto">
            <a:xfrm>
              <a:off x="1174750" y="5084763"/>
              <a:ext cx="7718425" cy="19050"/>
            </a:xfrm>
            <a:prstGeom prst="line">
              <a:avLst/>
            </a:prstGeom>
            <a:noFill/>
            <a:ln w="12700" cap="rnd">
              <a:solidFill>
                <a:srgbClr val="A0AAB4"/>
              </a:solidFill>
              <a:prstDash val="sysDot"/>
              <a:miter lim="800000"/>
              <a:headEnd/>
              <a:tailEnd/>
            </a:ln>
            <a:extLst>
              <a:ext uri="{909E8E84-426E-40DD-AFC4-6F175D3DCCD1}">
                <a14:hiddenFill xmlns:a14="http://schemas.microsoft.com/office/drawing/2010/main">
                  <a:noFill/>
                </a14:hiddenFill>
              </a:ext>
            </a:extLst>
          </p:spPr>
          <p:txBody>
            <a:bodyPr lIns="0" tIns="0" rIns="0" bIns="0"/>
            <a:lstStyle/>
            <a:p>
              <a:pPr marL="457200" indent="-457200">
                <a:buClr>
                  <a:srgbClr val="FFC000"/>
                </a:buClr>
                <a:buFont typeface="Wingdings" panose="05000000000000000000" pitchFamily="2" charset="2"/>
                <a:buChar char="n"/>
                <a:defRPr/>
              </a:pPr>
              <a:endParaRPr lang="zh-CN" altLang="en-US">
                <a:cs typeface="+mn-ea"/>
                <a:sym typeface="+mn-lt"/>
              </a:endParaRPr>
            </a:p>
          </p:txBody>
        </p:sp>
        <p:sp>
          <p:nvSpPr>
            <p:cNvPr id="41" name="Line 26">
              <a:extLst>
                <a:ext uri="{FF2B5EF4-FFF2-40B4-BE49-F238E27FC236}">
                  <a16:creationId xmlns:a16="http://schemas.microsoft.com/office/drawing/2014/main" id="{8E9243F1-22C7-4873-B6E0-C1C771AFFB0A}"/>
                </a:ext>
              </a:extLst>
            </p:cNvPr>
            <p:cNvSpPr>
              <a:spLocks noChangeShapeType="1"/>
            </p:cNvSpPr>
            <p:nvPr/>
          </p:nvSpPr>
          <p:spPr bwMode="auto">
            <a:xfrm>
              <a:off x="1157288" y="6092825"/>
              <a:ext cx="7735887" cy="57150"/>
            </a:xfrm>
            <a:prstGeom prst="line">
              <a:avLst/>
            </a:prstGeom>
            <a:noFill/>
            <a:ln w="12700" cap="rnd">
              <a:solidFill>
                <a:srgbClr val="A0AAB4"/>
              </a:solidFill>
              <a:prstDash val="sysDot"/>
              <a:miter lim="800000"/>
              <a:headEnd/>
              <a:tailEnd/>
            </a:ln>
            <a:extLst>
              <a:ext uri="{909E8E84-426E-40DD-AFC4-6F175D3DCCD1}">
                <a14:hiddenFill xmlns:a14="http://schemas.microsoft.com/office/drawing/2010/main">
                  <a:noFill/>
                </a14:hiddenFill>
              </a:ext>
            </a:extLst>
          </p:spPr>
          <p:txBody>
            <a:bodyPr lIns="0" tIns="0" rIns="0" bIns="0"/>
            <a:lstStyle/>
            <a:p>
              <a:pPr marL="457200" indent="-457200">
                <a:buClr>
                  <a:srgbClr val="FFC000"/>
                </a:buClr>
                <a:buFont typeface="Wingdings" panose="05000000000000000000" pitchFamily="2" charset="2"/>
                <a:buChar char="n"/>
                <a:defRPr/>
              </a:pPr>
              <a:endParaRPr lang="zh-CN" altLang="en-US">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500"/>
                                        <p:tgtEl>
                                          <p:spTgt spid="7"/>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500"/>
                                        <p:tgtEl>
                                          <p:spTgt spid="8"/>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500"/>
                                        <p:tgtEl>
                                          <p:spTgt spid="3"/>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2" presetClass="entr" presetSubtype="8" fill="hold"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wipe(left)">
                                      <p:cBhvr>
                                        <p:cTn id="22" dur="500"/>
                                        <p:tgtEl>
                                          <p:spTgt spid="4"/>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22" presetClass="entr" presetSubtype="8"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wipe(left)">
                                      <p:cBhvr>
                                        <p:cTn id="32" dur="500"/>
                                        <p:tgtEl>
                                          <p:spTgt spid="15"/>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22" presetClass="entr" presetSubtype="8"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500"/>
                                        <p:tgtEl>
                                          <p:spTgt spid="5"/>
                                        </p:tgtEl>
                                      </p:cBhvr>
                                    </p:animEffect>
                                  </p:childTnLst>
                                </p:cTn>
                              </p:par>
                            </p:childTnLst>
                          </p:cTn>
                        </p:par>
                      </p:childTnLst>
                    </p:cTn>
                  </p:par>
                  <p:par>
                    <p:cTn id="38" fill="hold" nodeType="clickPar">
                      <p:stCondLst>
                        <p:cond delay="indefinite"/>
                      </p:stCondLst>
                      <p:childTnLst>
                        <p:par>
                          <p:cTn id="39" fill="hold" nodeType="withGroup">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32" grpId="0"/>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Text Box 5">
            <a:extLst>
              <a:ext uri="{FF2B5EF4-FFF2-40B4-BE49-F238E27FC236}">
                <a16:creationId xmlns:a16="http://schemas.microsoft.com/office/drawing/2014/main" id="{5F576814-BE97-4F67-A4DB-CF624119B352}"/>
              </a:ext>
            </a:extLst>
          </p:cNvPr>
          <p:cNvSpPr txBox="1">
            <a:spLocks noChangeArrowheads="1"/>
          </p:cNvSpPr>
          <p:nvPr/>
        </p:nvSpPr>
        <p:spPr bwMode="auto">
          <a:xfrm>
            <a:off x="250825" y="836613"/>
            <a:ext cx="8718550" cy="5940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en-US" altLang="zh-CN" sz="2000">
                <a:sym typeface="+mn-lt"/>
              </a:rPr>
              <a:t>void CreatePolyn(Polynomial &amp;P,int n)</a:t>
            </a:r>
            <a:endParaRPr lang="zh-CN" altLang="en-US" sz="2000">
              <a:sym typeface="+mn-lt"/>
            </a:endParaRPr>
          </a:p>
          <a:p>
            <a:pPr eaLnBrk="1" hangingPunct="1">
              <a:lnSpc>
                <a:spcPct val="100000"/>
              </a:lnSpc>
            </a:pPr>
            <a:r>
              <a:rPr lang="en-US" altLang="zh-CN" sz="2000">
                <a:sym typeface="+mn-lt"/>
              </a:rPr>
              <a:t>{//</a:t>
            </a:r>
            <a:r>
              <a:rPr lang="zh-CN" altLang="en-US" sz="2000">
                <a:sym typeface="+mn-lt"/>
              </a:rPr>
              <a:t>输入</a:t>
            </a:r>
            <a:r>
              <a:rPr lang="en-US" altLang="zh-CN" sz="2000">
                <a:sym typeface="+mn-lt"/>
              </a:rPr>
              <a:t>m</a:t>
            </a:r>
            <a:r>
              <a:rPr lang="zh-CN" altLang="en-US" sz="2000">
                <a:sym typeface="+mn-lt"/>
              </a:rPr>
              <a:t>项的系数和指数，建立表示多项式的有序链表</a:t>
            </a:r>
            <a:r>
              <a:rPr lang="en-US" altLang="zh-CN" sz="2000">
                <a:sym typeface="+mn-lt"/>
              </a:rPr>
              <a:t>P</a:t>
            </a:r>
            <a:endParaRPr lang="zh-CN" altLang="en-US" sz="2000">
              <a:sym typeface="+mn-lt"/>
            </a:endParaRPr>
          </a:p>
          <a:p>
            <a:pPr eaLnBrk="1" hangingPunct="1">
              <a:lnSpc>
                <a:spcPct val="100000"/>
              </a:lnSpc>
            </a:pPr>
            <a:r>
              <a:rPr lang="en-US" altLang="zh-CN" sz="2000">
                <a:sym typeface="+mn-lt"/>
              </a:rPr>
              <a:t>   P=new PNode; </a:t>
            </a:r>
            <a:endParaRPr lang="zh-CN" altLang="en-US" sz="2000">
              <a:sym typeface="+mn-lt"/>
            </a:endParaRPr>
          </a:p>
          <a:p>
            <a:pPr eaLnBrk="1" hangingPunct="1">
              <a:lnSpc>
                <a:spcPct val="100000"/>
              </a:lnSpc>
            </a:pPr>
            <a:r>
              <a:rPr lang="en-US" altLang="zh-CN" sz="2000">
                <a:sym typeface="+mn-lt"/>
              </a:rPr>
              <a:t>   P-&gt;next=NULL;		//</a:t>
            </a:r>
            <a:r>
              <a:rPr lang="zh-CN" altLang="en-US" sz="2000">
                <a:sym typeface="+mn-lt"/>
              </a:rPr>
              <a:t>先建立一个带头结点的单链表 </a:t>
            </a:r>
          </a:p>
          <a:p>
            <a:pPr eaLnBrk="1" hangingPunct="1">
              <a:lnSpc>
                <a:spcPct val="100000"/>
              </a:lnSpc>
            </a:pPr>
            <a:r>
              <a:rPr lang="en-US" altLang="zh-CN" sz="2000">
                <a:sym typeface="+mn-lt"/>
              </a:rPr>
              <a:t>   for(i=1;i&lt;=n;++i)		//</a:t>
            </a:r>
            <a:r>
              <a:rPr lang="zh-CN" altLang="en-US" sz="2000">
                <a:sym typeface="+mn-lt"/>
              </a:rPr>
              <a:t>依次输入</a:t>
            </a:r>
            <a:r>
              <a:rPr lang="en-US" altLang="zh-CN" sz="2000">
                <a:sym typeface="+mn-lt"/>
              </a:rPr>
              <a:t>n</a:t>
            </a:r>
            <a:r>
              <a:rPr lang="zh-CN" altLang="en-US" sz="2000">
                <a:sym typeface="+mn-lt"/>
              </a:rPr>
              <a:t>个非零项</a:t>
            </a:r>
          </a:p>
          <a:p>
            <a:pPr eaLnBrk="1" hangingPunct="1">
              <a:lnSpc>
                <a:spcPct val="100000"/>
              </a:lnSpc>
            </a:pPr>
            <a:r>
              <a:rPr lang="en-US" altLang="zh-CN" sz="2000">
                <a:sym typeface="+mn-lt"/>
              </a:rPr>
              <a:t>   {</a:t>
            </a:r>
            <a:endParaRPr lang="zh-CN" altLang="en-US" sz="2000">
              <a:sym typeface="+mn-lt"/>
            </a:endParaRPr>
          </a:p>
          <a:p>
            <a:pPr eaLnBrk="1" hangingPunct="1">
              <a:lnSpc>
                <a:spcPct val="100000"/>
              </a:lnSpc>
            </a:pPr>
            <a:r>
              <a:rPr lang="en-US" altLang="zh-CN" sz="2000">
                <a:sym typeface="+mn-lt"/>
              </a:rPr>
              <a:t>      s=new PNode;		//</a:t>
            </a:r>
            <a:r>
              <a:rPr lang="zh-CN" altLang="en-US" sz="2000">
                <a:sym typeface="+mn-lt"/>
              </a:rPr>
              <a:t>生成新结点 </a:t>
            </a:r>
          </a:p>
          <a:p>
            <a:pPr eaLnBrk="1" hangingPunct="1">
              <a:lnSpc>
                <a:spcPct val="100000"/>
              </a:lnSpc>
            </a:pPr>
            <a:r>
              <a:rPr lang="en-US" altLang="zh-CN" sz="2000">
                <a:sym typeface="+mn-lt"/>
              </a:rPr>
              <a:t>      cin&gt;&gt;s-&gt;coef&gt;&gt;s-&gt;expn;	//</a:t>
            </a:r>
            <a:r>
              <a:rPr lang="zh-CN" altLang="en-US" sz="2000">
                <a:sym typeface="+mn-lt"/>
              </a:rPr>
              <a:t>输入系数和指数 </a:t>
            </a:r>
          </a:p>
          <a:p>
            <a:pPr eaLnBrk="1" hangingPunct="1">
              <a:lnSpc>
                <a:spcPct val="100000"/>
              </a:lnSpc>
            </a:pPr>
            <a:r>
              <a:rPr lang="en-US" altLang="zh-CN" sz="2000">
                <a:sym typeface="+mn-lt"/>
              </a:rPr>
              <a:t>      pre=P;			//pre</a:t>
            </a:r>
            <a:r>
              <a:rPr lang="zh-CN" altLang="en-US" sz="2000">
                <a:sym typeface="+mn-lt"/>
              </a:rPr>
              <a:t>用于保存</a:t>
            </a:r>
            <a:r>
              <a:rPr lang="en-US" altLang="zh-CN" sz="2000">
                <a:sym typeface="+mn-lt"/>
              </a:rPr>
              <a:t>q</a:t>
            </a:r>
            <a:r>
              <a:rPr lang="zh-CN" altLang="en-US" sz="2000">
                <a:sym typeface="+mn-lt"/>
              </a:rPr>
              <a:t>的前驱，初值为头结点 </a:t>
            </a:r>
          </a:p>
          <a:p>
            <a:pPr eaLnBrk="1" hangingPunct="1">
              <a:lnSpc>
                <a:spcPct val="100000"/>
              </a:lnSpc>
            </a:pPr>
            <a:r>
              <a:rPr lang="en-US" altLang="zh-CN" sz="2000">
                <a:sym typeface="+mn-lt"/>
              </a:rPr>
              <a:t>      q=P-&gt;next;			//q</a:t>
            </a:r>
            <a:r>
              <a:rPr lang="zh-CN" altLang="en-US" sz="2000">
                <a:sym typeface="+mn-lt"/>
              </a:rPr>
              <a:t>初始化，指向首元结点</a:t>
            </a:r>
          </a:p>
          <a:p>
            <a:pPr eaLnBrk="1" hangingPunct="1">
              <a:lnSpc>
                <a:spcPct val="100000"/>
              </a:lnSpc>
            </a:pPr>
            <a:r>
              <a:rPr lang="en-US" altLang="zh-CN" sz="2000">
                <a:sym typeface="+mn-lt"/>
              </a:rPr>
              <a:t>      while(q&amp;&amp;q-&gt;expn&lt;s-&gt;expn)	//</a:t>
            </a:r>
            <a:r>
              <a:rPr lang="zh-CN" altLang="en-US" sz="2000">
                <a:sym typeface="+mn-lt"/>
              </a:rPr>
              <a:t>找到第一个大于输入项指数的项</a:t>
            </a:r>
            <a:r>
              <a:rPr lang="en-US" altLang="zh-CN" sz="2000">
                <a:sym typeface="+mn-lt"/>
              </a:rPr>
              <a:t>*q</a:t>
            </a:r>
            <a:endParaRPr lang="zh-CN" altLang="en-US" sz="2000">
              <a:sym typeface="+mn-lt"/>
            </a:endParaRPr>
          </a:p>
          <a:p>
            <a:pPr eaLnBrk="1" hangingPunct="1">
              <a:lnSpc>
                <a:spcPct val="100000"/>
              </a:lnSpc>
            </a:pPr>
            <a:r>
              <a:rPr lang="en-US" altLang="zh-CN" sz="2000">
                <a:sym typeface="+mn-lt"/>
              </a:rPr>
              <a:t>      {</a:t>
            </a:r>
            <a:endParaRPr lang="zh-CN" altLang="en-US" sz="2000">
              <a:sym typeface="+mn-lt"/>
            </a:endParaRPr>
          </a:p>
          <a:p>
            <a:pPr eaLnBrk="1" hangingPunct="1">
              <a:lnSpc>
                <a:spcPct val="100000"/>
              </a:lnSpc>
            </a:pPr>
            <a:r>
              <a:rPr lang="en-US" altLang="zh-CN" sz="2000">
                <a:sym typeface="+mn-lt"/>
              </a:rPr>
              <a:t>         pre=q; </a:t>
            </a:r>
            <a:endParaRPr lang="zh-CN" altLang="en-US" sz="2000">
              <a:sym typeface="+mn-lt"/>
            </a:endParaRPr>
          </a:p>
          <a:p>
            <a:pPr eaLnBrk="1" hangingPunct="1">
              <a:lnSpc>
                <a:spcPct val="100000"/>
              </a:lnSpc>
            </a:pPr>
            <a:r>
              <a:rPr lang="en-US" altLang="zh-CN" sz="2000">
                <a:sym typeface="+mn-lt"/>
              </a:rPr>
              <a:t>         q=q-&gt;next; </a:t>
            </a:r>
            <a:endParaRPr lang="zh-CN" altLang="en-US" sz="2000">
              <a:sym typeface="+mn-lt"/>
            </a:endParaRPr>
          </a:p>
          <a:p>
            <a:pPr eaLnBrk="1" hangingPunct="1">
              <a:lnSpc>
                <a:spcPct val="100000"/>
              </a:lnSpc>
            </a:pPr>
            <a:r>
              <a:rPr lang="en-US" altLang="zh-CN" sz="2000">
                <a:sym typeface="+mn-lt"/>
              </a:rPr>
              <a:t>     }				//while </a:t>
            </a:r>
            <a:endParaRPr lang="zh-CN" altLang="en-US" sz="2000">
              <a:sym typeface="+mn-lt"/>
            </a:endParaRPr>
          </a:p>
          <a:p>
            <a:pPr eaLnBrk="1" hangingPunct="1">
              <a:lnSpc>
                <a:spcPct val="100000"/>
              </a:lnSpc>
            </a:pPr>
            <a:r>
              <a:rPr lang="en-US" altLang="zh-CN" sz="2000">
                <a:sym typeface="+mn-lt"/>
              </a:rPr>
              <a:t>      s-&gt;next=q;			//</a:t>
            </a:r>
            <a:r>
              <a:rPr lang="zh-CN" altLang="en-US" sz="2000">
                <a:sym typeface="+mn-lt"/>
              </a:rPr>
              <a:t>将输入项</a:t>
            </a:r>
            <a:r>
              <a:rPr lang="en-US" altLang="zh-CN" sz="2000">
                <a:sym typeface="+mn-lt"/>
              </a:rPr>
              <a:t>s</a:t>
            </a:r>
            <a:r>
              <a:rPr lang="zh-CN" altLang="en-US" sz="2000">
                <a:sym typeface="+mn-lt"/>
              </a:rPr>
              <a:t>插入到</a:t>
            </a:r>
            <a:r>
              <a:rPr lang="en-US" altLang="zh-CN" sz="2000">
                <a:sym typeface="+mn-lt"/>
              </a:rPr>
              <a:t>q</a:t>
            </a:r>
            <a:r>
              <a:rPr lang="zh-CN" altLang="en-US" sz="2000">
                <a:sym typeface="+mn-lt"/>
              </a:rPr>
              <a:t>和其前驱结点</a:t>
            </a:r>
            <a:r>
              <a:rPr lang="en-US" altLang="zh-CN" sz="2000">
                <a:sym typeface="+mn-lt"/>
              </a:rPr>
              <a:t>pre</a:t>
            </a:r>
            <a:r>
              <a:rPr lang="zh-CN" altLang="en-US" sz="2000">
                <a:sym typeface="+mn-lt"/>
              </a:rPr>
              <a:t>之间 </a:t>
            </a:r>
          </a:p>
          <a:p>
            <a:pPr eaLnBrk="1" hangingPunct="1">
              <a:lnSpc>
                <a:spcPct val="100000"/>
              </a:lnSpc>
            </a:pPr>
            <a:r>
              <a:rPr lang="en-US" altLang="zh-CN" sz="2000">
                <a:sym typeface="+mn-lt"/>
              </a:rPr>
              <a:t>      pre-&gt;next=s; </a:t>
            </a:r>
            <a:endParaRPr lang="zh-CN" altLang="en-US" sz="2000">
              <a:sym typeface="+mn-lt"/>
            </a:endParaRPr>
          </a:p>
          <a:p>
            <a:pPr eaLnBrk="1" hangingPunct="1">
              <a:lnSpc>
                <a:spcPct val="100000"/>
              </a:lnSpc>
            </a:pPr>
            <a:r>
              <a:rPr lang="en-US" altLang="zh-CN" sz="2000">
                <a:sym typeface="+mn-lt"/>
              </a:rPr>
              <a:t>   }				//for </a:t>
            </a:r>
            <a:endParaRPr lang="zh-CN" altLang="en-US" sz="2000">
              <a:sym typeface="+mn-lt"/>
            </a:endParaRPr>
          </a:p>
          <a:p>
            <a:pPr eaLnBrk="1" hangingPunct="1">
              <a:lnSpc>
                <a:spcPct val="100000"/>
              </a:lnSpc>
            </a:pPr>
            <a:r>
              <a:rPr lang="en-US" altLang="zh-CN" sz="2000">
                <a:sym typeface="+mn-lt"/>
              </a:rPr>
              <a:t>} </a:t>
            </a:r>
            <a:endParaRPr lang="zh-CN" altLang="en-US" sz="2000">
              <a:sym typeface="+mn-lt"/>
            </a:endParaRPr>
          </a:p>
        </p:txBody>
      </p:sp>
      <p:sp>
        <p:nvSpPr>
          <p:cNvPr id="172035" name="Rectangle 8">
            <a:extLst>
              <a:ext uri="{FF2B5EF4-FFF2-40B4-BE49-F238E27FC236}">
                <a16:creationId xmlns:a16="http://schemas.microsoft.com/office/drawing/2014/main" id="{9F3B013F-8789-45D5-9174-3B95BD7FF1FC}"/>
              </a:ext>
            </a:extLst>
          </p:cNvPr>
          <p:cNvSpPr>
            <a:spLocks noChangeArrowheads="1"/>
          </p:cNvSpPr>
          <p:nvPr/>
        </p:nvSpPr>
        <p:spPr bwMode="auto">
          <a:xfrm>
            <a:off x="755650" y="158750"/>
            <a:ext cx="7210425"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多项式创建</a:t>
            </a:r>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算法描述</a:t>
            </a:r>
            <a:r>
              <a:rPr lang="en-US" altLang="zh-CN">
                <a:solidFill>
                  <a:schemeClr val="bg1"/>
                </a:solidFill>
                <a:ea typeface="微软雅黑" panose="020B0503020204020204" pitchFamily="34" charset="-122"/>
                <a:sym typeface="+mn-lt"/>
              </a:rPr>
              <a:t>】</a:t>
            </a:r>
          </a:p>
        </p:txBody>
      </p:sp>
      <p:sp>
        <p:nvSpPr>
          <p:cNvPr id="6" name="矩形 5">
            <a:extLst>
              <a:ext uri="{FF2B5EF4-FFF2-40B4-BE49-F238E27FC236}">
                <a16:creationId xmlns:a16="http://schemas.microsoft.com/office/drawing/2014/main" id="{63E9CE72-97B4-4578-BEC2-56A731E0A1DF}"/>
              </a:ext>
            </a:extLst>
          </p:cNvPr>
          <p:cNvSpPr/>
          <p:nvPr/>
        </p:nvSpPr>
        <p:spPr>
          <a:xfrm>
            <a:off x="0" y="6759575"/>
            <a:ext cx="9144000" cy="98425"/>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7" name="矩形 6">
            <a:extLst>
              <a:ext uri="{FF2B5EF4-FFF2-40B4-BE49-F238E27FC236}">
                <a16:creationId xmlns:a16="http://schemas.microsoft.com/office/drawing/2014/main" id="{CF042F0C-3C8E-43F3-B09B-5C425EEF7430}"/>
              </a:ext>
            </a:extLst>
          </p:cNvPr>
          <p:cNvSpPr/>
          <p:nvPr/>
        </p:nvSpPr>
        <p:spPr>
          <a:xfrm>
            <a:off x="4048125" y="6553200"/>
            <a:ext cx="5095875" cy="106363"/>
          </a:xfrm>
          <a:prstGeom prst="rect">
            <a:avLst/>
          </a:prstGeom>
          <a:solidFill>
            <a:schemeClr val="accent1">
              <a:lumMod val="40000"/>
              <a:lumOff val="6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8" name="矩形 7">
            <a:extLst>
              <a:ext uri="{FF2B5EF4-FFF2-40B4-BE49-F238E27FC236}">
                <a16:creationId xmlns:a16="http://schemas.microsoft.com/office/drawing/2014/main" id="{3557B7DE-007D-4960-AE58-238A96F5CC4A}"/>
              </a:ext>
            </a:extLst>
          </p:cNvPr>
          <p:cNvSpPr/>
          <p:nvPr/>
        </p:nvSpPr>
        <p:spPr>
          <a:xfrm>
            <a:off x="5173663" y="6334125"/>
            <a:ext cx="3970337" cy="107950"/>
          </a:xfrm>
          <a:prstGeom prst="rect">
            <a:avLst/>
          </a:prstGeom>
          <a:solidFill>
            <a:schemeClr val="accent1">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 name="矩形 3">
            <a:extLst>
              <a:ext uri="{FF2B5EF4-FFF2-40B4-BE49-F238E27FC236}">
                <a16:creationId xmlns:a16="http://schemas.microsoft.com/office/drawing/2014/main" id="{82DA3DC9-2A60-4EA0-8CCD-AD5E0AD31DF1}"/>
              </a:ext>
            </a:extLst>
          </p:cNvPr>
          <p:cNvSpPr/>
          <p:nvPr/>
        </p:nvSpPr>
        <p:spPr bwMode="auto">
          <a:xfrm>
            <a:off x="8985250" y="1484313"/>
            <a:ext cx="71438" cy="5373687"/>
          </a:xfrm>
          <a:prstGeom prst="rect">
            <a:avLst/>
          </a:prstGeom>
          <a:solidFill>
            <a:schemeClr val="accent1">
              <a:lumMod val="60000"/>
              <a:lumOff val="4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0" name="矩形 9">
            <a:extLst>
              <a:ext uri="{FF2B5EF4-FFF2-40B4-BE49-F238E27FC236}">
                <a16:creationId xmlns:a16="http://schemas.microsoft.com/office/drawing/2014/main" id="{A2E329D5-9437-481F-BDE4-4E1239469164}"/>
              </a:ext>
            </a:extLst>
          </p:cNvPr>
          <p:cNvSpPr/>
          <p:nvPr/>
        </p:nvSpPr>
        <p:spPr bwMode="auto">
          <a:xfrm>
            <a:off x="8820150" y="3068638"/>
            <a:ext cx="73025" cy="3789362"/>
          </a:xfrm>
          <a:prstGeom prst="rect">
            <a:avLst/>
          </a:prstGeom>
          <a:solidFill>
            <a:schemeClr val="accent1">
              <a:lumMod val="40000"/>
              <a:lumOff val="6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1" name="矩形 10">
            <a:extLst>
              <a:ext uri="{FF2B5EF4-FFF2-40B4-BE49-F238E27FC236}">
                <a16:creationId xmlns:a16="http://schemas.microsoft.com/office/drawing/2014/main" id="{4DBFB940-05EF-4D1D-9D5E-842AC2C2C5DD}"/>
              </a:ext>
            </a:extLst>
          </p:cNvPr>
          <p:cNvSpPr/>
          <p:nvPr/>
        </p:nvSpPr>
        <p:spPr bwMode="auto">
          <a:xfrm>
            <a:off x="8586788" y="4005263"/>
            <a:ext cx="73025" cy="2886075"/>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96B6CC48-6EB6-403B-8556-F4395AA60FF2}"/>
              </a:ext>
            </a:extLst>
          </p:cNvPr>
          <p:cNvSpPr/>
          <p:nvPr/>
        </p:nvSpPr>
        <p:spPr bwMode="auto">
          <a:xfrm>
            <a:off x="0" y="2797175"/>
            <a:ext cx="9144000" cy="3455988"/>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grpSp>
        <p:nvGrpSpPr>
          <p:cNvPr id="3" name="组合 62">
            <a:extLst>
              <a:ext uri="{FF2B5EF4-FFF2-40B4-BE49-F238E27FC236}">
                <a16:creationId xmlns:a16="http://schemas.microsoft.com/office/drawing/2014/main" id="{27602339-2AAD-AC41-B6CD-636B0E8642DC}"/>
              </a:ext>
            </a:extLst>
          </p:cNvPr>
          <p:cNvGrpSpPr>
            <a:grpSpLocks/>
          </p:cNvGrpSpPr>
          <p:nvPr/>
        </p:nvGrpSpPr>
        <p:grpSpPr bwMode="auto">
          <a:xfrm>
            <a:off x="146050" y="1249363"/>
            <a:ext cx="8451850" cy="4927600"/>
            <a:chOff x="146050" y="1249361"/>
            <a:chExt cx="8451850" cy="4927605"/>
          </a:xfrm>
        </p:grpSpPr>
        <p:sp>
          <p:nvSpPr>
            <p:cNvPr id="173059" name="Text Box 3">
              <a:extLst>
                <a:ext uri="{FF2B5EF4-FFF2-40B4-BE49-F238E27FC236}">
                  <a16:creationId xmlns:a16="http://schemas.microsoft.com/office/drawing/2014/main" id="{2DF78A70-263B-4D1C-B7AB-65CD82B58218}"/>
                </a:ext>
              </a:extLst>
            </p:cNvPr>
            <p:cNvSpPr txBox="1">
              <a:spLocks noChangeArrowheads="1"/>
            </p:cNvSpPr>
            <p:nvPr/>
          </p:nvSpPr>
          <p:spPr bwMode="auto">
            <a:xfrm>
              <a:off x="715963" y="1249361"/>
              <a:ext cx="4054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a:latin typeface="+mn-lt"/>
                  <a:ea typeface="+mn-ea"/>
                  <a:cs typeface="+mn-ea"/>
                  <a:sym typeface="+mn-lt"/>
                </a:rPr>
                <a:t>A</a:t>
              </a:r>
              <a:r>
                <a:rPr lang="en-US" altLang="zh-CN" sz="2800" baseline="-25000">
                  <a:latin typeface="+mn-lt"/>
                  <a:ea typeface="+mn-ea"/>
                  <a:cs typeface="+mn-ea"/>
                  <a:sym typeface="+mn-lt"/>
                </a:rPr>
                <a:t>17</a:t>
              </a:r>
              <a:r>
                <a:rPr lang="en-US" altLang="zh-CN" sz="2800">
                  <a:latin typeface="+mn-lt"/>
                  <a:ea typeface="+mn-ea"/>
                  <a:cs typeface="+mn-ea"/>
                  <a:sym typeface="+mn-lt"/>
                </a:rPr>
                <a:t>(x)=7+3x+9x</a:t>
              </a:r>
              <a:r>
                <a:rPr lang="en-US" altLang="zh-CN" sz="2800" baseline="30000">
                  <a:latin typeface="+mn-lt"/>
                  <a:ea typeface="+mn-ea"/>
                  <a:cs typeface="+mn-ea"/>
                  <a:sym typeface="+mn-lt"/>
                </a:rPr>
                <a:t>8</a:t>
              </a:r>
              <a:r>
                <a:rPr lang="en-US" altLang="zh-CN" sz="2800">
                  <a:latin typeface="+mn-lt"/>
                  <a:ea typeface="+mn-ea"/>
                  <a:cs typeface="+mn-ea"/>
                  <a:sym typeface="+mn-lt"/>
                </a:rPr>
                <a:t>+5x</a:t>
              </a:r>
              <a:r>
                <a:rPr lang="en-US" altLang="zh-CN" sz="2800" baseline="30000">
                  <a:latin typeface="+mn-lt"/>
                  <a:ea typeface="+mn-ea"/>
                  <a:cs typeface="+mn-ea"/>
                  <a:sym typeface="+mn-lt"/>
                </a:rPr>
                <a:t>17</a:t>
              </a:r>
            </a:p>
          </p:txBody>
        </p:sp>
        <p:sp>
          <p:nvSpPr>
            <p:cNvPr id="173060" name="Text Box 4">
              <a:extLst>
                <a:ext uri="{FF2B5EF4-FFF2-40B4-BE49-F238E27FC236}">
                  <a16:creationId xmlns:a16="http://schemas.microsoft.com/office/drawing/2014/main" id="{C2B93400-CEBB-4E76-B2FE-81F43093DA99}"/>
                </a:ext>
              </a:extLst>
            </p:cNvPr>
            <p:cNvSpPr txBox="1">
              <a:spLocks noChangeArrowheads="1"/>
            </p:cNvSpPr>
            <p:nvPr/>
          </p:nvSpPr>
          <p:spPr bwMode="auto">
            <a:xfrm>
              <a:off x="715963" y="2024062"/>
              <a:ext cx="4054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B</a:t>
              </a:r>
              <a:r>
                <a:rPr lang="en-US" altLang="zh-CN" sz="2800" baseline="-25000" dirty="0">
                  <a:latin typeface="+mn-lt"/>
                  <a:ea typeface="+mn-ea"/>
                  <a:cs typeface="+mn-ea"/>
                  <a:sym typeface="+mn-lt"/>
                </a:rPr>
                <a:t>8</a:t>
              </a:r>
              <a:r>
                <a:rPr lang="en-US" altLang="zh-CN" sz="2800" dirty="0">
                  <a:latin typeface="+mn-lt"/>
                  <a:ea typeface="+mn-ea"/>
                  <a:cs typeface="+mn-ea"/>
                  <a:sym typeface="+mn-lt"/>
                </a:rPr>
                <a:t>(x)=8x+22x</a:t>
              </a:r>
              <a:r>
                <a:rPr lang="en-US" altLang="zh-CN" sz="2800" baseline="30000" dirty="0">
                  <a:latin typeface="+mn-lt"/>
                  <a:ea typeface="+mn-ea"/>
                  <a:cs typeface="+mn-ea"/>
                  <a:sym typeface="+mn-lt"/>
                </a:rPr>
                <a:t>7</a:t>
              </a:r>
              <a:r>
                <a:rPr lang="en-US" altLang="zh-CN" sz="2800" dirty="0">
                  <a:latin typeface="+mn-lt"/>
                  <a:ea typeface="+mn-ea"/>
                  <a:cs typeface="+mn-ea"/>
                  <a:sym typeface="+mn-lt"/>
                </a:rPr>
                <a:t>-9x</a:t>
              </a:r>
              <a:r>
                <a:rPr lang="en-US" altLang="zh-CN" sz="2800" baseline="30000" dirty="0">
                  <a:latin typeface="+mn-lt"/>
                  <a:ea typeface="+mn-ea"/>
                  <a:cs typeface="+mn-ea"/>
                  <a:sym typeface="+mn-lt"/>
                </a:rPr>
                <a:t>8</a:t>
              </a:r>
            </a:p>
          </p:txBody>
        </p:sp>
        <p:grpSp>
          <p:nvGrpSpPr>
            <p:cNvPr id="181255" name="Group 5">
              <a:extLst>
                <a:ext uri="{FF2B5EF4-FFF2-40B4-BE49-F238E27FC236}">
                  <a16:creationId xmlns:a16="http://schemas.microsoft.com/office/drawing/2014/main" id="{63D49D63-7A78-8340-B4B9-F2B93B372FBD}"/>
                </a:ext>
              </a:extLst>
            </p:cNvPr>
            <p:cNvGrpSpPr>
              <a:grpSpLocks/>
            </p:cNvGrpSpPr>
            <p:nvPr/>
          </p:nvGrpSpPr>
          <p:grpSpPr bwMode="auto">
            <a:xfrm>
              <a:off x="146050" y="3733800"/>
              <a:ext cx="8451850" cy="1531938"/>
              <a:chOff x="92" y="2352"/>
              <a:chExt cx="5324" cy="965"/>
            </a:xfrm>
          </p:grpSpPr>
          <p:sp>
            <p:nvSpPr>
              <p:cNvPr id="173068" name="Rectangle 6" descr="深色上对角线">
                <a:extLst>
                  <a:ext uri="{FF2B5EF4-FFF2-40B4-BE49-F238E27FC236}">
                    <a16:creationId xmlns:a16="http://schemas.microsoft.com/office/drawing/2014/main" id="{219FC535-D910-A34A-AE18-DC9EAFBDE54D}"/>
                  </a:ext>
                </a:extLst>
              </p:cNvPr>
              <p:cNvSpPr>
                <a:spLocks noChangeArrowheads="1"/>
              </p:cNvSpPr>
              <p:nvPr/>
            </p:nvSpPr>
            <p:spPr bwMode="auto">
              <a:xfrm>
                <a:off x="456" y="2417"/>
                <a:ext cx="264" cy="276"/>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73069" name="Rectangle 7" descr="深色上对角线">
                <a:extLst>
                  <a:ext uri="{FF2B5EF4-FFF2-40B4-BE49-F238E27FC236}">
                    <a16:creationId xmlns:a16="http://schemas.microsoft.com/office/drawing/2014/main" id="{313A075B-BC0B-4427-A3E3-26EE0053D1B2}"/>
                  </a:ext>
                </a:extLst>
              </p:cNvPr>
              <p:cNvSpPr>
                <a:spLocks noChangeArrowheads="1"/>
              </p:cNvSpPr>
              <p:nvPr/>
            </p:nvSpPr>
            <p:spPr bwMode="auto">
              <a:xfrm>
                <a:off x="720"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3070" name="Rectangle 8" descr="深色上对角线">
                <a:extLst>
                  <a:ext uri="{FF2B5EF4-FFF2-40B4-BE49-F238E27FC236}">
                    <a16:creationId xmlns:a16="http://schemas.microsoft.com/office/drawing/2014/main" id="{4C1A3167-58C1-4937-ABB1-CA9AE6FD5F6B}"/>
                  </a:ext>
                </a:extLst>
              </p:cNvPr>
              <p:cNvSpPr>
                <a:spLocks noChangeArrowheads="1"/>
              </p:cNvSpPr>
              <p:nvPr/>
            </p:nvSpPr>
            <p:spPr bwMode="auto">
              <a:xfrm>
                <a:off x="992"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3071" name="Rectangle 9" descr="深色上对角线">
                <a:extLst>
                  <a:ext uri="{FF2B5EF4-FFF2-40B4-BE49-F238E27FC236}">
                    <a16:creationId xmlns:a16="http://schemas.microsoft.com/office/drawing/2014/main" id="{32AED3CB-7023-4C6A-B76F-820897624822}"/>
                  </a:ext>
                </a:extLst>
              </p:cNvPr>
              <p:cNvSpPr>
                <a:spLocks noChangeArrowheads="1"/>
              </p:cNvSpPr>
              <p:nvPr/>
            </p:nvSpPr>
            <p:spPr bwMode="auto">
              <a:xfrm>
                <a:off x="1496" y="2417"/>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173072" name="Rectangle 10" descr="深色上对角线">
                <a:extLst>
                  <a:ext uri="{FF2B5EF4-FFF2-40B4-BE49-F238E27FC236}">
                    <a16:creationId xmlns:a16="http://schemas.microsoft.com/office/drawing/2014/main" id="{57284975-21CE-4092-8DF8-B48F2371D8E6}"/>
                  </a:ext>
                </a:extLst>
              </p:cNvPr>
              <p:cNvSpPr>
                <a:spLocks noChangeArrowheads="1"/>
              </p:cNvSpPr>
              <p:nvPr/>
            </p:nvSpPr>
            <p:spPr bwMode="auto">
              <a:xfrm>
                <a:off x="1760"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0</a:t>
                </a:r>
              </a:p>
            </p:txBody>
          </p:sp>
          <p:sp>
            <p:nvSpPr>
              <p:cNvPr id="173073" name="Rectangle 11" descr="深色上对角线">
                <a:extLst>
                  <a:ext uri="{FF2B5EF4-FFF2-40B4-BE49-F238E27FC236}">
                    <a16:creationId xmlns:a16="http://schemas.microsoft.com/office/drawing/2014/main" id="{E476256B-B116-40B2-96CD-001D7572517F}"/>
                  </a:ext>
                </a:extLst>
              </p:cNvPr>
              <p:cNvSpPr>
                <a:spLocks noChangeArrowheads="1"/>
              </p:cNvSpPr>
              <p:nvPr/>
            </p:nvSpPr>
            <p:spPr bwMode="auto">
              <a:xfrm>
                <a:off x="2032"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3074" name="Rectangle 12" descr="深色上对角线">
                <a:extLst>
                  <a:ext uri="{FF2B5EF4-FFF2-40B4-BE49-F238E27FC236}">
                    <a16:creationId xmlns:a16="http://schemas.microsoft.com/office/drawing/2014/main" id="{12B6531C-3AF1-459E-AD51-94837A2107D8}"/>
                  </a:ext>
                </a:extLst>
              </p:cNvPr>
              <p:cNvSpPr>
                <a:spLocks noChangeArrowheads="1"/>
              </p:cNvSpPr>
              <p:nvPr/>
            </p:nvSpPr>
            <p:spPr bwMode="auto">
              <a:xfrm>
                <a:off x="2536" y="2417"/>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3</a:t>
                </a:r>
              </a:p>
            </p:txBody>
          </p:sp>
          <p:sp>
            <p:nvSpPr>
              <p:cNvPr id="173075" name="Rectangle 13" descr="深色上对角线">
                <a:extLst>
                  <a:ext uri="{FF2B5EF4-FFF2-40B4-BE49-F238E27FC236}">
                    <a16:creationId xmlns:a16="http://schemas.microsoft.com/office/drawing/2014/main" id="{CF5906C5-3BBF-471A-8F62-43A72BD362A5}"/>
                  </a:ext>
                </a:extLst>
              </p:cNvPr>
              <p:cNvSpPr>
                <a:spLocks noChangeArrowheads="1"/>
              </p:cNvSpPr>
              <p:nvPr/>
            </p:nvSpPr>
            <p:spPr bwMode="auto">
              <a:xfrm>
                <a:off x="2800"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3076" name="Rectangle 14" descr="深色上对角线">
                <a:extLst>
                  <a:ext uri="{FF2B5EF4-FFF2-40B4-BE49-F238E27FC236}">
                    <a16:creationId xmlns:a16="http://schemas.microsoft.com/office/drawing/2014/main" id="{E8453E2D-380D-43DA-9818-36A078037E10}"/>
                  </a:ext>
                </a:extLst>
              </p:cNvPr>
              <p:cNvSpPr>
                <a:spLocks noChangeArrowheads="1"/>
              </p:cNvSpPr>
              <p:nvPr/>
            </p:nvSpPr>
            <p:spPr bwMode="auto">
              <a:xfrm>
                <a:off x="3072"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3077" name="Rectangle 15" descr="深色上对角线">
                <a:extLst>
                  <a:ext uri="{FF2B5EF4-FFF2-40B4-BE49-F238E27FC236}">
                    <a16:creationId xmlns:a16="http://schemas.microsoft.com/office/drawing/2014/main" id="{951F0F09-6F15-4E96-ADC6-525DB3DB6A1A}"/>
                  </a:ext>
                </a:extLst>
              </p:cNvPr>
              <p:cNvSpPr>
                <a:spLocks noChangeArrowheads="1"/>
              </p:cNvSpPr>
              <p:nvPr/>
            </p:nvSpPr>
            <p:spPr bwMode="auto">
              <a:xfrm>
                <a:off x="3560" y="2417"/>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173078" name="Rectangle 16" descr="深色上对角线">
                <a:extLst>
                  <a:ext uri="{FF2B5EF4-FFF2-40B4-BE49-F238E27FC236}">
                    <a16:creationId xmlns:a16="http://schemas.microsoft.com/office/drawing/2014/main" id="{7F8E0F9C-BFBF-4AF9-9F7E-D64943ED5327}"/>
                  </a:ext>
                </a:extLst>
              </p:cNvPr>
              <p:cNvSpPr>
                <a:spLocks noChangeArrowheads="1"/>
              </p:cNvSpPr>
              <p:nvPr/>
            </p:nvSpPr>
            <p:spPr bwMode="auto">
              <a:xfrm>
                <a:off x="3824"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3079" name="Rectangle 17" descr="深色上对角线">
                <a:extLst>
                  <a:ext uri="{FF2B5EF4-FFF2-40B4-BE49-F238E27FC236}">
                    <a16:creationId xmlns:a16="http://schemas.microsoft.com/office/drawing/2014/main" id="{EAA8B2D4-B335-453A-9BCD-AD6DF4D1E344}"/>
                  </a:ext>
                </a:extLst>
              </p:cNvPr>
              <p:cNvSpPr>
                <a:spLocks noChangeArrowheads="1"/>
              </p:cNvSpPr>
              <p:nvPr/>
            </p:nvSpPr>
            <p:spPr bwMode="auto">
              <a:xfrm>
                <a:off x="4096"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3080" name="Rectangle 18" descr="深色上对角线">
                <a:extLst>
                  <a:ext uri="{FF2B5EF4-FFF2-40B4-BE49-F238E27FC236}">
                    <a16:creationId xmlns:a16="http://schemas.microsoft.com/office/drawing/2014/main" id="{EB49C769-1C50-4789-AFF5-E086608B0DA9}"/>
                  </a:ext>
                </a:extLst>
              </p:cNvPr>
              <p:cNvSpPr>
                <a:spLocks noChangeArrowheads="1"/>
              </p:cNvSpPr>
              <p:nvPr/>
            </p:nvSpPr>
            <p:spPr bwMode="auto">
              <a:xfrm>
                <a:off x="4608" y="2417"/>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5</a:t>
                </a:r>
              </a:p>
            </p:txBody>
          </p:sp>
          <p:sp>
            <p:nvSpPr>
              <p:cNvPr id="173081" name="Rectangle 19" descr="深色上对角线">
                <a:extLst>
                  <a:ext uri="{FF2B5EF4-FFF2-40B4-BE49-F238E27FC236}">
                    <a16:creationId xmlns:a16="http://schemas.microsoft.com/office/drawing/2014/main" id="{F07A2D1E-1480-46A7-A9E1-8F4C99A69B86}"/>
                  </a:ext>
                </a:extLst>
              </p:cNvPr>
              <p:cNvSpPr>
                <a:spLocks noChangeArrowheads="1"/>
              </p:cNvSpPr>
              <p:nvPr/>
            </p:nvSpPr>
            <p:spPr bwMode="auto">
              <a:xfrm>
                <a:off x="4872"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17</a:t>
                </a:r>
              </a:p>
            </p:txBody>
          </p:sp>
          <p:sp>
            <p:nvSpPr>
              <p:cNvPr id="173082" name="Rectangle 20" descr="深色上对角线">
                <a:extLst>
                  <a:ext uri="{FF2B5EF4-FFF2-40B4-BE49-F238E27FC236}">
                    <a16:creationId xmlns:a16="http://schemas.microsoft.com/office/drawing/2014/main" id="{54223136-084E-438D-82E5-6490ADF25B2C}"/>
                  </a:ext>
                </a:extLst>
              </p:cNvPr>
              <p:cNvSpPr>
                <a:spLocks noChangeArrowheads="1"/>
              </p:cNvSpPr>
              <p:nvPr/>
            </p:nvSpPr>
            <p:spPr bwMode="auto">
              <a:xfrm>
                <a:off x="5144" y="2417"/>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3083" name="Line 21">
                <a:extLst>
                  <a:ext uri="{FF2B5EF4-FFF2-40B4-BE49-F238E27FC236}">
                    <a16:creationId xmlns:a16="http://schemas.microsoft.com/office/drawing/2014/main" id="{6D1A832B-56B5-4D2F-B585-C9318AE22CC9}"/>
                  </a:ext>
                </a:extLst>
              </p:cNvPr>
              <p:cNvSpPr>
                <a:spLocks noChangeShapeType="1"/>
              </p:cNvSpPr>
              <p:nvPr/>
            </p:nvSpPr>
            <p:spPr bwMode="auto">
              <a:xfrm flipH="1">
                <a:off x="5232" y="2501"/>
                <a:ext cx="48" cy="96"/>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084" name="Line 22">
                <a:extLst>
                  <a:ext uri="{FF2B5EF4-FFF2-40B4-BE49-F238E27FC236}">
                    <a16:creationId xmlns:a16="http://schemas.microsoft.com/office/drawing/2014/main" id="{335D3F69-2E75-48BA-ACED-1BE565E87E32}"/>
                  </a:ext>
                </a:extLst>
              </p:cNvPr>
              <p:cNvSpPr>
                <a:spLocks noChangeShapeType="1"/>
              </p:cNvSpPr>
              <p:nvPr/>
            </p:nvSpPr>
            <p:spPr bwMode="auto">
              <a:xfrm>
                <a:off x="5280" y="2501"/>
                <a:ext cx="48" cy="96"/>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085" name="Rectangle 23" descr="深色上对角线">
                <a:extLst>
                  <a:ext uri="{FF2B5EF4-FFF2-40B4-BE49-F238E27FC236}">
                    <a16:creationId xmlns:a16="http://schemas.microsoft.com/office/drawing/2014/main" id="{B7748A81-BFD1-5B4F-BAE2-60D9708612CB}"/>
                  </a:ext>
                </a:extLst>
              </p:cNvPr>
              <p:cNvSpPr>
                <a:spLocks noChangeArrowheads="1"/>
              </p:cNvSpPr>
              <p:nvPr/>
            </p:nvSpPr>
            <p:spPr bwMode="auto">
              <a:xfrm>
                <a:off x="456" y="3041"/>
                <a:ext cx="264" cy="276"/>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73086" name="Rectangle 24" descr="深色上对角线">
                <a:extLst>
                  <a:ext uri="{FF2B5EF4-FFF2-40B4-BE49-F238E27FC236}">
                    <a16:creationId xmlns:a16="http://schemas.microsoft.com/office/drawing/2014/main" id="{326E6C3B-A8B4-4694-A40E-5DF18CC9F327}"/>
                  </a:ext>
                </a:extLst>
              </p:cNvPr>
              <p:cNvSpPr>
                <a:spLocks noChangeArrowheads="1"/>
              </p:cNvSpPr>
              <p:nvPr/>
            </p:nvSpPr>
            <p:spPr bwMode="auto">
              <a:xfrm>
                <a:off x="720"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3087" name="Rectangle 25" descr="深色上对角线">
                <a:extLst>
                  <a:ext uri="{FF2B5EF4-FFF2-40B4-BE49-F238E27FC236}">
                    <a16:creationId xmlns:a16="http://schemas.microsoft.com/office/drawing/2014/main" id="{0C7DCFF4-C38A-4CEB-A328-F4E7826520CE}"/>
                  </a:ext>
                </a:extLst>
              </p:cNvPr>
              <p:cNvSpPr>
                <a:spLocks noChangeArrowheads="1"/>
              </p:cNvSpPr>
              <p:nvPr/>
            </p:nvSpPr>
            <p:spPr bwMode="auto">
              <a:xfrm>
                <a:off x="992"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3088" name="Rectangle 26" descr="深色上对角线">
                <a:extLst>
                  <a:ext uri="{FF2B5EF4-FFF2-40B4-BE49-F238E27FC236}">
                    <a16:creationId xmlns:a16="http://schemas.microsoft.com/office/drawing/2014/main" id="{A5E6A4BC-6936-49A0-9F4B-B74BC5A334C4}"/>
                  </a:ext>
                </a:extLst>
              </p:cNvPr>
              <p:cNvSpPr>
                <a:spLocks noChangeArrowheads="1"/>
              </p:cNvSpPr>
              <p:nvPr/>
            </p:nvSpPr>
            <p:spPr bwMode="auto">
              <a:xfrm>
                <a:off x="1496" y="3041"/>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3089" name="Rectangle 27" descr="深色上对角线">
                <a:extLst>
                  <a:ext uri="{FF2B5EF4-FFF2-40B4-BE49-F238E27FC236}">
                    <a16:creationId xmlns:a16="http://schemas.microsoft.com/office/drawing/2014/main" id="{507B6FFE-0872-405F-9BCB-7AE948347DD0}"/>
                  </a:ext>
                </a:extLst>
              </p:cNvPr>
              <p:cNvSpPr>
                <a:spLocks noChangeArrowheads="1"/>
              </p:cNvSpPr>
              <p:nvPr/>
            </p:nvSpPr>
            <p:spPr bwMode="auto">
              <a:xfrm>
                <a:off x="1760"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3090" name="Rectangle 28" descr="深色上对角线">
                <a:extLst>
                  <a:ext uri="{FF2B5EF4-FFF2-40B4-BE49-F238E27FC236}">
                    <a16:creationId xmlns:a16="http://schemas.microsoft.com/office/drawing/2014/main" id="{D107B733-5503-4193-A3EA-413B78184F53}"/>
                  </a:ext>
                </a:extLst>
              </p:cNvPr>
              <p:cNvSpPr>
                <a:spLocks noChangeArrowheads="1"/>
              </p:cNvSpPr>
              <p:nvPr/>
            </p:nvSpPr>
            <p:spPr bwMode="auto">
              <a:xfrm>
                <a:off x="2032"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3091" name="Rectangle 29" descr="深色上对角线">
                <a:extLst>
                  <a:ext uri="{FF2B5EF4-FFF2-40B4-BE49-F238E27FC236}">
                    <a16:creationId xmlns:a16="http://schemas.microsoft.com/office/drawing/2014/main" id="{6363D597-76AF-46C2-BB0C-2C9FD3711D30}"/>
                  </a:ext>
                </a:extLst>
              </p:cNvPr>
              <p:cNvSpPr>
                <a:spLocks noChangeArrowheads="1"/>
              </p:cNvSpPr>
              <p:nvPr/>
            </p:nvSpPr>
            <p:spPr bwMode="auto">
              <a:xfrm>
                <a:off x="2536" y="3041"/>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22</a:t>
                </a:r>
              </a:p>
            </p:txBody>
          </p:sp>
          <p:sp>
            <p:nvSpPr>
              <p:cNvPr id="173092" name="Rectangle 30" descr="深色上对角线">
                <a:extLst>
                  <a:ext uri="{FF2B5EF4-FFF2-40B4-BE49-F238E27FC236}">
                    <a16:creationId xmlns:a16="http://schemas.microsoft.com/office/drawing/2014/main" id="{43A7FF4E-BBBA-4118-8748-DB5F16788D09}"/>
                  </a:ext>
                </a:extLst>
              </p:cNvPr>
              <p:cNvSpPr>
                <a:spLocks noChangeArrowheads="1"/>
              </p:cNvSpPr>
              <p:nvPr/>
            </p:nvSpPr>
            <p:spPr bwMode="auto">
              <a:xfrm>
                <a:off x="2800"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173093" name="Rectangle 31" descr="深色上对角线">
                <a:extLst>
                  <a:ext uri="{FF2B5EF4-FFF2-40B4-BE49-F238E27FC236}">
                    <a16:creationId xmlns:a16="http://schemas.microsoft.com/office/drawing/2014/main" id="{2B5393B0-A654-4909-8482-82CDD763C25E}"/>
                  </a:ext>
                </a:extLst>
              </p:cNvPr>
              <p:cNvSpPr>
                <a:spLocks noChangeArrowheads="1"/>
              </p:cNvSpPr>
              <p:nvPr/>
            </p:nvSpPr>
            <p:spPr bwMode="auto">
              <a:xfrm>
                <a:off x="3072"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3094" name="Rectangle 32" descr="深色上对角线">
                <a:extLst>
                  <a:ext uri="{FF2B5EF4-FFF2-40B4-BE49-F238E27FC236}">
                    <a16:creationId xmlns:a16="http://schemas.microsoft.com/office/drawing/2014/main" id="{FE4B8DEE-ABF9-4719-8EA2-B473294BFFA2}"/>
                  </a:ext>
                </a:extLst>
              </p:cNvPr>
              <p:cNvSpPr>
                <a:spLocks noChangeArrowheads="1"/>
              </p:cNvSpPr>
              <p:nvPr/>
            </p:nvSpPr>
            <p:spPr bwMode="auto">
              <a:xfrm>
                <a:off x="3560" y="3041"/>
                <a:ext cx="264"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173095" name="Rectangle 33" descr="深色上对角线">
                <a:extLst>
                  <a:ext uri="{FF2B5EF4-FFF2-40B4-BE49-F238E27FC236}">
                    <a16:creationId xmlns:a16="http://schemas.microsoft.com/office/drawing/2014/main" id="{29B01DA6-6981-469E-9AF9-2621E9B3671E}"/>
                  </a:ext>
                </a:extLst>
              </p:cNvPr>
              <p:cNvSpPr>
                <a:spLocks noChangeArrowheads="1"/>
              </p:cNvSpPr>
              <p:nvPr/>
            </p:nvSpPr>
            <p:spPr bwMode="auto">
              <a:xfrm>
                <a:off x="3824"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3096" name="Rectangle 34" descr="深色上对角线">
                <a:extLst>
                  <a:ext uri="{FF2B5EF4-FFF2-40B4-BE49-F238E27FC236}">
                    <a16:creationId xmlns:a16="http://schemas.microsoft.com/office/drawing/2014/main" id="{AE3642D9-CD1A-4C31-B770-5860FCC1AA14}"/>
                  </a:ext>
                </a:extLst>
              </p:cNvPr>
              <p:cNvSpPr>
                <a:spLocks noChangeArrowheads="1"/>
              </p:cNvSpPr>
              <p:nvPr/>
            </p:nvSpPr>
            <p:spPr bwMode="auto">
              <a:xfrm>
                <a:off x="4096" y="3041"/>
                <a:ext cx="272" cy="276"/>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3097" name="Line 35">
                <a:extLst>
                  <a:ext uri="{FF2B5EF4-FFF2-40B4-BE49-F238E27FC236}">
                    <a16:creationId xmlns:a16="http://schemas.microsoft.com/office/drawing/2014/main" id="{D1E76EC2-F718-4CBE-9CC0-282E427A36AE}"/>
                  </a:ext>
                </a:extLst>
              </p:cNvPr>
              <p:cNvSpPr>
                <a:spLocks noChangeShapeType="1"/>
              </p:cNvSpPr>
              <p:nvPr/>
            </p:nvSpPr>
            <p:spPr bwMode="auto">
              <a:xfrm flipH="1">
                <a:off x="4176" y="3141"/>
                <a:ext cx="48" cy="96"/>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098" name="Line 36">
                <a:extLst>
                  <a:ext uri="{FF2B5EF4-FFF2-40B4-BE49-F238E27FC236}">
                    <a16:creationId xmlns:a16="http://schemas.microsoft.com/office/drawing/2014/main" id="{9D924F7A-960E-49BA-894F-B1910AE5A371}"/>
                  </a:ext>
                </a:extLst>
              </p:cNvPr>
              <p:cNvSpPr>
                <a:spLocks noChangeShapeType="1"/>
              </p:cNvSpPr>
              <p:nvPr/>
            </p:nvSpPr>
            <p:spPr bwMode="auto">
              <a:xfrm>
                <a:off x="4224" y="3141"/>
                <a:ext cx="48" cy="96"/>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099" name="Line 37">
                <a:extLst>
                  <a:ext uri="{FF2B5EF4-FFF2-40B4-BE49-F238E27FC236}">
                    <a16:creationId xmlns:a16="http://schemas.microsoft.com/office/drawing/2014/main" id="{1FCA1F15-8B19-4C55-B77A-089DB5CBAD86}"/>
                  </a:ext>
                </a:extLst>
              </p:cNvPr>
              <p:cNvSpPr>
                <a:spLocks noChangeShapeType="1"/>
              </p:cNvSpPr>
              <p:nvPr/>
            </p:nvSpPr>
            <p:spPr bwMode="auto">
              <a:xfrm>
                <a:off x="144" y="2549"/>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100" name="Line 38">
                <a:extLst>
                  <a:ext uri="{FF2B5EF4-FFF2-40B4-BE49-F238E27FC236}">
                    <a16:creationId xmlns:a16="http://schemas.microsoft.com/office/drawing/2014/main" id="{8942205D-C804-47B2-B791-7EC6CBF0F6BA}"/>
                  </a:ext>
                </a:extLst>
              </p:cNvPr>
              <p:cNvSpPr>
                <a:spLocks noChangeShapeType="1"/>
              </p:cNvSpPr>
              <p:nvPr/>
            </p:nvSpPr>
            <p:spPr bwMode="auto">
              <a:xfrm>
                <a:off x="144" y="3181"/>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101" name="Line 39">
                <a:extLst>
                  <a:ext uri="{FF2B5EF4-FFF2-40B4-BE49-F238E27FC236}">
                    <a16:creationId xmlns:a16="http://schemas.microsoft.com/office/drawing/2014/main" id="{4BDA7DC9-496B-4736-A9B0-3359BD594EFF}"/>
                  </a:ext>
                </a:extLst>
              </p:cNvPr>
              <p:cNvSpPr>
                <a:spLocks noChangeShapeType="1"/>
              </p:cNvSpPr>
              <p:nvPr/>
            </p:nvSpPr>
            <p:spPr bwMode="auto">
              <a:xfrm>
                <a:off x="1180" y="2557"/>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102" name="Line 40">
                <a:extLst>
                  <a:ext uri="{FF2B5EF4-FFF2-40B4-BE49-F238E27FC236}">
                    <a16:creationId xmlns:a16="http://schemas.microsoft.com/office/drawing/2014/main" id="{3A682CA4-6B99-4A9B-AB4F-61B47F020AE7}"/>
                  </a:ext>
                </a:extLst>
              </p:cNvPr>
              <p:cNvSpPr>
                <a:spLocks noChangeShapeType="1"/>
              </p:cNvSpPr>
              <p:nvPr/>
            </p:nvSpPr>
            <p:spPr bwMode="auto">
              <a:xfrm>
                <a:off x="2220" y="2557"/>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103" name="Line 41">
                <a:extLst>
                  <a:ext uri="{FF2B5EF4-FFF2-40B4-BE49-F238E27FC236}">
                    <a16:creationId xmlns:a16="http://schemas.microsoft.com/office/drawing/2014/main" id="{24C667DB-E7BD-45FE-8547-EC1CA513AF4F}"/>
                  </a:ext>
                </a:extLst>
              </p:cNvPr>
              <p:cNvSpPr>
                <a:spLocks noChangeShapeType="1"/>
              </p:cNvSpPr>
              <p:nvPr/>
            </p:nvSpPr>
            <p:spPr bwMode="auto">
              <a:xfrm>
                <a:off x="3252" y="2561"/>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104" name="Line 42">
                <a:extLst>
                  <a:ext uri="{FF2B5EF4-FFF2-40B4-BE49-F238E27FC236}">
                    <a16:creationId xmlns:a16="http://schemas.microsoft.com/office/drawing/2014/main" id="{30E0D164-7521-46FC-A939-3F4B7F779616}"/>
                  </a:ext>
                </a:extLst>
              </p:cNvPr>
              <p:cNvSpPr>
                <a:spLocks noChangeShapeType="1"/>
              </p:cNvSpPr>
              <p:nvPr/>
            </p:nvSpPr>
            <p:spPr bwMode="auto">
              <a:xfrm>
                <a:off x="4300" y="2565"/>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105" name="Line 43">
                <a:extLst>
                  <a:ext uri="{FF2B5EF4-FFF2-40B4-BE49-F238E27FC236}">
                    <a16:creationId xmlns:a16="http://schemas.microsoft.com/office/drawing/2014/main" id="{E8D454E4-C4BB-407C-8122-6CE8845B320B}"/>
                  </a:ext>
                </a:extLst>
              </p:cNvPr>
              <p:cNvSpPr>
                <a:spLocks noChangeShapeType="1"/>
              </p:cNvSpPr>
              <p:nvPr/>
            </p:nvSpPr>
            <p:spPr bwMode="auto">
              <a:xfrm>
                <a:off x="1184" y="3181"/>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106" name="Line 44">
                <a:extLst>
                  <a:ext uri="{FF2B5EF4-FFF2-40B4-BE49-F238E27FC236}">
                    <a16:creationId xmlns:a16="http://schemas.microsoft.com/office/drawing/2014/main" id="{E6208BC1-4864-4547-BA61-0771BC0B58C3}"/>
                  </a:ext>
                </a:extLst>
              </p:cNvPr>
              <p:cNvSpPr>
                <a:spLocks noChangeShapeType="1"/>
              </p:cNvSpPr>
              <p:nvPr/>
            </p:nvSpPr>
            <p:spPr bwMode="auto">
              <a:xfrm>
                <a:off x="2224" y="3181"/>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107" name="Line 45">
                <a:extLst>
                  <a:ext uri="{FF2B5EF4-FFF2-40B4-BE49-F238E27FC236}">
                    <a16:creationId xmlns:a16="http://schemas.microsoft.com/office/drawing/2014/main" id="{537F8189-8C68-4F12-8015-71DAB487F28E}"/>
                  </a:ext>
                </a:extLst>
              </p:cNvPr>
              <p:cNvSpPr>
                <a:spLocks noChangeShapeType="1"/>
              </p:cNvSpPr>
              <p:nvPr/>
            </p:nvSpPr>
            <p:spPr bwMode="auto">
              <a:xfrm>
                <a:off x="3256" y="3185"/>
                <a:ext cx="308"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108" name="Text Box 46">
                <a:extLst>
                  <a:ext uri="{FF2B5EF4-FFF2-40B4-BE49-F238E27FC236}">
                    <a16:creationId xmlns:a16="http://schemas.microsoft.com/office/drawing/2014/main" id="{FA8039CE-EFC9-41E3-9C81-85A9694C9C63}"/>
                  </a:ext>
                </a:extLst>
              </p:cNvPr>
              <p:cNvSpPr txBox="1">
                <a:spLocks noChangeArrowheads="1"/>
              </p:cNvSpPr>
              <p:nvPr/>
            </p:nvSpPr>
            <p:spPr bwMode="auto">
              <a:xfrm>
                <a:off x="102" y="2352"/>
                <a:ext cx="209"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A</a:t>
                </a:r>
              </a:p>
            </p:txBody>
          </p:sp>
          <p:sp>
            <p:nvSpPr>
              <p:cNvPr id="173109" name="Text Box 47">
                <a:extLst>
                  <a:ext uri="{FF2B5EF4-FFF2-40B4-BE49-F238E27FC236}">
                    <a16:creationId xmlns:a16="http://schemas.microsoft.com/office/drawing/2014/main" id="{200F8170-963F-45A5-871E-DEE8C4061B28}"/>
                  </a:ext>
                </a:extLst>
              </p:cNvPr>
              <p:cNvSpPr txBox="1">
                <a:spLocks noChangeArrowheads="1"/>
              </p:cNvSpPr>
              <p:nvPr/>
            </p:nvSpPr>
            <p:spPr bwMode="auto">
              <a:xfrm>
                <a:off x="92" y="2985"/>
                <a:ext cx="202"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B</a:t>
                </a:r>
              </a:p>
            </p:txBody>
          </p:sp>
        </p:grpSp>
        <p:grpSp>
          <p:nvGrpSpPr>
            <p:cNvPr id="181256" name="Group 48">
              <a:extLst>
                <a:ext uri="{FF2B5EF4-FFF2-40B4-BE49-F238E27FC236}">
                  <a16:creationId xmlns:a16="http://schemas.microsoft.com/office/drawing/2014/main" id="{2AB4BE52-8D3B-204C-8008-A3761B841B03}"/>
                </a:ext>
              </a:extLst>
            </p:cNvPr>
            <p:cNvGrpSpPr>
              <a:grpSpLocks/>
            </p:cNvGrpSpPr>
            <p:nvPr/>
          </p:nvGrpSpPr>
          <p:grpSpPr bwMode="auto">
            <a:xfrm>
              <a:off x="2743200" y="2797175"/>
              <a:ext cx="474663" cy="936625"/>
              <a:chOff x="1728" y="1762"/>
              <a:chExt cx="299" cy="590"/>
            </a:xfrm>
          </p:grpSpPr>
          <p:sp>
            <p:nvSpPr>
              <p:cNvPr id="173066" name="Line 49">
                <a:extLst>
                  <a:ext uri="{FF2B5EF4-FFF2-40B4-BE49-F238E27FC236}">
                    <a16:creationId xmlns:a16="http://schemas.microsoft.com/office/drawing/2014/main" id="{205606E8-7E27-4AE4-938C-34BB1BB8D973}"/>
                  </a:ext>
                </a:extLst>
              </p:cNvPr>
              <p:cNvSpPr>
                <a:spLocks noChangeShapeType="1"/>
              </p:cNvSpPr>
              <p:nvPr/>
            </p:nvSpPr>
            <p:spPr bwMode="auto">
              <a:xfrm>
                <a:off x="1872" y="2064"/>
                <a:ext cx="0" cy="288"/>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067" name="Text Box 50">
                <a:extLst>
                  <a:ext uri="{FF2B5EF4-FFF2-40B4-BE49-F238E27FC236}">
                    <a16:creationId xmlns:a16="http://schemas.microsoft.com/office/drawing/2014/main" id="{8C10AB6D-FEFE-40EB-8B2A-528C50E0F1AC}"/>
                  </a:ext>
                </a:extLst>
              </p:cNvPr>
              <p:cNvSpPr txBox="1">
                <a:spLocks noChangeArrowheads="1"/>
              </p:cNvSpPr>
              <p:nvPr/>
            </p:nvSpPr>
            <p:spPr bwMode="auto">
              <a:xfrm>
                <a:off x="1728" y="1762"/>
                <a:ext cx="299"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pa</a:t>
                </a:r>
              </a:p>
            </p:txBody>
          </p:sp>
        </p:grpSp>
        <p:grpSp>
          <p:nvGrpSpPr>
            <p:cNvPr id="181257" name="Group 51">
              <a:extLst>
                <a:ext uri="{FF2B5EF4-FFF2-40B4-BE49-F238E27FC236}">
                  <a16:creationId xmlns:a16="http://schemas.microsoft.com/office/drawing/2014/main" id="{8E9F112F-4EAB-E141-B32C-A48BB802B26E}"/>
                </a:ext>
              </a:extLst>
            </p:cNvPr>
            <p:cNvGrpSpPr>
              <a:grpSpLocks/>
            </p:cNvGrpSpPr>
            <p:nvPr/>
          </p:nvGrpSpPr>
          <p:grpSpPr bwMode="auto">
            <a:xfrm>
              <a:off x="2743200" y="5334003"/>
              <a:ext cx="492125" cy="842963"/>
              <a:chOff x="1728" y="3360"/>
              <a:chExt cx="310" cy="531"/>
            </a:xfrm>
          </p:grpSpPr>
          <p:sp>
            <p:nvSpPr>
              <p:cNvPr id="173064" name="Line 52">
                <a:extLst>
                  <a:ext uri="{FF2B5EF4-FFF2-40B4-BE49-F238E27FC236}">
                    <a16:creationId xmlns:a16="http://schemas.microsoft.com/office/drawing/2014/main" id="{199B7ED8-A2B2-41F6-9EDA-DC5227E44A96}"/>
                  </a:ext>
                </a:extLst>
              </p:cNvPr>
              <p:cNvSpPr>
                <a:spLocks noChangeShapeType="1"/>
              </p:cNvSpPr>
              <p:nvPr/>
            </p:nvSpPr>
            <p:spPr bwMode="auto">
              <a:xfrm flipV="1">
                <a:off x="1872" y="3360"/>
                <a:ext cx="0" cy="288"/>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3065" name="Text Box 53">
                <a:extLst>
                  <a:ext uri="{FF2B5EF4-FFF2-40B4-BE49-F238E27FC236}">
                    <a16:creationId xmlns:a16="http://schemas.microsoft.com/office/drawing/2014/main" id="{37C8358A-0393-4972-B9C8-ABE0DEEBE860}"/>
                  </a:ext>
                </a:extLst>
              </p:cNvPr>
              <p:cNvSpPr txBox="1">
                <a:spLocks noChangeArrowheads="1"/>
              </p:cNvSpPr>
              <p:nvPr/>
            </p:nvSpPr>
            <p:spPr bwMode="auto">
              <a:xfrm>
                <a:off x="1728" y="3600"/>
                <a:ext cx="310"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pb</a:t>
                </a:r>
              </a:p>
            </p:txBody>
          </p:sp>
        </p:grpSp>
      </p:grpSp>
      <p:sp>
        <p:nvSpPr>
          <p:cNvPr id="54" name="Rectangle 8">
            <a:extLst>
              <a:ext uri="{FF2B5EF4-FFF2-40B4-BE49-F238E27FC236}">
                <a16:creationId xmlns:a16="http://schemas.microsoft.com/office/drawing/2014/main" id="{443DAF45-9C03-469A-954A-868542CC7AFF}"/>
              </a:ext>
            </a:extLst>
          </p:cNvPr>
          <p:cNvSpPr>
            <a:spLocks noChangeArrowheads="1"/>
          </p:cNvSpPr>
          <p:nvPr/>
        </p:nvSpPr>
        <p:spPr bwMode="auto">
          <a:xfrm>
            <a:off x="755650" y="158750"/>
            <a:ext cx="7210425"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多项式创建</a:t>
            </a:r>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算法描述</a:t>
            </a:r>
            <a:r>
              <a:rPr lang="en-US" altLang="zh-CN">
                <a:solidFill>
                  <a:schemeClr val="bg1"/>
                </a:solidFill>
                <a:ea typeface="微软雅黑" panose="020B0503020204020204" pitchFamily="34" charset="-122"/>
                <a:sym typeface="+mn-lt"/>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amond(in)">
                                      <p:cBhvr>
                                        <p:cTn id="7" dur="2000"/>
                                        <p:tgtEl>
                                          <p:spTgt spid="3"/>
                                        </p:tgtEl>
                                      </p:cBhvr>
                                    </p:animEffect>
                                  </p:childTnLst>
                                </p:cTn>
                              </p:par>
                            </p:childTnLst>
                          </p:cTn>
                        </p:par>
                        <p:par>
                          <p:cTn id="8" fill="hold" nodeType="afterGroup">
                            <p:stCondLst>
                              <p:cond delay="2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矩形 50">
            <a:extLst>
              <a:ext uri="{FF2B5EF4-FFF2-40B4-BE49-F238E27FC236}">
                <a16:creationId xmlns:a16="http://schemas.microsoft.com/office/drawing/2014/main" id="{D5A5E096-2D6A-4CDC-9D4C-0131D909C987}"/>
              </a:ext>
            </a:extLst>
          </p:cNvPr>
          <p:cNvSpPr/>
          <p:nvPr/>
        </p:nvSpPr>
        <p:spPr bwMode="auto">
          <a:xfrm>
            <a:off x="0" y="2797175"/>
            <a:ext cx="9144000" cy="3455988"/>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74082" name="Rectangle 2">
            <a:extLst>
              <a:ext uri="{FF2B5EF4-FFF2-40B4-BE49-F238E27FC236}">
                <a16:creationId xmlns:a16="http://schemas.microsoft.com/office/drawing/2014/main" id="{6F5C895A-0B78-4F93-8E76-C05CEA7DA8CF}"/>
              </a:ext>
            </a:extLst>
          </p:cNvPr>
          <p:cNvSpPr>
            <a:spLocks noGrp="1" noChangeArrowheads="1"/>
          </p:cNvSpPr>
          <p:nvPr>
            <p:ph type="title"/>
          </p:nvPr>
        </p:nvSpPr>
        <p:spPr>
          <a:xfrm>
            <a:off x="850900" y="177800"/>
            <a:ext cx="7315200" cy="601663"/>
          </a:xfrm>
        </p:spPr>
        <p:txBody>
          <a:bodyPr/>
          <a:lstStyle/>
          <a:p>
            <a:r>
              <a:rPr lang="zh-CN" altLang="en-US">
                <a:sym typeface="+mn-lt"/>
              </a:rPr>
              <a:t>多项式相加</a:t>
            </a:r>
          </a:p>
        </p:txBody>
      </p:sp>
      <p:sp>
        <p:nvSpPr>
          <p:cNvPr id="174083" name="Text Box 3">
            <a:extLst>
              <a:ext uri="{FF2B5EF4-FFF2-40B4-BE49-F238E27FC236}">
                <a16:creationId xmlns:a16="http://schemas.microsoft.com/office/drawing/2014/main" id="{20D71EA8-9AEE-49D3-BFD9-4B1472A8AAC6}"/>
              </a:ext>
            </a:extLst>
          </p:cNvPr>
          <p:cNvSpPr txBox="1">
            <a:spLocks noChangeArrowheads="1"/>
          </p:cNvSpPr>
          <p:nvPr/>
        </p:nvSpPr>
        <p:spPr bwMode="auto">
          <a:xfrm>
            <a:off x="563563" y="1303338"/>
            <a:ext cx="4054475"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A</a:t>
            </a:r>
            <a:r>
              <a:rPr lang="en-US" altLang="zh-CN" sz="2800" baseline="-25000" dirty="0">
                <a:latin typeface="+mn-lt"/>
                <a:ea typeface="+mn-ea"/>
                <a:cs typeface="+mn-ea"/>
                <a:sym typeface="+mn-lt"/>
              </a:rPr>
              <a:t>17</a:t>
            </a:r>
            <a:r>
              <a:rPr lang="en-US" altLang="zh-CN" sz="2800" dirty="0">
                <a:latin typeface="+mn-lt"/>
                <a:ea typeface="+mn-ea"/>
                <a:cs typeface="+mn-ea"/>
                <a:sym typeface="+mn-lt"/>
              </a:rPr>
              <a:t>(x)=7+3x+9x</a:t>
            </a:r>
            <a:r>
              <a:rPr lang="en-US" altLang="zh-CN" sz="2800" baseline="30000" dirty="0">
                <a:latin typeface="+mn-lt"/>
                <a:ea typeface="+mn-ea"/>
                <a:cs typeface="+mn-ea"/>
                <a:sym typeface="+mn-lt"/>
              </a:rPr>
              <a:t>8</a:t>
            </a:r>
            <a:r>
              <a:rPr lang="en-US" altLang="zh-CN" sz="2800" dirty="0">
                <a:latin typeface="+mn-lt"/>
                <a:ea typeface="+mn-ea"/>
                <a:cs typeface="+mn-ea"/>
                <a:sym typeface="+mn-lt"/>
              </a:rPr>
              <a:t>+5x</a:t>
            </a:r>
            <a:r>
              <a:rPr lang="en-US" altLang="zh-CN" sz="2800" baseline="30000" dirty="0">
                <a:latin typeface="+mn-lt"/>
                <a:ea typeface="+mn-ea"/>
                <a:cs typeface="+mn-ea"/>
                <a:sym typeface="+mn-lt"/>
              </a:rPr>
              <a:t>17</a:t>
            </a:r>
          </a:p>
        </p:txBody>
      </p:sp>
      <p:sp>
        <p:nvSpPr>
          <p:cNvPr id="174084" name="Text Box 4">
            <a:extLst>
              <a:ext uri="{FF2B5EF4-FFF2-40B4-BE49-F238E27FC236}">
                <a16:creationId xmlns:a16="http://schemas.microsoft.com/office/drawing/2014/main" id="{B687AA2B-2EF2-415A-9034-6341EC3CAB08}"/>
              </a:ext>
            </a:extLst>
          </p:cNvPr>
          <p:cNvSpPr txBox="1">
            <a:spLocks noChangeArrowheads="1"/>
          </p:cNvSpPr>
          <p:nvPr/>
        </p:nvSpPr>
        <p:spPr bwMode="auto">
          <a:xfrm>
            <a:off x="563563" y="1984375"/>
            <a:ext cx="4054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B</a:t>
            </a:r>
            <a:r>
              <a:rPr lang="en-US" altLang="zh-CN" sz="2800" baseline="-25000" dirty="0">
                <a:latin typeface="+mn-lt"/>
                <a:ea typeface="+mn-ea"/>
                <a:cs typeface="+mn-ea"/>
                <a:sym typeface="+mn-lt"/>
              </a:rPr>
              <a:t>8</a:t>
            </a:r>
            <a:r>
              <a:rPr lang="en-US" altLang="zh-CN" sz="2800" dirty="0">
                <a:latin typeface="+mn-lt"/>
                <a:ea typeface="+mn-ea"/>
                <a:cs typeface="+mn-ea"/>
                <a:sym typeface="+mn-lt"/>
              </a:rPr>
              <a:t>(x)=8x+22x</a:t>
            </a:r>
            <a:r>
              <a:rPr lang="en-US" altLang="zh-CN" sz="2800" baseline="30000" dirty="0">
                <a:latin typeface="+mn-lt"/>
                <a:ea typeface="+mn-ea"/>
                <a:cs typeface="+mn-ea"/>
                <a:sym typeface="+mn-lt"/>
              </a:rPr>
              <a:t>7</a:t>
            </a:r>
            <a:r>
              <a:rPr lang="en-US" altLang="zh-CN" sz="2800" dirty="0">
                <a:latin typeface="+mn-lt"/>
                <a:ea typeface="+mn-ea"/>
                <a:cs typeface="+mn-ea"/>
                <a:sym typeface="+mn-lt"/>
              </a:rPr>
              <a:t>-9x</a:t>
            </a:r>
            <a:r>
              <a:rPr lang="en-US" altLang="zh-CN" sz="2800" baseline="30000" dirty="0">
                <a:latin typeface="+mn-lt"/>
                <a:ea typeface="+mn-ea"/>
                <a:cs typeface="+mn-ea"/>
                <a:sym typeface="+mn-lt"/>
              </a:rPr>
              <a:t>8</a:t>
            </a:r>
          </a:p>
        </p:txBody>
      </p:sp>
      <p:sp>
        <p:nvSpPr>
          <p:cNvPr id="174085" name="Rectangle 5" descr="深色上对角线">
            <a:extLst>
              <a:ext uri="{FF2B5EF4-FFF2-40B4-BE49-F238E27FC236}">
                <a16:creationId xmlns:a16="http://schemas.microsoft.com/office/drawing/2014/main" id="{1CDFCC86-0230-734C-97EA-05C2070B3044}"/>
              </a:ext>
            </a:extLst>
          </p:cNvPr>
          <p:cNvSpPr>
            <a:spLocks noChangeArrowheads="1"/>
          </p:cNvSpPr>
          <p:nvPr/>
        </p:nvSpPr>
        <p:spPr bwMode="auto">
          <a:xfrm>
            <a:off x="723900" y="3836988"/>
            <a:ext cx="419100" cy="438150"/>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74086" name="Rectangle 6" descr="深色上对角线">
            <a:extLst>
              <a:ext uri="{FF2B5EF4-FFF2-40B4-BE49-F238E27FC236}">
                <a16:creationId xmlns:a16="http://schemas.microsoft.com/office/drawing/2014/main" id="{05DACFE2-A6A1-44B5-9B29-DACF8035FF70}"/>
              </a:ext>
            </a:extLst>
          </p:cNvPr>
          <p:cNvSpPr>
            <a:spLocks noChangeArrowheads="1"/>
          </p:cNvSpPr>
          <p:nvPr/>
        </p:nvSpPr>
        <p:spPr bwMode="auto">
          <a:xfrm>
            <a:off x="11430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4087" name="Rectangle 7" descr="深色上对角线">
            <a:extLst>
              <a:ext uri="{FF2B5EF4-FFF2-40B4-BE49-F238E27FC236}">
                <a16:creationId xmlns:a16="http://schemas.microsoft.com/office/drawing/2014/main" id="{184B3BED-7032-47BF-842D-02423A683C96}"/>
              </a:ext>
            </a:extLst>
          </p:cNvPr>
          <p:cNvSpPr>
            <a:spLocks noChangeArrowheads="1"/>
          </p:cNvSpPr>
          <p:nvPr/>
        </p:nvSpPr>
        <p:spPr bwMode="auto">
          <a:xfrm>
            <a:off x="15748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4088" name="Rectangle 8">
            <a:extLst>
              <a:ext uri="{FF2B5EF4-FFF2-40B4-BE49-F238E27FC236}">
                <a16:creationId xmlns:a16="http://schemas.microsoft.com/office/drawing/2014/main" id="{498D3C8F-D131-4515-9755-9EC82604316E}"/>
              </a:ext>
            </a:extLst>
          </p:cNvPr>
          <p:cNvSpPr>
            <a:spLocks noChangeArrowheads="1"/>
          </p:cNvSpPr>
          <p:nvPr/>
        </p:nvSpPr>
        <p:spPr bwMode="auto">
          <a:xfrm>
            <a:off x="2374900" y="3836988"/>
            <a:ext cx="419100" cy="438150"/>
          </a:xfrm>
          <a:prstGeom prst="rect">
            <a:avLst/>
          </a:prstGeom>
          <a:solidFill>
            <a:srgbClr val="FFC0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174089" name="Rectangle 9">
            <a:extLst>
              <a:ext uri="{FF2B5EF4-FFF2-40B4-BE49-F238E27FC236}">
                <a16:creationId xmlns:a16="http://schemas.microsoft.com/office/drawing/2014/main" id="{D234E8E1-8059-40BE-9006-FA1D233C3DA6}"/>
              </a:ext>
            </a:extLst>
          </p:cNvPr>
          <p:cNvSpPr>
            <a:spLocks noChangeArrowheads="1"/>
          </p:cNvSpPr>
          <p:nvPr/>
        </p:nvSpPr>
        <p:spPr bwMode="auto">
          <a:xfrm>
            <a:off x="2794000" y="3836988"/>
            <a:ext cx="431800" cy="438150"/>
          </a:xfrm>
          <a:prstGeom prst="rect">
            <a:avLst/>
          </a:prstGeom>
          <a:solidFill>
            <a:srgbClr val="FFC0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0</a:t>
            </a:r>
          </a:p>
        </p:txBody>
      </p:sp>
      <p:sp>
        <p:nvSpPr>
          <p:cNvPr id="174090" name="Rectangle 10">
            <a:extLst>
              <a:ext uri="{FF2B5EF4-FFF2-40B4-BE49-F238E27FC236}">
                <a16:creationId xmlns:a16="http://schemas.microsoft.com/office/drawing/2014/main" id="{B8B8539B-F98C-4E41-994C-ACFC1C290064}"/>
              </a:ext>
            </a:extLst>
          </p:cNvPr>
          <p:cNvSpPr>
            <a:spLocks noChangeArrowheads="1"/>
          </p:cNvSpPr>
          <p:nvPr/>
        </p:nvSpPr>
        <p:spPr bwMode="auto">
          <a:xfrm>
            <a:off x="3225800" y="3836988"/>
            <a:ext cx="431800" cy="438150"/>
          </a:xfrm>
          <a:prstGeom prst="rect">
            <a:avLst/>
          </a:prstGeom>
          <a:solidFill>
            <a:srgbClr val="FFC000"/>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4091" name="Rectangle 11" descr="深色上对角线">
            <a:extLst>
              <a:ext uri="{FF2B5EF4-FFF2-40B4-BE49-F238E27FC236}">
                <a16:creationId xmlns:a16="http://schemas.microsoft.com/office/drawing/2014/main" id="{791B8F91-80C8-44F7-A88F-EC2994E2E10E}"/>
              </a:ext>
            </a:extLst>
          </p:cNvPr>
          <p:cNvSpPr>
            <a:spLocks noChangeArrowheads="1"/>
          </p:cNvSpPr>
          <p:nvPr/>
        </p:nvSpPr>
        <p:spPr bwMode="auto">
          <a:xfrm>
            <a:off x="4025900" y="38369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3</a:t>
            </a:r>
          </a:p>
        </p:txBody>
      </p:sp>
      <p:sp>
        <p:nvSpPr>
          <p:cNvPr id="174092" name="Rectangle 12" descr="深色上对角线">
            <a:extLst>
              <a:ext uri="{FF2B5EF4-FFF2-40B4-BE49-F238E27FC236}">
                <a16:creationId xmlns:a16="http://schemas.microsoft.com/office/drawing/2014/main" id="{D4CBE931-04C8-40F4-B21E-D110E77CE3F1}"/>
              </a:ext>
            </a:extLst>
          </p:cNvPr>
          <p:cNvSpPr>
            <a:spLocks noChangeArrowheads="1"/>
          </p:cNvSpPr>
          <p:nvPr/>
        </p:nvSpPr>
        <p:spPr bwMode="auto">
          <a:xfrm>
            <a:off x="44450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4093" name="Rectangle 13" descr="深色上对角线">
            <a:extLst>
              <a:ext uri="{FF2B5EF4-FFF2-40B4-BE49-F238E27FC236}">
                <a16:creationId xmlns:a16="http://schemas.microsoft.com/office/drawing/2014/main" id="{B43E0088-5192-4F1F-9429-2096D871FE8B}"/>
              </a:ext>
            </a:extLst>
          </p:cNvPr>
          <p:cNvSpPr>
            <a:spLocks noChangeArrowheads="1"/>
          </p:cNvSpPr>
          <p:nvPr/>
        </p:nvSpPr>
        <p:spPr bwMode="auto">
          <a:xfrm>
            <a:off x="48768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4094" name="Rectangle 14" descr="深色上对角线">
            <a:extLst>
              <a:ext uri="{FF2B5EF4-FFF2-40B4-BE49-F238E27FC236}">
                <a16:creationId xmlns:a16="http://schemas.microsoft.com/office/drawing/2014/main" id="{A7BC3839-8EC7-4C2B-94C8-E65052F7F42F}"/>
              </a:ext>
            </a:extLst>
          </p:cNvPr>
          <p:cNvSpPr>
            <a:spLocks noChangeArrowheads="1"/>
          </p:cNvSpPr>
          <p:nvPr/>
        </p:nvSpPr>
        <p:spPr bwMode="auto">
          <a:xfrm>
            <a:off x="5651500" y="38369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174095" name="Rectangle 15" descr="深色上对角线">
            <a:extLst>
              <a:ext uri="{FF2B5EF4-FFF2-40B4-BE49-F238E27FC236}">
                <a16:creationId xmlns:a16="http://schemas.microsoft.com/office/drawing/2014/main" id="{49BDC82D-D525-4784-B446-293DD5F2528F}"/>
              </a:ext>
            </a:extLst>
          </p:cNvPr>
          <p:cNvSpPr>
            <a:spLocks noChangeArrowheads="1"/>
          </p:cNvSpPr>
          <p:nvPr/>
        </p:nvSpPr>
        <p:spPr bwMode="auto">
          <a:xfrm>
            <a:off x="60706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4096" name="Rectangle 16" descr="深色上对角线">
            <a:extLst>
              <a:ext uri="{FF2B5EF4-FFF2-40B4-BE49-F238E27FC236}">
                <a16:creationId xmlns:a16="http://schemas.microsoft.com/office/drawing/2014/main" id="{339B91CD-F4EC-46E1-893D-4122418953E6}"/>
              </a:ext>
            </a:extLst>
          </p:cNvPr>
          <p:cNvSpPr>
            <a:spLocks noChangeArrowheads="1"/>
          </p:cNvSpPr>
          <p:nvPr/>
        </p:nvSpPr>
        <p:spPr bwMode="auto">
          <a:xfrm>
            <a:off x="65024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4097" name="Rectangle 17" descr="深色上对角线">
            <a:extLst>
              <a:ext uri="{FF2B5EF4-FFF2-40B4-BE49-F238E27FC236}">
                <a16:creationId xmlns:a16="http://schemas.microsoft.com/office/drawing/2014/main" id="{03C8D794-D814-4278-AB2D-9E4D2875DAF4}"/>
              </a:ext>
            </a:extLst>
          </p:cNvPr>
          <p:cNvSpPr>
            <a:spLocks noChangeArrowheads="1"/>
          </p:cNvSpPr>
          <p:nvPr/>
        </p:nvSpPr>
        <p:spPr bwMode="auto">
          <a:xfrm>
            <a:off x="7315200" y="38369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5</a:t>
            </a:r>
          </a:p>
        </p:txBody>
      </p:sp>
      <p:sp>
        <p:nvSpPr>
          <p:cNvPr id="174098" name="Rectangle 18" descr="深色上对角线">
            <a:extLst>
              <a:ext uri="{FF2B5EF4-FFF2-40B4-BE49-F238E27FC236}">
                <a16:creationId xmlns:a16="http://schemas.microsoft.com/office/drawing/2014/main" id="{AAEB21F7-C659-4D32-9739-84370B3DCDD5}"/>
              </a:ext>
            </a:extLst>
          </p:cNvPr>
          <p:cNvSpPr>
            <a:spLocks noChangeArrowheads="1"/>
          </p:cNvSpPr>
          <p:nvPr/>
        </p:nvSpPr>
        <p:spPr bwMode="auto">
          <a:xfrm>
            <a:off x="77343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17</a:t>
            </a:r>
          </a:p>
        </p:txBody>
      </p:sp>
      <p:sp>
        <p:nvSpPr>
          <p:cNvPr id="174099" name="Rectangle 19" descr="深色上对角线">
            <a:extLst>
              <a:ext uri="{FF2B5EF4-FFF2-40B4-BE49-F238E27FC236}">
                <a16:creationId xmlns:a16="http://schemas.microsoft.com/office/drawing/2014/main" id="{768D8DAA-EABF-4296-8240-F046E89061B6}"/>
              </a:ext>
            </a:extLst>
          </p:cNvPr>
          <p:cNvSpPr>
            <a:spLocks noChangeArrowheads="1"/>
          </p:cNvSpPr>
          <p:nvPr/>
        </p:nvSpPr>
        <p:spPr bwMode="auto">
          <a:xfrm>
            <a:off x="81661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4100" name="Line 20">
            <a:extLst>
              <a:ext uri="{FF2B5EF4-FFF2-40B4-BE49-F238E27FC236}">
                <a16:creationId xmlns:a16="http://schemas.microsoft.com/office/drawing/2014/main" id="{5A1E14F7-0D8B-4290-9811-21C608B96661}"/>
              </a:ext>
            </a:extLst>
          </p:cNvPr>
          <p:cNvSpPr>
            <a:spLocks noChangeShapeType="1"/>
          </p:cNvSpPr>
          <p:nvPr/>
        </p:nvSpPr>
        <p:spPr bwMode="auto">
          <a:xfrm flipH="1">
            <a:off x="8305800" y="3970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01" name="Line 21">
            <a:extLst>
              <a:ext uri="{FF2B5EF4-FFF2-40B4-BE49-F238E27FC236}">
                <a16:creationId xmlns:a16="http://schemas.microsoft.com/office/drawing/2014/main" id="{A93FA64F-42F1-4894-AC40-F2083E214901}"/>
              </a:ext>
            </a:extLst>
          </p:cNvPr>
          <p:cNvSpPr>
            <a:spLocks noChangeShapeType="1"/>
          </p:cNvSpPr>
          <p:nvPr/>
        </p:nvSpPr>
        <p:spPr bwMode="auto">
          <a:xfrm>
            <a:off x="8382000" y="3970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02" name="Rectangle 22" descr="深色上对角线">
            <a:extLst>
              <a:ext uri="{FF2B5EF4-FFF2-40B4-BE49-F238E27FC236}">
                <a16:creationId xmlns:a16="http://schemas.microsoft.com/office/drawing/2014/main" id="{63202938-9E4B-274A-92F5-5BC5F2C04CA6}"/>
              </a:ext>
            </a:extLst>
          </p:cNvPr>
          <p:cNvSpPr>
            <a:spLocks noChangeArrowheads="1"/>
          </p:cNvSpPr>
          <p:nvPr/>
        </p:nvSpPr>
        <p:spPr bwMode="auto">
          <a:xfrm>
            <a:off x="723900" y="4827588"/>
            <a:ext cx="419100" cy="438150"/>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74103" name="Rectangle 23" descr="深色上对角线">
            <a:extLst>
              <a:ext uri="{FF2B5EF4-FFF2-40B4-BE49-F238E27FC236}">
                <a16:creationId xmlns:a16="http://schemas.microsoft.com/office/drawing/2014/main" id="{D4AA2943-D9D6-46C7-8657-E33668A0387C}"/>
              </a:ext>
            </a:extLst>
          </p:cNvPr>
          <p:cNvSpPr>
            <a:spLocks noChangeArrowheads="1"/>
          </p:cNvSpPr>
          <p:nvPr/>
        </p:nvSpPr>
        <p:spPr bwMode="auto">
          <a:xfrm>
            <a:off x="1143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4104" name="Rectangle 24" descr="深色上对角线">
            <a:extLst>
              <a:ext uri="{FF2B5EF4-FFF2-40B4-BE49-F238E27FC236}">
                <a16:creationId xmlns:a16="http://schemas.microsoft.com/office/drawing/2014/main" id="{480F61BC-BF13-4E5A-8F78-DDAF273AFA89}"/>
              </a:ext>
            </a:extLst>
          </p:cNvPr>
          <p:cNvSpPr>
            <a:spLocks noChangeArrowheads="1"/>
          </p:cNvSpPr>
          <p:nvPr/>
        </p:nvSpPr>
        <p:spPr bwMode="auto">
          <a:xfrm>
            <a:off x="1574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4105" name="Rectangle 25" descr="深色上对角线">
            <a:extLst>
              <a:ext uri="{FF2B5EF4-FFF2-40B4-BE49-F238E27FC236}">
                <a16:creationId xmlns:a16="http://schemas.microsoft.com/office/drawing/2014/main" id="{D7F2E274-04B9-4A61-B8AE-2EA1EB7CB76C}"/>
              </a:ext>
            </a:extLst>
          </p:cNvPr>
          <p:cNvSpPr>
            <a:spLocks noChangeArrowheads="1"/>
          </p:cNvSpPr>
          <p:nvPr/>
        </p:nvSpPr>
        <p:spPr bwMode="auto">
          <a:xfrm>
            <a:off x="23749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4106" name="Rectangle 26" descr="深色上对角线">
            <a:extLst>
              <a:ext uri="{FF2B5EF4-FFF2-40B4-BE49-F238E27FC236}">
                <a16:creationId xmlns:a16="http://schemas.microsoft.com/office/drawing/2014/main" id="{CB83556A-FDEC-434E-8180-C7C8CADFCCBD}"/>
              </a:ext>
            </a:extLst>
          </p:cNvPr>
          <p:cNvSpPr>
            <a:spLocks noChangeArrowheads="1"/>
          </p:cNvSpPr>
          <p:nvPr/>
        </p:nvSpPr>
        <p:spPr bwMode="auto">
          <a:xfrm>
            <a:off x="2794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4107" name="Rectangle 27" descr="深色上对角线">
            <a:extLst>
              <a:ext uri="{FF2B5EF4-FFF2-40B4-BE49-F238E27FC236}">
                <a16:creationId xmlns:a16="http://schemas.microsoft.com/office/drawing/2014/main" id="{161927B5-046F-4FDD-A061-7F71F0E0BC75}"/>
              </a:ext>
            </a:extLst>
          </p:cNvPr>
          <p:cNvSpPr>
            <a:spLocks noChangeArrowheads="1"/>
          </p:cNvSpPr>
          <p:nvPr/>
        </p:nvSpPr>
        <p:spPr bwMode="auto">
          <a:xfrm>
            <a:off x="3225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4108" name="Rectangle 28" descr="深色上对角线">
            <a:extLst>
              <a:ext uri="{FF2B5EF4-FFF2-40B4-BE49-F238E27FC236}">
                <a16:creationId xmlns:a16="http://schemas.microsoft.com/office/drawing/2014/main" id="{FF1B5FA8-36C3-49E2-B369-B3A0CE257052}"/>
              </a:ext>
            </a:extLst>
          </p:cNvPr>
          <p:cNvSpPr>
            <a:spLocks noChangeArrowheads="1"/>
          </p:cNvSpPr>
          <p:nvPr/>
        </p:nvSpPr>
        <p:spPr bwMode="auto">
          <a:xfrm>
            <a:off x="40259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22</a:t>
            </a:r>
          </a:p>
        </p:txBody>
      </p:sp>
      <p:sp>
        <p:nvSpPr>
          <p:cNvPr id="174109" name="Rectangle 29" descr="深色上对角线">
            <a:extLst>
              <a:ext uri="{FF2B5EF4-FFF2-40B4-BE49-F238E27FC236}">
                <a16:creationId xmlns:a16="http://schemas.microsoft.com/office/drawing/2014/main" id="{E7CAF3EC-CB60-462B-B04D-A9FDB3CBA427}"/>
              </a:ext>
            </a:extLst>
          </p:cNvPr>
          <p:cNvSpPr>
            <a:spLocks noChangeArrowheads="1"/>
          </p:cNvSpPr>
          <p:nvPr/>
        </p:nvSpPr>
        <p:spPr bwMode="auto">
          <a:xfrm>
            <a:off x="4445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174110" name="Rectangle 30" descr="深色上对角线">
            <a:extLst>
              <a:ext uri="{FF2B5EF4-FFF2-40B4-BE49-F238E27FC236}">
                <a16:creationId xmlns:a16="http://schemas.microsoft.com/office/drawing/2014/main" id="{58D9193A-C0A5-4EB4-99FD-BDF2EBF83835}"/>
              </a:ext>
            </a:extLst>
          </p:cNvPr>
          <p:cNvSpPr>
            <a:spLocks noChangeArrowheads="1"/>
          </p:cNvSpPr>
          <p:nvPr/>
        </p:nvSpPr>
        <p:spPr bwMode="auto">
          <a:xfrm>
            <a:off x="4876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4111" name="Rectangle 31" descr="深色上对角线">
            <a:extLst>
              <a:ext uri="{FF2B5EF4-FFF2-40B4-BE49-F238E27FC236}">
                <a16:creationId xmlns:a16="http://schemas.microsoft.com/office/drawing/2014/main" id="{DFED6A29-867F-41E9-BF2C-58229E53EF01}"/>
              </a:ext>
            </a:extLst>
          </p:cNvPr>
          <p:cNvSpPr>
            <a:spLocks noChangeArrowheads="1"/>
          </p:cNvSpPr>
          <p:nvPr/>
        </p:nvSpPr>
        <p:spPr bwMode="auto">
          <a:xfrm>
            <a:off x="56515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174112" name="Rectangle 32" descr="深色上对角线">
            <a:extLst>
              <a:ext uri="{FF2B5EF4-FFF2-40B4-BE49-F238E27FC236}">
                <a16:creationId xmlns:a16="http://schemas.microsoft.com/office/drawing/2014/main" id="{33357BC9-2D0F-4052-847B-8280F01CC4F9}"/>
              </a:ext>
            </a:extLst>
          </p:cNvPr>
          <p:cNvSpPr>
            <a:spLocks noChangeArrowheads="1"/>
          </p:cNvSpPr>
          <p:nvPr/>
        </p:nvSpPr>
        <p:spPr bwMode="auto">
          <a:xfrm>
            <a:off x="60706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4113" name="Rectangle 33" descr="深色上对角线">
            <a:extLst>
              <a:ext uri="{FF2B5EF4-FFF2-40B4-BE49-F238E27FC236}">
                <a16:creationId xmlns:a16="http://schemas.microsoft.com/office/drawing/2014/main" id="{612492F0-2920-4973-8EDF-00A5169A9830}"/>
              </a:ext>
            </a:extLst>
          </p:cNvPr>
          <p:cNvSpPr>
            <a:spLocks noChangeArrowheads="1"/>
          </p:cNvSpPr>
          <p:nvPr/>
        </p:nvSpPr>
        <p:spPr bwMode="auto">
          <a:xfrm>
            <a:off x="65024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4114" name="Line 34">
            <a:extLst>
              <a:ext uri="{FF2B5EF4-FFF2-40B4-BE49-F238E27FC236}">
                <a16:creationId xmlns:a16="http://schemas.microsoft.com/office/drawing/2014/main" id="{6465A76E-C5E7-4B18-98E0-1C931CF7F2B5}"/>
              </a:ext>
            </a:extLst>
          </p:cNvPr>
          <p:cNvSpPr>
            <a:spLocks noChangeShapeType="1"/>
          </p:cNvSpPr>
          <p:nvPr/>
        </p:nvSpPr>
        <p:spPr bwMode="auto">
          <a:xfrm flipH="1">
            <a:off x="6629400" y="4986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15" name="Line 35">
            <a:extLst>
              <a:ext uri="{FF2B5EF4-FFF2-40B4-BE49-F238E27FC236}">
                <a16:creationId xmlns:a16="http://schemas.microsoft.com/office/drawing/2014/main" id="{D243A80B-E81A-405D-923D-6C3F02F9072E}"/>
              </a:ext>
            </a:extLst>
          </p:cNvPr>
          <p:cNvSpPr>
            <a:spLocks noChangeShapeType="1"/>
          </p:cNvSpPr>
          <p:nvPr/>
        </p:nvSpPr>
        <p:spPr bwMode="auto">
          <a:xfrm>
            <a:off x="6705600" y="4986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16" name="Line 36">
            <a:extLst>
              <a:ext uri="{FF2B5EF4-FFF2-40B4-BE49-F238E27FC236}">
                <a16:creationId xmlns:a16="http://schemas.microsoft.com/office/drawing/2014/main" id="{260A87E6-3D17-47CB-8E21-F4E899A9E875}"/>
              </a:ext>
            </a:extLst>
          </p:cNvPr>
          <p:cNvSpPr>
            <a:spLocks noChangeShapeType="1"/>
          </p:cNvSpPr>
          <p:nvPr/>
        </p:nvSpPr>
        <p:spPr bwMode="auto">
          <a:xfrm>
            <a:off x="228600" y="40465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17" name="Line 37">
            <a:extLst>
              <a:ext uri="{FF2B5EF4-FFF2-40B4-BE49-F238E27FC236}">
                <a16:creationId xmlns:a16="http://schemas.microsoft.com/office/drawing/2014/main" id="{3D5C7339-F125-4373-ABF7-60D044A7B998}"/>
              </a:ext>
            </a:extLst>
          </p:cNvPr>
          <p:cNvSpPr>
            <a:spLocks noChangeShapeType="1"/>
          </p:cNvSpPr>
          <p:nvPr/>
        </p:nvSpPr>
        <p:spPr bwMode="auto">
          <a:xfrm>
            <a:off x="228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18" name="Line 38">
            <a:extLst>
              <a:ext uri="{FF2B5EF4-FFF2-40B4-BE49-F238E27FC236}">
                <a16:creationId xmlns:a16="http://schemas.microsoft.com/office/drawing/2014/main" id="{E987530C-80EA-4269-B8B6-5FEABFACAC9E}"/>
              </a:ext>
            </a:extLst>
          </p:cNvPr>
          <p:cNvSpPr>
            <a:spLocks noChangeShapeType="1"/>
          </p:cNvSpPr>
          <p:nvPr/>
        </p:nvSpPr>
        <p:spPr bwMode="auto">
          <a:xfrm>
            <a:off x="1873250" y="40592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19" name="Line 39">
            <a:extLst>
              <a:ext uri="{FF2B5EF4-FFF2-40B4-BE49-F238E27FC236}">
                <a16:creationId xmlns:a16="http://schemas.microsoft.com/office/drawing/2014/main" id="{42C5AE31-E5E6-4E19-B201-7DD264671F28}"/>
              </a:ext>
            </a:extLst>
          </p:cNvPr>
          <p:cNvSpPr>
            <a:spLocks noChangeShapeType="1"/>
          </p:cNvSpPr>
          <p:nvPr/>
        </p:nvSpPr>
        <p:spPr bwMode="auto">
          <a:xfrm>
            <a:off x="3524250" y="40592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20" name="Line 40">
            <a:extLst>
              <a:ext uri="{FF2B5EF4-FFF2-40B4-BE49-F238E27FC236}">
                <a16:creationId xmlns:a16="http://schemas.microsoft.com/office/drawing/2014/main" id="{3A55BFE5-2DFE-420C-AB82-2E707B7DC462}"/>
              </a:ext>
            </a:extLst>
          </p:cNvPr>
          <p:cNvSpPr>
            <a:spLocks noChangeShapeType="1"/>
          </p:cNvSpPr>
          <p:nvPr/>
        </p:nvSpPr>
        <p:spPr bwMode="auto">
          <a:xfrm>
            <a:off x="5162550" y="406558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21" name="Line 41">
            <a:extLst>
              <a:ext uri="{FF2B5EF4-FFF2-40B4-BE49-F238E27FC236}">
                <a16:creationId xmlns:a16="http://schemas.microsoft.com/office/drawing/2014/main" id="{BA20B3EB-27B9-49F3-899D-858D7C8C649F}"/>
              </a:ext>
            </a:extLst>
          </p:cNvPr>
          <p:cNvSpPr>
            <a:spLocks noChangeShapeType="1"/>
          </p:cNvSpPr>
          <p:nvPr/>
        </p:nvSpPr>
        <p:spPr bwMode="auto">
          <a:xfrm>
            <a:off x="6826250" y="40719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22" name="Line 42">
            <a:extLst>
              <a:ext uri="{FF2B5EF4-FFF2-40B4-BE49-F238E27FC236}">
                <a16:creationId xmlns:a16="http://schemas.microsoft.com/office/drawing/2014/main" id="{DC741A7F-E840-4C69-B748-D37981B40FFB}"/>
              </a:ext>
            </a:extLst>
          </p:cNvPr>
          <p:cNvSpPr>
            <a:spLocks noChangeShapeType="1"/>
          </p:cNvSpPr>
          <p:nvPr/>
        </p:nvSpPr>
        <p:spPr bwMode="auto">
          <a:xfrm>
            <a:off x="1879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23" name="Line 43">
            <a:extLst>
              <a:ext uri="{FF2B5EF4-FFF2-40B4-BE49-F238E27FC236}">
                <a16:creationId xmlns:a16="http://schemas.microsoft.com/office/drawing/2014/main" id="{34DC0E31-43B3-43C4-A4C7-BDC6141C8446}"/>
              </a:ext>
            </a:extLst>
          </p:cNvPr>
          <p:cNvSpPr>
            <a:spLocks noChangeShapeType="1"/>
          </p:cNvSpPr>
          <p:nvPr/>
        </p:nvSpPr>
        <p:spPr bwMode="auto">
          <a:xfrm>
            <a:off x="3530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24" name="Line 44">
            <a:extLst>
              <a:ext uri="{FF2B5EF4-FFF2-40B4-BE49-F238E27FC236}">
                <a16:creationId xmlns:a16="http://schemas.microsoft.com/office/drawing/2014/main" id="{BC80AD9A-218E-4C68-ABA6-D91528E38DF9}"/>
              </a:ext>
            </a:extLst>
          </p:cNvPr>
          <p:cNvSpPr>
            <a:spLocks noChangeShapeType="1"/>
          </p:cNvSpPr>
          <p:nvPr/>
        </p:nvSpPr>
        <p:spPr bwMode="auto">
          <a:xfrm>
            <a:off x="5168900" y="505618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25" name="Text Box 45">
            <a:extLst>
              <a:ext uri="{FF2B5EF4-FFF2-40B4-BE49-F238E27FC236}">
                <a16:creationId xmlns:a16="http://schemas.microsoft.com/office/drawing/2014/main" id="{7D637C68-52CF-48A2-9C08-9EC4C84C0ADE}"/>
              </a:ext>
            </a:extLst>
          </p:cNvPr>
          <p:cNvSpPr txBox="1">
            <a:spLocks noChangeArrowheads="1"/>
          </p:cNvSpPr>
          <p:nvPr/>
        </p:nvSpPr>
        <p:spPr bwMode="auto">
          <a:xfrm>
            <a:off x="161925" y="3733800"/>
            <a:ext cx="33178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A</a:t>
            </a:r>
          </a:p>
        </p:txBody>
      </p:sp>
      <p:sp>
        <p:nvSpPr>
          <p:cNvPr id="174126" name="Text Box 46">
            <a:extLst>
              <a:ext uri="{FF2B5EF4-FFF2-40B4-BE49-F238E27FC236}">
                <a16:creationId xmlns:a16="http://schemas.microsoft.com/office/drawing/2014/main" id="{23806178-7302-4E15-993D-6F99E9061845}"/>
              </a:ext>
            </a:extLst>
          </p:cNvPr>
          <p:cNvSpPr txBox="1">
            <a:spLocks noChangeArrowheads="1"/>
          </p:cNvSpPr>
          <p:nvPr/>
        </p:nvSpPr>
        <p:spPr bwMode="auto">
          <a:xfrm>
            <a:off x="146050" y="4738688"/>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B</a:t>
            </a:r>
          </a:p>
        </p:txBody>
      </p:sp>
      <p:sp>
        <p:nvSpPr>
          <p:cNvPr id="174127" name="Line 47">
            <a:extLst>
              <a:ext uri="{FF2B5EF4-FFF2-40B4-BE49-F238E27FC236}">
                <a16:creationId xmlns:a16="http://schemas.microsoft.com/office/drawing/2014/main" id="{26DB1655-DA54-4214-947D-F742042DF23E}"/>
              </a:ext>
            </a:extLst>
          </p:cNvPr>
          <p:cNvSpPr>
            <a:spLocks noChangeShapeType="1"/>
          </p:cNvSpPr>
          <p:nvPr/>
        </p:nvSpPr>
        <p:spPr bwMode="auto">
          <a:xfrm>
            <a:off x="4668838" y="3276600"/>
            <a:ext cx="0" cy="45720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28" name="Text Box 48">
            <a:extLst>
              <a:ext uri="{FF2B5EF4-FFF2-40B4-BE49-F238E27FC236}">
                <a16:creationId xmlns:a16="http://schemas.microsoft.com/office/drawing/2014/main" id="{8037E145-2C6A-476E-A398-8ACC4AEBBCA7}"/>
              </a:ext>
            </a:extLst>
          </p:cNvPr>
          <p:cNvSpPr txBox="1">
            <a:spLocks noChangeArrowheads="1"/>
          </p:cNvSpPr>
          <p:nvPr/>
        </p:nvSpPr>
        <p:spPr bwMode="auto">
          <a:xfrm>
            <a:off x="4440238" y="2797175"/>
            <a:ext cx="47466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pa</a:t>
            </a:r>
          </a:p>
        </p:txBody>
      </p:sp>
      <p:sp>
        <p:nvSpPr>
          <p:cNvPr id="174129" name="Line 49">
            <a:extLst>
              <a:ext uri="{FF2B5EF4-FFF2-40B4-BE49-F238E27FC236}">
                <a16:creationId xmlns:a16="http://schemas.microsoft.com/office/drawing/2014/main" id="{66A79CAA-C1AA-4160-BD1A-57A5E783CA65}"/>
              </a:ext>
            </a:extLst>
          </p:cNvPr>
          <p:cNvSpPr>
            <a:spLocks noChangeShapeType="1"/>
          </p:cNvSpPr>
          <p:nvPr/>
        </p:nvSpPr>
        <p:spPr bwMode="auto">
          <a:xfrm flipV="1">
            <a:off x="2971800" y="5334000"/>
            <a:ext cx="0" cy="45720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4130" name="Text Box 50">
            <a:extLst>
              <a:ext uri="{FF2B5EF4-FFF2-40B4-BE49-F238E27FC236}">
                <a16:creationId xmlns:a16="http://schemas.microsoft.com/office/drawing/2014/main" id="{BE6EF91B-B8D7-48AF-B286-2B5299934907}"/>
              </a:ext>
            </a:extLst>
          </p:cNvPr>
          <p:cNvSpPr txBox="1">
            <a:spLocks noChangeArrowheads="1"/>
          </p:cNvSpPr>
          <p:nvPr/>
        </p:nvSpPr>
        <p:spPr bwMode="auto">
          <a:xfrm>
            <a:off x="2743200" y="5715000"/>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pb</a:t>
            </a:r>
          </a:p>
        </p:txBody>
      </p:sp>
    </p:spTree>
  </p:cSld>
  <p:clrMapOvr>
    <a:masterClrMapping/>
  </p:clrMapOvr>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矩形 52">
            <a:extLst>
              <a:ext uri="{FF2B5EF4-FFF2-40B4-BE49-F238E27FC236}">
                <a16:creationId xmlns:a16="http://schemas.microsoft.com/office/drawing/2014/main" id="{CFCB9D1C-03B7-4B10-A772-3EBD75FC71BE}"/>
              </a:ext>
            </a:extLst>
          </p:cNvPr>
          <p:cNvSpPr/>
          <p:nvPr/>
        </p:nvSpPr>
        <p:spPr bwMode="auto">
          <a:xfrm>
            <a:off x="0" y="2797175"/>
            <a:ext cx="9144000" cy="3455988"/>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75107" name="Text Box 3">
            <a:extLst>
              <a:ext uri="{FF2B5EF4-FFF2-40B4-BE49-F238E27FC236}">
                <a16:creationId xmlns:a16="http://schemas.microsoft.com/office/drawing/2014/main" id="{415676D7-00ED-4199-BB74-E73981CC111D}"/>
              </a:ext>
            </a:extLst>
          </p:cNvPr>
          <p:cNvSpPr txBox="1">
            <a:spLocks noChangeArrowheads="1"/>
          </p:cNvSpPr>
          <p:nvPr/>
        </p:nvSpPr>
        <p:spPr bwMode="auto">
          <a:xfrm>
            <a:off x="593725" y="1319213"/>
            <a:ext cx="4054475"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A</a:t>
            </a:r>
            <a:r>
              <a:rPr lang="en-US" altLang="zh-CN" sz="2800" baseline="-25000" dirty="0">
                <a:latin typeface="+mn-lt"/>
                <a:ea typeface="+mn-ea"/>
                <a:cs typeface="+mn-ea"/>
                <a:sym typeface="+mn-lt"/>
              </a:rPr>
              <a:t>17</a:t>
            </a:r>
            <a:r>
              <a:rPr lang="en-US" altLang="zh-CN" sz="2800" dirty="0">
                <a:latin typeface="+mn-lt"/>
                <a:ea typeface="+mn-ea"/>
                <a:cs typeface="+mn-ea"/>
                <a:sym typeface="+mn-lt"/>
              </a:rPr>
              <a:t>(x)=7+3x+9x</a:t>
            </a:r>
            <a:r>
              <a:rPr lang="en-US" altLang="zh-CN" sz="2800" baseline="30000" dirty="0">
                <a:latin typeface="+mn-lt"/>
                <a:ea typeface="+mn-ea"/>
                <a:cs typeface="+mn-ea"/>
                <a:sym typeface="+mn-lt"/>
              </a:rPr>
              <a:t>8</a:t>
            </a:r>
            <a:r>
              <a:rPr lang="en-US" altLang="zh-CN" sz="2800" dirty="0">
                <a:latin typeface="+mn-lt"/>
                <a:ea typeface="+mn-ea"/>
                <a:cs typeface="+mn-ea"/>
                <a:sym typeface="+mn-lt"/>
              </a:rPr>
              <a:t>+5x</a:t>
            </a:r>
            <a:r>
              <a:rPr lang="en-US" altLang="zh-CN" sz="2800" baseline="30000" dirty="0">
                <a:latin typeface="+mn-lt"/>
                <a:ea typeface="+mn-ea"/>
                <a:cs typeface="+mn-ea"/>
                <a:sym typeface="+mn-lt"/>
              </a:rPr>
              <a:t>17</a:t>
            </a:r>
          </a:p>
        </p:txBody>
      </p:sp>
      <p:sp>
        <p:nvSpPr>
          <p:cNvPr id="175108" name="Text Box 4">
            <a:extLst>
              <a:ext uri="{FF2B5EF4-FFF2-40B4-BE49-F238E27FC236}">
                <a16:creationId xmlns:a16="http://schemas.microsoft.com/office/drawing/2014/main" id="{552D16E5-B49C-4605-905B-1DF35BF7754C}"/>
              </a:ext>
            </a:extLst>
          </p:cNvPr>
          <p:cNvSpPr txBox="1">
            <a:spLocks noChangeArrowheads="1"/>
          </p:cNvSpPr>
          <p:nvPr/>
        </p:nvSpPr>
        <p:spPr bwMode="auto">
          <a:xfrm>
            <a:off x="623888" y="2093913"/>
            <a:ext cx="4054475"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B</a:t>
            </a:r>
            <a:r>
              <a:rPr lang="en-US" altLang="zh-CN" sz="2800" baseline="-25000" dirty="0">
                <a:latin typeface="+mn-lt"/>
                <a:ea typeface="+mn-ea"/>
                <a:cs typeface="+mn-ea"/>
                <a:sym typeface="+mn-lt"/>
              </a:rPr>
              <a:t>8</a:t>
            </a:r>
            <a:r>
              <a:rPr lang="en-US" altLang="zh-CN" sz="2800" dirty="0">
                <a:latin typeface="+mn-lt"/>
                <a:ea typeface="+mn-ea"/>
                <a:cs typeface="+mn-ea"/>
                <a:sym typeface="+mn-lt"/>
              </a:rPr>
              <a:t>(x)=8x+22x</a:t>
            </a:r>
            <a:r>
              <a:rPr lang="en-US" altLang="zh-CN" sz="2800" baseline="30000" dirty="0">
                <a:latin typeface="+mn-lt"/>
                <a:ea typeface="+mn-ea"/>
                <a:cs typeface="+mn-ea"/>
                <a:sym typeface="+mn-lt"/>
              </a:rPr>
              <a:t>7</a:t>
            </a:r>
            <a:r>
              <a:rPr lang="en-US" altLang="zh-CN" sz="2800" dirty="0">
                <a:latin typeface="+mn-lt"/>
                <a:ea typeface="+mn-ea"/>
                <a:cs typeface="+mn-ea"/>
                <a:sym typeface="+mn-lt"/>
              </a:rPr>
              <a:t>-9x</a:t>
            </a:r>
            <a:r>
              <a:rPr lang="en-US" altLang="zh-CN" sz="2800" baseline="30000" dirty="0">
                <a:latin typeface="+mn-lt"/>
                <a:ea typeface="+mn-ea"/>
                <a:cs typeface="+mn-ea"/>
                <a:sym typeface="+mn-lt"/>
              </a:rPr>
              <a:t>8</a:t>
            </a:r>
          </a:p>
        </p:txBody>
      </p:sp>
      <p:sp>
        <p:nvSpPr>
          <p:cNvPr id="175109" name="Rectangle 5" descr="深色上对角线">
            <a:extLst>
              <a:ext uri="{FF2B5EF4-FFF2-40B4-BE49-F238E27FC236}">
                <a16:creationId xmlns:a16="http://schemas.microsoft.com/office/drawing/2014/main" id="{D9F3E5D5-6604-9148-B3B0-DBB8D2573212}"/>
              </a:ext>
            </a:extLst>
          </p:cNvPr>
          <p:cNvSpPr>
            <a:spLocks noChangeArrowheads="1"/>
          </p:cNvSpPr>
          <p:nvPr/>
        </p:nvSpPr>
        <p:spPr bwMode="auto">
          <a:xfrm>
            <a:off x="723900" y="3836988"/>
            <a:ext cx="419100" cy="438150"/>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75110" name="Rectangle 6" descr="深色上对角线">
            <a:extLst>
              <a:ext uri="{FF2B5EF4-FFF2-40B4-BE49-F238E27FC236}">
                <a16:creationId xmlns:a16="http://schemas.microsoft.com/office/drawing/2014/main" id="{799C55DF-05BC-48ED-ABEA-FC4A70509B6D}"/>
              </a:ext>
            </a:extLst>
          </p:cNvPr>
          <p:cNvSpPr>
            <a:spLocks noChangeArrowheads="1"/>
          </p:cNvSpPr>
          <p:nvPr/>
        </p:nvSpPr>
        <p:spPr bwMode="auto">
          <a:xfrm>
            <a:off x="11430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5111" name="Rectangle 7" descr="深色上对角线">
            <a:extLst>
              <a:ext uri="{FF2B5EF4-FFF2-40B4-BE49-F238E27FC236}">
                <a16:creationId xmlns:a16="http://schemas.microsoft.com/office/drawing/2014/main" id="{2C4B7A89-CA04-4E75-A4A8-D07E9C7B0A57}"/>
              </a:ext>
            </a:extLst>
          </p:cNvPr>
          <p:cNvSpPr>
            <a:spLocks noChangeArrowheads="1"/>
          </p:cNvSpPr>
          <p:nvPr/>
        </p:nvSpPr>
        <p:spPr bwMode="auto">
          <a:xfrm>
            <a:off x="15748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5112" name="Rectangle 8">
            <a:extLst>
              <a:ext uri="{FF2B5EF4-FFF2-40B4-BE49-F238E27FC236}">
                <a16:creationId xmlns:a16="http://schemas.microsoft.com/office/drawing/2014/main" id="{301CCE68-10A1-4A58-A65A-E35AD4DB6BE3}"/>
              </a:ext>
            </a:extLst>
          </p:cNvPr>
          <p:cNvSpPr>
            <a:spLocks noChangeArrowheads="1"/>
          </p:cNvSpPr>
          <p:nvPr/>
        </p:nvSpPr>
        <p:spPr bwMode="auto">
          <a:xfrm>
            <a:off x="2374900" y="3836988"/>
            <a:ext cx="419100" cy="438150"/>
          </a:xfrm>
          <a:prstGeom prst="rect">
            <a:avLst/>
          </a:prstGeom>
          <a:solidFill>
            <a:schemeClr val="accent1">
              <a:lumMod val="60000"/>
              <a:lumOff val="40000"/>
            </a:schemeClr>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000">
                <a:solidFill>
                  <a:schemeClr val="bg1"/>
                </a:solidFill>
                <a:latin typeface="+mn-lt"/>
                <a:ea typeface="+mn-ea"/>
                <a:cs typeface="+mn-ea"/>
                <a:sym typeface="+mn-lt"/>
              </a:rPr>
              <a:t>7</a:t>
            </a:r>
          </a:p>
        </p:txBody>
      </p:sp>
      <p:sp>
        <p:nvSpPr>
          <p:cNvPr id="175113" name="Rectangle 9">
            <a:extLst>
              <a:ext uri="{FF2B5EF4-FFF2-40B4-BE49-F238E27FC236}">
                <a16:creationId xmlns:a16="http://schemas.microsoft.com/office/drawing/2014/main" id="{1D7DD3D9-7715-4832-893B-55D16F64AE90}"/>
              </a:ext>
            </a:extLst>
          </p:cNvPr>
          <p:cNvSpPr>
            <a:spLocks noChangeArrowheads="1"/>
          </p:cNvSpPr>
          <p:nvPr/>
        </p:nvSpPr>
        <p:spPr bwMode="auto">
          <a:xfrm>
            <a:off x="2794000" y="3836988"/>
            <a:ext cx="431800" cy="438150"/>
          </a:xfrm>
          <a:prstGeom prst="rect">
            <a:avLst/>
          </a:prstGeom>
          <a:solidFill>
            <a:schemeClr val="accent1">
              <a:lumMod val="60000"/>
              <a:lumOff val="40000"/>
            </a:schemeClr>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000">
                <a:solidFill>
                  <a:schemeClr val="bg1"/>
                </a:solidFill>
                <a:latin typeface="+mn-lt"/>
                <a:ea typeface="+mn-ea"/>
                <a:cs typeface="+mn-ea"/>
                <a:sym typeface="+mn-lt"/>
              </a:rPr>
              <a:t>0</a:t>
            </a:r>
          </a:p>
        </p:txBody>
      </p:sp>
      <p:sp>
        <p:nvSpPr>
          <p:cNvPr id="175114" name="Rectangle 10">
            <a:extLst>
              <a:ext uri="{FF2B5EF4-FFF2-40B4-BE49-F238E27FC236}">
                <a16:creationId xmlns:a16="http://schemas.microsoft.com/office/drawing/2014/main" id="{0B12F3ED-28B1-4C51-BBD2-DD45AF2848D6}"/>
              </a:ext>
            </a:extLst>
          </p:cNvPr>
          <p:cNvSpPr>
            <a:spLocks noChangeArrowheads="1"/>
          </p:cNvSpPr>
          <p:nvPr/>
        </p:nvSpPr>
        <p:spPr bwMode="auto">
          <a:xfrm>
            <a:off x="3225800" y="3836988"/>
            <a:ext cx="431800" cy="438150"/>
          </a:xfrm>
          <a:prstGeom prst="rect">
            <a:avLst/>
          </a:prstGeom>
          <a:solidFill>
            <a:schemeClr val="accent1">
              <a:lumMod val="60000"/>
              <a:lumOff val="40000"/>
            </a:schemeClr>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solidFill>
                <a:schemeClr val="bg1"/>
              </a:solidFill>
              <a:latin typeface="+mn-lt"/>
              <a:ea typeface="+mn-ea"/>
              <a:cs typeface="+mn-ea"/>
              <a:sym typeface="+mn-lt"/>
            </a:endParaRPr>
          </a:p>
        </p:txBody>
      </p:sp>
      <p:sp>
        <p:nvSpPr>
          <p:cNvPr id="175115" name="Rectangle 11">
            <a:extLst>
              <a:ext uri="{FF2B5EF4-FFF2-40B4-BE49-F238E27FC236}">
                <a16:creationId xmlns:a16="http://schemas.microsoft.com/office/drawing/2014/main" id="{D49A951B-52C0-4DF6-BE44-E95FC50BE3D8}"/>
              </a:ext>
            </a:extLst>
          </p:cNvPr>
          <p:cNvSpPr>
            <a:spLocks noChangeArrowheads="1"/>
          </p:cNvSpPr>
          <p:nvPr/>
        </p:nvSpPr>
        <p:spPr bwMode="auto">
          <a:xfrm>
            <a:off x="4025900" y="3836988"/>
            <a:ext cx="419100" cy="438150"/>
          </a:xfrm>
          <a:prstGeom prst="rect">
            <a:avLst/>
          </a:prstGeom>
          <a:solidFill>
            <a:schemeClr val="accent1">
              <a:lumMod val="60000"/>
              <a:lumOff val="40000"/>
            </a:schemeClr>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000">
                <a:solidFill>
                  <a:schemeClr val="bg1"/>
                </a:solidFill>
                <a:latin typeface="+mn-lt"/>
                <a:ea typeface="+mn-ea"/>
                <a:cs typeface="+mn-ea"/>
                <a:sym typeface="+mn-lt"/>
              </a:rPr>
              <a:t>11</a:t>
            </a:r>
          </a:p>
        </p:txBody>
      </p:sp>
      <p:sp>
        <p:nvSpPr>
          <p:cNvPr id="175116" name="Rectangle 12">
            <a:extLst>
              <a:ext uri="{FF2B5EF4-FFF2-40B4-BE49-F238E27FC236}">
                <a16:creationId xmlns:a16="http://schemas.microsoft.com/office/drawing/2014/main" id="{BDABCE79-8532-4734-82D9-9D2D2ABD96DF}"/>
              </a:ext>
            </a:extLst>
          </p:cNvPr>
          <p:cNvSpPr>
            <a:spLocks noChangeArrowheads="1"/>
          </p:cNvSpPr>
          <p:nvPr/>
        </p:nvSpPr>
        <p:spPr bwMode="auto">
          <a:xfrm>
            <a:off x="4445000" y="3836988"/>
            <a:ext cx="431800" cy="438150"/>
          </a:xfrm>
          <a:prstGeom prst="rect">
            <a:avLst/>
          </a:prstGeom>
          <a:solidFill>
            <a:schemeClr val="accent1">
              <a:lumMod val="60000"/>
              <a:lumOff val="40000"/>
            </a:schemeClr>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000">
                <a:solidFill>
                  <a:schemeClr val="bg1"/>
                </a:solidFill>
                <a:latin typeface="+mn-lt"/>
                <a:ea typeface="+mn-ea"/>
                <a:cs typeface="+mn-ea"/>
                <a:sym typeface="+mn-lt"/>
              </a:rPr>
              <a:t>1</a:t>
            </a:r>
          </a:p>
        </p:txBody>
      </p:sp>
      <p:sp>
        <p:nvSpPr>
          <p:cNvPr id="175117" name="Rectangle 13">
            <a:extLst>
              <a:ext uri="{FF2B5EF4-FFF2-40B4-BE49-F238E27FC236}">
                <a16:creationId xmlns:a16="http://schemas.microsoft.com/office/drawing/2014/main" id="{57CEF073-EEDE-43AD-B838-A7D04F26F274}"/>
              </a:ext>
            </a:extLst>
          </p:cNvPr>
          <p:cNvSpPr>
            <a:spLocks noChangeArrowheads="1"/>
          </p:cNvSpPr>
          <p:nvPr/>
        </p:nvSpPr>
        <p:spPr bwMode="auto">
          <a:xfrm>
            <a:off x="4876800" y="3836988"/>
            <a:ext cx="431800" cy="438150"/>
          </a:xfrm>
          <a:prstGeom prst="rect">
            <a:avLst/>
          </a:prstGeom>
          <a:solidFill>
            <a:schemeClr val="accent1">
              <a:lumMod val="60000"/>
              <a:lumOff val="40000"/>
            </a:schemeClr>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solidFill>
                <a:schemeClr val="bg1"/>
              </a:solidFill>
              <a:latin typeface="+mn-lt"/>
              <a:ea typeface="+mn-ea"/>
              <a:cs typeface="+mn-ea"/>
              <a:sym typeface="+mn-lt"/>
            </a:endParaRPr>
          </a:p>
        </p:txBody>
      </p:sp>
      <p:sp>
        <p:nvSpPr>
          <p:cNvPr id="175118" name="Rectangle 14" descr="深色上对角线">
            <a:extLst>
              <a:ext uri="{FF2B5EF4-FFF2-40B4-BE49-F238E27FC236}">
                <a16:creationId xmlns:a16="http://schemas.microsoft.com/office/drawing/2014/main" id="{4C7BA7BE-E6FB-4C5D-B0D2-1D8BB980EB1A}"/>
              </a:ext>
            </a:extLst>
          </p:cNvPr>
          <p:cNvSpPr>
            <a:spLocks noChangeArrowheads="1"/>
          </p:cNvSpPr>
          <p:nvPr/>
        </p:nvSpPr>
        <p:spPr bwMode="auto">
          <a:xfrm>
            <a:off x="5651500" y="38369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175119" name="Rectangle 15" descr="深色上对角线">
            <a:extLst>
              <a:ext uri="{FF2B5EF4-FFF2-40B4-BE49-F238E27FC236}">
                <a16:creationId xmlns:a16="http://schemas.microsoft.com/office/drawing/2014/main" id="{73AE98B9-7B12-46A4-90C4-7541C0C3E368}"/>
              </a:ext>
            </a:extLst>
          </p:cNvPr>
          <p:cNvSpPr>
            <a:spLocks noChangeArrowheads="1"/>
          </p:cNvSpPr>
          <p:nvPr/>
        </p:nvSpPr>
        <p:spPr bwMode="auto">
          <a:xfrm>
            <a:off x="60706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5120" name="Rectangle 16" descr="深色上对角线">
            <a:extLst>
              <a:ext uri="{FF2B5EF4-FFF2-40B4-BE49-F238E27FC236}">
                <a16:creationId xmlns:a16="http://schemas.microsoft.com/office/drawing/2014/main" id="{72BFCC46-A780-4047-9D21-9F323EFBB3E7}"/>
              </a:ext>
            </a:extLst>
          </p:cNvPr>
          <p:cNvSpPr>
            <a:spLocks noChangeArrowheads="1"/>
          </p:cNvSpPr>
          <p:nvPr/>
        </p:nvSpPr>
        <p:spPr bwMode="auto">
          <a:xfrm>
            <a:off x="65024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5121" name="Rectangle 17" descr="深色上对角线">
            <a:extLst>
              <a:ext uri="{FF2B5EF4-FFF2-40B4-BE49-F238E27FC236}">
                <a16:creationId xmlns:a16="http://schemas.microsoft.com/office/drawing/2014/main" id="{5A9A0DA7-0539-45A4-B432-E6271D3153A1}"/>
              </a:ext>
            </a:extLst>
          </p:cNvPr>
          <p:cNvSpPr>
            <a:spLocks noChangeArrowheads="1"/>
          </p:cNvSpPr>
          <p:nvPr/>
        </p:nvSpPr>
        <p:spPr bwMode="auto">
          <a:xfrm>
            <a:off x="7315200" y="38369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5</a:t>
            </a:r>
          </a:p>
        </p:txBody>
      </p:sp>
      <p:sp>
        <p:nvSpPr>
          <p:cNvPr id="175122" name="Rectangle 18" descr="深色上对角线">
            <a:extLst>
              <a:ext uri="{FF2B5EF4-FFF2-40B4-BE49-F238E27FC236}">
                <a16:creationId xmlns:a16="http://schemas.microsoft.com/office/drawing/2014/main" id="{9E796F4C-190F-4335-AAEA-23EA9D80FF50}"/>
              </a:ext>
            </a:extLst>
          </p:cNvPr>
          <p:cNvSpPr>
            <a:spLocks noChangeArrowheads="1"/>
          </p:cNvSpPr>
          <p:nvPr/>
        </p:nvSpPr>
        <p:spPr bwMode="auto">
          <a:xfrm>
            <a:off x="77343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17</a:t>
            </a:r>
          </a:p>
        </p:txBody>
      </p:sp>
      <p:sp>
        <p:nvSpPr>
          <p:cNvPr id="175123" name="Rectangle 19" descr="深色上对角线">
            <a:extLst>
              <a:ext uri="{FF2B5EF4-FFF2-40B4-BE49-F238E27FC236}">
                <a16:creationId xmlns:a16="http://schemas.microsoft.com/office/drawing/2014/main" id="{3F888EC4-A1DD-45F2-9BA1-E6BED79E1127}"/>
              </a:ext>
            </a:extLst>
          </p:cNvPr>
          <p:cNvSpPr>
            <a:spLocks noChangeArrowheads="1"/>
          </p:cNvSpPr>
          <p:nvPr/>
        </p:nvSpPr>
        <p:spPr bwMode="auto">
          <a:xfrm>
            <a:off x="81661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5124" name="Line 20">
            <a:extLst>
              <a:ext uri="{FF2B5EF4-FFF2-40B4-BE49-F238E27FC236}">
                <a16:creationId xmlns:a16="http://schemas.microsoft.com/office/drawing/2014/main" id="{7F19A40C-FD13-4508-B8F2-FD05EEA20C5A}"/>
              </a:ext>
            </a:extLst>
          </p:cNvPr>
          <p:cNvSpPr>
            <a:spLocks noChangeShapeType="1"/>
          </p:cNvSpPr>
          <p:nvPr/>
        </p:nvSpPr>
        <p:spPr bwMode="auto">
          <a:xfrm flipH="1">
            <a:off x="8305800" y="3970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25" name="Line 21">
            <a:extLst>
              <a:ext uri="{FF2B5EF4-FFF2-40B4-BE49-F238E27FC236}">
                <a16:creationId xmlns:a16="http://schemas.microsoft.com/office/drawing/2014/main" id="{0EC2A799-30D8-4CED-9563-FBA31DAA0FC2}"/>
              </a:ext>
            </a:extLst>
          </p:cNvPr>
          <p:cNvSpPr>
            <a:spLocks noChangeShapeType="1"/>
          </p:cNvSpPr>
          <p:nvPr/>
        </p:nvSpPr>
        <p:spPr bwMode="auto">
          <a:xfrm>
            <a:off x="8382000" y="3970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26" name="Rectangle 22" descr="深色上对角线">
            <a:extLst>
              <a:ext uri="{FF2B5EF4-FFF2-40B4-BE49-F238E27FC236}">
                <a16:creationId xmlns:a16="http://schemas.microsoft.com/office/drawing/2014/main" id="{6DDA698B-49C8-A946-8838-99AC47F25727}"/>
              </a:ext>
            </a:extLst>
          </p:cNvPr>
          <p:cNvSpPr>
            <a:spLocks noChangeArrowheads="1"/>
          </p:cNvSpPr>
          <p:nvPr/>
        </p:nvSpPr>
        <p:spPr bwMode="auto">
          <a:xfrm>
            <a:off x="723900" y="4827588"/>
            <a:ext cx="419100" cy="438150"/>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75127" name="Rectangle 23" descr="深色上对角线">
            <a:extLst>
              <a:ext uri="{FF2B5EF4-FFF2-40B4-BE49-F238E27FC236}">
                <a16:creationId xmlns:a16="http://schemas.microsoft.com/office/drawing/2014/main" id="{F0D6E313-064E-4328-B877-C2B5A5260783}"/>
              </a:ext>
            </a:extLst>
          </p:cNvPr>
          <p:cNvSpPr>
            <a:spLocks noChangeArrowheads="1"/>
          </p:cNvSpPr>
          <p:nvPr/>
        </p:nvSpPr>
        <p:spPr bwMode="auto">
          <a:xfrm>
            <a:off x="1143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5128" name="Rectangle 24" descr="深色上对角线">
            <a:extLst>
              <a:ext uri="{FF2B5EF4-FFF2-40B4-BE49-F238E27FC236}">
                <a16:creationId xmlns:a16="http://schemas.microsoft.com/office/drawing/2014/main" id="{D8B51540-BB1F-4868-9A74-27323BF2E8FA}"/>
              </a:ext>
            </a:extLst>
          </p:cNvPr>
          <p:cNvSpPr>
            <a:spLocks noChangeArrowheads="1"/>
          </p:cNvSpPr>
          <p:nvPr/>
        </p:nvSpPr>
        <p:spPr bwMode="auto">
          <a:xfrm>
            <a:off x="1574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5129" name="Rectangle 25" descr="深色上对角线">
            <a:extLst>
              <a:ext uri="{FF2B5EF4-FFF2-40B4-BE49-F238E27FC236}">
                <a16:creationId xmlns:a16="http://schemas.microsoft.com/office/drawing/2014/main" id="{D577DC1B-15CE-43FF-930E-1AE9DB3B292C}"/>
              </a:ext>
            </a:extLst>
          </p:cNvPr>
          <p:cNvSpPr>
            <a:spLocks noChangeArrowheads="1"/>
          </p:cNvSpPr>
          <p:nvPr/>
        </p:nvSpPr>
        <p:spPr bwMode="auto">
          <a:xfrm>
            <a:off x="23749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5130" name="Rectangle 26" descr="深色上对角线">
            <a:extLst>
              <a:ext uri="{FF2B5EF4-FFF2-40B4-BE49-F238E27FC236}">
                <a16:creationId xmlns:a16="http://schemas.microsoft.com/office/drawing/2014/main" id="{B4297668-587B-42AC-951D-365F659300E4}"/>
              </a:ext>
            </a:extLst>
          </p:cNvPr>
          <p:cNvSpPr>
            <a:spLocks noChangeArrowheads="1"/>
          </p:cNvSpPr>
          <p:nvPr/>
        </p:nvSpPr>
        <p:spPr bwMode="auto">
          <a:xfrm>
            <a:off x="2794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5131" name="Rectangle 27" descr="深色上对角线">
            <a:extLst>
              <a:ext uri="{FF2B5EF4-FFF2-40B4-BE49-F238E27FC236}">
                <a16:creationId xmlns:a16="http://schemas.microsoft.com/office/drawing/2014/main" id="{50FF596D-8383-4160-9C6C-A3DD70E0270B}"/>
              </a:ext>
            </a:extLst>
          </p:cNvPr>
          <p:cNvSpPr>
            <a:spLocks noChangeArrowheads="1"/>
          </p:cNvSpPr>
          <p:nvPr/>
        </p:nvSpPr>
        <p:spPr bwMode="auto">
          <a:xfrm>
            <a:off x="3225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5132" name="Rectangle 28" descr="深色上对角线">
            <a:extLst>
              <a:ext uri="{FF2B5EF4-FFF2-40B4-BE49-F238E27FC236}">
                <a16:creationId xmlns:a16="http://schemas.microsoft.com/office/drawing/2014/main" id="{2C302653-4D59-43FE-A43F-49061FC22109}"/>
              </a:ext>
            </a:extLst>
          </p:cNvPr>
          <p:cNvSpPr>
            <a:spLocks noChangeArrowheads="1"/>
          </p:cNvSpPr>
          <p:nvPr/>
        </p:nvSpPr>
        <p:spPr bwMode="auto">
          <a:xfrm>
            <a:off x="40259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22</a:t>
            </a:r>
          </a:p>
        </p:txBody>
      </p:sp>
      <p:sp>
        <p:nvSpPr>
          <p:cNvPr id="175133" name="Rectangle 29" descr="深色上对角线">
            <a:extLst>
              <a:ext uri="{FF2B5EF4-FFF2-40B4-BE49-F238E27FC236}">
                <a16:creationId xmlns:a16="http://schemas.microsoft.com/office/drawing/2014/main" id="{ABE4CB33-96D9-4972-A28C-4143EFE5B4AC}"/>
              </a:ext>
            </a:extLst>
          </p:cNvPr>
          <p:cNvSpPr>
            <a:spLocks noChangeArrowheads="1"/>
          </p:cNvSpPr>
          <p:nvPr/>
        </p:nvSpPr>
        <p:spPr bwMode="auto">
          <a:xfrm>
            <a:off x="4445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175134" name="Rectangle 30" descr="深色上对角线">
            <a:extLst>
              <a:ext uri="{FF2B5EF4-FFF2-40B4-BE49-F238E27FC236}">
                <a16:creationId xmlns:a16="http://schemas.microsoft.com/office/drawing/2014/main" id="{085A4B09-FC75-4D9D-B5A0-752A9E2B0174}"/>
              </a:ext>
            </a:extLst>
          </p:cNvPr>
          <p:cNvSpPr>
            <a:spLocks noChangeArrowheads="1"/>
          </p:cNvSpPr>
          <p:nvPr/>
        </p:nvSpPr>
        <p:spPr bwMode="auto">
          <a:xfrm>
            <a:off x="4876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5135" name="Rectangle 31" descr="深色上对角线">
            <a:extLst>
              <a:ext uri="{FF2B5EF4-FFF2-40B4-BE49-F238E27FC236}">
                <a16:creationId xmlns:a16="http://schemas.microsoft.com/office/drawing/2014/main" id="{A35D69A8-E847-4950-BA20-8156A096E7C9}"/>
              </a:ext>
            </a:extLst>
          </p:cNvPr>
          <p:cNvSpPr>
            <a:spLocks noChangeArrowheads="1"/>
          </p:cNvSpPr>
          <p:nvPr/>
        </p:nvSpPr>
        <p:spPr bwMode="auto">
          <a:xfrm>
            <a:off x="56515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175136" name="Rectangle 32" descr="深色上对角线">
            <a:extLst>
              <a:ext uri="{FF2B5EF4-FFF2-40B4-BE49-F238E27FC236}">
                <a16:creationId xmlns:a16="http://schemas.microsoft.com/office/drawing/2014/main" id="{2AB2EB8B-A334-404E-85E3-960700CCC00B}"/>
              </a:ext>
            </a:extLst>
          </p:cNvPr>
          <p:cNvSpPr>
            <a:spLocks noChangeArrowheads="1"/>
          </p:cNvSpPr>
          <p:nvPr/>
        </p:nvSpPr>
        <p:spPr bwMode="auto">
          <a:xfrm>
            <a:off x="60706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5137" name="Rectangle 33" descr="深色上对角线">
            <a:extLst>
              <a:ext uri="{FF2B5EF4-FFF2-40B4-BE49-F238E27FC236}">
                <a16:creationId xmlns:a16="http://schemas.microsoft.com/office/drawing/2014/main" id="{D8C27AA0-427D-4224-82DE-4F47DA0A22CA}"/>
              </a:ext>
            </a:extLst>
          </p:cNvPr>
          <p:cNvSpPr>
            <a:spLocks noChangeArrowheads="1"/>
          </p:cNvSpPr>
          <p:nvPr/>
        </p:nvSpPr>
        <p:spPr bwMode="auto">
          <a:xfrm>
            <a:off x="65024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5138" name="Line 34">
            <a:extLst>
              <a:ext uri="{FF2B5EF4-FFF2-40B4-BE49-F238E27FC236}">
                <a16:creationId xmlns:a16="http://schemas.microsoft.com/office/drawing/2014/main" id="{0A022AD9-5E9E-42E0-9752-027168EC008F}"/>
              </a:ext>
            </a:extLst>
          </p:cNvPr>
          <p:cNvSpPr>
            <a:spLocks noChangeShapeType="1"/>
          </p:cNvSpPr>
          <p:nvPr/>
        </p:nvSpPr>
        <p:spPr bwMode="auto">
          <a:xfrm flipH="1">
            <a:off x="6629400" y="4986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39" name="Line 35">
            <a:extLst>
              <a:ext uri="{FF2B5EF4-FFF2-40B4-BE49-F238E27FC236}">
                <a16:creationId xmlns:a16="http://schemas.microsoft.com/office/drawing/2014/main" id="{E212D9F4-0EE5-40D5-AACB-86EEE167A9C2}"/>
              </a:ext>
            </a:extLst>
          </p:cNvPr>
          <p:cNvSpPr>
            <a:spLocks noChangeShapeType="1"/>
          </p:cNvSpPr>
          <p:nvPr/>
        </p:nvSpPr>
        <p:spPr bwMode="auto">
          <a:xfrm>
            <a:off x="6705600" y="4986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40" name="Line 36">
            <a:extLst>
              <a:ext uri="{FF2B5EF4-FFF2-40B4-BE49-F238E27FC236}">
                <a16:creationId xmlns:a16="http://schemas.microsoft.com/office/drawing/2014/main" id="{76081766-E166-4B68-A473-14C7A7AD7E0E}"/>
              </a:ext>
            </a:extLst>
          </p:cNvPr>
          <p:cNvSpPr>
            <a:spLocks noChangeShapeType="1"/>
          </p:cNvSpPr>
          <p:nvPr/>
        </p:nvSpPr>
        <p:spPr bwMode="auto">
          <a:xfrm>
            <a:off x="228600" y="40465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41" name="Line 37">
            <a:extLst>
              <a:ext uri="{FF2B5EF4-FFF2-40B4-BE49-F238E27FC236}">
                <a16:creationId xmlns:a16="http://schemas.microsoft.com/office/drawing/2014/main" id="{8380DA2C-6D8A-4C78-BDED-B095239D9813}"/>
              </a:ext>
            </a:extLst>
          </p:cNvPr>
          <p:cNvSpPr>
            <a:spLocks noChangeShapeType="1"/>
          </p:cNvSpPr>
          <p:nvPr/>
        </p:nvSpPr>
        <p:spPr bwMode="auto">
          <a:xfrm>
            <a:off x="228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42" name="Line 38">
            <a:extLst>
              <a:ext uri="{FF2B5EF4-FFF2-40B4-BE49-F238E27FC236}">
                <a16:creationId xmlns:a16="http://schemas.microsoft.com/office/drawing/2014/main" id="{A37B4D9E-BBF7-4B92-80AC-BA1E64127DC7}"/>
              </a:ext>
            </a:extLst>
          </p:cNvPr>
          <p:cNvSpPr>
            <a:spLocks noChangeShapeType="1"/>
          </p:cNvSpPr>
          <p:nvPr/>
        </p:nvSpPr>
        <p:spPr bwMode="auto">
          <a:xfrm>
            <a:off x="1873250" y="40592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43" name="Line 39">
            <a:extLst>
              <a:ext uri="{FF2B5EF4-FFF2-40B4-BE49-F238E27FC236}">
                <a16:creationId xmlns:a16="http://schemas.microsoft.com/office/drawing/2014/main" id="{530CD4B7-14F7-43CD-9254-6F150B9B822D}"/>
              </a:ext>
            </a:extLst>
          </p:cNvPr>
          <p:cNvSpPr>
            <a:spLocks noChangeShapeType="1"/>
          </p:cNvSpPr>
          <p:nvPr/>
        </p:nvSpPr>
        <p:spPr bwMode="auto">
          <a:xfrm>
            <a:off x="3524250" y="40592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44" name="Line 40">
            <a:extLst>
              <a:ext uri="{FF2B5EF4-FFF2-40B4-BE49-F238E27FC236}">
                <a16:creationId xmlns:a16="http://schemas.microsoft.com/office/drawing/2014/main" id="{B9802510-4B1A-4226-B7A0-16900951B459}"/>
              </a:ext>
            </a:extLst>
          </p:cNvPr>
          <p:cNvSpPr>
            <a:spLocks noChangeShapeType="1"/>
          </p:cNvSpPr>
          <p:nvPr/>
        </p:nvSpPr>
        <p:spPr bwMode="auto">
          <a:xfrm>
            <a:off x="5162550" y="406558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45" name="Line 41">
            <a:extLst>
              <a:ext uri="{FF2B5EF4-FFF2-40B4-BE49-F238E27FC236}">
                <a16:creationId xmlns:a16="http://schemas.microsoft.com/office/drawing/2014/main" id="{4FB5F82A-7B93-4FD3-BFEB-5D8DC663BA58}"/>
              </a:ext>
            </a:extLst>
          </p:cNvPr>
          <p:cNvSpPr>
            <a:spLocks noChangeShapeType="1"/>
          </p:cNvSpPr>
          <p:nvPr/>
        </p:nvSpPr>
        <p:spPr bwMode="auto">
          <a:xfrm>
            <a:off x="6826250" y="40719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46" name="Line 42">
            <a:extLst>
              <a:ext uri="{FF2B5EF4-FFF2-40B4-BE49-F238E27FC236}">
                <a16:creationId xmlns:a16="http://schemas.microsoft.com/office/drawing/2014/main" id="{3697C3C9-5C2F-4482-BB26-2F95825DD4DE}"/>
              </a:ext>
            </a:extLst>
          </p:cNvPr>
          <p:cNvSpPr>
            <a:spLocks noChangeShapeType="1"/>
          </p:cNvSpPr>
          <p:nvPr/>
        </p:nvSpPr>
        <p:spPr bwMode="auto">
          <a:xfrm>
            <a:off x="1879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47" name="Line 43">
            <a:extLst>
              <a:ext uri="{FF2B5EF4-FFF2-40B4-BE49-F238E27FC236}">
                <a16:creationId xmlns:a16="http://schemas.microsoft.com/office/drawing/2014/main" id="{CCCB88C3-39E5-4B03-9462-665D333DD597}"/>
              </a:ext>
            </a:extLst>
          </p:cNvPr>
          <p:cNvSpPr>
            <a:spLocks noChangeShapeType="1"/>
          </p:cNvSpPr>
          <p:nvPr/>
        </p:nvSpPr>
        <p:spPr bwMode="auto">
          <a:xfrm>
            <a:off x="3530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48" name="Line 44">
            <a:extLst>
              <a:ext uri="{FF2B5EF4-FFF2-40B4-BE49-F238E27FC236}">
                <a16:creationId xmlns:a16="http://schemas.microsoft.com/office/drawing/2014/main" id="{0486D2FA-FA95-454B-AF5B-C7250CF261C3}"/>
              </a:ext>
            </a:extLst>
          </p:cNvPr>
          <p:cNvSpPr>
            <a:spLocks noChangeShapeType="1"/>
          </p:cNvSpPr>
          <p:nvPr/>
        </p:nvSpPr>
        <p:spPr bwMode="auto">
          <a:xfrm>
            <a:off x="5168900" y="505618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49" name="Text Box 45">
            <a:extLst>
              <a:ext uri="{FF2B5EF4-FFF2-40B4-BE49-F238E27FC236}">
                <a16:creationId xmlns:a16="http://schemas.microsoft.com/office/drawing/2014/main" id="{85D05136-0432-401F-913A-BEFF95E6F581}"/>
              </a:ext>
            </a:extLst>
          </p:cNvPr>
          <p:cNvSpPr txBox="1">
            <a:spLocks noChangeArrowheads="1"/>
          </p:cNvSpPr>
          <p:nvPr/>
        </p:nvSpPr>
        <p:spPr bwMode="auto">
          <a:xfrm>
            <a:off x="161925" y="3733800"/>
            <a:ext cx="33178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A</a:t>
            </a:r>
          </a:p>
        </p:txBody>
      </p:sp>
      <p:sp>
        <p:nvSpPr>
          <p:cNvPr id="175150" name="Text Box 46">
            <a:extLst>
              <a:ext uri="{FF2B5EF4-FFF2-40B4-BE49-F238E27FC236}">
                <a16:creationId xmlns:a16="http://schemas.microsoft.com/office/drawing/2014/main" id="{8167FC0B-DC69-4947-A107-4EE8E1C2F95F}"/>
              </a:ext>
            </a:extLst>
          </p:cNvPr>
          <p:cNvSpPr txBox="1">
            <a:spLocks noChangeArrowheads="1"/>
          </p:cNvSpPr>
          <p:nvPr/>
        </p:nvSpPr>
        <p:spPr bwMode="auto">
          <a:xfrm>
            <a:off x="146050" y="4738688"/>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B</a:t>
            </a:r>
          </a:p>
        </p:txBody>
      </p:sp>
      <p:sp>
        <p:nvSpPr>
          <p:cNvPr id="175151" name="Line 47">
            <a:extLst>
              <a:ext uri="{FF2B5EF4-FFF2-40B4-BE49-F238E27FC236}">
                <a16:creationId xmlns:a16="http://schemas.microsoft.com/office/drawing/2014/main" id="{EFDB23D3-3C7C-4504-B42D-E7E2F25C5C81}"/>
              </a:ext>
            </a:extLst>
          </p:cNvPr>
          <p:cNvSpPr>
            <a:spLocks noChangeShapeType="1"/>
          </p:cNvSpPr>
          <p:nvPr/>
        </p:nvSpPr>
        <p:spPr bwMode="auto">
          <a:xfrm>
            <a:off x="6269038" y="3276600"/>
            <a:ext cx="0" cy="45720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52" name="Text Box 48">
            <a:extLst>
              <a:ext uri="{FF2B5EF4-FFF2-40B4-BE49-F238E27FC236}">
                <a16:creationId xmlns:a16="http://schemas.microsoft.com/office/drawing/2014/main" id="{A276F5F5-D907-4C13-A216-74F1070F78FB}"/>
              </a:ext>
            </a:extLst>
          </p:cNvPr>
          <p:cNvSpPr txBox="1">
            <a:spLocks noChangeArrowheads="1"/>
          </p:cNvSpPr>
          <p:nvPr/>
        </p:nvSpPr>
        <p:spPr bwMode="auto">
          <a:xfrm>
            <a:off x="6040438" y="2797175"/>
            <a:ext cx="47466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pa</a:t>
            </a:r>
          </a:p>
        </p:txBody>
      </p:sp>
      <p:sp>
        <p:nvSpPr>
          <p:cNvPr id="175153" name="Line 49">
            <a:extLst>
              <a:ext uri="{FF2B5EF4-FFF2-40B4-BE49-F238E27FC236}">
                <a16:creationId xmlns:a16="http://schemas.microsoft.com/office/drawing/2014/main" id="{57BD7AD5-BFB6-4780-8E54-574E25B826DF}"/>
              </a:ext>
            </a:extLst>
          </p:cNvPr>
          <p:cNvSpPr>
            <a:spLocks noChangeShapeType="1"/>
          </p:cNvSpPr>
          <p:nvPr/>
        </p:nvSpPr>
        <p:spPr bwMode="auto">
          <a:xfrm flipV="1">
            <a:off x="4660900" y="5334000"/>
            <a:ext cx="0" cy="45720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5154" name="Text Box 50">
            <a:extLst>
              <a:ext uri="{FF2B5EF4-FFF2-40B4-BE49-F238E27FC236}">
                <a16:creationId xmlns:a16="http://schemas.microsoft.com/office/drawing/2014/main" id="{FCAAC6A0-DF51-4E0D-85B6-01D461EBB704}"/>
              </a:ext>
            </a:extLst>
          </p:cNvPr>
          <p:cNvSpPr txBox="1">
            <a:spLocks noChangeArrowheads="1"/>
          </p:cNvSpPr>
          <p:nvPr/>
        </p:nvSpPr>
        <p:spPr bwMode="auto">
          <a:xfrm>
            <a:off x="4432300" y="5715000"/>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chemeClr val="hlink"/>
                </a:solidFill>
                <a:latin typeface="+mn-lt"/>
                <a:ea typeface="+mn-ea"/>
                <a:cs typeface="+mn-ea"/>
                <a:sym typeface="+mn-lt"/>
              </a:rPr>
              <a:t>pb</a:t>
            </a:r>
          </a:p>
        </p:txBody>
      </p:sp>
      <p:sp>
        <p:nvSpPr>
          <p:cNvPr id="52" name="Rectangle 2">
            <a:extLst>
              <a:ext uri="{FF2B5EF4-FFF2-40B4-BE49-F238E27FC236}">
                <a16:creationId xmlns:a16="http://schemas.microsoft.com/office/drawing/2014/main" id="{7464F1F1-56D4-45DD-B5A6-7123EF2CD6A9}"/>
              </a:ext>
            </a:extLst>
          </p:cNvPr>
          <p:cNvSpPr>
            <a:spLocks noGrp="1" noChangeArrowheads="1"/>
          </p:cNvSpPr>
          <p:nvPr>
            <p:ph type="title"/>
          </p:nvPr>
        </p:nvSpPr>
        <p:spPr>
          <a:xfrm>
            <a:off x="850900" y="177800"/>
            <a:ext cx="7315200" cy="601663"/>
          </a:xfrm>
        </p:spPr>
        <p:txBody>
          <a:bodyPr/>
          <a:lstStyle/>
          <a:p>
            <a:r>
              <a:rPr lang="zh-CN" altLang="en-US">
                <a:sym typeface="+mn-lt"/>
              </a:rPr>
              <a:t>多项式相加</a:t>
            </a:r>
          </a:p>
        </p:txBody>
      </p:sp>
    </p:spTree>
  </p:cSld>
  <p:clrMapOvr>
    <a:masterClrMapping/>
  </p:clrMapOvr>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矩形 50">
            <a:extLst>
              <a:ext uri="{FF2B5EF4-FFF2-40B4-BE49-F238E27FC236}">
                <a16:creationId xmlns:a16="http://schemas.microsoft.com/office/drawing/2014/main" id="{92B94095-5C58-4E6B-BD16-6F638D2770BC}"/>
              </a:ext>
            </a:extLst>
          </p:cNvPr>
          <p:cNvSpPr/>
          <p:nvPr/>
        </p:nvSpPr>
        <p:spPr bwMode="auto">
          <a:xfrm>
            <a:off x="0" y="2797175"/>
            <a:ext cx="9144000" cy="3455988"/>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76130" name="Rectangle 2">
            <a:extLst>
              <a:ext uri="{FF2B5EF4-FFF2-40B4-BE49-F238E27FC236}">
                <a16:creationId xmlns:a16="http://schemas.microsoft.com/office/drawing/2014/main" id="{588B8356-1C79-4004-A6C9-85B64C81FAE5}"/>
              </a:ext>
            </a:extLst>
          </p:cNvPr>
          <p:cNvSpPr>
            <a:spLocks noGrp="1" noChangeArrowheads="1"/>
          </p:cNvSpPr>
          <p:nvPr>
            <p:ph type="title"/>
          </p:nvPr>
        </p:nvSpPr>
        <p:spPr>
          <a:xfrm>
            <a:off x="787400" y="177800"/>
            <a:ext cx="7315200" cy="601663"/>
          </a:xfrm>
        </p:spPr>
        <p:txBody>
          <a:bodyPr/>
          <a:lstStyle/>
          <a:p>
            <a:r>
              <a:rPr lang="zh-CN" altLang="en-US">
                <a:sym typeface="+mn-lt"/>
              </a:rPr>
              <a:t>多项式相加</a:t>
            </a:r>
          </a:p>
        </p:txBody>
      </p:sp>
      <p:sp>
        <p:nvSpPr>
          <p:cNvPr id="176131" name="Text Box 3">
            <a:extLst>
              <a:ext uri="{FF2B5EF4-FFF2-40B4-BE49-F238E27FC236}">
                <a16:creationId xmlns:a16="http://schemas.microsoft.com/office/drawing/2014/main" id="{9E61A132-2253-410A-9B01-63AC97960AA7}"/>
              </a:ext>
            </a:extLst>
          </p:cNvPr>
          <p:cNvSpPr txBox="1">
            <a:spLocks noChangeArrowheads="1"/>
          </p:cNvSpPr>
          <p:nvPr/>
        </p:nvSpPr>
        <p:spPr bwMode="auto">
          <a:xfrm>
            <a:off x="717550" y="1365250"/>
            <a:ext cx="4054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A</a:t>
            </a:r>
            <a:r>
              <a:rPr lang="en-US" altLang="zh-CN" sz="2800" baseline="-25000" dirty="0">
                <a:latin typeface="+mn-lt"/>
                <a:ea typeface="+mn-ea"/>
                <a:cs typeface="+mn-ea"/>
                <a:sym typeface="+mn-lt"/>
              </a:rPr>
              <a:t>17</a:t>
            </a:r>
            <a:r>
              <a:rPr lang="en-US" altLang="zh-CN" sz="2800" dirty="0">
                <a:latin typeface="+mn-lt"/>
                <a:ea typeface="+mn-ea"/>
                <a:cs typeface="+mn-ea"/>
                <a:sym typeface="+mn-lt"/>
              </a:rPr>
              <a:t>(x)=7+3x+9x</a:t>
            </a:r>
            <a:r>
              <a:rPr lang="en-US" altLang="zh-CN" sz="2800" baseline="30000" dirty="0">
                <a:latin typeface="+mn-lt"/>
                <a:ea typeface="+mn-ea"/>
                <a:cs typeface="+mn-ea"/>
                <a:sym typeface="+mn-lt"/>
              </a:rPr>
              <a:t>8</a:t>
            </a:r>
            <a:r>
              <a:rPr lang="en-US" altLang="zh-CN" sz="2800" dirty="0">
                <a:latin typeface="+mn-lt"/>
                <a:ea typeface="+mn-ea"/>
                <a:cs typeface="+mn-ea"/>
                <a:sym typeface="+mn-lt"/>
              </a:rPr>
              <a:t>+5x</a:t>
            </a:r>
            <a:r>
              <a:rPr lang="en-US" altLang="zh-CN" sz="2800" baseline="30000" dirty="0">
                <a:latin typeface="+mn-lt"/>
                <a:ea typeface="+mn-ea"/>
                <a:cs typeface="+mn-ea"/>
                <a:sym typeface="+mn-lt"/>
              </a:rPr>
              <a:t>17</a:t>
            </a:r>
          </a:p>
        </p:txBody>
      </p:sp>
      <p:sp>
        <p:nvSpPr>
          <p:cNvPr id="176132" name="Text Box 4">
            <a:extLst>
              <a:ext uri="{FF2B5EF4-FFF2-40B4-BE49-F238E27FC236}">
                <a16:creationId xmlns:a16="http://schemas.microsoft.com/office/drawing/2014/main" id="{9C196B75-E8DC-4A89-AAA2-F2568ACB5C03}"/>
              </a:ext>
            </a:extLst>
          </p:cNvPr>
          <p:cNvSpPr txBox="1">
            <a:spLocks noChangeArrowheads="1"/>
          </p:cNvSpPr>
          <p:nvPr/>
        </p:nvSpPr>
        <p:spPr bwMode="auto">
          <a:xfrm>
            <a:off x="717550" y="2051050"/>
            <a:ext cx="4054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800" dirty="0">
                <a:latin typeface="+mn-lt"/>
                <a:ea typeface="+mn-ea"/>
                <a:cs typeface="+mn-ea"/>
                <a:sym typeface="+mn-lt"/>
              </a:rPr>
              <a:t>B</a:t>
            </a:r>
            <a:r>
              <a:rPr lang="en-US" altLang="zh-CN" sz="2800" baseline="-25000" dirty="0">
                <a:latin typeface="+mn-lt"/>
                <a:ea typeface="+mn-ea"/>
                <a:cs typeface="+mn-ea"/>
                <a:sym typeface="+mn-lt"/>
              </a:rPr>
              <a:t>8</a:t>
            </a:r>
            <a:r>
              <a:rPr lang="en-US" altLang="zh-CN" sz="2800" dirty="0">
                <a:latin typeface="+mn-lt"/>
                <a:ea typeface="+mn-ea"/>
                <a:cs typeface="+mn-ea"/>
                <a:sym typeface="+mn-lt"/>
              </a:rPr>
              <a:t>(x)=8x+22x</a:t>
            </a:r>
            <a:r>
              <a:rPr lang="en-US" altLang="zh-CN" sz="2800" baseline="30000" dirty="0">
                <a:latin typeface="+mn-lt"/>
                <a:ea typeface="+mn-ea"/>
                <a:cs typeface="+mn-ea"/>
                <a:sym typeface="+mn-lt"/>
              </a:rPr>
              <a:t>7</a:t>
            </a:r>
            <a:r>
              <a:rPr lang="en-US" altLang="zh-CN" sz="2800" dirty="0">
                <a:latin typeface="+mn-lt"/>
                <a:ea typeface="+mn-ea"/>
                <a:cs typeface="+mn-ea"/>
                <a:sym typeface="+mn-lt"/>
              </a:rPr>
              <a:t>-9x</a:t>
            </a:r>
            <a:r>
              <a:rPr lang="en-US" altLang="zh-CN" sz="2800" baseline="30000" dirty="0">
                <a:latin typeface="+mn-lt"/>
                <a:ea typeface="+mn-ea"/>
                <a:cs typeface="+mn-ea"/>
                <a:sym typeface="+mn-lt"/>
              </a:rPr>
              <a:t>8</a:t>
            </a:r>
          </a:p>
        </p:txBody>
      </p:sp>
      <p:sp>
        <p:nvSpPr>
          <p:cNvPr id="176133" name="Rectangle 5" descr="深色上对角线">
            <a:extLst>
              <a:ext uri="{FF2B5EF4-FFF2-40B4-BE49-F238E27FC236}">
                <a16:creationId xmlns:a16="http://schemas.microsoft.com/office/drawing/2014/main" id="{BE1A25F4-F0F3-FD4D-85E5-AC1B7A02E2D3}"/>
              </a:ext>
            </a:extLst>
          </p:cNvPr>
          <p:cNvSpPr>
            <a:spLocks noChangeArrowheads="1"/>
          </p:cNvSpPr>
          <p:nvPr/>
        </p:nvSpPr>
        <p:spPr bwMode="auto">
          <a:xfrm>
            <a:off x="723900" y="3836988"/>
            <a:ext cx="419100" cy="438150"/>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76134" name="Rectangle 6" descr="深色上对角线">
            <a:extLst>
              <a:ext uri="{FF2B5EF4-FFF2-40B4-BE49-F238E27FC236}">
                <a16:creationId xmlns:a16="http://schemas.microsoft.com/office/drawing/2014/main" id="{7F76EC90-D7D3-40E8-B329-8325A077F8DB}"/>
              </a:ext>
            </a:extLst>
          </p:cNvPr>
          <p:cNvSpPr>
            <a:spLocks noChangeArrowheads="1"/>
          </p:cNvSpPr>
          <p:nvPr/>
        </p:nvSpPr>
        <p:spPr bwMode="auto">
          <a:xfrm>
            <a:off x="11430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6135" name="Rectangle 7" descr="深色上对角线">
            <a:extLst>
              <a:ext uri="{FF2B5EF4-FFF2-40B4-BE49-F238E27FC236}">
                <a16:creationId xmlns:a16="http://schemas.microsoft.com/office/drawing/2014/main" id="{6DA053B1-8088-4330-8A34-5DDD047095F1}"/>
              </a:ext>
            </a:extLst>
          </p:cNvPr>
          <p:cNvSpPr>
            <a:spLocks noChangeArrowheads="1"/>
          </p:cNvSpPr>
          <p:nvPr/>
        </p:nvSpPr>
        <p:spPr bwMode="auto">
          <a:xfrm>
            <a:off x="15748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6136" name="Rectangle 8">
            <a:extLst>
              <a:ext uri="{FF2B5EF4-FFF2-40B4-BE49-F238E27FC236}">
                <a16:creationId xmlns:a16="http://schemas.microsoft.com/office/drawing/2014/main" id="{B56F958D-9F13-4049-87B7-217377AB2C06}"/>
              </a:ext>
            </a:extLst>
          </p:cNvPr>
          <p:cNvSpPr>
            <a:spLocks noChangeArrowheads="1"/>
          </p:cNvSpPr>
          <p:nvPr/>
        </p:nvSpPr>
        <p:spPr bwMode="auto">
          <a:xfrm>
            <a:off x="2374900" y="3836988"/>
            <a:ext cx="419100" cy="438150"/>
          </a:xfrm>
          <a:prstGeom prst="rect">
            <a:avLst/>
          </a:prstGeom>
          <a:solidFill>
            <a:schemeClr val="accent1">
              <a:lumMod val="60000"/>
              <a:lumOff val="40000"/>
            </a:schemeClr>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000">
                <a:solidFill>
                  <a:schemeClr val="bg1"/>
                </a:solidFill>
                <a:latin typeface="+mn-lt"/>
                <a:ea typeface="+mn-ea"/>
                <a:cs typeface="+mn-ea"/>
                <a:sym typeface="+mn-lt"/>
              </a:rPr>
              <a:t>7</a:t>
            </a:r>
          </a:p>
        </p:txBody>
      </p:sp>
      <p:sp>
        <p:nvSpPr>
          <p:cNvPr id="176137" name="Rectangle 9">
            <a:extLst>
              <a:ext uri="{FF2B5EF4-FFF2-40B4-BE49-F238E27FC236}">
                <a16:creationId xmlns:a16="http://schemas.microsoft.com/office/drawing/2014/main" id="{AE2B7682-B010-47AE-B882-16AA473F8B8E}"/>
              </a:ext>
            </a:extLst>
          </p:cNvPr>
          <p:cNvSpPr>
            <a:spLocks noChangeArrowheads="1"/>
          </p:cNvSpPr>
          <p:nvPr/>
        </p:nvSpPr>
        <p:spPr bwMode="auto">
          <a:xfrm>
            <a:off x="2794000" y="3836988"/>
            <a:ext cx="431800" cy="438150"/>
          </a:xfrm>
          <a:prstGeom prst="rect">
            <a:avLst/>
          </a:prstGeom>
          <a:solidFill>
            <a:schemeClr val="accent1">
              <a:lumMod val="60000"/>
              <a:lumOff val="40000"/>
            </a:schemeClr>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000">
                <a:solidFill>
                  <a:schemeClr val="bg1"/>
                </a:solidFill>
                <a:latin typeface="+mn-lt"/>
                <a:ea typeface="+mn-ea"/>
                <a:cs typeface="+mn-ea"/>
                <a:sym typeface="+mn-lt"/>
              </a:rPr>
              <a:t>0</a:t>
            </a:r>
          </a:p>
        </p:txBody>
      </p:sp>
      <p:sp>
        <p:nvSpPr>
          <p:cNvPr id="176138" name="Rectangle 10">
            <a:extLst>
              <a:ext uri="{FF2B5EF4-FFF2-40B4-BE49-F238E27FC236}">
                <a16:creationId xmlns:a16="http://schemas.microsoft.com/office/drawing/2014/main" id="{FF69063D-836C-42C6-B12F-4857B843CA6A}"/>
              </a:ext>
            </a:extLst>
          </p:cNvPr>
          <p:cNvSpPr>
            <a:spLocks noChangeArrowheads="1"/>
          </p:cNvSpPr>
          <p:nvPr/>
        </p:nvSpPr>
        <p:spPr bwMode="auto">
          <a:xfrm>
            <a:off x="3225800" y="3836988"/>
            <a:ext cx="431800" cy="438150"/>
          </a:xfrm>
          <a:prstGeom prst="rect">
            <a:avLst/>
          </a:prstGeom>
          <a:solidFill>
            <a:schemeClr val="accent1">
              <a:lumMod val="60000"/>
              <a:lumOff val="40000"/>
            </a:schemeClr>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solidFill>
                <a:schemeClr val="bg1"/>
              </a:solidFill>
              <a:latin typeface="+mn-lt"/>
              <a:ea typeface="+mn-ea"/>
              <a:cs typeface="+mn-ea"/>
              <a:sym typeface="+mn-lt"/>
            </a:endParaRPr>
          </a:p>
        </p:txBody>
      </p:sp>
      <p:sp>
        <p:nvSpPr>
          <p:cNvPr id="176139" name="Rectangle 11">
            <a:extLst>
              <a:ext uri="{FF2B5EF4-FFF2-40B4-BE49-F238E27FC236}">
                <a16:creationId xmlns:a16="http://schemas.microsoft.com/office/drawing/2014/main" id="{94D88A04-C80D-48F6-B531-35C5A9E35510}"/>
              </a:ext>
            </a:extLst>
          </p:cNvPr>
          <p:cNvSpPr>
            <a:spLocks noChangeArrowheads="1"/>
          </p:cNvSpPr>
          <p:nvPr/>
        </p:nvSpPr>
        <p:spPr bwMode="auto">
          <a:xfrm>
            <a:off x="4025900" y="3836988"/>
            <a:ext cx="419100" cy="438150"/>
          </a:xfrm>
          <a:prstGeom prst="rect">
            <a:avLst/>
          </a:prstGeom>
          <a:solidFill>
            <a:schemeClr val="accent1">
              <a:lumMod val="60000"/>
              <a:lumOff val="40000"/>
            </a:schemeClr>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000">
                <a:solidFill>
                  <a:schemeClr val="bg1"/>
                </a:solidFill>
                <a:latin typeface="+mn-lt"/>
                <a:ea typeface="+mn-ea"/>
                <a:cs typeface="+mn-ea"/>
                <a:sym typeface="+mn-lt"/>
              </a:rPr>
              <a:t>11</a:t>
            </a:r>
          </a:p>
        </p:txBody>
      </p:sp>
      <p:sp>
        <p:nvSpPr>
          <p:cNvPr id="176140" name="Rectangle 12">
            <a:extLst>
              <a:ext uri="{FF2B5EF4-FFF2-40B4-BE49-F238E27FC236}">
                <a16:creationId xmlns:a16="http://schemas.microsoft.com/office/drawing/2014/main" id="{820B4D6C-FBC4-4FCD-958F-66AB4233B7D7}"/>
              </a:ext>
            </a:extLst>
          </p:cNvPr>
          <p:cNvSpPr>
            <a:spLocks noChangeArrowheads="1"/>
          </p:cNvSpPr>
          <p:nvPr/>
        </p:nvSpPr>
        <p:spPr bwMode="auto">
          <a:xfrm>
            <a:off x="4445000" y="3836988"/>
            <a:ext cx="431800" cy="438150"/>
          </a:xfrm>
          <a:prstGeom prst="rect">
            <a:avLst/>
          </a:prstGeom>
          <a:solidFill>
            <a:schemeClr val="accent1">
              <a:lumMod val="60000"/>
              <a:lumOff val="40000"/>
            </a:schemeClr>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2000">
                <a:solidFill>
                  <a:schemeClr val="bg1"/>
                </a:solidFill>
                <a:latin typeface="+mn-lt"/>
                <a:ea typeface="+mn-ea"/>
                <a:cs typeface="+mn-ea"/>
                <a:sym typeface="+mn-lt"/>
              </a:rPr>
              <a:t>1</a:t>
            </a:r>
          </a:p>
        </p:txBody>
      </p:sp>
      <p:sp>
        <p:nvSpPr>
          <p:cNvPr id="176141" name="Rectangle 13">
            <a:extLst>
              <a:ext uri="{FF2B5EF4-FFF2-40B4-BE49-F238E27FC236}">
                <a16:creationId xmlns:a16="http://schemas.microsoft.com/office/drawing/2014/main" id="{897E4592-9ACC-4442-BF40-30E5438CA615}"/>
              </a:ext>
            </a:extLst>
          </p:cNvPr>
          <p:cNvSpPr>
            <a:spLocks noChangeArrowheads="1"/>
          </p:cNvSpPr>
          <p:nvPr/>
        </p:nvSpPr>
        <p:spPr bwMode="auto">
          <a:xfrm>
            <a:off x="4876800" y="3836988"/>
            <a:ext cx="431800" cy="438150"/>
          </a:xfrm>
          <a:prstGeom prst="rect">
            <a:avLst/>
          </a:prstGeom>
          <a:solidFill>
            <a:schemeClr val="accent1">
              <a:lumMod val="60000"/>
              <a:lumOff val="40000"/>
            </a:schemeClr>
          </a:solid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2000">
              <a:solidFill>
                <a:schemeClr val="bg1"/>
              </a:solidFill>
              <a:latin typeface="+mn-lt"/>
              <a:ea typeface="+mn-ea"/>
              <a:cs typeface="+mn-ea"/>
              <a:sym typeface="+mn-lt"/>
            </a:endParaRPr>
          </a:p>
        </p:txBody>
      </p:sp>
      <p:sp>
        <p:nvSpPr>
          <p:cNvPr id="176142" name="Rectangle 14" descr="深色上对角线">
            <a:extLst>
              <a:ext uri="{FF2B5EF4-FFF2-40B4-BE49-F238E27FC236}">
                <a16:creationId xmlns:a16="http://schemas.microsoft.com/office/drawing/2014/main" id="{5FC835B2-097F-406A-99AC-16BC57941F16}"/>
              </a:ext>
            </a:extLst>
          </p:cNvPr>
          <p:cNvSpPr>
            <a:spLocks noChangeArrowheads="1"/>
          </p:cNvSpPr>
          <p:nvPr/>
        </p:nvSpPr>
        <p:spPr bwMode="auto">
          <a:xfrm>
            <a:off x="5651500" y="38369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176143" name="Rectangle 15" descr="深色上对角线">
            <a:extLst>
              <a:ext uri="{FF2B5EF4-FFF2-40B4-BE49-F238E27FC236}">
                <a16:creationId xmlns:a16="http://schemas.microsoft.com/office/drawing/2014/main" id="{D2120BE5-49D2-49C9-9AE4-BBA0E7A779CB}"/>
              </a:ext>
            </a:extLst>
          </p:cNvPr>
          <p:cNvSpPr>
            <a:spLocks noChangeArrowheads="1"/>
          </p:cNvSpPr>
          <p:nvPr/>
        </p:nvSpPr>
        <p:spPr bwMode="auto">
          <a:xfrm>
            <a:off x="60706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6144" name="Rectangle 16" descr="深色上对角线">
            <a:extLst>
              <a:ext uri="{FF2B5EF4-FFF2-40B4-BE49-F238E27FC236}">
                <a16:creationId xmlns:a16="http://schemas.microsoft.com/office/drawing/2014/main" id="{15631A2F-973C-49BF-ADA9-0BD6F51E024B}"/>
              </a:ext>
            </a:extLst>
          </p:cNvPr>
          <p:cNvSpPr>
            <a:spLocks noChangeArrowheads="1"/>
          </p:cNvSpPr>
          <p:nvPr/>
        </p:nvSpPr>
        <p:spPr bwMode="auto">
          <a:xfrm>
            <a:off x="65024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6145" name="Rectangle 17" descr="深色上对角线">
            <a:extLst>
              <a:ext uri="{FF2B5EF4-FFF2-40B4-BE49-F238E27FC236}">
                <a16:creationId xmlns:a16="http://schemas.microsoft.com/office/drawing/2014/main" id="{A49E36CF-7122-4BF4-95FD-2C17E171D26A}"/>
              </a:ext>
            </a:extLst>
          </p:cNvPr>
          <p:cNvSpPr>
            <a:spLocks noChangeArrowheads="1"/>
          </p:cNvSpPr>
          <p:nvPr/>
        </p:nvSpPr>
        <p:spPr bwMode="auto">
          <a:xfrm>
            <a:off x="7315200" y="38369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5</a:t>
            </a:r>
          </a:p>
        </p:txBody>
      </p:sp>
      <p:sp>
        <p:nvSpPr>
          <p:cNvPr id="176146" name="Rectangle 18" descr="深色上对角线">
            <a:extLst>
              <a:ext uri="{FF2B5EF4-FFF2-40B4-BE49-F238E27FC236}">
                <a16:creationId xmlns:a16="http://schemas.microsoft.com/office/drawing/2014/main" id="{41CDAB1A-206D-4D93-9CED-8006D08ABABB}"/>
              </a:ext>
            </a:extLst>
          </p:cNvPr>
          <p:cNvSpPr>
            <a:spLocks noChangeArrowheads="1"/>
          </p:cNvSpPr>
          <p:nvPr/>
        </p:nvSpPr>
        <p:spPr bwMode="auto">
          <a:xfrm>
            <a:off x="77343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17</a:t>
            </a:r>
          </a:p>
        </p:txBody>
      </p:sp>
      <p:sp>
        <p:nvSpPr>
          <p:cNvPr id="176147" name="Rectangle 19" descr="深色上对角线">
            <a:extLst>
              <a:ext uri="{FF2B5EF4-FFF2-40B4-BE49-F238E27FC236}">
                <a16:creationId xmlns:a16="http://schemas.microsoft.com/office/drawing/2014/main" id="{1704DDCB-4952-46FF-8E6A-335A5830828F}"/>
              </a:ext>
            </a:extLst>
          </p:cNvPr>
          <p:cNvSpPr>
            <a:spLocks noChangeArrowheads="1"/>
          </p:cNvSpPr>
          <p:nvPr/>
        </p:nvSpPr>
        <p:spPr bwMode="auto">
          <a:xfrm>
            <a:off x="8166100" y="38369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6148" name="Line 20">
            <a:extLst>
              <a:ext uri="{FF2B5EF4-FFF2-40B4-BE49-F238E27FC236}">
                <a16:creationId xmlns:a16="http://schemas.microsoft.com/office/drawing/2014/main" id="{7F222D27-6340-4035-8D09-D5CC8A8CB7D4}"/>
              </a:ext>
            </a:extLst>
          </p:cNvPr>
          <p:cNvSpPr>
            <a:spLocks noChangeShapeType="1"/>
          </p:cNvSpPr>
          <p:nvPr/>
        </p:nvSpPr>
        <p:spPr bwMode="auto">
          <a:xfrm flipH="1">
            <a:off x="8305800" y="3970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49" name="Line 21">
            <a:extLst>
              <a:ext uri="{FF2B5EF4-FFF2-40B4-BE49-F238E27FC236}">
                <a16:creationId xmlns:a16="http://schemas.microsoft.com/office/drawing/2014/main" id="{204D861F-9A7F-4DFB-9563-109C8BA7B995}"/>
              </a:ext>
            </a:extLst>
          </p:cNvPr>
          <p:cNvSpPr>
            <a:spLocks noChangeShapeType="1"/>
          </p:cNvSpPr>
          <p:nvPr/>
        </p:nvSpPr>
        <p:spPr bwMode="auto">
          <a:xfrm>
            <a:off x="8382000" y="3970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50" name="Rectangle 22" descr="深色上对角线">
            <a:extLst>
              <a:ext uri="{FF2B5EF4-FFF2-40B4-BE49-F238E27FC236}">
                <a16:creationId xmlns:a16="http://schemas.microsoft.com/office/drawing/2014/main" id="{B0DE87D8-311C-4149-8895-FFB3570F4872}"/>
              </a:ext>
            </a:extLst>
          </p:cNvPr>
          <p:cNvSpPr>
            <a:spLocks noChangeArrowheads="1"/>
          </p:cNvSpPr>
          <p:nvPr/>
        </p:nvSpPr>
        <p:spPr bwMode="auto">
          <a:xfrm>
            <a:off x="723900" y="4827588"/>
            <a:ext cx="419100" cy="438150"/>
          </a:xfrm>
          <a:prstGeom prst="rect">
            <a:avLst/>
          </a:prstGeom>
          <a:blipFill dpi="0" rotWithShape="0">
            <a:blip r:embed="rId2"/>
            <a:srcRect/>
            <a:tile tx="0" ty="0" sx="100000" sy="100000" flip="none" algn="tl"/>
          </a:blipFill>
          <a:ln w="19050">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76151" name="Rectangle 23" descr="深色上对角线">
            <a:extLst>
              <a:ext uri="{FF2B5EF4-FFF2-40B4-BE49-F238E27FC236}">
                <a16:creationId xmlns:a16="http://schemas.microsoft.com/office/drawing/2014/main" id="{028E484D-75FF-44D8-9DCF-3899A78C9C46}"/>
              </a:ext>
            </a:extLst>
          </p:cNvPr>
          <p:cNvSpPr>
            <a:spLocks noChangeArrowheads="1"/>
          </p:cNvSpPr>
          <p:nvPr/>
        </p:nvSpPr>
        <p:spPr bwMode="auto">
          <a:xfrm>
            <a:off x="1143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6152" name="Rectangle 24" descr="深色上对角线">
            <a:extLst>
              <a:ext uri="{FF2B5EF4-FFF2-40B4-BE49-F238E27FC236}">
                <a16:creationId xmlns:a16="http://schemas.microsoft.com/office/drawing/2014/main" id="{5A91A8E2-2F3E-4AE7-A54C-981119ABCD45}"/>
              </a:ext>
            </a:extLst>
          </p:cNvPr>
          <p:cNvSpPr>
            <a:spLocks noChangeArrowheads="1"/>
          </p:cNvSpPr>
          <p:nvPr/>
        </p:nvSpPr>
        <p:spPr bwMode="auto">
          <a:xfrm>
            <a:off x="1574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6153" name="Rectangle 25" descr="深色上对角线">
            <a:extLst>
              <a:ext uri="{FF2B5EF4-FFF2-40B4-BE49-F238E27FC236}">
                <a16:creationId xmlns:a16="http://schemas.microsoft.com/office/drawing/2014/main" id="{31F887C7-D715-46B5-898A-9C88B01DACFD}"/>
              </a:ext>
            </a:extLst>
          </p:cNvPr>
          <p:cNvSpPr>
            <a:spLocks noChangeArrowheads="1"/>
          </p:cNvSpPr>
          <p:nvPr/>
        </p:nvSpPr>
        <p:spPr bwMode="auto">
          <a:xfrm>
            <a:off x="23749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6154" name="Rectangle 26" descr="深色上对角线">
            <a:extLst>
              <a:ext uri="{FF2B5EF4-FFF2-40B4-BE49-F238E27FC236}">
                <a16:creationId xmlns:a16="http://schemas.microsoft.com/office/drawing/2014/main" id="{BF15201E-96EA-4A16-99C7-39330A58EAA8}"/>
              </a:ext>
            </a:extLst>
          </p:cNvPr>
          <p:cNvSpPr>
            <a:spLocks noChangeArrowheads="1"/>
          </p:cNvSpPr>
          <p:nvPr/>
        </p:nvSpPr>
        <p:spPr bwMode="auto">
          <a:xfrm>
            <a:off x="2794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1</a:t>
            </a:r>
          </a:p>
        </p:txBody>
      </p:sp>
      <p:sp>
        <p:nvSpPr>
          <p:cNvPr id="176155" name="Rectangle 27" descr="深色上对角线">
            <a:extLst>
              <a:ext uri="{FF2B5EF4-FFF2-40B4-BE49-F238E27FC236}">
                <a16:creationId xmlns:a16="http://schemas.microsoft.com/office/drawing/2014/main" id="{EA85C0F7-C996-4935-99B8-A2E04713CDD4}"/>
              </a:ext>
            </a:extLst>
          </p:cNvPr>
          <p:cNvSpPr>
            <a:spLocks noChangeArrowheads="1"/>
          </p:cNvSpPr>
          <p:nvPr/>
        </p:nvSpPr>
        <p:spPr bwMode="auto">
          <a:xfrm>
            <a:off x="3225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6156" name="Rectangle 28" descr="深色上对角线">
            <a:extLst>
              <a:ext uri="{FF2B5EF4-FFF2-40B4-BE49-F238E27FC236}">
                <a16:creationId xmlns:a16="http://schemas.microsoft.com/office/drawing/2014/main" id="{22B29FF3-2210-4B37-A589-E0FCFB8FE52F}"/>
              </a:ext>
            </a:extLst>
          </p:cNvPr>
          <p:cNvSpPr>
            <a:spLocks noChangeArrowheads="1"/>
          </p:cNvSpPr>
          <p:nvPr/>
        </p:nvSpPr>
        <p:spPr bwMode="auto">
          <a:xfrm>
            <a:off x="40259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22</a:t>
            </a:r>
          </a:p>
        </p:txBody>
      </p:sp>
      <p:sp>
        <p:nvSpPr>
          <p:cNvPr id="176157" name="Rectangle 29" descr="深色上对角线">
            <a:extLst>
              <a:ext uri="{FF2B5EF4-FFF2-40B4-BE49-F238E27FC236}">
                <a16:creationId xmlns:a16="http://schemas.microsoft.com/office/drawing/2014/main" id="{786C61D2-FA9C-493A-B840-B8DBF7C12EF7}"/>
              </a:ext>
            </a:extLst>
          </p:cNvPr>
          <p:cNvSpPr>
            <a:spLocks noChangeArrowheads="1"/>
          </p:cNvSpPr>
          <p:nvPr/>
        </p:nvSpPr>
        <p:spPr bwMode="auto">
          <a:xfrm>
            <a:off x="44450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7</a:t>
            </a:r>
          </a:p>
        </p:txBody>
      </p:sp>
      <p:sp>
        <p:nvSpPr>
          <p:cNvPr id="176158" name="Rectangle 30" descr="深色上对角线">
            <a:extLst>
              <a:ext uri="{FF2B5EF4-FFF2-40B4-BE49-F238E27FC236}">
                <a16:creationId xmlns:a16="http://schemas.microsoft.com/office/drawing/2014/main" id="{855CA59B-8AA1-47AB-86A3-3EB920097026}"/>
              </a:ext>
            </a:extLst>
          </p:cNvPr>
          <p:cNvSpPr>
            <a:spLocks noChangeArrowheads="1"/>
          </p:cNvSpPr>
          <p:nvPr/>
        </p:nvSpPr>
        <p:spPr bwMode="auto">
          <a:xfrm>
            <a:off x="48768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6159" name="Rectangle 31" descr="深色上对角线">
            <a:extLst>
              <a:ext uri="{FF2B5EF4-FFF2-40B4-BE49-F238E27FC236}">
                <a16:creationId xmlns:a16="http://schemas.microsoft.com/office/drawing/2014/main" id="{F4A76034-9AFB-42D4-B752-E644E01A5AA0}"/>
              </a:ext>
            </a:extLst>
          </p:cNvPr>
          <p:cNvSpPr>
            <a:spLocks noChangeArrowheads="1"/>
          </p:cNvSpPr>
          <p:nvPr/>
        </p:nvSpPr>
        <p:spPr bwMode="auto">
          <a:xfrm>
            <a:off x="5651500" y="4827588"/>
            <a:ext cx="4191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-9</a:t>
            </a:r>
          </a:p>
        </p:txBody>
      </p:sp>
      <p:sp>
        <p:nvSpPr>
          <p:cNvPr id="176160" name="Rectangle 32" descr="深色上对角线">
            <a:extLst>
              <a:ext uri="{FF2B5EF4-FFF2-40B4-BE49-F238E27FC236}">
                <a16:creationId xmlns:a16="http://schemas.microsoft.com/office/drawing/2014/main" id="{EBEC30F9-7373-4BDF-B415-C004BDDC4D1F}"/>
              </a:ext>
            </a:extLst>
          </p:cNvPr>
          <p:cNvSpPr>
            <a:spLocks noChangeArrowheads="1"/>
          </p:cNvSpPr>
          <p:nvPr/>
        </p:nvSpPr>
        <p:spPr bwMode="auto">
          <a:xfrm>
            <a:off x="60706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8</a:t>
            </a:r>
          </a:p>
        </p:txBody>
      </p:sp>
      <p:sp>
        <p:nvSpPr>
          <p:cNvPr id="176161" name="Rectangle 33" descr="深色上对角线">
            <a:extLst>
              <a:ext uri="{FF2B5EF4-FFF2-40B4-BE49-F238E27FC236}">
                <a16:creationId xmlns:a16="http://schemas.microsoft.com/office/drawing/2014/main" id="{A10B970D-C795-4568-9E9F-DDF6EF15158A}"/>
              </a:ext>
            </a:extLst>
          </p:cNvPr>
          <p:cNvSpPr>
            <a:spLocks noChangeArrowheads="1"/>
          </p:cNvSpPr>
          <p:nvPr/>
        </p:nvSpPr>
        <p:spPr bwMode="auto">
          <a:xfrm>
            <a:off x="6502400" y="4827588"/>
            <a:ext cx="431800" cy="43815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zh-CN" sz="1600">
              <a:latin typeface="+mn-lt"/>
              <a:ea typeface="+mn-ea"/>
              <a:cs typeface="+mn-ea"/>
              <a:sym typeface="+mn-lt"/>
            </a:endParaRPr>
          </a:p>
        </p:txBody>
      </p:sp>
      <p:sp>
        <p:nvSpPr>
          <p:cNvPr id="176162" name="Line 34">
            <a:extLst>
              <a:ext uri="{FF2B5EF4-FFF2-40B4-BE49-F238E27FC236}">
                <a16:creationId xmlns:a16="http://schemas.microsoft.com/office/drawing/2014/main" id="{7537112E-9EEB-45DE-8291-7BFB51FC74F6}"/>
              </a:ext>
            </a:extLst>
          </p:cNvPr>
          <p:cNvSpPr>
            <a:spLocks noChangeShapeType="1"/>
          </p:cNvSpPr>
          <p:nvPr/>
        </p:nvSpPr>
        <p:spPr bwMode="auto">
          <a:xfrm flipH="1">
            <a:off x="6629400" y="4986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63" name="Line 35">
            <a:extLst>
              <a:ext uri="{FF2B5EF4-FFF2-40B4-BE49-F238E27FC236}">
                <a16:creationId xmlns:a16="http://schemas.microsoft.com/office/drawing/2014/main" id="{BB713167-B523-4A90-B6DD-CD1DB05CD959}"/>
              </a:ext>
            </a:extLst>
          </p:cNvPr>
          <p:cNvSpPr>
            <a:spLocks noChangeShapeType="1"/>
          </p:cNvSpPr>
          <p:nvPr/>
        </p:nvSpPr>
        <p:spPr bwMode="auto">
          <a:xfrm>
            <a:off x="6705600" y="4986338"/>
            <a:ext cx="76200" cy="152400"/>
          </a:xfrm>
          <a:prstGeom prst="line">
            <a:avLst/>
          </a:prstGeom>
          <a:noFill/>
          <a:ln w="28575">
            <a:solidFill>
              <a:schemeClr val="tx1"/>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64" name="Line 36">
            <a:extLst>
              <a:ext uri="{FF2B5EF4-FFF2-40B4-BE49-F238E27FC236}">
                <a16:creationId xmlns:a16="http://schemas.microsoft.com/office/drawing/2014/main" id="{2B17FC0A-B421-421D-A6D8-A371076D8C57}"/>
              </a:ext>
            </a:extLst>
          </p:cNvPr>
          <p:cNvSpPr>
            <a:spLocks noChangeShapeType="1"/>
          </p:cNvSpPr>
          <p:nvPr/>
        </p:nvSpPr>
        <p:spPr bwMode="auto">
          <a:xfrm>
            <a:off x="228600" y="40465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65" name="Line 37">
            <a:extLst>
              <a:ext uri="{FF2B5EF4-FFF2-40B4-BE49-F238E27FC236}">
                <a16:creationId xmlns:a16="http://schemas.microsoft.com/office/drawing/2014/main" id="{B47D49AF-7C78-4BCF-95C2-8A8D0020FACE}"/>
              </a:ext>
            </a:extLst>
          </p:cNvPr>
          <p:cNvSpPr>
            <a:spLocks noChangeShapeType="1"/>
          </p:cNvSpPr>
          <p:nvPr/>
        </p:nvSpPr>
        <p:spPr bwMode="auto">
          <a:xfrm>
            <a:off x="228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66" name="Line 38">
            <a:extLst>
              <a:ext uri="{FF2B5EF4-FFF2-40B4-BE49-F238E27FC236}">
                <a16:creationId xmlns:a16="http://schemas.microsoft.com/office/drawing/2014/main" id="{2798C1A4-8A2D-4ADD-8406-72C89D0E9508}"/>
              </a:ext>
            </a:extLst>
          </p:cNvPr>
          <p:cNvSpPr>
            <a:spLocks noChangeShapeType="1"/>
          </p:cNvSpPr>
          <p:nvPr/>
        </p:nvSpPr>
        <p:spPr bwMode="auto">
          <a:xfrm>
            <a:off x="1873250" y="40592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67" name="Line 39">
            <a:extLst>
              <a:ext uri="{FF2B5EF4-FFF2-40B4-BE49-F238E27FC236}">
                <a16:creationId xmlns:a16="http://schemas.microsoft.com/office/drawing/2014/main" id="{3E7A6826-52C8-4CB2-88EF-CC72DFB2541A}"/>
              </a:ext>
            </a:extLst>
          </p:cNvPr>
          <p:cNvSpPr>
            <a:spLocks noChangeShapeType="1"/>
          </p:cNvSpPr>
          <p:nvPr/>
        </p:nvSpPr>
        <p:spPr bwMode="auto">
          <a:xfrm>
            <a:off x="3524250" y="40592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68" name="Line 40">
            <a:extLst>
              <a:ext uri="{FF2B5EF4-FFF2-40B4-BE49-F238E27FC236}">
                <a16:creationId xmlns:a16="http://schemas.microsoft.com/office/drawing/2014/main" id="{45D8A8B9-CCE5-4B1E-A155-FDFB41315F5A}"/>
              </a:ext>
            </a:extLst>
          </p:cNvPr>
          <p:cNvSpPr>
            <a:spLocks noChangeShapeType="1"/>
          </p:cNvSpPr>
          <p:nvPr/>
        </p:nvSpPr>
        <p:spPr bwMode="auto">
          <a:xfrm>
            <a:off x="5149850" y="4065588"/>
            <a:ext cx="6350" cy="660400"/>
          </a:xfrm>
          <a:prstGeom prst="line">
            <a:avLst/>
          </a:prstGeom>
          <a:noFill/>
          <a:ln w="28575">
            <a:solidFill>
              <a:schemeClr val="hlink"/>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69" name="Line 41">
            <a:extLst>
              <a:ext uri="{FF2B5EF4-FFF2-40B4-BE49-F238E27FC236}">
                <a16:creationId xmlns:a16="http://schemas.microsoft.com/office/drawing/2014/main" id="{393B17A2-8548-4CCC-95BE-B33DC64F159C}"/>
              </a:ext>
            </a:extLst>
          </p:cNvPr>
          <p:cNvSpPr>
            <a:spLocks noChangeShapeType="1"/>
          </p:cNvSpPr>
          <p:nvPr/>
        </p:nvSpPr>
        <p:spPr bwMode="auto">
          <a:xfrm>
            <a:off x="6826250" y="40719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70" name="Line 42">
            <a:extLst>
              <a:ext uri="{FF2B5EF4-FFF2-40B4-BE49-F238E27FC236}">
                <a16:creationId xmlns:a16="http://schemas.microsoft.com/office/drawing/2014/main" id="{0805DF13-C533-4077-832B-A3A2E4997606}"/>
              </a:ext>
            </a:extLst>
          </p:cNvPr>
          <p:cNvSpPr>
            <a:spLocks noChangeShapeType="1"/>
          </p:cNvSpPr>
          <p:nvPr/>
        </p:nvSpPr>
        <p:spPr bwMode="auto">
          <a:xfrm>
            <a:off x="1879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71" name="Line 43">
            <a:extLst>
              <a:ext uri="{FF2B5EF4-FFF2-40B4-BE49-F238E27FC236}">
                <a16:creationId xmlns:a16="http://schemas.microsoft.com/office/drawing/2014/main" id="{7DDC959A-9279-4C57-A8F9-EAFC6B25BC46}"/>
              </a:ext>
            </a:extLst>
          </p:cNvPr>
          <p:cNvSpPr>
            <a:spLocks noChangeShapeType="1"/>
          </p:cNvSpPr>
          <p:nvPr/>
        </p:nvSpPr>
        <p:spPr bwMode="auto">
          <a:xfrm>
            <a:off x="3530600" y="504983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72" name="Line 44">
            <a:extLst>
              <a:ext uri="{FF2B5EF4-FFF2-40B4-BE49-F238E27FC236}">
                <a16:creationId xmlns:a16="http://schemas.microsoft.com/office/drawing/2014/main" id="{FEC20D50-C87C-4B0A-8E69-41FBF0E1B77D}"/>
              </a:ext>
            </a:extLst>
          </p:cNvPr>
          <p:cNvSpPr>
            <a:spLocks noChangeShapeType="1"/>
          </p:cNvSpPr>
          <p:nvPr/>
        </p:nvSpPr>
        <p:spPr bwMode="auto">
          <a:xfrm>
            <a:off x="5168900" y="5056188"/>
            <a:ext cx="488950"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73" name="Text Box 45">
            <a:extLst>
              <a:ext uri="{FF2B5EF4-FFF2-40B4-BE49-F238E27FC236}">
                <a16:creationId xmlns:a16="http://schemas.microsoft.com/office/drawing/2014/main" id="{31BA0894-6D69-452D-ABE3-BDC7829023A0}"/>
              </a:ext>
            </a:extLst>
          </p:cNvPr>
          <p:cNvSpPr txBox="1">
            <a:spLocks noChangeArrowheads="1"/>
          </p:cNvSpPr>
          <p:nvPr/>
        </p:nvSpPr>
        <p:spPr bwMode="auto">
          <a:xfrm>
            <a:off x="161925" y="3733800"/>
            <a:ext cx="33178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A</a:t>
            </a:r>
          </a:p>
        </p:txBody>
      </p:sp>
      <p:sp>
        <p:nvSpPr>
          <p:cNvPr id="176174" name="Text Box 46">
            <a:extLst>
              <a:ext uri="{FF2B5EF4-FFF2-40B4-BE49-F238E27FC236}">
                <a16:creationId xmlns:a16="http://schemas.microsoft.com/office/drawing/2014/main" id="{E7A5653D-6129-4332-829D-15048FF4BB49}"/>
              </a:ext>
            </a:extLst>
          </p:cNvPr>
          <p:cNvSpPr txBox="1">
            <a:spLocks noChangeArrowheads="1"/>
          </p:cNvSpPr>
          <p:nvPr/>
        </p:nvSpPr>
        <p:spPr bwMode="auto">
          <a:xfrm>
            <a:off x="146050" y="4738688"/>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sz="1600">
                <a:latin typeface="+mn-lt"/>
                <a:ea typeface="+mn-ea"/>
                <a:cs typeface="+mn-ea"/>
                <a:sym typeface="+mn-lt"/>
              </a:rPr>
              <a:t>B</a:t>
            </a:r>
          </a:p>
        </p:txBody>
      </p:sp>
      <p:sp>
        <p:nvSpPr>
          <p:cNvPr id="176175" name="Line 47">
            <a:extLst>
              <a:ext uri="{FF2B5EF4-FFF2-40B4-BE49-F238E27FC236}">
                <a16:creationId xmlns:a16="http://schemas.microsoft.com/office/drawing/2014/main" id="{4FA72D1A-D686-45FF-91DD-A4843BA97893}"/>
              </a:ext>
            </a:extLst>
          </p:cNvPr>
          <p:cNvSpPr>
            <a:spLocks noChangeShapeType="1"/>
          </p:cNvSpPr>
          <p:nvPr/>
        </p:nvSpPr>
        <p:spPr bwMode="auto">
          <a:xfrm>
            <a:off x="6269038" y="3276600"/>
            <a:ext cx="0" cy="45720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76" name="Text Box 48">
            <a:extLst>
              <a:ext uri="{FF2B5EF4-FFF2-40B4-BE49-F238E27FC236}">
                <a16:creationId xmlns:a16="http://schemas.microsoft.com/office/drawing/2014/main" id="{350610C9-0EAC-4F25-9BBB-F8601ECB8293}"/>
              </a:ext>
            </a:extLst>
          </p:cNvPr>
          <p:cNvSpPr txBox="1">
            <a:spLocks noChangeArrowheads="1"/>
          </p:cNvSpPr>
          <p:nvPr/>
        </p:nvSpPr>
        <p:spPr bwMode="auto">
          <a:xfrm>
            <a:off x="6040438" y="2797175"/>
            <a:ext cx="47466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pa</a:t>
            </a:r>
          </a:p>
        </p:txBody>
      </p:sp>
      <p:sp>
        <p:nvSpPr>
          <p:cNvPr id="176177" name="Line 49">
            <a:extLst>
              <a:ext uri="{FF2B5EF4-FFF2-40B4-BE49-F238E27FC236}">
                <a16:creationId xmlns:a16="http://schemas.microsoft.com/office/drawing/2014/main" id="{60039D09-5830-45B2-8A32-76A77E2AB4CD}"/>
              </a:ext>
            </a:extLst>
          </p:cNvPr>
          <p:cNvSpPr>
            <a:spLocks noChangeShapeType="1"/>
          </p:cNvSpPr>
          <p:nvPr/>
        </p:nvSpPr>
        <p:spPr bwMode="auto">
          <a:xfrm flipV="1">
            <a:off x="6261100" y="5334000"/>
            <a:ext cx="0" cy="45720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76178" name="Text Box 50">
            <a:extLst>
              <a:ext uri="{FF2B5EF4-FFF2-40B4-BE49-F238E27FC236}">
                <a16:creationId xmlns:a16="http://schemas.microsoft.com/office/drawing/2014/main" id="{F12B6A95-21E8-4B91-8C8C-B3E9BE8D903B}"/>
              </a:ext>
            </a:extLst>
          </p:cNvPr>
          <p:cNvSpPr txBox="1">
            <a:spLocks noChangeArrowheads="1"/>
          </p:cNvSpPr>
          <p:nvPr/>
        </p:nvSpPr>
        <p:spPr bwMode="auto">
          <a:xfrm>
            <a:off x="6032500" y="5715000"/>
            <a:ext cx="4921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r>
              <a:rPr lang="en-US" altLang="zh-CN">
                <a:solidFill>
                  <a:srgbClr val="FF0000"/>
                </a:solidFill>
                <a:latin typeface="+mn-lt"/>
                <a:ea typeface="+mn-ea"/>
                <a:cs typeface="+mn-ea"/>
                <a:sym typeface="+mn-lt"/>
              </a:rPr>
              <a:t>pb</a:t>
            </a:r>
          </a:p>
        </p:txBody>
      </p:sp>
    </p:spTree>
  </p:cSld>
  <p:clrMapOvr>
    <a:masterClrMapping/>
  </p:clrMapOvr>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矩形 8">
            <a:extLst>
              <a:ext uri="{FF2B5EF4-FFF2-40B4-BE49-F238E27FC236}">
                <a16:creationId xmlns:a16="http://schemas.microsoft.com/office/drawing/2014/main" id="{A19EB87E-DF2F-1648-8042-0AAE6DE3F43F}"/>
              </a:ext>
            </a:extLst>
          </p:cNvPr>
          <p:cNvSpPr>
            <a:spLocks noChangeArrowheads="1"/>
          </p:cNvSpPr>
          <p:nvPr/>
        </p:nvSpPr>
        <p:spPr bwMode="auto">
          <a:xfrm>
            <a:off x="-7938" y="2547938"/>
            <a:ext cx="9144001" cy="1685925"/>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8" name="矩形 7">
            <a:extLst>
              <a:ext uri="{FF2B5EF4-FFF2-40B4-BE49-F238E27FC236}">
                <a16:creationId xmlns:a16="http://schemas.microsoft.com/office/drawing/2014/main" id="{BFF83AC9-01EE-497D-870D-FCDA16E9021A}"/>
              </a:ext>
            </a:extLst>
          </p:cNvPr>
          <p:cNvSpPr/>
          <p:nvPr/>
        </p:nvSpPr>
        <p:spPr bwMode="auto">
          <a:xfrm>
            <a:off x="11113" y="4797425"/>
            <a:ext cx="9144000" cy="1684338"/>
          </a:xfrm>
          <a:prstGeom prst="rect">
            <a:avLst/>
          </a:prstGeom>
          <a:solidFill>
            <a:schemeClr val="accent1">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p>
        </p:txBody>
      </p:sp>
      <p:sp>
        <p:nvSpPr>
          <p:cNvPr id="177154" name="Rectangle 8">
            <a:extLst>
              <a:ext uri="{FF2B5EF4-FFF2-40B4-BE49-F238E27FC236}">
                <a16:creationId xmlns:a16="http://schemas.microsoft.com/office/drawing/2014/main" id="{2D1CAD6D-9132-419E-9984-82B20EE119DE}"/>
              </a:ext>
            </a:extLst>
          </p:cNvPr>
          <p:cNvSpPr>
            <a:spLocks noChangeArrowheads="1"/>
          </p:cNvSpPr>
          <p:nvPr/>
        </p:nvSpPr>
        <p:spPr bwMode="auto">
          <a:xfrm>
            <a:off x="1085850" y="1073150"/>
            <a:ext cx="5400675" cy="1231900"/>
          </a:xfrm>
          <a:prstGeom prst="rect">
            <a:avLst/>
          </a:prstGeom>
          <a:noFill/>
          <a:ln>
            <a:noFill/>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40000"/>
              </a:lnSpc>
              <a:defRPr/>
            </a:pPr>
            <a:r>
              <a:rPr lang="en-US" altLang="zh-CN" sz="2800" i="1" dirty="0">
                <a:latin typeface="+mn-lt"/>
                <a:ea typeface="+mn-ea"/>
                <a:cs typeface="+mn-ea"/>
                <a:sym typeface="+mn-lt"/>
              </a:rPr>
              <a:t>A</a:t>
            </a:r>
            <a:r>
              <a:rPr lang="en-US" altLang="zh-CN" sz="2800" baseline="-30000" dirty="0">
                <a:latin typeface="+mn-lt"/>
                <a:ea typeface="+mn-ea"/>
                <a:cs typeface="+mn-ea"/>
                <a:sym typeface="+mn-lt"/>
              </a:rPr>
              <a:t>17</a:t>
            </a:r>
            <a:r>
              <a:rPr lang="en-US" altLang="zh-CN" sz="2800" dirty="0">
                <a:latin typeface="+mn-lt"/>
                <a:ea typeface="+mn-ea"/>
                <a:cs typeface="+mn-ea"/>
                <a:sym typeface="+mn-lt"/>
              </a:rPr>
              <a:t>(</a:t>
            </a:r>
            <a:r>
              <a:rPr lang="en-US" altLang="zh-CN" sz="2800" i="1" dirty="0">
                <a:latin typeface="+mn-lt"/>
                <a:ea typeface="+mn-ea"/>
                <a:cs typeface="+mn-ea"/>
                <a:sym typeface="+mn-lt"/>
              </a:rPr>
              <a:t>x</a:t>
            </a:r>
            <a:r>
              <a:rPr lang="en-US" altLang="zh-CN" sz="2800" dirty="0">
                <a:latin typeface="+mn-lt"/>
                <a:ea typeface="+mn-ea"/>
                <a:cs typeface="+mn-ea"/>
                <a:sym typeface="+mn-lt"/>
              </a:rPr>
              <a:t>) = 7 + 3</a:t>
            </a:r>
            <a:r>
              <a:rPr lang="en-US" altLang="zh-CN" sz="2800" i="1" dirty="0">
                <a:latin typeface="+mn-lt"/>
                <a:ea typeface="+mn-ea"/>
                <a:cs typeface="+mn-ea"/>
                <a:sym typeface="+mn-lt"/>
              </a:rPr>
              <a:t>x</a:t>
            </a:r>
            <a:r>
              <a:rPr lang="en-US" altLang="zh-CN" sz="2800" dirty="0">
                <a:latin typeface="+mn-lt"/>
                <a:ea typeface="+mn-ea"/>
                <a:cs typeface="+mn-ea"/>
                <a:sym typeface="+mn-lt"/>
              </a:rPr>
              <a:t> + 9</a:t>
            </a:r>
            <a:r>
              <a:rPr lang="en-US" altLang="zh-CN" sz="2800" i="1" dirty="0">
                <a:latin typeface="+mn-lt"/>
                <a:ea typeface="+mn-ea"/>
                <a:cs typeface="+mn-ea"/>
                <a:sym typeface="+mn-lt"/>
              </a:rPr>
              <a:t>x</a:t>
            </a:r>
            <a:r>
              <a:rPr lang="en-US" altLang="zh-CN" sz="2800" baseline="30000" dirty="0">
                <a:latin typeface="+mn-lt"/>
                <a:ea typeface="+mn-ea"/>
                <a:cs typeface="+mn-ea"/>
                <a:sym typeface="+mn-lt"/>
              </a:rPr>
              <a:t>8</a:t>
            </a:r>
            <a:r>
              <a:rPr lang="en-US" altLang="zh-CN" sz="2800" dirty="0">
                <a:latin typeface="+mn-lt"/>
                <a:ea typeface="+mn-ea"/>
                <a:cs typeface="+mn-ea"/>
                <a:sym typeface="+mn-lt"/>
              </a:rPr>
              <a:t> + 5</a:t>
            </a:r>
            <a:r>
              <a:rPr lang="en-US" altLang="zh-CN" sz="2800" i="1" dirty="0">
                <a:latin typeface="+mn-lt"/>
                <a:ea typeface="+mn-ea"/>
                <a:cs typeface="+mn-ea"/>
                <a:sym typeface="+mn-lt"/>
              </a:rPr>
              <a:t>x</a:t>
            </a:r>
            <a:r>
              <a:rPr lang="en-US" altLang="zh-CN" sz="2800" baseline="30000" dirty="0">
                <a:latin typeface="+mn-lt"/>
                <a:ea typeface="+mn-ea"/>
                <a:cs typeface="+mn-ea"/>
                <a:sym typeface="+mn-lt"/>
              </a:rPr>
              <a:t>17</a:t>
            </a:r>
          </a:p>
          <a:p>
            <a:pPr>
              <a:lnSpc>
                <a:spcPct val="140000"/>
              </a:lnSpc>
              <a:defRPr/>
            </a:pPr>
            <a:r>
              <a:rPr lang="en-US" altLang="zh-CN" sz="2800" i="1" dirty="0">
                <a:latin typeface="+mn-lt"/>
                <a:ea typeface="+mn-ea"/>
                <a:cs typeface="+mn-ea"/>
                <a:sym typeface="+mn-lt"/>
              </a:rPr>
              <a:t>B</a:t>
            </a:r>
            <a:r>
              <a:rPr lang="en-US" altLang="zh-CN" sz="2800" baseline="-30000" dirty="0">
                <a:latin typeface="+mn-lt"/>
                <a:ea typeface="+mn-ea"/>
                <a:cs typeface="+mn-ea"/>
                <a:sym typeface="+mn-lt"/>
              </a:rPr>
              <a:t>8</a:t>
            </a:r>
            <a:r>
              <a:rPr lang="en-US" altLang="zh-CN" sz="2800" dirty="0">
                <a:latin typeface="+mn-lt"/>
                <a:ea typeface="+mn-ea"/>
                <a:cs typeface="+mn-ea"/>
                <a:sym typeface="+mn-lt"/>
              </a:rPr>
              <a:t>(</a:t>
            </a:r>
            <a:r>
              <a:rPr lang="en-US" altLang="zh-CN" sz="2800" i="1" dirty="0">
                <a:latin typeface="+mn-lt"/>
                <a:ea typeface="+mn-ea"/>
                <a:cs typeface="+mn-ea"/>
                <a:sym typeface="+mn-lt"/>
              </a:rPr>
              <a:t>x</a:t>
            </a:r>
            <a:r>
              <a:rPr lang="en-US" altLang="zh-CN" sz="2800" dirty="0">
                <a:latin typeface="+mn-lt"/>
                <a:ea typeface="+mn-ea"/>
                <a:cs typeface="+mn-ea"/>
                <a:sym typeface="+mn-lt"/>
              </a:rPr>
              <a:t>) = 8</a:t>
            </a:r>
            <a:r>
              <a:rPr lang="en-US" altLang="zh-CN" sz="2800" i="1" dirty="0">
                <a:latin typeface="+mn-lt"/>
                <a:ea typeface="+mn-ea"/>
                <a:cs typeface="+mn-ea"/>
                <a:sym typeface="+mn-lt"/>
              </a:rPr>
              <a:t>x</a:t>
            </a:r>
            <a:r>
              <a:rPr lang="en-US" altLang="zh-CN" sz="2800" dirty="0">
                <a:latin typeface="+mn-lt"/>
                <a:ea typeface="+mn-ea"/>
                <a:cs typeface="+mn-ea"/>
                <a:sym typeface="+mn-lt"/>
              </a:rPr>
              <a:t> + 22</a:t>
            </a:r>
            <a:r>
              <a:rPr lang="en-US" altLang="zh-CN" sz="2800" i="1" dirty="0">
                <a:latin typeface="+mn-lt"/>
                <a:ea typeface="+mn-ea"/>
                <a:cs typeface="+mn-ea"/>
                <a:sym typeface="+mn-lt"/>
              </a:rPr>
              <a:t>x</a:t>
            </a:r>
            <a:r>
              <a:rPr lang="en-US" altLang="zh-CN" sz="2800" baseline="30000" dirty="0">
                <a:latin typeface="+mn-lt"/>
                <a:ea typeface="+mn-ea"/>
                <a:cs typeface="+mn-ea"/>
                <a:sym typeface="+mn-lt"/>
              </a:rPr>
              <a:t>7</a:t>
            </a:r>
            <a:r>
              <a:rPr lang="en-US" altLang="zh-CN" sz="2800" dirty="0">
                <a:latin typeface="+mn-lt"/>
                <a:ea typeface="+mn-ea"/>
                <a:cs typeface="+mn-ea"/>
                <a:sym typeface="+mn-lt"/>
              </a:rPr>
              <a:t> − 9</a:t>
            </a:r>
            <a:r>
              <a:rPr lang="en-US" altLang="zh-CN" sz="2800" i="1" dirty="0">
                <a:latin typeface="+mn-lt"/>
                <a:ea typeface="+mn-ea"/>
                <a:cs typeface="+mn-ea"/>
                <a:sym typeface="+mn-lt"/>
              </a:rPr>
              <a:t>x</a:t>
            </a:r>
            <a:r>
              <a:rPr lang="en-US" altLang="zh-CN" sz="2800" baseline="30000" dirty="0">
                <a:latin typeface="+mn-lt"/>
                <a:ea typeface="+mn-ea"/>
                <a:cs typeface="+mn-ea"/>
                <a:sym typeface="+mn-lt"/>
              </a:rPr>
              <a:t>8</a:t>
            </a:r>
            <a:endParaRPr lang="en-US" altLang="zh-CN" sz="2800" dirty="0">
              <a:latin typeface="+mn-lt"/>
              <a:ea typeface="+mn-ea"/>
              <a:cs typeface="+mn-ea"/>
              <a:sym typeface="+mn-lt"/>
            </a:endParaRPr>
          </a:p>
        </p:txBody>
      </p:sp>
      <p:pic>
        <p:nvPicPr>
          <p:cNvPr id="185349" name="Picture 7" descr="0217">
            <a:extLst>
              <a:ext uri="{FF2B5EF4-FFF2-40B4-BE49-F238E27FC236}">
                <a16:creationId xmlns:a16="http://schemas.microsoft.com/office/drawing/2014/main" id="{18473BBD-52F7-7741-AA23-8F1D51B130E3}"/>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861" t="-8134" r="-1248" b="-6258"/>
          <a:stretch>
            <a:fillRect/>
          </a:stretch>
        </p:blipFill>
        <p:spPr bwMode="auto">
          <a:xfrm>
            <a:off x="1001713" y="2747963"/>
            <a:ext cx="6910387" cy="127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 name="Group 12">
            <a:extLst>
              <a:ext uri="{FF2B5EF4-FFF2-40B4-BE49-F238E27FC236}">
                <a16:creationId xmlns:a16="http://schemas.microsoft.com/office/drawing/2014/main" id="{C532EB5E-2FC8-4242-BC6E-BD85DAE2F6BA}"/>
              </a:ext>
            </a:extLst>
          </p:cNvPr>
          <p:cNvGrpSpPr>
            <a:grpSpLocks/>
          </p:cNvGrpSpPr>
          <p:nvPr/>
        </p:nvGrpSpPr>
        <p:grpSpPr bwMode="auto">
          <a:xfrm>
            <a:off x="1085850" y="4233863"/>
            <a:ext cx="6624638" cy="2066925"/>
            <a:chOff x="481" y="2645"/>
            <a:chExt cx="4173" cy="1302"/>
          </a:xfrm>
        </p:grpSpPr>
        <p:pic>
          <p:nvPicPr>
            <p:cNvPr id="3" name="Picture 10" descr="34">
              <a:extLst>
                <a:ext uri="{FF2B5EF4-FFF2-40B4-BE49-F238E27FC236}">
                  <a16:creationId xmlns:a16="http://schemas.microsoft.com/office/drawing/2014/main" id="{CBC836D9-EA3A-4F2C-A27A-E1600E952756}"/>
                </a:ext>
              </a:extLst>
            </p:cNvPr>
            <p:cNvPicPr>
              <a:picLocks noChangeAspect="1" noChangeArrowheads="1"/>
            </p:cNvPicPr>
            <p:nvPr/>
          </p:nvPicPr>
          <p:blipFill>
            <a:blip r:embed="rId3" cstate="print">
              <a:clrChange>
                <a:clrFrom>
                  <a:srgbClr val="FFFFFF"/>
                </a:clrFrom>
                <a:clrTo>
                  <a:srgbClr val="FFFFFF">
                    <a:alpha val="0"/>
                  </a:srgbClr>
                </a:clrTo>
              </a:clrChange>
              <a:duotone>
                <a:prstClr val="black"/>
                <a:srgbClr val="E2D9EB">
                  <a:tint val="45000"/>
                  <a:satMod val="400000"/>
                </a:srgbClr>
              </a:duotone>
              <a:extLst>
                <a:ext uri="{28A0092B-C50C-407E-A947-70E740481C1C}">
                  <a14:useLocalDpi xmlns:a14="http://schemas.microsoft.com/office/drawing/2010/main" val="0"/>
                </a:ext>
              </a:extLst>
            </a:blip>
            <a:srcRect t="-8850" r="-740" b="-7112"/>
            <a:stretch>
              <a:fillRect/>
            </a:stretch>
          </p:blipFill>
          <p:spPr bwMode="auto">
            <a:xfrm>
              <a:off x="481" y="3071"/>
              <a:ext cx="4173" cy="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7158" name="AutoShape 11">
              <a:extLst>
                <a:ext uri="{FF2B5EF4-FFF2-40B4-BE49-F238E27FC236}">
                  <a16:creationId xmlns:a16="http://schemas.microsoft.com/office/drawing/2014/main" id="{FAFD6CF7-17B7-492D-97ED-560227DFAB96}"/>
                </a:ext>
              </a:extLst>
            </p:cNvPr>
            <p:cNvSpPr>
              <a:spLocks noChangeArrowheads="1"/>
            </p:cNvSpPr>
            <p:nvPr/>
          </p:nvSpPr>
          <p:spPr bwMode="auto">
            <a:xfrm>
              <a:off x="2259" y="2645"/>
              <a:ext cx="181" cy="343"/>
            </a:xfrm>
            <a:prstGeom prst="downArrow">
              <a:avLst>
                <a:gd name="adj1" fmla="val 50000"/>
                <a:gd name="adj2" fmla="val 40600"/>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7" name="Rectangle 2">
            <a:extLst>
              <a:ext uri="{FF2B5EF4-FFF2-40B4-BE49-F238E27FC236}">
                <a16:creationId xmlns:a16="http://schemas.microsoft.com/office/drawing/2014/main" id="{0CF346A6-550F-4A4D-8B92-0ED9CBDA2329}"/>
              </a:ext>
            </a:extLst>
          </p:cNvPr>
          <p:cNvSpPr>
            <a:spLocks noGrp="1" noChangeArrowheads="1"/>
          </p:cNvSpPr>
          <p:nvPr>
            <p:ph type="title"/>
          </p:nvPr>
        </p:nvSpPr>
        <p:spPr>
          <a:xfrm>
            <a:off x="787400" y="177800"/>
            <a:ext cx="7315200" cy="601663"/>
          </a:xfrm>
        </p:spPr>
        <p:txBody>
          <a:bodyPr/>
          <a:lstStyle/>
          <a:p>
            <a:r>
              <a:rPr lang="zh-CN" altLang="en-US">
                <a:sym typeface="+mn-lt"/>
              </a:rPr>
              <a:t>多项式相加</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矩形 3">
            <a:extLst>
              <a:ext uri="{FF2B5EF4-FFF2-40B4-BE49-F238E27FC236}">
                <a16:creationId xmlns:a16="http://schemas.microsoft.com/office/drawing/2014/main" id="{EBF799E2-07F4-8142-A080-E1A4A37A4708}"/>
              </a:ext>
            </a:extLst>
          </p:cNvPr>
          <p:cNvSpPr>
            <a:spLocks noChangeArrowheads="1"/>
          </p:cNvSpPr>
          <p:nvPr/>
        </p:nvSpPr>
        <p:spPr bwMode="auto">
          <a:xfrm>
            <a:off x="-7938" y="2636838"/>
            <a:ext cx="9144001" cy="3240087"/>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78178" name="Text Box 5">
            <a:extLst>
              <a:ext uri="{FF2B5EF4-FFF2-40B4-BE49-F238E27FC236}">
                <a16:creationId xmlns:a16="http://schemas.microsoft.com/office/drawing/2014/main" id="{4A1ADC6A-5B11-4D0E-8825-30C1D824A82D}"/>
              </a:ext>
            </a:extLst>
          </p:cNvPr>
          <p:cNvSpPr txBox="1">
            <a:spLocks noChangeArrowheads="1"/>
          </p:cNvSpPr>
          <p:nvPr/>
        </p:nvSpPr>
        <p:spPr bwMode="auto">
          <a:xfrm>
            <a:off x="258763" y="800100"/>
            <a:ext cx="8718550" cy="6288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800100" indent="-34290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5000"/>
              </a:lnSpc>
            </a:pPr>
            <a:r>
              <a:rPr lang="zh-CN" altLang="en-US">
                <a:solidFill>
                  <a:srgbClr val="9476B6"/>
                </a:solidFill>
                <a:sym typeface="+mn-lt"/>
              </a:rPr>
              <a:t>①</a:t>
            </a:r>
            <a:r>
              <a:rPr lang="zh-CN" altLang="en-US">
                <a:sym typeface="+mn-lt"/>
              </a:rPr>
              <a:t> 指针</a:t>
            </a:r>
            <a:r>
              <a:rPr lang="en-US" altLang="zh-CN">
                <a:sym typeface="+mn-lt"/>
              </a:rPr>
              <a:t>p1</a:t>
            </a:r>
            <a:r>
              <a:rPr lang="zh-CN" altLang="en-US">
                <a:sym typeface="+mn-lt"/>
              </a:rPr>
              <a:t>和</a:t>
            </a:r>
            <a:r>
              <a:rPr lang="en-US" altLang="zh-CN">
                <a:sym typeface="+mn-lt"/>
              </a:rPr>
              <a:t>p2</a:t>
            </a:r>
            <a:r>
              <a:rPr lang="zh-CN" altLang="en-US">
                <a:sym typeface="+mn-lt"/>
              </a:rPr>
              <a:t>初始化，分别指向</a:t>
            </a:r>
            <a:r>
              <a:rPr lang="en-US" altLang="zh-CN">
                <a:sym typeface="+mn-lt"/>
              </a:rPr>
              <a:t>Pa</a:t>
            </a:r>
            <a:r>
              <a:rPr lang="zh-CN" altLang="en-US">
                <a:sym typeface="+mn-lt"/>
              </a:rPr>
              <a:t>和</a:t>
            </a:r>
            <a:r>
              <a:rPr lang="en-US" altLang="zh-CN">
                <a:sym typeface="+mn-lt"/>
              </a:rPr>
              <a:t>Pb</a:t>
            </a:r>
            <a:r>
              <a:rPr lang="zh-CN" altLang="en-US">
                <a:sym typeface="+mn-lt"/>
              </a:rPr>
              <a:t>的首元结点。</a:t>
            </a:r>
          </a:p>
          <a:p>
            <a:pPr eaLnBrk="1" hangingPunct="1">
              <a:lnSpc>
                <a:spcPct val="125000"/>
              </a:lnSpc>
            </a:pPr>
            <a:r>
              <a:rPr lang="zh-CN" altLang="en-US">
                <a:solidFill>
                  <a:srgbClr val="9476B6"/>
                </a:solidFill>
                <a:sym typeface="+mn-lt"/>
              </a:rPr>
              <a:t>②</a:t>
            </a:r>
            <a:r>
              <a:rPr lang="en-US" altLang="zh-CN">
                <a:solidFill>
                  <a:srgbClr val="9476B6"/>
                </a:solidFill>
                <a:sym typeface="+mn-lt"/>
              </a:rPr>
              <a:t> </a:t>
            </a:r>
            <a:r>
              <a:rPr lang="en-US" altLang="zh-CN">
                <a:sym typeface="+mn-lt"/>
              </a:rPr>
              <a:t>p3</a:t>
            </a:r>
            <a:r>
              <a:rPr lang="zh-CN" altLang="en-US">
                <a:sym typeface="+mn-lt"/>
              </a:rPr>
              <a:t>指向和多项式的当前结点，初值为</a:t>
            </a:r>
            <a:r>
              <a:rPr lang="en-US" altLang="zh-CN">
                <a:sym typeface="+mn-lt"/>
              </a:rPr>
              <a:t>Pa</a:t>
            </a:r>
            <a:r>
              <a:rPr lang="zh-CN" altLang="en-US">
                <a:sym typeface="+mn-lt"/>
              </a:rPr>
              <a:t>的头结点。</a:t>
            </a:r>
          </a:p>
          <a:p>
            <a:pPr eaLnBrk="1" hangingPunct="1">
              <a:lnSpc>
                <a:spcPct val="125000"/>
              </a:lnSpc>
            </a:pPr>
            <a:r>
              <a:rPr lang="zh-CN" altLang="en-US">
                <a:solidFill>
                  <a:srgbClr val="9476B6"/>
                </a:solidFill>
                <a:sym typeface="+mn-lt"/>
              </a:rPr>
              <a:t>③</a:t>
            </a:r>
            <a:r>
              <a:rPr lang="en-US" altLang="zh-CN">
                <a:sym typeface="+mn-lt"/>
              </a:rPr>
              <a:t> </a:t>
            </a:r>
            <a:r>
              <a:rPr lang="zh-CN" altLang="en-US">
                <a:sym typeface="+mn-lt"/>
              </a:rPr>
              <a:t>当指针</a:t>
            </a:r>
            <a:r>
              <a:rPr lang="en-US" altLang="zh-CN">
                <a:sym typeface="+mn-lt"/>
              </a:rPr>
              <a:t>p1</a:t>
            </a:r>
            <a:r>
              <a:rPr lang="zh-CN" altLang="en-US">
                <a:sym typeface="+mn-lt"/>
              </a:rPr>
              <a:t>和</a:t>
            </a:r>
            <a:r>
              <a:rPr lang="en-US" altLang="zh-CN">
                <a:sym typeface="+mn-lt"/>
              </a:rPr>
              <a:t>p2</a:t>
            </a:r>
            <a:r>
              <a:rPr lang="zh-CN" altLang="en-US">
                <a:sym typeface="+mn-lt"/>
              </a:rPr>
              <a:t>均未到达相应表尾时，则循环比较</a:t>
            </a:r>
            <a:r>
              <a:rPr lang="en-US" altLang="zh-CN">
                <a:sym typeface="+mn-lt"/>
              </a:rPr>
              <a:t>p1</a:t>
            </a:r>
            <a:r>
              <a:rPr lang="zh-CN" altLang="en-US">
                <a:sym typeface="+mn-lt"/>
              </a:rPr>
              <a:t>和</a:t>
            </a:r>
            <a:r>
              <a:rPr lang="en-US" altLang="zh-CN">
                <a:sym typeface="+mn-lt"/>
              </a:rPr>
              <a:t>p2</a:t>
            </a:r>
            <a:r>
              <a:rPr lang="zh-CN" altLang="en-US">
                <a:sym typeface="+mn-lt"/>
              </a:rPr>
              <a:t>所指</a:t>
            </a:r>
            <a:br>
              <a:rPr lang="en-US" altLang="zh-CN">
                <a:sym typeface="+mn-lt"/>
              </a:rPr>
            </a:br>
            <a:r>
              <a:rPr lang="en-US" altLang="zh-CN">
                <a:sym typeface="+mn-lt"/>
              </a:rPr>
              <a:t>     </a:t>
            </a:r>
            <a:r>
              <a:rPr lang="zh-CN" altLang="en-US">
                <a:sym typeface="+mn-lt"/>
              </a:rPr>
              <a:t>结点对应的指数值（</a:t>
            </a:r>
            <a:r>
              <a:rPr lang="en-US" altLang="zh-CN">
                <a:sym typeface="+mn-lt"/>
              </a:rPr>
              <a:t>p1-&gt;expn</a:t>
            </a:r>
            <a:r>
              <a:rPr lang="zh-CN" altLang="en-US">
                <a:sym typeface="+mn-lt"/>
              </a:rPr>
              <a:t>与</a:t>
            </a:r>
            <a:r>
              <a:rPr lang="en-US" altLang="zh-CN">
                <a:sym typeface="+mn-lt"/>
              </a:rPr>
              <a:t>p2-&gt;expn</a:t>
            </a:r>
            <a:r>
              <a:rPr lang="zh-CN" altLang="en-US">
                <a:sym typeface="+mn-lt"/>
              </a:rPr>
              <a:t>），有下列</a:t>
            </a:r>
            <a:r>
              <a:rPr lang="en-US" altLang="zh-CN">
                <a:sym typeface="+mn-lt"/>
              </a:rPr>
              <a:t>3</a:t>
            </a:r>
            <a:r>
              <a:rPr lang="zh-CN" altLang="en-US">
                <a:sym typeface="+mn-lt"/>
              </a:rPr>
              <a:t>种情况：</a:t>
            </a:r>
          </a:p>
          <a:p>
            <a:pPr lvl="1" eaLnBrk="1" hangingPunct="1">
              <a:lnSpc>
                <a:spcPct val="125000"/>
              </a:lnSpc>
              <a:spcBef>
                <a:spcPct val="0"/>
              </a:spcBef>
              <a:buClr>
                <a:srgbClr val="FF0000"/>
              </a:buClr>
              <a:buFont typeface="Wingdings" pitchFamily="2" charset="2"/>
              <a:buChar char="ü"/>
            </a:pPr>
            <a:r>
              <a:rPr lang="zh-CN" altLang="en-US" sz="2400">
                <a:solidFill>
                  <a:srgbClr val="4B4B4B"/>
                </a:solidFill>
                <a:sym typeface="+mn-lt"/>
              </a:rPr>
              <a:t>当</a:t>
            </a:r>
            <a:r>
              <a:rPr lang="en-US" altLang="zh-CN" sz="2400">
                <a:solidFill>
                  <a:srgbClr val="4B4B4B"/>
                </a:solidFill>
                <a:sym typeface="+mn-lt"/>
              </a:rPr>
              <a:t>p1-&gt;expn</a:t>
            </a:r>
            <a:r>
              <a:rPr lang="zh-CN" altLang="en-US" sz="2400">
                <a:solidFill>
                  <a:srgbClr val="4B4B4B"/>
                </a:solidFill>
                <a:sym typeface="+mn-lt"/>
              </a:rPr>
              <a:t>等于</a:t>
            </a:r>
            <a:r>
              <a:rPr lang="en-US" altLang="zh-CN" sz="2400">
                <a:solidFill>
                  <a:srgbClr val="4B4B4B"/>
                </a:solidFill>
                <a:sym typeface="+mn-lt"/>
              </a:rPr>
              <a:t>p2-&gt;expn</a:t>
            </a:r>
            <a:r>
              <a:rPr lang="zh-CN" altLang="en-US" sz="2400">
                <a:solidFill>
                  <a:srgbClr val="4B4B4B"/>
                </a:solidFill>
                <a:sym typeface="+mn-lt"/>
              </a:rPr>
              <a:t>时，则将两个结点中的系数相加，若和不为零，则修改</a:t>
            </a:r>
            <a:r>
              <a:rPr lang="en-US" altLang="zh-CN" sz="2400">
                <a:solidFill>
                  <a:srgbClr val="4B4B4B"/>
                </a:solidFill>
                <a:sym typeface="+mn-lt"/>
              </a:rPr>
              <a:t>p1</a:t>
            </a:r>
            <a:r>
              <a:rPr lang="zh-CN" altLang="en-US" sz="2400">
                <a:solidFill>
                  <a:srgbClr val="4B4B4B"/>
                </a:solidFill>
                <a:sym typeface="+mn-lt"/>
              </a:rPr>
              <a:t>所指结点的系数值，同时删除</a:t>
            </a:r>
            <a:r>
              <a:rPr lang="en-US" altLang="zh-CN" sz="2400">
                <a:solidFill>
                  <a:srgbClr val="4B4B4B"/>
                </a:solidFill>
                <a:sym typeface="+mn-lt"/>
              </a:rPr>
              <a:t>p2</a:t>
            </a:r>
            <a:r>
              <a:rPr lang="zh-CN" altLang="en-US" sz="2400">
                <a:solidFill>
                  <a:srgbClr val="4B4B4B"/>
                </a:solidFill>
                <a:sym typeface="+mn-lt"/>
              </a:rPr>
              <a:t>所指结点，若和为零，则删除</a:t>
            </a:r>
            <a:r>
              <a:rPr lang="en-US" altLang="zh-CN" sz="2400">
                <a:solidFill>
                  <a:srgbClr val="4B4B4B"/>
                </a:solidFill>
                <a:sym typeface="+mn-lt"/>
              </a:rPr>
              <a:t>p1</a:t>
            </a:r>
            <a:r>
              <a:rPr lang="zh-CN" altLang="en-US" sz="2400">
                <a:solidFill>
                  <a:srgbClr val="4B4B4B"/>
                </a:solidFill>
                <a:sym typeface="+mn-lt"/>
              </a:rPr>
              <a:t>和</a:t>
            </a:r>
            <a:r>
              <a:rPr lang="en-US" altLang="zh-CN" sz="2400">
                <a:solidFill>
                  <a:srgbClr val="4B4B4B"/>
                </a:solidFill>
                <a:sym typeface="+mn-lt"/>
              </a:rPr>
              <a:t>p2</a:t>
            </a:r>
            <a:r>
              <a:rPr lang="zh-CN" altLang="en-US" sz="2400">
                <a:solidFill>
                  <a:srgbClr val="4B4B4B"/>
                </a:solidFill>
                <a:sym typeface="+mn-lt"/>
              </a:rPr>
              <a:t>所指结点；</a:t>
            </a:r>
          </a:p>
          <a:p>
            <a:pPr lvl="1" eaLnBrk="1" hangingPunct="1">
              <a:lnSpc>
                <a:spcPct val="125000"/>
              </a:lnSpc>
              <a:spcBef>
                <a:spcPct val="0"/>
              </a:spcBef>
              <a:buClr>
                <a:srgbClr val="FF0000"/>
              </a:buClr>
              <a:buFont typeface="Wingdings" pitchFamily="2" charset="2"/>
              <a:buChar char="ü"/>
            </a:pPr>
            <a:r>
              <a:rPr lang="zh-CN" altLang="en-US" sz="2400">
                <a:solidFill>
                  <a:srgbClr val="4B4B4B"/>
                </a:solidFill>
                <a:sym typeface="+mn-lt"/>
              </a:rPr>
              <a:t>当</a:t>
            </a:r>
            <a:r>
              <a:rPr lang="en-US" altLang="zh-CN" sz="2400">
                <a:solidFill>
                  <a:srgbClr val="4B4B4B"/>
                </a:solidFill>
                <a:sym typeface="+mn-lt"/>
              </a:rPr>
              <a:t>p1-&gt;expn</a:t>
            </a:r>
            <a:r>
              <a:rPr lang="zh-CN" altLang="en-US" sz="2400">
                <a:solidFill>
                  <a:srgbClr val="4B4B4B"/>
                </a:solidFill>
                <a:sym typeface="+mn-lt"/>
              </a:rPr>
              <a:t>小于</a:t>
            </a:r>
            <a:r>
              <a:rPr lang="en-US" altLang="zh-CN" sz="2400">
                <a:solidFill>
                  <a:srgbClr val="4B4B4B"/>
                </a:solidFill>
                <a:sym typeface="+mn-lt"/>
              </a:rPr>
              <a:t>p2-&gt;expn</a:t>
            </a:r>
            <a:r>
              <a:rPr lang="zh-CN" altLang="en-US" sz="2400">
                <a:solidFill>
                  <a:srgbClr val="4B4B4B"/>
                </a:solidFill>
                <a:sym typeface="+mn-lt"/>
              </a:rPr>
              <a:t>时，则应摘取</a:t>
            </a:r>
            <a:r>
              <a:rPr lang="en-US" altLang="zh-CN" sz="2400">
                <a:solidFill>
                  <a:srgbClr val="4B4B4B"/>
                </a:solidFill>
                <a:sym typeface="+mn-lt"/>
              </a:rPr>
              <a:t>p1</a:t>
            </a:r>
            <a:r>
              <a:rPr lang="zh-CN" altLang="en-US" sz="2400">
                <a:solidFill>
                  <a:srgbClr val="4B4B4B"/>
                </a:solidFill>
                <a:sym typeface="+mn-lt"/>
              </a:rPr>
              <a:t>所指结点插入到“和多项式”链表中去；</a:t>
            </a:r>
          </a:p>
          <a:p>
            <a:pPr lvl="1" eaLnBrk="1" hangingPunct="1">
              <a:lnSpc>
                <a:spcPct val="125000"/>
              </a:lnSpc>
              <a:spcBef>
                <a:spcPct val="0"/>
              </a:spcBef>
              <a:buClr>
                <a:srgbClr val="FF0000"/>
              </a:buClr>
              <a:buFont typeface="Wingdings" pitchFamily="2" charset="2"/>
              <a:buChar char="ü"/>
            </a:pPr>
            <a:r>
              <a:rPr lang="zh-CN" altLang="en-US" sz="2400">
                <a:solidFill>
                  <a:srgbClr val="4B4B4B"/>
                </a:solidFill>
                <a:sym typeface="+mn-lt"/>
              </a:rPr>
              <a:t>当</a:t>
            </a:r>
            <a:r>
              <a:rPr lang="en-US" altLang="zh-CN" sz="2400">
                <a:solidFill>
                  <a:srgbClr val="4B4B4B"/>
                </a:solidFill>
                <a:sym typeface="+mn-lt"/>
              </a:rPr>
              <a:t>p1-&gt;expn</a:t>
            </a:r>
            <a:r>
              <a:rPr lang="zh-CN" altLang="en-US" sz="2400">
                <a:solidFill>
                  <a:srgbClr val="4B4B4B"/>
                </a:solidFill>
                <a:sym typeface="+mn-lt"/>
              </a:rPr>
              <a:t>大于</a:t>
            </a:r>
            <a:r>
              <a:rPr lang="en-US" altLang="zh-CN" sz="2400">
                <a:solidFill>
                  <a:srgbClr val="4B4B4B"/>
                </a:solidFill>
                <a:sym typeface="+mn-lt"/>
              </a:rPr>
              <a:t>p2-&gt;expn</a:t>
            </a:r>
            <a:r>
              <a:rPr lang="zh-CN" altLang="en-US" sz="2400">
                <a:solidFill>
                  <a:srgbClr val="4B4B4B"/>
                </a:solidFill>
                <a:sym typeface="+mn-lt"/>
              </a:rPr>
              <a:t>时，则应摘取</a:t>
            </a:r>
            <a:r>
              <a:rPr lang="en-US" altLang="zh-CN" sz="2400">
                <a:solidFill>
                  <a:srgbClr val="4B4B4B"/>
                </a:solidFill>
                <a:sym typeface="+mn-lt"/>
              </a:rPr>
              <a:t>p2</a:t>
            </a:r>
            <a:r>
              <a:rPr lang="zh-CN" altLang="en-US" sz="2400">
                <a:solidFill>
                  <a:srgbClr val="4B4B4B"/>
                </a:solidFill>
                <a:sym typeface="+mn-lt"/>
              </a:rPr>
              <a:t>所指结点插入到“和多项式”链表中去。</a:t>
            </a:r>
          </a:p>
          <a:p>
            <a:pPr eaLnBrk="1" hangingPunct="1">
              <a:lnSpc>
                <a:spcPct val="125000"/>
              </a:lnSpc>
            </a:pPr>
            <a:r>
              <a:rPr lang="zh-CN" altLang="en-US">
                <a:solidFill>
                  <a:srgbClr val="9476B6"/>
                </a:solidFill>
                <a:sym typeface="+mn-lt"/>
              </a:rPr>
              <a:t>④</a:t>
            </a:r>
            <a:r>
              <a:rPr lang="en-US" altLang="zh-CN">
                <a:sym typeface="+mn-lt"/>
              </a:rPr>
              <a:t> </a:t>
            </a:r>
            <a:r>
              <a:rPr lang="zh-CN" altLang="en-US">
                <a:sym typeface="+mn-lt"/>
              </a:rPr>
              <a:t>将非空多项式的剩余段插入到</a:t>
            </a:r>
            <a:r>
              <a:rPr lang="en-US" altLang="zh-CN">
                <a:sym typeface="+mn-lt"/>
              </a:rPr>
              <a:t>p3</a:t>
            </a:r>
            <a:r>
              <a:rPr lang="zh-CN" altLang="en-US">
                <a:sym typeface="+mn-lt"/>
              </a:rPr>
              <a:t>所指结点之后。</a:t>
            </a:r>
          </a:p>
          <a:p>
            <a:pPr eaLnBrk="1" hangingPunct="1">
              <a:lnSpc>
                <a:spcPct val="125000"/>
              </a:lnSpc>
            </a:pPr>
            <a:r>
              <a:rPr lang="zh-CN" altLang="en-US">
                <a:solidFill>
                  <a:srgbClr val="9476B6"/>
                </a:solidFill>
                <a:sym typeface="+mn-lt"/>
              </a:rPr>
              <a:t>⑤</a:t>
            </a:r>
            <a:r>
              <a:rPr lang="en-US" altLang="zh-CN">
                <a:sym typeface="+mn-lt"/>
              </a:rPr>
              <a:t> </a:t>
            </a:r>
            <a:r>
              <a:rPr lang="zh-CN" altLang="en-US">
                <a:sym typeface="+mn-lt"/>
              </a:rPr>
              <a:t>释放</a:t>
            </a:r>
            <a:r>
              <a:rPr lang="en-US" altLang="zh-CN">
                <a:sym typeface="+mn-lt"/>
              </a:rPr>
              <a:t>Pb</a:t>
            </a:r>
            <a:r>
              <a:rPr lang="zh-CN" altLang="en-US">
                <a:sym typeface="+mn-lt"/>
              </a:rPr>
              <a:t>的头结点。</a:t>
            </a:r>
          </a:p>
        </p:txBody>
      </p:sp>
      <p:sp>
        <p:nvSpPr>
          <p:cNvPr id="178179" name="Rectangle 8">
            <a:extLst>
              <a:ext uri="{FF2B5EF4-FFF2-40B4-BE49-F238E27FC236}">
                <a16:creationId xmlns:a16="http://schemas.microsoft.com/office/drawing/2014/main" id="{FEC8DB7B-AFB3-4648-97FF-6820FF10672E}"/>
              </a:ext>
            </a:extLst>
          </p:cNvPr>
          <p:cNvSpPr>
            <a:spLocks noChangeArrowheads="1"/>
          </p:cNvSpPr>
          <p:nvPr/>
        </p:nvSpPr>
        <p:spPr bwMode="auto">
          <a:xfrm>
            <a:off x="827088" y="158750"/>
            <a:ext cx="7210425" cy="60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多项式相加</a:t>
            </a:r>
            <a:r>
              <a:rPr lang="en-US" altLang="zh-CN">
                <a:solidFill>
                  <a:schemeClr val="bg1"/>
                </a:solidFill>
                <a:ea typeface="微软雅黑" panose="020B0503020204020204" pitchFamily="34" charset="-122"/>
                <a:sym typeface="+mn-lt"/>
              </a:rPr>
              <a:t>---【</a:t>
            </a:r>
            <a:r>
              <a:rPr lang="zh-CN" altLang="en-US">
                <a:solidFill>
                  <a:schemeClr val="bg1"/>
                </a:solidFill>
                <a:ea typeface="微软雅黑" panose="020B0503020204020204" pitchFamily="34" charset="-122"/>
                <a:sym typeface="+mn-lt"/>
              </a:rPr>
              <a:t>算法步骤</a:t>
            </a:r>
            <a:r>
              <a:rPr lang="en-US" altLang="zh-CN">
                <a:solidFill>
                  <a:schemeClr val="bg1"/>
                </a:solidFill>
                <a:ea typeface="微软雅黑" panose="020B0503020204020204" pitchFamily="34" charset="-122"/>
                <a:sym typeface="+mn-lt"/>
              </a:rPr>
              <a:t>】</a:t>
            </a: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7394" name="Rectangle 154">
            <a:extLst>
              <a:ext uri="{FF2B5EF4-FFF2-40B4-BE49-F238E27FC236}">
                <a16:creationId xmlns:a16="http://schemas.microsoft.com/office/drawing/2014/main" id="{1305F503-69A0-5B44-AEDE-F90E45C14117}"/>
              </a:ext>
            </a:extLst>
          </p:cNvPr>
          <p:cNvSpPr txBox="1">
            <a:spLocks noChangeArrowheads="1"/>
          </p:cNvSpPr>
          <p:nvPr/>
        </p:nvSpPr>
        <p:spPr bwMode="auto">
          <a:xfrm>
            <a:off x="827088" y="157163"/>
            <a:ext cx="49339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2.3 </a:t>
            </a:r>
            <a:r>
              <a:rPr lang="zh-CN" altLang="en-US" sz="2800">
                <a:solidFill>
                  <a:schemeClr val="bg1"/>
                </a:solidFill>
                <a:sym typeface="+mn-lt"/>
              </a:rPr>
              <a:t>：图书信息管理系统</a:t>
            </a:r>
          </a:p>
        </p:txBody>
      </p:sp>
      <p:pic>
        <p:nvPicPr>
          <p:cNvPr id="187395" name="Picture 1" descr="2UD0Y{DZT1C_VAP(LNSYLGW">
            <a:extLst>
              <a:ext uri="{FF2B5EF4-FFF2-40B4-BE49-F238E27FC236}">
                <a16:creationId xmlns:a16="http://schemas.microsoft.com/office/drawing/2014/main" id="{BCA736D6-D7B2-234A-91DE-EBD9926775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413" y="1330325"/>
            <a:ext cx="5889625" cy="4878388"/>
          </a:xfrm>
          <a:prstGeom prst="rect">
            <a:avLst/>
          </a:prstGeom>
          <a:noFill/>
          <a:ln w="9525">
            <a:solidFill>
              <a:srgbClr val="36A6EC"/>
            </a:solidFill>
            <a:miter lim="800000"/>
            <a:headEnd/>
            <a:tailEnd/>
          </a:ln>
          <a:extLst>
            <a:ext uri="{909E8E84-426E-40DD-AFC4-6F175D3DCCD1}">
              <a14:hiddenFill xmlns:a14="http://schemas.microsoft.com/office/drawing/2010/main">
                <a:solidFill>
                  <a:srgbClr val="FFFFFF"/>
                </a:solidFill>
              </a14:hiddenFill>
            </a:ext>
          </a:extLst>
        </p:spPr>
      </p:pic>
      <p:sp>
        <p:nvSpPr>
          <p:cNvPr id="179204" name="云形标注 6">
            <a:extLst>
              <a:ext uri="{FF2B5EF4-FFF2-40B4-BE49-F238E27FC236}">
                <a16:creationId xmlns:a16="http://schemas.microsoft.com/office/drawing/2014/main" id="{DF43B11E-F134-41C2-8769-1DD8D7BE35DF}"/>
              </a:ext>
            </a:extLst>
          </p:cNvPr>
          <p:cNvSpPr>
            <a:spLocks noChangeArrowheads="1"/>
          </p:cNvSpPr>
          <p:nvPr/>
        </p:nvSpPr>
        <p:spPr bwMode="auto">
          <a:xfrm>
            <a:off x="6211888" y="1330325"/>
            <a:ext cx="2852737" cy="2143125"/>
          </a:xfrm>
          <a:prstGeom prst="roundRect">
            <a:avLst>
              <a:gd name="adj" fmla="val 10728"/>
            </a:avLst>
          </a:prstGeom>
          <a:solidFill>
            <a:srgbClr val="B8D4EC"/>
          </a:solidFill>
          <a:ln>
            <a:noFill/>
          </a:ln>
        </p:spPr>
        <p:txBody>
          <a:bodyPr anchor="ct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sz="2800">
                <a:sym typeface="+mn-lt"/>
              </a:rPr>
              <a:t>实验</a:t>
            </a:r>
            <a:r>
              <a:rPr lang="en-US" altLang="zh-CN" sz="2800">
                <a:sym typeface="+mn-lt"/>
              </a:rPr>
              <a:t>1---</a:t>
            </a:r>
            <a:r>
              <a:rPr lang="zh-CN" altLang="en-US" sz="2800">
                <a:solidFill>
                  <a:srgbClr val="FF0000"/>
                </a:solidFill>
                <a:sym typeface="+mn-lt"/>
              </a:rPr>
              <a:t>基于线性表的图书信息管理系统</a:t>
            </a:r>
          </a:p>
        </p:txBody>
      </p:sp>
      <p:sp>
        <p:nvSpPr>
          <p:cNvPr id="187397" name="矩形 6">
            <a:extLst>
              <a:ext uri="{FF2B5EF4-FFF2-40B4-BE49-F238E27FC236}">
                <a16:creationId xmlns:a16="http://schemas.microsoft.com/office/drawing/2014/main" id="{4C4C4954-E614-2244-A96A-801982CDF7ED}"/>
              </a:ext>
            </a:extLst>
          </p:cNvPr>
          <p:cNvSpPr>
            <a:spLocks noChangeArrowheads="1"/>
          </p:cNvSpPr>
          <p:nvPr/>
        </p:nvSpPr>
        <p:spPr bwMode="auto">
          <a:xfrm>
            <a:off x="6211888" y="3617913"/>
            <a:ext cx="2852737" cy="71437"/>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87398" name="矩形 7">
            <a:extLst>
              <a:ext uri="{FF2B5EF4-FFF2-40B4-BE49-F238E27FC236}">
                <a16:creationId xmlns:a16="http://schemas.microsoft.com/office/drawing/2014/main" id="{F8FCB1D5-C231-4A48-9728-4F901B4CD7F7}"/>
              </a:ext>
            </a:extLst>
          </p:cNvPr>
          <p:cNvSpPr>
            <a:spLocks noChangeArrowheads="1"/>
          </p:cNvSpPr>
          <p:nvPr/>
        </p:nvSpPr>
        <p:spPr bwMode="auto">
          <a:xfrm>
            <a:off x="6211888" y="3833813"/>
            <a:ext cx="2852737" cy="71437"/>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87399" name="矩形 8">
            <a:extLst>
              <a:ext uri="{FF2B5EF4-FFF2-40B4-BE49-F238E27FC236}">
                <a16:creationId xmlns:a16="http://schemas.microsoft.com/office/drawing/2014/main" id="{8D5A0989-E330-4541-B47F-CBC87488352A}"/>
              </a:ext>
            </a:extLst>
          </p:cNvPr>
          <p:cNvSpPr>
            <a:spLocks noChangeArrowheads="1"/>
          </p:cNvSpPr>
          <p:nvPr/>
        </p:nvSpPr>
        <p:spPr bwMode="auto">
          <a:xfrm>
            <a:off x="6211888" y="4037013"/>
            <a:ext cx="2852737" cy="71437"/>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87400" name="矩形 9">
            <a:extLst>
              <a:ext uri="{FF2B5EF4-FFF2-40B4-BE49-F238E27FC236}">
                <a16:creationId xmlns:a16="http://schemas.microsoft.com/office/drawing/2014/main" id="{F60E63A8-B3F8-A643-84F9-145CF4C82876}"/>
              </a:ext>
            </a:extLst>
          </p:cNvPr>
          <p:cNvSpPr>
            <a:spLocks noChangeArrowheads="1"/>
          </p:cNvSpPr>
          <p:nvPr/>
        </p:nvSpPr>
        <p:spPr bwMode="auto">
          <a:xfrm>
            <a:off x="6211888" y="4252913"/>
            <a:ext cx="2852737" cy="71437"/>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87401" name="矩形 10">
            <a:extLst>
              <a:ext uri="{FF2B5EF4-FFF2-40B4-BE49-F238E27FC236}">
                <a16:creationId xmlns:a16="http://schemas.microsoft.com/office/drawing/2014/main" id="{27A12223-FDF3-4246-83D3-04992EAB5FE7}"/>
              </a:ext>
            </a:extLst>
          </p:cNvPr>
          <p:cNvSpPr>
            <a:spLocks noChangeArrowheads="1"/>
          </p:cNvSpPr>
          <p:nvPr/>
        </p:nvSpPr>
        <p:spPr bwMode="auto">
          <a:xfrm>
            <a:off x="6211888" y="4468813"/>
            <a:ext cx="2852737" cy="71437"/>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87402" name="矩形 11">
            <a:extLst>
              <a:ext uri="{FF2B5EF4-FFF2-40B4-BE49-F238E27FC236}">
                <a16:creationId xmlns:a16="http://schemas.microsoft.com/office/drawing/2014/main" id="{003836EC-CA48-BA4D-BC17-24AA2A35D69E}"/>
              </a:ext>
            </a:extLst>
          </p:cNvPr>
          <p:cNvSpPr>
            <a:spLocks noChangeArrowheads="1"/>
          </p:cNvSpPr>
          <p:nvPr/>
        </p:nvSpPr>
        <p:spPr bwMode="auto">
          <a:xfrm>
            <a:off x="6211888" y="4684713"/>
            <a:ext cx="2852737" cy="71437"/>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87403" name="矩形 12">
            <a:extLst>
              <a:ext uri="{FF2B5EF4-FFF2-40B4-BE49-F238E27FC236}">
                <a16:creationId xmlns:a16="http://schemas.microsoft.com/office/drawing/2014/main" id="{7CB18B5F-5FDC-1C43-AEE7-9188D5845637}"/>
              </a:ext>
            </a:extLst>
          </p:cNvPr>
          <p:cNvSpPr>
            <a:spLocks noChangeArrowheads="1"/>
          </p:cNvSpPr>
          <p:nvPr/>
        </p:nvSpPr>
        <p:spPr bwMode="auto">
          <a:xfrm>
            <a:off x="6211888" y="4881563"/>
            <a:ext cx="2852737" cy="73025"/>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87404" name="矩形 13">
            <a:extLst>
              <a:ext uri="{FF2B5EF4-FFF2-40B4-BE49-F238E27FC236}">
                <a16:creationId xmlns:a16="http://schemas.microsoft.com/office/drawing/2014/main" id="{A8C041DA-3815-7949-A993-119553790415}"/>
              </a:ext>
            </a:extLst>
          </p:cNvPr>
          <p:cNvSpPr>
            <a:spLocks noChangeArrowheads="1"/>
          </p:cNvSpPr>
          <p:nvPr/>
        </p:nvSpPr>
        <p:spPr bwMode="auto">
          <a:xfrm>
            <a:off x="6211888" y="5099050"/>
            <a:ext cx="2852737" cy="71438"/>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87405" name="矩形 14">
            <a:extLst>
              <a:ext uri="{FF2B5EF4-FFF2-40B4-BE49-F238E27FC236}">
                <a16:creationId xmlns:a16="http://schemas.microsoft.com/office/drawing/2014/main" id="{5A643CB6-8A3E-8743-A993-E614916285E6}"/>
              </a:ext>
            </a:extLst>
          </p:cNvPr>
          <p:cNvSpPr>
            <a:spLocks noChangeArrowheads="1"/>
          </p:cNvSpPr>
          <p:nvPr/>
        </p:nvSpPr>
        <p:spPr bwMode="auto">
          <a:xfrm>
            <a:off x="6211888" y="5314950"/>
            <a:ext cx="2852737" cy="71438"/>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87406" name="矩形 15">
            <a:extLst>
              <a:ext uri="{FF2B5EF4-FFF2-40B4-BE49-F238E27FC236}">
                <a16:creationId xmlns:a16="http://schemas.microsoft.com/office/drawing/2014/main" id="{A2E28757-6659-114A-8D4D-A5391C8D9BE6}"/>
              </a:ext>
            </a:extLst>
          </p:cNvPr>
          <p:cNvSpPr>
            <a:spLocks noChangeArrowheads="1"/>
          </p:cNvSpPr>
          <p:nvPr/>
        </p:nvSpPr>
        <p:spPr bwMode="auto">
          <a:xfrm>
            <a:off x="6211888" y="5530850"/>
            <a:ext cx="2852737" cy="71438"/>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87407" name="矩形 16">
            <a:extLst>
              <a:ext uri="{FF2B5EF4-FFF2-40B4-BE49-F238E27FC236}">
                <a16:creationId xmlns:a16="http://schemas.microsoft.com/office/drawing/2014/main" id="{970E7ABB-B6F9-F943-927E-010F92E756D0}"/>
              </a:ext>
            </a:extLst>
          </p:cNvPr>
          <p:cNvSpPr>
            <a:spLocks noChangeArrowheads="1"/>
          </p:cNvSpPr>
          <p:nvPr/>
        </p:nvSpPr>
        <p:spPr bwMode="auto">
          <a:xfrm>
            <a:off x="6211888" y="5732463"/>
            <a:ext cx="2852737" cy="73025"/>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87408" name="矩形 17">
            <a:extLst>
              <a:ext uri="{FF2B5EF4-FFF2-40B4-BE49-F238E27FC236}">
                <a16:creationId xmlns:a16="http://schemas.microsoft.com/office/drawing/2014/main" id="{8EC614D3-F1DB-7643-88D6-4A8EEBC97325}"/>
              </a:ext>
            </a:extLst>
          </p:cNvPr>
          <p:cNvSpPr>
            <a:spLocks noChangeArrowheads="1"/>
          </p:cNvSpPr>
          <p:nvPr/>
        </p:nvSpPr>
        <p:spPr bwMode="auto">
          <a:xfrm>
            <a:off x="6211888" y="5949950"/>
            <a:ext cx="2852737" cy="71438"/>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87409" name="矩形 18">
            <a:extLst>
              <a:ext uri="{FF2B5EF4-FFF2-40B4-BE49-F238E27FC236}">
                <a16:creationId xmlns:a16="http://schemas.microsoft.com/office/drawing/2014/main" id="{49137620-4F02-5744-8B56-7FBB721D9C0C}"/>
              </a:ext>
            </a:extLst>
          </p:cNvPr>
          <p:cNvSpPr>
            <a:spLocks noChangeArrowheads="1"/>
          </p:cNvSpPr>
          <p:nvPr/>
        </p:nvSpPr>
        <p:spPr bwMode="auto">
          <a:xfrm>
            <a:off x="6211888" y="6165850"/>
            <a:ext cx="2852737" cy="71438"/>
          </a:xfrm>
          <a:prstGeom prst="rect">
            <a:avLst/>
          </a:prstGeom>
          <a:solidFill>
            <a:srgbClr val="B8D4EC"/>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Tree>
  </p:cSld>
  <p:clrMapOvr>
    <a:overrideClrMapping bg1="lt1" tx1="dk1" bg2="lt2" tx2="dk2" accent1="accent1" accent2="accent2" accent3="accent3" accent4="accent4" accent5="accent5" accent6="accent6" hlink="hlink" folHlink="folHlink"/>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8418" name="Picture 3" descr="0204">
            <a:extLst>
              <a:ext uri="{FF2B5EF4-FFF2-40B4-BE49-F238E27FC236}">
                <a16:creationId xmlns:a16="http://schemas.microsoft.com/office/drawing/2014/main" id="{1693D551-C815-824F-BBF9-F51AA955BD5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778000"/>
            <a:ext cx="8215312" cy="211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0227" name="矩形 5">
            <a:extLst>
              <a:ext uri="{FF2B5EF4-FFF2-40B4-BE49-F238E27FC236}">
                <a16:creationId xmlns:a16="http://schemas.microsoft.com/office/drawing/2014/main" id="{909ABA7D-2CDE-4D93-877F-52274675C317}"/>
              </a:ext>
            </a:extLst>
          </p:cNvPr>
          <p:cNvSpPr>
            <a:spLocks noChangeArrowheads="1"/>
          </p:cNvSpPr>
          <p:nvPr/>
        </p:nvSpPr>
        <p:spPr bwMode="auto">
          <a:xfrm>
            <a:off x="0" y="1484313"/>
            <a:ext cx="2214563" cy="523875"/>
          </a:xfrm>
          <a:prstGeom prst="rect">
            <a:avLst/>
          </a:prstGeom>
          <a:solidFill>
            <a:srgbClr val="9476B6"/>
          </a:solidFill>
          <a:ln>
            <a:noFill/>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sz="2800">
                <a:solidFill>
                  <a:schemeClr val="bg1"/>
                </a:solidFill>
                <a:sym typeface="+mn-lt"/>
              </a:rPr>
              <a:t>图书顺序表</a:t>
            </a:r>
          </a:p>
        </p:txBody>
      </p:sp>
      <p:grpSp>
        <p:nvGrpSpPr>
          <p:cNvPr id="2" name="组合 6">
            <a:extLst>
              <a:ext uri="{FF2B5EF4-FFF2-40B4-BE49-F238E27FC236}">
                <a16:creationId xmlns:a16="http://schemas.microsoft.com/office/drawing/2014/main" id="{6CD80230-8C83-E543-A7B9-0DEF7BB5B264}"/>
              </a:ext>
            </a:extLst>
          </p:cNvPr>
          <p:cNvGrpSpPr>
            <a:grpSpLocks/>
          </p:cNvGrpSpPr>
          <p:nvPr/>
        </p:nvGrpSpPr>
        <p:grpSpPr bwMode="auto">
          <a:xfrm>
            <a:off x="0" y="3897313"/>
            <a:ext cx="6769100" cy="1704975"/>
            <a:chOff x="-72282" y="2903804"/>
            <a:chExt cx="6768328" cy="1704130"/>
          </a:xfrm>
        </p:grpSpPr>
        <p:pic>
          <p:nvPicPr>
            <p:cNvPr id="188423" name="Picture 6">
              <a:extLst>
                <a:ext uri="{FF2B5EF4-FFF2-40B4-BE49-F238E27FC236}">
                  <a16:creationId xmlns:a16="http://schemas.microsoft.com/office/drawing/2014/main" id="{B341AC5E-D406-324E-99F1-6BB30EC3AD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596" y="3836409"/>
              <a:ext cx="6267450" cy="771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0230" name="矩形 8">
              <a:extLst>
                <a:ext uri="{FF2B5EF4-FFF2-40B4-BE49-F238E27FC236}">
                  <a16:creationId xmlns:a16="http://schemas.microsoft.com/office/drawing/2014/main" id="{D51FF561-4396-4DAD-BF11-8784C9578ACF}"/>
                </a:ext>
              </a:extLst>
            </p:cNvPr>
            <p:cNvSpPr>
              <a:spLocks noChangeArrowheads="1"/>
            </p:cNvSpPr>
            <p:nvPr/>
          </p:nvSpPr>
          <p:spPr bwMode="auto">
            <a:xfrm>
              <a:off x="-72282" y="3260814"/>
              <a:ext cx="2214310" cy="523615"/>
            </a:xfrm>
            <a:prstGeom prst="rect">
              <a:avLst/>
            </a:prstGeom>
            <a:solidFill>
              <a:srgbClr val="9476B6"/>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r>
                <a:rPr lang="zh-CN" altLang="en-US" sz="2800">
                  <a:solidFill>
                    <a:schemeClr val="bg1"/>
                  </a:solidFill>
                  <a:sym typeface="+mn-lt"/>
                </a:rPr>
                <a:t>图书链表</a:t>
              </a:r>
            </a:p>
          </p:txBody>
        </p:sp>
        <p:cxnSp>
          <p:nvCxnSpPr>
            <p:cNvPr id="188425" name="直接连接符 9">
              <a:extLst>
                <a:ext uri="{FF2B5EF4-FFF2-40B4-BE49-F238E27FC236}">
                  <a16:creationId xmlns:a16="http://schemas.microsoft.com/office/drawing/2014/main" id="{491AC9F1-7271-5E42-853C-A23EC0CF7446}"/>
                </a:ext>
              </a:extLst>
            </p:cNvPr>
            <p:cNvCxnSpPr>
              <a:cxnSpLocks noChangeShapeType="1"/>
            </p:cNvCxnSpPr>
            <p:nvPr/>
          </p:nvCxnSpPr>
          <p:spPr bwMode="auto">
            <a:xfrm>
              <a:off x="2571736" y="2903804"/>
              <a:ext cx="1428761" cy="1025262"/>
            </a:xfrm>
            <a:prstGeom prst="line">
              <a:avLst/>
            </a:prstGeom>
            <a:noFill/>
            <a:ln w="31750">
              <a:solidFill>
                <a:srgbClr val="FF0000"/>
              </a:solidFill>
              <a:round/>
              <a:headEnd/>
              <a:tailEnd/>
            </a:ln>
            <a:extLst>
              <a:ext uri="{909E8E84-426E-40DD-AFC4-6F175D3DCCD1}">
                <a14:hiddenFill xmlns:a14="http://schemas.microsoft.com/office/drawing/2010/main">
                  <a:noFill/>
                </a14:hiddenFill>
              </a:ext>
            </a:extLst>
          </p:spPr>
        </p:cxnSp>
        <p:cxnSp>
          <p:nvCxnSpPr>
            <p:cNvPr id="188426" name="直接连接符 10">
              <a:extLst>
                <a:ext uri="{FF2B5EF4-FFF2-40B4-BE49-F238E27FC236}">
                  <a16:creationId xmlns:a16="http://schemas.microsoft.com/office/drawing/2014/main" id="{D1B01126-9227-B84A-B01B-70B18A44665E}"/>
                </a:ext>
              </a:extLst>
            </p:cNvPr>
            <p:cNvCxnSpPr>
              <a:cxnSpLocks noChangeShapeType="1"/>
            </p:cNvCxnSpPr>
            <p:nvPr/>
          </p:nvCxnSpPr>
          <p:spPr bwMode="auto">
            <a:xfrm rot="16200000" flipH="1">
              <a:off x="3380708" y="3309278"/>
              <a:ext cx="1025262" cy="214314"/>
            </a:xfrm>
            <a:prstGeom prst="line">
              <a:avLst/>
            </a:prstGeom>
            <a:noFill/>
            <a:ln w="31750">
              <a:solidFill>
                <a:srgbClr val="FF0000"/>
              </a:solidFill>
              <a:round/>
              <a:headEnd/>
              <a:tailEnd/>
            </a:ln>
            <a:extLst>
              <a:ext uri="{909E8E84-426E-40DD-AFC4-6F175D3DCCD1}">
                <a14:hiddenFill xmlns:a14="http://schemas.microsoft.com/office/drawing/2010/main">
                  <a:noFill/>
                </a14:hiddenFill>
              </a:ext>
            </a:extLst>
          </p:spPr>
        </p:cxnSp>
      </p:grpSp>
      <p:sp>
        <p:nvSpPr>
          <p:cNvPr id="188421" name="Rectangle 154">
            <a:extLst>
              <a:ext uri="{FF2B5EF4-FFF2-40B4-BE49-F238E27FC236}">
                <a16:creationId xmlns:a16="http://schemas.microsoft.com/office/drawing/2014/main" id="{E1188F38-BBBA-FE43-9BB4-17FCCC8E47EF}"/>
              </a:ext>
            </a:extLst>
          </p:cNvPr>
          <p:cNvSpPr txBox="1">
            <a:spLocks noChangeArrowheads="1"/>
          </p:cNvSpPr>
          <p:nvPr/>
        </p:nvSpPr>
        <p:spPr bwMode="auto">
          <a:xfrm>
            <a:off x="827088" y="157163"/>
            <a:ext cx="49339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2.3 </a:t>
            </a:r>
            <a:r>
              <a:rPr lang="zh-CN" altLang="en-US" sz="2800">
                <a:solidFill>
                  <a:schemeClr val="bg1"/>
                </a:solidFill>
                <a:sym typeface="+mn-lt"/>
              </a:rPr>
              <a:t>：图书信息管理系统</a:t>
            </a:r>
          </a:p>
        </p:txBody>
      </p:sp>
      <p:sp>
        <p:nvSpPr>
          <p:cNvPr id="10" name="Shape 26">
            <a:extLst>
              <a:ext uri="{FF2B5EF4-FFF2-40B4-BE49-F238E27FC236}">
                <a16:creationId xmlns:a16="http://schemas.microsoft.com/office/drawing/2014/main" id="{05F88130-B048-4564-AA29-853F4E977775}"/>
              </a:ext>
            </a:extLst>
          </p:cNvPr>
          <p:cNvSpPr/>
          <p:nvPr/>
        </p:nvSpPr>
        <p:spPr bwMode="auto">
          <a:xfrm flipH="1">
            <a:off x="0" y="5899150"/>
            <a:ext cx="9144000" cy="97313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amond(in)">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矩形 4">
            <a:extLst>
              <a:ext uri="{FF2B5EF4-FFF2-40B4-BE49-F238E27FC236}">
                <a16:creationId xmlns:a16="http://schemas.microsoft.com/office/drawing/2014/main" id="{41B8F3F3-6435-4FBB-83CD-5F45B9AEFCEF}"/>
              </a:ext>
            </a:extLst>
          </p:cNvPr>
          <p:cNvSpPr>
            <a:spLocks noChangeArrowheads="1"/>
          </p:cNvSpPr>
          <p:nvPr/>
        </p:nvSpPr>
        <p:spPr bwMode="auto">
          <a:xfrm>
            <a:off x="214313" y="1033463"/>
            <a:ext cx="8643937" cy="2755900"/>
          </a:xfrm>
          <a:prstGeom prst="roundRect">
            <a:avLst>
              <a:gd name="adj" fmla="val 6378"/>
            </a:avLst>
          </a:prstGeom>
          <a:solidFill>
            <a:srgbClr val="D7D7FF"/>
          </a:solidFill>
          <a:ln>
            <a:noFill/>
          </a:ln>
        </p:spPr>
        <p:txBody>
          <a:bodyPr>
            <a:spAutoFit/>
          </a:bodyPr>
          <a:lstStyle>
            <a:lvl1pPr marL="358775">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en-US" altLang="zh-CN" sz="2800">
                <a:sym typeface="+mn-lt"/>
              </a:rPr>
              <a:t>struct Book </a:t>
            </a:r>
          </a:p>
          <a:p>
            <a:pPr eaLnBrk="1" hangingPunct="1">
              <a:lnSpc>
                <a:spcPct val="100000"/>
              </a:lnSpc>
            </a:pPr>
            <a:r>
              <a:rPr lang="en-US" altLang="zh-CN" sz="2800">
                <a:sym typeface="+mn-lt"/>
              </a:rPr>
              <a:t>{</a:t>
            </a:r>
          </a:p>
          <a:p>
            <a:pPr eaLnBrk="1" hangingPunct="1">
              <a:lnSpc>
                <a:spcPct val="100000"/>
              </a:lnSpc>
            </a:pPr>
            <a:r>
              <a:rPr lang="en-US" altLang="zh-CN" sz="2800">
                <a:sym typeface="+mn-lt"/>
              </a:rPr>
              <a:t>  char id[20];//ISBN</a:t>
            </a:r>
          </a:p>
          <a:p>
            <a:pPr eaLnBrk="1" hangingPunct="1">
              <a:lnSpc>
                <a:spcPct val="100000"/>
              </a:lnSpc>
            </a:pPr>
            <a:r>
              <a:rPr lang="en-US" altLang="zh-CN" sz="2800">
                <a:sym typeface="+mn-lt"/>
              </a:rPr>
              <a:t>  char name[50];//</a:t>
            </a:r>
            <a:r>
              <a:rPr lang="zh-CN" altLang="en-US" sz="2800">
                <a:sym typeface="+mn-lt"/>
              </a:rPr>
              <a:t>书名</a:t>
            </a:r>
          </a:p>
          <a:p>
            <a:pPr eaLnBrk="1" hangingPunct="1">
              <a:lnSpc>
                <a:spcPct val="100000"/>
              </a:lnSpc>
            </a:pPr>
            <a:r>
              <a:rPr lang="en-US" altLang="zh-CN" sz="2800">
                <a:sym typeface="+mn-lt"/>
              </a:rPr>
              <a:t>  int price;//</a:t>
            </a:r>
            <a:r>
              <a:rPr lang="zh-CN" altLang="en-US" sz="2800">
                <a:sym typeface="+mn-lt"/>
              </a:rPr>
              <a:t>定价</a:t>
            </a:r>
          </a:p>
          <a:p>
            <a:pPr eaLnBrk="1" hangingPunct="1">
              <a:lnSpc>
                <a:spcPct val="100000"/>
              </a:lnSpc>
            </a:pPr>
            <a:r>
              <a:rPr lang="en-US" altLang="zh-CN" sz="2800">
                <a:sym typeface="+mn-lt"/>
              </a:rPr>
              <a:t>};</a:t>
            </a:r>
          </a:p>
        </p:txBody>
      </p:sp>
      <p:sp>
        <p:nvSpPr>
          <p:cNvPr id="6" name="圆角矩形 5">
            <a:extLst>
              <a:ext uri="{FF2B5EF4-FFF2-40B4-BE49-F238E27FC236}">
                <a16:creationId xmlns:a16="http://schemas.microsoft.com/office/drawing/2014/main" id="{F5968EEA-31E9-4E78-98FE-138F64E0D045}"/>
              </a:ext>
            </a:extLst>
          </p:cNvPr>
          <p:cNvSpPr/>
          <p:nvPr/>
        </p:nvSpPr>
        <p:spPr>
          <a:xfrm>
            <a:off x="193675" y="3967163"/>
            <a:ext cx="4214813" cy="2486025"/>
          </a:xfrm>
          <a:prstGeom prst="roundRect">
            <a:avLst>
              <a:gd name="adj" fmla="val 6741"/>
            </a:avLst>
          </a:prstGeom>
          <a:solidFill>
            <a:srgbClr val="EAEAEA"/>
          </a:solid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r>
              <a:rPr kumimoji="1" lang="en-US" altLang="zh-CN">
                <a:ea typeface="微软雅黑" panose="020B0503020204020204" pitchFamily="34" charset="-122"/>
                <a:sym typeface="+mn-lt"/>
              </a:rPr>
              <a:t>typedef struct </a:t>
            </a:r>
          </a:p>
          <a:p>
            <a:pPr eaLnBrk="1" hangingPunct="1"/>
            <a:r>
              <a:rPr kumimoji="1" lang="en-US" altLang="zh-CN">
                <a:ea typeface="微软雅黑" panose="020B0503020204020204" pitchFamily="34" charset="-122"/>
                <a:sym typeface="+mn-lt"/>
              </a:rPr>
              <a:t>{//</a:t>
            </a:r>
            <a:r>
              <a:rPr kumimoji="1" lang="zh-CN" altLang="en-US">
                <a:ea typeface="微软雅黑" panose="020B0503020204020204" pitchFamily="34" charset="-122"/>
                <a:sym typeface="+mn-lt"/>
              </a:rPr>
              <a:t>顺序表</a:t>
            </a:r>
            <a:endParaRPr kumimoji="1" lang="en-US" altLang="zh-CN">
              <a:ea typeface="微软雅黑" panose="020B0503020204020204" pitchFamily="34" charset="-122"/>
              <a:sym typeface="+mn-lt"/>
            </a:endParaRPr>
          </a:p>
          <a:p>
            <a:pPr eaLnBrk="1" hangingPunct="1"/>
            <a:r>
              <a:rPr kumimoji="1" lang="en-US" altLang="zh-CN">
                <a:ea typeface="微软雅黑" panose="020B0503020204020204" pitchFamily="34" charset="-122"/>
                <a:sym typeface="+mn-lt"/>
              </a:rPr>
              <a:t>   Book *elem; </a:t>
            </a:r>
            <a:endParaRPr kumimoji="1" lang="zh-CN" altLang="en-US">
              <a:ea typeface="微软雅黑" panose="020B0503020204020204" pitchFamily="34" charset="-122"/>
              <a:sym typeface="+mn-lt"/>
            </a:endParaRPr>
          </a:p>
          <a:p>
            <a:pPr eaLnBrk="1" hangingPunct="1"/>
            <a:r>
              <a:rPr kumimoji="1" lang="zh-CN" altLang="en-US">
                <a:ea typeface="微软雅黑" panose="020B0503020204020204" pitchFamily="34" charset="-122"/>
                <a:sym typeface="+mn-lt"/>
              </a:rPr>
              <a:t>   </a:t>
            </a:r>
            <a:r>
              <a:rPr kumimoji="1" lang="en-US" altLang="zh-CN">
                <a:ea typeface="微软雅黑" panose="020B0503020204020204" pitchFamily="34" charset="-122"/>
                <a:sym typeface="+mn-lt"/>
              </a:rPr>
              <a:t>int length; </a:t>
            </a:r>
            <a:endParaRPr kumimoji="1" lang="zh-CN" altLang="en-US">
              <a:ea typeface="微软雅黑" panose="020B0503020204020204" pitchFamily="34" charset="-122"/>
              <a:sym typeface="+mn-lt"/>
            </a:endParaRPr>
          </a:p>
          <a:p>
            <a:pPr eaLnBrk="1" hangingPunct="1"/>
            <a:r>
              <a:rPr kumimoji="1" lang="en-US" altLang="zh-CN">
                <a:ea typeface="微软雅黑" panose="020B0503020204020204" pitchFamily="34" charset="-122"/>
                <a:sym typeface="+mn-lt"/>
              </a:rPr>
              <a:t>} SqList;</a:t>
            </a:r>
          </a:p>
        </p:txBody>
      </p:sp>
      <p:sp>
        <p:nvSpPr>
          <p:cNvPr id="8" name="圆角矩形 7">
            <a:extLst>
              <a:ext uri="{FF2B5EF4-FFF2-40B4-BE49-F238E27FC236}">
                <a16:creationId xmlns:a16="http://schemas.microsoft.com/office/drawing/2014/main" id="{4EF19049-B75D-40FF-93A2-F1BF81016CEA}"/>
              </a:ext>
            </a:extLst>
          </p:cNvPr>
          <p:cNvSpPr/>
          <p:nvPr/>
        </p:nvSpPr>
        <p:spPr>
          <a:xfrm>
            <a:off x="4643438" y="3967163"/>
            <a:ext cx="4214812" cy="2486025"/>
          </a:xfrm>
          <a:prstGeom prst="roundRect">
            <a:avLst>
              <a:gd name="adj" fmla="val 7325"/>
            </a:avLst>
          </a:prstGeom>
          <a:solidFill>
            <a:srgbClr val="EAEAEA"/>
          </a:solidFill>
        </p:spPr>
        <p:txBody>
          <a:bodyPr>
            <a:spAutoFit/>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eaLnBrk="1" hangingPunct="1"/>
            <a:r>
              <a:rPr kumimoji="1" lang="en-US" altLang="zh-CN">
                <a:ea typeface="微软雅黑" panose="020B0503020204020204" pitchFamily="34" charset="-122"/>
                <a:sym typeface="+mn-lt"/>
              </a:rPr>
              <a:t>typedef struct  LNode</a:t>
            </a:r>
          </a:p>
          <a:p>
            <a:pPr eaLnBrk="1" hangingPunct="1"/>
            <a:r>
              <a:rPr kumimoji="1" lang="en-US" altLang="zh-CN">
                <a:ea typeface="微软雅黑" panose="020B0503020204020204" pitchFamily="34" charset="-122"/>
                <a:sym typeface="+mn-lt"/>
              </a:rPr>
              <a:t>{//</a:t>
            </a:r>
            <a:r>
              <a:rPr kumimoji="1" lang="zh-CN" altLang="en-US">
                <a:ea typeface="微软雅黑" panose="020B0503020204020204" pitchFamily="34" charset="-122"/>
                <a:sym typeface="+mn-lt"/>
              </a:rPr>
              <a:t>链表</a:t>
            </a:r>
            <a:endParaRPr kumimoji="1" lang="en-US" altLang="zh-CN">
              <a:ea typeface="微软雅黑" panose="020B0503020204020204" pitchFamily="34" charset="-122"/>
              <a:sym typeface="+mn-lt"/>
            </a:endParaRPr>
          </a:p>
          <a:p>
            <a:pPr eaLnBrk="1" hangingPunct="1"/>
            <a:r>
              <a:rPr kumimoji="1" lang="en-US" altLang="zh-CN">
                <a:ea typeface="微软雅黑" panose="020B0503020204020204" pitchFamily="34" charset="-122"/>
                <a:sym typeface="+mn-lt"/>
              </a:rPr>
              <a:t>   Book  data;      	 </a:t>
            </a:r>
          </a:p>
          <a:p>
            <a:pPr eaLnBrk="1" hangingPunct="1"/>
            <a:r>
              <a:rPr kumimoji="1" lang="en-US" altLang="zh-CN">
                <a:ea typeface="微软雅黑" panose="020B0503020204020204" pitchFamily="34" charset="-122"/>
                <a:sym typeface="+mn-lt"/>
              </a:rPr>
              <a:t>   struct LNode  *next;  </a:t>
            </a:r>
          </a:p>
          <a:p>
            <a:pPr eaLnBrk="1" hangingPunct="1"/>
            <a:r>
              <a:rPr kumimoji="1" lang="en-US" altLang="zh-CN">
                <a:ea typeface="微软雅黑" panose="020B0503020204020204" pitchFamily="34" charset="-122"/>
                <a:sym typeface="+mn-lt"/>
              </a:rPr>
              <a:t>}LNode,*LinkList;</a:t>
            </a:r>
          </a:p>
        </p:txBody>
      </p:sp>
      <p:sp>
        <p:nvSpPr>
          <p:cNvPr id="189445" name="Rectangle 154">
            <a:extLst>
              <a:ext uri="{FF2B5EF4-FFF2-40B4-BE49-F238E27FC236}">
                <a16:creationId xmlns:a16="http://schemas.microsoft.com/office/drawing/2014/main" id="{AAE36903-B043-A44B-9859-575763F66D5F}"/>
              </a:ext>
            </a:extLst>
          </p:cNvPr>
          <p:cNvSpPr txBox="1">
            <a:spLocks noChangeArrowheads="1"/>
          </p:cNvSpPr>
          <p:nvPr/>
        </p:nvSpPr>
        <p:spPr bwMode="auto">
          <a:xfrm>
            <a:off x="827088" y="157163"/>
            <a:ext cx="49339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2800">
                <a:solidFill>
                  <a:schemeClr val="bg1"/>
                </a:solidFill>
                <a:sym typeface="+mn-lt"/>
              </a:rPr>
              <a:t>案例</a:t>
            </a:r>
            <a:r>
              <a:rPr lang="en-US" altLang="zh-CN" sz="2800">
                <a:solidFill>
                  <a:schemeClr val="bg1"/>
                </a:solidFill>
                <a:sym typeface="+mn-lt"/>
              </a:rPr>
              <a:t>2.3 </a:t>
            </a:r>
            <a:r>
              <a:rPr lang="zh-CN" altLang="en-US" sz="2800">
                <a:solidFill>
                  <a:schemeClr val="bg1"/>
                </a:solidFill>
                <a:sym typeface="+mn-lt"/>
              </a:rPr>
              <a:t>：图书信息管理系统</a:t>
            </a: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Rectangle 4">
            <a:extLst>
              <a:ext uri="{FF2B5EF4-FFF2-40B4-BE49-F238E27FC236}">
                <a16:creationId xmlns:a16="http://schemas.microsoft.com/office/drawing/2014/main" id="{F73FAE8A-4ABE-42D6-8650-45E8A8797037}"/>
              </a:ext>
            </a:extLst>
          </p:cNvPr>
          <p:cNvSpPr>
            <a:spLocks noChangeArrowheads="1"/>
          </p:cNvSpPr>
          <p:nvPr/>
        </p:nvSpPr>
        <p:spPr bwMode="auto">
          <a:xfrm>
            <a:off x="1084263" y="1335088"/>
            <a:ext cx="7716837" cy="2384425"/>
          </a:xfrm>
          <a:prstGeom prst="rect">
            <a:avLst/>
          </a:prstGeom>
          <a:noFill/>
          <a:ln w="9525">
            <a:noFill/>
            <a:miter lim="800000"/>
            <a:headEnd/>
            <a:tailEnd/>
          </a:ln>
          <a:effec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5000"/>
              </a:lnSpc>
              <a:spcBef>
                <a:spcPct val="20000"/>
              </a:spcBef>
            </a:pPr>
            <a:r>
              <a:rPr kumimoji="1" lang="zh-CN" altLang="en-US" sz="2800">
                <a:sym typeface="+mn-lt"/>
              </a:rPr>
              <a:t>掌握线性表的逻辑结构特性是数据元素之间存在着线性关系，在计算机中表示这种关系的两类不同的存储结构是顺序存储结构（</a:t>
            </a:r>
            <a:r>
              <a:rPr kumimoji="1" lang="zh-CN" altLang="en-US" sz="2800">
                <a:solidFill>
                  <a:srgbClr val="FF0000"/>
                </a:solidFill>
                <a:sym typeface="+mn-lt"/>
              </a:rPr>
              <a:t>顺序表</a:t>
            </a:r>
            <a:r>
              <a:rPr kumimoji="1" lang="zh-CN" altLang="en-US" sz="2800">
                <a:sym typeface="+mn-lt"/>
              </a:rPr>
              <a:t>）和链式存储结构（</a:t>
            </a:r>
            <a:r>
              <a:rPr kumimoji="1" lang="zh-CN" altLang="en-US" sz="2800">
                <a:solidFill>
                  <a:srgbClr val="FF0000"/>
                </a:solidFill>
                <a:sym typeface="+mn-lt"/>
              </a:rPr>
              <a:t>链表</a:t>
            </a:r>
            <a:r>
              <a:rPr kumimoji="1" lang="zh-CN" altLang="en-US" sz="2800">
                <a:sym typeface="+mn-lt"/>
              </a:rPr>
              <a:t>）。</a:t>
            </a:r>
          </a:p>
        </p:txBody>
      </p:sp>
      <p:sp>
        <p:nvSpPr>
          <p:cNvPr id="182275" name="Comment 6">
            <a:extLst>
              <a:ext uri="{FF2B5EF4-FFF2-40B4-BE49-F238E27FC236}">
                <a16:creationId xmlns:a16="http://schemas.microsoft.com/office/drawing/2014/main" id="{F963C4C5-9F3B-4C7C-ACFF-46D93C6A2B8C}"/>
              </a:ext>
            </a:extLst>
          </p:cNvPr>
          <p:cNvSpPr>
            <a:spLocks noChangeArrowheads="1"/>
          </p:cNvSpPr>
          <p:nvPr/>
        </p:nvSpPr>
        <p:spPr bwMode="auto">
          <a:xfrm>
            <a:off x="827088" y="188913"/>
            <a:ext cx="1676400"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小结</a:t>
            </a:r>
          </a:p>
        </p:txBody>
      </p:sp>
      <p:sp>
        <p:nvSpPr>
          <p:cNvPr id="4" name="矩形: 圆角 29">
            <a:extLst>
              <a:ext uri="{FF2B5EF4-FFF2-40B4-BE49-F238E27FC236}">
                <a16:creationId xmlns:a16="http://schemas.microsoft.com/office/drawing/2014/main" id="{44450ACF-C255-4178-B8E0-8884F1A3BF98}"/>
              </a:ext>
            </a:extLst>
          </p:cNvPr>
          <p:cNvSpPr/>
          <p:nvPr/>
        </p:nvSpPr>
        <p:spPr bwMode="auto">
          <a:xfrm>
            <a:off x="323850" y="4060825"/>
            <a:ext cx="641350" cy="661988"/>
          </a:xfrm>
          <a:prstGeom prst="round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sp>
        <p:nvSpPr>
          <p:cNvPr id="5" name="矩形: 圆角 6">
            <a:extLst>
              <a:ext uri="{FF2B5EF4-FFF2-40B4-BE49-F238E27FC236}">
                <a16:creationId xmlns:a16="http://schemas.microsoft.com/office/drawing/2014/main" id="{41033A17-F2C3-48A8-86C4-39939907BE23}"/>
              </a:ext>
            </a:extLst>
          </p:cNvPr>
          <p:cNvSpPr/>
          <p:nvPr/>
        </p:nvSpPr>
        <p:spPr bwMode="auto">
          <a:xfrm>
            <a:off x="323850" y="1495425"/>
            <a:ext cx="641350" cy="661988"/>
          </a:xfrm>
          <a:prstGeom prst="round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grpSp>
        <p:nvGrpSpPr>
          <p:cNvPr id="190470" name="组合 28">
            <a:extLst>
              <a:ext uri="{FF2B5EF4-FFF2-40B4-BE49-F238E27FC236}">
                <a16:creationId xmlns:a16="http://schemas.microsoft.com/office/drawing/2014/main" id="{D3503357-003D-2949-972D-5B8DE4CED074}"/>
              </a:ext>
            </a:extLst>
          </p:cNvPr>
          <p:cNvGrpSpPr>
            <a:grpSpLocks/>
          </p:cNvGrpSpPr>
          <p:nvPr/>
        </p:nvGrpSpPr>
        <p:grpSpPr bwMode="auto">
          <a:xfrm>
            <a:off x="357188" y="1538288"/>
            <a:ext cx="590550" cy="627062"/>
            <a:chOff x="6242320" y="1105887"/>
            <a:chExt cx="589786" cy="626357"/>
          </a:xfrm>
        </p:grpSpPr>
        <p:sp>
          <p:nvSpPr>
            <p:cNvPr id="10" name="TextBox 6">
              <a:extLst>
                <a:ext uri="{FF2B5EF4-FFF2-40B4-BE49-F238E27FC236}">
                  <a16:creationId xmlns:a16="http://schemas.microsoft.com/office/drawing/2014/main" id="{7D57DDD5-47C5-40F1-88B4-39688909F478}"/>
                </a:ext>
              </a:extLst>
            </p:cNvPr>
            <p:cNvSpPr txBox="1">
              <a:spLocks noChangeArrowheads="1"/>
            </p:cNvSpPr>
            <p:nvPr/>
          </p:nvSpPr>
          <p:spPr bwMode="auto">
            <a:xfrm>
              <a:off x="6327934" y="1105887"/>
              <a:ext cx="475634" cy="49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3200" b="1" dirty="0">
                  <a:solidFill>
                    <a:srgbClr val="FF9900"/>
                  </a:solidFill>
                  <a:latin typeface="+mn-lt"/>
                  <a:ea typeface="+mn-ea"/>
                  <a:cs typeface="+mn-ea"/>
                  <a:sym typeface="+mn-lt"/>
                </a:rPr>
                <a:t>01</a:t>
              </a:r>
              <a:endParaRPr lang="zh-CN" altLang="en-US" sz="3200" b="1" dirty="0">
                <a:solidFill>
                  <a:srgbClr val="FF9900"/>
                </a:solidFill>
                <a:latin typeface="+mn-lt"/>
                <a:ea typeface="+mn-ea"/>
                <a:cs typeface="+mn-ea"/>
                <a:sym typeface="+mn-lt"/>
              </a:endParaRPr>
            </a:p>
          </p:txBody>
        </p:sp>
        <p:sp>
          <p:nvSpPr>
            <p:cNvPr id="11" name="文本框 22">
              <a:extLst>
                <a:ext uri="{FF2B5EF4-FFF2-40B4-BE49-F238E27FC236}">
                  <a16:creationId xmlns:a16="http://schemas.microsoft.com/office/drawing/2014/main" id="{A70E4ED1-7235-4CE4-BCCF-D5F39DC42911}"/>
                </a:ext>
              </a:extLst>
            </p:cNvPr>
            <p:cNvSpPr txBox="1">
              <a:spLocks noChangeArrowheads="1"/>
            </p:cNvSpPr>
            <p:nvPr/>
          </p:nvSpPr>
          <p:spPr bwMode="auto">
            <a:xfrm>
              <a:off x="6242320" y="1516587"/>
              <a:ext cx="589786" cy="215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800" b="1">
                  <a:solidFill>
                    <a:srgbClr val="818181"/>
                  </a:solidFill>
                  <a:latin typeface="+mn-lt"/>
                  <a:ea typeface="+mn-ea"/>
                  <a:cs typeface="+mn-ea"/>
                  <a:sym typeface="+mn-lt"/>
                </a:rPr>
                <a:t>OPTION</a:t>
              </a:r>
              <a:endParaRPr lang="zh-CN" altLang="en-US" sz="800" b="1">
                <a:solidFill>
                  <a:srgbClr val="818181"/>
                </a:solidFill>
                <a:latin typeface="+mn-lt"/>
                <a:ea typeface="+mn-ea"/>
                <a:cs typeface="+mn-ea"/>
                <a:sym typeface="+mn-lt"/>
              </a:endParaRPr>
            </a:p>
          </p:txBody>
        </p:sp>
      </p:grpSp>
      <p:grpSp>
        <p:nvGrpSpPr>
          <p:cNvPr id="190471" name="组合 45">
            <a:extLst>
              <a:ext uri="{FF2B5EF4-FFF2-40B4-BE49-F238E27FC236}">
                <a16:creationId xmlns:a16="http://schemas.microsoft.com/office/drawing/2014/main" id="{3BFE89C0-2267-D649-B8EB-4762CBA9BD36}"/>
              </a:ext>
            </a:extLst>
          </p:cNvPr>
          <p:cNvGrpSpPr>
            <a:grpSpLocks/>
          </p:cNvGrpSpPr>
          <p:nvPr/>
        </p:nvGrpSpPr>
        <p:grpSpPr bwMode="auto">
          <a:xfrm>
            <a:off x="374650" y="4100513"/>
            <a:ext cx="590550" cy="631825"/>
            <a:chOff x="6242320" y="2373259"/>
            <a:chExt cx="589786" cy="631715"/>
          </a:xfrm>
        </p:grpSpPr>
        <p:sp>
          <p:nvSpPr>
            <p:cNvPr id="13" name="TextBox 6">
              <a:extLst>
                <a:ext uri="{FF2B5EF4-FFF2-40B4-BE49-F238E27FC236}">
                  <a16:creationId xmlns:a16="http://schemas.microsoft.com/office/drawing/2014/main" id="{2526E987-3C4E-487A-8362-E3CAF5133A4D}"/>
                </a:ext>
              </a:extLst>
            </p:cNvPr>
            <p:cNvSpPr txBox="1">
              <a:spLocks noChangeArrowheads="1"/>
            </p:cNvSpPr>
            <p:nvPr/>
          </p:nvSpPr>
          <p:spPr bwMode="auto">
            <a:xfrm>
              <a:off x="6327934" y="2373259"/>
              <a:ext cx="458194" cy="492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3200" dirty="0">
                  <a:solidFill>
                    <a:srgbClr val="6C4C8F"/>
                  </a:solidFill>
                  <a:latin typeface="+mn-lt"/>
                  <a:ea typeface="+mn-ea"/>
                  <a:cs typeface="+mn-ea"/>
                  <a:sym typeface="+mn-lt"/>
                </a:rPr>
                <a:t>02</a:t>
              </a:r>
              <a:endParaRPr lang="zh-CN" altLang="en-US" sz="3200" dirty="0">
                <a:solidFill>
                  <a:srgbClr val="6C4C8F"/>
                </a:solidFill>
                <a:latin typeface="+mn-lt"/>
                <a:ea typeface="+mn-ea"/>
                <a:cs typeface="+mn-ea"/>
                <a:sym typeface="+mn-lt"/>
              </a:endParaRPr>
            </a:p>
          </p:txBody>
        </p:sp>
        <p:sp>
          <p:nvSpPr>
            <p:cNvPr id="14" name="文本框 23">
              <a:extLst>
                <a:ext uri="{FF2B5EF4-FFF2-40B4-BE49-F238E27FC236}">
                  <a16:creationId xmlns:a16="http://schemas.microsoft.com/office/drawing/2014/main" id="{122414ED-B438-4E03-9D3E-D2FEB9579315}"/>
                </a:ext>
              </a:extLst>
            </p:cNvPr>
            <p:cNvSpPr txBox="1">
              <a:spLocks noChangeArrowheads="1"/>
            </p:cNvSpPr>
            <p:nvPr/>
          </p:nvSpPr>
          <p:spPr bwMode="auto">
            <a:xfrm>
              <a:off x="6242320" y="2789112"/>
              <a:ext cx="589786" cy="215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800" b="1">
                  <a:solidFill>
                    <a:srgbClr val="818181"/>
                  </a:solidFill>
                  <a:latin typeface="+mn-lt"/>
                  <a:ea typeface="+mn-ea"/>
                  <a:cs typeface="+mn-ea"/>
                  <a:sym typeface="+mn-lt"/>
                </a:rPr>
                <a:t>OPTION</a:t>
              </a:r>
              <a:endParaRPr lang="zh-CN" altLang="en-US" sz="800" b="1">
                <a:solidFill>
                  <a:srgbClr val="818181"/>
                </a:solidFill>
                <a:latin typeface="+mn-lt"/>
                <a:ea typeface="+mn-ea"/>
                <a:cs typeface="+mn-ea"/>
                <a:sym typeface="+mn-lt"/>
              </a:endParaRPr>
            </a:p>
          </p:txBody>
        </p:sp>
      </p:grpSp>
      <p:cxnSp>
        <p:nvCxnSpPr>
          <p:cNvPr id="15" name="直接连接符 14">
            <a:extLst>
              <a:ext uri="{FF2B5EF4-FFF2-40B4-BE49-F238E27FC236}">
                <a16:creationId xmlns:a16="http://schemas.microsoft.com/office/drawing/2014/main" id="{60349771-ED42-4F88-BA09-B1893F1B64E6}"/>
              </a:ext>
            </a:extLst>
          </p:cNvPr>
          <p:cNvCxnSpPr/>
          <p:nvPr/>
        </p:nvCxnSpPr>
        <p:spPr bwMode="auto">
          <a:xfrm>
            <a:off x="442913" y="3684588"/>
            <a:ext cx="8482012" cy="0"/>
          </a:xfrm>
          <a:prstGeom prst="line">
            <a:avLst/>
          </a:prstGeom>
          <a:solidFill>
            <a:schemeClr val="accent1"/>
          </a:solidFill>
          <a:ln w="9525" cap="flat" cmpd="sng" algn="ctr">
            <a:solidFill>
              <a:schemeClr val="tx1">
                <a:lumMod val="50000"/>
                <a:lumOff val="50000"/>
              </a:schemeClr>
            </a:solidFill>
            <a:prstDash val="dash"/>
            <a:round/>
            <a:headEnd type="none" w="med" len="med"/>
            <a:tailEnd type="none" w="med" len="med"/>
          </a:ln>
        </p:spPr>
      </p:cxnSp>
      <p:cxnSp>
        <p:nvCxnSpPr>
          <p:cNvPr id="17" name="直接连接符 16">
            <a:extLst>
              <a:ext uri="{FF2B5EF4-FFF2-40B4-BE49-F238E27FC236}">
                <a16:creationId xmlns:a16="http://schemas.microsoft.com/office/drawing/2014/main" id="{4D26542C-055E-41F6-8249-0F94786DD25A}"/>
              </a:ext>
            </a:extLst>
          </p:cNvPr>
          <p:cNvCxnSpPr/>
          <p:nvPr/>
        </p:nvCxnSpPr>
        <p:spPr bwMode="auto">
          <a:xfrm>
            <a:off x="498475" y="5783263"/>
            <a:ext cx="8482013" cy="0"/>
          </a:xfrm>
          <a:prstGeom prst="line">
            <a:avLst/>
          </a:prstGeom>
          <a:solidFill>
            <a:schemeClr val="accent1"/>
          </a:solidFill>
          <a:ln w="9525" cap="flat" cmpd="sng" algn="ctr">
            <a:solidFill>
              <a:schemeClr val="tx1">
                <a:lumMod val="50000"/>
                <a:lumOff val="50000"/>
              </a:schemeClr>
            </a:solidFill>
            <a:prstDash val="dash"/>
            <a:round/>
            <a:headEnd type="none" w="med" len="med"/>
            <a:tailEnd type="none" w="med" len="med"/>
          </a:ln>
        </p:spPr>
      </p:cxnSp>
      <p:sp>
        <p:nvSpPr>
          <p:cNvPr id="18" name="Rectangle 4">
            <a:extLst>
              <a:ext uri="{FF2B5EF4-FFF2-40B4-BE49-F238E27FC236}">
                <a16:creationId xmlns:a16="http://schemas.microsoft.com/office/drawing/2014/main" id="{7504C781-22C7-465B-8E78-88E74B1D1F9F}"/>
              </a:ext>
            </a:extLst>
          </p:cNvPr>
          <p:cNvSpPr>
            <a:spLocks noChangeArrowheads="1"/>
          </p:cNvSpPr>
          <p:nvPr/>
        </p:nvSpPr>
        <p:spPr bwMode="auto">
          <a:xfrm>
            <a:off x="1101725" y="3933825"/>
            <a:ext cx="7699375" cy="1704975"/>
          </a:xfrm>
          <a:prstGeom prst="rect">
            <a:avLst/>
          </a:prstGeom>
          <a:noFill/>
          <a:ln w="9525">
            <a:noFill/>
            <a:miter lim="800000"/>
            <a:headEnd/>
            <a:tailEnd/>
          </a:ln>
          <a:effectLst/>
        </p:spPr>
        <p:txBody>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5000"/>
              </a:lnSpc>
              <a:spcBef>
                <a:spcPct val="20000"/>
              </a:spcBef>
            </a:pPr>
            <a:r>
              <a:rPr kumimoji="1" lang="zh-CN" altLang="en-US" sz="2800">
                <a:sym typeface="+mn-lt"/>
              </a:rPr>
              <a:t>熟练掌握这两类存储结构的描述方法，掌握链表中的</a:t>
            </a:r>
            <a:r>
              <a:rPr kumimoji="1" lang="zh-CN" altLang="en-US" sz="2800">
                <a:solidFill>
                  <a:srgbClr val="FF0000"/>
                </a:solidFill>
                <a:sym typeface="+mn-lt"/>
              </a:rPr>
              <a:t>头结点、头指针和首元结点</a:t>
            </a:r>
            <a:r>
              <a:rPr kumimoji="1" lang="zh-CN" altLang="en-US" sz="2800">
                <a:sym typeface="+mn-lt"/>
              </a:rPr>
              <a:t>的区别及</a:t>
            </a:r>
            <a:r>
              <a:rPr kumimoji="1" lang="zh-CN" altLang="en-US" sz="2800">
                <a:solidFill>
                  <a:srgbClr val="FF0000"/>
                </a:solidFill>
                <a:sym typeface="+mn-lt"/>
              </a:rPr>
              <a:t>循环链表、双向链表的特点</a:t>
            </a:r>
            <a:r>
              <a:rPr kumimoji="1" lang="zh-CN" altLang="en-US" sz="2800">
                <a:sym typeface="+mn-lt"/>
              </a:rPr>
              <a:t>等。</a:t>
            </a: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9" name="Comment 5">
            <a:extLst>
              <a:ext uri="{FF2B5EF4-FFF2-40B4-BE49-F238E27FC236}">
                <a16:creationId xmlns:a16="http://schemas.microsoft.com/office/drawing/2014/main" id="{24661D45-0F73-496D-834F-095C4292C4F3}"/>
              </a:ext>
            </a:extLst>
          </p:cNvPr>
          <p:cNvSpPr>
            <a:spLocks noChangeArrowheads="1"/>
          </p:cNvSpPr>
          <p:nvPr/>
        </p:nvSpPr>
        <p:spPr bwMode="auto">
          <a:xfrm>
            <a:off x="827088" y="198438"/>
            <a:ext cx="1676400"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小结</a:t>
            </a:r>
          </a:p>
        </p:txBody>
      </p:sp>
      <p:sp>
        <p:nvSpPr>
          <p:cNvPr id="4" name="矩形: 圆角 30">
            <a:extLst>
              <a:ext uri="{FF2B5EF4-FFF2-40B4-BE49-F238E27FC236}">
                <a16:creationId xmlns:a16="http://schemas.microsoft.com/office/drawing/2014/main" id="{3258F02C-CBDE-482C-B110-3A2349B97968}"/>
              </a:ext>
            </a:extLst>
          </p:cNvPr>
          <p:cNvSpPr/>
          <p:nvPr/>
        </p:nvSpPr>
        <p:spPr bwMode="auto">
          <a:xfrm>
            <a:off x="533400" y="1574800"/>
            <a:ext cx="595313" cy="661988"/>
          </a:xfrm>
          <a:prstGeom prst="round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grpSp>
        <p:nvGrpSpPr>
          <p:cNvPr id="191492" name="组合 48">
            <a:extLst>
              <a:ext uri="{FF2B5EF4-FFF2-40B4-BE49-F238E27FC236}">
                <a16:creationId xmlns:a16="http://schemas.microsoft.com/office/drawing/2014/main" id="{D5C69858-8944-8645-94BF-BCDB3A811E0D}"/>
              </a:ext>
            </a:extLst>
          </p:cNvPr>
          <p:cNvGrpSpPr>
            <a:grpSpLocks/>
          </p:cNvGrpSpPr>
          <p:nvPr/>
        </p:nvGrpSpPr>
        <p:grpSpPr bwMode="auto">
          <a:xfrm>
            <a:off x="538163" y="1606550"/>
            <a:ext cx="590550" cy="620713"/>
            <a:chOff x="6242320" y="3640826"/>
            <a:chExt cx="589786" cy="620331"/>
          </a:xfrm>
        </p:grpSpPr>
        <p:sp>
          <p:nvSpPr>
            <p:cNvPr id="7" name="TextBox 6">
              <a:extLst>
                <a:ext uri="{FF2B5EF4-FFF2-40B4-BE49-F238E27FC236}">
                  <a16:creationId xmlns:a16="http://schemas.microsoft.com/office/drawing/2014/main" id="{1431634E-39AC-406F-B2CA-76A5A547E30F}"/>
                </a:ext>
              </a:extLst>
            </p:cNvPr>
            <p:cNvSpPr txBox="1">
              <a:spLocks noChangeArrowheads="1"/>
            </p:cNvSpPr>
            <p:nvPr/>
          </p:nvSpPr>
          <p:spPr bwMode="auto">
            <a:xfrm>
              <a:off x="6327934" y="3640826"/>
              <a:ext cx="504172" cy="491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3200" dirty="0">
                  <a:solidFill>
                    <a:srgbClr val="76AEDD"/>
                  </a:solidFill>
                  <a:latin typeface="+mn-lt"/>
                  <a:ea typeface="+mn-ea"/>
                  <a:cs typeface="+mn-ea"/>
                  <a:sym typeface="+mn-lt"/>
                </a:rPr>
                <a:t>03</a:t>
              </a:r>
              <a:endParaRPr lang="zh-CN" altLang="en-US" sz="3200" dirty="0">
                <a:solidFill>
                  <a:srgbClr val="76AEDD"/>
                </a:solidFill>
                <a:latin typeface="+mn-lt"/>
                <a:ea typeface="+mn-ea"/>
                <a:cs typeface="+mn-ea"/>
                <a:sym typeface="+mn-lt"/>
              </a:endParaRPr>
            </a:p>
          </p:txBody>
        </p:sp>
        <p:sp>
          <p:nvSpPr>
            <p:cNvPr id="8" name="文本框 24">
              <a:extLst>
                <a:ext uri="{FF2B5EF4-FFF2-40B4-BE49-F238E27FC236}">
                  <a16:creationId xmlns:a16="http://schemas.microsoft.com/office/drawing/2014/main" id="{F91DB8F2-E233-494D-AD37-F613D7F1A1E1}"/>
                </a:ext>
              </a:extLst>
            </p:cNvPr>
            <p:cNvSpPr txBox="1">
              <a:spLocks noChangeArrowheads="1"/>
            </p:cNvSpPr>
            <p:nvPr/>
          </p:nvSpPr>
          <p:spPr bwMode="auto">
            <a:xfrm>
              <a:off x="6242320" y="4045390"/>
              <a:ext cx="589786" cy="215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800" b="1">
                  <a:solidFill>
                    <a:srgbClr val="818181"/>
                  </a:solidFill>
                  <a:latin typeface="+mn-lt"/>
                  <a:ea typeface="+mn-ea"/>
                  <a:cs typeface="+mn-ea"/>
                  <a:sym typeface="+mn-lt"/>
                </a:rPr>
                <a:t>OPTION</a:t>
              </a:r>
              <a:endParaRPr lang="zh-CN" altLang="en-US" sz="800" b="1">
                <a:solidFill>
                  <a:srgbClr val="818181"/>
                </a:solidFill>
                <a:latin typeface="+mn-lt"/>
                <a:ea typeface="+mn-ea"/>
                <a:cs typeface="+mn-ea"/>
                <a:sym typeface="+mn-lt"/>
              </a:endParaRPr>
            </a:p>
          </p:txBody>
        </p:sp>
      </p:grpSp>
      <p:sp>
        <p:nvSpPr>
          <p:cNvPr id="9" name="Rectangle 1106">
            <a:extLst>
              <a:ext uri="{FF2B5EF4-FFF2-40B4-BE49-F238E27FC236}">
                <a16:creationId xmlns:a16="http://schemas.microsoft.com/office/drawing/2014/main" id="{9E4C3E74-8DF0-4139-B40A-5ECBD7DBD8EE}"/>
              </a:ext>
            </a:extLst>
          </p:cNvPr>
          <p:cNvSpPr>
            <a:spLocks noChangeArrowheads="1"/>
          </p:cNvSpPr>
          <p:nvPr/>
        </p:nvSpPr>
        <p:spPr bwMode="auto">
          <a:xfrm>
            <a:off x="1403350" y="1630363"/>
            <a:ext cx="7127875" cy="631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ea typeface="微软雅黑" panose="020B0503020204020204" pitchFamily="34" charset="-122"/>
                <a:sym typeface="+mn-lt"/>
              </a:rPr>
              <a:t>熟练掌握顺序表的查找、插入和删除算法 </a:t>
            </a:r>
          </a:p>
        </p:txBody>
      </p:sp>
      <p:cxnSp>
        <p:nvCxnSpPr>
          <p:cNvPr id="10" name="直接连接符 9">
            <a:extLst>
              <a:ext uri="{FF2B5EF4-FFF2-40B4-BE49-F238E27FC236}">
                <a16:creationId xmlns:a16="http://schemas.microsoft.com/office/drawing/2014/main" id="{C09862DA-015C-4304-B856-596D0030793F}"/>
              </a:ext>
            </a:extLst>
          </p:cNvPr>
          <p:cNvCxnSpPr/>
          <p:nvPr/>
        </p:nvCxnSpPr>
        <p:spPr bwMode="auto">
          <a:xfrm>
            <a:off x="652463" y="2357438"/>
            <a:ext cx="8096250" cy="0"/>
          </a:xfrm>
          <a:prstGeom prst="line">
            <a:avLst/>
          </a:prstGeom>
          <a:solidFill>
            <a:schemeClr val="accent1"/>
          </a:solidFill>
          <a:ln w="9525" cap="flat" cmpd="sng" algn="ctr">
            <a:solidFill>
              <a:schemeClr val="tx1">
                <a:lumMod val="50000"/>
                <a:lumOff val="50000"/>
              </a:schemeClr>
            </a:solidFill>
            <a:prstDash val="dash"/>
            <a:round/>
            <a:headEnd type="none" w="med" len="med"/>
            <a:tailEnd type="none" w="med" len="med"/>
          </a:ln>
        </p:spPr>
      </p:cxnSp>
      <p:sp>
        <p:nvSpPr>
          <p:cNvPr id="11" name="矩形: 圆角 36">
            <a:extLst>
              <a:ext uri="{FF2B5EF4-FFF2-40B4-BE49-F238E27FC236}">
                <a16:creationId xmlns:a16="http://schemas.microsoft.com/office/drawing/2014/main" id="{3B269F94-CFBB-4887-A153-E170953FB239}"/>
              </a:ext>
            </a:extLst>
          </p:cNvPr>
          <p:cNvSpPr/>
          <p:nvPr/>
        </p:nvSpPr>
        <p:spPr bwMode="auto">
          <a:xfrm>
            <a:off x="533400" y="2449513"/>
            <a:ext cx="595313" cy="660400"/>
          </a:xfrm>
          <a:prstGeom prst="round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grpSp>
        <p:nvGrpSpPr>
          <p:cNvPr id="191496" name="组合 48">
            <a:extLst>
              <a:ext uri="{FF2B5EF4-FFF2-40B4-BE49-F238E27FC236}">
                <a16:creationId xmlns:a16="http://schemas.microsoft.com/office/drawing/2014/main" id="{5253DA38-87A0-E649-A2B2-CC5B97DDC0CE}"/>
              </a:ext>
            </a:extLst>
          </p:cNvPr>
          <p:cNvGrpSpPr>
            <a:grpSpLocks/>
          </p:cNvGrpSpPr>
          <p:nvPr/>
        </p:nvGrpSpPr>
        <p:grpSpPr bwMode="auto">
          <a:xfrm>
            <a:off x="538163" y="2481263"/>
            <a:ext cx="590550" cy="620712"/>
            <a:chOff x="6242320" y="3640826"/>
            <a:chExt cx="589786" cy="620331"/>
          </a:xfrm>
        </p:grpSpPr>
        <p:sp>
          <p:nvSpPr>
            <p:cNvPr id="14" name="TextBox 6">
              <a:extLst>
                <a:ext uri="{FF2B5EF4-FFF2-40B4-BE49-F238E27FC236}">
                  <a16:creationId xmlns:a16="http://schemas.microsoft.com/office/drawing/2014/main" id="{395746E1-A7C3-497F-AA0E-B57A633847EB}"/>
                </a:ext>
              </a:extLst>
            </p:cNvPr>
            <p:cNvSpPr txBox="1">
              <a:spLocks noChangeArrowheads="1"/>
            </p:cNvSpPr>
            <p:nvPr/>
          </p:nvSpPr>
          <p:spPr bwMode="auto">
            <a:xfrm>
              <a:off x="6327934" y="3640826"/>
              <a:ext cx="504172" cy="4918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3200" dirty="0">
                  <a:solidFill>
                    <a:schemeClr val="tx1">
                      <a:lumMod val="65000"/>
                      <a:lumOff val="35000"/>
                    </a:schemeClr>
                  </a:solidFill>
                  <a:latin typeface="+mn-lt"/>
                  <a:ea typeface="+mn-ea"/>
                  <a:cs typeface="+mn-ea"/>
                  <a:sym typeface="+mn-lt"/>
                </a:rPr>
                <a:t>04</a:t>
              </a:r>
              <a:endParaRPr lang="zh-CN" altLang="en-US" sz="3200" dirty="0">
                <a:solidFill>
                  <a:schemeClr val="tx1">
                    <a:lumMod val="65000"/>
                    <a:lumOff val="35000"/>
                  </a:schemeClr>
                </a:solidFill>
                <a:latin typeface="+mn-lt"/>
                <a:ea typeface="+mn-ea"/>
                <a:cs typeface="+mn-ea"/>
                <a:sym typeface="+mn-lt"/>
              </a:endParaRPr>
            </a:p>
          </p:txBody>
        </p:sp>
        <p:sp>
          <p:nvSpPr>
            <p:cNvPr id="15" name="文本框 24">
              <a:extLst>
                <a:ext uri="{FF2B5EF4-FFF2-40B4-BE49-F238E27FC236}">
                  <a16:creationId xmlns:a16="http://schemas.microsoft.com/office/drawing/2014/main" id="{7A31DA50-B6BA-44F2-BDF5-26B4145A2309}"/>
                </a:ext>
              </a:extLst>
            </p:cNvPr>
            <p:cNvSpPr txBox="1">
              <a:spLocks noChangeArrowheads="1"/>
            </p:cNvSpPr>
            <p:nvPr/>
          </p:nvSpPr>
          <p:spPr bwMode="auto">
            <a:xfrm>
              <a:off x="6242320" y="4045390"/>
              <a:ext cx="589786" cy="215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800" b="1">
                  <a:solidFill>
                    <a:srgbClr val="818181"/>
                  </a:solidFill>
                  <a:latin typeface="+mn-lt"/>
                  <a:ea typeface="+mn-ea"/>
                  <a:cs typeface="+mn-ea"/>
                  <a:sym typeface="+mn-lt"/>
                </a:rPr>
                <a:t>OPTION</a:t>
              </a:r>
              <a:endParaRPr lang="zh-CN" altLang="en-US" sz="800" b="1">
                <a:solidFill>
                  <a:srgbClr val="818181"/>
                </a:solidFill>
                <a:latin typeface="+mn-lt"/>
                <a:ea typeface="+mn-ea"/>
                <a:cs typeface="+mn-ea"/>
                <a:sym typeface="+mn-lt"/>
              </a:endParaRPr>
            </a:p>
          </p:txBody>
        </p:sp>
      </p:grpSp>
      <p:sp>
        <p:nvSpPr>
          <p:cNvPr id="16" name="Rectangle 1106">
            <a:extLst>
              <a:ext uri="{FF2B5EF4-FFF2-40B4-BE49-F238E27FC236}">
                <a16:creationId xmlns:a16="http://schemas.microsoft.com/office/drawing/2014/main" id="{315CDC82-681C-4F7E-A93A-1D17DF3E60B0}"/>
              </a:ext>
            </a:extLst>
          </p:cNvPr>
          <p:cNvSpPr>
            <a:spLocks noChangeArrowheads="1"/>
          </p:cNvSpPr>
          <p:nvPr/>
        </p:nvSpPr>
        <p:spPr bwMode="auto">
          <a:xfrm>
            <a:off x="1403350" y="2543175"/>
            <a:ext cx="6359525" cy="566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ea typeface="微软雅黑" panose="020B0503020204020204" pitchFamily="34" charset="-122"/>
                <a:sym typeface="+mn-lt"/>
              </a:rPr>
              <a:t>熟练掌握链表的查找、插入和删除算法</a:t>
            </a:r>
          </a:p>
        </p:txBody>
      </p:sp>
      <p:cxnSp>
        <p:nvCxnSpPr>
          <p:cNvPr id="17" name="直接连接符 16">
            <a:extLst>
              <a:ext uri="{FF2B5EF4-FFF2-40B4-BE49-F238E27FC236}">
                <a16:creationId xmlns:a16="http://schemas.microsoft.com/office/drawing/2014/main" id="{616D5F84-080C-4A59-8F71-F7D4600263E0}"/>
              </a:ext>
            </a:extLst>
          </p:cNvPr>
          <p:cNvCxnSpPr/>
          <p:nvPr/>
        </p:nvCxnSpPr>
        <p:spPr bwMode="auto">
          <a:xfrm>
            <a:off x="652463" y="3509963"/>
            <a:ext cx="8096250" cy="0"/>
          </a:xfrm>
          <a:prstGeom prst="line">
            <a:avLst/>
          </a:prstGeom>
          <a:solidFill>
            <a:schemeClr val="accent1"/>
          </a:solidFill>
          <a:ln w="9525" cap="flat" cmpd="sng" algn="ctr">
            <a:solidFill>
              <a:schemeClr val="tx1">
                <a:lumMod val="50000"/>
                <a:lumOff val="50000"/>
              </a:schemeClr>
            </a:solidFill>
            <a:prstDash val="dash"/>
            <a:round/>
            <a:headEnd type="none" w="med" len="med"/>
            <a:tailEnd type="none" w="med" len="med"/>
          </a:ln>
        </p:spPr>
      </p:cxnSp>
      <p:sp>
        <p:nvSpPr>
          <p:cNvPr id="18" name="矩形: 圆角 43">
            <a:extLst>
              <a:ext uri="{FF2B5EF4-FFF2-40B4-BE49-F238E27FC236}">
                <a16:creationId xmlns:a16="http://schemas.microsoft.com/office/drawing/2014/main" id="{1E721060-C726-48FA-A6F9-DC3DE00CD809}"/>
              </a:ext>
            </a:extLst>
          </p:cNvPr>
          <p:cNvSpPr/>
          <p:nvPr/>
        </p:nvSpPr>
        <p:spPr bwMode="auto">
          <a:xfrm>
            <a:off x="533400" y="3689350"/>
            <a:ext cx="595313" cy="660400"/>
          </a:xfrm>
          <a:prstGeom prst="roundRect">
            <a:avLst/>
          </a:prstGeom>
          <a:solidFill>
            <a:schemeClr val="bg2">
              <a:lumMod val="20000"/>
              <a:lumOff val="80000"/>
            </a:schemeClr>
          </a:solidFill>
          <a:ln w="9525" cap="flat" cmpd="sng" algn="ctr">
            <a:noFill/>
            <a:prstDash val="solid"/>
            <a:round/>
            <a:headEnd type="none" w="med" len="med"/>
            <a:tailEnd type="none" w="med" len="med"/>
          </a:ln>
        </p:spPr>
        <p:txBody>
          <a:bodyPr/>
          <a:lstStyle/>
          <a:p>
            <a:pPr marL="342900" indent="-342900">
              <a:spcBef>
                <a:spcPct val="20000"/>
              </a:spcBef>
              <a:defRPr/>
            </a:pPr>
            <a:endParaRPr kumimoji="1" lang="zh-CN" altLang="en-US">
              <a:latin typeface="+mn-lt"/>
              <a:ea typeface="+mn-ea"/>
              <a:cs typeface="+mn-ea"/>
              <a:sym typeface="+mn-lt"/>
            </a:endParaRPr>
          </a:p>
        </p:txBody>
      </p:sp>
      <p:grpSp>
        <p:nvGrpSpPr>
          <p:cNvPr id="191500" name="组合 48">
            <a:extLst>
              <a:ext uri="{FF2B5EF4-FFF2-40B4-BE49-F238E27FC236}">
                <a16:creationId xmlns:a16="http://schemas.microsoft.com/office/drawing/2014/main" id="{94E36C16-9B06-C945-8216-78AD265A62C4}"/>
              </a:ext>
            </a:extLst>
          </p:cNvPr>
          <p:cNvGrpSpPr>
            <a:grpSpLocks/>
          </p:cNvGrpSpPr>
          <p:nvPr/>
        </p:nvGrpSpPr>
        <p:grpSpPr bwMode="auto">
          <a:xfrm>
            <a:off x="538163" y="3721100"/>
            <a:ext cx="590550" cy="620713"/>
            <a:chOff x="6242320" y="3640826"/>
            <a:chExt cx="589786" cy="620331"/>
          </a:xfrm>
        </p:grpSpPr>
        <p:sp>
          <p:nvSpPr>
            <p:cNvPr id="21" name="TextBox 6">
              <a:extLst>
                <a:ext uri="{FF2B5EF4-FFF2-40B4-BE49-F238E27FC236}">
                  <a16:creationId xmlns:a16="http://schemas.microsoft.com/office/drawing/2014/main" id="{ED32B988-C137-4966-9ED6-4F766D4CB2BE}"/>
                </a:ext>
              </a:extLst>
            </p:cNvPr>
            <p:cNvSpPr txBox="1">
              <a:spLocks noChangeArrowheads="1"/>
            </p:cNvSpPr>
            <p:nvPr/>
          </p:nvSpPr>
          <p:spPr bwMode="auto">
            <a:xfrm>
              <a:off x="6327934" y="3640826"/>
              <a:ext cx="504172" cy="491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3200" b="1" dirty="0">
                  <a:solidFill>
                    <a:srgbClr val="FF9900"/>
                  </a:solidFill>
                  <a:latin typeface="+mn-lt"/>
                  <a:ea typeface="+mn-ea"/>
                  <a:cs typeface="+mn-ea"/>
                  <a:sym typeface="+mn-lt"/>
                </a:rPr>
                <a:t>05</a:t>
              </a:r>
              <a:endParaRPr lang="zh-CN" altLang="en-US" sz="3200" b="1" dirty="0">
                <a:solidFill>
                  <a:srgbClr val="FF9900"/>
                </a:solidFill>
                <a:latin typeface="+mn-lt"/>
                <a:ea typeface="+mn-ea"/>
                <a:cs typeface="+mn-ea"/>
                <a:sym typeface="+mn-lt"/>
              </a:endParaRPr>
            </a:p>
          </p:txBody>
        </p:sp>
        <p:sp>
          <p:nvSpPr>
            <p:cNvPr id="22" name="文本框 24">
              <a:extLst>
                <a:ext uri="{FF2B5EF4-FFF2-40B4-BE49-F238E27FC236}">
                  <a16:creationId xmlns:a16="http://schemas.microsoft.com/office/drawing/2014/main" id="{D3C252EF-3DA2-4378-A1F7-3AD776391476}"/>
                </a:ext>
              </a:extLst>
            </p:cNvPr>
            <p:cNvSpPr txBox="1">
              <a:spLocks noChangeArrowheads="1"/>
            </p:cNvSpPr>
            <p:nvPr/>
          </p:nvSpPr>
          <p:spPr bwMode="auto">
            <a:xfrm>
              <a:off x="6242320" y="4045390"/>
              <a:ext cx="589786" cy="215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800">
                  <a:solidFill>
                    <a:schemeClr val="tx1"/>
                  </a:solidFill>
                  <a:latin typeface="Times New Roman" panose="02020603050405020304" pitchFamily="18" charset="0"/>
                  <a:ea typeface="仿宋_GB2312" panose="02010609030101010101" pitchFamily="49" charset="-122"/>
                </a:defRPr>
              </a:lvl1pPr>
              <a:lvl2pPr marL="742950" indent="-285750">
                <a:defRPr sz="2800">
                  <a:solidFill>
                    <a:schemeClr val="tx1"/>
                  </a:solidFill>
                  <a:latin typeface="Times New Roman" panose="02020603050405020304" pitchFamily="18" charset="0"/>
                  <a:ea typeface="仿宋_GB2312" panose="02010609030101010101" pitchFamily="49" charset="-122"/>
                </a:defRPr>
              </a:lvl2pPr>
              <a:lvl3pPr marL="1143000" indent="-228600">
                <a:defRPr sz="2800">
                  <a:solidFill>
                    <a:schemeClr val="tx1"/>
                  </a:solidFill>
                  <a:latin typeface="Times New Roman" panose="02020603050405020304" pitchFamily="18" charset="0"/>
                  <a:ea typeface="仿宋_GB2312" panose="02010609030101010101" pitchFamily="49" charset="-122"/>
                </a:defRPr>
              </a:lvl3pPr>
              <a:lvl4pPr marL="1600200" indent="-228600">
                <a:defRPr sz="2800">
                  <a:solidFill>
                    <a:schemeClr val="tx1"/>
                  </a:solidFill>
                  <a:latin typeface="Times New Roman" panose="02020603050405020304" pitchFamily="18" charset="0"/>
                  <a:ea typeface="仿宋_GB2312" panose="02010609030101010101" pitchFamily="49" charset="-122"/>
                </a:defRPr>
              </a:lvl4pPr>
              <a:lvl5pPr marL="2057400" indent="-228600">
                <a:defRPr sz="2800">
                  <a:solidFill>
                    <a:schemeClr val="tx1"/>
                  </a:solidFill>
                  <a:latin typeface="Times New Roman" panose="02020603050405020304" pitchFamily="18" charset="0"/>
                  <a:ea typeface="仿宋_GB2312" panose="02010609030101010101"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anose="02010609030101010101" pitchFamily="49" charset="-122"/>
                </a:defRPr>
              </a:lvl9pPr>
            </a:lstStyle>
            <a:p>
              <a:pPr>
                <a:defRPr/>
              </a:pPr>
              <a:r>
                <a:rPr lang="en-US" altLang="zh-CN" sz="800" b="1">
                  <a:solidFill>
                    <a:srgbClr val="818181"/>
                  </a:solidFill>
                  <a:latin typeface="+mn-lt"/>
                  <a:ea typeface="+mn-ea"/>
                  <a:cs typeface="+mn-ea"/>
                  <a:sym typeface="+mn-lt"/>
                </a:rPr>
                <a:t>OPTION</a:t>
              </a:r>
              <a:endParaRPr lang="zh-CN" altLang="en-US" sz="800" b="1">
                <a:solidFill>
                  <a:srgbClr val="818181"/>
                </a:solidFill>
                <a:latin typeface="+mn-lt"/>
                <a:ea typeface="+mn-ea"/>
                <a:cs typeface="+mn-ea"/>
                <a:sym typeface="+mn-lt"/>
              </a:endParaRPr>
            </a:p>
          </p:txBody>
        </p:sp>
      </p:grpSp>
      <p:sp>
        <p:nvSpPr>
          <p:cNvPr id="23" name="Rectangle 1106">
            <a:extLst>
              <a:ext uri="{FF2B5EF4-FFF2-40B4-BE49-F238E27FC236}">
                <a16:creationId xmlns:a16="http://schemas.microsoft.com/office/drawing/2014/main" id="{0A8CD29D-98A3-4516-BEBD-47C9D35D3F1E}"/>
              </a:ext>
            </a:extLst>
          </p:cNvPr>
          <p:cNvSpPr>
            <a:spLocks noChangeArrowheads="1"/>
          </p:cNvSpPr>
          <p:nvPr/>
        </p:nvSpPr>
        <p:spPr bwMode="auto">
          <a:xfrm>
            <a:off x="1403350" y="3640138"/>
            <a:ext cx="7345363" cy="1157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pPr>
              <a:lnSpc>
                <a:spcPct val="130000"/>
              </a:lnSpc>
            </a:pPr>
            <a:r>
              <a:rPr lang="zh-CN" altLang="en-US">
                <a:ea typeface="微软雅黑" panose="020B0503020204020204" pitchFamily="34" charset="-122"/>
                <a:sym typeface="+mn-lt"/>
              </a:rPr>
              <a:t>能够从时间和空间复杂度的角度比较两种存储结构的不同特点及其适用场合 </a:t>
            </a:r>
          </a:p>
        </p:txBody>
      </p:sp>
      <p:cxnSp>
        <p:nvCxnSpPr>
          <p:cNvPr id="24" name="直接连接符 23">
            <a:extLst>
              <a:ext uri="{FF2B5EF4-FFF2-40B4-BE49-F238E27FC236}">
                <a16:creationId xmlns:a16="http://schemas.microsoft.com/office/drawing/2014/main" id="{E73FE70D-D1D5-4C3C-B920-2C575C0A8560}"/>
              </a:ext>
            </a:extLst>
          </p:cNvPr>
          <p:cNvCxnSpPr/>
          <p:nvPr/>
        </p:nvCxnSpPr>
        <p:spPr bwMode="auto">
          <a:xfrm>
            <a:off x="623888" y="4932363"/>
            <a:ext cx="8124825" cy="0"/>
          </a:xfrm>
          <a:prstGeom prst="line">
            <a:avLst/>
          </a:prstGeom>
          <a:solidFill>
            <a:schemeClr val="accent1"/>
          </a:solidFill>
          <a:ln w="9525" cap="flat" cmpd="sng" algn="ctr">
            <a:solidFill>
              <a:schemeClr val="tx1">
                <a:lumMod val="50000"/>
                <a:lumOff val="50000"/>
              </a:schemeClr>
            </a:solidFill>
            <a:prstDash val="dash"/>
            <a:round/>
            <a:headEnd type="none" w="med" len="med"/>
            <a:tailEnd type="none" w="med" len="med"/>
          </a:ln>
        </p:spPr>
      </p:cxnSp>
      <p:sp>
        <p:nvSpPr>
          <p:cNvPr id="28" name="Shape 26">
            <a:extLst>
              <a:ext uri="{FF2B5EF4-FFF2-40B4-BE49-F238E27FC236}">
                <a16:creationId xmlns:a16="http://schemas.microsoft.com/office/drawing/2014/main" id="{F875F15D-47A4-4647-B8D9-FB3AA5513959}"/>
              </a:ext>
            </a:extLst>
          </p:cNvPr>
          <p:cNvSpPr/>
          <p:nvPr/>
        </p:nvSpPr>
        <p:spPr bwMode="auto">
          <a:xfrm flipH="1">
            <a:off x="0" y="5899150"/>
            <a:ext cx="9144000" cy="97313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Rectangle 6">
            <a:extLst>
              <a:ext uri="{FF2B5EF4-FFF2-40B4-BE49-F238E27FC236}">
                <a16:creationId xmlns:a16="http://schemas.microsoft.com/office/drawing/2014/main" id="{2383FBBD-7B2C-46DC-ACB2-CDEF5CBEA214}"/>
              </a:ext>
            </a:extLst>
          </p:cNvPr>
          <p:cNvSpPr>
            <a:spLocks noChangeArrowheads="1"/>
          </p:cNvSpPr>
          <p:nvPr/>
        </p:nvSpPr>
        <p:spPr bwMode="auto">
          <a:xfrm>
            <a:off x="952500" y="2135188"/>
            <a:ext cx="1841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4323" name="Line 4">
            <a:extLst>
              <a:ext uri="{FF2B5EF4-FFF2-40B4-BE49-F238E27FC236}">
                <a16:creationId xmlns:a16="http://schemas.microsoft.com/office/drawing/2014/main" id="{515EEE9D-93B3-46E4-B97F-07A26CBB4D8B}"/>
              </a:ext>
            </a:extLst>
          </p:cNvPr>
          <p:cNvSpPr>
            <a:spLocks noChangeShapeType="1"/>
          </p:cNvSpPr>
          <p:nvPr/>
        </p:nvSpPr>
        <p:spPr bwMode="auto">
          <a:xfrm>
            <a:off x="2789238" y="2716213"/>
            <a:ext cx="1017587" cy="371475"/>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aphicFrame>
        <p:nvGraphicFramePr>
          <p:cNvPr id="683156" name="Group 148">
            <a:extLst>
              <a:ext uri="{FF2B5EF4-FFF2-40B4-BE49-F238E27FC236}">
                <a16:creationId xmlns:a16="http://schemas.microsoft.com/office/drawing/2014/main" id="{DCB7F34A-2133-8C42-9C9E-A09988CD4214}"/>
              </a:ext>
            </a:extLst>
          </p:cNvPr>
          <p:cNvGraphicFramePr>
            <a:graphicFrameLocks noGrp="1"/>
          </p:cNvGraphicFramePr>
          <p:nvPr/>
        </p:nvGraphicFramePr>
        <p:xfrm>
          <a:off x="323850" y="981075"/>
          <a:ext cx="8539163" cy="5541963"/>
        </p:xfrm>
        <a:graphic>
          <a:graphicData uri="http://schemas.openxmlformats.org/drawingml/2006/table">
            <a:tbl>
              <a:tblPr/>
              <a:tblGrid>
                <a:gridCol w="909638">
                  <a:extLst>
                    <a:ext uri="{9D8B030D-6E8A-4147-A177-3AD203B41FA5}">
                      <a16:colId xmlns:a16="http://schemas.microsoft.com/office/drawing/2014/main" val="3293627203"/>
                    </a:ext>
                  </a:extLst>
                </a:gridCol>
                <a:gridCol w="1138237">
                  <a:extLst>
                    <a:ext uri="{9D8B030D-6E8A-4147-A177-3AD203B41FA5}">
                      <a16:colId xmlns:a16="http://schemas.microsoft.com/office/drawing/2014/main" val="1671721856"/>
                    </a:ext>
                  </a:extLst>
                </a:gridCol>
                <a:gridCol w="2708275">
                  <a:extLst>
                    <a:ext uri="{9D8B030D-6E8A-4147-A177-3AD203B41FA5}">
                      <a16:colId xmlns:a16="http://schemas.microsoft.com/office/drawing/2014/main" val="3455416424"/>
                    </a:ext>
                  </a:extLst>
                </a:gridCol>
                <a:gridCol w="3783013">
                  <a:extLst>
                    <a:ext uri="{9D8B030D-6E8A-4147-A177-3AD203B41FA5}">
                      <a16:colId xmlns:a16="http://schemas.microsoft.com/office/drawing/2014/main" val="813099893"/>
                    </a:ext>
                  </a:extLst>
                </a:gridCol>
              </a:tblGrid>
              <a:tr h="592138">
                <a:tc gridSpan="2">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1" lang="zh-CN" altLang="zh-CN"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endParaRPr>
                    </a:p>
                  </a:txBody>
                  <a:tcPr marL="91433" marR="91433" horzOverflow="overflow">
                    <a:lnL>
                      <a:noFill/>
                    </a:lnL>
                    <a:lnR>
                      <a:noFill/>
                    </a:lnR>
                    <a:lnT>
                      <a:noFill/>
                    </a:lnT>
                    <a:lnB w="12700" cap="flat" cmpd="sng" algn="ctr">
                      <a:solidFill>
                        <a:schemeClr val="tx1"/>
                      </a:solidFill>
                      <a:prstDash val="solid"/>
                      <a:round/>
                      <a:headEnd type="none" w="med" len="med"/>
                      <a:tailEnd type="none" w="med" len="med"/>
                    </a:lnB>
                    <a:lnTlToBr>
                      <a:noFill/>
                    </a:lnTlToBr>
                    <a:lnBlToTr>
                      <a:noFill/>
                    </a:lnBlToTr>
                    <a:solidFill>
                      <a:srgbClr val="A78DC2"/>
                    </a:solidFill>
                  </a:tcPr>
                </a:tc>
                <a:tc hMerge="1">
                  <a:txBody>
                    <a:bodyPr/>
                    <a:lstStyle/>
                    <a:p>
                      <a:endParaRPr lang="en-US"/>
                    </a:p>
                  </a:txBody>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顺  序  表</a:t>
                      </a:r>
                    </a:p>
                  </a:txBody>
                  <a:tcPr marL="91433" marR="91433" anchor="ctr" horzOverflow="overflow">
                    <a:lnL>
                      <a:noFill/>
                    </a:lnL>
                    <a:lnR>
                      <a:noFill/>
                    </a:lnR>
                    <a:lnT>
                      <a:noFill/>
                    </a:lnT>
                    <a:lnB w="12700" cap="flat" cmpd="sng" algn="ctr">
                      <a:solidFill>
                        <a:schemeClr val="tx1"/>
                      </a:solidFill>
                      <a:prstDash val="solid"/>
                      <a:round/>
                      <a:headEnd type="none" w="med" len="med"/>
                      <a:tailEnd type="none" w="med" len="med"/>
                    </a:lnB>
                    <a:lnTlToBr>
                      <a:noFill/>
                    </a:lnTlToBr>
                    <a:lnBlToTr>
                      <a:noFill/>
                    </a:lnBlToTr>
                    <a:solidFill>
                      <a:srgbClr val="A78DC2"/>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bg1"/>
                          </a:solidFill>
                          <a:effectLst/>
                          <a:latin typeface="Times New Roman" panose="02020603050405020304" pitchFamily="18" charset="0"/>
                          <a:ea typeface="微软雅黑" panose="020B0503020204020204" pitchFamily="34" charset="-122"/>
                          <a:sym typeface="+mn-lt"/>
                        </a:rPr>
                        <a:t>链    表</a:t>
                      </a:r>
                    </a:p>
                  </a:txBody>
                  <a:tcPr marL="91433" marR="91433" anchor="ctr" horzOverflow="overflow">
                    <a:lnL>
                      <a:noFill/>
                    </a:lnL>
                    <a:lnR>
                      <a:noFill/>
                    </a:lnR>
                    <a:lnT>
                      <a:noFill/>
                    </a:lnT>
                    <a:lnB w="12700" cap="flat" cmpd="sng" algn="ctr">
                      <a:solidFill>
                        <a:schemeClr val="tx1"/>
                      </a:solidFill>
                      <a:prstDash val="solid"/>
                      <a:round/>
                      <a:headEnd type="none" w="med" len="med"/>
                      <a:tailEnd type="none" w="med" len="med"/>
                    </a:lnB>
                    <a:lnTlToBr>
                      <a:noFill/>
                    </a:lnTlToBr>
                    <a:lnBlToTr>
                      <a:noFill/>
                    </a:lnBlToTr>
                    <a:solidFill>
                      <a:srgbClr val="A78DC2"/>
                    </a:solidFill>
                  </a:tcPr>
                </a:tc>
                <a:extLst>
                  <a:ext uri="{0D108BD9-81ED-4DB2-BD59-A6C34878D82A}">
                    <a16:rowId xmlns:a16="http://schemas.microsoft.com/office/drawing/2014/main" val="3172987713"/>
                  </a:ext>
                </a:extLst>
              </a:tr>
              <a:tr h="639763">
                <a:tc rowSpan="2">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空间</a:t>
                      </a:r>
                    </a:p>
                  </a:txBody>
                  <a:tcPr marL="91433" marR="91433"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存储空间</a:t>
                      </a:r>
                    </a:p>
                  </a:txBody>
                  <a:tcPr marL="91433" marR="9143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预先分配，会导致空间闲置或溢出现象</a:t>
                      </a:r>
                    </a:p>
                  </a:txBody>
                  <a:tcPr marL="91433" marR="91433"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动态分配，不会出现闲置或溢出现象</a:t>
                      </a:r>
                    </a:p>
                  </a:txBody>
                  <a:tcPr marL="91433" marR="91433"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572631301"/>
                  </a:ext>
                </a:extLst>
              </a:tr>
              <a:tr h="1123950">
                <a:tc vMerge="1">
                  <a:txBody>
                    <a:bodyPr/>
                    <a:lstStyle/>
                    <a:p>
                      <a:endParaRPr lang="en-US"/>
                    </a:p>
                  </a:txBody>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存储密度</a:t>
                      </a:r>
                    </a:p>
                  </a:txBody>
                  <a:tcPr marL="91433" marR="9143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不用为表示结点间的逻辑关系而增加额外的存储开销，存储密度等于</a:t>
                      </a:r>
                      <a:r>
                        <a:rPr kumimoji="1"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1</a:t>
                      </a:r>
                    </a:p>
                  </a:txBody>
                  <a:tcPr marL="91433" marR="91433"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需要借助指针来体现元素间的逻辑关系，存储密度小于</a:t>
                      </a:r>
                      <a:r>
                        <a:rPr kumimoji="1"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1</a:t>
                      </a:r>
                    </a:p>
                  </a:txBody>
                  <a:tcPr marL="91433" marR="91433"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768201538"/>
                  </a:ext>
                </a:extLst>
              </a:tr>
              <a:tr h="796925">
                <a:tc rowSpan="2">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时间</a:t>
                      </a:r>
                    </a:p>
                  </a:txBody>
                  <a:tcPr marL="91433" marR="91433"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存取元素</a:t>
                      </a:r>
                    </a:p>
                  </a:txBody>
                  <a:tcPr marL="91433" marR="91433"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随机存取，时间复杂度为</a:t>
                      </a:r>
                      <a:r>
                        <a:rPr kumimoji="1"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O(1)</a:t>
                      </a:r>
                    </a:p>
                  </a:txBody>
                  <a:tcPr marL="91433" marR="91433"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顺序存取，时间复杂度为</a:t>
                      </a:r>
                      <a:r>
                        <a:rPr kumimoji="1"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O(</a:t>
                      </a:r>
                      <a:r>
                        <a:rPr kumimoji="1" lang="en-US" altLang="zh-CN" sz="1800" b="0" i="1"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n</a:t>
                      </a:r>
                      <a:r>
                        <a:rPr kumimoji="1"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a:t>
                      </a:r>
                    </a:p>
                  </a:txBody>
                  <a:tcPr marL="91433" marR="91433"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175713470"/>
                  </a:ext>
                </a:extLst>
              </a:tr>
              <a:tr h="639763">
                <a:tc vMerge="1">
                  <a:txBody>
                    <a:bodyPr/>
                    <a:lstStyle/>
                    <a:p>
                      <a:endParaRPr lang="en-US"/>
                    </a:p>
                  </a:txBody>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插入、删除</a:t>
                      </a:r>
                    </a:p>
                  </a:txBody>
                  <a:tcPr marL="91433" marR="9143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平均移动约表中一半元素，时间复杂度为</a:t>
                      </a:r>
                      <a:r>
                        <a:rPr kumimoji="1"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O(</a:t>
                      </a:r>
                      <a:r>
                        <a:rPr kumimoji="1" lang="en-US" altLang="zh-CN" sz="1800" b="0" i="1"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n</a:t>
                      </a:r>
                      <a:r>
                        <a:rPr kumimoji="1"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a:t>
                      </a:r>
                    </a:p>
                  </a:txBody>
                  <a:tcPr marL="91433" marR="9143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不需移动元素，确定插入、删除位置后，时间复杂度为</a:t>
                      </a:r>
                      <a:r>
                        <a:rPr kumimoji="1"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O(1)</a:t>
                      </a:r>
                    </a:p>
                  </a:txBody>
                  <a:tcPr marL="91433" marR="9143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829076667"/>
                  </a:ext>
                </a:extLst>
              </a:tr>
              <a:tr h="1749425">
                <a:tc gridSpan="2">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适用情况</a:t>
                      </a:r>
                    </a:p>
                  </a:txBody>
                  <a:tcPr marL="91433" marR="91433"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hMerge="1">
                  <a:txBody>
                    <a:bodyPr/>
                    <a:lstStyle/>
                    <a:p>
                      <a:endParaRPr lang="en-US"/>
                    </a:p>
                  </a:txBody>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① </a:t>
                      </a: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表长变化不大，且能事先确定变化的范围</a:t>
                      </a:r>
                    </a:p>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② 很少进行插入或删除操作，经常按元素序号访问数据元素</a:t>
                      </a:r>
                    </a:p>
                  </a:txBody>
                  <a:tcPr marL="91433" marR="91433"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lnSpc>
                          <a:spcPct val="130000"/>
                        </a:lnSpc>
                        <a:defRPr sz="20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defRPr sz="24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defRPr sz="20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defRPr>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defRPr>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ea typeface="微软雅黑" panose="020B0503020204020204" pitchFamily="34"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zh-CN"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① </a:t>
                      </a: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长度变化较大</a:t>
                      </a:r>
                    </a:p>
                    <a:p>
                      <a:pPr marL="0" marR="0" lvl="0" indent="0" algn="l" defTabSz="914400" rtl="0" eaLnBrk="0" fontAlgn="base" latinLnBrk="0" hangingPunct="0">
                        <a:lnSpc>
                          <a:spcPct val="100000"/>
                        </a:lnSpc>
                        <a:spcBef>
                          <a:spcPct val="0"/>
                        </a:spcBef>
                        <a:spcAft>
                          <a:spcPct val="0"/>
                        </a:spcAft>
                        <a:buClrTx/>
                        <a:buSzTx/>
                        <a:buFontTx/>
                        <a:buNone/>
                        <a:tabLst/>
                      </a:pPr>
                      <a:r>
                        <a:rPr kumimoji="1" lang="zh-CN" altLang="en-US" sz="1800" b="0" i="0" u="none" strike="noStrike" cap="none" normalizeH="0" baseline="0">
                          <a:ln>
                            <a:noFill/>
                          </a:ln>
                          <a:solidFill>
                            <a:schemeClr val="tx1"/>
                          </a:solidFill>
                          <a:effectLst/>
                          <a:latin typeface="Times New Roman" panose="02020603050405020304" pitchFamily="18" charset="0"/>
                          <a:ea typeface="微软雅黑" panose="020B0503020204020204" pitchFamily="34" charset="-122"/>
                          <a:sym typeface="+mn-lt"/>
                        </a:rPr>
                        <a:t>② 频繁进行插入或删除操作</a:t>
                      </a:r>
                    </a:p>
                  </a:txBody>
                  <a:tcPr marL="91433" marR="91433"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951794203"/>
                  </a:ext>
                </a:extLst>
              </a:tr>
            </a:tbl>
          </a:graphicData>
        </a:graphic>
      </p:graphicFrame>
      <p:sp>
        <p:nvSpPr>
          <p:cNvPr id="5" name="Comment 5">
            <a:extLst>
              <a:ext uri="{FF2B5EF4-FFF2-40B4-BE49-F238E27FC236}">
                <a16:creationId xmlns:a16="http://schemas.microsoft.com/office/drawing/2014/main" id="{F8269C44-DED2-4EE0-9B2A-941D3C365DA8}"/>
              </a:ext>
            </a:extLst>
          </p:cNvPr>
          <p:cNvSpPr>
            <a:spLocks noChangeArrowheads="1"/>
          </p:cNvSpPr>
          <p:nvPr/>
        </p:nvSpPr>
        <p:spPr bwMode="auto">
          <a:xfrm>
            <a:off x="827088" y="198438"/>
            <a:ext cx="1676400"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小结</a:t>
            </a: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Rectangle 4">
            <a:extLst>
              <a:ext uri="{FF2B5EF4-FFF2-40B4-BE49-F238E27FC236}">
                <a16:creationId xmlns:a16="http://schemas.microsoft.com/office/drawing/2014/main" id="{D9934E81-ECA5-4E26-823D-AF32DC67D0CE}"/>
              </a:ext>
            </a:extLst>
          </p:cNvPr>
          <p:cNvSpPr>
            <a:spLocks noChangeArrowheads="1"/>
          </p:cNvSpPr>
          <p:nvPr/>
        </p:nvSpPr>
        <p:spPr bwMode="auto">
          <a:xfrm>
            <a:off x="0" y="957263"/>
            <a:ext cx="9144000" cy="1533525"/>
          </a:xfrm>
          <a:prstGeom prst="rect">
            <a:avLst/>
          </a:prstGeom>
          <a:solidFill>
            <a:srgbClr val="F6F6F6"/>
          </a:solidFill>
          <a:ln>
            <a:noFill/>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spcBef>
                <a:spcPct val="20000"/>
              </a:spcBef>
            </a:pPr>
            <a:r>
              <a:rPr lang="zh-CN" altLang="en-US">
                <a:sym typeface="+mn-lt"/>
              </a:rPr>
              <a:t>（</a:t>
            </a:r>
            <a:r>
              <a:rPr lang="en-US" altLang="zh-CN">
                <a:sym typeface="+mn-lt"/>
              </a:rPr>
              <a:t>1</a:t>
            </a:r>
            <a:r>
              <a:rPr lang="zh-CN" altLang="en-US">
                <a:sym typeface="+mn-lt"/>
              </a:rPr>
              <a:t>）将两个</a:t>
            </a:r>
            <a:r>
              <a:rPr lang="zh-CN" altLang="en-US">
                <a:solidFill>
                  <a:srgbClr val="FF0000"/>
                </a:solidFill>
                <a:sym typeface="+mn-lt"/>
              </a:rPr>
              <a:t>递增</a:t>
            </a:r>
            <a:r>
              <a:rPr lang="zh-CN" altLang="en-US">
                <a:sym typeface="+mn-lt"/>
              </a:rPr>
              <a:t>的有序链表合并为一个</a:t>
            </a:r>
            <a:r>
              <a:rPr lang="zh-CN" altLang="en-US">
                <a:solidFill>
                  <a:srgbClr val="FF0000"/>
                </a:solidFill>
                <a:sym typeface="+mn-lt"/>
              </a:rPr>
              <a:t>递增</a:t>
            </a:r>
            <a:r>
              <a:rPr lang="zh-CN" altLang="en-US">
                <a:sym typeface="+mn-lt"/>
              </a:rPr>
              <a:t>的有序链表。要求结果链表仍使用原来两个链表的存储空间，不另外占用其他的存储空间。表中</a:t>
            </a:r>
            <a:r>
              <a:rPr lang="zh-CN" altLang="en-US">
                <a:solidFill>
                  <a:srgbClr val="FF0000"/>
                </a:solidFill>
                <a:sym typeface="+mn-lt"/>
              </a:rPr>
              <a:t>不允许有重复</a:t>
            </a:r>
            <a:r>
              <a:rPr lang="zh-CN" altLang="en-US">
                <a:sym typeface="+mn-lt"/>
              </a:rPr>
              <a:t>的数据。</a:t>
            </a:r>
          </a:p>
        </p:txBody>
      </p:sp>
      <p:sp>
        <p:nvSpPr>
          <p:cNvPr id="185347" name="Comment 6">
            <a:extLst>
              <a:ext uri="{FF2B5EF4-FFF2-40B4-BE49-F238E27FC236}">
                <a16:creationId xmlns:a16="http://schemas.microsoft.com/office/drawing/2014/main" id="{A275C3C4-29B8-4778-BD19-C4DF1335EB17}"/>
              </a:ext>
            </a:extLst>
          </p:cNvPr>
          <p:cNvSpPr>
            <a:spLocks noChangeArrowheads="1"/>
          </p:cNvSpPr>
          <p:nvPr/>
        </p:nvSpPr>
        <p:spPr bwMode="auto">
          <a:xfrm>
            <a:off x="900113" y="198438"/>
            <a:ext cx="3389312"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算法设计题</a:t>
            </a:r>
          </a:p>
        </p:txBody>
      </p:sp>
      <p:sp>
        <p:nvSpPr>
          <p:cNvPr id="4" name="Rectangle 5">
            <a:extLst>
              <a:ext uri="{FF2B5EF4-FFF2-40B4-BE49-F238E27FC236}">
                <a16:creationId xmlns:a16="http://schemas.microsoft.com/office/drawing/2014/main" id="{A620551E-1F3E-4F1B-91CB-74390EE7B5C2}"/>
              </a:ext>
            </a:extLst>
          </p:cNvPr>
          <p:cNvSpPr>
            <a:spLocks noChangeArrowheads="1"/>
          </p:cNvSpPr>
          <p:nvPr/>
        </p:nvSpPr>
        <p:spPr bwMode="auto">
          <a:xfrm>
            <a:off x="-39688" y="2674938"/>
            <a:ext cx="2563813" cy="523875"/>
          </a:xfrm>
          <a:prstGeom prst="rect">
            <a:avLst/>
          </a:prstGeom>
          <a:solidFill>
            <a:srgbClr val="9476B6"/>
          </a:solidFill>
          <a:ln w="38100">
            <a:noFill/>
            <a:miter lim="800000"/>
            <a:headEnd/>
            <a:tailEnd/>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buClr>
                <a:srgbClr val="FF0000"/>
              </a:buClr>
              <a:buFont typeface="Wingdings" panose="05000000000000000000" pitchFamily="2" charset="2"/>
              <a:buNone/>
              <a:defRPr/>
            </a:pPr>
            <a:r>
              <a:rPr lang="zh-CN" altLang="en-US" sz="2800" dirty="0">
                <a:solidFill>
                  <a:schemeClr val="bg1"/>
                </a:solidFill>
                <a:latin typeface="+mn-lt"/>
                <a:ea typeface="+mn-ea"/>
                <a:cs typeface="+mn-ea"/>
                <a:sym typeface="+mn-lt"/>
              </a:rPr>
              <a:t>参考算法</a:t>
            </a:r>
            <a:r>
              <a:rPr lang="en-US" altLang="zh-CN" sz="2800" dirty="0">
                <a:solidFill>
                  <a:schemeClr val="bg1"/>
                </a:solidFill>
                <a:latin typeface="+mn-lt"/>
                <a:ea typeface="+mn-ea"/>
                <a:cs typeface="+mn-ea"/>
                <a:sym typeface="+mn-lt"/>
              </a:rPr>
              <a:t>2.17</a:t>
            </a:r>
          </a:p>
        </p:txBody>
      </p:sp>
      <p:sp>
        <p:nvSpPr>
          <p:cNvPr id="5" name="Rectangle 6">
            <a:extLst>
              <a:ext uri="{FF2B5EF4-FFF2-40B4-BE49-F238E27FC236}">
                <a16:creationId xmlns:a16="http://schemas.microsoft.com/office/drawing/2014/main" id="{1A560B48-5B76-41D5-81F3-D5D0CEF1713D}"/>
              </a:ext>
            </a:extLst>
          </p:cNvPr>
          <p:cNvSpPr>
            <a:spLocks noChangeArrowheads="1"/>
          </p:cNvSpPr>
          <p:nvPr/>
        </p:nvSpPr>
        <p:spPr bwMode="auto">
          <a:xfrm>
            <a:off x="-39688" y="5805488"/>
            <a:ext cx="9183688" cy="1071562"/>
          </a:xfrm>
          <a:prstGeom prst="rect">
            <a:avLst/>
          </a:prstGeom>
          <a:solidFill>
            <a:srgbClr val="EAEAEA"/>
          </a:solidFill>
          <a:ln>
            <a:noFill/>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a:sym typeface="+mn-lt"/>
              </a:rPr>
              <a:t>        要单独考虑</a:t>
            </a:r>
            <a:br>
              <a:rPr lang="zh-CN" altLang="en-US">
                <a:sym typeface="+mn-lt"/>
              </a:rPr>
            </a:br>
            <a:r>
              <a:rPr lang="zh-CN" altLang="en-US">
                <a:sym typeface="+mn-lt"/>
              </a:rPr>
              <a:t>        </a:t>
            </a:r>
            <a:r>
              <a:rPr lang="en-US" altLang="zh-CN">
                <a:solidFill>
                  <a:srgbClr val="FF0000"/>
                </a:solidFill>
                <a:sym typeface="+mn-lt"/>
              </a:rPr>
              <a:t>pa-&gt;data = =pb-&gt;data </a:t>
            </a:r>
          </a:p>
        </p:txBody>
      </p:sp>
      <p:grpSp>
        <p:nvGrpSpPr>
          <p:cNvPr id="193542" name="Group 7">
            <a:extLst>
              <a:ext uri="{FF2B5EF4-FFF2-40B4-BE49-F238E27FC236}">
                <a16:creationId xmlns:a16="http://schemas.microsoft.com/office/drawing/2014/main" id="{A0F0EF2A-7DE9-3C40-BA5C-75D858F78BE3}"/>
              </a:ext>
            </a:extLst>
          </p:cNvPr>
          <p:cNvGrpSpPr>
            <a:grpSpLocks/>
          </p:cNvGrpSpPr>
          <p:nvPr/>
        </p:nvGrpSpPr>
        <p:grpSpPr bwMode="auto">
          <a:xfrm>
            <a:off x="3379788" y="3765550"/>
            <a:ext cx="838200" cy="381000"/>
            <a:chOff x="1968" y="1344"/>
            <a:chExt cx="528" cy="240"/>
          </a:xfrm>
        </p:grpSpPr>
        <p:sp>
          <p:nvSpPr>
            <p:cNvPr id="7" name="Rectangle 8">
              <a:extLst>
                <a:ext uri="{FF2B5EF4-FFF2-40B4-BE49-F238E27FC236}">
                  <a16:creationId xmlns:a16="http://schemas.microsoft.com/office/drawing/2014/main" id="{9E27B5D7-3E87-4F1F-82AA-02E6EB2283FC}"/>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8" name="Rectangle 9">
              <a:extLst>
                <a:ext uri="{FF2B5EF4-FFF2-40B4-BE49-F238E27FC236}">
                  <a16:creationId xmlns:a16="http://schemas.microsoft.com/office/drawing/2014/main" id="{13E30DF0-3FFD-41C9-8EAA-0111372FCAE0}"/>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3543" name="Group 10">
            <a:extLst>
              <a:ext uri="{FF2B5EF4-FFF2-40B4-BE49-F238E27FC236}">
                <a16:creationId xmlns:a16="http://schemas.microsoft.com/office/drawing/2014/main" id="{6849B8EF-C603-EF4C-B5A5-D3B706431567}"/>
              </a:ext>
            </a:extLst>
          </p:cNvPr>
          <p:cNvGrpSpPr>
            <a:grpSpLocks/>
          </p:cNvGrpSpPr>
          <p:nvPr/>
        </p:nvGrpSpPr>
        <p:grpSpPr bwMode="auto">
          <a:xfrm>
            <a:off x="4598988" y="3765550"/>
            <a:ext cx="838200" cy="381000"/>
            <a:chOff x="1968" y="1344"/>
            <a:chExt cx="528" cy="240"/>
          </a:xfrm>
        </p:grpSpPr>
        <p:sp>
          <p:nvSpPr>
            <p:cNvPr id="10" name="Rectangle 11">
              <a:extLst>
                <a:ext uri="{FF2B5EF4-FFF2-40B4-BE49-F238E27FC236}">
                  <a16:creationId xmlns:a16="http://schemas.microsoft.com/office/drawing/2014/main" id="{652BF71D-AF3F-474F-B337-CC805FF2F568}"/>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1" name="Rectangle 12">
              <a:extLst>
                <a:ext uri="{FF2B5EF4-FFF2-40B4-BE49-F238E27FC236}">
                  <a16:creationId xmlns:a16="http://schemas.microsoft.com/office/drawing/2014/main" id="{A4F68849-4895-4623-B1D0-58C1818E94A7}"/>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3544" name="Group 13">
            <a:extLst>
              <a:ext uri="{FF2B5EF4-FFF2-40B4-BE49-F238E27FC236}">
                <a16:creationId xmlns:a16="http://schemas.microsoft.com/office/drawing/2014/main" id="{C91461EC-8328-A948-99EE-5EDDDEC70422}"/>
              </a:ext>
            </a:extLst>
          </p:cNvPr>
          <p:cNvGrpSpPr>
            <a:grpSpLocks/>
          </p:cNvGrpSpPr>
          <p:nvPr/>
        </p:nvGrpSpPr>
        <p:grpSpPr bwMode="auto">
          <a:xfrm>
            <a:off x="5818188" y="3765550"/>
            <a:ext cx="838200" cy="381000"/>
            <a:chOff x="1968" y="1344"/>
            <a:chExt cx="528" cy="240"/>
          </a:xfrm>
        </p:grpSpPr>
        <p:sp>
          <p:nvSpPr>
            <p:cNvPr id="13" name="Rectangle 14">
              <a:extLst>
                <a:ext uri="{FF2B5EF4-FFF2-40B4-BE49-F238E27FC236}">
                  <a16:creationId xmlns:a16="http://schemas.microsoft.com/office/drawing/2014/main" id="{59A25A4C-7080-4193-BA3A-6BC3F52D58E6}"/>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4" name="Rectangle 15">
              <a:extLst>
                <a:ext uri="{FF2B5EF4-FFF2-40B4-BE49-F238E27FC236}">
                  <a16:creationId xmlns:a16="http://schemas.microsoft.com/office/drawing/2014/main" id="{42E63A02-780B-4FAF-ADFB-8E3ED23FBA14}"/>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3545" name="Group 16">
            <a:extLst>
              <a:ext uri="{FF2B5EF4-FFF2-40B4-BE49-F238E27FC236}">
                <a16:creationId xmlns:a16="http://schemas.microsoft.com/office/drawing/2014/main" id="{99816932-9D14-A440-AB77-4BD2C9816DDB}"/>
              </a:ext>
            </a:extLst>
          </p:cNvPr>
          <p:cNvGrpSpPr>
            <a:grpSpLocks/>
          </p:cNvGrpSpPr>
          <p:nvPr/>
        </p:nvGrpSpPr>
        <p:grpSpPr bwMode="auto">
          <a:xfrm>
            <a:off x="2236788" y="3765550"/>
            <a:ext cx="838200" cy="381000"/>
            <a:chOff x="1968" y="1344"/>
            <a:chExt cx="528" cy="240"/>
          </a:xfrm>
        </p:grpSpPr>
        <p:sp>
          <p:nvSpPr>
            <p:cNvPr id="16" name="Rectangle 17">
              <a:extLst>
                <a:ext uri="{FF2B5EF4-FFF2-40B4-BE49-F238E27FC236}">
                  <a16:creationId xmlns:a16="http://schemas.microsoft.com/office/drawing/2014/main" id="{69DAB925-46C8-4742-B8F7-4794DAF5298F}"/>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7" name="Rectangle 18">
              <a:extLst>
                <a:ext uri="{FF2B5EF4-FFF2-40B4-BE49-F238E27FC236}">
                  <a16:creationId xmlns:a16="http://schemas.microsoft.com/office/drawing/2014/main" id="{411769C8-F52A-4C05-9046-050057383F6C}"/>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3546" name="Group 19">
            <a:extLst>
              <a:ext uri="{FF2B5EF4-FFF2-40B4-BE49-F238E27FC236}">
                <a16:creationId xmlns:a16="http://schemas.microsoft.com/office/drawing/2014/main" id="{3884E092-33A2-7241-B259-C3A47859FB13}"/>
              </a:ext>
            </a:extLst>
          </p:cNvPr>
          <p:cNvGrpSpPr>
            <a:grpSpLocks/>
          </p:cNvGrpSpPr>
          <p:nvPr/>
        </p:nvGrpSpPr>
        <p:grpSpPr bwMode="auto">
          <a:xfrm>
            <a:off x="1931988" y="5059363"/>
            <a:ext cx="838200" cy="381000"/>
            <a:chOff x="1968" y="1344"/>
            <a:chExt cx="528" cy="240"/>
          </a:xfrm>
        </p:grpSpPr>
        <p:sp>
          <p:nvSpPr>
            <p:cNvPr id="19" name="Rectangle 20">
              <a:extLst>
                <a:ext uri="{FF2B5EF4-FFF2-40B4-BE49-F238E27FC236}">
                  <a16:creationId xmlns:a16="http://schemas.microsoft.com/office/drawing/2014/main" id="{1E57243C-7AE0-45DF-A04C-93873BEABC54}"/>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0" name="Rectangle 21">
              <a:extLst>
                <a:ext uri="{FF2B5EF4-FFF2-40B4-BE49-F238E27FC236}">
                  <a16:creationId xmlns:a16="http://schemas.microsoft.com/office/drawing/2014/main" id="{D4C11A37-B1BE-4C17-A6F3-EA6CACB8115A}"/>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3547" name="Group 22">
            <a:extLst>
              <a:ext uri="{FF2B5EF4-FFF2-40B4-BE49-F238E27FC236}">
                <a16:creationId xmlns:a16="http://schemas.microsoft.com/office/drawing/2014/main" id="{DA5DD67E-50F1-3448-A6FF-0D51590A9241}"/>
              </a:ext>
            </a:extLst>
          </p:cNvPr>
          <p:cNvGrpSpPr>
            <a:grpSpLocks/>
          </p:cNvGrpSpPr>
          <p:nvPr/>
        </p:nvGrpSpPr>
        <p:grpSpPr bwMode="auto">
          <a:xfrm>
            <a:off x="3074988" y="5059363"/>
            <a:ext cx="838200" cy="381000"/>
            <a:chOff x="1968" y="1344"/>
            <a:chExt cx="528" cy="240"/>
          </a:xfrm>
        </p:grpSpPr>
        <p:sp>
          <p:nvSpPr>
            <p:cNvPr id="22" name="Rectangle 23">
              <a:extLst>
                <a:ext uri="{FF2B5EF4-FFF2-40B4-BE49-F238E27FC236}">
                  <a16:creationId xmlns:a16="http://schemas.microsoft.com/office/drawing/2014/main" id="{91A12BF4-473A-4563-9780-DBBE1D912F65}"/>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3" name="Rectangle 24">
              <a:extLst>
                <a:ext uri="{FF2B5EF4-FFF2-40B4-BE49-F238E27FC236}">
                  <a16:creationId xmlns:a16="http://schemas.microsoft.com/office/drawing/2014/main" id="{033F06E9-DFBB-43DF-8FC2-1780A06ECAF9}"/>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3548" name="Group 25">
            <a:extLst>
              <a:ext uri="{FF2B5EF4-FFF2-40B4-BE49-F238E27FC236}">
                <a16:creationId xmlns:a16="http://schemas.microsoft.com/office/drawing/2014/main" id="{8419A4B5-4546-6542-AAFC-943BC62E892E}"/>
              </a:ext>
            </a:extLst>
          </p:cNvPr>
          <p:cNvGrpSpPr>
            <a:grpSpLocks/>
          </p:cNvGrpSpPr>
          <p:nvPr/>
        </p:nvGrpSpPr>
        <p:grpSpPr bwMode="auto">
          <a:xfrm>
            <a:off x="4294188" y="5059363"/>
            <a:ext cx="838200" cy="381000"/>
            <a:chOff x="1968" y="1344"/>
            <a:chExt cx="528" cy="240"/>
          </a:xfrm>
        </p:grpSpPr>
        <p:sp>
          <p:nvSpPr>
            <p:cNvPr id="25" name="Rectangle 26">
              <a:extLst>
                <a:ext uri="{FF2B5EF4-FFF2-40B4-BE49-F238E27FC236}">
                  <a16:creationId xmlns:a16="http://schemas.microsoft.com/office/drawing/2014/main" id="{49D496BC-1001-45A6-AB49-9C6B77F9D352}"/>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6" name="Rectangle 27">
              <a:extLst>
                <a:ext uri="{FF2B5EF4-FFF2-40B4-BE49-F238E27FC236}">
                  <a16:creationId xmlns:a16="http://schemas.microsoft.com/office/drawing/2014/main" id="{4B915E74-0CFE-4DD3-9453-2E0D9B375FC5}"/>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27" name="Group 28">
            <a:extLst>
              <a:ext uri="{FF2B5EF4-FFF2-40B4-BE49-F238E27FC236}">
                <a16:creationId xmlns:a16="http://schemas.microsoft.com/office/drawing/2014/main" id="{0815A049-3B7D-480F-BBF9-4F79B3A2679F}"/>
              </a:ext>
            </a:extLst>
          </p:cNvPr>
          <p:cNvGrpSpPr>
            <a:grpSpLocks/>
          </p:cNvGrpSpPr>
          <p:nvPr/>
        </p:nvGrpSpPr>
        <p:grpSpPr bwMode="auto">
          <a:xfrm>
            <a:off x="5512858" y="5059430"/>
            <a:ext cx="838200" cy="381000"/>
            <a:chOff x="1968" y="1344"/>
            <a:chExt cx="528" cy="240"/>
          </a:xfrm>
          <a:noFill/>
        </p:grpSpPr>
        <p:sp>
          <p:nvSpPr>
            <p:cNvPr id="28" name="Rectangle 29">
              <a:extLst>
                <a:ext uri="{FF2B5EF4-FFF2-40B4-BE49-F238E27FC236}">
                  <a16:creationId xmlns:a16="http://schemas.microsoft.com/office/drawing/2014/main" id="{A46AA97F-36B1-4C18-AC1C-EFA78D860487}"/>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29" name="Rectangle 30">
              <a:extLst>
                <a:ext uri="{FF2B5EF4-FFF2-40B4-BE49-F238E27FC236}">
                  <a16:creationId xmlns:a16="http://schemas.microsoft.com/office/drawing/2014/main" id="{65A2B466-1FE8-4E86-976F-B92E53E4A9F8}"/>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3550" name="Group 31">
            <a:extLst>
              <a:ext uri="{FF2B5EF4-FFF2-40B4-BE49-F238E27FC236}">
                <a16:creationId xmlns:a16="http://schemas.microsoft.com/office/drawing/2014/main" id="{05B9FB80-BEF7-0148-9942-A9FAE1A74CFA}"/>
              </a:ext>
            </a:extLst>
          </p:cNvPr>
          <p:cNvGrpSpPr>
            <a:grpSpLocks/>
          </p:cNvGrpSpPr>
          <p:nvPr/>
        </p:nvGrpSpPr>
        <p:grpSpPr bwMode="auto">
          <a:xfrm>
            <a:off x="6708775" y="5059363"/>
            <a:ext cx="838200" cy="381000"/>
            <a:chOff x="1968" y="1344"/>
            <a:chExt cx="528" cy="240"/>
          </a:xfrm>
        </p:grpSpPr>
        <p:sp>
          <p:nvSpPr>
            <p:cNvPr id="31" name="Rectangle 32">
              <a:extLst>
                <a:ext uri="{FF2B5EF4-FFF2-40B4-BE49-F238E27FC236}">
                  <a16:creationId xmlns:a16="http://schemas.microsoft.com/office/drawing/2014/main" id="{24AC4171-B180-4DEE-A74C-BA46C77940CF}"/>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32" name="Rectangle 33">
              <a:extLst>
                <a:ext uri="{FF2B5EF4-FFF2-40B4-BE49-F238E27FC236}">
                  <a16:creationId xmlns:a16="http://schemas.microsoft.com/office/drawing/2014/main" id="{16ABCB88-F66A-4EC9-93BC-FCC09F0A1373}"/>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3551" name="Group 34">
            <a:extLst>
              <a:ext uri="{FF2B5EF4-FFF2-40B4-BE49-F238E27FC236}">
                <a16:creationId xmlns:a16="http://schemas.microsoft.com/office/drawing/2014/main" id="{208DF7CA-039A-394F-B573-A823F282FE2A}"/>
              </a:ext>
            </a:extLst>
          </p:cNvPr>
          <p:cNvGrpSpPr>
            <a:grpSpLocks/>
          </p:cNvGrpSpPr>
          <p:nvPr/>
        </p:nvGrpSpPr>
        <p:grpSpPr bwMode="auto">
          <a:xfrm>
            <a:off x="7851775" y="5059363"/>
            <a:ext cx="838200" cy="381000"/>
            <a:chOff x="1968" y="1344"/>
            <a:chExt cx="528" cy="240"/>
          </a:xfrm>
        </p:grpSpPr>
        <p:sp>
          <p:nvSpPr>
            <p:cNvPr id="34" name="Rectangle 35">
              <a:extLst>
                <a:ext uri="{FF2B5EF4-FFF2-40B4-BE49-F238E27FC236}">
                  <a16:creationId xmlns:a16="http://schemas.microsoft.com/office/drawing/2014/main" id="{47027178-9633-4BA4-8100-3F32E22D0106}"/>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35" name="Rectangle 36">
              <a:extLst>
                <a:ext uri="{FF2B5EF4-FFF2-40B4-BE49-F238E27FC236}">
                  <a16:creationId xmlns:a16="http://schemas.microsoft.com/office/drawing/2014/main" id="{D11E25A7-B4C5-49DB-B8BF-AD6ACF92E846}"/>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36" name="Line 37">
            <a:extLst>
              <a:ext uri="{FF2B5EF4-FFF2-40B4-BE49-F238E27FC236}">
                <a16:creationId xmlns:a16="http://schemas.microsoft.com/office/drawing/2014/main" id="{E2E112B1-76E2-4589-BC78-776F1549ACF0}"/>
              </a:ext>
            </a:extLst>
          </p:cNvPr>
          <p:cNvSpPr>
            <a:spLocks noChangeShapeType="1"/>
          </p:cNvSpPr>
          <p:nvPr/>
        </p:nvSpPr>
        <p:spPr bwMode="auto">
          <a:xfrm>
            <a:off x="2617788" y="52117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7" name="Line 38">
            <a:extLst>
              <a:ext uri="{FF2B5EF4-FFF2-40B4-BE49-F238E27FC236}">
                <a16:creationId xmlns:a16="http://schemas.microsoft.com/office/drawing/2014/main" id="{47CFC910-7325-43CA-8B0E-1EC3F98A2849}"/>
              </a:ext>
            </a:extLst>
          </p:cNvPr>
          <p:cNvSpPr>
            <a:spLocks noChangeShapeType="1"/>
          </p:cNvSpPr>
          <p:nvPr/>
        </p:nvSpPr>
        <p:spPr bwMode="auto">
          <a:xfrm>
            <a:off x="5056188" y="52117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8" name="Line 39">
            <a:extLst>
              <a:ext uri="{FF2B5EF4-FFF2-40B4-BE49-F238E27FC236}">
                <a16:creationId xmlns:a16="http://schemas.microsoft.com/office/drawing/2014/main" id="{F26A3BBE-DC44-45A4-9E33-FE0787A9269E}"/>
              </a:ext>
            </a:extLst>
          </p:cNvPr>
          <p:cNvSpPr>
            <a:spLocks noChangeShapeType="1"/>
          </p:cNvSpPr>
          <p:nvPr/>
        </p:nvSpPr>
        <p:spPr bwMode="auto">
          <a:xfrm>
            <a:off x="6251575" y="52117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39" name="Line 40">
            <a:extLst>
              <a:ext uri="{FF2B5EF4-FFF2-40B4-BE49-F238E27FC236}">
                <a16:creationId xmlns:a16="http://schemas.microsoft.com/office/drawing/2014/main" id="{F0634706-2E8C-463B-A47A-37D51BF3DD05}"/>
              </a:ext>
            </a:extLst>
          </p:cNvPr>
          <p:cNvSpPr>
            <a:spLocks noChangeShapeType="1"/>
          </p:cNvSpPr>
          <p:nvPr/>
        </p:nvSpPr>
        <p:spPr bwMode="auto">
          <a:xfrm>
            <a:off x="2922588" y="399415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40" name="Line 41">
            <a:extLst>
              <a:ext uri="{FF2B5EF4-FFF2-40B4-BE49-F238E27FC236}">
                <a16:creationId xmlns:a16="http://schemas.microsoft.com/office/drawing/2014/main" id="{B6E4CA56-5F28-448D-B0A7-0B0FFE2DFC11}"/>
              </a:ext>
            </a:extLst>
          </p:cNvPr>
          <p:cNvSpPr>
            <a:spLocks noChangeShapeType="1"/>
          </p:cNvSpPr>
          <p:nvPr/>
        </p:nvSpPr>
        <p:spPr bwMode="auto">
          <a:xfrm>
            <a:off x="4141788" y="399415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41" name="Line 42">
            <a:extLst>
              <a:ext uri="{FF2B5EF4-FFF2-40B4-BE49-F238E27FC236}">
                <a16:creationId xmlns:a16="http://schemas.microsoft.com/office/drawing/2014/main" id="{C2AB8630-4B1A-4755-A934-F3458A33AEF5}"/>
              </a:ext>
            </a:extLst>
          </p:cNvPr>
          <p:cNvSpPr>
            <a:spLocks noChangeShapeType="1"/>
          </p:cNvSpPr>
          <p:nvPr/>
        </p:nvSpPr>
        <p:spPr bwMode="auto">
          <a:xfrm>
            <a:off x="5360988" y="3994150"/>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42" name="Line 43">
            <a:extLst>
              <a:ext uri="{FF2B5EF4-FFF2-40B4-BE49-F238E27FC236}">
                <a16:creationId xmlns:a16="http://schemas.microsoft.com/office/drawing/2014/main" id="{BE0D5CCD-4779-4E29-9A72-EE6D6C97B019}"/>
              </a:ext>
            </a:extLst>
          </p:cNvPr>
          <p:cNvSpPr>
            <a:spLocks noChangeShapeType="1"/>
          </p:cNvSpPr>
          <p:nvPr/>
        </p:nvSpPr>
        <p:spPr bwMode="auto">
          <a:xfrm>
            <a:off x="3836988" y="52117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43" name="Line 44">
            <a:extLst>
              <a:ext uri="{FF2B5EF4-FFF2-40B4-BE49-F238E27FC236}">
                <a16:creationId xmlns:a16="http://schemas.microsoft.com/office/drawing/2014/main" id="{5D785576-5486-4B7B-ADE9-852344DE15E7}"/>
              </a:ext>
            </a:extLst>
          </p:cNvPr>
          <p:cNvSpPr>
            <a:spLocks noChangeShapeType="1"/>
          </p:cNvSpPr>
          <p:nvPr/>
        </p:nvSpPr>
        <p:spPr bwMode="auto">
          <a:xfrm>
            <a:off x="7394575" y="52117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44" name="Line 45">
            <a:extLst>
              <a:ext uri="{FF2B5EF4-FFF2-40B4-BE49-F238E27FC236}">
                <a16:creationId xmlns:a16="http://schemas.microsoft.com/office/drawing/2014/main" id="{4BDC0AEB-8977-4950-9128-DB9E3F166D03}"/>
              </a:ext>
            </a:extLst>
          </p:cNvPr>
          <p:cNvSpPr>
            <a:spLocks noChangeShapeType="1"/>
          </p:cNvSpPr>
          <p:nvPr/>
        </p:nvSpPr>
        <p:spPr bwMode="auto">
          <a:xfrm flipV="1">
            <a:off x="2389188" y="4146550"/>
            <a:ext cx="0" cy="549275"/>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45" name="Line 46">
            <a:extLst>
              <a:ext uri="{FF2B5EF4-FFF2-40B4-BE49-F238E27FC236}">
                <a16:creationId xmlns:a16="http://schemas.microsoft.com/office/drawing/2014/main" id="{4618028A-ED33-4458-82B6-5B31295CE1E5}"/>
              </a:ext>
            </a:extLst>
          </p:cNvPr>
          <p:cNvSpPr>
            <a:spLocks noChangeShapeType="1"/>
          </p:cNvSpPr>
          <p:nvPr/>
        </p:nvSpPr>
        <p:spPr bwMode="auto">
          <a:xfrm>
            <a:off x="4051300" y="3994150"/>
            <a:ext cx="0" cy="45720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46" name="Line 47">
            <a:extLst>
              <a:ext uri="{FF2B5EF4-FFF2-40B4-BE49-F238E27FC236}">
                <a16:creationId xmlns:a16="http://schemas.microsoft.com/office/drawing/2014/main" id="{B1A83C9C-7E83-43A1-A3F3-A97E393F15EB}"/>
              </a:ext>
            </a:extLst>
          </p:cNvPr>
          <p:cNvSpPr>
            <a:spLocks noChangeShapeType="1"/>
          </p:cNvSpPr>
          <p:nvPr/>
        </p:nvSpPr>
        <p:spPr bwMode="auto">
          <a:xfrm flipH="1">
            <a:off x="2693988" y="4451350"/>
            <a:ext cx="1352550" cy="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47" name="Line 48">
            <a:extLst>
              <a:ext uri="{FF2B5EF4-FFF2-40B4-BE49-F238E27FC236}">
                <a16:creationId xmlns:a16="http://schemas.microsoft.com/office/drawing/2014/main" id="{92B82B34-EEF8-44D0-A786-AEC61107A337}"/>
              </a:ext>
            </a:extLst>
          </p:cNvPr>
          <p:cNvSpPr>
            <a:spLocks noChangeShapeType="1"/>
          </p:cNvSpPr>
          <p:nvPr/>
        </p:nvSpPr>
        <p:spPr bwMode="auto">
          <a:xfrm flipH="1">
            <a:off x="2682875" y="4451350"/>
            <a:ext cx="6350" cy="531813"/>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48" name="Line 49">
            <a:extLst>
              <a:ext uri="{FF2B5EF4-FFF2-40B4-BE49-F238E27FC236}">
                <a16:creationId xmlns:a16="http://schemas.microsoft.com/office/drawing/2014/main" id="{4FE4EA19-3012-49D3-A99A-6DC8984FA7AF}"/>
              </a:ext>
            </a:extLst>
          </p:cNvPr>
          <p:cNvSpPr>
            <a:spLocks noChangeShapeType="1"/>
          </p:cNvSpPr>
          <p:nvPr/>
        </p:nvSpPr>
        <p:spPr bwMode="auto">
          <a:xfrm flipV="1">
            <a:off x="4979988" y="4146550"/>
            <a:ext cx="0" cy="776288"/>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49" name="Line 50">
            <a:extLst>
              <a:ext uri="{FF2B5EF4-FFF2-40B4-BE49-F238E27FC236}">
                <a16:creationId xmlns:a16="http://schemas.microsoft.com/office/drawing/2014/main" id="{8E170A7F-3050-4113-8DAA-CEAD4D6AC63C}"/>
              </a:ext>
            </a:extLst>
          </p:cNvPr>
          <p:cNvSpPr>
            <a:spLocks noChangeShapeType="1"/>
          </p:cNvSpPr>
          <p:nvPr/>
        </p:nvSpPr>
        <p:spPr bwMode="auto">
          <a:xfrm>
            <a:off x="6526213" y="3994150"/>
            <a:ext cx="0" cy="53340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50" name="Line 51">
            <a:extLst>
              <a:ext uri="{FF2B5EF4-FFF2-40B4-BE49-F238E27FC236}">
                <a16:creationId xmlns:a16="http://schemas.microsoft.com/office/drawing/2014/main" id="{C5AD9B39-DAEF-4CF6-8A52-970087C07141}"/>
              </a:ext>
            </a:extLst>
          </p:cNvPr>
          <p:cNvSpPr>
            <a:spLocks noChangeShapeType="1"/>
          </p:cNvSpPr>
          <p:nvPr/>
        </p:nvSpPr>
        <p:spPr bwMode="auto">
          <a:xfrm flipH="1">
            <a:off x="6515100" y="4527550"/>
            <a:ext cx="381000" cy="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51" name="Line 52">
            <a:extLst>
              <a:ext uri="{FF2B5EF4-FFF2-40B4-BE49-F238E27FC236}">
                <a16:creationId xmlns:a16="http://schemas.microsoft.com/office/drawing/2014/main" id="{2110F22F-C5F4-4EFD-99C3-B275E77C3085}"/>
              </a:ext>
            </a:extLst>
          </p:cNvPr>
          <p:cNvSpPr>
            <a:spLocks noChangeShapeType="1"/>
          </p:cNvSpPr>
          <p:nvPr/>
        </p:nvSpPr>
        <p:spPr bwMode="auto">
          <a:xfrm>
            <a:off x="6902450" y="4508500"/>
            <a:ext cx="4763" cy="473075"/>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52" name="Line 53">
            <a:extLst>
              <a:ext uri="{FF2B5EF4-FFF2-40B4-BE49-F238E27FC236}">
                <a16:creationId xmlns:a16="http://schemas.microsoft.com/office/drawing/2014/main" id="{D18A291C-A0E6-44DB-8797-DA784A9AABAF}"/>
              </a:ext>
            </a:extLst>
          </p:cNvPr>
          <p:cNvSpPr>
            <a:spLocks noChangeShapeType="1"/>
          </p:cNvSpPr>
          <p:nvPr/>
        </p:nvSpPr>
        <p:spPr bwMode="auto">
          <a:xfrm>
            <a:off x="1855788" y="3994150"/>
            <a:ext cx="3810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53" name="Text Box 54">
            <a:extLst>
              <a:ext uri="{FF2B5EF4-FFF2-40B4-BE49-F238E27FC236}">
                <a16:creationId xmlns:a16="http://schemas.microsoft.com/office/drawing/2014/main" id="{0539DD57-AEC6-4152-9F95-603D6E819E94}"/>
              </a:ext>
            </a:extLst>
          </p:cNvPr>
          <p:cNvSpPr txBox="1">
            <a:spLocks noChangeArrowheads="1"/>
          </p:cNvSpPr>
          <p:nvPr/>
        </p:nvSpPr>
        <p:spPr bwMode="auto">
          <a:xfrm>
            <a:off x="717550" y="3392488"/>
            <a:ext cx="1355725"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a:latin typeface="+mn-lt"/>
                <a:ea typeface="+mn-ea"/>
                <a:cs typeface="+mn-ea"/>
                <a:sym typeface="+mn-lt"/>
              </a:rPr>
              <a:t>La(Lc)</a:t>
            </a:r>
          </a:p>
        </p:txBody>
      </p:sp>
      <p:sp>
        <p:nvSpPr>
          <p:cNvPr id="54" name="Text Box 55">
            <a:extLst>
              <a:ext uri="{FF2B5EF4-FFF2-40B4-BE49-F238E27FC236}">
                <a16:creationId xmlns:a16="http://schemas.microsoft.com/office/drawing/2014/main" id="{2CD8F1F1-87C6-4024-B014-772B655520B2}"/>
              </a:ext>
            </a:extLst>
          </p:cNvPr>
          <p:cNvSpPr txBox="1">
            <a:spLocks noChangeArrowheads="1"/>
          </p:cNvSpPr>
          <p:nvPr/>
        </p:nvSpPr>
        <p:spPr bwMode="auto">
          <a:xfrm>
            <a:off x="3495675" y="3698875"/>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55" name="Text Box 56">
            <a:extLst>
              <a:ext uri="{FF2B5EF4-FFF2-40B4-BE49-F238E27FC236}">
                <a16:creationId xmlns:a16="http://schemas.microsoft.com/office/drawing/2014/main" id="{BAE9E694-008E-41C3-BCC3-1BAE612E6810}"/>
              </a:ext>
            </a:extLst>
          </p:cNvPr>
          <p:cNvSpPr txBox="1">
            <a:spLocks noChangeArrowheads="1"/>
          </p:cNvSpPr>
          <p:nvPr/>
        </p:nvSpPr>
        <p:spPr bwMode="auto">
          <a:xfrm>
            <a:off x="2073275" y="4983163"/>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sp>
        <p:nvSpPr>
          <p:cNvPr id="56" name="Text Box 57">
            <a:extLst>
              <a:ext uri="{FF2B5EF4-FFF2-40B4-BE49-F238E27FC236}">
                <a16:creationId xmlns:a16="http://schemas.microsoft.com/office/drawing/2014/main" id="{10B88CCC-ADF1-4DB8-A5A5-14E067B8E28E}"/>
              </a:ext>
            </a:extLst>
          </p:cNvPr>
          <p:cNvSpPr txBox="1">
            <a:spLocks noChangeArrowheads="1"/>
          </p:cNvSpPr>
          <p:nvPr/>
        </p:nvSpPr>
        <p:spPr bwMode="auto">
          <a:xfrm>
            <a:off x="3190875" y="4983163"/>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57" name="Text Box 58">
            <a:extLst>
              <a:ext uri="{FF2B5EF4-FFF2-40B4-BE49-F238E27FC236}">
                <a16:creationId xmlns:a16="http://schemas.microsoft.com/office/drawing/2014/main" id="{CCE0F37F-A7A1-4CE3-A3C5-CFAED4734304}"/>
              </a:ext>
            </a:extLst>
          </p:cNvPr>
          <p:cNvSpPr txBox="1">
            <a:spLocks noChangeArrowheads="1"/>
          </p:cNvSpPr>
          <p:nvPr/>
        </p:nvSpPr>
        <p:spPr bwMode="auto">
          <a:xfrm>
            <a:off x="4370388" y="5024438"/>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58" name="Text Box 59">
            <a:extLst>
              <a:ext uri="{FF2B5EF4-FFF2-40B4-BE49-F238E27FC236}">
                <a16:creationId xmlns:a16="http://schemas.microsoft.com/office/drawing/2014/main" id="{F11349F8-D27C-4BCC-AB35-4D099F67FFA3}"/>
              </a:ext>
            </a:extLst>
          </p:cNvPr>
          <p:cNvSpPr txBox="1">
            <a:spLocks noChangeArrowheads="1"/>
          </p:cNvSpPr>
          <p:nvPr/>
        </p:nvSpPr>
        <p:spPr bwMode="auto">
          <a:xfrm>
            <a:off x="4678363" y="3698875"/>
            <a:ext cx="3381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59" name="Text Box 60">
            <a:extLst>
              <a:ext uri="{FF2B5EF4-FFF2-40B4-BE49-F238E27FC236}">
                <a16:creationId xmlns:a16="http://schemas.microsoft.com/office/drawing/2014/main" id="{6AB82E51-0DE6-41C8-BF39-1ED40BFF8533}"/>
              </a:ext>
            </a:extLst>
          </p:cNvPr>
          <p:cNvSpPr txBox="1">
            <a:spLocks noChangeArrowheads="1"/>
          </p:cNvSpPr>
          <p:nvPr/>
        </p:nvSpPr>
        <p:spPr bwMode="auto">
          <a:xfrm>
            <a:off x="5934075" y="3698875"/>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60" name="Text Box 61">
            <a:extLst>
              <a:ext uri="{FF2B5EF4-FFF2-40B4-BE49-F238E27FC236}">
                <a16:creationId xmlns:a16="http://schemas.microsoft.com/office/drawing/2014/main" id="{B4323994-B37A-4F1D-9613-71F86C08E3CA}"/>
              </a:ext>
            </a:extLst>
          </p:cNvPr>
          <p:cNvSpPr txBox="1">
            <a:spLocks noChangeArrowheads="1"/>
          </p:cNvSpPr>
          <p:nvPr/>
        </p:nvSpPr>
        <p:spPr bwMode="auto">
          <a:xfrm>
            <a:off x="5629275" y="5024438"/>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61" name="Text Box 62">
            <a:extLst>
              <a:ext uri="{FF2B5EF4-FFF2-40B4-BE49-F238E27FC236}">
                <a16:creationId xmlns:a16="http://schemas.microsoft.com/office/drawing/2014/main" id="{00176756-F81D-42C3-B923-320C2C002448}"/>
              </a:ext>
            </a:extLst>
          </p:cNvPr>
          <p:cNvSpPr txBox="1">
            <a:spLocks noChangeArrowheads="1"/>
          </p:cNvSpPr>
          <p:nvPr/>
        </p:nvSpPr>
        <p:spPr bwMode="auto">
          <a:xfrm>
            <a:off x="6702425" y="5024438"/>
            <a:ext cx="4921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62" name="Text Box 63">
            <a:extLst>
              <a:ext uri="{FF2B5EF4-FFF2-40B4-BE49-F238E27FC236}">
                <a16:creationId xmlns:a16="http://schemas.microsoft.com/office/drawing/2014/main" id="{C61A6D04-77F5-48EB-A35E-F56464897031}"/>
              </a:ext>
            </a:extLst>
          </p:cNvPr>
          <p:cNvSpPr txBox="1">
            <a:spLocks noChangeArrowheads="1"/>
          </p:cNvSpPr>
          <p:nvPr/>
        </p:nvSpPr>
        <p:spPr bwMode="auto">
          <a:xfrm>
            <a:off x="7854950" y="5024438"/>
            <a:ext cx="4746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93579" name="Group 64">
            <a:extLst>
              <a:ext uri="{FF2B5EF4-FFF2-40B4-BE49-F238E27FC236}">
                <a16:creationId xmlns:a16="http://schemas.microsoft.com/office/drawing/2014/main" id="{A102A987-EF42-3649-8422-23348E23F7F3}"/>
              </a:ext>
            </a:extLst>
          </p:cNvPr>
          <p:cNvGrpSpPr>
            <a:grpSpLocks/>
          </p:cNvGrpSpPr>
          <p:nvPr/>
        </p:nvGrpSpPr>
        <p:grpSpPr bwMode="auto">
          <a:xfrm>
            <a:off x="4217988" y="3851275"/>
            <a:ext cx="228600" cy="304800"/>
            <a:chOff x="2698" y="1622"/>
            <a:chExt cx="144" cy="192"/>
          </a:xfrm>
        </p:grpSpPr>
        <p:sp>
          <p:nvSpPr>
            <p:cNvPr id="64" name="Line 65">
              <a:extLst>
                <a:ext uri="{FF2B5EF4-FFF2-40B4-BE49-F238E27FC236}">
                  <a16:creationId xmlns:a16="http://schemas.microsoft.com/office/drawing/2014/main" id="{17AF217F-1998-45B3-8920-D6FE8BDF886C}"/>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5" name="Line 66">
              <a:extLst>
                <a:ext uri="{FF2B5EF4-FFF2-40B4-BE49-F238E27FC236}">
                  <a16:creationId xmlns:a16="http://schemas.microsoft.com/office/drawing/2014/main" id="{B36653E7-E983-424B-828D-B1040245CB5B}"/>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93580" name="Group 67">
            <a:extLst>
              <a:ext uri="{FF2B5EF4-FFF2-40B4-BE49-F238E27FC236}">
                <a16:creationId xmlns:a16="http://schemas.microsoft.com/office/drawing/2014/main" id="{B73CDD9C-69ED-7C4C-8041-1F2EDAFA8DFF}"/>
              </a:ext>
            </a:extLst>
          </p:cNvPr>
          <p:cNvGrpSpPr>
            <a:grpSpLocks/>
          </p:cNvGrpSpPr>
          <p:nvPr/>
        </p:nvGrpSpPr>
        <p:grpSpPr bwMode="auto">
          <a:xfrm>
            <a:off x="5203825" y="5073650"/>
            <a:ext cx="228600" cy="304800"/>
            <a:chOff x="2698" y="1622"/>
            <a:chExt cx="144" cy="192"/>
          </a:xfrm>
        </p:grpSpPr>
        <p:sp>
          <p:nvSpPr>
            <p:cNvPr id="67" name="Line 68">
              <a:extLst>
                <a:ext uri="{FF2B5EF4-FFF2-40B4-BE49-F238E27FC236}">
                  <a16:creationId xmlns:a16="http://schemas.microsoft.com/office/drawing/2014/main" id="{CC50DE69-A6D5-42DF-9035-EAE2FA2DB6D3}"/>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 name="Line 69">
              <a:extLst>
                <a:ext uri="{FF2B5EF4-FFF2-40B4-BE49-F238E27FC236}">
                  <a16:creationId xmlns:a16="http://schemas.microsoft.com/office/drawing/2014/main" id="{8E8B3CE8-5C4A-4C6F-A8A9-8FE5518F935D}"/>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69" name="Group 70">
            <a:extLst>
              <a:ext uri="{FF2B5EF4-FFF2-40B4-BE49-F238E27FC236}">
                <a16:creationId xmlns:a16="http://schemas.microsoft.com/office/drawing/2014/main" id="{30311588-ED1C-4438-AE54-3734E97802F5}"/>
              </a:ext>
            </a:extLst>
          </p:cNvPr>
          <p:cNvGrpSpPr>
            <a:grpSpLocks/>
          </p:cNvGrpSpPr>
          <p:nvPr/>
        </p:nvGrpSpPr>
        <p:grpSpPr bwMode="auto">
          <a:xfrm>
            <a:off x="717021" y="5049905"/>
            <a:ext cx="838200" cy="381000"/>
            <a:chOff x="1968" y="1344"/>
            <a:chExt cx="528" cy="240"/>
          </a:xfrm>
          <a:noFill/>
        </p:grpSpPr>
        <p:sp>
          <p:nvSpPr>
            <p:cNvPr id="70" name="Rectangle 71">
              <a:extLst>
                <a:ext uri="{FF2B5EF4-FFF2-40B4-BE49-F238E27FC236}">
                  <a16:creationId xmlns:a16="http://schemas.microsoft.com/office/drawing/2014/main" id="{71E10D19-B30D-49EF-8D1A-1B272CFBF041}"/>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71" name="Rectangle 72">
              <a:extLst>
                <a:ext uri="{FF2B5EF4-FFF2-40B4-BE49-F238E27FC236}">
                  <a16:creationId xmlns:a16="http://schemas.microsoft.com/office/drawing/2014/main" id="{FB172BFE-D415-48CD-91DE-4ADBE18365AE}"/>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72" name="Line 73">
            <a:extLst>
              <a:ext uri="{FF2B5EF4-FFF2-40B4-BE49-F238E27FC236}">
                <a16:creationId xmlns:a16="http://schemas.microsoft.com/office/drawing/2014/main" id="{8017C4D1-2420-41E1-BD1B-20BF34CD98A0}"/>
              </a:ext>
            </a:extLst>
          </p:cNvPr>
          <p:cNvSpPr>
            <a:spLocks noChangeShapeType="1"/>
          </p:cNvSpPr>
          <p:nvPr/>
        </p:nvSpPr>
        <p:spPr bwMode="auto">
          <a:xfrm>
            <a:off x="1479550" y="5278438"/>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93583" name="Group 74">
            <a:extLst>
              <a:ext uri="{FF2B5EF4-FFF2-40B4-BE49-F238E27FC236}">
                <a16:creationId xmlns:a16="http://schemas.microsoft.com/office/drawing/2014/main" id="{A033CF40-D5D1-3D4F-9605-8D013BEAE5B1}"/>
              </a:ext>
            </a:extLst>
          </p:cNvPr>
          <p:cNvGrpSpPr>
            <a:grpSpLocks/>
          </p:cNvGrpSpPr>
          <p:nvPr/>
        </p:nvGrpSpPr>
        <p:grpSpPr bwMode="auto">
          <a:xfrm>
            <a:off x="1598613" y="5135563"/>
            <a:ext cx="228600" cy="304800"/>
            <a:chOff x="2698" y="1622"/>
            <a:chExt cx="144" cy="192"/>
          </a:xfrm>
        </p:grpSpPr>
        <p:sp>
          <p:nvSpPr>
            <p:cNvPr id="74" name="Line 75">
              <a:extLst>
                <a:ext uri="{FF2B5EF4-FFF2-40B4-BE49-F238E27FC236}">
                  <a16:creationId xmlns:a16="http://schemas.microsoft.com/office/drawing/2014/main" id="{D8D93D4E-CDDA-4206-84E4-AE439BE3186E}"/>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75" name="Line 76">
              <a:extLst>
                <a:ext uri="{FF2B5EF4-FFF2-40B4-BE49-F238E27FC236}">
                  <a16:creationId xmlns:a16="http://schemas.microsoft.com/office/drawing/2014/main" id="{7994F59D-AF5E-40B2-A33D-D7D3DA4DBC57}"/>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93584" name="Group 77">
            <a:extLst>
              <a:ext uri="{FF2B5EF4-FFF2-40B4-BE49-F238E27FC236}">
                <a16:creationId xmlns:a16="http://schemas.microsoft.com/office/drawing/2014/main" id="{E5AEB4DF-27B4-E242-A896-562C58B53579}"/>
              </a:ext>
            </a:extLst>
          </p:cNvPr>
          <p:cNvGrpSpPr>
            <a:grpSpLocks/>
          </p:cNvGrpSpPr>
          <p:nvPr/>
        </p:nvGrpSpPr>
        <p:grpSpPr bwMode="auto">
          <a:xfrm>
            <a:off x="5767388" y="5073650"/>
            <a:ext cx="363537" cy="366713"/>
            <a:chOff x="2698" y="1622"/>
            <a:chExt cx="144" cy="192"/>
          </a:xfrm>
        </p:grpSpPr>
        <p:sp>
          <p:nvSpPr>
            <p:cNvPr id="77" name="Line 78">
              <a:extLst>
                <a:ext uri="{FF2B5EF4-FFF2-40B4-BE49-F238E27FC236}">
                  <a16:creationId xmlns:a16="http://schemas.microsoft.com/office/drawing/2014/main" id="{C0CEC3A7-7833-441B-A23F-211EC75E0D33}"/>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78" name="Line 79">
              <a:extLst>
                <a:ext uri="{FF2B5EF4-FFF2-40B4-BE49-F238E27FC236}">
                  <a16:creationId xmlns:a16="http://schemas.microsoft.com/office/drawing/2014/main" id="{55B52374-C3EB-4016-9543-2D5FFC17A6B5}"/>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93585" name="Group 80">
            <a:extLst>
              <a:ext uri="{FF2B5EF4-FFF2-40B4-BE49-F238E27FC236}">
                <a16:creationId xmlns:a16="http://schemas.microsoft.com/office/drawing/2014/main" id="{D01DEA75-C985-5641-9C5C-750657ECE8E1}"/>
              </a:ext>
            </a:extLst>
          </p:cNvPr>
          <p:cNvGrpSpPr>
            <a:grpSpLocks/>
          </p:cNvGrpSpPr>
          <p:nvPr/>
        </p:nvGrpSpPr>
        <p:grpSpPr bwMode="auto">
          <a:xfrm>
            <a:off x="6372225" y="5059363"/>
            <a:ext cx="228600" cy="304800"/>
            <a:chOff x="2698" y="1622"/>
            <a:chExt cx="144" cy="192"/>
          </a:xfrm>
        </p:grpSpPr>
        <p:sp>
          <p:nvSpPr>
            <p:cNvPr id="80" name="Line 81">
              <a:extLst>
                <a:ext uri="{FF2B5EF4-FFF2-40B4-BE49-F238E27FC236}">
                  <a16:creationId xmlns:a16="http://schemas.microsoft.com/office/drawing/2014/main" id="{34E06F93-C1DD-4DC2-B330-813090455DAB}"/>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81" name="Line 82">
              <a:extLst>
                <a:ext uri="{FF2B5EF4-FFF2-40B4-BE49-F238E27FC236}">
                  <a16:creationId xmlns:a16="http://schemas.microsoft.com/office/drawing/2014/main" id="{B71F25A9-D239-45B3-B274-F6A63546C3CB}"/>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amond(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5">
            <a:extLst>
              <a:ext uri="{FF2B5EF4-FFF2-40B4-BE49-F238E27FC236}">
                <a16:creationId xmlns:a16="http://schemas.microsoft.com/office/drawing/2014/main" id="{4E58279C-4183-492B-847D-B453FB36E4CB}"/>
              </a:ext>
            </a:extLst>
          </p:cNvPr>
          <p:cNvSpPr>
            <a:spLocks noChangeArrowheads="1"/>
          </p:cNvSpPr>
          <p:nvPr/>
        </p:nvSpPr>
        <p:spPr bwMode="auto">
          <a:xfrm>
            <a:off x="0" y="1204913"/>
            <a:ext cx="2619375" cy="523875"/>
          </a:xfrm>
          <a:prstGeom prst="rect">
            <a:avLst/>
          </a:prstGeom>
          <a:solidFill>
            <a:srgbClr val="9476B6"/>
          </a:solidFill>
          <a:ln w="38100">
            <a:noFill/>
            <a:miter lim="800000"/>
            <a:headEnd/>
            <a:tailEnd/>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buClr>
                <a:srgbClr val="FF0000"/>
              </a:buClr>
              <a:buFont typeface="Wingdings" panose="05000000000000000000" pitchFamily="2" charset="2"/>
              <a:buNone/>
              <a:defRPr/>
            </a:pPr>
            <a:r>
              <a:rPr lang="zh-CN" altLang="en-US" sz="2800">
                <a:solidFill>
                  <a:schemeClr val="bg1"/>
                </a:solidFill>
                <a:latin typeface="+mn-lt"/>
                <a:ea typeface="+mn-ea"/>
                <a:cs typeface="+mn-ea"/>
                <a:sym typeface="+mn-lt"/>
              </a:rPr>
              <a:t>参考算法</a:t>
            </a:r>
            <a:r>
              <a:rPr lang="en-US" altLang="zh-CN" sz="2800">
                <a:solidFill>
                  <a:schemeClr val="bg1"/>
                </a:solidFill>
                <a:latin typeface="+mn-lt"/>
                <a:ea typeface="+mn-ea"/>
                <a:cs typeface="+mn-ea"/>
                <a:sym typeface="+mn-lt"/>
              </a:rPr>
              <a:t>2.17</a:t>
            </a:r>
          </a:p>
        </p:txBody>
      </p:sp>
      <p:sp>
        <p:nvSpPr>
          <p:cNvPr id="677894" name="Rectangle 6">
            <a:extLst>
              <a:ext uri="{FF2B5EF4-FFF2-40B4-BE49-F238E27FC236}">
                <a16:creationId xmlns:a16="http://schemas.microsoft.com/office/drawing/2014/main" id="{E9AD9FBC-83A7-42A6-AD5B-4B6D112CA695}"/>
              </a:ext>
            </a:extLst>
          </p:cNvPr>
          <p:cNvSpPr>
            <a:spLocks noChangeArrowheads="1"/>
          </p:cNvSpPr>
          <p:nvPr/>
        </p:nvSpPr>
        <p:spPr bwMode="auto">
          <a:xfrm>
            <a:off x="0" y="5140325"/>
            <a:ext cx="9144000" cy="1717675"/>
          </a:xfrm>
          <a:prstGeom prst="rect">
            <a:avLst/>
          </a:prstGeom>
          <a:solidFill>
            <a:srgbClr val="B8D4EC"/>
          </a:solidFill>
          <a:ln>
            <a:noFill/>
          </a:ln>
        </p:spPr>
        <p:txBody>
          <a:bodyPr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pPr>
            <a:r>
              <a:rPr lang="zh-CN" altLang="en-US" sz="3200">
                <a:sym typeface="+mn-lt"/>
              </a:rPr>
              <a:t>      要单独考虑</a:t>
            </a:r>
            <a:br>
              <a:rPr lang="zh-CN" altLang="en-US" sz="3200">
                <a:sym typeface="+mn-lt"/>
              </a:rPr>
            </a:br>
            <a:r>
              <a:rPr lang="zh-CN" altLang="en-US" sz="3200">
                <a:sym typeface="+mn-lt"/>
              </a:rPr>
              <a:t>      </a:t>
            </a:r>
            <a:r>
              <a:rPr lang="en-US" altLang="zh-CN" sz="4000">
                <a:solidFill>
                  <a:srgbClr val="FF0000"/>
                </a:solidFill>
                <a:sym typeface="+mn-lt"/>
              </a:rPr>
              <a:t>pa-&gt;data = =pb-&gt;data</a:t>
            </a:r>
            <a:r>
              <a:rPr lang="en-US" altLang="zh-CN" sz="3200">
                <a:solidFill>
                  <a:srgbClr val="FF0000"/>
                </a:solidFill>
                <a:sym typeface="+mn-lt"/>
              </a:rPr>
              <a:t> </a:t>
            </a:r>
          </a:p>
        </p:txBody>
      </p:sp>
      <p:grpSp>
        <p:nvGrpSpPr>
          <p:cNvPr id="194564" name="Group 7">
            <a:extLst>
              <a:ext uri="{FF2B5EF4-FFF2-40B4-BE49-F238E27FC236}">
                <a16:creationId xmlns:a16="http://schemas.microsoft.com/office/drawing/2014/main" id="{B58AFD7C-76FF-D841-B99D-314F472FEBE8}"/>
              </a:ext>
            </a:extLst>
          </p:cNvPr>
          <p:cNvGrpSpPr>
            <a:grpSpLocks/>
          </p:cNvGrpSpPr>
          <p:nvPr/>
        </p:nvGrpSpPr>
        <p:grpSpPr bwMode="auto">
          <a:xfrm>
            <a:off x="3444875" y="2452688"/>
            <a:ext cx="838200" cy="381000"/>
            <a:chOff x="1968" y="1344"/>
            <a:chExt cx="528" cy="240"/>
          </a:xfrm>
        </p:grpSpPr>
        <p:sp>
          <p:nvSpPr>
            <p:cNvPr id="186446" name="Rectangle 8">
              <a:extLst>
                <a:ext uri="{FF2B5EF4-FFF2-40B4-BE49-F238E27FC236}">
                  <a16:creationId xmlns:a16="http://schemas.microsoft.com/office/drawing/2014/main" id="{4E613E45-883D-424A-977A-80FCEBCF7618}"/>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6447" name="Rectangle 9">
              <a:extLst>
                <a:ext uri="{FF2B5EF4-FFF2-40B4-BE49-F238E27FC236}">
                  <a16:creationId xmlns:a16="http://schemas.microsoft.com/office/drawing/2014/main" id="{54E3DDD3-76ED-494E-9DC3-06EAE9A9E14B}"/>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4565" name="Group 10">
            <a:extLst>
              <a:ext uri="{FF2B5EF4-FFF2-40B4-BE49-F238E27FC236}">
                <a16:creationId xmlns:a16="http://schemas.microsoft.com/office/drawing/2014/main" id="{68CFDBAE-3653-134C-9BBC-29CA95FC2C21}"/>
              </a:ext>
            </a:extLst>
          </p:cNvPr>
          <p:cNvGrpSpPr>
            <a:grpSpLocks/>
          </p:cNvGrpSpPr>
          <p:nvPr/>
        </p:nvGrpSpPr>
        <p:grpSpPr bwMode="auto">
          <a:xfrm>
            <a:off x="4664075" y="2452688"/>
            <a:ext cx="838200" cy="381000"/>
            <a:chOff x="1968" y="1344"/>
            <a:chExt cx="528" cy="240"/>
          </a:xfrm>
        </p:grpSpPr>
        <p:sp>
          <p:nvSpPr>
            <p:cNvPr id="186444" name="Rectangle 11">
              <a:extLst>
                <a:ext uri="{FF2B5EF4-FFF2-40B4-BE49-F238E27FC236}">
                  <a16:creationId xmlns:a16="http://schemas.microsoft.com/office/drawing/2014/main" id="{59557CC6-CCCA-4798-AA88-D8E28335FDBC}"/>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6445" name="Rectangle 12">
              <a:extLst>
                <a:ext uri="{FF2B5EF4-FFF2-40B4-BE49-F238E27FC236}">
                  <a16:creationId xmlns:a16="http://schemas.microsoft.com/office/drawing/2014/main" id="{F51DD739-C224-410B-A9F6-99482C524803}"/>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4566" name="Group 13">
            <a:extLst>
              <a:ext uri="{FF2B5EF4-FFF2-40B4-BE49-F238E27FC236}">
                <a16:creationId xmlns:a16="http://schemas.microsoft.com/office/drawing/2014/main" id="{A70400DB-7042-1A46-A066-EB9564671028}"/>
              </a:ext>
            </a:extLst>
          </p:cNvPr>
          <p:cNvGrpSpPr>
            <a:grpSpLocks/>
          </p:cNvGrpSpPr>
          <p:nvPr/>
        </p:nvGrpSpPr>
        <p:grpSpPr bwMode="auto">
          <a:xfrm>
            <a:off x="5883275" y="2452688"/>
            <a:ext cx="838200" cy="381000"/>
            <a:chOff x="1968" y="1344"/>
            <a:chExt cx="528" cy="240"/>
          </a:xfrm>
        </p:grpSpPr>
        <p:sp>
          <p:nvSpPr>
            <p:cNvPr id="186442" name="Rectangle 14">
              <a:extLst>
                <a:ext uri="{FF2B5EF4-FFF2-40B4-BE49-F238E27FC236}">
                  <a16:creationId xmlns:a16="http://schemas.microsoft.com/office/drawing/2014/main" id="{9EC97CFE-D528-4E8E-9873-01FDF94BCC78}"/>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6443" name="Rectangle 15">
              <a:extLst>
                <a:ext uri="{FF2B5EF4-FFF2-40B4-BE49-F238E27FC236}">
                  <a16:creationId xmlns:a16="http://schemas.microsoft.com/office/drawing/2014/main" id="{C6C06E6F-ACD4-4F6F-B80B-4DB0080ABBF8}"/>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4567" name="Group 16">
            <a:extLst>
              <a:ext uri="{FF2B5EF4-FFF2-40B4-BE49-F238E27FC236}">
                <a16:creationId xmlns:a16="http://schemas.microsoft.com/office/drawing/2014/main" id="{34FF8E9E-014B-1A41-85FB-0358A2D3AAB0}"/>
              </a:ext>
            </a:extLst>
          </p:cNvPr>
          <p:cNvGrpSpPr>
            <a:grpSpLocks/>
          </p:cNvGrpSpPr>
          <p:nvPr/>
        </p:nvGrpSpPr>
        <p:grpSpPr bwMode="auto">
          <a:xfrm>
            <a:off x="2301875" y="2452688"/>
            <a:ext cx="838200" cy="381000"/>
            <a:chOff x="1968" y="1344"/>
            <a:chExt cx="528" cy="240"/>
          </a:xfrm>
        </p:grpSpPr>
        <p:sp>
          <p:nvSpPr>
            <p:cNvPr id="186440" name="Rectangle 17">
              <a:extLst>
                <a:ext uri="{FF2B5EF4-FFF2-40B4-BE49-F238E27FC236}">
                  <a16:creationId xmlns:a16="http://schemas.microsoft.com/office/drawing/2014/main" id="{08511269-4882-4766-9350-840F6D170735}"/>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6441" name="Rectangle 18">
              <a:extLst>
                <a:ext uri="{FF2B5EF4-FFF2-40B4-BE49-F238E27FC236}">
                  <a16:creationId xmlns:a16="http://schemas.microsoft.com/office/drawing/2014/main" id="{0D7AC054-0D1F-4D07-BD85-6D4124D37A24}"/>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4568" name="Group 19">
            <a:extLst>
              <a:ext uri="{FF2B5EF4-FFF2-40B4-BE49-F238E27FC236}">
                <a16:creationId xmlns:a16="http://schemas.microsoft.com/office/drawing/2014/main" id="{2600FD46-7815-2D41-A8DE-F2605432396B}"/>
              </a:ext>
            </a:extLst>
          </p:cNvPr>
          <p:cNvGrpSpPr>
            <a:grpSpLocks/>
          </p:cNvGrpSpPr>
          <p:nvPr/>
        </p:nvGrpSpPr>
        <p:grpSpPr bwMode="auto">
          <a:xfrm>
            <a:off x="1997075" y="4052888"/>
            <a:ext cx="838200" cy="381000"/>
            <a:chOff x="1968" y="1344"/>
            <a:chExt cx="528" cy="240"/>
          </a:xfrm>
        </p:grpSpPr>
        <p:sp>
          <p:nvSpPr>
            <p:cNvPr id="186438" name="Rectangle 20">
              <a:extLst>
                <a:ext uri="{FF2B5EF4-FFF2-40B4-BE49-F238E27FC236}">
                  <a16:creationId xmlns:a16="http://schemas.microsoft.com/office/drawing/2014/main" id="{2F9E4AB3-5AB1-42AB-A0E9-99B3068D7F9E}"/>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6439" name="Rectangle 21">
              <a:extLst>
                <a:ext uri="{FF2B5EF4-FFF2-40B4-BE49-F238E27FC236}">
                  <a16:creationId xmlns:a16="http://schemas.microsoft.com/office/drawing/2014/main" id="{2E516747-2A25-4FAF-B415-664345D35FF1}"/>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4569" name="Group 22">
            <a:extLst>
              <a:ext uri="{FF2B5EF4-FFF2-40B4-BE49-F238E27FC236}">
                <a16:creationId xmlns:a16="http://schemas.microsoft.com/office/drawing/2014/main" id="{6085FE0A-697A-014A-A7E8-AC61A242DF8E}"/>
              </a:ext>
            </a:extLst>
          </p:cNvPr>
          <p:cNvGrpSpPr>
            <a:grpSpLocks/>
          </p:cNvGrpSpPr>
          <p:nvPr/>
        </p:nvGrpSpPr>
        <p:grpSpPr bwMode="auto">
          <a:xfrm>
            <a:off x="3140075" y="4052888"/>
            <a:ext cx="838200" cy="381000"/>
            <a:chOff x="1968" y="1344"/>
            <a:chExt cx="528" cy="240"/>
          </a:xfrm>
        </p:grpSpPr>
        <p:sp>
          <p:nvSpPr>
            <p:cNvPr id="186436" name="Rectangle 23">
              <a:extLst>
                <a:ext uri="{FF2B5EF4-FFF2-40B4-BE49-F238E27FC236}">
                  <a16:creationId xmlns:a16="http://schemas.microsoft.com/office/drawing/2014/main" id="{E229ED9D-4DEE-4695-B256-8D7439146B21}"/>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6437" name="Rectangle 24">
              <a:extLst>
                <a:ext uri="{FF2B5EF4-FFF2-40B4-BE49-F238E27FC236}">
                  <a16:creationId xmlns:a16="http://schemas.microsoft.com/office/drawing/2014/main" id="{AA61A8E7-0A78-4A8A-99E5-C3090D315636}"/>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4570" name="Group 25">
            <a:extLst>
              <a:ext uri="{FF2B5EF4-FFF2-40B4-BE49-F238E27FC236}">
                <a16:creationId xmlns:a16="http://schemas.microsoft.com/office/drawing/2014/main" id="{18BABF03-5D7E-8341-A733-A4DD7943B860}"/>
              </a:ext>
            </a:extLst>
          </p:cNvPr>
          <p:cNvGrpSpPr>
            <a:grpSpLocks/>
          </p:cNvGrpSpPr>
          <p:nvPr/>
        </p:nvGrpSpPr>
        <p:grpSpPr bwMode="auto">
          <a:xfrm>
            <a:off x="4359275" y="4052888"/>
            <a:ext cx="838200" cy="381000"/>
            <a:chOff x="1968" y="1344"/>
            <a:chExt cx="528" cy="240"/>
          </a:xfrm>
        </p:grpSpPr>
        <p:sp>
          <p:nvSpPr>
            <p:cNvPr id="186434" name="Rectangle 26">
              <a:extLst>
                <a:ext uri="{FF2B5EF4-FFF2-40B4-BE49-F238E27FC236}">
                  <a16:creationId xmlns:a16="http://schemas.microsoft.com/office/drawing/2014/main" id="{99983AB1-FE7F-4A08-8FC2-448586E86556}"/>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6435" name="Rectangle 27">
              <a:extLst>
                <a:ext uri="{FF2B5EF4-FFF2-40B4-BE49-F238E27FC236}">
                  <a16:creationId xmlns:a16="http://schemas.microsoft.com/office/drawing/2014/main" id="{814FB500-2E03-4F66-8523-9556659AF04F}"/>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3547" name="Group 28">
            <a:extLst>
              <a:ext uri="{FF2B5EF4-FFF2-40B4-BE49-F238E27FC236}">
                <a16:creationId xmlns:a16="http://schemas.microsoft.com/office/drawing/2014/main" id="{3083B59D-A8CE-40B0-AAC8-7980905E40D8}"/>
              </a:ext>
            </a:extLst>
          </p:cNvPr>
          <p:cNvGrpSpPr>
            <a:grpSpLocks/>
          </p:cNvGrpSpPr>
          <p:nvPr/>
        </p:nvGrpSpPr>
        <p:grpSpPr bwMode="auto">
          <a:xfrm>
            <a:off x="5578645" y="4053039"/>
            <a:ext cx="838200" cy="381000"/>
            <a:chOff x="1968" y="1344"/>
            <a:chExt cx="528" cy="240"/>
          </a:xfrm>
          <a:noFill/>
        </p:grpSpPr>
        <p:sp>
          <p:nvSpPr>
            <p:cNvPr id="186432" name="Rectangle 29">
              <a:extLst>
                <a:ext uri="{FF2B5EF4-FFF2-40B4-BE49-F238E27FC236}">
                  <a16:creationId xmlns:a16="http://schemas.microsoft.com/office/drawing/2014/main" id="{CC4A8A06-FEC9-4811-87A7-9F0F4A893D4B}"/>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6433" name="Rectangle 30">
              <a:extLst>
                <a:ext uri="{FF2B5EF4-FFF2-40B4-BE49-F238E27FC236}">
                  <a16:creationId xmlns:a16="http://schemas.microsoft.com/office/drawing/2014/main" id="{FF3A2304-C932-4D26-89C1-CD53D9EA852E}"/>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4572" name="Group 31">
            <a:extLst>
              <a:ext uri="{FF2B5EF4-FFF2-40B4-BE49-F238E27FC236}">
                <a16:creationId xmlns:a16="http://schemas.microsoft.com/office/drawing/2014/main" id="{6574251B-A38C-7845-9FA3-FDC4405AE740}"/>
              </a:ext>
            </a:extLst>
          </p:cNvPr>
          <p:cNvGrpSpPr>
            <a:grpSpLocks/>
          </p:cNvGrpSpPr>
          <p:nvPr/>
        </p:nvGrpSpPr>
        <p:grpSpPr bwMode="auto">
          <a:xfrm>
            <a:off x="6721475" y="4052888"/>
            <a:ext cx="838200" cy="381000"/>
            <a:chOff x="1968" y="1344"/>
            <a:chExt cx="528" cy="240"/>
          </a:xfrm>
        </p:grpSpPr>
        <p:sp>
          <p:nvSpPr>
            <p:cNvPr id="186430" name="Rectangle 32">
              <a:extLst>
                <a:ext uri="{FF2B5EF4-FFF2-40B4-BE49-F238E27FC236}">
                  <a16:creationId xmlns:a16="http://schemas.microsoft.com/office/drawing/2014/main" id="{CBA3911F-E74E-4A7D-8574-99EF2518CBD9}"/>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6431" name="Rectangle 33">
              <a:extLst>
                <a:ext uri="{FF2B5EF4-FFF2-40B4-BE49-F238E27FC236}">
                  <a16:creationId xmlns:a16="http://schemas.microsoft.com/office/drawing/2014/main" id="{6326E9AE-5A45-40CA-8F41-1BD5E7386D2F}"/>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grpSp>
        <p:nvGrpSpPr>
          <p:cNvPr id="194573" name="Group 34">
            <a:extLst>
              <a:ext uri="{FF2B5EF4-FFF2-40B4-BE49-F238E27FC236}">
                <a16:creationId xmlns:a16="http://schemas.microsoft.com/office/drawing/2014/main" id="{F6C90BCD-C2D5-EA4C-B3CA-983AE9A2CC88}"/>
              </a:ext>
            </a:extLst>
          </p:cNvPr>
          <p:cNvGrpSpPr>
            <a:grpSpLocks/>
          </p:cNvGrpSpPr>
          <p:nvPr/>
        </p:nvGrpSpPr>
        <p:grpSpPr bwMode="auto">
          <a:xfrm>
            <a:off x="7864475" y="4052888"/>
            <a:ext cx="838200" cy="381000"/>
            <a:chOff x="1968" y="1344"/>
            <a:chExt cx="528" cy="240"/>
          </a:xfrm>
        </p:grpSpPr>
        <p:sp>
          <p:nvSpPr>
            <p:cNvPr id="186428" name="Rectangle 35">
              <a:extLst>
                <a:ext uri="{FF2B5EF4-FFF2-40B4-BE49-F238E27FC236}">
                  <a16:creationId xmlns:a16="http://schemas.microsoft.com/office/drawing/2014/main" id="{F6499367-28B1-4406-901F-56BD511136E9}"/>
                </a:ext>
              </a:extLst>
            </p:cNvPr>
            <p:cNvSpPr>
              <a:spLocks noChangeArrowheads="1"/>
            </p:cNvSpPr>
            <p:nvPr/>
          </p:nvSpPr>
          <p:spPr bwMode="auto">
            <a:xfrm>
              <a:off x="1968" y="1344"/>
              <a:ext cx="38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6429" name="Rectangle 36">
              <a:extLst>
                <a:ext uri="{FF2B5EF4-FFF2-40B4-BE49-F238E27FC236}">
                  <a16:creationId xmlns:a16="http://schemas.microsoft.com/office/drawing/2014/main" id="{CFBC03BE-771A-43B5-A950-374EF897CA40}"/>
                </a:ext>
              </a:extLst>
            </p:cNvPr>
            <p:cNvSpPr>
              <a:spLocks noChangeArrowheads="1"/>
            </p:cNvSpPr>
            <p:nvPr/>
          </p:nvSpPr>
          <p:spPr bwMode="auto">
            <a:xfrm>
              <a:off x="2352" y="1344"/>
              <a:ext cx="144" cy="240"/>
            </a:xfrm>
            <a:prstGeom prst="rect">
              <a:avLst/>
            </a:prstGeom>
            <a:solidFill>
              <a:srgbClr val="FF0000"/>
            </a:solid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86382" name="Line 37">
            <a:extLst>
              <a:ext uri="{FF2B5EF4-FFF2-40B4-BE49-F238E27FC236}">
                <a16:creationId xmlns:a16="http://schemas.microsoft.com/office/drawing/2014/main" id="{DA30D845-5AF7-44C8-9F34-51DF2DAF63DA}"/>
              </a:ext>
            </a:extLst>
          </p:cNvPr>
          <p:cNvSpPr>
            <a:spLocks noChangeShapeType="1"/>
          </p:cNvSpPr>
          <p:nvPr/>
        </p:nvSpPr>
        <p:spPr bwMode="auto">
          <a:xfrm>
            <a:off x="2682875" y="4205288"/>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83" name="Line 38">
            <a:extLst>
              <a:ext uri="{FF2B5EF4-FFF2-40B4-BE49-F238E27FC236}">
                <a16:creationId xmlns:a16="http://schemas.microsoft.com/office/drawing/2014/main" id="{9C3E2954-F6DC-41C0-9631-FF5CDA7DA9E8}"/>
              </a:ext>
            </a:extLst>
          </p:cNvPr>
          <p:cNvSpPr>
            <a:spLocks noChangeShapeType="1"/>
          </p:cNvSpPr>
          <p:nvPr/>
        </p:nvSpPr>
        <p:spPr bwMode="auto">
          <a:xfrm>
            <a:off x="5121275" y="4205288"/>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84" name="Line 39">
            <a:extLst>
              <a:ext uri="{FF2B5EF4-FFF2-40B4-BE49-F238E27FC236}">
                <a16:creationId xmlns:a16="http://schemas.microsoft.com/office/drawing/2014/main" id="{42784040-2DD5-4E75-9446-28149311448B}"/>
              </a:ext>
            </a:extLst>
          </p:cNvPr>
          <p:cNvSpPr>
            <a:spLocks noChangeShapeType="1"/>
          </p:cNvSpPr>
          <p:nvPr/>
        </p:nvSpPr>
        <p:spPr bwMode="auto">
          <a:xfrm>
            <a:off x="6264275" y="4205288"/>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85" name="Line 40">
            <a:extLst>
              <a:ext uri="{FF2B5EF4-FFF2-40B4-BE49-F238E27FC236}">
                <a16:creationId xmlns:a16="http://schemas.microsoft.com/office/drawing/2014/main" id="{3931BCD1-3207-4B49-9C79-693352B1F475}"/>
              </a:ext>
            </a:extLst>
          </p:cNvPr>
          <p:cNvSpPr>
            <a:spLocks noChangeShapeType="1"/>
          </p:cNvSpPr>
          <p:nvPr/>
        </p:nvSpPr>
        <p:spPr bwMode="auto">
          <a:xfrm>
            <a:off x="2987675" y="2681288"/>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86" name="Line 41">
            <a:extLst>
              <a:ext uri="{FF2B5EF4-FFF2-40B4-BE49-F238E27FC236}">
                <a16:creationId xmlns:a16="http://schemas.microsoft.com/office/drawing/2014/main" id="{6E28F0C3-F7AD-482F-9DC6-DF9D1D1DA4AD}"/>
              </a:ext>
            </a:extLst>
          </p:cNvPr>
          <p:cNvSpPr>
            <a:spLocks noChangeShapeType="1"/>
          </p:cNvSpPr>
          <p:nvPr/>
        </p:nvSpPr>
        <p:spPr bwMode="auto">
          <a:xfrm>
            <a:off x="4206875" y="2681288"/>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87" name="Line 42">
            <a:extLst>
              <a:ext uri="{FF2B5EF4-FFF2-40B4-BE49-F238E27FC236}">
                <a16:creationId xmlns:a16="http://schemas.microsoft.com/office/drawing/2014/main" id="{FEA6CC25-9825-4492-A76D-CCAE1337BB9D}"/>
              </a:ext>
            </a:extLst>
          </p:cNvPr>
          <p:cNvSpPr>
            <a:spLocks noChangeShapeType="1"/>
          </p:cNvSpPr>
          <p:nvPr/>
        </p:nvSpPr>
        <p:spPr bwMode="auto">
          <a:xfrm>
            <a:off x="5426075" y="2681288"/>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88" name="Line 43">
            <a:extLst>
              <a:ext uri="{FF2B5EF4-FFF2-40B4-BE49-F238E27FC236}">
                <a16:creationId xmlns:a16="http://schemas.microsoft.com/office/drawing/2014/main" id="{FAC70D07-5CF5-4846-841D-2C0AE8E74E0E}"/>
              </a:ext>
            </a:extLst>
          </p:cNvPr>
          <p:cNvSpPr>
            <a:spLocks noChangeShapeType="1"/>
          </p:cNvSpPr>
          <p:nvPr/>
        </p:nvSpPr>
        <p:spPr bwMode="auto">
          <a:xfrm>
            <a:off x="3902075" y="4205288"/>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89" name="Line 44">
            <a:extLst>
              <a:ext uri="{FF2B5EF4-FFF2-40B4-BE49-F238E27FC236}">
                <a16:creationId xmlns:a16="http://schemas.microsoft.com/office/drawing/2014/main" id="{52156F57-9F52-47A8-89EA-50E95FB3AEE8}"/>
              </a:ext>
            </a:extLst>
          </p:cNvPr>
          <p:cNvSpPr>
            <a:spLocks noChangeShapeType="1"/>
          </p:cNvSpPr>
          <p:nvPr/>
        </p:nvSpPr>
        <p:spPr bwMode="auto">
          <a:xfrm>
            <a:off x="7407275" y="4205288"/>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90" name="Line 45">
            <a:extLst>
              <a:ext uri="{FF2B5EF4-FFF2-40B4-BE49-F238E27FC236}">
                <a16:creationId xmlns:a16="http://schemas.microsoft.com/office/drawing/2014/main" id="{B4AF5314-CDEE-45CE-8470-BF734F96298F}"/>
              </a:ext>
            </a:extLst>
          </p:cNvPr>
          <p:cNvSpPr>
            <a:spLocks noChangeShapeType="1"/>
          </p:cNvSpPr>
          <p:nvPr/>
        </p:nvSpPr>
        <p:spPr bwMode="auto">
          <a:xfrm flipV="1">
            <a:off x="2454275" y="2833688"/>
            <a:ext cx="0" cy="7620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91" name="Line 46">
            <a:extLst>
              <a:ext uri="{FF2B5EF4-FFF2-40B4-BE49-F238E27FC236}">
                <a16:creationId xmlns:a16="http://schemas.microsoft.com/office/drawing/2014/main" id="{5AC7A9AD-C3A5-49AB-AC04-5A84C94CA21A}"/>
              </a:ext>
            </a:extLst>
          </p:cNvPr>
          <p:cNvSpPr>
            <a:spLocks noChangeShapeType="1"/>
          </p:cNvSpPr>
          <p:nvPr/>
        </p:nvSpPr>
        <p:spPr bwMode="auto">
          <a:xfrm>
            <a:off x="4116388" y="2681288"/>
            <a:ext cx="0" cy="45720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92" name="Line 47">
            <a:extLst>
              <a:ext uri="{FF2B5EF4-FFF2-40B4-BE49-F238E27FC236}">
                <a16:creationId xmlns:a16="http://schemas.microsoft.com/office/drawing/2014/main" id="{32B0F646-D14A-4E2E-8714-7372D5F72583}"/>
              </a:ext>
            </a:extLst>
          </p:cNvPr>
          <p:cNvSpPr>
            <a:spLocks noChangeShapeType="1"/>
          </p:cNvSpPr>
          <p:nvPr/>
        </p:nvSpPr>
        <p:spPr bwMode="auto">
          <a:xfrm flipH="1">
            <a:off x="2759075" y="3138488"/>
            <a:ext cx="1352550" cy="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93" name="Line 48">
            <a:extLst>
              <a:ext uri="{FF2B5EF4-FFF2-40B4-BE49-F238E27FC236}">
                <a16:creationId xmlns:a16="http://schemas.microsoft.com/office/drawing/2014/main" id="{2EDA6B1D-9FF2-42C6-9D5E-B7B44C6D594C}"/>
              </a:ext>
            </a:extLst>
          </p:cNvPr>
          <p:cNvSpPr>
            <a:spLocks noChangeShapeType="1"/>
          </p:cNvSpPr>
          <p:nvPr/>
        </p:nvSpPr>
        <p:spPr bwMode="auto">
          <a:xfrm>
            <a:off x="2754313" y="3138488"/>
            <a:ext cx="0" cy="9144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94" name="Line 49">
            <a:extLst>
              <a:ext uri="{FF2B5EF4-FFF2-40B4-BE49-F238E27FC236}">
                <a16:creationId xmlns:a16="http://schemas.microsoft.com/office/drawing/2014/main" id="{B44253F9-FB9C-4251-AFED-A2E4EC5F3180}"/>
              </a:ext>
            </a:extLst>
          </p:cNvPr>
          <p:cNvSpPr>
            <a:spLocks noChangeShapeType="1"/>
          </p:cNvSpPr>
          <p:nvPr/>
        </p:nvSpPr>
        <p:spPr bwMode="auto">
          <a:xfrm flipH="1" flipV="1">
            <a:off x="5045075" y="2833688"/>
            <a:ext cx="22225" cy="1285875"/>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95" name="Line 50">
            <a:extLst>
              <a:ext uri="{FF2B5EF4-FFF2-40B4-BE49-F238E27FC236}">
                <a16:creationId xmlns:a16="http://schemas.microsoft.com/office/drawing/2014/main" id="{88BA230E-F601-4AB4-91B1-E87AAEA92F4C}"/>
              </a:ext>
            </a:extLst>
          </p:cNvPr>
          <p:cNvSpPr>
            <a:spLocks noChangeShapeType="1"/>
          </p:cNvSpPr>
          <p:nvPr/>
        </p:nvSpPr>
        <p:spPr bwMode="auto">
          <a:xfrm>
            <a:off x="6591300" y="2681288"/>
            <a:ext cx="0" cy="53340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96" name="Line 51">
            <a:extLst>
              <a:ext uri="{FF2B5EF4-FFF2-40B4-BE49-F238E27FC236}">
                <a16:creationId xmlns:a16="http://schemas.microsoft.com/office/drawing/2014/main" id="{F53FA144-61D4-49FC-B53E-0B3C0357196E}"/>
              </a:ext>
            </a:extLst>
          </p:cNvPr>
          <p:cNvSpPr>
            <a:spLocks noChangeShapeType="1"/>
          </p:cNvSpPr>
          <p:nvPr/>
        </p:nvSpPr>
        <p:spPr bwMode="auto">
          <a:xfrm flipH="1">
            <a:off x="6580188" y="3214688"/>
            <a:ext cx="381000" cy="0"/>
          </a:xfrm>
          <a:prstGeom prst="line">
            <a:avLst/>
          </a:prstGeom>
          <a:noFill/>
          <a:ln w="28575">
            <a:solidFill>
              <a:srgbClr val="FF0000"/>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97" name="Line 52">
            <a:extLst>
              <a:ext uri="{FF2B5EF4-FFF2-40B4-BE49-F238E27FC236}">
                <a16:creationId xmlns:a16="http://schemas.microsoft.com/office/drawing/2014/main" id="{74CF2306-28A6-4E0B-8177-F40295A3876B}"/>
              </a:ext>
            </a:extLst>
          </p:cNvPr>
          <p:cNvSpPr>
            <a:spLocks noChangeShapeType="1"/>
          </p:cNvSpPr>
          <p:nvPr/>
        </p:nvSpPr>
        <p:spPr bwMode="auto">
          <a:xfrm>
            <a:off x="6967538" y="3194050"/>
            <a:ext cx="0" cy="83820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98" name="Line 53">
            <a:extLst>
              <a:ext uri="{FF2B5EF4-FFF2-40B4-BE49-F238E27FC236}">
                <a16:creationId xmlns:a16="http://schemas.microsoft.com/office/drawing/2014/main" id="{78681DB4-CAA5-4C25-BA95-A4169E7E7A49}"/>
              </a:ext>
            </a:extLst>
          </p:cNvPr>
          <p:cNvSpPr>
            <a:spLocks noChangeShapeType="1"/>
          </p:cNvSpPr>
          <p:nvPr/>
        </p:nvSpPr>
        <p:spPr bwMode="auto">
          <a:xfrm>
            <a:off x="1920875" y="2681288"/>
            <a:ext cx="381000" cy="0"/>
          </a:xfrm>
          <a:prstGeom prst="line">
            <a:avLst/>
          </a:prstGeom>
          <a:noFill/>
          <a:ln w="381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399" name="Text Box 54">
            <a:extLst>
              <a:ext uri="{FF2B5EF4-FFF2-40B4-BE49-F238E27FC236}">
                <a16:creationId xmlns:a16="http://schemas.microsoft.com/office/drawing/2014/main" id="{8A8CE39D-357A-48F1-846A-EEB7942C0030}"/>
              </a:ext>
            </a:extLst>
          </p:cNvPr>
          <p:cNvSpPr txBox="1">
            <a:spLocks noChangeArrowheads="1"/>
          </p:cNvSpPr>
          <p:nvPr/>
        </p:nvSpPr>
        <p:spPr bwMode="auto">
          <a:xfrm>
            <a:off x="782638" y="2079625"/>
            <a:ext cx="1355725"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200">
                <a:latin typeface="+mn-lt"/>
                <a:ea typeface="+mn-ea"/>
                <a:cs typeface="+mn-ea"/>
                <a:sym typeface="+mn-lt"/>
              </a:rPr>
              <a:t>La(Lc)</a:t>
            </a:r>
          </a:p>
        </p:txBody>
      </p:sp>
      <p:sp>
        <p:nvSpPr>
          <p:cNvPr id="186400" name="Text Box 55">
            <a:extLst>
              <a:ext uri="{FF2B5EF4-FFF2-40B4-BE49-F238E27FC236}">
                <a16:creationId xmlns:a16="http://schemas.microsoft.com/office/drawing/2014/main" id="{E672B6EC-EAAA-4371-8AC6-3BEDCD01AF43}"/>
              </a:ext>
            </a:extLst>
          </p:cNvPr>
          <p:cNvSpPr txBox="1">
            <a:spLocks noChangeArrowheads="1"/>
          </p:cNvSpPr>
          <p:nvPr/>
        </p:nvSpPr>
        <p:spPr bwMode="auto">
          <a:xfrm>
            <a:off x="3560763" y="2386013"/>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a:t>
            </a:r>
          </a:p>
        </p:txBody>
      </p:sp>
      <p:sp>
        <p:nvSpPr>
          <p:cNvPr id="186401" name="Text Box 56">
            <a:extLst>
              <a:ext uri="{FF2B5EF4-FFF2-40B4-BE49-F238E27FC236}">
                <a16:creationId xmlns:a16="http://schemas.microsoft.com/office/drawing/2014/main" id="{D609A407-4167-4E08-B31F-D6956AC23BF0}"/>
              </a:ext>
            </a:extLst>
          </p:cNvPr>
          <p:cNvSpPr txBox="1">
            <a:spLocks noChangeArrowheads="1"/>
          </p:cNvSpPr>
          <p:nvPr/>
        </p:nvSpPr>
        <p:spPr bwMode="auto">
          <a:xfrm>
            <a:off x="2138363" y="3976688"/>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2</a:t>
            </a:r>
          </a:p>
        </p:txBody>
      </p:sp>
      <p:sp>
        <p:nvSpPr>
          <p:cNvPr id="186402" name="Text Box 57">
            <a:extLst>
              <a:ext uri="{FF2B5EF4-FFF2-40B4-BE49-F238E27FC236}">
                <a16:creationId xmlns:a16="http://schemas.microsoft.com/office/drawing/2014/main" id="{9DD07633-A6DF-4E73-ADC7-8E03356271E7}"/>
              </a:ext>
            </a:extLst>
          </p:cNvPr>
          <p:cNvSpPr txBox="1">
            <a:spLocks noChangeArrowheads="1"/>
          </p:cNvSpPr>
          <p:nvPr/>
        </p:nvSpPr>
        <p:spPr bwMode="auto">
          <a:xfrm>
            <a:off x="3255963" y="3976688"/>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4</a:t>
            </a:r>
          </a:p>
        </p:txBody>
      </p:sp>
      <p:sp>
        <p:nvSpPr>
          <p:cNvPr id="186403" name="Text Box 58">
            <a:extLst>
              <a:ext uri="{FF2B5EF4-FFF2-40B4-BE49-F238E27FC236}">
                <a16:creationId xmlns:a16="http://schemas.microsoft.com/office/drawing/2014/main" id="{7FC9054E-2470-456B-8BE8-22AEDE527F23}"/>
              </a:ext>
            </a:extLst>
          </p:cNvPr>
          <p:cNvSpPr txBox="1">
            <a:spLocks noChangeArrowheads="1"/>
          </p:cNvSpPr>
          <p:nvPr/>
        </p:nvSpPr>
        <p:spPr bwMode="auto">
          <a:xfrm>
            <a:off x="4435475" y="4017963"/>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6</a:t>
            </a:r>
          </a:p>
        </p:txBody>
      </p:sp>
      <p:sp>
        <p:nvSpPr>
          <p:cNvPr id="186404" name="Text Box 59">
            <a:extLst>
              <a:ext uri="{FF2B5EF4-FFF2-40B4-BE49-F238E27FC236}">
                <a16:creationId xmlns:a16="http://schemas.microsoft.com/office/drawing/2014/main" id="{935BB48D-3E28-47F6-BF54-0D2C3D6A2C50}"/>
              </a:ext>
            </a:extLst>
          </p:cNvPr>
          <p:cNvSpPr txBox="1">
            <a:spLocks noChangeArrowheads="1"/>
          </p:cNvSpPr>
          <p:nvPr/>
        </p:nvSpPr>
        <p:spPr bwMode="auto">
          <a:xfrm>
            <a:off x="4743450" y="2386013"/>
            <a:ext cx="3381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7</a:t>
            </a:r>
          </a:p>
        </p:txBody>
      </p:sp>
      <p:sp>
        <p:nvSpPr>
          <p:cNvPr id="186405" name="Text Box 60">
            <a:extLst>
              <a:ext uri="{FF2B5EF4-FFF2-40B4-BE49-F238E27FC236}">
                <a16:creationId xmlns:a16="http://schemas.microsoft.com/office/drawing/2014/main" id="{72A2ED1C-E838-480C-BF72-9DE482051971}"/>
              </a:ext>
            </a:extLst>
          </p:cNvPr>
          <p:cNvSpPr txBox="1">
            <a:spLocks noChangeArrowheads="1"/>
          </p:cNvSpPr>
          <p:nvPr/>
        </p:nvSpPr>
        <p:spPr bwMode="auto">
          <a:xfrm>
            <a:off x="5999163" y="2386013"/>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86406" name="Text Box 61">
            <a:extLst>
              <a:ext uri="{FF2B5EF4-FFF2-40B4-BE49-F238E27FC236}">
                <a16:creationId xmlns:a16="http://schemas.microsoft.com/office/drawing/2014/main" id="{26484636-2FA8-414D-ADA3-7AF0BD0F00FF}"/>
              </a:ext>
            </a:extLst>
          </p:cNvPr>
          <p:cNvSpPr txBox="1">
            <a:spLocks noChangeArrowheads="1"/>
          </p:cNvSpPr>
          <p:nvPr/>
        </p:nvSpPr>
        <p:spPr bwMode="auto">
          <a:xfrm>
            <a:off x="5694363" y="4017963"/>
            <a:ext cx="33813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8</a:t>
            </a:r>
          </a:p>
        </p:txBody>
      </p:sp>
      <p:sp>
        <p:nvSpPr>
          <p:cNvPr id="186407" name="Text Box 62">
            <a:extLst>
              <a:ext uri="{FF2B5EF4-FFF2-40B4-BE49-F238E27FC236}">
                <a16:creationId xmlns:a16="http://schemas.microsoft.com/office/drawing/2014/main" id="{356932CC-7FE0-4E49-AFAB-95EF9F0BC62D}"/>
              </a:ext>
            </a:extLst>
          </p:cNvPr>
          <p:cNvSpPr txBox="1">
            <a:spLocks noChangeArrowheads="1"/>
          </p:cNvSpPr>
          <p:nvPr/>
        </p:nvSpPr>
        <p:spPr bwMode="auto">
          <a:xfrm>
            <a:off x="6715125" y="4017963"/>
            <a:ext cx="4921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10</a:t>
            </a:r>
          </a:p>
        </p:txBody>
      </p:sp>
      <p:sp>
        <p:nvSpPr>
          <p:cNvPr id="186408" name="Text Box 63">
            <a:extLst>
              <a:ext uri="{FF2B5EF4-FFF2-40B4-BE49-F238E27FC236}">
                <a16:creationId xmlns:a16="http://schemas.microsoft.com/office/drawing/2014/main" id="{BB00C557-31FA-480F-AE47-D2B15A61EB0C}"/>
              </a:ext>
            </a:extLst>
          </p:cNvPr>
          <p:cNvSpPr txBox="1">
            <a:spLocks noChangeArrowheads="1"/>
          </p:cNvSpPr>
          <p:nvPr/>
        </p:nvSpPr>
        <p:spPr bwMode="auto">
          <a:xfrm>
            <a:off x="7867650" y="4017963"/>
            <a:ext cx="4746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latin typeface="+mn-lt"/>
                <a:ea typeface="+mn-ea"/>
                <a:cs typeface="+mn-ea"/>
                <a:sym typeface="+mn-lt"/>
              </a:rPr>
              <a:t>11</a:t>
            </a:r>
          </a:p>
        </p:txBody>
      </p:sp>
      <p:grpSp>
        <p:nvGrpSpPr>
          <p:cNvPr id="194601" name="Group 64">
            <a:extLst>
              <a:ext uri="{FF2B5EF4-FFF2-40B4-BE49-F238E27FC236}">
                <a16:creationId xmlns:a16="http://schemas.microsoft.com/office/drawing/2014/main" id="{3277A494-5172-C545-97B7-6731B03A4DBF}"/>
              </a:ext>
            </a:extLst>
          </p:cNvPr>
          <p:cNvGrpSpPr>
            <a:grpSpLocks/>
          </p:cNvGrpSpPr>
          <p:nvPr/>
        </p:nvGrpSpPr>
        <p:grpSpPr bwMode="auto">
          <a:xfrm>
            <a:off x="4283075" y="2538413"/>
            <a:ext cx="228600" cy="304800"/>
            <a:chOff x="2698" y="1622"/>
            <a:chExt cx="144" cy="192"/>
          </a:xfrm>
        </p:grpSpPr>
        <p:sp>
          <p:nvSpPr>
            <p:cNvPr id="186426" name="Line 65">
              <a:extLst>
                <a:ext uri="{FF2B5EF4-FFF2-40B4-BE49-F238E27FC236}">
                  <a16:creationId xmlns:a16="http://schemas.microsoft.com/office/drawing/2014/main" id="{0CD11EEC-6DE3-4B0D-AC22-A6022DE98014}"/>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427" name="Line 66">
              <a:extLst>
                <a:ext uri="{FF2B5EF4-FFF2-40B4-BE49-F238E27FC236}">
                  <a16:creationId xmlns:a16="http://schemas.microsoft.com/office/drawing/2014/main" id="{B3D0A934-2001-472F-8A39-8B77F5E66C56}"/>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94602" name="Group 67">
            <a:extLst>
              <a:ext uri="{FF2B5EF4-FFF2-40B4-BE49-F238E27FC236}">
                <a16:creationId xmlns:a16="http://schemas.microsoft.com/office/drawing/2014/main" id="{64D7B79D-AA4E-4340-8860-519A6D4DEA4C}"/>
              </a:ext>
            </a:extLst>
          </p:cNvPr>
          <p:cNvGrpSpPr>
            <a:grpSpLocks/>
          </p:cNvGrpSpPr>
          <p:nvPr/>
        </p:nvGrpSpPr>
        <p:grpSpPr bwMode="auto">
          <a:xfrm>
            <a:off x="5238750" y="4064000"/>
            <a:ext cx="228600" cy="304800"/>
            <a:chOff x="2698" y="1622"/>
            <a:chExt cx="144" cy="192"/>
          </a:xfrm>
        </p:grpSpPr>
        <p:sp>
          <p:nvSpPr>
            <p:cNvPr id="186424" name="Line 68">
              <a:extLst>
                <a:ext uri="{FF2B5EF4-FFF2-40B4-BE49-F238E27FC236}">
                  <a16:creationId xmlns:a16="http://schemas.microsoft.com/office/drawing/2014/main" id="{604E677E-066F-4762-AE8F-9D99BA5804A7}"/>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425" name="Line 69">
              <a:extLst>
                <a:ext uri="{FF2B5EF4-FFF2-40B4-BE49-F238E27FC236}">
                  <a16:creationId xmlns:a16="http://schemas.microsoft.com/office/drawing/2014/main" id="{664BF8BE-2EE4-49DA-875E-F307F8984D5F}"/>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93579" name="Group 70">
            <a:extLst>
              <a:ext uri="{FF2B5EF4-FFF2-40B4-BE49-F238E27FC236}">
                <a16:creationId xmlns:a16="http://schemas.microsoft.com/office/drawing/2014/main" id="{A1020753-A89C-4B35-81C0-0F6AE254827F}"/>
              </a:ext>
            </a:extLst>
          </p:cNvPr>
          <p:cNvGrpSpPr>
            <a:grpSpLocks/>
          </p:cNvGrpSpPr>
          <p:nvPr/>
        </p:nvGrpSpPr>
        <p:grpSpPr bwMode="auto">
          <a:xfrm>
            <a:off x="782808" y="4043514"/>
            <a:ext cx="838200" cy="381000"/>
            <a:chOff x="1968" y="1344"/>
            <a:chExt cx="528" cy="240"/>
          </a:xfrm>
          <a:noFill/>
        </p:grpSpPr>
        <p:sp>
          <p:nvSpPr>
            <p:cNvPr id="186422" name="Rectangle 71">
              <a:extLst>
                <a:ext uri="{FF2B5EF4-FFF2-40B4-BE49-F238E27FC236}">
                  <a16:creationId xmlns:a16="http://schemas.microsoft.com/office/drawing/2014/main" id="{07F9B421-E3F1-4324-A81C-749573E22E40}"/>
                </a:ext>
              </a:extLst>
            </p:cNvPr>
            <p:cNvSpPr>
              <a:spLocks noChangeArrowheads="1"/>
            </p:cNvSpPr>
            <p:nvPr/>
          </p:nvSpPr>
          <p:spPr bwMode="auto">
            <a:xfrm>
              <a:off x="1968" y="1344"/>
              <a:ext cx="38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6423" name="Rectangle 72">
              <a:extLst>
                <a:ext uri="{FF2B5EF4-FFF2-40B4-BE49-F238E27FC236}">
                  <a16:creationId xmlns:a16="http://schemas.microsoft.com/office/drawing/2014/main" id="{3D077437-09FA-479F-91EA-AADE4F73C0EE}"/>
                </a:ext>
              </a:extLst>
            </p:cNvPr>
            <p:cNvSpPr>
              <a:spLocks noChangeArrowheads="1"/>
            </p:cNvSpPr>
            <p:nvPr/>
          </p:nvSpPr>
          <p:spPr bwMode="auto">
            <a:xfrm>
              <a:off x="2352" y="1344"/>
              <a:ext cx="144" cy="240"/>
            </a:xfrm>
            <a:prstGeom prst="rect">
              <a:avLst/>
            </a:prstGeom>
            <a:grpFill/>
            <a:ln w="952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sp>
        <p:nvSpPr>
          <p:cNvPr id="186412" name="Line 73">
            <a:extLst>
              <a:ext uri="{FF2B5EF4-FFF2-40B4-BE49-F238E27FC236}">
                <a16:creationId xmlns:a16="http://schemas.microsoft.com/office/drawing/2014/main" id="{1CD8138F-27F3-4F21-8176-4AC6CF5AE194}"/>
              </a:ext>
            </a:extLst>
          </p:cNvPr>
          <p:cNvSpPr>
            <a:spLocks noChangeShapeType="1"/>
          </p:cNvSpPr>
          <p:nvPr/>
        </p:nvSpPr>
        <p:spPr bwMode="auto">
          <a:xfrm>
            <a:off x="1544638" y="4271963"/>
            <a:ext cx="457200" cy="0"/>
          </a:xfrm>
          <a:prstGeom prst="line">
            <a:avLst/>
          </a:prstGeom>
          <a:noFill/>
          <a:ln w="28575">
            <a:solidFill>
              <a:srgbClr val="FF0000"/>
            </a:solidFill>
            <a:miter lim="800000"/>
            <a:headEnd/>
            <a:tailEnd type="triangle" w="med" len="me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94605" name="Group 74">
            <a:extLst>
              <a:ext uri="{FF2B5EF4-FFF2-40B4-BE49-F238E27FC236}">
                <a16:creationId xmlns:a16="http://schemas.microsoft.com/office/drawing/2014/main" id="{C7F84553-E6F8-8345-B8AB-593250E0B57F}"/>
              </a:ext>
            </a:extLst>
          </p:cNvPr>
          <p:cNvGrpSpPr>
            <a:grpSpLocks/>
          </p:cNvGrpSpPr>
          <p:nvPr/>
        </p:nvGrpSpPr>
        <p:grpSpPr bwMode="auto">
          <a:xfrm>
            <a:off x="1681163" y="4119563"/>
            <a:ext cx="228600" cy="304800"/>
            <a:chOff x="2698" y="1622"/>
            <a:chExt cx="144" cy="192"/>
          </a:xfrm>
        </p:grpSpPr>
        <p:sp>
          <p:nvSpPr>
            <p:cNvPr id="186420" name="Line 75">
              <a:extLst>
                <a:ext uri="{FF2B5EF4-FFF2-40B4-BE49-F238E27FC236}">
                  <a16:creationId xmlns:a16="http://schemas.microsoft.com/office/drawing/2014/main" id="{5C35D118-E117-4D93-9783-42C3FDF49D6C}"/>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421" name="Line 76">
              <a:extLst>
                <a:ext uri="{FF2B5EF4-FFF2-40B4-BE49-F238E27FC236}">
                  <a16:creationId xmlns:a16="http://schemas.microsoft.com/office/drawing/2014/main" id="{93958A4C-9F02-4DD9-95FB-58F5A581B12C}"/>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94606" name="Group 77">
            <a:extLst>
              <a:ext uri="{FF2B5EF4-FFF2-40B4-BE49-F238E27FC236}">
                <a16:creationId xmlns:a16="http://schemas.microsoft.com/office/drawing/2014/main" id="{F0B5E599-2AE9-6943-9ED7-B41AAC9CBF3B}"/>
              </a:ext>
            </a:extLst>
          </p:cNvPr>
          <p:cNvGrpSpPr>
            <a:grpSpLocks/>
          </p:cNvGrpSpPr>
          <p:nvPr/>
        </p:nvGrpSpPr>
        <p:grpSpPr bwMode="auto">
          <a:xfrm>
            <a:off x="5730875" y="4043363"/>
            <a:ext cx="431800" cy="434975"/>
            <a:chOff x="2698" y="1622"/>
            <a:chExt cx="144" cy="192"/>
          </a:xfrm>
        </p:grpSpPr>
        <p:sp>
          <p:nvSpPr>
            <p:cNvPr id="186418" name="Line 78">
              <a:extLst>
                <a:ext uri="{FF2B5EF4-FFF2-40B4-BE49-F238E27FC236}">
                  <a16:creationId xmlns:a16="http://schemas.microsoft.com/office/drawing/2014/main" id="{26525CF0-2484-478F-B72B-E944C4DE9231}"/>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419" name="Line 79">
              <a:extLst>
                <a:ext uri="{FF2B5EF4-FFF2-40B4-BE49-F238E27FC236}">
                  <a16:creationId xmlns:a16="http://schemas.microsoft.com/office/drawing/2014/main" id="{0909589D-C6D5-4939-88B9-C49001606656}"/>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94607" name="Group 80">
            <a:extLst>
              <a:ext uri="{FF2B5EF4-FFF2-40B4-BE49-F238E27FC236}">
                <a16:creationId xmlns:a16="http://schemas.microsoft.com/office/drawing/2014/main" id="{CDF61694-7517-514C-8A2B-E88B1063539A}"/>
              </a:ext>
            </a:extLst>
          </p:cNvPr>
          <p:cNvGrpSpPr>
            <a:grpSpLocks/>
          </p:cNvGrpSpPr>
          <p:nvPr/>
        </p:nvGrpSpPr>
        <p:grpSpPr bwMode="auto">
          <a:xfrm>
            <a:off x="6430963" y="4052888"/>
            <a:ext cx="228600" cy="304800"/>
            <a:chOff x="2698" y="1622"/>
            <a:chExt cx="144" cy="192"/>
          </a:xfrm>
        </p:grpSpPr>
        <p:sp>
          <p:nvSpPr>
            <p:cNvPr id="186416" name="Line 81">
              <a:extLst>
                <a:ext uri="{FF2B5EF4-FFF2-40B4-BE49-F238E27FC236}">
                  <a16:creationId xmlns:a16="http://schemas.microsoft.com/office/drawing/2014/main" id="{7594AA26-8F9E-484F-B3FD-C6774CE873FB}"/>
                </a:ext>
              </a:extLst>
            </p:cNvPr>
            <p:cNvSpPr>
              <a:spLocks noChangeShapeType="1"/>
            </p:cNvSpPr>
            <p:nvPr/>
          </p:nvSpPr>
          <p:spPr bwMode="auto">
            <a:xfrm flipH="1">
              <a:off x="2746" y="1622"/>
              <a:ext cx="48"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6417" name="Line 82">
              <a:extLst>
                <a:ext uri="{FF2B5EF4-FFF2-40B4-BE49-F238E27FC236}">
                  <a16:creationId xmlns:a16="http://schemas.microsoft.com/office/drawing/2014/main" id="{47DE4820-445E-49E6-B0E2-FCC1E71E97D6}"/>
                </a:ext>
              </a:extLst>
            </p:cNvPr>
            <p:cNvSpPr>
              <a:spLocks noChangeShapeType="1"/>
            </p:cNvSpPr>
            <p:nvPr/>
          </p:nvSpPr>
          <p:spPr bwMode="auto">
            <a:xfrm>
              <a:off x="2698" y="1622"/>
              <a:ext cx="144" cy="192"/>
            </a:xfrm>
            <a:prstGeom prst="line">
              <a:avLst/>
            </a:prstGeom>
            <a:noFill/>
            <a:ln w="57150">
              <a:solidFill>
                <a:schemeClr val="hlink"/>
              </a:solidFill>
              <a:miter lim="800000"/>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80" name="Comment 6">
            <a:extLst>
              <a:ext uri="{FF2B5EF4-FFF2-40B4-BE49-F238E27FC236}">
                <a16:creationId xmlns:a16="http://schemas.microsoft.com/office/drawing/2014/main" id="{F1B555C7-4C11-4745-8303-CB512DD33E5D}"/>
              </a:ext>
            </a:extLst>
          </p:cNvPr>
          <p:cNvSpPr>
            <a:spLocks noChangeArrowheads="1"/>
          </p:cNvSpPr>
          <p:nvPr/>
        </p:nvSpPr>
        <p:spPr bwMode="auto">
          <a:xfrm>
            <a:off x="900113" y="198438"/>
            <a:ext cx="3389312"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算法设计题</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677894"/>
                                        </p:tgtEl>
                                        <p:attrNameLst>
                                          <p:attrName>style.visibility</p:attrName>
                                        </p:attrNameLst>
                                      </p:cBhvr>
                                      <p:to>
                                        <p:strVal val="visible"/>
                                      </p:to>
                                    </p:set>
                                    <p:animEffect transition="in" filter="diamond(in)">
                                      <p:cBhvr>
                                        <p:cTn id="7" dur="2000"/>
                                        <p:tgtEl>
                                          <p:spTgt spid="6778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7894" grpId="0" animBg="1"/>
    </p:bld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2" name="矩形 1">
            <a:extLst>
              <a:ext uri="{FF2B5EF4-FFF2-40B4-BE49-F238E27FC236}">
                <a16:creationId xmlns:a16="http://schemas.microsoft.com/office/drawing/2014/main" id="{1265D05F-4968-E245-923E-C351FBA8445A}"/>
              </a:ext>
            </a:extLst>
          </p:cNvPr>
          <p:cNvSpPr>
            <a:spLocks noChangeArrowheads="1"/>
          </p:cNvSpPr>
          <p:nvPr/>
        </p:nvSpPr>
        <p:spPr bwMode="auto">
          <a:xfrm>
            <a:off x="0" y="1989138"/>
            <a:ext cx="9144000" cy="2808287"/>
          </a:xfrm>
          <a:prstGeom prst="rect">
            <a:avLst/>
          </a:prstGeom>
          <a:solidFill>
            <a:srgbClr val="D7D7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678917" name="Rectangle 5">
            <a:extLst>
              <a:ext uri="{FF2B5EF4-FFF2-40B4-BE49-F238E27FC236}">
                <a16:creationId xmlns:a16="http://schemas.microsoft.com/office/drawing/2014/main" id="{A024E989-6CF7-4945-9899-AFE8A76FAA63}"/>
              </a:ext>
            </a:extLst>
          </p:cNvPr>
          <p:cNvSpPr>
            <a:spLocks noChangeArrowheads="1"/>
          </p:cNvSpPr>
          <p:nvPr/>
        </p:nvSpPr>
        <p:spPr bwMode="auto">
          <a:xfrm>
            <a:off x="295275" y="2254250"/>
            <a:ext cx="8697913" cy="2278063"/>
          </a:xfrm>
          <a:prstGeom prst="rect">
            <a:avLst/>
          </a:prstGeom>
          <a:noFill/>
          <a:ln>
            <a:noFill/>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buClr>
                <a:srgbClr val="FF0000"/>
              </a:buClr>
              <a:buFont typeface="Wingdings" pitchFamily="2" charset="2"/>
              <a:buNone/>
            </a:pPr>
            <a:r>
              <a:rPr lang="zh-CN" altLang="en-US" sz="2800">
                <a:sym typeface="+mn-lt"/>
              </a:rPr>
              <a:t>       （</a:t>
            </a:r>
            <a:r>
              <a:rPr lang="en-US" altLang="zh-CN" sz="2800">
                <a:sym typeface="+mn-lt"/>
              </a:rPr>
              <a:t>2</a:t>
            </a:r>
            <a:r>
              <a:rPr lang="zh-CN" altLang="en-US" sz="2800">
                <a:sym typeface="+mn-lt"/>
              </a:rPr>
              <a:t>）将两个</a:t>
            </a:r>
            <a:r>
              <a:rPr lang="zh-CN" altLang="en-US" sz="2800">
                <a:solidFill>
                  <a:srgbClr val="FF0000"/>
                </a:solidFill>
                <a:sym typeface="+mn-lt"/>
              </a:rPr>
              <a:t>非递减</a:t>
            </a:r>
            <a:r>
              <a:rPr lang="zh-CN" altLang="en-US" sz="2800">
                <a:sym typeface="+mn-lt"/>
              </a:rPr>
              <a:t>的有序链表合并为一个</a:t>
            </a:r>
            <a:r>
              <a:rPr lang="zh-CN" altLang="en-US" sz="2800">
                <a:solidFill>
                  <a:srgbClr val="FF0000"/>
                </a:solidFill>
                <a:sym typeface="+mn-lt"/>
              </a:rPr>
              <a:t>非递增</a:t>
            </a:r>
            <a:r>
              <a:rPr lang="zh-CN" altLang="en-US" sz="2800">
                <a:sym typeface="+mn-lt"/>
              </a:rPr>
              <a:t>的有序链表。要求结果链表仍使用原来两个链表的存储空间，不另外占用其他的存储空间。表中</a:t>
            </a:r>
            <a:r>
              <a:rPr lang="zh-CN" altLang="en-US" sz="2800">
                <a:solidFill>
                  <a:srgbClr val="FF0000"/>
                </a:solidFill>
                <a:sym typeface="+mn-lt"/>
              </a:rPr>
              <a:t>允许有重复</a:t>
            </a:r>
            <a:r>
              <a:rPr lang="zh-CN" altLang="en-US" sz="2800">
                <a:sym typeface="+mn-lt"/>
              </a:rPr>
              <a:t>的数据。</a:t>
            </a:r>
          </a:p>
        </p:txBody>
      </p:sp>
      <p:sp>
        <p:nvSpPr>
          <p:cNvPr id="4" name="Comment 6">
            <a:extLst>
              <a:ext uri="{FF2B5EF4-FFF2-40B4-BE49-F238E27FC236}">
                <a16:creationId xmlns:a16="http://schemas.microsoft.com/office/drawing/2014/main" id="{0503CEC2-6A01-4D88-8C85-89F034950988}"/>
              </a:ext>
            </a:extLst>
          </p:cNvPr>
          <p:cNvSpPr>
            <a:spLocks noChangeArrowheads="1"/>
          </p:cNvSpPr>
          <p:nvPr/>
        </p:nvSpPr>
        <p:spPr bwMode="auto">
          <a:xfrm>
            <a:off x="900113" y="198438"/>
            <a:ext cx="3389312"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算法设计题</a:t>
            </a:r>
          </a:p>
        </p:txBody>
      </p:sp>
      <p:sp>
        <p:nvSpPr>
          <p:cNvPr id="6" name="Shape 26">
            <a:extLst>
              <a:ext uri="{FF2B5EF4-FFF2-40B4-BE49-F238E27FC236}">
                <a16:creationId xmlns:a16="http://schemas.microsoft.com/office/drawing/2014/main" id="{6CD9A3DE-6F88-4C29-93A6-9EBD02E7AA32}"/>
              </a:ext>
            </a:extLst>
          </p:cNvPr>
          <p:cNvSpPr/>
          <p:nvPr/>
        </p:nvSpPr>
        <p:spPr bwMode="auto">
          <a:xfrm flipH="1">
            <a:off x="0" y="5899150"/>
            <a:ext cx="9144000" cy="97313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678917"/>
                                        </p:tgtEl>
                                        <p:attrNameLst>
                                          <p:attrName>style.visibility</p:attrName>
                                        </p:attrNameLst>
                                      </p:cBhvr>
                                      <p:to>
                                        <p:strVal val="visible"/>
                                      </p:to>
                                    </p:set>
                                    <p:animEffect transition="in" filter="diamond(in)">
                                      <p:cBhvr>
                                        <p:cTn id="7" dur="2000"/>
                                        <p:tgtEl>
                                          <p:spTgt spid="678917"/>
                                        </p:tgtEl>
                                      </p:cBhvr>
                                    </p:animEffect>
                                  </p:childTnLst>
                                </p:cTn>
                              </p:par>
                            </p:childTnLst>
                          </p:cTn>
                        </p:par>
                        <p:par>
                          <p:cTn id="8" fill="hold" nodeType="afterGroup">
                            <p:stCondLst>
                              <p:cond delay="2000"/>
                            </p:stCondLst>
                            <p:childTnLst>
                              <p:par>
                                <p:cTn id="9" presetID="10" presetClass="entr" presetSubtype="0" fill="hold" grpId="0" nodeType="afterEffect">
                                  <p:stCondLst>
                                    <p:cond delay="0"/>
                                  </p:stCondLst>
                                  <p:childTnLst>
                                    <p:set>
                                      <p:cBhvr>
                                        <p:cTn id="10" dur="1" fill="hold">
                                          <p:stCondLst>
                                            <p:cond delay="0"/>
                                          </p:stCondLst>
                                        </p:cTn>
                                        <p:tgtEl>
                                          <p:spTgt spid="194562"/>
                                        </p:tgtEl>
                                        <p:attrNameLst>
                                          <p:attrName>style.visibility</p:attrName>
                                        </p:attrNameLst>
                                      </p:cBhvr>
                                      <p:to>
                                        <p:strVal val="visible"/>
                                      </p:to>
                                    </p:set>
                                    <p:animEffect transition="in" filter="fade">
                                      <p:cBhvr>
                                        <p:cTn id="11" dur="500"/>
                                        <p:tgtEl>
                                          <p:spTgt spid="1945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62" grpId="0" animBg="1"/>
      <p:bldP spid="678917" grpId="0"/>
    </p:bldLst>
  </p:timing>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22" name="Rectangle 8">
            <a:extLst>
              <a:ext uri="{FF2B5EF4-FFF2-40B4-BE49-F238E27FC236}">
                <a16:creationId xmlns:a16="http://schemas.microsoft.com/office/drawing/2014/main" id="{F6069F3B-F858-48DE-A95F-FC87FB2E7A9F}"/>
              </a:ext>
            </a:extLst>
          </p:cNvPr>
          <p:cNvSpPr>
            <a:spLocks noChangeArrowheads="1"/>
          </p:cNvSpPr>
          <p:nvPr/>
        </p:nvSpPr>
        <p:spPr bwMode="auto">
          <a:xfrm>
            <a:off x="0" y="1071563"/>
            <a:ext cx="2555875" cy="523875"/>
          </a:xfrm>
          <a:prstGeom prst="rect">
            <a:avLst/>
          </a:prstGeom>
          <a:solidFill>
            <a:srgbClr val="9476B6"/>
          </a:solidFill>
          <a:ln w="38100">
            <a:noFill/>
            <a:miter lim="800000"/>
            <a:headEnd/>
            <a:tailEnd/>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buClr>
                <a:srgbClr val="FF0000"/>
              </a:buClr>
              <a:buFont typeface="Wingdings" pitchFamily="2" charset="2"/>
              <a:buNone/>
            </a:pPr>
            <a:r>
              <a:rPr lang="en-US" altLang="zh-CN" sz="2800">
                <a:solidFill>
                  <a:schemeClr val="bg1"/>
                </a:solidFill>
                <a:sym typeface="+mn-lt"/>
              </a:rPr>
              <a:t>【</a:t>
            </a:r>
            <a:r>
              <a:rPr lang="zh-CN" altLang="en-US" sz="2800">
                <a:solidFill>
                  <a:schemeClr val="bg1"/>
                </a:solidFill>
                <a:sym typeface="+mn-lt"/>
              </a:rPr>
              <a:t>算法步骤</a:t>
            </a:r>
            <a:r>
              <a:rPr lang="en-US" altLang="zh-CN" sz="2800">
                <a:solidFill>
                  <a:schemeClr val="bg1"/>
                </a:solidFill>
                <a:sym typeface="+mn-lt"/>
              </a:rPr>
              <a:t>】</a:t>
            </a:r>
          </a:p>
        </p:txBody>
      </p:sp>
      <p:sp>
        <p:nvSpPr>
          <p:cNvPr id="7" name="Comment 6">
            <a:extLst>
              <a:ext uri="{FF2B5EF4-FFF2-40B4-BE49-F238E27FC236}">
                <a16:creationId xmlns:a16="http://schemas.microsoft.com/office/drawing/2014/main" id="{E12CA8CC-89FD-4F52-B91C-E1BD13773B5A}"/>
              </a:ext>
            </a:extLst>
          </p:cNvPr>
          <p:cNvSpPr>
            <a:spLocks noChangeArrowheads="1"/>
          </p:cNvSpPr>
          <p:nvPr/>
        </p:nvSpPr>
        <p:spPr bwMode="auto">
          <a:xfrm>
            <a:off x="900113" y="198438"/>
            <a:ext cx="3389312"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算法设计题</a:t>
            </a:r>
          </a:p>
        </p:txBody>
      </p:sp>
      <p:grpSp>
        <p:nvGrpSpPr>
          <p:cNvPr id="196612" name="组合 16">
            <a:extLst>
              <a:ext uri="{FF2B5EF4-FFF2-40B4-BE49-F238E27FC236}">
                <a16:creationId xmlns:a16="http://schemas.microsoft.com/office/drawing/2014/main" id="{BE3703D1-9DF2-4543-92A4-B511C0D2CFD6}"/>
              </a:ext>
            </a:extLst>
          </p:cNvPr>
          <p:cNvGrpSpPr>
            <a:grpSpLocks/>
          </p:cNvGrpSpPr>
          <p:nvPr/>
        </p:nvGrpSpPr>
        <p:grpSpPr bwMode="auto">
          <a:xfrm>
            <a:off x="412750" y="1944688"/>
            <a:ext cx="657225" cy="663575"/>
            <a:chOff x="4929188" y="1303338"/>
            <a:chExt cx="501650" cy="506412"/>
          </a:xfrm>
        </p:grpSpPr>
        <p:sp>
          <p:nvSpPr>
            <p:cNvPr id="9" name="Freeform 6">
              <a:extLst>
                <a:ext uri="{FF2B5EF4-FFF2-40B4-BE49-F238E27FC236}">
                  <a16:creationId xmlns:a16="http://schemas.microsoft.com/office/drawing/2014/main" id="{A3822AE8-1531-46F7-8189-7BC8639537B6}"/>
                </a:ext>
              </a:extLst>
            </p:cNvPr>
            <p:cNvSpPr>
              <a:spLocks/>
            </p:cNvSpPr>
            <p:nvPr/>
          </p:nvSpPr>
          <p:spPr bwMode="auto">
            <a:xfrm>
              <a:off x="4929188" y="1303338"/>
              <a:ext cx="501650" cy="506412"/>
            </a:xfrm>
            <a:custGeom>
              <a:avLst/>
              <a:gdLst>
                <a:gd name="T0" fmla="*/ 134 w 134"/>
                <a:gd name="T1" fmla="*/ 36 h 135"/>
                <a:gd name="T2" fmla="*/ 134 w 134"/>
                <a:gd name="T3" fmla="*/ 98 h 135"/>
                <a:gd name="T4" fmla="*/ 98 w 134"/>
                <a:gd name="T5" fmla="*/ 135 h 135"/>
                <a:gd name="T6" fmla="*/ 36 w 134"/>
                <a:gd name="T7" fmla="*/ 135 h 135"/>
                <a:gd name="T8" fmla="*/ 0 w 134"/>
                <a:gd name="T9" fmla="*/ 98 h 135"/>
                <a:gd name="T10" fmla="*/ 0 w 134"/>
                <a:gd name="T11" fmla="*/ 36 h 135"/>
                <a:gd name="T12" fmla="*/ 36 w 134"/>
                <a:gd name="T13" fmla="*/ 0 h 135"/>
                <a:gd name="T14" fmla="*/ 134 w 134"/>
                <a:gd name="T15" fmla="*/ 0 h 135"/>
                <a:gd name="T16" fmla="*/ 134 w 134"/>
                <a:gd name="T17" fmla="*/ 3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4" h="135">
                  <a:moveTo>
                    <a:pt x="134" y="36"/>
                  </a:moveTo>
                  <a:cubicBezTo>
                    <a:pt x="134" y="98"/>
                    <a:pt x="134" y="98"/>
                    <a:pt x="134" y="98"/>
                  </a:cubicBezTo>
                  <a:cubicBezTo>
                    <a:pt x="134" y="118"/>
                    <a:pt x="118" y="135"/>
                    <a:pt x="98" y="135"/>
                  </a:cubicBezTo>
                  <a:cubicBezTo>
                    <a:pt x="36" y="135"/>
                    <a:pt x="36" y="135"/>
                    <a:pt x="36" y="135"/>
                  </a:cubicBezTo>
                  <a:cubicBezTo>
                    <a:pt x="16" y="135"/>
                    <a:pt x="0" y="118"/>
                    <a:pt x="0" y="98"/>
                  </a:cubicBezTo>
                  <a:cubicBezTo>
                    <a:pt x="0" y="36"/>
                    <a:pt x="0" y="36"/>
                    <a:pt x="0" y="36"/>
                  </a:cubicBezTo>
                  <a:cubicBezTo>
                    <a:pt x="0" y="16"/>
                    <a:pt x="16" y="0"/>
                    <a:pt x="36" y="0"/>
                  </a:cubicBezTo>
                  <a:cubicBezTo>
                    <a:pt x="134" y="0"/>
                    <a:pt x="134" y="0"/>
                    <a:pt x="134" y="0"/>
                  </a:cubicBezTo>
                  <a:lnTo>
                    <a:pt x="134" y="36"/>
                  </a:lnTo>
                  <a:close/>
                </a:path>
              </a:pathLst>
            </a:custGeom>
            <a:solidFill>
              <a:srgbClr val="65A5D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10" name="Freeform 7">
              <a:extLst>
                <a:ext uri="{FF2B5EF4-FFF2-40B4-BE49-F238E27FC236}">
                  <a16:creationId xmlns:a16="http://schemas.microsoft.com/office/drawing/2014/main" id="{FA3A2983-A3C5-4386-B1CE-3414A3CB2A27}"/>
                </a:ext>
              </a:extLst>
            </p:cNvPr>
            <p:cNvSpPr>
              <a:spLocks/>
            </p:cNvSpPr>
            <p:nvPr/>
          </p:nvSpPr>
          <p:spPr bwMode="auto">
            <a:xfrm>
              <a:off x="4995833" y="1359068"/>
              <a:ext cx="371996" cy="205957"/>
            </a:xfrm>
            <a:custGeom>
              <a:avLst/>
              <a:gdLst>
                <a:gd name="T0" fmla="*/ 97 w 99"/>
                <a:gd name="T1" fmla="*/ 44 h 55"/>
                <a:gd name="T2" fmla="*/ 50 w 99"/>
                <a:gd name="T3" fmla="*/ 0 h 55"/>
                <a:gd name="T4" fmla="*/ 3 w 99"/>
                <a:gd name="T5" fmla="*/ 44 h 55"/>
                <a:gd name="T6" fmla="*/ 3 w 99"/>
                <a:gd name="T7" fmla="*/ 53 h 55"/>
                <a:gd name="T8" fmla="*/ 8 w 99"/>
                <a:gd name="T9" fmla="*/ 55 h 55"/>
                <a:gd name="T10" fmla="*/ 12 w 99"/>
                <a:gd name="T11" fmla="*/ 53 h 55"/>
                <a:gd name="T12" fmla="*/ 50 w 99"/>
                <a:gd name="T13" fmla="*/ 18 h 55"/>
                <a:gd name="T14" fmla="*/ 87 w 99"/>
                <a:gd name="T15" fmla="*/ 53 h 55"/>
                <a:gd name="T16" fmla="*/ 92 w 99"/>
                <a:gd name="T17" fmla="*/ 55 h 55"/>
                <a:gd name="T18" fmla="*/ 97 w 99"/>
                <a:gd name="T19" fmla="*/ 53 h 55"/>
                <a:gd name="T20" fmla="*/ 97 w 99"/>
                <a:gd name="T21" fmla="*/ 44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9" h="55">
                  <a:moveTo>
                    <a:pt x="97" y="44"/>
                  </a:moveTo>
                  <a:cubicBezTo>
                    <a:pt x="50" y="0"/>
                    <a:pt x="50" y="0"/>
                    <a:pt x="50" y="0"/>
                  </a:cubicBezTo>
                  <a:cubicBezTo>
                    <a:pt x="3" y="44"/>
                    <a:pt x="3" y="44"/>
                    <a:pt x="3" y="44"/>
                  </a:cubicBezTo>
                  <a:cubicBezTo>
                    <a:pt x="1" y="46"/>
                    <a:pt x="0" y="50"/>
                    <a:pt x="3" y="53"/>
                  </a:cubicBezTo>
                  <a:cubicBezTo>
                    <a:pt x="4" y="54"/>
                    <a:pt x="6" y="55"/>
                    <a:pt x="8" y="55"/>
                  </a:cubicBezTo>
                  <a:cubicBezTo>
                    <a:pt x="9" y="55"/>
                    <a:pt x="11" y="54"/>
                    <a:pt x="12" y="53"/>
                  </a:cubicBezTo>
                  <a:cubicBezTo>
                    <a:pt x="50" y="18"/>
                    <a:pt x="50" y="18"/>
                    <a:pt x="50" y="18"/>
                  </a:cubicBezTo>
                  <a:cubicBezTo>
                    <a:pt x="87" y="53"/>
                    <a:pt x="87" y="53"/>
                    <a:pt x="87" y="53"/>
                  </a:cubicBezTo>
                  <a:cubicBezTo>
                    <a:pt x="89" y="54"/>
                    <a:pt x="90" y="55"/>
                    <a:pt x="92" y="55"/>
                  </a:cubicBezTo>
                  <a:cubicBezTo>
                    <a:pt x="94" y="55"/>
                    <a:pt x="96" y="54"/>
                    <a:pt x="97" y="53"/>
                  </a:cubicBezTo>
                  <a:cubicBezTo>
                    <a:pt x="99" y="50"/>
                    <a:pt x="99" y="46"/>
                    <a:pt x="97" y="44"/>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11" name="Freeform 8">
              <a:extLst>
                <a:ext uri="{FF2B5EF4-FFF2-40B4-BE49-F238E27FC236}">
                  <a16:creationId xmlns:a16="http://schemas.microsoft.com/office/drawing/2014/main" id="{0AEE4DF4-CBE8-4D23-8E8C-AF38B04B3FDD}"/>
                </a:ext>
              </a:extLst>
            </p:cNvPr>
            <p:cNvSpPr>
              <a:spLocks/>
            </p:cNvSpPr>
            <p:nvPr/>
          </p:nvSpPr>
          <p:spPr bwMode="auto">
            <a:xfrm>
              <a:off x="5056418" y="1446296"/>
              <a:ext cx="255671" cy="265321"/>
            </a:xfrm>
            <a:custGeom>
              <a:avLst/>
              <a:gdLst>
                <a:gd name="T0" fmla="*/ 0 w 68"/>
                <a:gd name="T1" fmla="*/ 32 h 71"/>
                <a:gd name="T2" fmla="*/ 0 w 68"/>
                <a:gd name="T3" fmla="*/ 68 h 71"/>
                <a:gd name="T4" fmla="*/ 5 w 68"/>
                <a:gd name="T5" fmla="*/ 71 h 71"/>
                <a:gd name="T6" fmla="*/ 22 w 68"/>
                <a:gd name="T7" fmla="*/ 71 h 71"/>
                <a:gd name="T8" fmla="*/ 22 w 68"/>
                <a:gd name="T9" fmla="*/ 44 h 71"/>
                <a:gd name="T10" fmla="*/ 46 w 68"/>
                <a:gd name="T11" fmla="*/ 44 h 71"/>
                <a:gd name="T12" fmla="*/ 46 w 68"/>
                <a:gd name="T13" fmla="*/ 71 h 71"/>
                <a:gd name="T14" fmla="*/ 63 w 68"/>
                <a:gd name="T15" fmla="*/ 71 h 71"/>
                <a:gd name="T16" fmla="*/ 68 w 68"/>
                <a:gd name="T17" fmla="*/ 68 h 71"/>
                <a:gd name="T18" fmla="*/ 68 w 68"/>
                <a:gd name="T19" fmla="*/ 32 h 71"/>
                <a:gd name="T20" fmla="*/ 34 w 68"/>
                <a:gd name="T21" fmla="*/ 0 h 71"/>
                <a:gd name="T22" fmla="*/ 0 w 68"/>
                <a:gd name="T23"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68" h="71">
                  <a:moveTo>
                    <a:pt x="0" y="32"/>
                  </a:moveTo>
                  <a:cubicBezTo>
                    <a:pt x="0" y="68"/>
                    <a:pt x="0" y="68"/>
                    <a:pt x="0" y="68"/>
                  </a:cubicBezTo>
                  <a:cubicBezTo>
                    <a:pt x="0" y="70"/>
                    <a:pt x="2" y="71"/>
                    <a:pt x="5" y="71"/>
                  </a:cubicBezTo>
                  <a:cubicBezTo>
                    <a:pt x="22" y="71"/>
                    <a:pt x="22" y="71"/>
                    <a:pt x="22" y="71"/>
                  </a:cubicBezTo>
                  <a:cubicBezTo>
                    <a:pt x="22" y="44"/>
                    <a:pt x="22" y="44"/>
                    <a:pt x="22" y="44"/>
                  </a:cubicBezTo>
                  <a:cubicBezTo>
                    <a:pt x="46" y="44"/>
                    <a:pt x="46" y="44"/>
                    <a:pt x="46" y="44"/>
                  </a:cubicBezTo>
                  <a:cubicBezTo>
                    <a:pt x="46" y="71"/>
                    <a:pt x="46" y="71"/>
                    <a:pt x="46" y="71"/>
                  </a:cubicBezTo>
                  <a:cubicBezTo>
                    <a:pt x="63" y="71"/>
                    <a:pt x="63" y="71"/>
                    <a:pt x="63" y="71"/>
                  </a:cubicBezTo>
                  <a:cubicBezTo>
                    <a:pt x="66" y="71"/>
                    <a:pt x="68" y="70"/>
                    <a:pt x="68" y="68"/>
                  </a:cubicBezTo>
                  <a:cubicBezTo>
                    <a:pt x="68" y="32"/>
                    <a:pt x="68" y="32"/>
                    <a:pt x="68" y="32"/>
                  </a:cubicBezTo>
                  <a:cubicBezTo>
                    <a:pt x="34" y="0"/>
                    <a:pt x="34" y="0"/>
                    <a:pt x="34" y="0"/>
                  </a:cubicBezTo>
                  <a:lnTo>
                    <a:pt x="0" y="32"/>
                  </a:ln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grpSp>
      <p:grpSp>
        <p:nvGrpSpPr>
          <p:cNvPr id="196613" name="组合 20">
            <a:extLst>
              <a:ext uri="{FF2B5EF4-FFF2-40B4-BE49-F238E27FC236}">
                <a16:creationId xmlns:a16="http://schemas.microsoft.com/office/drawing/2014/main" id="{176D277D-95AC-8C4F-B49C-09E7E960E6B6}"/>
              </a:ext>
            </a:extLst>
          </p:cNvPr>
          <p:cNvGrpSpPr>
            <a:grpSpLocks/>
          </p:cNvGrpSpPr>
          <p:nvPr/>
        </p:nvGrpSpPr>
        <p:grpSpPr bwMode="auto">
          <a:xfrm>
            <a:off x="406400" y="2857500"/>
            <a:ext cx="663575" cy="661988"/>
            <a:chOff x="1339850" y="2163763"/>
            <a:chExt cx="506413" cy="506412"/>
          </a:xfrm>
        </p:grpSpPr>
        <p:sp>
          <p:nvSpPr>
            <p:cNvPr id="13" name="Freeform 13">
              <a:extLst>
                <a:ext uri="{FF2B5EF4-FFF2-40B4-BE49-F238E27FC236}">
                  <a16:creationId xmlns:a16="http://schemas.microsoft.com/office/drawing/2014/main" id="{02D8040F-0276-4424-9F86-47A10B52A33D}"/>
                </a:ext>
              </a:extLst>
            </p:cNvPr>
            <p:cNvSpPr>
              <a:spLocks/>
            </p:cNvSpPr>
            <p:nvPr/>
          </p:nvSpPr>
          <p:spPr bwMode="auto">
            <a:xfrm>
              <a:off x="1339850" y="2163763"/>
              <a:ext cx="506413" cy="506412"/>
            </a:xfrm>
            <a:custGeom>
              <a:avLst/>
              <a:gdLst>
                <a:gd name="T0" fmla="*/ 135 w 135"/>
                <a:gd name="T1" fmla="*/ 36 h 135"/>
                <a:gd name="T2" fmla="*/ 135 w 135"/>
                <a:gd name="T3" fmla="*/ 98 h 135"/>
                <a:gd name="T4" fmla="*/ 98 w 135"/>
                <a:gd name="T5" fmla="*/ 135 h 135"/>
                <a:gd name="T6" fmla="*/ 37 w 135"/>
                <a:gd name="T7" fmla="*/ 135 h 135"/>
                <a:gd name="T8" fmla="*/ 0 w 135"/>
                <a:gd name="T9" fmla="*/ 98 h 135"/>
                <a:gd name="T10" fmla="*/ 0 w 135"/>
                <a:gd name="T11" fmla="*/ 36 h 135"/>
                <a:gd name="T12" fmla="*/ 37 w 135"/>
                <a:gd name="T13" fmla="*/ 0 h 135"/>
                <a:gd name="T14" fmla="*/ 135 w 135"/>
                <a:gd name="T15" fmla="*/ 0 h 135"/>
                <a:gd name="T16" fmla="*/ 135 w 135"/>
                <a:gd name="T17" fmla="*/ 3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5" h="135">
                  <a:moveTo>
                    <a:pt x="135" y="36"/>
                  </a:moveTo>
                  <a:cubicBezTo>
                    <a:pt x="135" y="98"/>
                    <a:pt x="135" y="98"/>
                    <a:pt x="135" y="98"/>
                  </a:cubicBezTo>
                  <a:cubicBezTo>
                    <a:pt x="135" y="118"/>
                    <a:pt x="118" y="135"/>
                    <a:pt x="98" y="135"/>
                  </a:cubicBezTo>
                  <a:cubicBezTo>
                    <a:pt x="37" y="135"/>
                    <a:pt x="37" y="135"/>
                    <a:pt x="37" y="135"/>
                  </a:cubicBezTo>
                  <a:cubicBezTo>
                    <a:pt x="16" y="135"/>
                    <a:pt x="0" y="118"/>
                    <a:pt x="0" y="98"/>
                  </a:cubicBezTo>
                  <a:cubicBezTo>
                    <a:pt x="0" y="36"/>
                    <a:pt x="0" y="36"/>
                    <a:pt x="0" y="36"/>
                  </a:cubicBezTo>
                  <a:cubicBezTo>
                    <a:pt x="0" y="16"/>
                    <a:pt x="16" y="0"/>
                    <a:pt x="37" y="0"/>
                  </a:cubicBezTo>
                  <a:cubicBezTo>
                    <a:pt x="135" y="0"/>
                    <a:pt x="135" y="0"/>
                    <a:pt x="135" y="0"/>
                  </a:cubicBezTo>
                  <a:lnTo>
                    <a:pt x="135" y="36"/>
                  </a:lnTo>
                  <a:close/>
                </a:path>
              </a:pathLst>
            </a:custGeom>
            <a:solidFill>
              <a:schemeClr val="tx1">
                <a:lumMod val="50000"/>
                <a:lumOff val="5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14" name="Freeform 14">
              <a:extLst>
                <a:ext uri="{FF2B5EF4-FFF2-40B4-BE49-F238E27FC236}">
                  <a16:creationId xmlns:a16="http://schemas.microsoft.com/office/drawing/2014/main" id="{6E870232-B3EF-481E-96CB-8B384723E4FD}"/>
                </a:ext>
              </a:extLst>
            </p:cNvPr>
            <p:cNvSpPr>
              <a:spLocks/>
            </p:cNvSpPr>
            <p:nvPr/>
          </p:nvSpPr>
          <p:spPr bwMode="auto">
            <a:xfrm>
              <a:off x="1499770" y="2276704"/>
              <a:ext cx="176881" cy="104440"/>
            </a:xfrm>
            <a:custGeom>
              <a:avLst/>
              <a:gdLst>
                <a:gd name="T0" fmla="*/ 111 w 111"/>
                <a:gd name="T1" fmla="*/ 0 h 66"/>
                <a:gd name="T2" fmla="*/ 55 w 111"/>
                <a:gd name="T3" fmla="*/ 0 h 66"/>
                <a:gd name="T4" fmla="*/ 55 w 111"/>
                <a:gd name="T5" fmla="*/ 54 h 66"/>
                <a:gd name="T6" fmla="*/ 14 w 111"/>
                <a:gd name="T7" fmla="*/ 54 h 66"/>
                <a:gd name="T8" fmla="*/ 14 w 111"/>
                <a:gd name="T9" fmla="*/ 0 h 66"/>
                <a:gd name="T10" fmla="*/ 0 w 111"/>
                <a:gd name="T11" fmla="*/ 0 h 66"/>
                <a:gd name="T12" fmla="*/ 0 w 111"/>
                <a:gd name="T13" fmla="*/ 66 h 66"/>
                <a:gd name="T14" fmla="*/ 111 w 111"/>
                <a:gd name="T15" fmla="*/ 66 h 66"/>
                <a:gd name="T16" fmla="*/ 111 w 111"/>
                <a:gd name="T17" fmla="*/ 0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1" h="66">
                  <a:moveTo>
                    <a:pt x="111" y="0"/>
                  </a:moveTo>
                  <a:lnTo>
                    <a:pt x="55" y="0"/>
                  </a:lnTo>
                  <a:lnTo>
                    <a:pt x="55" y="54"/>
                  </a:lnTo>
                  <a:lnTo>
                    <a:pt x="14" y="54"/>
                  </a:lnTo>
                  <a:lnTo>
                    <a:pt x="14" y="0"/>
                  </a:lnTo>
                  <a:lnTo>
                    <a:pt x="0" y="0"/>
                  </a:lnTo>
                  <a:lnTo>
                    <a:pt x="0" y="66"/>
                  </a:lnTo>
                  <a:lnTo>
                    <a:pt x="111" y="66"/>
                  </a:lnTo>
                  <a:lnTo>
                    <a:pt x="111" y="0"/>
                  </a:ln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15" name="Freeform 15">
              <a:extLst>
                <a:ext uri="{FF2B5EF4-FFF2-40B4-BE49-F238E27FC236}">
                  <a16:creationId xmlns:a16="http://schemas.microsoft.com/office/drawing/2014/main" id="{0C3C2E53-DB19-41DD-A2FA-2702AB809FB8}"/>
                </a:ext>
              </a:extLst>
            </p:cNvPr>
            <p:cNvSpPr>
              <a:spLocks noEditPoints="1"/>
            </p:cNvSpPr>
            <p:nvPr/>
          </p:nvSpPr>
          <p:spPr bwMode="auto">
            <a:xfrm>
              <a:off x="1447675" y="2276704"/>
              <a:ext cx="289552" cy="278101"/>
            </a:xfrm>
            <a:custGeom>
              <a:avLst/>
              <a:gdLst>
                <a:gd name="T0" fmla="*/ 72 w 77"/>
                <a:gd name="T1" fmla="*/ 0 h 74"/>
                <a:gd name="T2" fmla="*/ 64 w 77"/>
                <a:gd name="T3" fmla="*/ 0 h 74"/>
                <a:gd name="T4" fmla="*/ 64 w 77"/>
                <a:gd name="T5" fmla="*/ 31 h 74"/>
                <a:gd name="T6" fmla="*/ 10 w 77"/>
                <a:gd name="T7" fmla="*/ 31 h 74"/>
                <a:gd name="T8" fmla="*/ 10 w 77"/>
                <a:gd name="T9" fmla="*/ 0 h 74"/>
                <a:gd name="T10" fmla="*/ 5 w 77"/>
                <a:gd name="T11" fmla="*/ 0 h 74"/>
                <a:gd name="T12" fmla="*/ 0 w 77"/>
                <a:gd name="T13" fmla="*/ 6 h 74"/>
                <a:gd name="T14" fmla="*/ 0 w 77"/>
                <a:gd name="T15" fmla="*/ 68 h 74"/>
                <a:gd name="T16" fmla="*/ 5 w 77"/>
                <a:gd name="T17" fmla="*/ 74 h 74"/>
                <a:gd name="T18" fmla="*/ 72 w 77"/>
                <a:gd name="T19" fmla="*/ 74 h 74"/>
                <a:gd name="T20" fmla="*/ 77 w 77"/>
                <a:gd name="T21" fmla="*/ 68 h 74"/>
                <a:gd name="T22" fmla="*/ 77 w 77"/>
                <a:gd name="T23" fmla="*/ 6 h 74"/>
                <a:gd name="T24" fmla="*/ 72 w 77"/>
                <a:gd name="T25" fmla="*/ 0 h 74"/>
                <a:gd name="T26" fmla="*/ 38 w 77"/>
                <a:gd name="T27" fmla="*/ 65 h 74"/>
                <a:gd name="T28" fmla="*/ 22 w 77"/>
                <a:gd name="T29" fmla="*/ 49 h 74"/>
                <a:gd name="T30" fmla="*/ 38 w 77"/>
                <a:gd name="T31" fmla="*/ 33 h 74"/>
                <a:gd name="T32" fmla="*/ 54 w 77"/>
                <a:gd name="T33" fmla="*/ 49 h 74"/>
                <a:gd name="T34" fmla="*/ 38 w 77"/>
                <a:gd name="T35" fmla="*/ 65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7" h="74">
                  <a:moveTo>
                    <a:pt x="72" y="0"/>
                  </a:moveTo>
                  <a:cubicBezTo>
                    <a:pt x="64" y="0"/>
                    <a:pt x="64" y="0"/>
                    <a:pt x="64" y="0"/>
                  </a:cubicBezTo>
                  <a:cubicBezTo>
                    <a:pt x="64" y="31"/>
                    <a:pt x="64" y="31"/>
                    <a:pt x="64" y="31"/>
                  </a:cubicBezTo>
                  <a:cubicBezTo>
                    <a:pt x="10" y="31"/>
                    <a:pt x="10" y="31"/>
                    <a:pt x="10" y="31"/>
                  </a:cubicBezTo>
                  <a:cubicBezTo>
                    <a:pt x="10" y="0"/>
                    <a:pt x="10" y="0"/>
                    <a:pt x="10" y="0"/>
                  </a:cubicBezTo>
                  <a:cubicBezTo>
                    <a:pt x="5" y="0"/>
                    <a:pt x="5" y="0"/>
                    <a:pt x="5" y="0"/>
                  </a:cubicBezTo>
                  <a:cubicBezTo>
                    <a:pt x="2" y="0"/>
                    <a:pt x="0" y="3"/>
                    <a:pt x="0" y="6"/>
                  </a:cubicBezTo>
                  <a:cubicBezTo>
                    <a:pt x="0" y="68"/>
                    <a:pt x="0" y="68"/>
                    <a:pt x="0" y="68"/>
                  </a:cubicBezTo>
                  <a:cubicBezTo>
                    <a:pt x="0" y="72"/>
                    <a:pt x="2" y="74"/>
                    <a:pt x="5" y="74"/>
                  </a:cubicBezTo>
                  <a:cubicBezTo>
                    <a:pt x="72" y="74"/>
                    <a:pt x="72" y="74"/>
                    <a:pt x="72" y="74"/>
                  </a:cubicBezTo>
                  <a:cubicBezTo>
                    <a:pt x="75" y="74"/>
                    <a:pt x="77" y="72"/>
                    <a:pt x="77" y="68"/>
                  </a:cubicBezTo>
                  <a:cubicBezTo>
                    <a:pt x="77" y="6"/>
                    <a:pt x="77" y="6"/>
                    <a:pt x="77" y="6"/>
                  </a:cubicBezTo>
                  <a:cubicBezTo>
                    <a:pt x="77" y="3"/>
                    <a:pt x="75" y="0"/>
                    <a:pt x="72" y="0"/>
                  </a:cubicBezTo>
                  <a:close/>
                  <a:moveTo>
                    <a:pt x="38" y="65"/>
                  </a:moveTo>
                  <a:cubicBezTo>
                    <a:pt x="29" y="65"/>
                    <a:pt x="22" y="58"/>
                    <a:pt x="22" y="49"/>
                  </a:cubicBezTo>
                  <a:cubicBezTo>
                    <a:pt x="22" y="40"/>
                    <a:pt x="29" y="33"/>
                    <a:pt x="38" y="33"/>
                  </a:cubicBezTo>
                  <a:cubicBezTo>
                    <a:pt x="46" y="33"/>
                    <a:pt x="54" y="40"/>
                    <a:pt x="54" y="49"/>
                  </a:cubicBezTo>
                  <a:cubicBezTo>
                    <a:pt x="54" y="58"/>
                    <a:pt x="46" y="65"/>
                    <a:pt x="38" y="65"/>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16" name="Oval 16">
              <a:extLst>
                <a:ext uri="{FF2B5EF4-FFF2-40B4-BE49-F238E27FC236}">
                  <a16:creationId xmlns:a16="http://schemas.microsoft.com/office/drawing/2014/main" id="{F5B777A6-BA58-4519-86A4-8D6190AE5D68}"/>
                </a:ext>
              </a:extLst>
            </p:cNvPr>
            <p:cNvSpPr>
              <a:spLocks noChangeArrowheads="1"/>
            </p:cNvSpPr>
            <p:nvPr/>
          </p:nvSpPr>
          <p:spPr bwMode="auto">
            <a:xfrm>
              <a:off x="1549442" y="2418790"/>
              <a:ext cx="82383" cy="82580"/>
            </a:xfrm>
            <a:prstGeom prst="ellipse">
              <a:avLst/>
            </a:pr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grpSp>
      <p:grpSp>
        <p:nvGrpSpPr>
          <p:cNvPr id="196614" name="组合 25">
            <a:extLst>
              <a:ext uri="{FF2B5EF4-FFF2-40B4-BE49-F238E27FC236}">
                <a16:creationId xmlns:a16="http://schemas.microsoft.com/office/drawing/2014/main" id="{C62B589D-3B3C-834C-B1CC-55246A40FF04}"/>
              </a:ext>
            </a:extLst>
          </p:cNvPr>
          <p:cNvGrpSpPr>
            <a:grpSpLocks/>
          </p:cNvGrpSpPr>
          <p:nvPr/>
        </p:nvGrpSpPr>
        <p:grpSpPr bwMode="auto">
          <a:xfrm>
            <a:off x="412750" y="4575175"/>
            <a:ext cx="657225" cy="663575"/>
            <a:chOff x="5093055" y="2766720"/>
            <a:chExt cx="501650" cy="506413"/>
          </a:xfrm>
        </p:grpSpPr>
        <p:sp>
          <p:nvSpPr>
            <p:cNvPr id="18" name="Freeform 21">
              <a:extLst>
                <a:ext uri="{FF2B5EF4-FFF2-40B4-BE49-F238E27FC236}">
                  <a16:creationId xmlns:a16="http://schemas.microsoft.com/office/drawing/2014/main" id="{08BF08D6-5747-4E9B-9236-66AEB97BE326}"/>
                </a:ext>
              </a:extLst>
            </p:cNvPr>
            <p:cNvSpPr>
              <a:spLocks/>
            </p:cNvSpPr>
            <p:nvPr/>
          </p:nvSpPr>
          <p:spPr bwMode="auto">
            <a:xfrm>
              <a:off x="5093055" y="2766720"/>
              <a:ext cx="501650" cy="506413"/>
            </a:xfrm>
            <a:custGeom>
              <a:avLst/>
              <a:gdLst>
                <a:gd name="T0" fmla="*/ 134 w 134"/>
                <a:gd name="T1" fmla="*/ 37 h 135"/>
                <a:gd name="T2" fmla="*/ 134 w 134"/>
                <a:gd name="T3" fmla="*/ 98 h 135"/>
                <a:gd name="T4" fmla="*/ 98 w 134"/>
                <a:gd name="T5" fmla="*/ 135 h 135"/>
                <a:gd name="T6" fmla="*/ 36 w 134"/>
                <a:gd name="T7" fmla="*/ 135 h 135"/>
                <a:gd name="T8" fmla="*/ 0 w 134"/>
                <a:gd name="T9" fmla="*/ 98 h 135"/>
                <a:gd name="T10" fmla="*/ 0 w 134"/>
                <a:gd name="T11" fmla="*/ 37 h 135"/>
                <a:gd name="T12" fmla="*/ 36 w 134"/>
                <a:gd name="T13" fmla="*/ 0 h 135"/>
                <a:gd name="T14" fmla="*/ 134 w 134"/>
                <a:gd name="T15" fmla="*/ 0 h 135"/>
                <a:gd name="T16" fmla="*/ 134 w 134"/>
                <a:gd name="T17" fmla="*/ 3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4" h="135">
                  <a:moveTo>
                    <a:pt x="134" y="37"/>
                  </a:moveTo>
                  <a:cubicBezTo>
                    <a:pt x="134" y="98"/>
                    <a:pt x="134" y="98"/>
                    <a:pt x="134" y="98"/>
                  </a:cubicBezTo>
                  <a:cubicBezTo>
                    <a:pt x="134" y="118"/>
                    <a:pt x="118" y="135"/>
                    <a:pt x="98" y="135"/>
                  </a:cubicBezTo>
                  <a:cubicBezTo>
                    <a:pt x="36" y="135"/>
                    <a:pt x="36" y="135"/>
                    <a:pt x="36" y="135"/>
                  </a:cubicBezTo>
                  <a:cubicBezTo>
                    <a:pt x="16" y="135"/>
                    <a:pt x="0" y="118"/>
                    <a:pt x="0" y="98"/>
                  </a:cubicBezTo>
                  <a:cubicBezTo>
                    <a:pt x="0" y="37"/>
                    <a:pt x="0" y="37"/>
                    <a:pt x="0" y="37"/>
                  </a:cubicBezTo>
                  <a:cubicBezTo>
                    <a:pt x="0" y="16"/>
                    <a:pt x="16" y="0"/>
                    <a:pt x="36" y="0"/>
                  </a:cubicBezTo>
                  <a:cubicBezTo>
                    <a:pt x="134" y="0"/>
                    <a:pt x="134" y="0"/>
                    <a:pt x="134" y="0"/>
                  </a:cubicBezTo>
                  <a:lnTo>
                    <a:pt x="134" y="37"/>
                  </a:lnTo>
                  <a:close/>
                </a:path>
              </a:pathLst>
            </a:custGeom>
            <a:solidFill>
              <a:srgbClr val="9476B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dirty="0">
                <a:solidFill>
                  <a:sysClr val="windowText" lastClr="000000"/>
                </a:solidFill>
              </a:endParaRPr>
            </a:p>
          </p:txBody>
        </p:sp>
        <p:sp>
          <p:nvSpPr>
            <p:cNvPr id="19" name="Oval 22">
              <a:extLst>
                <a:ext uri="{FF2B5EF4-FFF2-40B4-BE49-F238E27FC236}">
                  <a16:creationId xmlns:a16="http://schemas.microsoft.com/office/drawing/2014/main" id="{958259F6-904A-48A6-B1A4-3F293C2938DB}"/>
                </a:ext>
              </a:extLst>
            </p:cNvPr>
            <p:cNvSpPr>
              <a:spLocks noChangeArrowheads="1"/>
            </p:cNvSpPr>
            <p:nvPr/>
          </p:nvSpPr>
          <p:spPr bwMode="auto">
            <a:xfrm>
              <a:off x="5200898" y="3069599"/>
              <a:ext cx="98149" cy="99344"/>
            </a:xfrm>
            <a:prstGeom prst="ellipse">
              <a:avLst/>
            </a:pr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20" name="Freeform 23">
              <a:extLst>
                <a:ext uri="{FF2B5EF4-FFF2-40B4-BE49-F238E27FC236}">
                  <a16:creationId xmlns:a16="http://schemas.microsoft.com/office/drawing/2014/main" id="{C36F7BD3-8FA1-48E0-908A-1A895D5AA255}"/>
                </a:ext>
              </a:extLst>
            </p:cNvPr>
            <p:cNvSpPr>
              <a:spLocks/>
            </p:cNvSpPr>
            <p:nvPr/>
          </p:nvSpPr>
          <p:spPr bwMode="auto">
            <a:xfrm>
              <a:off x="5211803" y="2970254"/>
              <a:ext cx="181757" cy="179304"/>
            </a:xfrm>
            <a:custGeom>
              <a:avLst/>
              <a:gdLst>
                <a:gd name="T0" fmla="*/ 6 w 48"/>
                <a:gd name="T1" fmla="*/ 0 h 48"/>
                <a:gd name="T2" fmla="*/ 0 w 48"/>
                <a:gd name="T3" fmla="*/ 7 h 48"/>
                <a:gd name="T4" fmla="*/ 6 w 48"/>
                <a:gd name="T5" fmla="*/ 13 h 48"/>
                <a:gd name="T6" fmla="*/ 35 w 48"/>
                <a:gd name="T7" fmla="*/ 42 h 48"/>
                <a:gd name="T8" fmla="*/ 42 w 48"/>
                <a:gd name="T9" fmla="*/ 48 h 48"/>
                <a:gd name="T10" fmla="*/ 48 w 48"/>
                <a:gd name="T11" fmla="*/ 42 h 48"/>
                <a:gd name="T12" fmla="*/ 6 w 48"/>
                <a:gd name="T13" fmla="*/ 0 h 48"/>
              </a:gdLst>
              <a:ahLst/>
              <a:cxnLst>
                <a:cxn ang="0">
                  <a:pos x="T0" y="T1"/>
                </a:cxn>
                <a:cxn ang="0">
                  <a:pos x="T2" y="T3"/>
                </a:cxn>
                <a:cxn ang="0">
                  <a:pos x="T4" y="T5"/>
                </a:cxn>
                <a:cxn ang="0">
                  <a:pos x="T6" y="T7"/>
                </a:cxn>
                <a:cxn ang="0">
                  <a:pos x="T8" y="T9"/>
                </a:cxn>
                <a:cxn ang="0">
                  <a:pos x="T10" y="T11"/>
                </a:cxn>
                <a:cxn ang="0">
                  <a:pos x="T12" y="T13"/>
                </a:cxn>
              </a:cxnLst>
              <a:rect l="0" t="0" r="r" b="b"/>
              <a:pathLst>
                <a:path w="48" h="48">
                  <a:moveTo>
                    <a:pt x="6" y="0"/>
                  </a:moveTo>
                  <a:cubicBezTo>
                    <a:pt x="3" y="0"/>
                    <a:pt x="0" y="3"/>
                    <a:pt x="0" y="7"/>
                  </a:cubicBezTo>
                  <a:cubicBezTo>
                    <a:pt x="0" y="10"/>
                    <a:pt x="3" y="13"/>
                    <a:pt x="6" y="13"/>
                  </a:cubicBezTo>
                  <a:cubicBezTo>
                    <a:pt x="22" y="13"/>
                    <a:pt x="35" y="26"/>
                    <a:pt x="35" y="42"/>
                  </a:cubicBezTo>
                  <a:cubicBezTo>
                    <a:pt x="35" y="45"/>
                    <a:pt x="38" y="48"/>
                    <a:pt x="42" y="48"/>
                  </a:cubicBezTo>
                  <a:cubicBezTo>
                    <a:pt x="45" y="48"/>
                    <a:pt x="48" y="45"/>
                    <a:pt x="48" y="42"/>
                  </a:cubicBezTo>
                  <a:cubicBezTo>
                    <a:pt x="48" y="19"/>
                    <a:pt x="29" y="0"/>
                    <a:pt x="6" y="0"/>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21" name="Freeform 24">
              <a:extLst>
                <a:ext uri="{FF2B5EF4-FFF2-40B4-BE49-F238E27FC236}">
                  <a16:creationId xmlns:a16="http://schemas.microsoft.com/office/drawing/2014/main" id="{0219D97D-D1D0-461C-B6AC-77C5A4A80D2A}"/>
                </a:ext>
              </a:extLst>
            </p:cNvPr>
            <p:cNvSpPr>
              <a:spLocks/>
            </p:cNvSpPr>
            <p:nvPr/>
          </p:nvSpPr>
          <p:spPr bwMode="auto">
            <a:xfrm>
              <a:off x="5211803" y="2870910"/>
              <a:ext cx="278694" cy="278648"/>
            </a:xfrm>
            <a:custGeom>
              <a:avLst/>
              <a:gdLst>
                <a:gd name="T0" fmla="*/ 6 w 74"/>
                <a:gd name="T1" fmla="*/ 0 h 74"/>
                <a:gd name="T2" fmla="*/ 0 w 74"/>
                <a:gd name="T3" fmla="*/ 7 h 74"/>
                <a:gd name="T4" fmla="*/ 6 w 74"/>
                <a:gd name="T5" fmla="*/ 13 h 74"/>
                <a:gd name="T6" fmla="*/ 61 w 74"/>
                <a:gd name="T7" fmla="*/ 68 h 74"/>
                <a:gd name="T8" fmla="*/ 68 w 74"/>
                <a:gd name="T9" fmla="*/ 74 h 74"/>
                <a:gd name="T10" fmla="*/ 74 w 74"/>
                <a:gd name="T11" fmla="*/ 68 h 74"/>
                <a:gd name="T12" fmla="*/ 6 w 74"/>
                <a:gd name="T13" fmla="*/ 0 h 74"/>
              </a:gdLst>
              <a:ahLst/>
              <a:cxnLst>
                <a:cxn ang="0">
                  <a:pos x="T0" y="T1"/>
                </a:cxn>
                <a:cxn ang="0">
                  <a:pos x="T2" y="T3"/>
                </a:cxn>
                <a:cxn ang="0">
                  <a:pos x="T4" y="T5"/>
                </a:cxn>
                <a:cxn ang="0">
                  <a:pos x="T6" y="T7"/>
                </a:cxn>
                <a:cxn ang="0">
                  <a:pos x="T8" y="T9"/>
                </a:cxn>
                <a:cxn ang="0">
                  <a:pos x="T10" y="T11"/>
                </a:cxn>
                <a:cxn ang="0">
                  <a:pos x="T12" y="T13"/>
                </a:cxn>
              </a:cxnLst>
              <a:rect l="0" t="0" r="r" b="b"/>
              <a:pathLst>
                <a:path w="74" h="74">
                  <a:moveTo>
                    <a:pt x="6" y="0"/>
                  </a:moveTo>
                  <a:cubicBezTo>
                    <a:pt x="3" y="0"/>
                    <a:pt x="0" y="3"/>
                    <a:pt x="0" y="7"/>
                  </a:cubicBezTo>
                  <a:cubicBezTo>
                    <a:pt x="0" y="10"/>
                    <a:pt x="3" y="13"/>
                    <a:pt x="6" y="13"/>
                  </a:cubicBezTo>
                  <a:cubicBezTo>
                    <a:pt x="37" y="13"/>
                    <a:pt x="61" y="38"/>
                    <a:pt x="61" y="68"/>
                  </a:cubicBezTo>
                  <a:cubicBezTo>
                    <a:pt x="61" y="71"/>
                    <a:pt x="64" y="74"/>
                    <a:pt x="68" y="74"/>
                  </a:cubicBezTo>
                  <a:cubicBezTo>
                    <a:pt x="71" y="74"/>
                    <a:pt x="74" y="71"/>
                    <a:pt x="74" y="68"/>
                  </a:cubicBezTo>
                  <a:cubicBezTo>
                    <a:pt x="74" y="30"/>
                    <a:pt x="44" y="0"/>
                    <a:pt x="6" y="0"/>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grpSp>
      <p:grpSp>
        <p:nvGrpSpPr>
          <p:cNvPr id="196615" name="组合 30">
            <a:extLst>
              <a:ext uri="{FF2B5EF4-FFF2-40B4-BE49-F238E27FC236}">
                <a16:creationId xmlns:a16="http://schemas.microsoft.com/office/drawing/2014/main" id="{AB994627-2B91-BD4B-BC26-604E3954AAE8}"/>
              </a:ext>
            </a:extLst>
          </p:cNvPr>
          <p:cNvGrpSpPr>
            <a:grpSpLocks/>
          </p:cNvGrpSpPr>
          <p:nvPr/>
        </p:nvGrpSpPr>
        <p:grpSpPr bwMode="auto">
          <a:xfrm>
            <a:off x="406400" y="5791200"/>
            <a:ext cx="663575" cy="661988"/>
            <a:chOff x="6137274" y="1900165"/>
            <a:chExt cx="506413" cy="506412"/>
          </a:xfrm>
        </p:grpSpPr>
        <p:sp>
          <p:nvSpPr>
            <p:cNvPr id="23" name="Freeform 29">
              <a:extLst>
                <a:ext uri="{FF2B5EF4-FFF2-40B4-BE49-F238E27FC236}">
                  <a16:creationId xmlns:a16="http://schemas.microsoft.com/office/drawing/2014/main" id="{7B611C14-6673-4786-9DE8-F69210D008FC}"/>
                </a:ext>
              </a:extLst>
            </p:cNvPr>
            <p:cNvSpPr>
              <a:spLocks/>
            </p:cNvSpPr>
            <p:nvPr/>
          </p:nvSpPr>
          <p:spPr bwMode="auto">
            <a:xfrm>
              <a:off x="6137274" y="1900165"/>
              <a:ext cx="506413" cy="506412"/>
            </a:xfrm>
            <a:custGeom>
              <a:avLst/>
              <a:gdLst>
                <a:gd name="T0" fmla="*/ 135 w 135"/>
                <a:gd name="T1" fmla="*/ 36 h 135"/>
                <a:gd name="T2" fmla="*/ 135 w 135"/>
                <a:gd name="T3" fmla="*/ 98 h 135"/>
                <a:gd name="T4" fmla="*/ 98 w 135"/>
                <a:gd name="T5" fmla="*/ 135 h 135"/>
                <a:gd name="T6" fmla="*/ 36 w 135"/>
                <a:gd name="T7" fmla="*/ 135 h 135"/>
                <a:gd name="T8" fmla="*/ 0 w 135"/>
                <a:gd name="T9" fmla="*/ 98 h 135"/>
                <a:gd name="T10" fmla="*/ 0 w 135"/>
                <a:gd name="T11" fmla="*/ 36 h 135"/>
                <a:gd name="T12" fmla="*/ 36 w 135"/>
                <a:gd name="T13" fmla="*/ 0 h 135"/>
                <a:gd name="T14" fmla="*/ 135 w 135"/>
                <a:gd name="T15" fmla="*/ 0 h 135"/>
                <a:gd name="T16" fmla="*/ 135 w 135"/>
                <a:gd name="T17" fmla="*/ 3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5" h="135">
                  <a:moveTo>
                    <a:pt x="135" y="36"/>
                  </a:moveTo>
                  <a:cubicBezTo>
                    <a:pt x="135" y="98"/>
                    <a:pt x="135" y="98"/>
                    <a:pt x="135" y="98"/>
                  </a:cubicBezTo>
                  <a:cubicBezTo>
                    <a:pt x="135" y="118"/>
                    <a:pt x="118" y="135"/>
                    <a:pt x="98" y="135"/>
                  </a:cubicBezTo>
                  <a:cubicBezTo>
                    <a:pt x="36" y="135"/>
                    <a:pt x="36" y="135"/>
                    <a:pt x="36" y="135"/>
                  </a:cubicBezTo>
                  <a:cubicBezTo>
                    <a:pt x="16" y="135"/>
                    <a:pt x="0" y="118"/>
                    <a:pt x="0" y="98"/>
                  </a:cubicBezTo>
                  <a:cubicBezTo>
                    <a:pt x="0" y="36"/>
                    <a:pt x="0" y="36"/>
                    <a:pt x="0" y="36"/>
                  </a:cubicBezTo>
                  <a:cubicBezTo>
                    <a:pt x="0" y="16"/>
                    <a:pt x="16" y="0"/>
                    <a:pt x="36" y="0"/>
                  </a:cubicBezTo>
                  <a:cubicBezTo>
                    <a:pt x="135" y="0"/>
                    <a:pt x="135" y="0"/>
                    <a:pt x="135" y="0"/>
                  </a:cubicBezTo>
                  <a:lnTo>
                    <a:pt x="135" y="36"/>
                  </a:lnTo>
                  <a:close/>
                </a:path>
              </a:pathLst>
            </a:custGeom>
            <a:solidFill>
              <a:srgbClr val="6C4C8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24" name="Freeform 30">
              <a:extLst>
                <a:ext uri="{FF2B5EF4-FFF2-40B4-BE49-F238E27FC236}">
                  <a16:creationId xmlns:a16="http://schemas.microsoft.com/office/drawing/2014/main" id="{A0E49CFC-0CFD-44D5-95B7-8532DE720F08}"/>
                </a:ext>
              </a:extLst>
            </p:cNvPr>
            <p:cNvSpPr>
              <a:spLocks noEditPoints="1"/>
            </p:cNvSpPr>
            <p:nvPr/>
          </p:nvSpPr>
          <p:spPr bwMode="auto">
            <a:xfrm>
              <a:off x="6208754" y="1979102"/>
              <a:ext cx="327109" cy="325464"/>
            </a:xfrm>
            <a:custGeom>
              <a:avLst/>
              <a:gdLst>
                <a:gd name="T0" fmla="*/ 64 w 87"/>
                <a:gd name="T1" fmla="*/ 14 h 87"/>
                <a:gd name="T2" fmla="*/ 14 w 87"/>
                <a:gd name="T3" fmla="*/ 14 h 87"/>
                <a:gd name="T4" fmla="*/ 14 w 87"/>
                <a:gd name="T5" fmla="*/ 64 h 87"/>
                <a:gd name="T6" fmla="*/ 59 w 87"/>
                <a:gd name="T7" fmla="*/ 69 h 87"/>
                <a:gd name="T8" fmla="*/ 74 w 87"/>
                <a:gd name="T9" fmla="*/ 84 h 87"/>
                <a:gd name="T10" fmla="*/ 83 w 87"/>
                <a:gd name="T11" fmla="*/ 84 h 87"/>
                <a:gd name="T12" fmla="*/ 84 w 87"/>
                <a:gd name="T13" fmla="*/ 83 h 87"/>
                <a:gd name="T14" fmla="*/ 84 w 87"/>
                <a:gd name="T15" fmla="*/ 74 h 87"/>
                <a:gd name="T16" fmla="*/ 69 w 87"/>
                <a:gd name="T17" fmla="*/ 59 h 87"/>
                <a:gd name="T18" fmla="*/ 64 w 87"/>
                <a:gd name="T19" fmla="*/ 14 h 87"/>
                <a:gd name="T20" fmla="*/ 58 w 87"/>
                <a:gd name="T21" fmla="*/ 58 h 87"/>
                <a:gd name="T22" fmla="*/ 20 w 87"/>
                <a:gd name="T23" fmla="*/ 58 h 87"/>
                <a:gd name="T24" fmla="*/ 20 w 87"/>
                <a:gd name="T25" fmla="*/ 21 h 87"/>
                <a:gd name="T26" fmla="*/ 58 w 87"/>
                <a:gd name="T27" fmla="*/ 21 h 87"/>
                <a:gd name="T28" fmla="*/ 58 w 87"/>
                <a:gd name="T29" fmla="*/ 58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7" h="87">
                  <a:moveTo>
                    <a:pt x="64" y="14"/>
                  </a:moveTo>
                  <a:cubicBezTo>
                    <a:pt x="50" y="0"/>
                    <a:pt x="28" y="0"/>
                    <a:pt x="14" y="14"/>
                  </a:cubicBezTo>
                  <a:cubicBezTo>
                    <a:pt x="0" y="28"/>
                    <a:pt x="0" y="51"/>
                    <a:pt x="14" y="64"/>
                  </a:cubicBezTo>
                  <a:cubicBezTo>
                    <a:pt x="26" y="77"/>
                    <a:pt x="45" y="78"/>
                    <a:pt x="59" y="69"/>
                  </a:cubicBezTo>
                  <a:cubicBezTo>
                    <a:pt x="74" y="84"/>
                    <a:pt x="74" y="84"/>
                    <a:pt x="74" y="84"/>
                  </a:cubicBezTo>
                  <a:cubicBezTo>
                    <a:pt x="76" y="87"/>
                    <a:pt x="80" y="87"/>
                    <a:pt x="83" y="84"/>
                  </a:cubicBezTo>
                  <a:cubicBezTo>
                    <a:pt x="84" y="83"/>
                    <a:pt x="84" y="83"/>
                    <a:pt x="84" y="83"/>
                  </a:cubicBezTo>
                  <a:cubicBezTo>
                    <a:pt x="87" y="81"/>
                    <a:pt x="87" y="77"/>
                    <a:pt x="84" y="74"/>
                  </a:cubicBezTo>
                  <a:cubicBezTo>
                    <a:pt x="69" y="59"/>
                    <a:pt x="69" y="59"/>
                    <a:pt x="69" y="59"/>
                  </a:cubicBezTo>
                  <a:cubicBezTo>
                    <a:pt x="78" y="45"/>
                    <a:pt x="76" y="26"/>
                    <a:pt x="64" y="14"/>
                  </a:cubicBezTo>
                  <a:close/>
                  <a:moveTo>
                    <a:pt x="58" y="58"/>
                  </a:moveTo>
                  <a:cubicBezTo>
                    <a:pt x="47" y="68"/>
                    <a:pt x="31" y="68"/>
                    <a:pt x="20" y="58"/>
                  </a:cubicBezTo>
                  <a:cubicBezTo>
                    <a:pt x="10" y="48"/>
                    <a:pt x="10" y="31"/>
                    <a:pt x="20" y="21"/>
                  </a:cubicBezTo>
                  <a:cubicBezTo>
                    <a:pt x="31" y="10"/>
                    <a:pt x="47" y="10"/>
                    <a:pt x="58" y="21"/>
                  </a:cubicBezTo>
                  <a:cubicBezTo>
                    <a:pt x="68" y="31"/>
                    <a:pt x="68" y="48"/>
                    <a:pt x="58" y="58"/>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grpSp>
      <p:sp>
        <p:nvSpPr>
          <p:cNvPr id="196616" name="Text Box 11">
            <a:extLst>
              <a:ext uri="{FF2B5EF4-FFF2-40B4-BE49-F238E27FC236}">
                <a16:creationId xmlns:a16="http://schemas.microsoft.com/office/drawing/2014/main" id="{001FBC9D-BE93-3A44-ADC2-56A900FD45E3}"/>
              </a:ext>
            </a:extLst>
          </p:cNvPr>
          <p:cNvSpPr txBox="1">
            <a:spLocks noChangeArrowheads="1"/>
          </p:cNvSpPr>
          <p:nvPr/>
        </p:nvSpPr>
        <p:spPr bwMode="auto">
          <a:xfrm>
            <a:off x="1258888" y="2014538"/>
            <a:ext cx="411797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en-US" altLang="zh-CN" sz="2800">
                <a:solidFill>
                  <a:srgbClr val="000000"/>
                </a:solidFill>
                <a:latin typeface="微软雅黑" panose="020B0503020204020204" pitchFamily="34" charset="-122"/>
              </a:rPr>
              <a:t>Lc</a:t>
            </a:r>
            <a:r>
              <a:rPr lang="zh-CN" altLang="en-US" sz="2800">
                <a:solidFill>
                  <a:srgbClr val="000000"/>
                </a:solidFill>
                <a:latin typeface="微软雅黑" panose="020B0503020204020204" pitchFamily="34" charset="-122"/>
              </a:rPr>
              <a:t>指向</a:t>
            </a:r>
            <a:r>
              <a:rPr lang="en-US" altLang="zh-CN" sz="2800">
                <a:solidFill>
                  <a:srgbClr val="000000"/>
                </a:solidFill>
                <a:latin typeface="微软雅黑" panose="020B0503020204020204" pitchFamily="34" charset="-122"/>
              </a:rPr>
              <a:t>La</a:t>
            </a:r>
          </a:p>
        </p:txBody>
      </p:sp>
      <p:sp>
        <p:nvSpPr>
          <p:cNvPr id="196617" name="Text Box 11">
            <a:extLst>
              <a:ext uri="{FF2B5EF4-FFF2-40B4-BE49-F238E27FC236}">
                <a16:creationId xmlns:a16="http://schemas.microsoft.com/office/drawing/2014/main" id="{A17024BE-FD41-7644-BB99-25A51EA3C34F}"/>
              </a:ext>
            </a:extLst>
          </p:cNvPr>
          <p:cNvSpPr txBox="1">
            <a:spLocks noChangeArrowheads="1"/>
          </p:cNvSpPr>
          <p:nvPr/>
        </p:nvSpPr>
        <p:spPr bwMode="auto">
          <a:xfrm>
            <a:off x="1244600" y="2695575"/>
            <a:ext cx="7791450" cy="1708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5000"/>
              </a:lnSpc>
            </a:pPr>
            <a:r>
              <a:rPr lang="zh-CN" altLang="en-US" sz="2800">
                <a:solidFill>
                  <a:srgbClr val="000000"/>
                </a:solidFill>
                <a:latin typeface="微软雅黑" panose="020B0503020204020204" pitchFamily="34" charset="-122"/>
              </a:rPr>
              <a:t>依次从 </a:t>
            </a:r>
            <a:r>
              <a:rPr lang="en-US" altLang="zh-CN" sz="2800">
                <a:solidFill>
                  <a:srgbClr val="000000"/>
                </a:solidFill>
                <a:latin typeface="微软雅黑" panose="020B0503020204020204" pitchFamily="34" charset="-122"/>
              </a:rPr>
              <a:t>La </a:t>
            </a:r>
            <a:r>
              <a:rPr lang="zh-CN" altLang="en-US" sz="2800">
                <a:solidFill>
                  <a:srgbClr val="000000"/>
                </a:solidFill>
                <a:latin typeface="微软雅黑" panose="020B0503020204020204" pitchFamily="34" charset="-122"/>
              </a:rPr>
              <a:t>或 </a:t>
            </a:r>
            <a:r>
              <a:rPr lang="en-US" altLang="zh-CN" sz="2800">
                <a:solidFill>
                  <a:srgbClr val="000000"/>
                </a:solidFill>
                <a:latin typeface="微软雅黑" panose="020B0503020204020204" pitchFamily="34" charset="-122"/>
              </a:rPr>
              <a:t>Lb </a:t>
            </a:r>
            <a:r>
              <a:rPr lang="zh-CN" altLang="en-US" sz="2800">
                <a:solidFill>
                  <a:srgbClr val="000000"/>
                </a:solidFill>
                <a:latin typeface="微软雅黑" panose="020B0503020204020204" pitchFamily="34" charset="-122"/>
              </a:rPr>
              <a:t>中“摘取”元素值较小的结点插入到 </a:t>
            </a:r>
            <a:r>
              <a:rPr lang="en-US" altLang="zh-CN" sz="2800">
                <a:solidFill>
                  <a:srgbClr val="000000"/>
                </a:solidFill>
                <a:latin typeface="微软雅黑" panose="020B0503020204020204" pitchFamily="34" charset="-122"/>
              </a:rPr>
              <a:t>Lc </a:t>
            </a:r>
            <a:r>
              <a:rPr lang="zh-CN" altLang="en-US" sz="2800">
                <a:solidFill>
                  <a:srgbClr val="000000"/>
                </a:solidFill>
                <a:latin typeface="微软雅黑" panose="020B0503020204020204" pitchFamily="34" charset="-122"/>
              </a:rPr>
              <a:t>表的</a:t>
            </a:r>
            <a:r>
              <a:rPr lang="zh-CN" altLang="en-US" sz="2800">
                <a:solidFill>
                  <a:srgbClr val="FF0000"/>
                </a:solidFill>
                <a:latin typeface="微软雅黑" panose="020B0503020204020204" pitchFamily="34" charset="-122"/>
              </a:rPr>
              <a:t>表头结点之后</a:t>
            </a:r>
            <a:r>
              <a:rPr lang="zh-CN" altLang="en-US" sz="2800">
                <a:solidFill>
                  <a:srgbClr val="000000"/>
                </a:solidFill>
                <a:latin typeface="微软雅黑" panose="020B0503020204020204" pitchFamily="34" charset="-122"/>
              </a:rPr>
              <a:t>，直至其中一个表变空为止。</a:t>
            </a:r>
          </a:p>
        </p:txBody>
      </p:sp>
      <p:sp>
        <p:nvSpPr>
          <p:cNvPr id="196618" name="Text Box 11">
            <a:extLst>
              <a:ext uri="{FF2B5EF4-FFF2-40B4-BE49-F238E27FC236}">
                <a16:creationId xmlns:a16="http://schemas.microsoft.com/office/drawing/2014/main" id="{F4174567-FFC7-5344-9F18-4D0746E864A3}"/>
              </a:ext>
            </a:extLst>
          </p:cNvPr>
          <p:cNvSpPr txBox="1">
            <a:spLocks noChangeArrowheads="1"/>
          </p:cNvSpPr>
          <p:nvPr/>
        </p:nvSpPr>
        <p:spPr bwMode="auto">
          <a:xfrm>
            <a:off x="1258888" y="4495800"/>
            <a:ext cx="7561262" cy="1119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25000"/>
              </a:lnSpc>
            </a:pPr>
            <a:r>
              <a:rPr lang="zh-CN" altLang="en-US" sz="2800">
                <a:solidFill>
                  <a:srgbClr val="000000"/>
                </a:solidFill>
                <a:latin typeface="微软雅黑" panose="020B0503020204020204" pitchFamily="34" charset="-122"/>
              </a:rPr>
              <a:t>继续将 </a:t>
            </a:r>
            <a:r>
              <a:rPr lang="en-US" altLang="zh-CN" sz="2800">
                <a:solidFill>
                  <a:srgbClr val="000000"/>
                </a:solidFill>
                <a:latin typeface="微软雅黑" panose="020B0503020204020204" pitchFamily="34" charset="-122"/>
              </a:rPr>
              <a:t>La </a:t>
            </a:r>
            <a:r>
              <a:rPr lang="zh-CN" altLang="en-US" sz="2800">
                <a:solidFill>
                  <a:srgbClr val="000000"/>
                </a:solidFill>
                <a:latin typeface="微软雅黑" panose="020B0503020204020204" pitchFamily="34" charset="-122"/>
              </a:rPr>
              <a:t>或 </a:t>
            </a:r>
            <a:r>
              <a:rPr lang="en-US" altLang="zh-CN" sz="2800">
                <a:solidFill>
                  <a:srgbClr val="000000"/>
                </a:solidFill>
                <a:latin typeface="微软雅黑" panose="020B0503020204020204" pitchFamily="34" charset="-122"/>
              </a:rPr>
              <a:t>Lb </a:t>
            </a:r>
            <a:r>
              <a:rPr lang="zh-CN" altLang="en-US" sz="2800">
                <a:solidFill>
                  <a:srgbClr val="000000"/>
                </a:solidFill>
                <a:latin typeface="微软雅黑" panose="020B0503020204020204" pitchFamily="34" charset="-122"/>
              </a:rPr>
              <a:t>其中一个表的剩余结点插入在 </a:t>
            </a:r>
            <a:r>
              <a:rPr lang="en-US" altLang="zh-CN" sz="2800">
                <a:solidFill>
                  <a:srgbClr val="000000"/>
                </a:solidFill>
                <a:latin typeface="微软雅黑" panose="020B0503020204020204" pitchFamily="34" charset="-122"/>
              </a:rPr>
              <a:t>Lc </a:t>
            </a:r>
            <a:r>
              <a:rPr lang="zh-CN" altLang="en-US" sz="2800">
                <a:solidFill>
                  <a:srgbClr val="000000"/>
                </a:solidFill>
                <a:latin typeface="微软雅黑" panose="020B0503020204020204" pitchFamily="34" charset="-122"/>
              </a:rPr>
              <a:t>表的</a:t>
            </a:r>
            <a:r>
              <a:rPr lang="zh-CN" altLang="en-US" sz="2800">
                <a:solidFill>
                  <a:srgbClr val="FF0000"/>
                </a:solidFill>
                <a:latin typeface="微软雅黑" panose="020B0503020204020204" pitchFamily="34" charset="-122"/>
              </a:rPr>
              <a:t>表头结点之后</a:t>
            </a:r>
          </a:p>
        </p:txBody>
      </p:sp>
      <p:sp>
        <p:nvSpPr>
          <p:cNvPr id="196619" name="Text Box 11">
            <a:extLst>
              <a:ext uri="{FF2B5EF4-FFF2-40B4-BE49-F238E27FC236}">
                <a16:creationId xmlns:a16="http://schemas.microsoft.com/office/drawing/2014/main" id="{2C105192-C6FD-324F-B8A0-D10DFCF30FAC}"/>
              </a:ext>
            </a:extLst>
          </p:cNvPr>
          <p:cNvSpPr txBox="1">
            <a:spLocks noChangeArrowheads="1"/>
          </p:cNvSpPr>
          <p:nvPr/>
        </p:nvSpPr>
        <p:spPr bwMode="auto">
          <a:xfrm>
            <a:off x="1258888" y="5857875"/>
            <a:ext cx="411797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pPr>
            <a:r>
              <a:rPr lang="zh-CN" altLang="en-US" sz="2800">
                <a:solidFill>
                  <a:srgbClr val="000000"/>
                </a:solidFill>
                <a:latin typeface="微软雅黑" panose="020B0503020204020204" pitchFamily="34" charset="-122"/>
              </a:rPr>
              <a:t>释放 </a:t>
            </a:r>
            <a:r>
              <a:rPr lang="en-US" altLang="zh-CN" sz="2800">
                <a:solidFill>
                  <a:srgbClr val="000000"/>
                </a:solidFill>
                <a:latin typeface="微软雅黑" panose="020B0503020204020204" pitchFamily="34" charset="-122"/>
              </a:rPr>
              <a:t>Lb </a:t>
            </a:r>
            <a:r>
              <a:rPr lang="zh-CN" altLang="en-US" sz="2800">
                <a:solidFill>
                  <a:srgbClr val="000000"/>
                </a:solidFill>
                <a:latin typeface="微软雅黑" panose="020B0503020204020204" pitchFamily="34" charset="-122"/>
              </a:rPr>
              <a:t>表的表头结点</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2052" name="Line 4">
            <a:extLst>
              <a:ext uri="{FF2B5EF4-FFF2-40B4-BE49-F238E27FC236}">
                <a16:creationId xmlns:a16="http://schemas.microsoft.com/office/drawing/2014/main" id="{2A912CA2-4FD9-4BBC-B73A-6873A7C085B1}"/>
              </a:ext>
            </a:extLst>
          </p:cNvPr>
          <p:cNvSpPr>
            <a:spLocks noChangeShapeType="1"/>
          </p:cNvSpPr>
          <p:nvPr/>
        </p:nvSpPr>
        <p:spPr bwMode="auto">
          <a:xfrm>
            <a:off x="671513" y="2392363"/>
            <a:ext cx="0" cy="609600"/>
          </a:xfrm>
          <a:prstGeom prst="line">
            <a:avLst/>
          </a:prstGeom>
          <a:noFill/>
          <a:ln w="31750">
            <a:solidFill>
              <a:srgbClr val="9476B6"/>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2" name="Group 5">
            <a:extLst>
              <a:ext uri="{FF2B5EF4-FFF2-40B4-BE49-F238E27FC236}">
                <a16:creationId xmlns:a16="http://schemas.microsoft.com/office/drawing/2014/main" id="{1D211AD4-768D-45D8-933B-F3BE1D9B07AA}"/>
              </a:ext>
            </a:extLst>
          </p:cNvPr>
          <p:cNvGrpSpPr>
            <a:grpSpLocks/>
          </p:cNvGrpSpPr>
          <p:nvPr/>
        </p:nvGrpSpPr>
        <p:grpSpPr bwMode="auto">
          <a:xfrm>
            <a:off x="671264" y="2772941"/>
            <a:ext cx="1143000" cy="457200"/>
            <a:chOff x="240" y="1488"/>
            <a:chExt cx="720" cy="288"/>
          </a:xfrm>
          <a:solidFill>
            <a:schemeClr val="accent1">
              <a:lumMod val="40000"/>
              <a:lumOff val="60000"/>
            </a:schemeClr>
          </a:solidFill>
        </p:grpSpPr>
        <p:sp>
          <p:nvSpPr>
            <p:cNvPr id="189549" name="Line 6">
              <a:extLst>
                <a:ext uri="{FF2B5EF4-FFF2-40B4-BE49-F238E27FC236}">
                  <a16:creationId xmlns:a16="http://schemas.microsoft.com/office/drawing/2014/main" id="{04078063-D534-4E01-998C-670F5FFB7F96}"/>
                </a:ext>
              </a:extLst>
            </p:cNvPr>
            <p:cNvSpPr>
              <a:spLocks noChangeShapeType="1"/>
            </p:cNvSpPr>
            <p:nvPr/>
          </p:nvSpPr>
          <p:spPr bwMode="auto">
            <a:xfrm>
              <a:off x="240" y="1632"/>
              <a:ext cx="192" cy="0"/>
            </a:xfrm>
            <a:prstGeom prst="line">
              <a:avLst/>
            </a:prstGeom>
            <a:grpFill/>
            <a:ln w="31750">
              <a:solidFill>
                <a:srgbClr val="9476B6"/>
              </a:solidFill>
              <a:round/>
              <a:headEnd/>
              <a:tailEnd type="stealth" w="med" len="lg"/>
            </a:ln>
          </p:spPr>
          <p:txBody>
            <a:bodyPr/>
            <a:lstStyle/>
            <a:p>
              <a:pPr>
                <a:defRPr/>
              </a:pPr>
              <a:endParaRPr lang="zh-CN" altLang="en-US">
                <a:latin typeface="+mn-lt"/>
                <a:ea typeface="+mn-ea"/>
                <a:cs typeface="+mn-ea"/>
                <a:sym typeface="+mn-lt"/>
              </a:endParaRPr>
            </a:p>
          </p:txBody>
        </p:sp>
        <p:sp>
          <p:nvSpPr>
            <p:cNvPr id="189550" name="Rectangle 7">
              <a:extLst>
                <a:ext uri="{FF2B5EF4-FFF2-40B4-BE49-F238E27FC236}">
                  <a16:creationId xmlns:a16="http://schemas.microsoft.com/office/drawing/2014/main" id="{B6045424-31A3-4765-973B-CCA4AD0CF270}"/>
                </a:ext>
              </a:extLst>
            </p:cNvPr>
            <p:cNvSpPr>
              <a:spLocks noChangeArrowheads="1"/>
            </p:cNvSpPr>
            <p:nvPr/>
          </p:nvSpPr>
          <p:spPr bwMode="auto">
            <a:xfrm>
              <a:off x="432" y="1488"/>
              <a:ext cx="528" cy="288"/>
            </a:xfrm>
            <a:prstGeom prst="rect">
              <a:avLst/>
            </a:prstGeom>
            <a:grpFill/>
            <a:ln w="2857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9551" name="Line 8">
              <a:extLst>
                <a:ext uri="{FF2B5EF4-FFF2-40B4-BE49-F238E27FC236}">
                  <a16:creationId xmlns:a16="http://schemas.microsoft.com/office/drawing/2014/main" id="{78317AEA-E6B7-4F93-ABEA-58024A621615}"/>
                </a:ext>
              </a:extLst>
            </p:cNvPr>
            <p:cNvSpPr>
              <a:spLocks noChangeShapeType="1"/>
            </p:cNvSpPr>
            <p:nvPr/>
          </p:nvSpPr>
          <p:spPr bwMode="auto">
            <a:xfrm>
              <a:off x="768" y="1488"/>
              <a:ext cx="0" cy="288"/>
            </a:xfrm>
            <a:prstGeom prst="line">
              <a:avLst/>
            </a:prstGeom>
            <a:grpFill/>
            <a:ln w="28575">
              <a:solidFill>
                <a:schemeClr val="tx1"/>
              </a:solidFill>
              <a:round/>
              <a:headEnd/>
              <a:tailEnd/>
            </a:ln>
          </p:spPr>
          <p:txBody>
            <a:bodyPr/>
            <a:lstStyle/>
            <a:p>
              <a:pPr>
                <a:defRPr/>
              </a:pPr>
              <a:endParaRPr lang="zh-CN" altLang="en-US">
                <a:latin typeface="+mn-lt"/>
                <a:ea typeface="+mn-ea"/>
                <a:cs typeface="+mn-ea"/>
                <a:sym typeface="+mn-lt"/>
              </a:endParaRPr>
            </a:p>
          </p:txBody>
        </p:sp>
      </p:grpSp>
      <p:grpSp>
        <p:nvGrpSpPr>
          <p:cNvPr id="3" name="Group 9">
            <a:extLst>
              <a:ext uri="{FF2B5EF4-FFF2-40B4-BE49-F238E27FC236}">
                <a16:creationId xmlns:a16="http://schemas.microsoft.com/office/drawing/2014/main" id="{62EADE4E-0ECC-41DC-9103-C62A47AEA4FB}"/>
              </a:ext>
            </a:extLst>
          </p:cNvPr>
          <p:cNvGrpSpPr>
            <a:grpSpLocks/>
          </p:cNvGrpSpPr>
          <p:nvPr/>
        </p:nvGrpSpPr>
        <p:grpSpPr bwMode="auto">
          <a:xfrm>
            <a:off x="1661864" y="2772941"/>
            <a:ext cx="1447800" cy="457200"/>
            <a:chOff x="864" y="1488"/>
            <a:chExt cx="912" cy="288"/>
          </a:xfrm>
          <a:solidFill>
            <a:schemeClr val="accent1">
              <a:lumMod val="40000"/>
              <a:lumOff val="60000"/>
            </a:schemeClr>
          </a:solidFill>
        </p:grpSpPr>
        <p:sp>
          <p:nvSpPr>
            <p:cNvPr id="189546" name="Line 10">
              <a:extLst>
                <a:ext uri="{FF2B5EF4-FFF2-40B4-BE49-F238E27FC236}">
                  <a16:creationId xmlns:a16="http://schemas.microsoft.com/office/drawing/2014/main" id="{8DE5906F-430F-4A18-8EF7-407FBFC0541D}"/>
                </a:ext>
              </a:extLst>
            </p:cNvPr>
            <p:cNvSpPr>
              <a:spLocks noChangeShapeType="1"/>
            </p:cNvSpPr>
            <p:nvPr/>
          </p:nvSpPr>
          <p:spPr bwMode="auto">
            <a:xfrm>
              <a:off x="864" y="1632"/>
              <a:ext cx="384" cy="0"/>
            </a:xfrm>
            <a:prstGeom prst="line">
              <a:avLst/>
            </a:prstGeom>
            <a:grpFill/>
            <a:ln w="31750">
              <a:solidFill>
                <a:srgbClr val="9476B6"/>
              </a:solidFill>
              <a:round/>
              <a:headEnd/>
              <a:tailEnd type="stealth" w="med" len="lg"/>
            </a:ln>
          </p:spPr>
          <p:txBody>
            <a:bodyPr/>
            <a:lstStyle/>
            <a:p>
              <a:pPr>
                <a:defRPr/>
              </a:pPr>
              <a:endParaRPr lang="zh-CN" altLang="en-US">
                <a:latin typeface="+mn-lt"/>
                <a:ea typeface="+mn-ea"/>
                <a:cs typeface="+mn-ea"/>
                <a:sym typeface="+mn-lt"/>
              </a:endParaRPr>
            </a:p>
          </p:txBody>
        </p:sp>
        <p:sp>
          <p:nvSpPr>
            <p:cNvPr id="189547" name="Rectangle 11">
              <a:extLst>
                <a:ext uri="{FF2B5EF4-FFF2-40B4-BE49-F238E27FC236}">
                  <a16:creationId xmlns:a16="http://schemas.microsoft.com/office/drawing/2014/main" id="{A730F386-4112-48DA-A107-5D64A4E39747}"/>
                </a:ext>
              </a:extLst>
            </p:cNvPr>
            <p:cNvSpPr>
              <a:spLocks noChangeArrowheads="1"/>
            </p:cNvSpPr>
            <p:nvPr/>
          </p:nvSpPr>
          <p:spPr bwMode="auto">
            <a:xfrm>
              <a:off x="1248" y="1488"/>
              <a:ext cx="528" cy="288"/>
            </a:xfrm>
            <a:prstGeom prst="rect">
              <a:avLst/>
            </a:prstGeom>
            <a:grpFill/>
            <a:ln w="2857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b="1" dirty="0">
                  <a:solidFill>
                    <a:srgbClr val="006666"/>
                  </a:solidFill>
                  <a:latin typeface="+mn-lt"/>
                  <a:ea typeface="+mn-ea"/>
                  <a:cs typeface="+mn-ea"/>
                  <a:sym typeface="+mn-lt"/>
                </a:rPr>
                <a:t>12</a:t>
              </a:r>
              <a:endParaRPr lang="en-US" altLang="zh-CN" dirty="0">
                <a:latin typeface="+mn-lt"/>
                <a:ea typeface="+mn-ea"/>
                <a:cs typeface="+mn-ea"/>
                <a:sym typeface="+mn-lt"/>
              </a:endParaRPr>
            </a:p>
          </p:txBody>
        </p:sp>
        <p:sp>
          <p:nvSpPr>
            <p:cNvPr id="189548" name="Line 12">
              <a:extLst>
                <a:ext uri="{FF2B5EF4-FFF2-40B4-BE49-F238E27FC236}">
                  <a16:creationId xmlns:a16="http://schemas.microsoft.com/office/drawing/2014/main" id="{6DA9082A-6ADD-4386-A050-BFBA15097A7C}"/>
                </a:ext>
              </a:extLst>
            </p:cNvPr>
            <p:cNvSpPr>
              <a:spLocks noChangeShapeType="1"/>
            </p:cNvSpPr>
            <p:nvPr/>
          </p:nvSpPr>
          <p:spPr bwMode="auto">
            <a:xfrm>
              <a:off x="1584" y="1488"/>
              <a:ext cx="0" cy="288"/>
            </a:xfrm>
            <a:prstGeom prst="line">
              <a:avLst/>
            </a:prstGeom>
            <a:grpFill/>
            <a:ln w="28575">
              <a:solidFill>
                <a:schemeClr val="tx1"/>
              </a:solidFill>
              <a:round/>
              <a:headEnd/>
              <a:tailEnd/>
            </a:ln>
          </p:spPr>
          <p:txBody>
            <a:bodyPr/>
            <a:lstStyle/>
            <a:p>
              <a:pPr>
                <a:defRPr/>
              </a:pPr>
              <a:endParaRPr lang="zh-CN" altLang="en-US">
                <a:latin typeface="+mn-lt"/>
                <a:ea typeface="+mn-ea"/>
                <a:cs typeface="+mn-ea"/>
                <a:sym typeface="+mn-lt"/>
              </a:endParaRPr>
            </a:p>
          </p:txBody>
        </p:sp>
      </p:grpSp>
      <p:grpSp>
        <p:nvGrpSpPr>
          <p:cNvPr id="4" name="Group 13">
            <a:extLst>
              <a:ext uri="{FF2B5EF4-FFF2-40B4-BE49-F238E27FC236}">
                <a16:creationId xmlns:a16="http://schemas.microsoft.com/office/drawing/2014/main" id="{A12A510C-A651-42E4-B5CE-274A9CC5B367}"/>
              </a:ext>
            </a:extLst>
          </p:cNvPr>
          <p:cNvGrpSpPr>
            <a:grpSpLocks/>
          </p:cNvGrpSpPr>
          <p:nvPr/>
        </p:nvGrpSpPr>
        <p:grpSpPr bwMode="auto">
          <a:xfrm>
            <a:off x="2957264" y="2772941"/>
            <a:ext cx="1447800" cy="457200"/>
            <a:chOff x="1680" y="1488"/>
            <a:chExt cx="912" cy="288"/>
          </a:xfrm>
          <a:solidFill>
            <a:schemeClr val="accent1">
              <a:lumMod val="40000"/>
              <a:lumOff val="60000"/>
            </a:schemeClr>
          </a:solidFill>
        </p:grpSpPr>
        <p:sp>
          <p:nvSpPr>
            <p:cNvPr id="189543" name="Rectangle 14">
              <a:extLst>
                <a:ext uri="{FF2B5EF4-FFF2-40B4-BE49-F238E27FC236}">
                  <a16:creationId xmlns:a16="http://schemas.microsoft.com/office/drawing/2014/main" id="{359CD90B-1AE4-4444-AD85-20F5F741860F}"/>
                </a:ext>
              </a:extLst>
            </p:cNvPr>
            <p:cNvSpPr>
              <a:spLocks noChangeArrowheads="1"/>
            </p:cNvSpPr>
            <p:nvPr/>
          </p:nvSpPr>
          <p:spPr bwMode="auto">
            <a:xfrm>
              <a:off x="2064" y="1488"/>
              <a:ext cx="528" cy="288"/>
            </a:xfrm>
            <a:prstGeom prst="rect">
              <a:avLst/>
            </a:prstGeom>
            <a:grpFill/>
            <a:ln w="2857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b="1">
                  <a:solidFill>
                    <a:srgbClr val="006666"/>
                  </a:solidFill>
                  <a:latin typeface="+mn-lt"/>
                  <a:ea typeface="+mn-ea"/>
                  <a:cs typeface="+mn-ea"/>
                  <a:sym typeface="+mn-lt"/>
                </a:rPr>
                <a:t>23</a:t>
              </a:r>
              <a:endParaRPr lang="en-US" altLang="zh-CN">
                <a:latin typeface="+mn-lt"/>
                <a:ea typeface="+mn-ea"/>
                <a:cs typeface="+mn-ea"/>
                <a:sym typeface="+mn-lt"/>
              </a:endParaRPr>
            </a:p>
          </p:txBody>
        </p:sp>
        <p:sp>
          <p:nvSpPr>
            <p:cNvPr id="189544" name="Line 15">
              <a:extLst>
                <a:ext uri="{FF2B5EF4-FFF2-40B4-BE49-F238E27FC236}">
                  <a16:creationId xmlns:a16="http://schemas.microsoft.com/office/drawing/2014/main" id="{3E3BBB85-E395-402A-B88C-BDF4D6795261}"/>
                </a:ext>
              </a:extLst>
            </p:cNvPr>
            <p:cNvSpPr>
              <a:spLocks noChangeShapeType="1"/>
            </p:cNvSpPr>
            <p:nvPr/>
          </p:nvSpPr>
          <p:spPr bwMode="auto">
            <a:xfrm>
              <a:off x="1680" y="1632"/>
              <a:ext cx="384" cy="0"/>
            </a:xfrm>
            <a:prstGeom prst="line">
              <a:avLst/>
            </a:prstGeom>
            <a:grpFill/>
            <a:ln w="31750">
              <a:solidFill>
                <a:schemeClr val="tx1"/>
              </a:solidFill>
              <a:round/>
              <a:headEnd/>
              <a:tailEnd type="stealth" w="med" len="lg"/>
            </a:ln>
          </p:spPr>
          <p:txBody>
            <a:bodyPr/>
            <a:lstStyle/>
            <a:p>
              <a:pPr>
                <a:defRPr/>
              </a:pPr>
              <a:endParaRPr lang="zh-CN" altLang="en-US">
                <a:latin typeface="+mn-lt"/>
                <a:ea typeface="+mn-ea"/>
                <a:cs typeface="+mn-ea"/>
                <a:sym typeface="+mn-lt"/>
              </a:endParaRPr>
            </a:p>
          </p:txBody>
        </p:sp>
        <p:sp>
          <p:nvSpPr>
            <p:cNvPr id="189545" name="Line 16">
              <a:extLst>
                <a:ext uri="{FF2B5EF4-FFF2-40B4-BE49-F238E27FC236}">
                  <a16:creationId xmlns:a16="http://schemas.microsoft.com/office/drawing/2014/main" id="{44FA44AD-63D1-438F-8AA5-2FBBF98AAF94}"/>
                </a:ext>
              </a:extLst>
            </p:cNvPr>
            <p:cNvSpPr>
              <a:spLocks noChangeShapeType="1"/>
            </p:cNvSpPr>
            <p:nvPr/>
          </p:nvSpPr>
          <p:spPr bwMode="auto">
            <a:xfrm>
              <a:off x="2400" y="1488"/>
              <a:ext cx="0" cy="288"/>
            </a:xfrm>
            <a:prstGeom prst="line">
              <a:avLst/>
            </a:prstGeom>
            <a:grpFill/>
            <a:ln w="28575">
              <a:solidFill>
                <a:schemeClr val="tx1"/>
              </a:solidFill>
              <a:round/>
              <a:headEnd/>
              <a:tailEnd/>
            </a:ln>
          </p:spPr>
          <p:txBody>
            <a:bodyPr/>
            <a:lstStyle/>
            <a:p>
              <a:pPr>
                <a:defRPr/>
              </a:pPr>
              <a:endParaRPr lang="zh-CN" altLang="en-US">
                <a:latin typeface="+mn-lt"/>
                <a:ea typeface="+mn-ea"/>
                <a:cs typeface="+mn-ea"/>
                <a:sym typeface="+mn-lt"/>
              </a:endParaRPr>
            </a:p>
          </p:txBody>
        </p:sp>
      </p:grpSp>
      <p:grpSp>
        <p:nvGrpSpPr>
          <p:cNvPr id="5" name="Group 17">
            <a:extLst>
              <a:ext uri="{FF2B5EF4-FFF2-40B4-BE49-F238E27FC236}">
                <a16:creationId xmlns:a16="http://schemas.microsoft.com/office/drawing/2014/main" id="{3F8CAD00-6223-4957-AA89-2890EF302EB9}"/>
              </a:ext>
            </a:extLst>
          </p:cNvPr>
          <p:cNvGrpSpPr>
            <a:grpSpLocks/>
          </p:cNvGrpSpPr>
          <p:nvPr/>
        </p:nvGrpSpPr>
        <p:grpSpPr bwMode="auto">
          <a:xfrm>
            <a:off x="4252664" y="2772941"/>
            <a:ext cx="1447800" cy="457200"/>
            <a:chOff x="2496" y="1488"/>
            <a:chExt cx="912" cy="288"/>
          </a:xfrm>
          <a:solidFill>
            <a:schemeClr val="accent1">
              <a:lumMod val="40000"/>
              <a:lumOff val="60000"/>
            </a:schemeClr>
          </a:solidFill>
        </p:grpSpPr>
        <p:sp>
          <p:nvSpPr>
            <p:cNvPr id="189540" name="Line 18">
              <a:extLst>
                <a:ext uri="{FF2B5EF4-FFF2-40B4-BE49-F238E27FC236}">
                  <a16:creationId xmlns:a16="http://schemas.microsoft.com/office/drawing/2014/main" id="{86348E1D-E437-4EC1-9338-72A16C7180BC}"/>
                </a:ext>
              </a:extLst>
            </p:cNvPr>
            <p:cNvSpPr>
              <a:spLocks noChangeShapeType="1"/>
            </p:cNvSpPr>
            <p:nvPr/>
          </p:nvSpPr>
          <p:spPr bwMode="auto">
            <a:xfrm>
              <a:off x="2496" y="1632"/>
              <a:ext cx="384" cy="0"/>
            </a:xfrm>
            <a:prstGeom prst="line">
              <a:avLst/>
            </a:prstGeom>
            <a:grpFill/>
            <a:ln w="31750">
              <a:solidFill>
                <a:schemeClr val="tx1"/>
              </a:solidFill>
              <a:round/>
              <a:headEnd/>
              <a:tailEnd type="stealth" w="med" len="lg"/>
            </a:ln>
          </p:spPr>
          <p:txBody>
            <a:bodyPr/>
            <a:lstStyle/>
            <a:p>
              <a:pPr>
                <a:defRPr/>
              </a:pPr>
              <a:endParaRPr lang="zh-CN" altLang="en-US">
                <a:latin typeface="+mn-lt"/>
                <a:ea typeface="+mn-ea"/>
                <a:cs typeface="+mn-ea"/>
                <a:sym typeface="+mn-lt"/>
              </a:endParaRPr>
            </a:p>
          </p:txBody>
        </p:sp>
        <p:sp>
          <p:nvSpPr>
            <p:cNvPr id="189541" name="Rectangle 19">
              <a:extLst>
                <a:ext uri="{FF2B5EF4-FFF2-40B4-BE49-F238E27FC236}">
                  <a16:creationId xmlns:a16="http://schemas.microsoft.com/office/drawing/2014/main" id="{30F56D74-43F8-4BDD-BD74-EB1B4F767F15}"/>
                </a:ext>
              </a:extLst>
            </p:cNvPr>
            <p:cNvSpPr>
              <a:spLocks noChangeArrowheads="1"/>
            </p:cNvSpPr>
            <p:nvPr/>
          </p:nvSpPr>
          <p:spPr bwMode="auto">
            <a:xfrm>
              <a:off x="2880" y="1488"/>
              <a:ext cx="528" cy="288"/>
            </a:xfrm>
            <a:prstGeom prst="rect">
              <a:avLst/>
            </a:prstGeom>
            <a:grpFill/>
            <a:ln w="2857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b="1">
                  <a:solidFill>
                    <a:srgbClr val="006666"/>
                  </a:solidFill>
                  <a:latin typeface="+mn-lt"/>
                  <a:ea typeface="+mn-ea"/>
                  <a:cs typeface="+mn-ea"/>
                  <a:sym typeface="+mn-lt"/>
                </a:rPr>
                <a:t>34</a:t>
              </a:r>
              <a:endParaRPr lang="en-US" altLang="zh-CN" sz="2800">
                <a:latin typeface="+mn-lt"/>
                <a:ea typeface="+mn-ea"/>
                <a:cs typeface="+mn-ea"/>
                <a:sym typeface="+mn-lt"/>
              </a:endParaRPr>
            </a:p>
          </p:txBody>
        </p:sp>
        <p:sp>
          <p:nvSpPr>
            <p:cNvPr id="189542" name="Line 20">
              <a:extLst>
                <a:ext uri="{FF2B5EF4-FFF2-40B4-BE49-F238E27FC236}">
                  <a16:creationId xmlns:a16="http://schemas.microsoft.com/office/drawing/2014/main" id="{1DADA51F-8CB1-477C-ACD7-693CC9C13CD0}"/>
                </a:ext>
              </a:extLst>
            </p:cNvPr>
            <p:cNvSpPr>
              <a:spLocks noChangeShapeType="1"/>
            </p:cNvSpPr>
            <p:nvPr/>
          </p:nvSpPr>
          <p:spPr bwMode="auto">
            <a:xfrm>
              <a:off x="3216" y="1488"/>
              <a:ext cx="0" cy="288"/>
            </a:xfrm>
            <a:prstGeom prst="line">
              <a:avLst/>
            </a:prstGeom>
            <a:grpFill/>
            <a:ln w="28575">
              <a:solidFill>
                <a:schemeClr val="tx1"/>
              </a:solidFill>
              <a:round/>
              <a:headEnd/>
              <a:tailEnd/>
            </a:ln>
          </p:spPr>
          <p:txBody>
            <a:bodyPr/>
            <a:lstStyle/>
            <a:p>
              <a:pPr>
                <a:defRPr/>
              </a:pPr>
              <a:endParaRPr lang="zh-CN" altLang="en-US">
                <a:latin typeface="+mn-lt"/>
                <a:ea typeface="+mn-ea"/>
                <a:cs typeface="+mn-ea"/>
                <a:sym typeface="+mn-lt"/>
              </a:endParaRPr>
            </a:p>
          </p:txBody>
        </p:sp>
      </p:grpSp>
      <p:grpSp>
        <p:nvGrpSpPr>
          <p:cNvPr id="6" name="Group 21">
            <a:extLst>
              <a:ext uri="{FF2B5EF4-FFF2-40B4-BE49-F238E27FC236}">
                <a16:creationId xmlns:a16="http://schemas.microsoft.com/office/drawing/2014/main" id="{0EE64CF8-14E1-429C-B380-AE0DD118289E}"/>
              </a:ext>
            </a:extLst>
          </p:cNvPr>
          <p:cNvGrpSpPr>
            <a:grpSpLocks/>
          </p:cNvGrpSpPr>
          <p:nvPr/>
        </p:nvGrpSpPr>
        <p:grpSpPr bwMode="auto">
          <a:xfrm>
            <a:off x="5548064" y="2772941"/>
            <a:ext cx="1447800" cy="457200"/>
            <a:chOff x="3312" y="1488"/>
            <a:chExt cx="912" cy="288"/>
          </a:xfrm>
          <a:solidFill>
            <a:schemeClr val="accent1">
              <a:lumMod val="40000"/>
              <a:lumOff val="60000"/>
            </a:schemeClr>
          </a:solidFill>
        </p:grpSpPr>
        <p:sp>
          <p:nvSpPr>
            <p:cNvPr id="189537" name="Line 22">
              <a:extLst>
                <a:ext uri="{FF2B5EF4-FFF2-40B4-BE49-F238E27FC236}">
                  <a16:creationId xmlns:a16="http://schemas.microsoft.com/office/drawing/2014/main" id="{276C8EA8-D88B-4824-A875-079051A7A6B9}"/>
                </a:ext>
              </a:extLst>
            </p:cNvPr>
            <p:cNvSpPr>
              <a:spLocks noChangeShapeType="1"/>
            </p:cNvSpPr>
            <p:nvPr/>
          </p:nvSpPr>
          <p:spPr bwMode="auto">
            <a:xfrm>
              <a:off x="3312" y="1632"/>
              <a:ext cx="384" cy="0"/>
            </a:xfrm>
            <a:prstGeom prst="line">
              <a:avLst/>
            </a:prstGeom>
            <a:grpFill/>
            <a:ln w="31750">
              <a:solidFill>
                <a:srgbClr val="9476B6"/>
              </a:solidFill>
              <a:round/>
              <a:headEnd/>
              <a:tailEnd type="stealth" w="med" len="lg"/>
            </a:ln>
          </p:spPr>
          <p:txBody>
            <a:bodyPr/>
            <a:lstStyle/>
            <a:p>
              <a:pPr>
                <a:defRPr/>
              </a:pPr>
              <a:endParaRPr lang="zh-CN" altLang="en-US">
                <a:latin typeface="+mn-lt"/>
                <a:ea typeface="+mn-ea"/>
                <a:cs typeface="+mn-ea"/>
                <a:sym typeface="+mn-lt"/>
              </a:endParaRPr>
            </a:p>
          </p:txBody>
        </p:sp>
        <p:sp>
          <p:nvSpPr>
            <p:cNvPr id="189538" name="Rectangle 23">
              <a:extLst>
                <a:ext uri="{FF2B5EF4-FFF2-40B4-BE49-F238E27FC236}">
                  <a16:creationId xmlns:a16="http://schemas.microsoft.com/office/drawing/2014/main" id="{72FAC62F-9469-497F-9337-A5ECE4A0560A}"/>
                </a:ext>
              </a:extLst>
            </p:cNvPr>
            <p:cNvSpPr>
              <a:spLocks noChangeArrowheads="1"/>
            </p:cNvSpPr>
            <p:nvPr/>
          </p:nvSpPr>
          <p:spPr bwMode="auto">
            <a:xfrm>
              <a:off x="3696" y="1488"/>
              <a:ext cx="528" cy="288"/>
            </a:xfrm>
            <a:prstGeom prst="rect">
              <a:avLst/>
            </a:prstGeom>
            <a:grpFill/>
            <a:ln w="2857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b="1">
                  <a:solidFill>
                    <a:srgbClr val="006666"/>
                  </a:solidFill>
                  <a:latin typeface="+mn-lt"/>
                  <a:ea typeface="+mn-ea"/>
                  <a:cs typeface="+mn-ea"/>
                  <a:sym typeface="+mn-lt"/>
                </a:rPr>
                <a:t>45</a:t>
              </a:r>
              <a:endParaRPr lang="en-US" altLang="zh-CN" sz="2800">
                <a:latin typeface="+mn-lt"/>
                <a:ea typeface="+mn-ea"/>
                <a:cs typeface="+mn-ea"/>
                <a:sym typeface="+mn-lt"/>
              </a:endParaRPr>
            </a:p>
          </p:txBody>
        </p:sp>
        <p:sp>
          <p:nvSpPr>
            <p:cNvPr id="189539" name="Line 24">
              <a:extLst>
                <a:ext uri="{FF2B5EF4-FFF2-40B4-BE49-F238E27FC236}">
                  <a16:creationId xmlns:a16="http://schemas.microsoft.com/office/drawing/2014/main" id="{B9E2FBF2-C2E9-4698-8F4F-61B2FDB89B80}"/>
                </a:ext>
              </a:extLst>
            </p:cNvPr>
            <p:cNvSpPr>
              <a:spLocks noChangeShapeType="1"/>
            </p:cNvSpPr>
            <p:nvPr/>
          </p:nvSpPr>
          <p:spPr bwMode="auto">
            <a:xfrm>
              <a:off x="4032" y="1488"/>
              <a:ext cx="0" cy="288"/>
            </a:xfrm>
            <a:prstGeom prst="line">
              <a:avLst/>
            </a:prstGeom>
            <a:grpFill/>
            <a:ln w="28575">
              <a:solidFill>
                <a:schemeClr val="tx1"/>
              </a:solidFill>
              <a:round/>
              <a:headEnd/>
              <a:tailEnd/>
            </a:ln>
          </p:spPr>
          <p:txBody>
            <a:bodyPr/>
            <a:lstStyle/>
            <a:p>
              <a:pPr>
                <a:defRPr/>
              </a:pPr>
              <a:endParaRPr lang="zh-CN" altLang="en-US">
                <a:latin typeface="+mn-lt"/>
                <a:ea typeface="+mn-ea"/>
                <a:cs typeface="+mn-ea"/>
                <a:sym typeface="+mn-lt"/>
              </a:endParaRPr>
            </a:p>
          </p:txBody>
        </p:sp>
      </p:grpSp>
      <p:grpSp>
        <p:nvGrpSpPr>
          <p:cNvPr id="7" name="Group 25">
            <a:extLst>
              <a:ext uri="{FF2B5EF4-FFF2-40B4-BE49-F238E27FC236}">
                <a16:creationId xmlns:a16="http://schemas.microsoft.com/office/drawing/2014/main" id="{AA02F142-F993-40DF-B252-17E30717A7C6}"/>
              </a:ext>
            </a:extLst>
          </p:cNvPr>
          <p:cNvGrpSpPr>
            <a:grpSpLocks/>
          </p:cNvGrpSpPr>
          <p:nvPr/>
        </p:nvGrpSpPr>
        <p:grpSpPr bwMode="auto">
          <a:xfrm>
            <a:off x="6843464" y="2772941"/>
            <a:ext cx="1905000" cy="457200"/>
            <a:chOff x="4128" y="1488"/>
            <a:chExt cx="1200" cy="288"/>
          </a:xfrm>
          <a:solidFill>
            <a:schemeClr val="accent1">
              <a:lumMod val="40000"/>
              <a:lumOff val="60000"/>
            </a:schemeClr>
          </a:solidFill>
        </p:grpSpPr>
        <p:sp>
          <p:nvSpPr>
            <p:cNvPr id="189533" name="Line 26">
              <a:extLst>
                <a:ext uri="{FF2B5EF4-FFF2-40B4-BE49-F238E27FC236}">
                  <a16:creationId xmlns:a16="http://schemas.microsoft.com/office/drawing/2014/main" id="{DD962E97-084D-414D-AA1E-2BB7E59D7888}"/>
                </a:ext>
              </a:extLst>
            </p:cNvPr>
            <p:cNvSpPr>
              <a:spLocks noChangeShapeType="1"/>
            </p:cNvSpPr>
            <p:nvPr/>
          </p:nvSpPr>
          <p:spPr bwMode="auto">
            <a:xfrm>
              <a:off x="4128" y="1632"/>
              <a:ext cx="384" cy="0"/>
            </a:xfrm>
            <a:prstGeom prst="line">
              <a:avLst/>
            </a:prstGeom>
            <a:grpFill/>
            <a:ln w="31750">
              <a:solidFill>
                <a:srgbClr val="9476B6"/>
              </a:solidFill>
              <a:round/>
              <a:headEnd/>
              <a:tailEnd type="stealth" w="med" len="lg"/>
            </a:ln>
          </p:spPr>
          <p:txBody>
            <a:bodyPr/>
            <a:lstStyle/>
            <a:p>
              <a:pPr>
                <a:defRPr/>
              </a:pPr>
              <a:endParaRPr lang="zh-CN" altLang="en-US">
                <a:latin typeface="+mn-lt"/>
                <a:ea typeface="+mn-ea"/>
                <a:cs typeface="+mn-ea"/>
                <a:sym typeface="+mn-lt"/>
              </a:endParaRPr>
            </a:p>
          </p:txBody>
        </p:sp>
        <p:sp>
          <p:nvSpPr>
            <p:cNvPr id="189534" name="Rectangle 27">
              <a:extLst>
                <a:ext uri="{FF2B5EF4-FFF2-40B4-BE49-F238E27FC236}">
                  <a16:creationId xmlns:a16="http://schemas.microsoft.com/office/drawing/2014/main" id="{BDDAE033-4063-4CE8-85AD-506CBBBF9248}"/>
                </a:ext>
              </a:extLst>
            </p:cNvPr>
            <p:cNvSpPr>
              <a:spLocks noChangeArrowheads="1"/>
            </p:cNvSpPr>
            <p:nvPr/>
          </p:nvSpPr>
          <p:spPr bwMode="auto">
            <a:xfrm>
              <a:off x="4512" y="1488"/>
              <a:ext cx="528" cy="288"/>
            </a:xfrm>
            <a:prstGeom prst="rect">
              <a:avLst/>
            </a:prstGeom>
            <a:grpFill/>
            <a:ln w="2857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b="1">
                  <a:solidFill>
                    <a:srgbClr val="006666"/>
                  </a:solidFill>
                  <a:latin typeface="+mn-lt"/>
                  <a:ea typeface="+mn-ea"/>
                  <a:cs typeface="+mn-ea"/>
                  <a:sym typeface="+mn-lt"/>
                </a:rPr>
                <a:t>56</a:t>
              </a:r>
              <a:endParaRPr lang="en-US" altLang="zh-CN" sz="2800">
                <a:latin typeface="+mn-lt"/>
                <a:ea typeface="+mn-ea"/>
                <a:cs typeface="+mn-ea"/>
                <a:sym typeface="+mn-lt"/>
              </a:endParaRPr>
            </a:p>
          </p:txBody>
        </p:sp>
        <p:sp>
          <p:nvSpPr>
            <p:cNvPr id="189535" name="Line 28">
              <a:extLst>
                <a:ext uri="{FF2B5EF4-FFF2-40B4-BE49-F238E27FC236}">
                  <a16:creationId xmlns:a16="http://schemas.microsoft.com/office/drawing/2014/main" id="{EAB79D9A-74C1-44CC-8855-95F81574F013}"/>
                </a:ext>
              </a:extLst>
            </p:cNvPr>
            <p:cNvSpPr>
              <a:spLocks noChangeShapeType="1"/>
            </p:cNvSpPr>
            <p:nvPr/>
          </p:nvSpPr>
          <p:spPr bwMode="auto">
            <a:xfrm>
              <a:off x="4848" y="1488"/>
              <a:ext cx="0" cy="288"/>
            </a:xfrm>
            <a:prstGeom prst="line">
              <a:avLst/>
            </a:prstGeom>
            <a:grpFill/>
            <a:ln w="28575">
              <a:solidFill>
                <a:schemeClr val="tx1"/>
              </a:solidFill>
              <a:round/>
              <a:headEnd/>
              <a:tailEnd/>
            </a:ln>
          </p:spPr>
          <p:txBody>
            <a:bodyPr/>
            <a:lstStyle/>
            <a:p>
              <a:pPr>
                <a:defRPr/>
              </a:pPr>
              <a:endParaRPr lang="zh-CN" altLang="en-US">
                <a:latin typeface="+mn-lt"/>
                <a:ea typeface="+mn-ea"/>
                <a:cs typeface="+mn-ea"/>
                <a:sym typeface="+mn-lt"/>
              </a:endParaRPr>
            </a:p>
          </p:txBody>
        </p:sp>
        <p:sp>
          <p:nvSpPr>
            <p:cNvPr id="189536" name="Line 29">
              <a:extLst>
                <a:ext uri="{FF2B5EF4-FFF2-40B4-BE49-F238E27FC236}">
                  <a16:creationId xmlns:a16="http://schemas.microsoft.com/office/drawing/2014/main" id="{FE7969C4-DD03-4CCB-8E72-0C8539263E00}"/>
                </a:ext>
              </a:extLst>
            </p:cNvPr>
            <p:cNvSpPr>
              <a:spLocks noChangeShapeType="1"/>
            </p:cNvSpPr>
            <p:nvPr/>
          </p:nvSpPr>
          <p:spPr bwMode="auto">
            <a:xfrm>
              <a:off x="4944" y="1632"/>
              <a:ext cx="384" cy="0"/>
            </a:xfrm>
            <a:prstGeom prst="line">
              <a:avLst/>
            </a:prstGeom>
            <a:grpFill/>
            <a:ln w="31750">
              <a:solidFill>
                <a:srgbClr val="9476B6"/>
              </a:solidFill>
              <a:round/>
              <a:headEnd/>
              <a:tailEnd type="stealth" w="med" len="lg"/>
            </a:ln>
          </p:spPr>
          <p:txBody>
            <a:bodyPr/>
            <a:lstStyle/>
            <a:p>
              <a:pPr>
                <a:defRPr/>
              </a:pPr>
              <a:endParaRPr lang="zh-CN" altLang="en-US">
                <a:latin typeface="+mn-lt"/>
                <a:ea typeface="+mn-ea"/>
                <a:cs typeface="+mn-ea"/>
                <a:sym typeface="+mn-lt"/>
              </a:endParaRPr>
            </a:p>
          </p:txBody>
        </p:sp>
      </p:grpSp>
      <p:sp>
        <p:nvSpPr>
          <p:cNvPr id="642078" name="Line 30">
            <a:extLst>
              <a:ext uri="{FF2B5EF4-FFF2-40B4-BE49-F238E27FC236}">
                <a16:creationId xmlns:a16="http://schemas.microsoft.com/office/drawing/2014/main" id="{C39E8881-E5DC-4835-BFA8-7CEFA0684403}"/>
              </a:ext>
            </a:extLst>
          </p:cNvPr>
          <p:cNvSpPr>
            <a:spLocks noChangeShapeType="1"/>
          </p:cNvSpPr>
          <p:nvPr/>
        </p:nvSpPr>
        <p:spPr bwMode="auto">
          <a:xfrm>
            <a:off x="671513" y="4068763"/>
            <a:ext cx="0" cy="609600"/>
          </a:xfrm>
          <a:prstGeom prst="line">
            <a:avLst/>
          </a:prstGeom>
          <a:noFill/>
          <a:ln w="31750">
            <a:solidFill>
              <a:srgbClr val="003366"/>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8" name="Group 31">
            <a:extLst>
              <a:ext uri="{FF2B5EF4-FFF2-40B4-BE49-F238E27FC236}">
                <a16:creationId xmlns:a16="http://schemas.microsoft.com/office/drawing/2014/main" id="{ACDDBB72-2E0A-3149-B160-9567848CCA5C}"/>
              </a:ext>
            </a:extLst>
          </p:cNvPr>
          <p:cNvGrpSpPr>
            <a:grpSpLocks/>
          </p:cNvGrpSpPr>
          <p:nvPr/>
        </p:nvGrpSpPr>
        <p:grpSpPr bwMode="auto">
          <a:xfrm>
            <a:off x="671513" y="4449763"/>
            <a:ext cx="1143000" cy="457200"/>
            <a:chOff x="240" y="1488"/>
            <a:chExt cx="720" cy="288"/>
          </a:xfrm>
        </p:grpSpPr>
        <p:sp>
          <p:nvSpPr>
            <p:cNvPr id="189530" name="Line 32">
              <a:extLst>
                <a:ext uri="{FF2B5EF4-FFF2-40B4-BE49-F238E27FC236}">
                  <a16:creationId xmlns:a16="http://schemas.microsoft.com/office/drawing/2014/main" id="{A62AA099-AC12-4BD6-8317-F932AA40807C}"/>
                </a:ext>
              </a:extLst>
            </p:cNvPr>
            <p:cNvSpPr>
              <a:spLocks noChangeShapeType="1"/>
            </p:cNvSpPr>
            <p:nvPr/>
          </p:nvSpPr>
          <p:spPr bwMode="auto">
            <a:xfrm>
              <a:off x="240" y="1632"/>
              <a:ext cx="192" cy="0"/>
            </a:xfrm>
            <a:prstGeom prst="line">
              <a:avLst/>
            </a:prstGeom>
            <a:noFill/>
            <a:ln w="31750">
              <a:solidFill>
                <a:srgbClr val="003366"/>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9531" name="Rectangle 33">
              <a:extLst>
                <a:ext uri="{FF2B5EF4-FFF2-40B4-BE49-F238E27FC236}">
                  <a16:creationId xmlns:a16="http://schemas.microsoft.com/office/drawing/2014/main" id="{C32F4CBF-0AB6-431A-80BD-05C9E91DC161}"/>
                </a:ext>
              </a:extLst>
            </p:cNvPr>
            <p:cNvSpPr>
              <a:spLocks noChangeArrowheads="1"/>
            </p:cNvSpPr>
            <p:nvPr/>
          </p:nvSpPr>
          <p:spPr bwMode="auto">
            <a:xfrm>
              <a:off x="432" y="1488"/>
              <a:ext cx="528" cy="288"/>
            </a:xfrm>
            <a:prstGeom prst="rect">
              <a:avLst/>
            </a:prstGeom>
            <a:solidFill>
              <a:srgbClr val="CCFFFF"/>
            </a:solidFill>
            <a:ln w="28575">
              <a:solidFill>
                <a:srgbClr val="003366"/>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9532" name="Line 34">
              <a:extLst>
                <a:ext uri="{FF2B5EF4-FFF2-40B4-BE49-F238E27FC236}">
                  <a16:creationId xmlns:a16="http://schemas.microsoft.com/office/drawing/2014/main" id="{501550D7-48C3-4943-923E-4BEEF81A4925}"/>
                </a:ext>
              </a:extLst>
            </p:cNvPr>
            <p:cNvSpPr>
              <a:spLocks noChangeShapeType="1"/>
            </p:cNvSpPr>
            <p:nvPr/>
          </p:nvSpPr>
          <p:spPr bwMode="auto">
            <a:xfrm>
              <a:off x="768" y="1488"/>
              <a:ext cx="0" cy="288"/>
            </a:xfrm>
            <a:prstGeom prst="line">
              <a:avLst/>
            </a:prstGeom>
            <a:noFill/>
            <a:ln w="28575">
              <a:solidFill>
                <a:srgbClr val="003366"/>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9" name="Group 35">
            <a:extLst>
              <a:ext uri="{FF2B5EF4-FFF2-40B4-BE49-F238E27FC236}">
                <a16:creationId xmlns:a16="http://schemas.microsoft.com/office/drawing/2014/main" id="{7CB2DD0D-8A2E-EB4A-9963-C14796A72F10}"/>
              </a:ext>
            </a:extLst>
          </p:cNvPr>
          <p:cNvGrpSpPr>
            <a:grpSpLocks/>
          </p:cNvGrpSpPr>
          <p:nvPr/>
        </p:nvGrpSpPr>
        <p:grpSpPr bwMode="auto">
          <a:xfrm>
            <a:off x="1662113" y="4449763"/>
            <a:ext cx="1447800" cy="457200"/>
            <a:chOff x="864" y="1488"/>
            <a:chExt cx="912" cy="288"/>
          </a:xfrm>
        </p:grpSpPr>
        <p:sp>
          <p:nvSpPr>
            <p:cNvPr id="189527" name="Line 36">
              <a:extLst>
                <a:ext uri="{FF2B5EF4-FFF2-40B4-BE49-F238E27FC236}">
                  <a16:creationId xmlns:a16="http://schemas.microsoft.com/office/drawing/2014/main" id="{0D9A8F4B-8007-4142-8A17-2DAA9E381FE1}"/>
                </a:ext>
              </a:extLst>
            </p:cNvPr>
            <p:cNvSpPr>
              <a:spLocks noChangeShapeType="1"/>
            </p:cNvSpPr>
            <p:nvPr/>
          </p:nvSpPr>
          <p:spPr bwMode="auto">
            <a:xfrm>
              <a:off x="864" y="1632"/>
              <a:ext cx="384" cy="0"/>
            </a:xfrm>
            <a:prstGeom prst="line">
              <a:avLst/>
            </a:prstGeom>
            <a:noFill/>
            <a:ln w="31750">
              <a:solidFill>
                <a:srgbClr val="003366"/>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9528" name="Rectangle 37">
              <a:extLst>
                <a:ext uri="{FF2B5EF4-FFF2-40B4-BE49-F238E27FC236}">
                  <a16:creationId xmlns:a16="http://schemas.microsoft.com/office/drawing/2014/main" id="{82622AA2-3D2B-49AE-92B4-D048A386C053}"/>
                </a:ext>
              </a:extLst>
            </p:cNvPr>
            <p:cNvSpPr>
              <a:spLocks noChangeArrowheads="1"/>
            </p:cNvSpPr>
            <p:nvPr/>
          </p:nvSpPr>
          <p:spPr bwMode="auto">
            <a:xfrm>
              <a:off x="1248" y="1488"/>
              <a:ext cx="528" cy="288"/>
            </a:xfrm>
            <a:prstGeom prst="rect">
              <a:avLst/>
            </a:prstGeom>
            <a:solidFill>
              <a:srgbClr val="CCFFFF"/>
            </a:solidFill>
            <a:ln w="28575">
              <a:solidFill>
                <a:srgbClr val="003366"/>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b="1">
                  <a:solidFill>
                    <a:schemeClr val="accent2"/>
                  </a:solidFill>
                  <a:latin typeface="+mn-lt"/>
                  <a:ea typeface="+mn-ea"/>
                  <a:cs typeface="+mn-ea"/>
                  <a:sym typeface="+mn-lt"/>
                </a:rPr>
                <a:t>11</a:t>
              </a:r>
              <a:endParaRPr lang="en-US" altLang="zh-CN">
                <a:latin typeface="+mn-lt"/>
                <a:ea typeface="+mn-ea"/>
                <a:cs typeface="+mn-ea"/>
                <a:sym typeface="+mn-lt"/>
              </a:endParaRPr>
            </a:p>
          </p:txBody>
        </p:sp>
        <p:sp>
          <p:nvSpPr>
            <p:cNvPr id="189529" name="Line 38">
              <a:extLst>
                <a:ext uri="{FF2B5EF4-FFF2-40B4-BE49-F238E27FC236}">
                  <a16:creationId xmlns:a16="http://schemas.microsoft.com/office/drawing/2014/main" id="{D43CC86C-107B-43CB-8C73-4BB06CCF8E9A}"/>
                </a:ext>
              </a:extLst>
            </p:cNvPr>
            <p:cNvSpPr>
              <a:spLocks noChangeShapeType="1"/>
            </p:cNvSpPr>
            <p:nvPr/>
          </p:nvSpPr>
          <p:spPr bwMode="auto">
            <a:xfrm>
              <a:off x="1584" y="1488"/>
              <a:ext cx="0" cy="288"/>
            </a:xfrm>
            <a:prstGeom prst="line">
              <a:avLst/>
            </a:prstGeom>
            <a:noFill/>
            <a:ln w="28575">
              <a:solidFill>
                <a:srgbClr val="003366"/>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0" name="Group 39">
            <a:extLst>
              <a:ext uri="{FF2B5EF4-FFF2-40B4-BE49-F238E27FC236}">
                <a16:creationId xmlns:a16="http://schemas.microsoft.com/office/drawing/2014/main" id="{9B60AEBF-5272-4742-9BA5-A67AC6734B76}"/>
              </a:ext>
            </a:extLst>
          </p:cNvPr>
          <p:cNvGrpSpPr>
            <a:grpSpLocks/>
          </p:cNvGrpSpPr>
          <p:nvPr/>
        </p:nvGrpSpPr>
        <p:grpSpPr bwMode="auto">
          <a:xfrm>
            <a:off x="2957513" y="4449763"/>
            <a:ext cx="1447800" cy="457200"/>
            <a:chOff x="1680" y="1488"/>
            <a:chExt cx="912" cy="288"/>
          </a:xfrm>
        </p:grpSpPr>
        <p:sp>
          <p:nvSpPr>
            <p:cNvPr id="189524" name="Rectangle 40">
              <a:extLst>
                <a:ext uri="{FF2B5EF4-FFF2-40B4-BE49-F238E27FC236}">
                  <a16:creationId xmlns:a16="http://schemas.microsoft.com/office/drawing/2014/main" id="{777D58AA-A7C8-4CE8-9732-C668B5801459}"/>
                </a:ext>
              </a:extLst>
            </p:cNvPr>
            <p:cNvSpPr>
              <a:spLocks noChangeArrowheads="1"/>
            </p:cNvSpPr>
            <p:nvPr/>
          </p:nvSpPr>
          <p:spPr bwMode="auto">
            <a:xfrm>
              <a:off x="2064" y="1488"/>
              <a:ext cx="528" cy="288"/>
            </a:xfrm>
            <a:prstGeom prst="rect">
              <a:avLst/>
            </a:prstGeom>
            <a:solidFill>
              <a:srgbClr val="CCFFFF"/>
            </a:solidFill>
            <a:ln w="28575">
              <a:solidFill>
                <a:srgbClr val="003366"/>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b="1">
                  <a:solidFill>
                    <a:schemeClr val="accent2"/>
                  </a:solidFill>
                  <a:latin typeface="+mn-lt"/>
                  <a:ea typeface="+mn-ea"/>
                  <a:cs typeface="+mn-ea"/>
                  <a:sym typeface="+mn-lt"/>
                </a:rPr>
                <a:t>32</a:t>
              </a:r>
              <a:endParaRPr lang="en-US" altLang="zh-CN">
                <a:latin typeface="+mn-lt"/>
                <a:ea typeface="+mn-ea"/>
                <a:cs typeface="+mn-ea"/>
                <a:sym typeface="+mn-lt"/>
              </a:endParaRPr>
            </a:p>
          </p:txBody>
        </p:sp>
        <p:sp>
          <p:nvSpPr>
            <p:cNvPr id="189525" name="Line 41">
              <a:extLst>
                <a:ext uri="{FF2B5EF4-FFF2-40B4-BE49-F238E27FC236}">
                  <a16:creationId xmlns:a16="http://schemas.microsoft.com/office/drawing/2014/main" id="{7323023F-A6DF-4AAE-A61A-85C3DCE94E7B}"/>
                </a:ext>
              </a:extLst>
            </p:cNvPr>
            <p:cNvSpPr>
              <a:spLocks noChangeShapeType="1"/>
            </p:cNvSpPr>
            <p:nvPr/>
          </p:nvSpPr>
          <p:spPr bwMode="auto">
            <a:xfrm>
              <a:off x="1680" y="1632"/>
              <a:ext cx="384" cy="0"/>
            </a:xfrm>
            <a:prstGeom prst="line">
              <a:avLst/>
            </a:prstGeom>
            <a:noFill/>
            <a:ln w="31750">
              <a:solidFill>
                <a:srgbClr val="003366"/>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9526" name="Line 42">
              <a:extLst>
                <a:ext uri="{FF2B5EF4-FFF2-40B4-BE49-F238E27FC236}">
                  <a16:creationId xmlns:a16="http://schemas.microsoft.com/office/drawing/2014/main" id="{BC18D388-08F2-44E2-951C-35DE89C9B47B}"/>
                </a:ext>
              </a:extLst>
            </p:cNvPr>
            <p:cNvSpPr>
              <a:spLocks noChangeShapeType="1"/>
            </p:cNvSpPr>
            <p:nvPr/>
          </p:nvSpPr>
          <p:spPr bwMode="auto">
            <a:xfrm>
              <a:off x="2400" y="1488"/>
              <a:ext cx="0" cy="288"/>
            </a:xfrm>
            <a:prstGeom prst="line">
              <a:avLst/>
            </a:prstGeom>
            <a:noFill/>
            <a:ln w="28575">
              <a:solidFill>
                <a:srgbClr val="003366"/>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1" name="Group 43">
            <a:extLst>
              <a:ext uri="{FF2B5EF4-FFF2-40B4-BE49-F238E27FC236}">
                <a16:creationId xmlns:a16="http://schemas.microsoft.com/office/drawing/2014/main" id="{55F436A8-2D37-C44C-B8FF-8A9419DE64D3}"/>
              </a:ext>
            </a:extLst>
          </p:cNvPr>
          <p:cNvGrpSpPr>
            <a:grpSpLocks/>
          </p:cNvGrpSpPr>
          <p:nvPr/>
        </p:nvGrpSpPr>
        <p:grpSpPr bwMode="auto">
          <a:xfrm>
            <a:off x="4252913" y="4449763"/>
            <a:ext cx="1447800" cy="457200"/>
            <a:chOff x="2496" y="1488"/>
            <a:chExt cx="912" cy="288"/>
          </a:xfrm>
        </p:grpSpPr>
        <p:sp>
          <p:nvSpPr>
            <p:cNvPr id="189521" name="Line 44">
              <a:extLst>
                <a:ext uri="{FF2B5EF4-FFF2-40B4-BE49-F238E27FC236}">
                  <a16:creationId xmlns:a16="http://schemas.microsoft.com/office/drawing/2014/main" id="{E599C0A1-987D-4616-9104-0D2C27835DA8}"/>
                </a:ext>
              </a:extLst>
            </p:cNvPr>
            <p:cNvSpPr>
              <a:spLocks noChangeShapeType="1"/>
            </p:cNvSpPr>
            <p:nvPr/>
          </p:nvSpPr>
          <p:spPr bwMode="auto">
            <a:xfrm>
              <a:off x="2496" y="1632"/>
              <a:ext cx="384" cy="0"/>
            </a:xfrm>
            <a:prstGeom prst="line">
              <a:avLst/>
            </a:prstGeom>
            <a:noFill/>
            <a:ln w="31750">
              <a:solidFill>
                <a:srgbClr val="003366"/>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9522" name="Rectangle 45">
              <a:extLst>
                <a:ext uri="{FF2B5EF4-FFF2-40B4-BE49-F238E27FC236}">
                  <a16:creationId xmlns:a16="http://schemas.microsoft.com/office/drawing/2014/main" id="{6FA24058-0705-4E15-AFAD-1EE7318825EE}"/>
                </a:ext>
              </a:extLst>
            </p:cNvPr>
            <p:cNvSpPr>
              <a:spLocks noChangeArrowheads="1"/>
            </p:cNvSpPr>
            <p:nvPr/>
          </p:nvSpPr>
          <p:spPr bwMode="auto">
            <a:xfrm>
              <a:off x="2880" y="1488"/>
              <a:ext cx="528" cy="288"/>
            </a:xfrm>
            <a:prstGeom prst="rect">
              <a:avLst/>
            </a:prstGeom>
            <a:solidFill>
              <a:srgbClr val="CCFFFF"/>
            </a:solidFill>
            <a:ln w="28575">
              <a:solidFill>
                <a:srgbClr val="003366"/>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b="1">
                  <a:solidFill>
                    <a:schemeClr val="accent2"/>
                  </a:solidFill>
                  <a:latin typeface="+mn-lt"/>
                  <a:ea typeface="+mn-ea"/>
                  <a:cs typeface="+mn-ea"/>
                  <a:sym typeface="+mn-lt"/>
                </a:rPr>
                <a:t>43</a:t>
              </a:r>
              <a:endParaRPr lang="en-US" altLang="zh-CN" sz="2800">
                <a:latin typeface="+mn-lt"/>
                <a:ea typeface="+mn-ea"/>
                <a:cs typeface="+mn-ea"/>
                <a:sym typeface="+mn-lt"/>
              </a:endParaRPr>
            </a:p>
          </p:txBody>
        </p:sp>
        <p:sp>
          <p:nvSpPr>
            <p:cNvPr id="189523" name="Line 46">
              <a:extLst>
                <a:ext uri="{FF2B5EF4-FFF2-40B4-BE49-F238E27FC236}">
                  <a16:creationId xmlns:a16="http://schemas.microsoft.com/office/drawing/2014/main" id="{07D489B3-A850-4D66-BAF2-C717092F2BB1}"/>
                </a:ext>
              </a:extLst>
            </p:cNvPr>
            <p:cNvSpPr>
              <a:spLocks noChangeShapeType="1"/>
            </p:cNvSpPr>
            <p:nvPr/>
          </p:nvSpPr>
          <p:spPr bwMode="auto">
            <a:xfrm>
              <a:off x="3216" y="1488"/>
              <a:ext cx="0" cy="288"/>
            </a:xfrm>
            <a:prstGeom prst="line">
              <a:avLst/>
            </a:prstGeom>
            <a:noFill/>
            <a:ln w="28575">
              <a:solidFill>
                <a:srgbClr val="003366"/>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2" name="Group 47">
            <a:extLst>
              <a:ext uri="{FF2B5EF4-FFF2-40B4-BE49-F238E27FC236}">
                <a16:creationId xmlns:a16="http://schemas.microsoft.com/office/drawing/2014/main" id="{8090B422-E805-EB45-A910-22281676E16B}"/>
              </a:ext>
            </a:extLst>
          </p:cNvPr>
          <p:cNvGrpSpPr>
            <a:grpSpLocks/>
          </p:cNvGrpSpPr>
          <p:nvPr/>
        </p:nvGrpSpPr>
        <p:grpSpPr bwMode="auto">
          <a:xfrm>
            <a:off x="5548313" y="4449763"/>
            <a:ext cx="1447800" cy="457200"/>
            <a:chOff x="3312" y="1488"/>
            <a:chExt cx="912" cy="288"/>
          </a:xfrm>
        </p:grpSpPr>
        <p:sp>
          <p:nvSpPr>
            <p:cNvPr id="189518" name="Line 48">
              <a:extLst>
                <a:ext uri="{FF2B5EF4-FFF2-40B4-BE49-F238E27FC236}">
                  <a16:creationId xmlns:a16="http://schemas.microsoft.com/office/drawing/2014/main" id="{3A50564C-E9DC-40FA-8631-315920ECF0F0}"/>
                </a:ext>
              </a:extLst>
            </p:cNvPr>
            <p:cNvSpPr>
              <a:spLocks noChangeShapeType="1"/>
            </p:cNvSpPr>
            <p:nvPr/>
          </p:nvSpPr>
          <p:spPr bwMode="auto">
            <a:xfrm>
              <a:off x="3312" y="1632"/>
              <a:ext cx="384" cy="0"/>
            </a:xfrm>
            <a:prstGeom prst="line">
              <a:avLst/>
            </a:prstGeom>
            <a:noFill/>
            <a:ln w="31750">
              <a:solidFill>
                <a:srgbClr val="003366"/>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9519" name="Rectangle 49">
              <a:extLst>
                <a:ext uri="{FF2B5EF4-FFF2-40B4-BE49-F238E27FC236}">
                  <a16:creationId xmlns:a16="http://schemas.microsoft.com/office/drawing/2014/main" id="{186D32F4-E574-40ED-BBE7-C6DE7709F418}"/>
                </a:ext>
              </a:extLst>
            </p:cNvPr>
            <p:cNvSpPr>
              <a:spLocks noChangeArrowheads="1"/>
            </p:cNvSpPr>
            <p:nvPr/>
          </p:nvSpPr>
          <p:spPr bwMode="auto">
            <a:xfrm>
              <a:off x="3696" y="1488"/>
              <a:ext cx="528" cy="288"/>
            </a:xfrm>
            <a:prstGeom prst="rect">
              <a:avLst/>
            </a:prstGeom>
            <a:solidFill>
              <a:srgbClr val="CCFFFF"/>
            </a:solidFill>
            <a:ln w="28575">
              <a:solidFill>
                <a:srgbClr val="003366"/>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b="1">
                  <a:solidFill>
                    <a:schemeClr val="accent2"/>
                  </a:solidFill>
                  <a:latin typeface="+mn-lt"/>
                  <a:ea typeface="+mn-ea"/>
                  <a:cs typeface="+mn-ea"/>
                  <a:sym typeface="+mn-lt"/>
                </a:rPr>
                <a:t>48</a:t>
              </a:r>
              <a:endParaRPr lang="en-US" altLang="zh-CN" sz="2800">
                <a:latin typeface="+mn-lt"/>
                <a:ea typeface="+mn-ea"/>
                <a:cs typeface="+mn-ea"/>
                <a:sym typeface="+mn-lt"/>
              </a:endParaRPr>
            </a:p>
          </p:txBody>
        </p:sp>
        <p:sp>
          <p:nvSpPr>
            <p:cNvPr id="189520" name="Line 50">
              <a:extLst>
                <a:ext uri="{FF2B5EF4-FFF2-40B4-BE49-F238E27FC236}">
                  <a16:creationId xmlns:a16="http://schemas.microsoft.com/office/drawing/2014/main" id="{CFE8A2D3-B401-4C5E-B506-4E4A457826F4}"/>
                </a:ext>
              </a:extLst>
            </p:cNvPr>
            <p:cNvSpPr>
              <a:spLocks noChangeShapeType="1"/>
            </p:cNvSpPr>
            <p:nvPr/>
          </p:nvSpPr>
          <p:spPr bwMode="auto">
            <a:xfrm>
              <a:off x="4032" y="1488"/>
              <a:ext cx="0" cy="288"/>
            </a:xfrm>
            <a:prstGeom prst="line">
              <a:avLst/>
            </a:prstGeom>
            <a:noFill/>
            <a:ln w="28575">
              <a:solidFill>
                <a:srgbClr val="003366"/>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3" name="Group 51">
            <a:extLst>
              <a:ext uri="{FF2B5EF4-FFF2-40B4-BE49-F238E27FC236}">
                <a16:creationId xmlns:a16="http://schemas.microsoft.com/office/drawing/2014/main" id="{CAC41745-0E1F-D642-B757-B29A3058154F}"/>
              </a:ext>
            </a:extLst>
          </p:cNvPr>
          <p:cNvGrpSpPr>
            <a:grpSpLocks/>
          </p:cNvGrpSpPr>
          <p:nvPr/>
        </p:nvGrpSpPr>
        <p:grpSpPr bwMode="auto">
          <a:xfrm>
            <a:off x="6843713" y="4449763"/>
            <a:ext cx="1905000" cy="457200"/>
            <a:chOff x="4128" y="1488"/>
            <a:chExt cx="1200" cy="288"/>
          </a:xfrm>
        </p:grpSpPr>
        <p:sp>
          <p:nvSpPr>
            <p:cNvPr id="189514" name="Line 52">
              <a:extLst>
                <a:ext uri="{FF2B5EF4-FFF2-40B4-BE49-F238E27FC236}">
                  <a16:creationId xmlns:a16="http://schemas.microsoft.com/office/drawing/2014/main" id="{B27E6FB6-0715-4163-AFE1-A2F1153979EA}"/>
                </a:ext>
              </a:extLst>
            </p:cNvPr>
            <p:cNvSpPr>
              <a:spLocks noChangeShapeType="1"/>
            </p:cNvSpPr>
            <p:nvPr/>
          </p:nvSpPr>
          <p:spPr bwMode="auto">
            <a:xfrm>
              <a:off x="4128" y="1632"/>
              <a:ext cx="384" cy="0"/>
            </a:xfrm>
            <a:prstGeom prst="line">
              <a:avLst/>
            </a:prstGeom>
            <a:noFill/>
            <a:ln w="31750">
              <a:solidFill>
                <a:srgbClr val="003366"/>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9515" name="Rectangle 53">
              <a:extLst>
                <a:ext uri="{FF2B5EF4-FFF2-40B4-BE49-F238E27FC236}">
                  <a16:creationId xmlns:a16="http://schemas.microsoft.com/office/drawing/2014/main" id="{7C402106-E131-401B-B13D-63ACC747A809}"/>
                </a:ext>
              </a:extLst>
            </p:cNvPr>
            <p:cNvSpPr>
              <a:spLocks noChangeArrowheads="1"/>
            </p:cNvSpPr>
            <p:nvPr/>
          </p:nvSpPr>
          <p:spPr bwMode="auto">
            <a:xfrm>
              <a:off x="4512" y="1488"/>
              <a:ext cx="528" cy="288"/>
            </a:xfrm>
            <a:prstGeom prst="rect">
              <a:avLst/>
            </a:prstGeom>
            <a:solidFill>
              <a:srgbClr val="CCFFFF"/>
            </a:solidFill>
            <a:ln w="28575">
              <a:solidFill>
                <a:srgbClr val="003366"/>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b="1">
                  <a:solidFill>
                    <a:schemeClr val="accent2"/>
                  </a:solidFill>
                  <a:latin typeface="+mn-lt"/>
                  <a:ea typeface="+mn-ea"/>
                  <a:cs typeface="+mn-ea"/>
                  <a:sym typeface="+mn-lt"/>
                </a:rPr>
                <a:t>54</a:t>
              </a:r>
              <a:endParaRPr lang="en-US" altLang="zh-CN" sz="2800">
                <a:latin typeface="+mn-lt"/>
                <a:ea typeface="+mn-ea"/>
                <a:cs typeface="+mn-ea"/>
                <a:sym typeface="+mn-lt"/>
              </a:endParaRPr>
            </a:p>
          </p:txBody>
        </p:sp>
        <p:sp>
          <p:nvSpPr>
            <p:cNvPr id="189516" name="Line 54">
              <a:extLst>
                <a:ext uri="{FF2B5EF4-FFF2-40B4-BE49-F238E27FC236}">
                  <a16:creationId xmlns:a16="http://schemas.microsoft.com/office/drawing/2014/main" id="{013396D4-A492-4E05-AAB0-58ECCC32CDF1}"/>
                </a:ext>
              </a:extLst>
            </p:cNvPr>
            <p:cNvSpPr>
              <a:spLocks noChangeShapeType="1"/>
            </p:cNvSpPr>
            <p:nvPr/>
          </p:nvSpPr>
          <p:spPr bwMode="auto">
            <a:xfrm>
              <a:off x="4848" y="1488"/>
              <a:ext cx="0" cy="288"/>
            </a:xfrm>
            <a:prstGeom prst="line">
              <a:avLst/>
            </a:prstGeom>
            <a:noFill/>
            <a:ln w="28575">
              <a:solidFill>
                <a:srgbClr val="003366"/>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9517" name="Line 55">
              <a:extLst>
                <a:ext uri="{FF2B5EF4-FFF2-40B4-BE49-F238E27FC236}">
                  <a16:creationId xmlns:a16="http://schemas.microsoft.com/office/drawing/2014/main" id="{01382D8C-C89F-465B-A258-80FA5A0C594B}"/>
                </a:ext>
              </a:extLst>
            </p:cNvPr>
            <p:cNvSpPr>
              <a:spLocks noChangeShapeType="1"/>
            </p:cNvSpPr>
            <p:nvPr/>
          </p:nvSpPr>
          <p:spPr bwMode="auto">
            <a:xfrm>
              <a:off x="4944" y="1632"/>
              <a:ext cx="384" cy="0"/>
            </a:xfrm>
            <a:prstGeom prst="line">
              <a:avLst/>
            </a:prstGeom>
            <a:noFill/>
            <a:ln w="31750">
              <a:solidFill>
                <a:srgbClr val="003366"/>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642104" name="Text Box 56">
            <a:extLst>
              <a:ext uri="{FF2B5EF4-FFF2-40B4-BE49-F238E27FC236}">
                <a16:creationId xmlns:a16="http://schemas.microsoft.com/office/drawing/2014/main" id="{35C28578-67A0-417C-A2EB-9320975B8070}"/>
              </a:ext>
            </a:extLst>
          </p:cNvPr>
          <p:cNvSpPr txBox="1">
            <a:spLocks noChangeArrowheads="1"/>
          </p:cNvSpPr>
          <p:nvPr/>
        </p:nvSpPr>
        <p:spPr bwMode="auto">
          <a:xfrm>
            <a:off x="515938" y="1939925"/>
            <a:ext cx="625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defRPr/>
            </a:pPr>
            <a:r>
              <a:rPr lang="en-US" altLang="zh-CN" sz="2800" b="1" dirty="0">
                <a:latin typeface="+mn-lt"/>
                <a:ea typeface="+mn-ea"/>
                <a:cs typeface="+mn-ea"/>
                <a:sym typeface="+mn-lt"/>
              </a:rPr>
              <a:t>La</a:t>
            </a:r>
            <a:endParaRPr lang="en-US" altLang="zh-CN" sz="2800" dirty="0">
              <a:latin typeface="+mn-lt"/>
              <a:ea typeface="+mn-ea"/>
              <a:cs typeface="+mn-ea"/>
              <a:sym typeface="+mn-lt"/>
            </a:endParaRPr>
          </a:p>
        </p:txBody>
      </p:sp>
      <p:sp>
        <p:nvSpPr>
          <p:cNvPr id="642105" name="Text Box 57">
            <a:extLst>
              <a:ext uri="{FF2B5EF4-FFF2-40B4-BE49-F238E27FC236}">
                <a16:creationId xmlns:a16="http://schemas.microsoft.com/office/drawing/2014/main" id="{EF0AA7C9-6A3B-467C-9C2D-3FE9F1CCA561}"/>
              </a:ext>
            </a:extLst>
          </p:cNvPr>
          <p:cNvSpPr txBox="1">
            <a:spLocks noChangeArrowheads="1"/>
          </p:cNvSpPr>
          <p:nvPr/>
        </p:nvSpPr>
        <p:spPr bwMode="auto">
          <a:xfrm>
            <a:off x="511175" y="3575050"/>
            <a:ext cx="6254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defRPr/>
            </a:pPr>
            <a:r>
              <a:rPr lang="en-US" altLang="zh-CN" sz="2800" b="1" dirty="0" err="1">
                <a:solidFill>
                  <a:schemeClr val="accent2"/>
                </a:solidFill>
                <a:latin typeface="+mn-lt"/>
                <a:ea typeface="+mn-ea"/>
                <a:cs typeface="+mn-ea"/>
                <a:sym typeface="+mn-lt"/>
              </a:rPr>
              <a:t>Lb</a:t>
            </a:r>
            <a:endParaRPr lang="en-US" altLang="zh-CN" sz="2800" dirty="0">
              <a:latin typeface="+mn-lt"/>
              <a:ea typeface="+mn-ea"/>
              <a:cs typeface="+mn-ea"/>
              <a:sym typeface="+mn-lt"/>
            </a:endParaRPr>
          </a:p>
        </p:txBody>
      </p:sp>
      <p:sp>
        <p:nvSpPr>
          <p:cNvPr id="642106" name="Line 58">
            <a:extLst>
              <a:ext uri="{FF2B5EF4-FFF2-40B4-BE49-F238E27FC236}">
                <a16:creationId xmlns:a16="http://schemas.microsoft.com/office/drawing/2014/main" id="{E49B25C4-6462-4F9F-A8D4-7E2F74A3BE65}"/>
              </a:ext>
            </a:extLst>
          </p:cNvPr>
          <p:cNvSpPr>
            <a:spLocks noChangeShapeType="1"/>
          </p:cNvSpPr>
          <p:nvPr/>
        </p:nvSpPr>
        <p:spPr bwMode="auto">
          <a:xfrm>
            <a:off x="671513" y="5745163"/>
            <a:ext cx="0" cy="609600"/>
          </a:xfrm>
          <a:prstGeom prst="line">
            <a:avLst/>
          </a:prstGeom>
          <a:noFill/>
          <a:ln w="31750">
            <a:solidFill>
              <a:srgbClr val="66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14" name="Group 59">
            <a:extLst>
              <a:ext uri="{FF2B5EF4-FFF2-40B4-BE49-F238E27FC236}">
                <a16:creationId xmlns:a16="http://schemas.microsoft.com/office/drawing/2014/main" id="{8701BACB-33DE-C747-B86A-00A2060D2AFF}"/>
              </a:ext>
            </a:extLst>
          </p:cNvPr>
          <p:cNvGrpSpPr>
            <a:grpSpLocks/>
          </p:cNvGrpSpPr>
          <p:nvPr/>
        </p:nvGrpSpPr>
        <p:grpSpPr bwMode="auto">
          <a:xfrm>
            <a:off x="671513" y="6126163"/>
            <a:ext cx="1143000" cy="457200"/>
            <a:chOff x="240" y="1488"/>
            <a:chExt cx="720" cy="288"/>
          </a:xfrm>
        </p:grpSpPr>
        <p:sp>
          <p:nvSpPr>
            <p:cNvPr id="189511" name="Line 60">
              <a:extLst>
                <a:ext uri="{FF2B5EF4-FFF2-40B4-BE49-F238E27FC236}">
                  <a16:creationId xmlns:a16="http://schemas.microsoft.com/office/drawing/2014/main" id="{17F686E0-50A7-4AEE-A9C3-FC6EA07B6FF6}"/>
                </a:ext>
              </a:extLst>
            </p:cNvPr>
            <p:cNvSpPr>
              <a:spLocks noChangeShapeType="1"/>
            </p:cNvSpPr>
            <p:nvPr/>
          </p:nvSpPr>
          <p:spPr bwMode="auto">
            <a:xfrm>
              <a:off x="240" y="1632"/>
              <a:ext cx="192" cy="0"/>
            </a:xfrm>
            <a:prstGeom prst="line">
              <a:avLst/>
            </a:prstGeom>
            <a:noFill/>
            <a:ln w="31750">
              <a:solidFill>
                <a:srgbClr val="663300"/>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9512" name="Rectangle 61">
              <a:extLst>
                <a:ext uri="{FF2B5EF4-FFF2-40B4-BE49-F238E27FC236}">
                  <a16:creationId xmlns:a16="http://schemas.microsoft.com/office/drawing/2014/main" id="{24275549-F954-4B73-8B71-C02A49E992C6}"/>
                </a:ext>
              </a:extLst>
            </p:cNvPr>
            <p:cNvSpPr>
              <a:spLocks noChangeArrowheads="1"/>
            </p:cNvSpPr>
            <p:nvPr/>
          </p:nvSpPr>
          <p:spPr bwMode="auto">
            <a:xfrm>
              <a:off x="432" y="1488"/>
              <a:ext cx="528" cy="288"/>
            </a:xfrm>
            <a:prstGeom prst="rect">
              <a:avLst/>
            </a:prstGeom>
            <a:solidFill>
              <a:srgbClr val="FFFF99"/>
            </a:solidFill>
            <a:ln w="28575">
              <a:solidFill>
                <a:srgbClr val="6633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9513" name="Line 62">
              <a:extLst>
                <a:ext uri="{FF2B5EF4-FFF2-40B4-BE49-F238E27FC236}">
                  <a16:creationId xmlns:a16="http://schemas.microsoft.com/office/drawing/2014/main" id="{2447D920-7D76-42A6-8F22-2E6896806DF0}"/>
                </a:ext>
              </a:extLst>
            </p:cNvPr>
            <p:cNvSpPr>
              <a:spLocks noChangeShapeType="1"/>
            </p:cNvSpPr>
            <p:nvPr/>
          </p:nvSpPr>
          <p:spPr bwMode="auto">
            <a:xfrm>
              <a:off x="768" y="1488"/>
              <a:ext cx="0" cy="288"/>
            </a:xfrm>
            <a:prstGeom prst="line">
              <a:avLst/>
            </a:prstGeom>
            <a:noFill/>
            <a:ln w="28575">
              <a:solidFill>
                <a:srgbClr val="6633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p:nvSpPr>
          <p:cNvPr id="642111" name="Text Box 63">
            <a:extLst>
              <a:ext uri="{FF2B5EF4-FFF2-40B4-BE49-F238E27FC236}">
                <a16:creationId xmlns:a16="http://schemas.microsoft.com/office/drawing/2014/main" id="{31E6822C-0E07-4EFD-B3B1-5092F99E0681}"/>
              </a:ext>
            </a:extLst>
          </p:cNvPr>
          <p:cNvSpPr txBox="1">
            <a:spLocks noChangeArrowheads="1"/>
          </p:cNvSpPr>
          <p:nvPr/>
        </p:nvSpPr>
        <p:spPr bwMode="auto">
          <a:xfrm>
            <a:off x="534988" y="5283200"/>
            <a:ext cx="57785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b="1" dirty="0" err="1">
                <a:solidFill>
                  <a:srgbClr val="800000"/>
                </a:solidFill>
                <a:latin typeface="+mn-lt"/>
                <a:ea typeface="+mn-ea"/>
                <a:cs typeface="+mn-ea"/>
                <a:sym typeface="+mn-lt"/>
              </a:rPr>
              <a:t>Lc</a:t>
            </a:r>
            <a:endParaRPr lang="en-US" altLang="zh-CN" sz="2800" dirty="0">
              <a:latin typeface="+mn-lt"/>
              <a:ea typeface="+mn-ea"/>
              <a:cs typeface="+mn-ea"/>
              <a:sym typeface="+mn-lt"/>
            </a:endParaRPr>
          </a:p>
        </p:txBody>
      </p:sp>
      <p:sp>
        <p:nvSpPr>
          <p:cNvPr id="642112" name="Text Box 64">
            <a:extLst>
              <a:ext uri="{FF2B5EF4-FFF2-40B4-BE49-F238E27FC236}">
                <a16:creationId xmlns:a16="http://schemas.microsoft.com/office/drawing/2014/main" id="{E1845CB6-744F-4A3C-B87F-B070F7F07730}"/>
              </a:ext>
            </a:extLst>
          </p:cNvPr>
          <p:cNvSpPr txBox="1">
            <a:spLocks noChangeArrowheads="1"/>
          </p:cNvSpPr>
          <p:nvPr/>
        </p:nvSpPr>
        <p:spPr bwMode="auto">
          <a:xfrm>
            <a:off x="1417638" y="6126163"/>
            <a:ext cx="4921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solidFill>
                  <a:srgbClr val="663300"/>
                </a:solidFill>
                <a:latin typeface="+mn-lt"/>
                <a:ea typeface="+mn-ea"/>
                <a:cs typeface="+mn-ea"/>
                <a:sym typeface="+mn-lt"/>
              </a:rPr>
              <a:t>∧</a:t>
            </a:r>
            <a:endParaRPr lang="en-US" altLang="zh-CN" sz="2800">
              <a:latin typeface="+mn-lt"/>
              <a:ea typeface="+mn-ea"/>
              <a:cs typeface="+mn-ea"/>
              <a:sym typeface="+mn-lt"/>
            </a:endParaRPr>
          </a:p>
        </p:txBody>
      </p:sp>
      <p:grpSp>
        <p:nvGrpSpPr>
          <p:cNvPr id="15" name="Group 65">
            <a:extLst>
              <a:ext uri="{FF2B5EF4-FFF2-40B4-BE49-F238E27FC236}">
                <a16:creationId xmlns:a16="http://schemas.microsoft.com/office/drawing/2014/main" id="{A5AC7471-57B1-8E4C-81BA-A96EBF890546}"/>
              </a:ext>
            </a:extLst>
          </p:cNvPr>
          <p:cNvGrpSpPr>
            <a:grpSpLocks/>
          </p:cNvGrpSpPr>
          <p:nvPr/>
        </p:nvGrpSpPr>
        <p:grpSpPr bwMode="auto">
          <a:xfrm>
            <a:off x="2652713" y="1849438"/>
            <a:ext cx="519112" cy="923925"/>
            <a:chOff x="1334" y="906"/>
            <a:chExt cx="327" cy="582"/>
          </a:xfrm>
        </p:grpSpPr>
        <p:sp>
          <p:nvSpPr>
            <p:cNvPr id="189509" name="Line 66">
              <a:extLst>
                <a:ext uri="{FF2B5EF4-FFF2-40B4-BE49-F238E27FC236}">
                  <a16:creationId xmlns:a16="http://schemas.microsoft.com/office/drawing/2014/main" id="{D661B5DA-1557-42E0-85C2-28603BCFABC7}"/>
                </a:ext>
              </a:extLst>
            </p:cNvPr>
            <p:cNvSpPr>
              <a:spLocks noChangeShapeType="1"/>
            </p:cNvSpPr>
            <p:nvPr/>
          </p:nvSpPr>
          <p:spPr bwMode="auto">
            <a:xfrm>
              <a:off x="1344" y="1056"/>
              <a:ext cx="0" cy="432"/>
            </a:xfrm>
            <a:prstGeom prst="line">
              <a:avLst/>
            </a:prstGeom>
            <a:noFill/>
            <a:ln w="28575">
              <a:solidFill>
                <a:srgbClr val="006666"/>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9510" name="Text Box 67">
              <a:extLst>
                <a:ext uri="{FF2B5EF4-FFF2-40B4-BE49-F238E27FC236}">
                  <a16:creationId xmlns:a16="http://schemas.microsoft.com/office/drawing/2014/main" id="{CA20CA9C-F748-4E51-B392-95499EFFAA53}"/>
                </a:ext>
              </a:extLst>
            </p:cNvPr>
            <p:cNvSpPr txBox="1">
              <a:spLocks noChangeArrowheads="1"/>
            </p:cNvSpPr>
            <p:nvPr/>
          </p:nvSpPr>
          <p:spPr bwMode="auto">
            <a:xfrm>
              <a:off x="1334" y="906"/>
              <a:ext cx="327"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a:solidFill>
                    <a:srgbClr val="006666"/>
                  </a:solidFill>
                  <a:latin typeface="+mn-lt"/>
                  <a:ea typeface="+mn-ea"/>
                  <a:cs typeface="+mn-ea"/>
                  <a:sym typeface="+mn-lt"/>
                </a:rPr>
                <a:t>pa</a:t>
              </a:r>
              <a:endParaRPr lang="en-US" altLang="zh-CN" sz="2800">
                <a:latin typeface="+mn-lt"/>
                <a:ea typeface="+mn-ea"/>
                <a:cs typeface="+mn-ea"/>
                <a:sym typeface="+mn-lt"/>
              </a:endParaRPr>
            </a:p>
          </p:txBody>
        </p:sp>
      </p:grpSp>
      <p:grpSp>
        <p:nvGrpSpPr>
          <p:cNvPr id="16" name="Group 68">
            <a:extLst>
              <a:ext uri="{FF2B5EF4-FFF2-40B4-BE49-F238E27FC236}">
                <a16:creationId xmlns:a16="http://schemas.microsoft.com/office/drawing/2014/main" id="{D4805EB4-067E-6547-AEBB-C7B006758458}"/>
              </a:ext>
            </a:extLst>
          </p:cNvPr>
          <p:cNvGrpSpPr>
            <a:grpSpLocks/>
          </p:cNvGrpSpPr>
          <p:nvPr/>
        </p:nvGrpSpPr>
        <p:grpSpPr bwMode="auto">
          <a:xfrm>
            <a:off x="2667000" y="3525838"/>
            <a:ext cx="539750" cy="923925"/>
            <a:chOff x="1497" y="1866"/>
            <a:chExt cx="340" cy="582"/>
          </a:xfrm>
        </p:grpSpPr>
        <p:sp>
          <p:nvSpPr>
            <p:cNvPr id="189507" name="Text Box 69">
              <a:extLst>
                <a:ext uri="{FF2B5EF4-FFF2-40B4-BE49-F238E27FC236}">
                  <a16:creationId xmlns:a16="http://schemas.microsoft.com/office/drawing/2014/main" id="{E99964E0-876C-4697-9DDA-B81F7C2FA58D}"/>
                </a:ext>
              </a:extLst>
            </p:cNvPr>
            <p:cNvSpPr txBox="1">
              <a:spLocks noChangeArrowheads="1"/>
            </p:cNvSpPr>
            <p:nvPr/>
          </p:nvSpPr>
          <p:spPr bwMode="auto">
            <a:xfrm>
              <a:off x="1497" y="1866"/>
              <a:ext cx="340"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a:solidFill>
                    <a:srgbClr val="000099"/>
                  </a:solidFill>
                  <a:latin typeface="+mn-lt"/>
                  <a:ea typeface="+mn-ea"/>
                  <a:cs typeface="+mn-ea"/>
                  <a:sym typeface="+mn-lt"/>
                </a:rPr>
                <a:t>pb</a:t>
              </a:r>
              <a:endParaRPr lang="en-US" altLang="zh-CN" sz="2800">
                <a:latin typeface="+mn-lt"/>
                <a:ea typeface="+mn-ea"/>
                <a:cs typeface="+mn-ea"/>
                <a:sym typeface="+mn-lt"/>
              </a:endParaRPr>
            </a:p>
          </p:txBody>
        </p:sp>
        <p:sp>
          <p:nvSpPr>
            <p:cNvPr id="189508" name="Line 70">
              <a:extLst>
                <a:ext uri="{FF2B5EF4-FFF2-40B4-BE49-F238E27FC236}">
                  <a16:creationId xmlns:a16="http://schemas.microsoft.com/office/drawing/2014/main" id="{B8731637-1E7D-4F0E-94B3-74362DAA78A0}"/>
                </a:ext>
              </a:extLst>
            </p:cNvPr>
            <p:cNvSpPr>
              <a:spLocks noChangeShapeType="1"/>
            </p:cNvSpPr>
            <p:nvPr/>
          </p:nvSpPr>
          <p:spPr bwMode="auto">
            <a:xfrm>
              <a:off x="1536" y="1968"/>
              <a:ext cx="0" cy="480"/>
            </a:xfrm>
            <a:prstGeom prst="line">
              <a:avLst/>
            </a:prstGeom>
            <a:noFill/>
            <a:ln w="28575">
              <a:solidFill>
                <a:srgbClr val="000099"/>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7" name="Group 71">
            <a:extLst>
              <a:ext uri="{FF2B5EF4-FFF2-40B4-BE49-F238E27FC236}">
                <a16:creationId xmlns:a16="http://schemas.microsoft.com/office/drawing/2014/main" id="{05271702-008F-1649-BB79-FEFFA2166B11}"/>
              </a:ext>
            </a:extLst>
          </p:cNvPr>
          <p:cNvGrpSpPr>
            <a:grpSpLocks/>
          </p:cNvGrpSpPr>
          <p:nvPr/>
        </p:nvGrpSpPr>
        <p:grpSpPr bwMode="auto">
          <a:xfrm>
            <a:off x="2138363" y="3449638"/>
            <a:ext cx="361950" cy="1000125"/>
            <a:chOff x="1164" y="1824"/>
            <a:chExt cx="228" cy="630"/>
          </a:xfrm>
        </p:grpSpPr>
        <p:sp>
          <p:nvSpPr>
            <p:cNvPr id="189505" name="Text Box 72">
              <a:extLst>
                <a:ext uri="{FF2B5EF4-FFF2-40B4-BE49-F238E27FC236}">
                  <a16:creationId xmlns:a16="http://schemas.microsoft.com/office/drawing/2014/main" id="{F7403AF3-22F0-4288-B341-41496A2F6E34}"/>
                </a:ext>
              </a:extLst>
            </p:cNvPr>
            <p:cNvSpPr txBox="1">
              <a:spLocks noChangeArrowheads="1"/>
            </p:cNvSpPr>
            <p:nvPr/>
          </p:nvSpPr>
          <p:spPr bwMode="auto">
            <a:xfrm>
              <a:off x="1164" y="1824"/>
              <a:ext cx="22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a:solidFill>
                    <a:srgbClr val="FF0000"/>
                  </a:solidFill>
                  <a:latin typeface="+mn-lt"/>
                  <a:ea typeface="+mn-ea"/>
                  <a:cs typeface="+mn-ea"/>
                  <a:sym typeface="+mn-lt"/>
                </a:rPr>
                <a:t>q</a:t>
              </a:r>
              <a:endParaRPr lang="en-US" altLang="zh-CN" sz="2800">
                <a:latin typeface="+mn-lt"/>
                <a:ea typeface="+mn-ea"/>
                <a:cs typeface="+mn-ea"/>
                <a:sym typeface="+mn-lt"/>
              </a:endParaRPr>
            </a:p>
          </p:txBody>
        </p:sp>
        <p:sp>
          <p:nvSpPr>
            <p:cNvPr id="189506" name="Line 73">
              <a:extLst>
                <a:ext uri="{FF2B5EF4-FFF2-40B4-BE49-F238E27FC236}">
                  <a16:creationId xmlns:a16="http://schemas.microsoft.com/office/drawing/2014/main" id="{8C6CF1C4-6DBD-4774-A793-D7A39A2C98E7}"/>
                </a:ext>
              </a:extLst>
            </p:cNvPr>
            <p:cNvSpPr>
              <a:spLocks noChangeShapeType="1"/>
            </p:cNvSpPr>
            <p:nvPr/>
          </p:nvSpPr>
          <p:spPr bwMode="auto">
            <a:xfrm>
              <a:off x="1379" y="1974"/>
              <a:ext cx="0" cy="480"/>
            </a:xfrm>
            <a:prstGeom prst="line">
              <a:avLst/>
            </a:prstGeom>
            <a:noFill/>
            <a:ln w="28575">
              <a:solidFill>
                <a:srgbClr val="FF0000"/>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18" name="Group 74">
            <a:extLst>
              <a:ext uri="{FF2B5EF4-FFF2-40B4-BE49-F238E27FC236}">
                <a16:creationId xmlns:a16="http://schemas.microsoft.com/office/drawing/2014/main" id="{E7ABF230-32C8-B444-A0F7-E19D983B0FB5}"/>
              </a:ext>
            </a:extLst>
          </p:cNvPr>
          <p:cNvGrpSpPr>
            <a:grpSpLocks/>
          </p:cNvGrpSpPr>
          <p:nvPr/>
        </p:nvGrpSpPr>
        <p:grpSpPr bwMode="auto">
          <a:xfrm>
            <a:off x="3941763" y="3525838"/>
            <a:ext cx="539750" cy="923925"/>
            <a:chOff x="1497" y="1866"/>
            <a:chExt cx="340" cy="582"/>
          </a:xfrm>
        </p:grpSpPr>
        <p:sp>
          <p:nvSpPr>
            <p:cNvPr id="189503" name="Text Box 75">
              <a:extLst>
                <a:ext uri="{FF2B5EF4-FFF2-40B4-BE49-F238E27FC236}">
                  <a16:creationId xmlns:a16="http://schemas.microsoft.com/office/drawing/2014/main" id="{37E704D0-2496-4F18-B9D4-ECBF3A0C2877}"/>
                </a:ext>
              </a:extLst>
            </p:cNvPr>
            <p:cNvSpPr txBox="1">
              <a:spLocks noChangeArrowheads="1"/>
            </p:cNvSpPr>
            <p:nvPr/>
          </p:nvSpPr>
          <p:spPr bwMode="auto">
            <a:xfrm>
              <a:off x="1497" y="1866"/>
              <a:ext cx="340"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a:solidFill>
                    <a:srgbClr val="000099"/>
                  </a:solidFill>
                  <a:latin typeface="+mn-lt"/>
                  <a:ea typeface="+mn-ea"/>
                  <a:cs typeface="+mn-ea"/>
                  <a:sym typeface="+mn-lt"/>
                </a:rPr>
                <a:t>pb</a:t>
              </a:r>
              <a:endParaRPr lang="en-US" altLang="zh-CN" sz="2800">
                <a:latin typeface="+mn-lt"/>
                <a:ea typeface="+mn-ea"/>
                <a:cs typeface="+mn-ea"/>
                <a:sym typeface="+mn-lt"/>
              </a:endParaRPr>
            </a:p>
          </p:txBody>
        </p:sp>
        <p:sp>
          <p:nvSpPr>
            <p:cNvPr id="189504" name="Line 76">
              <a:extLst>
                <a:ext uri="{FF2B5EF4-FFF2-40B4-BE49-F238E27FC236}">
                  <a16:creationId xmlns:a16="http://schemas.microsoft.com/office/drawing/2014/main" id="{6BA1BFC4-1FCB-494E-929C-C3168AB4C547}"/>
                </a:ext>
              </a:extLst>
            </p:cNvPr>
            <p:cNvSpPr>
              <a:spLocks noChangeShapeType="1"/>
            </p:cNvSpPr>
            <p:nvPr/>
          </p:nvSpPr>
          <p:spPr bwMode="auto">
            <a:xfrm>
              <a:off x="1536" y="1968"/>
              <a:ext cx="0" cy="480"/>
            </a:xfrm>
            <a:prstGeom prst="line">
              <a:avLst/>
            </a:prstGeom>
            <a:noFill/>
            <a:ln w="28575">
              <a:solidFill>
                <a:srgbClr val="000099"/>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useBgFill="1">
        <p:nvSpPr>
          <p:cNvPr id="642125" name="Rectangle 77">
            <a:extLst>
              <a:ext uri="{FF2B5EF4-FFF2-40B4-BE49-F238E27FC236}">
                <a16:creationId xmlns:a16="http://schemas.microsoft.com/office/drawing/2014/main" id="{153481A1-868C-4281-8034-B2AC95CE5C08}"/>
              </a:ext>
            </a:extLst>
          </p:cNvPr>
          <p:cNvSpPr>
            <a:spLocks noChangeArrowheads="1"/>
          </p:cNvSpPr>
          <p:nvPr/>
        </p:nvSpPr>
        <p:spPr bwMode="auto">
          <a:xfrm>
            <a:off x="2652713" y="3611563"/>
            <a:ext cx="533400" cy="8382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useBgFill="1">
        <p:nvSpPr>
          <p:cNvPr id="642126" name="Rectangle 78">
            <a:extLst>
              <a:ext uri="{FF2B5EF4-FFF2-40B4-BE49-F238E27FC236}">
                <a16:creationId xmlns:a16="http://schemas.microsoft.com/office/drawing/2014/main" id="{4866F77A-2AE3-4EF7-89BD-8FCB72C9C23A}"/>
              </a:ext>
            </a:extLst>
          </p:cNvPr>
          <p:cNvSpPr>
            <a:spLocks noChangeArrowheads="1"/>
          </p:cNvSpPr>
          <p:nvPr/>
        </p:nvSpPr>
        <p:spPr bwMode="auto">
          <a:xfrm>
            <a:off x="2881313" y="4525963"/>
            <a:ext cx="685800" cy="3048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2127" name="Rectangle 79">
            <a:extLst>
              <a:ext uri="{FF2B5EF4-FFF2-40B4-BE49-F238E27FC236}">
                <a16:creationId xmlns:a16="http://schemas.microsoft.com/office/drawing/2014/main" id="{A23C24AC-F7C0-4B9D-9CAA-1F0615B506A8}"/>
              </a:ext>
            </a:extLst>
          </p:cNvPr>
          <p:cNvSpPr>
            <a:spLocks noChangeArrowheads="1"/>
          </p:cNvSpPr>
          <p:nvPr/>
        </p:nvSpPr>
        <p:spPr bwMode="auto">
          <a:xfrm>
            <a:off x="2805113" y="4449763"/>
            <a:ext cx="304800" cy="457200"/>
          </a:xfrm>
          <a:prstGeom prst="rect">
            <a:avLst/>
          </a:prstGeom>
          <a:solidFill>
            <a:srgbClr val="CCFFFF"/>
          </a:solidFill>
          <a:ln w="28575">
            <a:solidFill>
              <a:srgbClr val="003366"/>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2128" name="Rectangle 80">
            <a:extLst>
              <a:ext uri="{FF2B5EF4-FFF2-40B4-BE49-F238E27FC236}">
                <a16:creationId xmlns:a16="http://schemas.microsoft.com/office/drawing/2014/main" id="{E2806BAF-8A5F-4C3B-9EAE-84A3C9256BA7}"/>
              </a:ext>
            </a:extLst>
          </p:cNvPr>
          <p:cNvSpPr>
            <a:spLocks noChangeArrowheads="1"/>
          </p:cNvSpPr>
          <p:nvPr/>
        </p:nvSpPr>
        <p:spPr bwMode="auto">
          <a:xfrm>
            <a:off x="1509713" y="6126163"/>
            <a:ext cx="304800" cy="457200"/>
          </a:xfrm>
          <a:prstGeom prst="rect">
            <a:avLst/>
          </a:prstGeom>
          <a:solidFill>
            <a:srgbClr val="FFFF99"/>
          </a:solidFill>
          <a:ln w="28575">
            <a:solidFill>
              <a:srgbClr val="6633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2129" name="Rectangle 81">
            <a:extLst>
              <a:ext uri="{FF2B5EF4-FFF2-40B4-BE49-F238E27FC236}">
                <a16:creationId xmlns:a16="http://schemas.microsoft.com/office/drawing/2014/main" id="{58DAB326-E8E6-497B-B509-C546D4027A63}"/>
              </a:ext>
            </a:extLst>
          </p:cNvPr>
          <p:cNvSpPr>
            <a:spLocks noChangeArrowheads="1"/>
          </p:cNvSpPr>
          <p:nvPr/>
        </p:nvSpPr>
        <p:spPr bwMode="auto">
          <a:xfrm>
            <a:off x="2728913" y="4449763"/>
            <a:ext cx="4921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b="1">
                <a:solidFill>
                  <a:srgbClr val="800000"/>
                </a:solidFill>
                <a:latin typeface="+mn-lt"/>
                <a:ea typeface="+mn-ea"/>
                <a:cs typeface="+mn-ea"/>
                <a:sym typeface="+mn-lt"/>
              </a:rPr>
              <a:t>∧</a:t>
            </a:r>
            <a:endParaRPr lang="en-US" altLang="zh-CN" b="1">
              <a:solidFill>
                <a:srgbClr val="663300"/>
              </a:solidFill>
              <a:latin typeface="+mn-lt"/>
              <a:ea typeface="+mn-ea"/>
              <a:cs typeface="+mn-ea"/>
              <a:sym typeface="+mn-lt"/>
            </a:endParaRPr>
          </a:p>
        </p:txBody>
      </p:sp>
      <p:cxnSp>
        <p:nvCxnSpPr>
          <p:cNvPr id="642130" name="AutoShape 82">
            <a:extLst>
              <a:ext uri="{FF2B5EF4-FFF2-40B4-BE49-F238E27FC236}">
                <a16:creationId xmlns:a16="http://schemas.microsoft.com/office/drawing/2014/main" id="{E1CA13BD-0A9A-5D41-A707-018ECFE57CB0}"/>
              </a:ext>
            </a:extLst>
          </p:cNvPr>
          <p:cNvCxnSpPr>
            <a:cxnSpLocks noChangeShapeType="1"/>
            <a:stCxn id="642128" idx="3"/>
            <a:endCxn id="189528" idx="1"/>
          </p:cNvCxnSpPr>
          <p:nvPr/>
        </p:nvCxnSpPr>
        <p:spPr bwMode="auto">
          <a:xfrm flipV="1">
            <a:off x="1828800" y="4678363"/>
            <a:ext cx="428625" cy="1676400"/>
          </a:xfrm>
          <a:prstGeom prst="bentConnector3">
            <a:avLst>
              <a:gd name="adj1" fmla="val 50000"/>
            </a:avLst>
          </a:prstGeom>
          <a:noFill/>
          <a:ln w="38100">
            <a:solidFill>
              <a:srgbClr val="800000"/>
            </a:solidFill>
            <a:miter lim="800000"/>
            <a:headEnd/>
            <a:tailEnd type="stealth" w="med" len="lg"/>
          </a:ln>
          <a:extLst>
            <a:ext uri="{909E8E84-426E-40DD-AFC4-6F175D3DCCD1}">
              <a14:hiddenFill xmlns:a14="http://schemas.microsoft.com/office/drawing/2010/main">
                <a:noFill/>
              </a14:hiddenFill>
            </a:ext>
          </a:extLst>
        </p:spPr>
      </p:cxnSp>
      <p:grpSp>
        <p:nvGrpSpPr>
          <p:cNvPr id="19" name="Group 83">
            <a:extLst>
              <a:ext uri="{FF2B5EF4-FFF2-40B4-BE49-F238E27FC236}">
                <a16:creationId xmlns:a16="http://schemas.microsoft.com/office/drawing/2014/main" id="{39C50298-99C5-0B45-9E3D-01A79610743C}"/>
              </a:ext>
            </a:extLst>
          </p:cNvPr>
          <p:cNvGrpSpPr>
            <a:grpSpLocks/>
          </p:cNvGrpSpPr>
          <p:nvPr/>
        </p:nvGrpSpPr>
        <p:grpSpPr bwMode="auto">
          <a:xfrm>
            <a:off x="2119313" y="1773238"/>
            <a:ext cx="361950" cy="1000125"/>
            <a:chOff x="1164" y="1824"/>
            <a:chExt cx="228" cy="630"/>
          </a:xfrm>
        </p:grpSpPr>
        <p:sp>
          <p:nvSpPr>
            <p:cNvPr id="189501" name="Text Box 84">
              <a:extLst>
                <a:ext uri="{FF2B5EF4-FFF2-40B4-BE49-F238E27FC236}">
                  <a16:creationId xmlns:a16="http://schemas.microsoft.com/office/drawing/2014/main" id="{BE5088BB-7BE1-4BD9-B480-1D0D79FAF47C}"/>
                </a:ext>
              </a:extLst>
            </p:cNvPr>
            <p:cNvSpPr txBox="1">
              <a:spLocks noChangeArrowheads="1"/>
            </p:cNvSpPr>
            <p:nvPr/>
          </p:nvSpPr>
          <p:spPr bwMode="auto">
            <a:xfrm>
              <a:off x="1164" y="1824"/>
              <a:ext cx="22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a:solidFill>
                    <a:srgbClr val="FF0000"/>
                  </a:solidFill>
                  <a:latin typeface="+mn-lt"/>
                  <a:ea typeface="+mn-ea"/>
                  <a:cs typeface="+mn-ea"/>
                  <a:sym typeface="+mn-lt"/>
                </a:rPr>
                <a:t>q</a:t>
              </a:r>
              <a:endParaRPr lang="en-US" altLang="zh-CN" sz="2800">
                <a:latin typeface="+mn-lt"/>
                <a:ea typeface="+mn-ea"/>
                <a:cs typeface="+mn-ea"/>
                <a:sym typeface="+mn-lt"/>
              </a:endParaRPr>
            </a:p>
          </p:txBody>
        </p:sp>
        <p:sp>
          <p:nvSpPr>
            <p:cNvPr id="189502" name="Line 85">
              <a:extLst>
                <a:ext uri="{FF2B5EF4-FFF2-40B4-BE49-F238E27FC236}">
                  <a16:creationId xmlns:a16="http://schemas.microsoft.com/office/drawing/2014/main" id="{450B728F-108A-4EC9-9BA2-ED24E973D472}"/>
                </a:ext>
              </a:extLst>
            </p:cNvPr>
            <p:cNvSpPr>
              <a:spLocks noChangeShapeType="1"/>
            </p:cNvSpPr>
            <p:nvPr/>
          </p:nvSpPr>
          <p:spPr bwMode="auto">
            <a:xfrm>
              <a:off x="1379" y="1974"/>
              <a:ext cx="0" cy="480"/>
            </a:xfrm>
            <a:prstGeom prst="line">
              <a:avLst/>
            </a:prstGeom>
            <a:noFill/>
            <a:ln w="28575">
              <a:solidFill>
                <a:srgbClr val="FF0000"/>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useBgFill="1">
        <p:nvSpPr>
          <p:cNvPr id="642134" name="Rectangle 86">
            <a:extLst>
              <a:ext uri="{FF2B5EF4-FFF2-40B4-BE49-F238E27FC236}">
                <a16:creationId xmlns:a16="http://schemas.microsoft.com/office/drawing/2014/main" id="{8578DA1F-0B39-4B71-81B3-3C262D26470C}"/>
              </a:ext>
            </a:extLst>
          </p:cNvPr>
          <p:cNvSpPr>
            <a:spLocks noChangeArrowheads="1"/>
          </p:cNvSpPr>
          <p:nvPr/>
        </p:nvSpPr>
        <p:spPr bwMode="auto">
          <a:xfrm>
            <a:off x="2195513" y="3535363"/>
            <a:ext cx="457200" cy="9144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useBgFill="1">
        <p:nvSpPr>
          <p:cNvPr id="642135" name="Rectangle 87">
            <a:extLst>
              <a:ext uri="{FF2B5EF4-FFF2-40B4-BE49-F238E27FC236}">
                <a16:creationId xmlns:a16="http://schemas.microsoft.com/office/drawing/2014/main" id="{6E9EA5BF-DC1D-4056-A0B4-5DE0C06A2802}"/>
              </a:ext>
            </a:extLst>
          </p:cNvPr>
          <p:cNvSpPr>
            <a:spLocks noChangeArrowheads="1"/>
          </p:cNvSpPr>
          <p:nvPr/>
        </p:nvSpPr>
        <p:spPr bwMode="auto">
          <a:xfrm>
            <a:off x="2881313" y="2849563"/>
            <a:ext cx="685800" cy="304800"/>
          </a:xfrm>
          <a:prstGeom prst="rect">
            <a:avLst/>
          </a:prstGeom>
          <a:ln w="9525">
            <a:solidFill>
              <a:srgbClr val="00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2136" name="Rectangle 88">
            <a:extLst>
              <a:ext uri="{FF2B5EF4-FFF2-40B4-BE49-F238E27FC236}">
                <a16:creationId xmlns:a16="http://schemas.microsoft.com/office/drawing/2014/main" id="{0A4FFC53-B596-4E75-A415-C295EDEBA44D}"/>
              </a:ext>
            </a:extLst>
          </p:cNvPr>
          <p:cNvSpPr>
            <a:spLocks noChangeArrowheads="1"/>
          </p:cNvSpPr>
          <p:nvPr/>
        </p:nvSpPr>
        <p:spPr bwMode="auto">
          <a:xfrm>
            <a:off x="2805113" y="2773363"/>
            <a:ext cx="304800" cy="457200"/>
          </a:xfrm>
          <a:prstGeom prst="rect">
            <a:avLst/>
          </a:prstGeom>
          <a:solidFill>
            <a:schemeClr val="accent1">
              <a:lumMod val="40000"/>
              <a:lumOff val="60000"/>
            </a:schemeClr>
          </a:solidFill>
          <a:ln w="2857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cxnSp>
        <p:nvCxnSpPr>
          <p:cNvPr id="642137" name="AutoShape 89">
            <a:extLst>
              <a:ext uri="{FF2B5EF4-FFF2-40B4-BE49-F238E27FC236}">
                <a16:creationId xmlns:a16="http://schemas.microsoft.com/office/drawing/2014/main" id="{286830BC-7BE7-AD45-95C0-C4140AA9C3B1}"/>
              </a:ext>
            </a:extLst>
          </p:cNvPr>
          <p:cNvCxnSpPr>
            <a:cxnSpLocks noChangeShapeType="1"/>
            <a:stCxn id="642128" idx="3"/>
            <a:endCxn id="189528" idx="1"/>
          </p:cNvCxnSpPr>
          <p:nvPr/>
        </p:nvCxnSpPr>
        <p:spPr bwMode="auto">
          <a:xfrm flipH="1">
            <a:off x="2652713" y="3001963"/>
            <a:ext cx="433387" cy="1433512"/>
          </a:xfrm>
          <a:prstGeom prst="bentConnector4">
            <a:avLst>
              <a:gd name="adj1" fmla="val -45421"/>
              <a:gd name="adj2" fmla="val 58472"/>
            </a:avLst>
          </a:prstGeom>
          <a:noFill/>
          <a:ln w="38100">
            <a:solidFill>
              <a:srgbClr val="800000"/>
            </a:solidFill>
            <a:miter lim="800000"/>
            <a:headEnd/>
            <a:tailEnd type="stealth" w="med" len="lg"/>
          </a:ln>
          <a:extLst>
            <a:ext uri="{909E8E84-426E-40DD-AFC4-6F175D3DCCD1}">
              <a14:hiddenFill xmlns:a14="http://schemas.microsoft.com/office/drawing/2010/main">
                <a:noFill/>
              </a14:hiddenFill>
            </a:ext>
          </a:extLst>
        </p:spPr>
      </p:cxnSp>
      <p:sp useBgFill="1">
        <p:nvSpPr>
          <p:cNvPr id="642138" name="Rectangle 90">
            <a:extLst>
              <a:ext uri="{FF2B5EF4-FFF2-40B4-BE49-F238E27FC236}">
                <a16:creationId xmlns:a16="http://schemas.microsoft.com/office/drawing/2014/main" id="{F67407DE-0750-4CEA-85CB-2C7D5BCCAC81}"/>
              </a:ext>
            </a:extLst>
          </p:cNvPr>
          <p:cNvSpPr>
            <a:spLocks noChangeArrowheads="1"/>
          </p:cNvSpPr>
          <p:nvPr/>
        </p:nvSpPr>
        <p:spPr bwMode="auto">
          <a:xfrm>
            <a:off x="2043113" y="4525963"/>
            <a:ext cx="228600" cy="3048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cxnSp>
        <p:nvCxnSpPr>
          <p:cNvPr id="642139" name="AutoShape 91">
            <a:extLst>
              <a:ext uri="{FF2B5EF4-FFF2-40B4-BE49-F238E27FC236}">
                <a16:creationId xmlns:a16="http://schemas.microsoft.com/office/drawing/2014/main" id="{DFA1CD81-F353-2C4F-BE5E-070F73918CEE}"/>
              </a:ext>
            </a:extLst>
          </p:cNvPr>
          <p:cNvCxnSpPr>
            <a:cxnSpLocks noChangeShapeType="1"/>
            <a:stCxn id="642128" idx="3"/>
          </p:cNvCxnSpPr>
          <p:nvPr/>
        </p:nvCxnSpPr>
        <p:spPr bwMode="auto">
          <a:xfrm flipV="1">
            <a:off x="1828800" y="3001963"/>
            <a:ext cx="428625" cy="3352800"/>
          </a:xfrm>
          <a:prstGeom prst="bentConnector3">
            <a:avLst>
              <a:gd name="adj1" fmla="val 50000"/>
            </a:avLst>
          </a:prstGeom>
          <a:noFill/>
          <a:ln w="38100">
            <a:solidFill>
              <a:srgbClr val="800000"/>
            </a:solidFill>
            <a:miter lim="800000"/>
            <a:headEnd/>
            <a:tailEnd type="stealth" w="med" len="lg"/>
          </a:ln>
          <a:extLst>
            <a:ext uri="{909E8E84-426E-40DD-AFC4-6F175D3DCCD1}">
              <a14:hiddenFill xmlns:a14="http://schemas.microsoft.com/office/drawing/2010/main">
                <a:noFill/>
              </a14:hiddenFill>
            </a:ext>
          </a:extLst>
        </p:spPr>
      </p:cxnSp>
      <p:grpSp>
        <p:nvGrpSpPr>
          <p:cNvPr id="20" name="Group 92">
            <a:extLst>
              <a:ext uri="{FF2B5EF4-FFF2-40B4-BE49-F238E27FC236}">
                <a16:creationId xmlns:a16="http://schemas.microsoft.com/office/drawing/2014/main" id="{B5165678-294F-FE48-A363-096163053B73}"/>
              </a:ext>
            </a:extLst>
          </p:cNvPr>
          <p:cNvGrpSpPr>
            <a:grpSpLocks/>
          </p:cNvGrpSpPr>
          <p:nvPr/>
        </p:nvGrpSpPr>
        <p:grpSpPr bwMode="auto">
          <a:xfrm>
            <a:off x="3962400" y="1858963"/>
            <a:ext cx="519113" cy="923925"/>
            <a:chOff x="1334" y="906"/>
            <a:chExt cx="327" cy="582"/>
          </a:xfrm>
        </p:grpSpPr>
        <p:sp>
          <p:nvSpPr>
            <p:cNvPr id="189499" name="Line 93">
              <a:extLst>
                <a:ext uri="{FF2B5EF4-FFF2-40B4-BE49-F238E27FC236}">
                  <a16:creationId xmlns:a16="http://schemas.microsoft.com/office/drawing/2014/main" id="{5900FA25-BB03-49E2-8D52-2F0A79F4905F}"/>
                </a:ext>
              </a:extLst>
            </p:cNvPr>
            <p:cNvSpPr>
              <a:spLocks noChangeShapeType="1"/>
            </p:cNvSpPr>
            <p:nvPr/>
          </p:nvSpPr>
          <p:spPr bwMode="auto">
            <a:xfrm>
              <a:off x="1344" y="1056"/>
              <a:ext cx="0" cy="432"/>
            </a:xfrm>
            <a:prstGeom prst="line">
              <a:avLst/>
            </a:prstGeom>
            <a:noFill/>
            <a:ln w="28575">
              <a:solidFill>
                <a:srgbClr val="006666"/>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9500" name="Text Box 94">
              <a:extLst>
                <a:ext uri="{FF2B5EF4-FFF2-40B4-BE49-F238E27FC236}">
                  <a16:creationId xmlns:a16="http://schemas.microsoft.com/office/drawing/2014/main" id="{99134B79-4313-4F7E-8334-2A75972969A4}"/>
                </a:ext>
              </a:extLst>
            </p:cNvPr>
            <p:cNvSpPr txBox="1">
              <a:spLocks noChangeArrowheads="1"/>
            </p:cNvSpPr>
            <p:nvPr/>
          </p:nvSpPr>
          <p:spPr bwMode="auto">
            <a:xfrm>
              <a:off x="1334" y="906"/>
              <a:ext cx="327"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a:solidFill>
                    <a:srgbClr val="006666"/>
                  </a:solidFill>
                  <a:latin typeface="+mn-lt"/>
                  <a:ea typeface="+mn-ea"/>
                  <a:cs typeface="+mn-ea"/>
                  <a:sym typeface="+mn-lt"/>
                </a:rPr>
                <a:t>pa</a:t>
              </a:r>
              <a:endParaRPr lang="en-US" altLang="zh-CN" sz="2800">
                <a:latin typeface="+mn-lt"/>
                <a:ea typeface="+mn-ea"/>
                <a:cs typeface="+mn-ea"/>
                <a:sym typeface="+mn-lt"/>
              </a:endParaRPr>
            </a:p>
          </p:txBody>
        </p:sp>
      </p:grpSp>
      <p:sp useBgFill="1">
        <p:nvSpPr>
          <p:cNvPr id="642143" name="Rectangle 95">
            <a:extLst>
              <a:ext uri="{FF2B5EF4-FFF2-40B4-BE49-F238E27FC236}">
                <a16:creationId xmlns:a16="http://schemas.microsoft.com/office/drawing/2014/main" id="{B720595E-C4EF-4BBA-BE6A-B90CCFCB2200}"/>
              </a:ext>
            </a:extLst>
          </p:cNvPr>
          <p:cNvSpPr>
            <a:spLocks noChangeArrowheads="1"/>
          </p:cNvSpPr>
          <p:nvPr/>
        </p:nvSpPr>
        <p:spPr bwMode="auto">
          <a:xfrm>
            <a:off x="2576513" y="1935163"/>
            <a:ext cx="533400" cy="8382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nvGrpSpPr>
          <p:cNvPr id="21" name="Group 96">
            <a:extLst>
              <a:ext uri="{FF2B5EF4-FFF2-40B4-BE49-F238E27FC236}">
                <a16:creationId xmlns:a16="http://schemas.microsoft.com/office/drawing/2014/main" id="{E177505F-4E8F-6D4F-9B2D-97DDF0D0A41C}"/>
              </a:ext>
            </a:extLst>
          </p:cNvPr>
          <p:cNvGrpSpPr>
            <a:grpSpLocks/>
          </p:cNvGrpSpPr>
          <p:nvPr/>
        </p:nvGrpSpPr>
        <p:grpSpPr bwMode="auto">
          <a:xfrm>
            <a:off x="3414713" y="1782763"/>
            <a:ext cx="361950" cy="1000125"/>
            <a:chOff x="1164" y="1824"/>
            <a:chExt cx="228" cy="630"/>
          </a:xfrm>
        </p:grpSpPr>
        <p:sp>
          <p:nvSpPr>
            <p:cNvPr id="189497" name="Text Box 97">
              <a:extLst>
                <a:ext uri="{FF2B5EF4-FFF2-40B4-BE49-F238E27FC236}">
                  <a16:creationId xmlns:a16="http://schemas.microsoft.com/office/drawing/2014/main" id="{186FB6C6-D3DE-4A38-B539-B62C0A91F9E1}"/>
                </a:ext>
              </a:extLst>
            </p:cNvPr>
            <p:cNvSpPr txBox="1">
              <a:spLocks noChangeArrowheads="1"/>
            </p:cNvSpPr>
            <p:nvPr/>
          </p:nvSpPr>
          <p:spPr bwMode="auto">
            <a:xfrm>
              <a:off x="1164" y="1824"/>
              <a:ext cx="22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a:solidFill>
                    <a:srgbClr val="FF0000"/>
                  </a:solidFill>
                  <a:latin typeface="+mn-lt"/>
                  <a:ea typeface="+mn-ea"/>
                  <a:cs typeface="+mn-ea"/>
                  <a:sym typeface="+mn-lt"/>
                </a:rPr>
                <a:t>q</a:t>
              </a:r>
              <a:endParaRPr lang="en-US" altLang="zh-CN" sz="2800">
                <a:latin typeface="+mn-lt"/>
                <a:ea typeface="+mn-ea"/>
                <a:cs typeface="+mn-ea"/>
                <a:sym typeface="+mn-lt"/>
              </a:endParaRPr>
            </a:p>
          </p:txBody>
        </p:sp>
        <p:sp>
          <p:nvSpPr>
            <p:cNvPr id="189498" name="Line 98">
              <a:extLst>
                <a:ext uri="{FF2B5EF4-FFF2-40B4-BE49-F238E27FC236}">
                  <a16:creationId xmlns:a16="http://schemas.microsoft.com/office/drawing/2014/main" id="{7A4316E3-D2AE-4CA7-A967-3E8BDD49BEC7}"/>
                </a:ext>
              </a:extLst>
            </p:cNvPr>
            <p:cNvSpPr>
              <a:spLocks noChangeShapeType="1"/>
            </p:cNvSpPr>
            <p:nvPr/>
          </p:nvSpPr>
          <p:spPr bwMode="auto">
            <a:xfrm>
              <a:off x="1379" y="1974"/>
              <a:ext cx="0" cy="480"/>
            </a:xfrm>
            <a:prstGeom prst="line">
              <a:avLst/>
            </a:prstGeom>
            <a:noFill/>
            <a:ln w="28575">
              <a:solidFill>
                <a:srgbClr val="FF0000"/>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useBgFill="1">
        <p:nvSpPr>
          <p:cNvPr id="642147" name="Rectangle 99">
            <a:extLst>
              <a:ext uri="{FF2B5EF4-FFF2-40B4-BE49-F238E27FC236}">
                <a16:creationId xmlns:a16="http://schemas.microsoft.com/office/drawing/2014/main" id="{CC2161B8-1824-4D45-A88D-7F36C1517D23}"/>
              </a:ext>
            </a:extLst>
          </p:cNvPr>
          <p:cNvSpPr>
            <a:spLocks noChangeArrowheads="1"/>
          </p:cNvSpPr>
          <p:nvPr/>
        </p:nvSpPr>
        <p:spPr bwMode="auto">
          <a:xfrm>
            <a:off x="2195513" y="1858963"/>
            <a:ext cx="457200" cy="9144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useBgFill="1">
        <p:nvSpPr>
          <p:cNvPr id="642148" name="Rectangle 100">
            <a:extLst>
              <a:ext uri="{FF2B5EF4-FFF2-40B4-BE49-F238E27FC236}">
                <a16:creationId xmlns:a16="http://schemas.microsoft.com/office/drawing/2014/main" id="{A1289D75-9B82-4AA9-AFDB-A69F528D9A56}"/>
              </a:ext>
            </a:extLst>
          </p:cNvPr>
          <p:cNvSpPr>
            <a:spLocks noChangeArrowheads="1"/>
          </p:cNvSpPr>
          <p:nvPr/>
        </p:nvSpPr>
        <p:spPr bwMode="auto">
          <a:xfrm>
            <a:off x="1966913" y="2925763"/>
            <a:ext cx="152400" cy="34290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cxnSp>
        <p:nvCxnSpPr>
          <p:cNvPr id="642149" name="AutoShape 101">
            <a:extLst>
              <a:ext uri="{FF2B5EF4-FFF2-40B4-BE49-F238E27FC236}">
                <a16:creationId xmlns:a16="http://schemas.microsoft.com/office/drawing/2014/main" id="{A285B89F-1ED3-6C4D-9B10-E8385978EC3E}"/>
              </a:ext>
            </a:extLst>
          </p:cNvPr>
          <p:cNvCxnSpPr>
            <a:cxnSpLocks noChangeShapeType="1"/>
            <a:stCxn id="642128" idx="3"/>
          </p:cNvCxnSpPr>
          <p:nvPr/>
        </p:nvCxnSpPr>
        <p:spPr bwMode="auto">
          <a:xfrm flipV="1">
            <a:off x="1828800" y="3001963"/>
            <a:ext cx="1724025" cy="3352800"/>
          </a:xfrm>
          <a:prstGeom prst="bentConnector3">
            <a:avLst>
              <a:gd name="adj1" fmla="val 50000"/>
            </a:avLst>
          </a:prstGeom>
          <a:noFill/>
          <a:ln w="38100">
            <a:solidFill>
              <a:srgbClr val="800000"/>
            </a:solidFill>
            <a:miter lim="800000"/>
            <a:headEnd/>
            <a:tailEnd type="triangle" w="med" len="med"/>
          </a:ln>
          <a:extLst>
            <a:ext uri="{909E8E84-426E-40DD-AFC4-6F175D3DCCD1}">
              <a14:hiddenFill xmlns:a14="http://schemas.microsoft.com/office/drawing/2010/main">
                <a:noFill/>
              </a14:hiddenFill>
            </a:ext>
          </a:extLst>
        </p:spPr>
      </p:cxnSp>
      <p:grpSp>
        <p:nvGrpSpPr>
          <p:cNvPr id="22" name="Group 102">
            <a:extLst>
              <a:ext uri="{FF2B5EF4-FFF2-40B4-BE49-F238E27FC236}">
                <a16:creationId xmlns:a16="http://schemas.microsoft.com/office/drawing/2014/main" id="{E7B5D3AC-1152-A847-AB11-794E5209168F}"/>
              </a:ext>
            </a:extLst>
          </p:cNvPr>
          <p:cNvGrpSpPr>
            <a:grpSpLocks/>
          </p:cNvGrpSpPr>
          <p:nvPr/>
        </p:nvGrpSpPr>
        <p:grpSpPr bwMode="auto">
          <a:xfrm>
            <a:off x="5181600" y="1858963"/>
            <a:ext cx="519113" cy="923925"/>
            <a:chOff x="1334" y="906"/>
            <a:chExt cx="327" cy="582"/>
          </a:xfrm>
        </p:grpSpPr>
        <p:sp>
          <p:nvSpPr>
            <p:cNvPr id="189495" name="Line 103">
              <a:extLst>
                <a:ext uri="{FF2B5EF4-FFF2-40B4-BE49-F238E27FC236}">
                  <a16:creationId xmlns:a16="http://schemas.microsoft.com/office/drawing/2014/main" id="{3915B509-A3B2-4593-94AC-C701046F8BB3}"/>
                </a:ext>
              </a:extLst>
            </p:cNvPr>
            <p:cNvSpPr>
              <a:spLocks noChangeShapeType="1"/>
            </p:cNvSpPr>
            <p:nvPr/>
          </p:nvSpPr>
          <p:spPr bwMode="auto">
            <a:xfrm>
              <a:off x="1344" y="1056"/>
              <a:ext cx="0" cy="432"/>
            </a:xfrm>
            <a:prstGeom prst="line">
              <a:avLst/>
            </a:prstGeom>
            <a:noFill/>
            <a:ln w="28575">
              <a:solidFill>
                <a:srgbClr val="9476B6"/>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89496" name="Text Box 104">
              <a:extLst>
                <a:ext uri="{FF2B5EF4-FFF2-40B4-BE49-F238E27FC236}">
                  <a16:creationId xmlns:a16="http://schemas.microsoft.com/office/drawing/2014/main" id="{8EB6EEDB-A6CE-4A5E-B0AB-10309B3337A1}"/>
                </a:ext>
              </a:extLst>
            </p:cNvPr>
            <p:cNvSpPr txBox="1">
              <a:spLocks noChangeArrowheads="1"/>
            </p:cNvSpPr>
            <p:nvPr/>
          </p:nvSpPr>
          <p:spPr bwMode="auto">
            <a:xfrm>
              <a:off x="1334" y="906"/>
              <a:ext cx="327"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dirty="0">
                  <a:latin typeface="+mn-lt"/>
                  <a:ea typeface="+mn-ea"/>
                  <a:cs typeface="+mn-ea"/>
                  <a:sym typeface="+mn-lt"/>
                </a:rPr>
                <a:t>pa</a:t>
              </a:r>
            </a:p>
          </p:txBody>
        </p:sp>
      </p:grpSp>
      <p:sp useBgFill="1">
        <p:nvSpPr>
          <p:cNvPr id="642153" name="Rectangle 105">
            <a:extLst>
              <a:ext uri="{FF2B5EF4-FFF2-40B4-BE49-F238E27FC236}">
                <a16:creationId xmlns:a16="http://schemas.microsoft.com/office/drawing/2014/main" id="{1CA19FF7-4A60-43F7-902E-EE0319CBC636}"/>
              </a:ext>
            </a:extLst>
          </p:cNvPr>
          <p:cNvSpPr>
            <a:spLocks noChangeArrowheads="1"/>
          </p:cNvSpPr>
          <p:nvPr/>
        </p:nvSpPr>
        <p:spPr bwMode="auto">
          <a:xfrm>
            <a:off x="3871913" y="2011363"/>
            <a:ext cx="533400" cy="7620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useBgFill="1">
        <p:nvSpPr>
          <p:cNvPr id="642154" name="Rectangle 106">
            <a:extLst>
              <a:ext uri="{FF2B5EF4-FFF2-40B4-BE49-F238E27FC236}">
                <a16:creationId xmlns:a16="http://schemas.microsoft.com/office/drawing/2014/main" id="{49EBE043-2962-4CD5-B774-CEE787902080}"/>
              </a:ext>
            </a:extLst>
          </p:cNvPr>
          <p:cNvSpPr>
            <a:spLocks noChangeArrowheads="1"/>
          </p:cNvSpPr>
          <p:nvPr/>
        </p:nvSpPr>
        <p:spPr bwMode="auto">
          <a:xfrm>
            <a:off x="4176713" y="2925763"/>
            <a:ext cx="685800" cy="152400"/>
          </a:xfrm>
          <a:prstGeom prst="rect">
            <a:avLst/>
          </a:prstGeom>
          <a:ln w="9525">
            <a:solidFill>
              <a:srgbClr val="0000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42155" name="Rectangle 107">
            <a:extLst>
              <a:ext uri="{FF2B5EF4-FFF2-40B4-BE49-F238E27FC236}">
                <a16:creationId xmlns:a16="http://schemas.microsoft.com/office/drawing/2014/main" id="{900E5079-49D1-40EB-B92B-EC9997041FC9}"/>
              </a:ext>
            </a:extLst>
          </p:cNvPr>
          <p:cNvSpPr>
            <a:spLocks noChangeArrowheads="1"/>
          </p:cNvSpPr>
          <p:nvPr/>
        </p:nvSpPr>
        <p:spPr bwMode="auto">
          <a:xfrm>
            <a:off x="4100513" y="2773363"/>
            <a:ext cx="304800" cy="457200"/>
          </a:xfrm>
          <a:prstGeom prst="rect">
            <a:avLst/>
          </a:prstGeom>
          <a:solidFill>
            <a:schemeClr val="accent1">
              <a:lumMod val="40000"/>
              <a:lumOff val="60000"/>
            </a:schemeClr>
          </a:solidFill>
          <a:ln w="28575">
            <a:solidFill>
              <a:schemeClr val="tx1"/>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cxnSp>
        <p:nvCxnSpPr>
          <p:cNvPr id="642156" name="AutoShape 108">
            <a:extLst>
              <a:ext uri="{FF2B5EF4-FFF2-40B4-BE49-F238E27FC236}">
                <a16:creationId xmlns:a16="http://schemas.microsoft.com/office/drawing/2014/main" id="{925218B0-0326-724D-BFD7-253BCA9E0A10}"/>
              </a:ext>
            </a:extLst>
          </p:cNvPr>
          <p:cNvCxnSpPr>
            <a:cxnSpLocks noChangeShapeType="1"/>
            <a:stCxn id="642155" idx="3"/>
          </p:cNvCxnSpPr>
          <p:nvPr/>
        </p:nvCxnSpPr>
        <p:spPr bwMode="auto">
          <a:xfrm flipH="1">
            <a:off x="2257425" y="3001963"/>
            <a:ext cx="2162175" cy="1587"/>
          </a:xfrm>
          <a:prstGeom prst="bentConnector5">
            <a:avLst>
              <a:gd name="adj1" fmla="val -9912"/>
              <a:gd name="adj2" fmla="val -28800009"/>
              <a:gd name="adj3" fmla="val 109912"/>
            </a:avLst>
          </a:prstGeom>
          <a:noFill/>
          <a:ln w="38100">
            <a:solidFill>
              <a:srgbClr val="800000"/>
            </a:solidFill>
            <a:miter lim="800000"/>
            <a:headEnd/>
            <a:tailEnd type="stealth" w="med" len="lg"/>
          </a:ln>
          <a:extLst>
            <a:ext uri="{909E8E84-426E-40DD-AFC4-6F175D3DCCD1}">
              <a14:hiddenFill xmlns:a14="http://schemas.microsoft.com/office/drawing/2010/main">
                <a:noFill/>
              </a14:hiddenFill>
            </a:ext>
          </a:extLst>
        </p:spPr>
      </p:cxnSp>
      <p:grpSp>
        <p:nvGrpSpPr>
          <p:cNvPr id="23" name="Group 109">
            <a:extLst>
              <a:ext uri="{FF2B5EF4-FFF2-40B4-BE49-F238E27FC236}">
                <a16:creationId xmlns:a16="http://schemas.microsoft.com/office/drawing/2014/main" id="{0E672BEE-BBEE-8A45-8B8A-8322BBB35227}"/>
              </a:ext>
            </a:extLst>
          </p:cNvPr>
          <p:cNvGrpSpPr>
            <a:grpSpLocks/>
          </p:cNvGrpSpPr>
          <p:nvPr/>
        </p:nvGrpSpPr>
        <p:grpSpPr bwMode="auto">
          <a:xfrm>
            <a:off x="3414713" y="3449638"/>
            <a:ext cx="361950" cy="1000125"/>
            <a:chOff x="1164" y="1824"/>
            <a:chExt cx="228" cy="630"/>
          </a:xfrm>
        </p:grpSpPr>
        <p:sp>
          <p:nvSpPr>
            <p:cNvPr id="189493" name="Text Box 110">
              <a:extLst>
                <a:ext uri="{FF2B5EF4-FFF2-40B4-BE49-F238E27FC236}">
                  <a16:creationId xmlns:a16="http://schemas.microsoft.com/office/drawing/2014/main" id="{6676578D-90B5-48B5-97F7-041A63F6DBF0}"/>
                </a:ext>
              </a:extLst>
            </p:cNvPr>
            <p:cNvSpPr txBox="1">
              <a:spLocks noChangeArrowheads="1"/>
            </p:cNvSpPr>
            <p:nvPr/>
          </p:nvSpPr>
          <p:spPr bwMode="auto">
            <a:xfrm>
              <a:off x="1164" y="1824"/>
              <a:ext cx="22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2800">
                  <a:solidFill>
                    <a:srgbClr val="FF0000"/>
                  </a:solidFill>
                  <a:latin typeface="+mn-lt"/>
                  <a:ea typeface="+mn-ea"/>
                  <a:cs typeface="+mn-ea"/>
                  <a:sym typeface="+mn-lt"/>
                </a:rPr>
                <a:t>q</a:t>
              </a:r>
              <a:endParaRPr lang="en-US" altLang="zh-CN" sz="2800">
                <a:latin typeface="+mn-lt"/>
                <a:ea typeface="+mn-ea"/>
                <a:cs typeface="+mn-ea"/>
                <a:sym typeface="+mn-lt"/>
              </a:endParaRPr>
            </a:p>
          </p:txBody>
        </p:sp>
        <p:sp>
          <p:nvSpPr>
            <p:cNvPr id="189494" name="Line 111">
              <a:extLst>
                <a:ext uri="{FF2B5EF4-FFF2-40B4-BE49-F238E27FC236}">
                  <a16:creationId xmlns:a16="http://schemas.microsoft.com/office/drawing/2014/main" id="{6930841E-7FB3-4482-AA1F-4C2C4D0AA607}"/>
                </a:ext>
              </a:extLst>
            </p:cNvPr>
            <p:cNvSpPr>
              <a:spLocks noChangeShapeType="1"/>
            </p:cNvSpPr>
            <p:nvPr/>
          </p:nvSpPr>
          <p:spPr bwMode="auto">
            <a:xfrm>
              <a:off x="1379" y="1974"/>
              <a:ext cx="0" cy="480"/>
            </a:xfrm>
            <a:prstGeom prst="line">
              <a:avLst/>
            </a:prstGeom>
            <a:noFill/>
            <a:ln w="28575">
              <a:solidFill>
                <a:srgbClr val="FF0000"/>
              </a:solidFill>
              <a:round/>
              <a:headEnd/>
              <a:tailEnd type="stealth"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sp useBgFill="1">
        <p:nvSpPr>
          <p:cNvPr id="642160" name="Rectangle 112">
            <a:extLst>
              <a:ext uri="{FF2B5EF4-FFF2-40B4-BE49-F238E27FC236}">
                <a16:creationId xmlns:a16="http://schemas.microsoft.com/office/drawing/2014/main" id="{68D0B001-A09A-4F67-9618-1F932A9BF124}"/>
              </a:ext>
            </a:extLst>
          </p:cNvPr>
          <p:cNvSpPr>
            <a:spLocks noChangeArrowheads="1"/>
          </p:cNvSpPr>
          <p:nvPr/>
        </p:nvSpPr>
        <p:spPr bwMode="auto">
          <a:xfrm>
            <a:off x="3490913" y="1935163"/>
            <a:ext cx="533400" cy="8382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89492" name="Rectangle 115">
            <a:extLst>
              <a:ext uri="{FF2B5EF4-FFF2-40B4-BE49-F238E27FC236}">
                <a16:creationId xmlns:a16="http://schemas.microsoft.com/office/drawing/2014/main" id="{EEC30C3C-A7E9-4D30-B854-E58F8AB914D7}"/>
              </a:ext>
            </a:extLst>
          </p:cNvPr>
          <p:cNvSpPr>
            <a:spLocks noChangeArrowheads="1"/>
          </p:cNvSpPr>
          <p:nvPr/>
        </p:nvSpPr>
        <p:spPr bwMode="auto">
          <a:xfrm>
            <a:off x="47625" y="1108075"/>
            <a:ext cx="5084763" cy="522288"/>
          </a:xfrm>
          <a:prstGeom prst="rect">
            <a:avLst/>
          </a:prstGeom>
          <a:solidFill>
            <a:srgbClr val="9476B6"/>
          </a:solidFill>
          <a:ln w="38100">
            <a:noFill/>
            <a:miter lim="800000"/>
            <a:headEnd/>
            <a:tailEnd/>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buClr>
                <a:srgbClr val="FF0000"/>
              </a:buClr>
              <a:buFont typeface="Wingdings" pitchFamily="2" charset="2"/>
              <a:buNone/>
            </a:pPr>
            <a:r>
              <a:rPr lang="zh-CN" altLang="en-US" sz="2800">
                <a:solidFill>
                  <a:schemeClr val="bg1"/>
                </a:solidFill>
                <a:sym typeface="+mn-lt"/>
              </a:rPr>
              <a:t>第（</a:t>
            </a:r>
            <a:r>
              <a:rPr lang="en-US" altLang="zh-CN" sz="2800">
                <a:solidFill>
                  <a:schemeClr val="bg1"/>
                </a:solidFill>
                <a:sym typeface="+mn-lt"/>
              </a:rPr>
              <a:t>2</a:t>
            </a:r>
            <a:r>
              <a:rPr lang="zh-CN" altLang="en-US" sz="2800">
                <a:solidFill>
                  <a:schemeClr val="bg1"/>
                </a:solidFill>
                <a:sym typeface="+mn-lt"/>
              </a:rPr>
              <a:t>）题实现过程动态演示</a:t>
            </a:r>
          </a:p>
        </p:txBody>
      </p:sp>
      <p:sp>
        <p:nvSpPr>
          <p:cNvPr id="112" name="Comment 6">
            <a:extLst>
              <a:ext uri="{FF2B5EF4-FFF2-40B4-BE49-F238E27FC236}">
                <a16:creationId xmlns:a16="http://schemas.microsoft.com/office/drawing/2014/main" id="{A0FFFBC4-A805-4E25-82C2-35AA1ACED7D7}"/>
              </a:ext>
            </a:extLst>
          </p:cNvPr>
          <p:cNvSpPr>
            <a:spLocks noChangeArrowheads="1"/>
          </p:cNvSpPr>
          <p:nvPr/>
        </p:nvSpPr>
        <p:spPr bwMode="auto">
          <a:xfrm>
            <a:off x="900113" y="198438"/>
            <a:ext cx="3389312"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算法设计题</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2" presetClass="entr" presetSubtype="1" fill="hold" grpId="0" nodeType="clickEffect">
                                  <p:stCondLst>
                                    <p:cond delay="0"/>
                                  </p:stCondLst>
                                  <p:childTnLst>
                                    <p:set>
                                      <p:cBhvr>
                                        <p:cTn id="6" dur="1" fill="hold">
                                          <p:stCondLst>
                                            <p:cond delay="0"/>
                                          </p:stCondLst>
                                        </p:cTn>
                                        <p:tgtEl>
                                          <p:spTgt spid="642104"/>
                                        </p:tgtEl>
                                        <p:attrNameLst>
                                          <p:attrName>style.visibility</p:attrName>
                                        </p:attrNameLst>
                                      </p:cBhvr>
                                      <p:to>
                                        <p:strVal val="visible"/>
                                      </p:to>
                                    </p:set>
                                    <p:animEffect transition="in" filter="slide(fromTop)">
                                      <p:cBhvr>
                                        <p:cTn id="7" dur="500"/>
                                        <p:tgtEl>
                                          <p:spTgt spid="642104"/>
                                        </p:tgtEl>
                                      </p:cBhvr>
                                    </p:animEffect>
                                  </p:childTnLst>
                                </p:cTn>
                              </p:par>
                            </p:childTnLst>
                          </p:cTn>
                        </p:par>
                        <p:par>
                          <p:cTn id="8" fill="hold" nodeType="afterGroup">
                            <p:stCondLst>
                              <p:cond delay="500"/>
                            </p:stCondLst>
                            <p:childTnLst>
                              <p:par>
                                <p:cTn id="9" presetID="17" presetClass="entr" presetSubtype="1" fill="hold" nodeType="afterEffect">
                                  <p:stCondLst>
                                    <p:cond delay="0"/>
                                  </p:stCondLst>
                                  <p:childTnLst>
                                    <p:set>
                                      <p:cBhvr>
                                        <p:cTn id="10" dur="1" fill="hold">
                                          <p:stCondLst>
                                            <p:cond delay="0"/>
                                          </p:stCondLst>
                                        </p:cTn>
                                        <p:tgtEl>
                                          <p:spTgt spid="642052"/>
                                        </p:tgtEl>
                                        <p:attrNameLst>
                                          <p:attrName>style.visibility</p:attrName>
                                        </p:attrNameLst>
                                      </p:cBhvr>
                                      <p:to>
                                        <p:strVal val="visible"/>
                                      </p:to>
                                    </p:set>
                                    <p:anim calcmode="lin" valueType="num">
                                      <p:cBhvr>
                                        <p:cTn id="11" dur="500" fill="hold"/>
                                        <p:tgtEl>
                                          <p:spTgt spid="642052"/>
                                        </p:tgtEl>
                                        <p:attrNameLst>
                                          <p:attrName>ppt_x</p:attrName>
                                        </p:attrNameLst>
                                      </p:cBhvr>
                                      <p:tavLst>
                                        <p:tav tm="0">
                                          <p:val>
                                            <p:strVal val="#ppt_x"/>
                                          </p:val>
                                        </p:tav>
                                        <p:tav tm="100000">
                                          <p:val>
                                            <p:strVal val="#ppt_x"/>
                                          </p:val>
                                        </p:tav>
                                      </p:tavLst>
                                    </p:anim>
                                    <p:anim calcmode="lin" valueType="num">
                                      <p:cBhvr>
                                        <p:cTn id="12" dur="500" fill="hold"/>
                                        <p:tgtEl>
                                          <p:spTgt spid="642052"/>
                                        </p:tgtEl>
                                        <p:attrNameLst>
                                          <p:attrName>ppt_y</p:attrName>
                                        </p:attrNameLst>
                                      </p:cBhvr>
                                      <p:tavLst>
                                        <p:tav tm="0">
                                          <p:val>
                                            <p:strVal val="#ppt_y-#ppt_h/2"/>
                                          </p:val>
                                        </p:tav>
                                        <p:tav tm="100000">
                                          <p:val>
                                            <p:strVal val="#ppt_y"/>
                                          </p:val>
                                        </p:tav>
                                      </p:tavLst>
                                    </p:anim>
                                    <p:anim calcmode="lin" valueType="num">
                                      <p:cBhvr>
                                        <p:cTn id="13" dur="500" fill="hold"/>
                                        <p:tgtEl>
                                          <p:spTgt spid="642052"/>
                                        </p:tgtEl>
                                        <p:attrNameLst>
                                          <p:attrName>ppt_w</p:attrName>
                                        </p:attrNameLst>
                                      </p:cBhvr>
                                      <p:tavLst>
                                        <p:tav tm="0">
                                          <p:val>
                                            <p:strVal val="#ppt_w"/>
                                          </p:val>
                                        </p:tav>
                                        <p:tav tm="100000">
                                          <p:val>
                                            <p:strVal val="#ppt_w"/>
                                          </p:val>
                                        </p:tav>
                                      </p:tavLst>
                                    </p:anim>
                                    <p:anim calcmode="lin" valueType="num">
                                      <p:cBhvr>
                                        <p:cTn id="14" dur="500" fill="hold"/>
                                        <p:tgtEl>
                                          <p:spTgt spid="642052"/>
                                        </p:tgtEl>
                                        <p:attrNameLst>
                                          <p:attrName>ppt_h</p:attrName>
                                        </p:attrNameLst>
                                      </p:cBhvr>
                                      <p:tavLst>
                                        <p:tav tm="0">
                                          <p:val>
                                            <p:fltVal val="0"/>
                                          </p:val>
                                        </p:tav>
                                        <p:tav tm="100000">
                                          <p:val>
                                            <p:strVal val="#ppt_h"/>
                                          </p:val>
                                        </p:tav>
                                      </p:tavLst>
                                    </p:anim>
                                  </p:childTnLst>
                                </p:cTn>
                              </p:par>
                            </p:childTnLst>
                          </p:cTn>
                        </p:par>
                        <p:par>
                          <p:cTn id="15" fill="hold" nodeType="afterGroup">
                            <p:stCondLst>
                              <p:cond delay="1000"/>
                            </p:stCondLst>
                            <p:childTnLst>
                              <p:par>
                                <p:cTn id="16" presetID="22" presetClass="entr" presetSubtype="8" fill="hold" nodeType="afterEffect">
                                  <p:stCondLst>
                                    <p:cond delay="0"/>
                                  </p:stCondLst>
                                  <p:childTnLst>
                                    <p:set>
                                      <p:cBhvr>
                                        <p:cTn id="17" dur="1" fill="hold">
                                          <p:stCondLst>
                                            <p:cond delay="0"/>
                                          </p:stCondLst>
                                        </p:cTn>
                                        <p:tgtEl>
                                          <p:spTgt spid="2"/>
                                        </p:tgtEl>
                                        <p:attrNameLst>
                                          <p:attrName>style.visibility</p:attrName>
                                        </p:attrNameLst>
                                      </p:cBhvr>
                                      <p:to>
                                        <p:strVal val="visible"/>
                                      </p:to>
                                    </p:set>
                                    <p:animEffect transition="in" filter="wipe(left)">
                                      <p:cBhvr>
                                        <p:cTn id="18" dur="500"/>
                                        <p:tgtEl>
                                          <p:spTgt spid="2"/>
                                        </p:tgtEl>
                                      </p:cBhvr>
                                    </p:animEffect>
                                  </p:childTnLst>
                                </p:cTn>
                              </p:par>
                            </p:childTnLst>
                          </p:cTn>
                        </p:par>
                        <p:par>
                          <p:cTn id="19" fill="hold" nodeType="afterGroup">
                            <p:stCondLst>
                              <p:cond delay="1500"/>
                            </p:stCondLst>
                            <p:childTnLst>
                              <p:par>
                                <p:cTn id="20" presetID="22" presetClass="entr" presetSubtype="8" fill="hold" nodeType="after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wipe(left)">
                                      <p:cBhvr>
                                        <p:cTn id="22" dur="500"/>
                                        <p:tgtEl>
                                          <p:spTgt spid="3"/>
                                        </p:tgtEl>
                                      </p:cBhvr>
                                    </p:animEffect>
                                  </p:childTnLst>
                                </p:cTn>
                              </p:par>
                            </p:childTnLst>
                          </p:cTn>
                        </p:par>
                        <p:par>
                          <p:cTn id="23" fill="hold" nodeType="afterGroup">
                            <p:stCondLst>
                              <p:cond delay="2000"/>
                            </p:stCondLst>
                            <p:childTnLst>
                              <p:par>
                                <p:cTn id="24" presetID="22" presetClass="entr" presetSubtype="8" fill="hold"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ipe(left)">
                                      <p:cBhvr>
                                        <p:cTn id="26" dur="500"/>
                                        <p:tgtEl>
                                          <p:spTgt spid="4"/>
                                        </p:tgtEl>
                                      </p:cBhvr>
                                    </p:animEffect>
                                  </p:childTnLst>
                                </p:cTn>
                              </p:par>
                            </p:childTnLst>
                          </p:cTn>
                        </p:par>
                        <p:par>
                          <p:cTn id="27" fill="hold" nodeType="afterGroup">
                            <p:stCondLst>
                              <p:cond delay="2500"/>
                            </p:stCondLst>
                            <p:childTnLst>
                              <p:par>
                                <p:cTn id="28" presetID="22" presetClass="entr" presetSubtype="8" fill="hold" nodeType="after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wipe(left)">
                                      <p:cBhvr>
                                        <p:cTn id="30" dur="500"/>
                                        <p:tgtEl>
                                          <p:spTgt spid="5"/>
                                        </p:tgtEl>
                                      </p:cBhvr>
                                    </p:animEffect>
                                  </p:childTnLst>
                                </p:cTn>
                              </p:par>
                            </p:childTnLst>
                          </p:cTn>
                        </p:par>
                        <p:par>
                          <p:cTn id="31" fill="hold" nodeType="afterGroup">
                            <p:stCondLst>
                              <p:cond delay="3000"/>
                            </p:stCondLst>
                            <p:childTnLst>
                              <p:par>
                                <p:cTn id="32" presetID="22" presetClass="entr" presetSubtype="8"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500"/>
                                        <p:tgtEl>
                                          <p:spTgt spid="6"/>
                                        </p:tgtEl>
                                      </p:cBhvr>
                                    </p:animEffect>
                                  </p:childTnLst>
                                </p:cTn>
                              </p:par>
                            </p:childTnLst>
                          </p:cTn>
                        </p:par>
                        <p:par>
                          <p:cTn id="35" fill="hold" nodeType="afterGroup">
                            <p:stCondLst>
                              <p:cond delay="3500"/>
                            </p:stCondLst>
                            <p:childTnLst>
                              <p:par>
                                <p:cTn id="36" presetID="22" presetClass="entr" presetSubtype="8" fill="hold" nodeType="after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ipe(left)">
                                      <p:cBhvr>
                                        <p:cTn id="38" dur="500"/>
                                        <p:tgtEl>
                                          <p:spTgt spid="7"/>
                                        </p:tgtEl>
                                      </p:cBhvr>
                                    </p:animEffect>
                                  </p:childTnLst>
                                </p:cTn>
                              </p:par>
                            </p:childTnLst>
                          </p:cTn>
                        </p:par>
                      </p:childTnLst>
                    </p:cTn>
                  </p:par>
                  <p:par>
                    <p:cTn id="39" fill="hold" nodeType="clickPar">
                      <p:stCondLst>
                        <p:cond delay="indefinite"/>
                      </p:stCondLst>
                      <p:childTnLst>
                        <p:par>
                          <p:cTn id="40" fill="hold" nodeType="withGroup">
                            <p:stCondLst>
                              <p:cond delay="0"/>
                            </p:stCondLst>
                            <p:childTnLst>
                              <p:par>
                                <p:cTn id="41" presetID="12" presetClass="entr" presetSubtype="1" fill="hold" grpId="0" nodeType="clickEffect">
                                  <p:stCondLst>
                                    <p:cond delay="0"/>
                                  </p:stCondLst>
                                  <p:childTnLst>
                                    <p:set>
                                      <p:cBhvr>
                                        <p:cTn id="42" dur="1" fill="hold">
                                          <p:stCondLst>
                                            <p:cond delay="0"/>
                                          </p:stCondLst>
                                        </p:cTn>
                                        <p:tgtEl>
                                          <p:spTgt spid="642105"/>
                                        </p:tgtEl>
                                        <p:attrNameLst>
                                          <p:attrName>style.visibility</p:attrName>
                                        </p:attrNameLst>
                                      </p:cBhvr>
                                      <p:to>
                                        <p:strVal val="visible"/>
                                      </p:to>
                                    </p:set>
                                    <p:animEffect transition="in" filter="slide(fromTop)">
                                      <p:cBhvr>
                                        <p:cTn id="43" dur="500"/>
                                        <p:tgtEl>
                                          <p:spTgt spid="642105"/>
                                        </p:tgtEl>
                                      </p:cBhvr>
                                    </p:animEffect>
                                  </p:childTnLst>
                                </p:cTn>
                              </p:par>
                            </p:childTnLst>
                          </p:cTn>
                        </p:par>
                        <p:par>
                          <p:cTn id="44" fill="hold" nodeType="afterGroup">
                            <p:stCondLst>
                              <p:cond delay="500"/>
                            </p:stCondLst>
                            <p:childTnLst>
                              <p:par>
                                <p:cTn id="45" presetID="17" presetClass="entr" presetSubtype="1" fill="hold" nodeType="afterEffect">
                                  <p:stCondLst>
                                    <p:cond delay="0"/>
                                  </p:stCondLst>
                                  <p:childTnLst>
                                    <p:set>
                                      <p:cBhvr>
                                        <p:cTn id="46" dur="1" fill="hold">
                                          <p:stCondLst>
                                            <p:cond delay="0"/>
                                          </p:stCondLst>
                                        </p:cTn>
                                        <p:tgtEl>
                                          <p:spTgt spid="642078"/>
                                        </p:tgtEl>
                                        <p:attrNameLst>
                                          <p:attrName>style.visibility</p:attrName>
                                        </p:attrNameLst>
                                      </p:cBhvr>
                                      <p:to>
                                        <p:strVal val="visible"/>
                                      </p:to>
                                    </p:set>
                                    <p:anim calcmode="lin" valueType="num">
                                      <p:cBhvr>
                                        <p:cTn id="47" dur="500" fill="hold"/>
                                        <p:tgtEl>
                                          <p:spTgt spid="642078"/>
                                        </p:tgtEl>
                                        <p:attrNameLst>
                                          <p:attrName>ppt_x</p:attrName>
                                        </p:attrNameLst>
                                      </p:cBhvr>
                                      <p:tavLst>
                                        <p:tav tm="0">
                                          <p:val>
                                            <p:strVal val="#ppt_x"/>
                                          </p:val>
                                        </p:tav>
                                        <p:tav tm="100000">
                                          <p:val>
                                            <p:strVal val="#ppt_x"/>
                                          </p:val>
                                        </p:tav>
                                      </p:tavLst>
                                    </p:anim>
                                    <p:anim calcmode="lin" valueType="num">
                                      <p:cBhvr>
                                        <p:cTn id="48" dur="500" fill="hold"/>
                                        <p:tgtEl>
                                          <p:spTgt spid="642078"/>
                                        </p:tgtEl>
                                        <p:attrNameLst>
                                          <p:attrName>ppt_y</p:attrName>
                                        </p:attrNameLst>
                                      </p:cBhvr>
                                      <p:tavLst>
                                        <p:tav tm="0">
                                          <p:val>
                                            <p:strVal val="#ppt_y-#ppt_h/2"/>
                                          </p:val>
                                        </p:tav>
                                        <p:tav tm="100000">
                                          <p:val>
                                            <p:strVal val="#ppt_y"/>
                                          </p:val>
                                        </p:tav>
                                      </p:tavLst>
                                    </p:anim>
                                    <p:anim calcmode="lin" valueType="num">
                                      <p:cBhvr>
                                        <p:cTn id="49" dur="500" fill="hold"/>
                                        <p:tgtEl>
                                          <p:spTgt spid="642078"/>
                                        </p:tgtEl>
                                        <p:attrNameLst>
                                          <p:attrName>ppt_w</p:attrName>
                                        </p:attrNameLst>
                                      </p:cBhvr>
                                      <p:tavLst>
                                        <p:tav tm="0">
                                          <p:val>
                                            <p:strVal val="#ppt_w"/>
                                          </p:val>
                                        </p:tav>
                                        <p:tav tm="100000">
                                          <p:val>
                                            <p:strVal val="#ppt_w"/>
                                          </p:val>
                                        </p:tav>
                                      </p:tavLst>
                                    </p:anim>
                                    <p:anim calcmode="lin" valueType="num">
                                      <p:cBhvr>
                                        <p:cTn id="50" dur="500" fill="hold"/>
                                        <p:tgtEl>
                                          <p:spTgt spid="642078"/>
                                        </p:tgtEl>
                                        <p:attrNameLst>
                                          <p:attrName>ppt_h</p:attrName>
                                        </p:attrNameLst>
                                      </p:cBhvr>
                                      <p:tavLst>
                                        <p:tav tm="0">
                                          <p:val>
                                            <p:fltVal val="0"/>
                                          </p:val>
                                        </p:tav>
                                        <p:tav tm="100000">
                                          <p:val>
                                            <p:strVal val="#ppt_h"/>
                                          </p:val>
                                        </p:tav>
                                      </p:tavLst>
                                    </p:anim>
                                  </p:childTnLst>
                                </p:cTn>
                              </p:par>
                            </p:childTnLst>
                          </p:cTn>
                        </p:par>
                        <p:par>
                          <p:cTn id="51" fill="hold" nodeType="afterGroup">
                            <p:stCondLst>
                              <p:cond delay="1000"/>
                            </p:stCondLst>
                            <p:childTnLst>
                              <p:par>
                                <p:cTn id="52" presetID="22" presetClass="entr" presetSubtype="8" fill="hold" nodeType="afterEffect">
                                  <p:stCondLst>
                                    <p:cond delay="0"/>
                                  </p:stCondLst>
                                  <p:childTnLst>
                                    <p:set>
                                      <p:cBhvr>
                                        <p:cTn id="53" dur="1" fill="hold">
                                          <p:stCondLst>
                                            <p:cond delay="0"/>
                                          </p:stCondLst>
                                        </p:cTn>
                                        <p:tgtEl>
                                          <p:spTgt spid="8"/>
                                        </p:tgtEl>
                                        <p:attrNameLst>
                                          <p:attrName>style.visibility</p:attrName>
                                        </p:attrNameLst>
                                      </p:cBhvr>
                                      <p:to>
                                        <p:strVal val="visible"/>
                                      </p:to>
                                    </p:set>
                                    <p:animEffect transition="in" filter="wipe(left)">
                                      <p:cBhvr>
                                        <p:cTn id="54" dur="500"/>
                                        <p:tgtEl>
                                          <p:spTgt spid="8"/>
                                        </p:tgtEl>
                                      </p:cBhvr>
                                    </p:animEffect>
                                  </p:childTnLst>
                                </p:cTn>
                              </p:par>
                            </p:childTnLst>
                          </p:cTn>
                        </p:par>
                        <p:par>
                          <p:cTn id="55" fill="hold" nodeType="afterGroup">
                            <p:stCondLst>
                              <p:cond delay="1500"/>
                            </p:stCondLst>
                            <p:childTnLst>
                              <p:par>
                                <p:cTn id="56" presetID="22" presetClass="entr" presetSubtype="8" fill="hold" nodeType="afterEffect">
                                  <p:stCondLst>
                                    <p:cond delay="0"/>
                                  </p:stCondLst>
                                  <p:childTnLst>
                                    <p:set>
                                      <p:cBhvr>
                                        <p:cTn id="57" dur="1" fill="hold">
                                          <p:stCondLst>
                                            <p:cond delay="0"/>
                                          </p:stCondLst>
                                        </p:cTn>
                                        <p:tgtEl>
                                          <p:spTgt spid="9"/>
                                        </p:tgtEl>
                                        <p:attrNameLst>
                                          <p:attrName>style.visibility</p:attrName>
                                        </p:attrNameLst>
                                      </p:cBhvr>
                                      <p:to>
                                        <p:strVal val="visible"/>
                                      </p:to>
                                    </p:set>
                                    <p:animEffect transition="in" filter="wipe(left)">
                                      <p:cBhvr>
                                        <p:cTn id="58" dur="500"/>
                                        <p:tgtEl>
                                          <p:spTgt spid="9"/>
                                        </p:tgtEl>
                                      </p:cBhvr>
                                    </p:animEffect>
                                  </p:childTnLst>
                                </p:cTn>
                              </p:par>
                            </p:childTnLst>
                          </p:cTn>
                        </p:par>
                        <p:par>
                          <p:cTn id="59" fill="hold" nodeType="afterGroup">
                            <p:stCondLst>
                              <p:cond delay="2000"/>
                            </p:stCondLst>
                            <p:childTnLst>
                              <p:par>
                                <p:cTn id="60" presetID="22" presetClass="entr" presetSubtype="8" fill="hold"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nodeType="afterGroup">
                            <p:stCondLst>
                              <p:cond delay="2500"/>
                            </p:stCondLst>
                            <p:childTnLst>
                              <p:par>
                                <p:cTn id="64" presetID="22" presetClass="entr" presetSubtype="8" fill="hold" nodeType="afterEffect">
                                  <p:stCondLst>
                                    <p:cond delay="0"/>
                                  </p:stCondLst>
                                  <p:childTnLst>
                                    <p:set>
                                      <p:cBhvr>
                                        <p:cTn id="65" dur="1" fill="hold">
                                          <p:stCondLst>
                                            <p:cond delay="0"/>
                                          </p:stCondLst>
                                        </p:cTn>
                                        <p:tgtEl>
                                          <p:spTgt spid="11"/>
                                        </p:tgtEl>
                                        <p:attrNameLst>
                                          <p:attrName>style.visibility</p:attrName>
                                        </p:attrNameLst>
                                      </p:cBhvr>
                                      <p:to>
                                        <p:strVal val="visible"/>
                                      </p:to>
                                    </p:set>
                                    <p:animEffect transition="in" filter="wipe(left)">
                                      <p:cBhvr>
                                        <p:cTn id="66" dur="500"/>
                                        <p:tgtEl>
                                          <p:spTgt spid="11"/>
                                        </p:tgtEl>
                                      </p:cBhvr>
                                    </p:animEffect>
                                  </p:childTnLst>
                                </p:cTn>
                              </p:par>
                            </p:childTnLst>
                          </p:cTn>
                        </p:par>
                        <p:par>
                          <p:cTn id="67" fill="hold" nodeType="afterGroup">
                            <p:stCondLst>
                              <p:cond delay="3000"/>
                            </p:stCondLst>
                            <p:childTnLst>
                              <p:par>
                                <p:cTn id="68" presetID="22" presetClass="entr" presetSubtype="8" fill="hold" nodeType="afterEffect">
                                  <p:stCondLst>
                                    <p:cond delay="0"/>
                                  </p:stCondLst>
                                  <p:childTnLst>
                                    <p:set>
                                      <p:cBhvr>
                                        <p:cTn id="69" dur="1" fill="hold">
                                          <p:stCondLst>
                                            <p:cond delay="0"/>
                                          </p:stCondLst>
                                        </p:cTn>
                                        <p:tgtEl>
                                          <p:spTgt spid="12"/>
                                        </p:tgtEl>
                                        <p:attrNameLst>
                                          <p:attrName>style.visibility</p:attrName>
                                        </p:attrNameLst>
                                      </p:cBhvr>
                                      <p:to>
                                        <p:strVal val="visible"/>
                                      </p:to>
                                    </p:set>
                                    <p:animEffect transition="in" filter="wipe(left)">
                                      <p:cBhvr>
                                        <p:cTn id="70" dur="500"/>
                                        <p:tgtEl>
                                          <p:spTgt spid="12"/>
                                        </p:tgtEl>
                                      </p:cBhvr>
                                    </p:animEffect>
                                  </p:childTnLst>
                                </p:cTn>
                              </p:par>
                            </p:childTnLst>
                          </p:cTn>
                        </p:par>
                        <p:par>
                          <p:cTn id="71" fill="hold" nodeType="afterGroup">
                            <p:stCondLst>
                              <p:cond delay="3500"/>
                            </p:stCondLst>
                            <p:childTnLst>
                              <p:par>
                                <p:cTn id="72" presetID="22" presetClass="entr" presetSubtype="8" fill="hold" nodeType="afterEffect">
                                  <p:stCondLst>
                                    <p:cond delay="0"/>
                                  </p:stCondLst>
                                  <p:childTnLst>
                                    <p:set>
                                      <p:cBhvr>
                                        <p:cTn id="73" dur="1" fill="hold">
                                          <p:stCondLst>
                                            <p:cond delay="0"/>
                                          </p:stCondLst>
                                        </p:cTn>
                                        <p:tgtEl>
                                          <p:spTgt spid="13"/>
                                        </p:tgtEl>
                                        <p:attrNameLst>
                                          <p:attrName>style.visibility</p:attrName>
                                        </p:attrNameLst>
                                      </p:cBhvr>
                                      <p:to>
                                        <p:strVal val="visible"/>
                                      </p:to>
                                    </p:set>
                                    <p:animEffect transition="in" filter="wipe(left)">
                                      <p:cBhvr>
                                        <p:cTn id="74" dur="500"/>
                                        <p:tgtEl>
                                          <p:spTgt spid="13"/>
                                        </p:tgtEl>
                                      </p:cBhvr>
                                    </p:animEffect>
                                  </p:childTnLst>
                                </p:cTn>
                              </p:par>
                            </p:childTnLst>
                          </p:cTn>
                        </p:par>
                      </p:childTnLst>
                    </p:cTn>
                  </p:par>
                  <p:par>
                    <p:cTn id="75" fill="hold" nodeType="clickPar">
                      <p:stCondLst>
                        <p:cond delay="indefinite"/>
                      </p:stCondLst>
                      <p:childTnLst>
                        <p:par>
                          <p:cTn id="76" fill="hold" nodeType="withGroup">
                            <p:stCondLst>
                              <p:cond delay="0"/>
                            </p:stCondLst>
                            <p:childTnLst>
                              <p:par>
                                <p:cTn id="77" presetID="12" presetClass="entr" presetSubtype="1" fill="hold" grpId="0" nodeType="clickEffect">
                                  <p:stCondLst>
                                    <p:cond delay="0"/>
                                  </p:stCondLst>
                                  <p:childTnLst>
                                    <p:set>
                                      <p:cBhvr>
                                        <p:cTn id="78" dur="1" fill="hold">
                                          <p:stCondLst>
                                            <p:cond delay="0"/>
                                          </p:stCondLst>
                                        </p:cTn>
                                        <p:tgtEl>
                                          <p:spTgt spid="642111"/>
                                        </p:tgtEl>
                                        <p:attrNameLst>
                                          <p:attrName>style.visibility</p:attrName>
                                        </p:attrNameLst>
                                      </p:cBhvr>
                                      <p:to>
                                        <p:strVal val="visible"/>
                                      </p:to>
                                    </p:set>
                                    <p:animEffect transition="in" filter="slide(fromTop)">
                                      <p:cBhvr>
                                        <p:cTn id="79" dur="500"/>
                                        <p:tgtEl>
                                          <p:spTgt spid="642111"/>
                                        </p:tgtEl>
                                      </p:cBhvr>
                                    </p:animEffect>
                                  </p:childTnLst>
                                </p:cTn>
                              </p:par>
                            </p:childTnLst>
                          </p:cTn>
                        </p:par>
                        <p:par>
                          <p:cTn id="80" fill="hold" nodeType="afterGroup">
                            <p:stCondLst>
                              <p:cond delay="500"/>
                            </p:stCondLst>
                            <p:childTnLst>
                              <p:par>
                                <p:cTn id="81" presetID="17" presetClass="entr" presetSubtype="1" fill="hold" nodeType="afterEffect">
                                  <p:stCondLst>
                                    <p:cond delay="0"/>
                                  </p:stCondLst>
                                  <p:childTnLst>
                                    <p:set>
                                      <p:cBhvr>
                                        <p:cTn id="82" dur="1" fill="hold">
                                          <p:stCondLst>
                                            <p:cond delay="0"/>
                                          </p:stCondLst>
                                        </p:cTn>
                                        <p:tgtEl>
                                          <p:spTgt spid="642106"/>
                                        </p:tgtEl>
                                        <p:attrNameLst>
                                          <p:attrName>style.visibility</p:attrName>
                                        </p:attrNameLst>
                                      </p:cBhvr>
                                      <p:to>
                                        <p:strVal val="visible"/>
                                      </p:to>
                                    </p:set>
                                    <p:anim calcmode="lin" valueType="num">
                                      <p:cBhvr>
                                        <p:cTn id="83" dur="500" fill="hold"/>
                                        <p:tgtEl>
                                          <p:spTgt spid="642106"/>
                                        </p:tgtEl>
                                        <p:attrNameLst>
                                          <p:attrName>ppt_x</p:attrName>
                                        </p:attrNameLst>
                                      </p:cBhvr>
                                      <p:tavLst>
                                        <p:tav tm="0">
                                          <p:val>
                                            <p:strVal val="#ppt_x"/>
                                          </p:val>
                                        </p:tav>
                                        <p:tav tm="100000">
                                          <p:val>
                                            <p:strVal val="#ppt_x"/>
                                          </p:val>
                                        </p:tav>
                                      </p:tavLst>
                                    </p:anim>
                                    <p:anim calcmode="lin" valueType="num">
                                      <p:cBhvr>
                                        <p:cTn id="84" dur="500" fill="hold"/>
                                        <p:tgtEl>
                                          <p:spTgt spid="642106"/>
                                        </p:tgtEl>
                                        <p:attrNameLst>
                                          <p:attrName>ppt_y</p:attrName>
                                        </p:attrNameLst>
                                      </p:cBhvr>
                                      <p:tavLst>
                                        <p:tav tm="0">
                                          <p:val>
                                            <p:strVal val="#ppt_y-#ppt_h/2"/>
                                          </p:val>
                                        </p:tav>
                                        <p:tav tm="100000">
                                          <p:val>
                                            <p:strVal val="#ppt_y"/>
                                          </p:val>
                                        </p:tav>
                                      </p:tavLst>
                                    </p:anim>
                                    <p:anim calcmode="lin" valueType="num">
                                      <p:cBhvr>
                                        <p:cTn id="85" dur="500" fill="hold"/>
                                        <p:tgtEl>
                                          <p:spTgt spid="642106"/>
                                        </p:tgtEl>
                                        <p:attrNameLst>
                                          <p:attrName>ppt_w</p:attrName>
                                        </p:attrNameLst>
                                      </p:cBhvr>
                                      <p:tavLst>
                                        <p:tav tm="0">
                                          <p:val>
                                            <p:strVal val="#ppt_w"/>
                                          </p:val>
                                        </p:tav>
                                        <p:tav tm="100000">
                                          <p:val>
                                            <p:strVal val="#ppt_w"/>
                                          </p:val>
                                        </p:tav>
                                      </p:tavLst>
                                    </p:anim>
                                    <p:anim calcmode="lin" valueType="num">
                                      <p:cBhvr>
                                        <p:cTn id="86" dur="500" fill="hold"/>
                                        <p:tgtEl>
                                          <p:spTgt spid="642106"/>
                                        </p:tgtEl>
                                        <p:attrNameLst>
                                          <p:attrName>ppt_h</p:attrName>
                                        </p:attrNameLst>
                                      </p:cBhvr>
                                      <p:tavLst>
                                        <p:tav tm="0">
                                          <p:val>
                                            <p:fltVal val="0"/>
                                          </p:val>
                                        </p:tav>
                                        <p:tav tm="100000">
                                          <p:val>
                                            <p:strVal val="#ppt_h"/>
                                          </p:val>
                                        </p:tav>
                                      </p:tavLst>
                                    </p:anim>
                                  </p:childTnLst>
                                </p:cTn>
                              </p:par>
                            </p:childTnLst>
                          </p:cTn>
                        </p:par>
                        <p:par>
                          <p:cTn id="87" fill="hold" nodeType="afterGroup">
                            <p:stCondLst>
                              <p:cond delay="1000"/>
                            </p:stCondLst>
                            <p:childTnLst>
                              <p:par>
                                <p:cTn id="88" presetID="22" presetClass="entr" presetSubtype="8" fill="hold" nodeType="afterEffect">
                                  <p:stCondLst>
                                    <p:cond delay="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500"/>
                                        <p:tgtEl>
                                          <p:spTgt spid="14"/>
                                        </p:tgtEl>
                                      </p:cBhvr>
                                    </p:animEffect>
                                  </p:childTnLst>
                                </p:cTn>
                              </p:par>
                            </p:childTnLst>
                          </p:cTn>
                        </p:par>
                      </p:childTnLst>
                    </p:cTn>
                  </p:par>
                  <p:par>
                    <p:cTn id="91" fill="hold" nodeType="clickPar">
                      <p:stCondLst>
                        <p:cond delay="indefinite"/>
                      </p:stCondLst>
                      <p:childTnLst>
                        <p:par>
                          <p:cTn id="92" fill="hold" nodeType="withGroup">
                            <p:stCondLst>
                              <p:cond delay="0"/>
                            </p:stCondLst>
                            <p:childTnLst>
                              <p:par>
                                <p:cTn id="93" presetID="12" presetClass="entr" presetSubtype="1" fill="hold" grpId="0" nodeType="clickEffect">
                                  <p:stCondLst>
                                    <p:cond delay="0"/>
                                  </p:stCondLst>
                                  <p:childTnLst>
                                    <p:set>
                                      <p:cBhvr>
                                        <p:cTn id="94" dur="1" fill="hold">
                                          <p:stCondLst>
                                            <p:cond delay="0"/>
                                          </p:stCondLst>
                                        </p:cTn>
                                        <p:tgtEl>
                                          <p:spTgt spid="642112"/>
                                        </p:tgtEl>
                                        <p:attrNameLst>
                                          <p:attrName>style.visibility</p:attrName>
                                        </p:attrNameLst>
                                      </p:cBhvr>
                                      <p:to>
                                        <p:strVal val="visible"/>
                                      </p:to>
                                    </p:set>
                                    <p:animEffect transition="in" filter="slide(fromTop)">
                                      <p:cBhvr>
                                        <p:cTn id="95" dur="500"/>
                                        <p:tgtEl>
                                          <p:spTgt spid="642112"/>
                                        </p:tgtEl>
                                      </p:cBhvr>
                                    </p:animEffect>
                                  </p:childTnLst>
                                </p:cTn>
                              </p:par>
                            </p:childTnLst>
                          </p:cTn>
                        </p:par>
                      </p:childTnLst>
                    </p:cTn>
                  </p:par>
                  <p:par>
                    <p:cTn id="96" fill="hold" nodeType="clickPar">
                      <p:stCondLst>
                        <p:cond delay="indefinite"/>
                      </p:stCondLst>
                      <p:childTnLst>
                        <p:par>
                          <p:cTn id="97" fill="hold" nodeType="withGroup">
                            <p:stCondLst>
                              <p:cond delay="0"/>
                            </p:stCondLst>
                            <p:childTnLst>
                              <p:par>
                                <p:cTn id="98" presetID="22" presetClass="entr" presetSubtype="1" fill="hold" nodeType="clickEffect">
                                  <p:stCondLst>
                                    <p:cond delay="0"/>
                                  </p:stCondLst>
                                  <p:childTnLst>
                                    <p:set>
                                      <p:cBhvr>
                                        <p:cTn id="99" dur="1" fill="hold">
                                          <p:stCondLst>
                                            <p:cond delay="0"/>
                                          </p:stCondLst>
                                        </p:cTn>
                                        <p:tgtEl>
                                          <p:spTgt spid="15"/>
                                        </p:tgtEl>
                                        <p:attrNameLst>
                                          <p:attrName>style.visibility</p:attrName>
                                        </p:attrNameLst>
                                      </p:cBhvr>
                                      <p:to>
                                        <p:strVal val="visible"/>
                                      </p:to>
                                    </p:set>
                                    <p:animEffect transition="in" filter="wipe(up)">
                                      <p:cBhvr>
                                        <p:cTn id="100" dur="500"/>
                                        <p:tgtEl>
                                          <p:spTgt spid="15"/>
                                        </p:tgtEl>
                                      </p:cBhvr>
                                    </p:animEffect>
                                  </p:childTnLst>
                                </p:cTn>
                              </p:par>
                            </p:childTnLst>
                          </p:cTn>
                        </p:par>
                      </p:childTnLst>
                    </p:cTn>
                  </p:par>
                  <p:par>
                    <p:cTn id="101" fill="hold" nodeType="clickPar">
                      <p:stCondLst>
                        <p:cond delay="indefinite"/>
                      </p:stCondLst>
                      <p:childTnLst>
                        <p:par>
                          <p:cTn id="102" fill="hold" nodeType="withGroup">
                            <p:stCondLst>
                              <p:cond delay="0"/>
                            </p:stCondLst>
                            <p:childTnLst>
                              <p:par>
                                <p:cTn id="103" presetID="22" presetClass="entr" presetSubtype="1" fill="hold" nodeType="clickEffect">
                                  <p:stCondLst>
                                    <p:cond delay="0"/>
                                  </p:stCondLst>
                                  <p:childTnLst>
                                    <p:set>
                                      <p:cBhvr>
                                        <p:cTn id="104" dur="1" fill="hold">
                                          <p:stCondLst>
                                            <p:cond delay="0"/>
                                          </p:stCondLst>
                                        </p:cTn>
                                        <p:tgtEl>
                                          <p:spTgt spid="16"/>
                                        </p:tgtEl>
                                        <p:attrNameLst>
                                          <p:attrName>style.visibility</p:attrName>
                                        </p:attrNameLst>
                                      </p:cBhvr>
                                      <p:to>
                                        <p:strVal val="visible"/>
                                      </p:to>
                                    </p:set>
                                    <p:animEffect transition="in" filter="wipe(up)">
                                      <p:cBhvr>
                                        <p:cTn id="105" dur="500"/>
                                        <p:tgtEl>
                                          <p:spTgt spid="16"/>
                                        </p:tgtEl>
                                      </p:cBhvr>
                                    </p:animEffect>
                                  </p:childTnLst>
                                </p:cTn>
                              </p:par>
                            </p:childTnLst>
                          </p:cTn>
                        </p:par>
                      </p:childTnLst>
                    </p:cTn>
                  </p:par>
                  <p:par>
                    <p:cTn id="106" fill="hold" nodeType="clickPar">
                      <p:stCondLst>
                        <p:cond delay="indefinite"/>
                      </p:stCondLst>
                      <p:childTnLst>
                        <p:par>
                          <p:cTn id="107" fill="hold" nodeType="withGroup">
                            <p:stCondLst>
                              <p:cond delay="0"/>
                            </p:stCondLst>
                            <p:childTnLst>
                              <p:par>
                                <p:cTn id="108" presetID="22" presetClass="entr" presetSubtype="1" fill="hold" nodeType="clickEffect">
                                  <p:stCondLst>
                                    <p:cond delay="0"/>
                                  </p:stCondLst>
                                  <p:childTnLst>
                                    <p:set>
                                      <p:cBhvr>
                                        <p:cTn id="109" dur="1" fill="hold">
                                          <p:stCondLst>
                                            <p:cond delay="0"/>
                                          </p:stCondLst>
                                        </p:cTn>
                                        <p:tgtEl>
                                          <p:spTgt spid="17"/>
                                        </p:tgtEl>
                                        <p:attrNameLst>
                                          <p:attrName>style.visibility</p:attrName>
                                        </p:attrNameLst>
                                      </p:cBhvr>
                                      <p:to>
                                        <p:strVal val="visible"/>
                                      </p:to>
                                    </p:set>
                                    <p:animEffect transition="in" filter="wipe(up)">
                                      <p:cBhvr>
                                        <p:cTn id="110" dur="500"/>
                                        <p:tgtEl>
                                          <p:spTgt spid="17"/>
                                        </p:tgtEl>
                                      </p:cBhvr>
                                    </p:animEffect>
                                  </p:childTnLst>
                                </p:cTn>
                              </p:par>
                            </p:childTnLst>
                          </p:cTn>
                        </p:par>
                      </p:childTnLst>
                    </p:cTn>
                  </p:par>
                  <p:par>
                    <p:cTn id="111" fill="hold" nodeType="clickPar">
                      <p:stCondLst>
                        <p:cond delay="indefinite"/>
                      </p:stCondLst>
                      <p:childTnLst>
                        <p:par>
                          <p:cTn id="112" fill="hold" nodeType="withGroup">
                            <p:stCondLst>
                              <p:cond delay="0"/>
                            </p:stCondLst>
                            <p:childTnLst>
                              <p:par>
                                <p:cTn id="113" presetID="22" presetClass="entr" presetSubtype="8" fill="hold" grpId="0" nodeType="clickEffect">
                                  <p:stCondLst>
                                    <p:cond delay="0"/>
                                  </p:stCondLst>
                                  <p:childTnLst>
                                    <p:set>
                                      <p:cBhvr>
                                        <p:cTn id="114" dur="1" fill="hold">
                                          <p:stCondLst>
                                            <p:cond delay="0"/>
                                          </p:stCondLst>
                                        </p:cTn>
                                        <p:tgtEl>
                                          <p:spTgt spid="642125"/>
                                        </p:tgtEl>
                                        <p:attrNameLst>
                                          <p:attrName>style.visibility</p:attrName>
                                        </p:attrNameLst>
                                      </p:cBhvr>
                                      <p:to>
                                        <p:strVal val="visible"/>
                                      </p:to>
                                    </p:set>
                                    <p:animEffect transition="in" filter="wipe(left)">
                                      <p:cBhvr>
                                        <p:cTn id="115" dur="500"/>
                                        <p:tgtEl>
                                          <p:spTgt spid="642125"/>
                                        </p:tgtEl>
                                      </p:cBhvr>
                                    </p:animEffect>
                                  </p:childTnLst>
                                </p:cTn>
                              </p:par>
                            </p:childTnLst>
                          </p:cTn>
                        </p:par>
                        <p:par>
                          <p:cTn id="116" fill="hold" nodeType="afterGroup">
                            <p:stCondLst>
                              <p:cond delay="500"/>
                            </p:stCondLst>
                            <p:childTnLst>
                              <p:par>
                                <p:cTn id="117" presetID="22" presetClass="entr" presetSubtype="8" fill="hold" nodeType="afterEffect">
                                  <p:stCondLst>
                                    <p:cond delay="0"/>
                                  </p:stCondLst>
                                  <p:childTnLst>
                                    <p:set>
                                      <p:cBhvr>
                                        <p:cTn id="118" dur="1" fill="hold">
                                          <p:stCondLst>
                                            <p:cond delay="0"/>
                                          </p:stCondLst>
                                        </p:cTn>
                                        <p:tgtEl>
                                          <p:spTgt spid="18"/>
                                        </p:tgtEl>
                                        <p:attrNameLst>
                                          <p:attrName>style.visibility</p:attrName>
                                        </p:attrNameLst>
                                      </p:cBhvr>
                                      <p:to>
                                        <p:strVal val="visible"/>
                                      </p:to>
                                    </p:set>
                                    <p:animEffect transition="in" filter="wipe(left)">
                                      <p:cBhvr>
                                        <p:cTn id="119" dur="500"/>
                                        <p:tgtEl>
                                          <p:spTgt spid="18"/>
                                        </p:tgtEl>
                                      </p:cBhvr>
                                    </p:animEffect>
                                  </p:childTnLst>
                                </p:cTn>
                              </p:par>
                            </p:childTnLst>
                          </p:cTn>
                        </p:par>
                      </p:childTnLst>
                    </p:cTn>
                  </p:par>
                  <p:par>
                    <p:cTn id="120" fill="hold" nodeType="clickPar">
                      <p:stCondLst>
                        <p:cond delay="indefinite"/>
                      </p:stCondLst>
                      <p:childTnLst>
                        <p:par>
                          <p:cTn id="121" fill="hold" nodeType="withGroup">
                            <p:stCondLst>
                              <p:cond delay="0"/>
                            </p:stCondLst>
                            <p:childTnLst>
                              <p:par>
                                <p:cTn id="122" presetID="17" presetClass="entr" presetSubtype="8" fill="hold" grpId="0" nodeType="clickEffect">
                                  <p:stCondLst>
                                    <p:cond delay="0"/>
                                  </p:stCondLst>
                                  <p:childTnLst>
                                    <p:set>
                                      <p:cBhvr>
                                        <p:cTn id="123" dur="1" fill="hold">
                                          <p:stCondLst>
                                            <p:cond delay="0"/>
                                          </p:stCondLst>
                                        </p:cTn>
                                        <p:tgtEl>
                                          <p:spTgt spid="642126"/>
                                        </p:tgtEl>
                                        <p:attrNameLst>
                                          <p:attrName>style.visibility</p:attrName>
                                        </p:attrNameLst>
                                      </p:cBhvr>
                                      <p:to>
                                        <p:strVal val="visible"/>
                                      </p:to>
                                    </p:set>
                                    <p:anim calcmode="lin" valueType="num">
                                      <p:cBhvr>
                                        <p:cTn id="124" dur="500" fill="hold"/>
                                        <p:tgtEl>
                                          <p:spTgt spid="642126"/>
                                        </p:tgtEl>
                                        <p:attrNameLst>
                                          <p:attrName>ppt_x</p:attrName>
                                        </p:attrNameLst>
                                      </p:cBhvr>
                                      <p:tavLst>
                                        <p:tav tm="0">
                                          <p:val>
                                            <p:strVal val="#ppt_x-#ppt_w/2"/>
                                          </p:val>
                                        </p:tav>
                                        <p:tav tm="100000">
                                          <p:val>
                                            <p:strVal val="#ppt_x"/>
                                          </p:val>
                                        </p:tav>
                                      </p:tavLst>
                                    </p:anim>
                                    <p:anim calcmode="lin" valueType="num">
                                      <p:cBhvr>
                                        <p:cTn id="125" dur="500" fill="hold"/>
                                        <p:tgtEl>
                                          <p:spTgt spid="642126"/>
                                        </p:tgtEl>
                                        <p:attrNameLst>
                                          <p:attrName>ppt_y</p:attrName>
                                        </p:attrNameLst>
                                      </p:cBhvr>
                                      <p:tavLst>
                                        <p:tav tm="0">
                                          <p:val>
                                            <p:strVal val="#ppt_y"/>
                                          </p:val>
                                        </p:tav>
                                        <p:tav tm="100000">
                                          <p:val>
                                            <p:strVal val="#ppt_y"/>
                                          </p:val>
                                        </p:tav>
                                      </p:tavLst>
                                    </p:anim>
                                    <p:anim calcmode="lin" valueType="num">
                                      <p:cBhvr>
                                        <p:cTn id="126" dur="500" fill="hold"/>
                                        <p:tgtEl>
                                          <p:spTgt spid="642126"/>
                                        </p:tgtEl>
                                        <p:attrNameLst>
                                          <p:attrName>ppt_w</p:attrName>
                                        </p:attrNameLst>
                                      </p:cBhvr>
                                      <p:tavLst>
                                        <p:tav tm="0">
                                          <p:val>
                                            <p:fltVal val="0"/>
                                          </p:val>
                                        </p:tav>
                                        <p:tav tm="100000">
                                          <p:val>
                                            <p:strVal val="#ppt_w"/>
                                          </p:val>
                                        </p:tav>
                                      </p:tavLst>
                                    </p:anim>
                                    <p:anim calcmode="lin" valueType="num">
                                      <p:cBhvr>
                                        <p:cTn id="127" dur="500" fill="hold"/>
                                        <p:tgtEl>
                                          <p:spTgt spid="642126"/>
                                        </p:tgtEl>
                                        <p:attrNameLst>
                                          <p:attrName>ppt_h</p:attrName>
                                        </p:attrNameLst>
                                      </p:cBhvr>
                                      <p:tavLst>
                                        <p:tav tm="0">
                                          <p:val>
                                            <p:strVal val="#ppt_h"/>
                                          </p:val>
                                        </p:tav>
                                        <p:tav tm="100000">
                                          <p:val>
                                            <p:strVal val="#ppt_h"/>
                                          </p:val>
                                        </p:tav>
                                      </p:tavLst>
                                    </p:anim>
                                  </p:childTnLst>
                                </p:cTn>
                              </p:par>
                            </p:childTnLst>
                          </p:cTn>
                        </p:par>
                        <p:par>
                          <p:cTn id="128" fill="hold" nodeType="afterGroup">
                            <p:stCondLst>
                              <p:cond delay="500"/>
                            </p:stCondLst>
                            <p:childTnLst>
                              <p:par>
                                <p:cTn id="129" presetID="1" presetClass="entr" presetSubtype="0" fill="hold" grpId="0" nodeType="afterEffect">
                                  <p:stCondLst>
                                    <p:cond delay="0"/>
                                  </p:stCondLst>
                                  <p:childTnLst>
                                    <p:set>
                                      <p:cBhvr>
                                        <p:cTn id="130" dur="1" fill="hold">
                                          <p:stCondLst>
                                            <p:cond delay="499"/>
                                          </p:stCondLst>
                                        </p:cTn>
                                        <p:tgtEl>
                                          <p:spTgt spid="642127"/>
                                        </p:tgtEl>
                                        <p:attrNameLst>
                                          <p:attrName>style.visibility</p:attrName>
                                        </p:attrNameLst>
                                      </p:cBhvr>
                                      <p:to>
                                        <p:strVal val="visible"/>
                                      </p:to>
                                    </p:set>
                                  </p:childTnLst>
                                </p:cTn>
                              </p:par>
                            </p:childTnLst>
                          </p:cTn>
                        </p:par>
                        <p:par>
                          <p:cTn id="131" fill="hold" nodeType="afterGroup">
                            <p:stCondLst>
                              <p:cond delay="1000"/>
                            </p:stCondLst>
                            <p:childTnLst>
                              <p:par>
                                <p:cTn id="132" presetID="22" presetClass="entr" presetSubtype="1" fill="hold" grpId="0" nodeType="afterEffect">
                                  <p:stCondLst>
                                    <p:cond delay="0"/>
                                  </p:stCondLst>
                                  <p:childTnLst>
                                    <p:set>
                                      <p:cBhvr>
                                        <p:cTn id="133" dur="1" fill="hold">
                                          <p:stCondLst>
                                            <p:cond delay="0"/>
                                          </p:stCondLst>
                                        </p:cTn>
                                        <p:tgtEl>
                                          <p:spTgt spid="642129"/>
                                        </p:tgtEl>
                                        <p:attrNameLst>
                                          <p:attrName>style.visibility</p:attrName>
                                        </p:attrNameLst>
                                      </p:cBhvr>
                                      <p:to>
                                        <p:strVal val="visible"/>
                                      </p:to>
                                    </p:set>
                                    <p:animEffect transition="in" filter="wipe(up)">
                                      <p:cBhvr>
                                        <p:cTn id="134" dur="500"/>
                                        <p:tgtEl>
                                          <p:spTgt spid="642129"/>
                                        </p:tgtEl>
                                      </p:cBhvr>
                                    </p:animEffect>
                                  </p:childTnLst>
                                </p:cTn>
                              </p:par>
                            </p:childTnLst>
                          </p:cTn>
                        </p:par>
                      </p:childTnLst>
                    </p:cTn>
                  </p:par>
                  <p:par>
                    <p:cTn id="135" fill="hold" nodeType="clickPar">
                      <p:stCondLst>
                        <p:cond delay="indefinite"/>
                      </p:stCondLst>
                      <p:childTnLst>
                        <p:par>
                          <p:cTn id="136" fill="hold" nodeType="withGroup">
                            <p:stCondLst>
                              <p:cond delay="0"/>
                            </p:stCondLst>
                            <p:childTnLst>
                              <p:par>
                                <p:cTn id="137" presetID="17" presetClass="entr" presetSubtype="4" fill="hold" nodeType="clickEffect">
                                  <p:stCondLst>
                                    <p:cond delay="0"/>
                                  </p:stCondLst>
                                  <p:childTnLst>
                                    <p:set>
                                      <p:cBhvr>
                                        <p:cTn id="138" dur="1" fill="hold">
                                          <p:stCondLst>
                                            <p:cond delay="0"/>
                                          </p:stCondLst>
                                        </p:cTn>
                                        <p:tgtEl>
                                          <p:spTgt spid="642130"/>
                                        </p:tgtEl>
                                        <p:attrNameLst>
                                          <p:attrName>style.visibility</p:attrName>
                                        </p:attrNameLst>
                                      </p:cBhvr>
                                      <p:to>
                                        <p:strVal val="visible"/>
                                      </p:to>
                                    </p:set>
                                    <p:anim calcmode="lin" valueType="num">
                                      <p:cBhvr>
                                        <p:cTn id="139" dur="500" fill="hold"/>
                                        <p:tgtEl>
                                          <p:spTgt spid="642130"/>
                                        </p:tgtEl>
                                        <p:attrNameLst>
                                          <p:attrName>ppt_x</p:attrName>
                                        </p:attrNameLst>
                                      </p:cBhvr>
                                      <p:tavLst>
                                        <p:tav tm="0">
                                          <p:val>
                                            <p:strVal val="#ppt_x"/>
                                          </p:val>
                                        </p:tav>
                                        <p:tav tm="100000">
                                          <p:val>
                                            <p:strVal val="#ppt_x"/>
                                          </p:val>
                                        </p:tav>
                                      </p:tavLst>
                                    </p:anim>
                                    <p:anim calcmode="lin" valueType="num">
                                      <p:cBhvr>
                                        <p:cTn id="140" dur="500" fill="hold"/>
                                        <p:tgtEl>
                                          <p:spTgt spid="642130"/>
                                        </p:tgtEl>
                                        <p:attrNameLst>
                                          <p:attrName>ppt_y</p:attrName>
                                        </p:attrNameLst>
                                      </p:cBhvr>
                                      <p:tavLst>
                                        <p:tav tm="0">
                                          <p:val>
                                            <p:strVal val="#ppt_y+#ppt_h/2"/>
                                          </p:val>
                                        </p:tav>
                                        <p:tav tm="100000">
                                          <p:val>
                                            <p:strVal val="#ppt_y"/>
                                          </p:val>
                                        </p:tav>
                                      </p:tavLst>
                                    </p:anim>
                                    <p:anim calcmode="lin" valueType="num">
                                      <p:cBhvr>
                                        <p:cTn id="141" dur="500" fill="hold"/>
                                        <p:tgtEl>
                                          <p:spTgt spid="642130"/>
                                        </p:tgtEl>
                                        <p:attrNameLst>
                                          <p:attrName>ppt_w</p:attrName>
                                        </p:attrNameLst>
                                      </p:cBhvr>
                                      <p:tavLst>
                                        <p:tav tm="0">
                                          <p:val>
                                            <p:strVal val="#ppt_w"/>
                                          </p:val>
                                        </p:tav>
                                        <p:tav tm="100000">
                                          <p:val>
                                            <p:strVal val="#ppt_w"/>
                                          </p:val>
                                        </p:tav>
                                      </p:tavLst>
                                    </p:anim>
                                    <p:anim calcmode="lin" valueType="num">
                                      <p:cBhvr>
                                        <p:cTn id="142" dur="500" fill="hold"/>
                                        <p:tgtEl>
                                          <p:spTgt spid="642130"/>
                                        </p:tgtEl>
                                        <p:attrNameLst>
                                          <p:attrName>ppt_h</p:attrName>
                                        </p:attrNameLst>
                                      </p:cBhvr>
                                      <p:tavLst>
                                        <p:tav tm="0">
                                          <p:val>
                                            <p:fltVal val="0"/>
                                          </p:val>
                                        </p:tav>
                                        <p:tav tm="100000">
                                          <p:val>
                                            <p:strVal val="#ppt_h"/>
                                          </p:val>
                                        </p:tav>
                                      </p:tavLst>
                                    </p:anim>
                                  </p:childTnLst>
                                </p:cTn>
                              </p:par>
                            </p:childTnLst>
                          </p:cTn>
                        </p:par>
                        <p:par>
                          <p:cTn id="143" fill="hold" nodeType="afterGroup">
                            <p:stCondLst>
                              <p:cond delay="500"/>
                            </p:stCondLst>
                            <p:childTnLst>
                              <p:par>
                                <p:cTn id="144" presetID="1" presetClass="entr" presetSubtype="0" fill="hold" grpId="0" nodeType="afterEffect">
                                  <p:stCondLst>
                                    <p:cond delay="0"/>
                                  </p:stCondLst>
                                  <p:childTnLst>
                                    <p:set>
                                      <p:cBhvr>
                                        <p:cTn id="145" dur="1" fill="hold">
                                          <p:stCondLst>
                                            <p:cond delay="499"/>
                                          </p:stCondLst>
                                        </p:cTn>
                                        <p:tgtEl>
                                          <p:spTgt spid="642128"/>
                                        </p:tgtEl>
                                        <p:attrNameLst>
                                          <p:attrName>style.visibility</p:attrName>
                                        </p:attrNameLst>
                                      </p:cBhvr>
                                      <p:to>
                                        <p:strVal val="visible"/>
                                      </p:to>
                                    </p:set>
                                  </p:childTnLst>
                                </p:cTn>
                              </p:par>
                            </p:childTnLst>
                          </p:cTn>
                        </p:par>
                      </p:childTnLst>
                    </p:cTn>
                  </p:par>
                  <p:par>
                    <p:cTn id="146" fill="hold" nodeType="clickPar">
                      <p:stCondLst>
                        <p:cond delay="indefinite"/>
                      </p:stCondLst>
                      <p:childTnLst>
                        <p:par>
                          <p:cTn id="147" fill="hold" nodeType="withGroup">
                            <p:stCondLst>
                              <p:cond delay="0"/>
                            </p:stCondLst>
                            <p:childTnLst>
                              <p:par>
                                <p:cTn id="148" presetID="22" presetClass="entr" presetSubtype="8" fill="hold" grpId="0" nodeType="clickEffect">
                                  <p:stCondLst>
                                    <p:cond delay="0"/>
                                  </p:stCondLst>
                                  <p:childTnLst>
                                    <p:set>
                                      <p:cBhvr>
                                        <p:cTn id="149" dur="1" fill="hold">
                                          <p:stCondLst>
                                            <p:cond delay="0"/>
                                          </p:stCondLst>
                                        </p:cTn>
                                        <p:tgtEl>
                                          <p:spTgt spid="642134"/>
                                        </p:tgtEl>
                                        <p:attrNameLst>
                                          <p:attrName>style.visibility</p:attrName>
                                        </p:attrNameLst>
                                      </p:cBhvr>
                                      <p:to>
                                        <p:strVal val="visible"/>
                                      </p:to>
                                    </p:set>
                                    <p:animEffect transition="in" filter="wipe(left)">
                                      <p:cBhvr>
                                        <p:cTn id="150" dur="500"/>
                                        <p:tgtEl>
                                          <p:spTgt spid="642134"/>
                                        </p:tgtEl>
                                      </p:cBhvr>
                                    </p:animEffect>
                                  </p:childTnLst>
                                </p:cTn>
                              </p:par>
                            </p:childTnLst>
                          </p:cTn>
                        </p:par>
                        <p:par>
                          <p:cTn id="151" fill="hold" nodeType="afterGroup">
                            <p:stCondLst>
                              <p:cond delay="500"/>
                            </p:stCondLst>
                            <p:childTnLst>
                              <p:par>
                                <p:cTn id="152" presetID="22" presetClass="entr" presetSubtype="8" fill="hold" nodeType="afterEffect">
                                  <p:stCondLst>
                                    <p:cond delay="0"/>
                                  </p:stCondLst>
                                  <p:childTnLst>
                                    <p:set>
                                      <p:cBhvr>
                                        <p:cTn id="153" dur="1" fill="hold">
                                          <p:stCondLst>
                                            <p:cond delay="0"/>
                                          </p:stCondLst>
                                        </p:cTn>
                                        <p:tgtEl>
                                          <p:spTgt spid="19"/>
                                        </p:tgtEl>
                                        <p:attrNameLst>
                                          <p:attrName>style.visibility</p:attrName>
                                        </p:attrNameLst>
                                      </p:cBhvr>
                                      <p:to>
                                        <p:strVal val="visible"/>
                                      </p:to>
                                    </p:set>
                                    <p:animEffect transition="in" filter="wipe(left)">
                                      <p:cBhvr>
                                        <p:cTn id="154" dur="500"/>
                                        <p:tgtEl>
                                          <p:spTgt spid="19"/>
                                        </p:tgtEl>
                                      </p:cBhvr>
                                    </p:animEffect>
                                  </p:childTnLst>
                                </p:cTn>
                              </p:par>
                            </p:childTnLst>
                          </p:cTn>
                        </p:par>
                      </p:childTnLst>
                    </p:cTn>
                  </p:par>
                  <p:par>
                    <p:cTn id="155" fill="hold" nodeType="clickPar">
                      <p:stCondLst>
                        <p:cond delay="indefinite"/>
                      </p:stCondLst>
                      <p:childTnLst>
                        <p:par>
                          <p:cTn id="156" fill="hold" nodeType="withGroup">
                            <p:stCondLst>
                              <p:cond delay="0"/>
                            </p:stCondLst>
                            <p:childTnLst>
                              <p:par>
                                <p:cTn id="157" presetID="22" presetClass="entr" presetSubtype="8" fill="hold" grpId="0" nodeType="clickEffect">
                                  <p:stCondLst>
                                    <p:cond delay="0"/>
                                  </p:stCondLst>
                                  <p:childTnLst>
                                    <p:set>
                                      <p:cBhvr>
                                        <p:cTn id="158" dur="1" fill="hold">
                                          <p:stCondLst>
                                            <p:cond delay="0"/>
                                          </p:stCondLst>
                                        </p:cTn>
                                        <p:tgtEl>
                                          <p:spTgt spid="642143"/>
                                        </p:tgtEl>
                                        <p:attrNameLst>
                                          <p:attrName>style.visibility</p:attrName>
                                        </p:attrNameLst>
                                      </p:cBhvr>
                                      <p:to>
                                        <p:strVal val="visible"/>
                                      </p:to>
                                    </p:set>
                                    <p:animEffect transition="in" filter="wipe(left)">
                                      <p:cBhvr>
                                        <p:cTn id="159" dur="500"/>
                                        <p:tgtEl>
                                          <p:spTgt spid="642143"/>
                                        </p:tgtEl>
                                      </p:cBhvr>
                                    </p:animEffect>
                                  </p:childTnLst>
                                </p:cTn>
                              </p:par>
                            </p:childTnLst>
                          </p:cTn>
                        </p:par>
                        <p:par>
                          <p:cTn id="160" fill="hold" nodeType="afterGroup">
                            <p:stCondLst>
                              <p:cond delay="500"/>
                            </p:stCondLst>
                            <p:childTnLst>
                              <p:par>
                                <p:cTn id="161" presetID="12" presetClass="entr" presetSubtype="8" fill="hold" nodeType="afterEffect">
                                  <p:stCondLst>
                                    <p:cond delay="0"/>
                                  </p:stCondLst>
                                  <p:childTnLst>
                                    <p:set>
                                      <p:cBhvr>
                                        <p:cTn id="162" dur="1" fill="hold">
                                          <p:stCondLst>
                                            <p:cond delay="0"/>
                                          </p:stCondLst>
                                        </p:cTn>
                                        <p:tgtEl>
                                          <p:spTgt spid="20"/>
                                        </p:tgtEl>
                                        <p:attrNameLst>
                                          <p:attrName>style.visibility</p:attrName>
                                        </p:attrNameLst>
                                      </p:cBhvr>
                                      <p:to>
                                        <p:strVal val="visible"/>
                                      </p:to>
                                    </p:set>
                                    <p:animEffect transition="in" filter="slide(fromLeft)">
                                      <p:cBhvr>
                                        <p:cTn id="163" dur="500"/>
                                        <p:tgtEl>
                                          <p:spTgt spid="20"/>
                                        </p:tgtEl>
                                      </p:cBhvr>
                                    </p:animEffect>
                                  </p:childTnLst>
                                </p:cTn>
                              </p:par>
                            </p:childTnLst>
                          </p:cTn>
                        </p:par>
                      </p:childTnLst>
                    </p:cTn>
                  </p:par>
                  <p:par>
                    <p:cTn id="164" fill="hold" nodeType="clickPar">
                      <p:stCondLst>
                        <p:cond delay="indefinite"/>
                      </p:stCondLst>
                      <p:childTnLst>
                        <p:par>
                          <p:cTn id="165" fill="hold" nodeType="withGroup">
                            <p:stCondLst>
                              <p:cond delay="0"/>
                            </p:stCondLst>
                            <p:childTnLst>
                              <p:par>
                                <p:cTn id="166" presetID="17" presetClass="entr" presetSubtype="8" fill="hold" grpId="0" nodeType="clickEffect">
                                  <p:stCondLst>
                                    <p:cond delay="0"/>
                                  </p:stCondLst>
                                  <p:childTnLst>
                                    <p:set>
                                      <p:cBhvr>
                                        <p:cTn id="167" dur="1" fill="hold">
                                          <p:stCondLst>
                                            <p:cond delay="0"/>
                                          </p:stCondLst>
                                        </p:cTn>
                                        <p:tgtEl>
                                          <p:spTgt spid="642135"/>
                                        </p:tgtEl>
                                        <p:attrNameLst>
                                          <p:attrName>style.visibility</p:attrName>
                                        </p:attrNameLst>
                                      </p:cBhvr>
                                      <p:to>
                                        <p:strVal val="visible"/>
                                      </p:to>
                                    </p:set>
                                    <p:anim calcmode="lin" valueType="num">
                                      <p:cBhvr>
                                        <p:cTn id="168" dur="500" fill="hold"/>
                                        <p:tgtEl>
                                          <p:spTgt spid="642135"/>
                                        </p:tgtEl>
                                        <p:attrNameLst>
                                          <p:attrName>ppt_x</p:attrName>
                                        </p:attrNameLst>
                                      </p:cBhvr>
                                      <p:tavLst>
                                        <p:tav tm="0">
                                          <p:val>
                                            <p:strVal val="#ppt_x-#ppt_w/2"/>
                                          </p:val>
                                        </p:tav>
                                        <p:tav tm="100000">
                                          <p:val>
                                            <p:strVal val="#ppt_x"/>
                                          </p:val>
                                        </p:tav>
                                      </p:tavLst>
                                    </p:anim>
                                    <p:anim calcmode="lin" valueType="num">
                                      <p:cBhvr>
                                        <p:cTn id="169" dur="500" fill="hold"/>
                                        <p:tgtEl>
                                          <p:spTgt spid="642135"/>
                                        </p:tgtEl>
                                        <p:attrNameLst>
                                          <p:attrName>ppt_y</p:attrName>
                                        </p:attrNameLst>
                                      </p:cBhvr>
                                      <p:tavLst>
                                        <p:tav tm="0">
                                          <p:val>
                                            <p:strVal val="#ppt_y"/>
                                          </p:val>
                                        </p:tav>
                                        <p:tav tm="100000">
                                          <p:val>
                                            <p:strVal val="#ppt_y"/>
                                          </p:val>
                                        </p:tav>
                                      </p:tavLst>
                                    </p:anim>
                                    <p:anim calcmode="lin" valueType="num">
                                      <p:cBhvr>
                                        <p:cTn id="170" dur="500" fill="hold"/>
                                        <p:tgtEl>
                                          <p:spTgt spid="642135"/>
                                        </p:tgtEl>
                                        <p:attrNameLst>
                                          <p:attrName>ppt_w</p:attrName>
                                        </p:attrNameLst>
                                      </p:cBhvr>
                                      <p:tavLst>
                                        <p:tav tm="0">
                                          <p:val>
                                            <p:fltVal val="0"/>
                                          </p:val>
                                        </p:tav>
                                        <p:tav tm="100000">
                                          <p:val>
                                            <p:strVal val="#ppt_w"/>
                                          </p:val>
                                        </p:tav>
                                      </p:tavLst>
                                    </p:anim>
                                    <p:anim calcmode="lin" valueType="num">
                                      <p:cBhvr>
                                        <p:cTn id="171" dur="500" fill="hold"/>
                                        <p:tgtEl>
                                          <p:spTgt spid="642135"/>
                                        </p:tgtEl>
                                        <p:attrNameLst>
                                          <p:attrName>ppt_h</p:attrName>
                                        </p:attrNameLst>
                                      </p:cBhvr>
                                      <p:tavLst>
                                        <p:tav tm="0">
                                          <p:val>
                                            <p:strVal val="#ppt_h"/>
                                          </p:val>
                                        </p:tav>
                                        <p:tav tm="100000">
                                          <p:val>
                                            <p:strVal val="#ppt_h"/>
                                          </p:val>
                                        </p:tav>
                                      </p:tavLst>
                                    </p:anim>
                                  </p:childTnLst>
                                </p:cTn>
                              </p:par>
                            </p:childTnLst>
                          </p:cTn>
                        </p:par>
                        <p:par>
                          <p:cTn id="172" fill="hold" nodeType="afterGroup">
                            <p:stCondLst>
                              <p:cond delay="500"/>
                            </p:stCondLst>
                            <p:childTnLst>
                              <p:par>
                                <p:cTn id="173" presetID="1" presetClass="entr" presetSubtype="0" fill="hold" grpId="0" nodeType="afterEffect">
                                  <p:stCondLst>
                                    <p:cond delay="0"/>
                                  </p:stCondLst>
                                  <p:childTnLst>
                                    <p:set>
                                      <p:cBhvr>
                                        <p:cTn id="174" dur="1" fill="hold">
                                          <p:stCondLst>
                                            <p:cond delay="499"/>
                                          </p:stCondLst>
                                        </p:cTn>
                                        <p:tgtEl>
                                          <p:spTgt spid="642136"/>
                                        </p:tgtEl>
                                        <p:attrNameLst>
                                          <p:attrName>style.visibility</p:attrName>
                                        </p:attrNameLst>
                                      </p:cBhvr>
                                      <p:to>
                                        <p:strVal val="visible"/>
                                      </p:to>
                                    </p:set>
                                  </p:childTnLst>
                                </p:cTn>
                              </p:par>
                            </p:childTnLst>
                          </p:cTn>
                        </p:par>
                        <p:par>
                          <p:cTn id="175" fill="hold" nodeType="afterGroup">
                            <p:stCondLst>
                              <p:cond delay="1000"/>
                            </p:stCondLst>
                            <p:childTnLst>
                              <p:par>
                                <p:cTn id="176" presetID="17" presetClass="entr" presetSubtype="1" fill="hold" nodeType="afterEffect">
                                  <p:stCondLst>
                                    <p:cond delay="0"/>
                                  </p:stCondLst>
                                  <p:childTnLst>
                                    <p:set>
                                      <p:cBhvr>
                                        <p:cTn id="177" dur="1" fill="hold">
                                          <p:stCondLst>
                                            <p:cond delay="0"/>
                                          </p:stCondLst>
                                        </p:cTn>
                                        <p:tgtEl>
                                          <p:spTgt spid="642137"/>
                                        </p:tgtEl>
                                        <p:attrNameLst>
                                          <p:attrName>style.visibility</p:attrName>
                                        </p:attrNameLst>
                                      </p:cBhvr>
                                      <p:to>
                                        <p:strVal val="visible"/>
                                      </p:to>
                                    </p:set>
                                    <p:anim calcmode="lin" valueType="num">
                                      <p:cBhvr>
                                        <p:cTn id="178" dur="500" fill="hold"/>
                                        <p:tgtEl>
                                          <p:spTgt spid="642137"/>
                                        </p:tgtEl>
                                        <p:attrNameLst>
                                          <p:attrName>ppt_x</p:attrName>
                                        </p:attrNameLst>
                                      </p:cBhvr>
                                      <p:tavLst>
                                        <p:tav tm="0">
                                          <p:val>
                                            <p:strVal val="#ppt_x"/>
                                          </p:val>
                                        </p:tav>
                                        <p:tav tm="100000">
                                          <p:val>
                                            <p:strVal val="#ppt_x"/>
                                          </p:val>
                                        </p:tav>
                                      </p:tavLst>
                                    </p:anim>
                                    <p:anim calcmode="lin" valueType="num">
                                      <p:cBhvr>
                                        <p:cTn id="179" dur="500" fill="hold"/>
                                        <p:tgtEl>
                                          <p:spTgt spid="642137"/>
                                        </p:tgtEl>
                                        <p:attrNameLst>
                                          <p:attrName>ppt_y</p:attrName>
                                        </p:attrNameLst>
                                      </p:cBhvr>
                                      <p:tavLst>
                                        <p:tav tm="0">
                                          <p:val>
                                            <p:strVal val="#ppt_y-#ppt_h/2"/>
                                          </p:val>
                                        </p:tav>
                                        <p:tav tm="100000">
                                          <p:val>
                                            <p:strVal val="#ppt_y"/>
                                          </p:val>
                                        </p:tav>
                                      </p:tavLst>
                                    </p:anim>
                                    <p:anim calcmode="lin" valueType="num">
                                      <p:cBhvr>
                                        <p:cTn id="180" dur="500" fill="hold"/>
                                        <p:tgtEl>
                                          <p:spTgt spid="642137"/>
                                        </p:tgtEl>
                                        <p:attrNameLst>
                                          <p:attrName>ppt_w</p:attrName>
                                        </p:attrNameLst>
                                      </p:cBhvr>
                                      <p:tavLst>
                                        <p:tav tm="0">
                                          <p:val>
                                            <p:strVal val="#ppt_w"/>
                                          </p:val>
                                        </p:tav>
                                        <p:tav tm="100000">
                                          <p:val>
                                            <p:strVal val="#ppt_w"/>
                                          </p:val>
                                        </p:tav>
                                      </p:tavLst>
                                    </p:anim>
                                    <p:anim calcmode="lin" valueType="num">
                                      <p:cBhvr>
                                        <p:cTn id="181" dur="500" fill="hold"/>
                                        <p:tgtEl>
                                          <p:spTgt spid="642137"/>
                                        </p:tgtEl>
                                        <p:attrNameLst>
                                          <p:attrName>ppt_h</p:attrName>
                                        </p:attrNameLst>
                                      </p:cBhvr>
                                      <p:tavLst>
                                        <p:tav tm="0">
                                          <p:val>
                                            <p:fltVal val="0"/>
                                          </p:val>
                                        </p:tav>
                                        <p:tav tm="100000">
                                          <p:val>
                                            <p:strVal val="#ppt_h"/>
                                          </p:val>
                                        </p:tav>
                                      </p:tavLst>
                                    </p:anim>
                                  </p:childTnLst>
                                </p:cTn>
                              </p:par>
                            </p:childTnLst>
                          </p:cTn>
                        </p:par>
                      </p:childTnLst>
                    </p:cTn>
                  </p:par>
                  <p:par>
                    <p:cTn id="182" fill="hold" nodeType="clickPar">
                      <p:stCondLst>
                        <p:cond delay="indefinite"/>
                      </p:stCondLst>
                      <p:childTnLst>
                        <p:par>
                          <p:cTn id="183" fill="hold" nodeType="withGroup">
                            <p:stCondLst>
                              <p:cond delay="0"/>
                            </p:stCondLst>
                            <p:childTnLst>
                              <p:par>
                                <p:cTn id="184" presetID="22" presetClass="entr" presetSubtype="4" fill="hold" nodeType="clickEffect">
                                  <p:stCondLst>
                                    <p:cond delay="0"/>
                                  </p:stCondLst>
                                  <p:childTnLst>
                                    <p:set>
                                      <p:cBhvr>
                                        <p:cTn id="185" dur="1" fill="hold">
                                          <p:stCondLst>
                                            <p:cond delay="0"/>
                                          </p:stCondLst>
                                        </p:cTn>
                                        <p:tgtEl>
                                          <p:spTgt spid="642139"/>
                                        </p:tgtEl>
                                        <p:attrNameLst>
                                          <p:attrName>style.visibility</p:attrName>
                                        </p:attrNameLst>
                                      </p:cBhvr>
                                      <p:to>
                                        <p:strVal val="visible"/>
                                      </p:to>
                                    </p:set>
                                    <p:animEffect transition="in" filter="wipe(down)">
                                      <p:cBhvr>
                                        <p:cTn id="186" dur="500"/>
                                        <p:tgtEl>
                                          <p:spTgt spid="642139"/>
                                        </p:tgtEl>
                                      </p:cBhvr>
                                    </p:animEffect>
                                  </p:childTnLst>
                                </p:cTn>
                              </p:par>
                            </p:childTnLst>
                          </p:cTn>
                        </p:par>
                        <p:par>
                          <p:cTn id="187" fill="hold" nodeType="afterGroup">
                            <p:stCondLst>
                              <p:cond delay="500"/>
                            </p:stCondLst>
                            <p:childTnLst>
                              <p:par>
                                <p:cTn id="188" presetID="1" presetClass="entr" presetSubtype="0" fill="hold" grpId="0" nodeType="afterEffect">
                                  <p:stCondLst>
                                    <p:cond delay="0"/>
                                  </p:stCondLst>
                                  <p:childTnLst>
                                    <p:set>
                                      <p:cBhvr>
                                        <p:cTn id="189" dur="1" fill="hold">
                                          <p:stCondLst>
                                            <p:cond delay="499"/>
                                          </p:stCondLst>
                                        </p:cTn>
                                        <p:tgtEl>
                                          <p:spTgt spid="642138"/>
                                        </p:tgtEl>
                                        <p:attrNameLst>
                                          <p:attrName>style.visibility</p:attrName>
                                        </p:attrNameLst>
                                      </p:cBhvr>
                                      <p:to>
                                        <p:strVal val="visible"/>
                                      </p:to>
                                    </p:set>
                                  </p:childTnLst>
                                </p:cTn>
                              </p:par>
                            </p:childTnLst>
                          </p:cTn>
                        </p:par>
                      </p:childTnLst>
                    </p:cTn>
                  </p:par>
                  <p:par>
                    <p:cTn id="190" fill="hold" nodeType="clickPar">
                      <p:stCondLst>
                        <p:cond delay="indefinite"/>
                      </p:stCondLst>
                      <p:childTnLst>
                        <p:par>
                          <p:cTn id="191" fill="hold" nodeType="withGroup">
                            <p:stCondLst>
                              <p:cond delay="0"/>
                            </p:stCondLst>
                            <p:childTnLst>
                              <p:par>
                                <p:cTn id="192" presetID="12" presetClass="entr" presetSubtype="8" fill="hold" grpId="0" nodeType="clickEffect">
                                  <p:stCondLst>
                                    <p:cond delay="0"/>
                                  </p:stCondLst>
                                  <p:childTnLst>
                                    <p:set>
                                      <p:cBhvr>
                                        <p:cTn id="193" dur="1" fill="hold">
                                          <p:stCondLst>
                                            <p:cond delay="0"/>
                                          </p:stCondLst>
                                        </p:cTn>
                                        <p:tgtEl>
                                          <p:spTgt spid="642147"/>
                                        </p:tgtEl>
                                        <p:attrNameLst>
                                          <p:attrName>style.visibility</p:attrName>
                                        </p:attrNameLst>
                                      </p:cBhvr>
                                      <p:to>
                                        <p:strVal val="visible"/>
                                      </p:to>
                                    </p:set>
                                    <p:animEffect transition="in" filter="slide(fromLeft)">
                                      <p:cBhvr>
                                        <p:cTn id="194" dur="500"/>
                                        <p:tgtEl>
                                          <p:spTgt spid="642147"/>
                                        </p:tgtEl>
                                      </p:cBhvr>
                                    </p:animEffect>
                                  </p:childTnLst>
                                </p:cTn>
                              </p:par>
                            </p:childTnLst>
                          </p:cTn>
                        </p:par>
                        <p:par>
                          <p:cTn id="195" fill="hold" nodeType="afterGroup">
                            <p:stCondLst>
                              <p:cond delay="500"/>
                            </p:stCondLst>
                            <p:childTnLst>
                              <p:par>
                                <p:cTn id="196" presetID="12" presetClass="entr" presetSubtype="8" fill="hold" nodeType="afterEffect">
                                  <p:stCondLst>
                                    <p:cond delay="0"/>
                                  </p:stCondLst>
                                  <p:childTnLst>
                                    <p:set>
                                      <p:cBhvr>
                                        <p:cTn id="197" dur="1" fill="hold">
                                          <p:stCondLst>
                                            <p:cond delay="0"/>
                                          </p:stCondLst>
                                        </p:cTn>
                                        <p:tgtEl>
                                          <p:spTgt spid="21"/>
                                        </p:tgtEl>
                                        <p:attrNameLst>
                                          <p:attrName>style.visibility</p:attrName>
                                        </p:attrNameLst>
                                      </p:cBhvr>
                                      <p:to>
                                        <p:strVal val="visible"/>
                                      </p:to>
                                    </p:set>
                                    <p:animEffect transition="in" filter="slide(fromLeft)">
                                      <p:cBhvr>
                                        <p:cTn id="198" dur="500"/>
                                        <p:tgtEl>
                                          <p:spTgt spid="21"/>
                                        </p:tgtEl>
                                      </p:cBhvr>
                                    </p:animEffect>
                                  </p:childTnLst>
                                </p:cTn>
                              </p:par>
                            </p:childTnLst>
                          </p:cTn>
                        </p:par>
                      </p:childTnLst>
                    </p:cTn>
                  </p:par>
                  <p:par>
                    <p:cTn id="199" fill="hold" nodeType="clickPar">
                      <p:stCondLst>
                        <p:cond delay="indefinite"/>
                      </p:stCondLst>
                      <p:childTnLst>
                        <p:par>
                          <p:cTn id="200" fill="hold" nodeType="withGroup">
                            <p:stCondLst>
                              <p:cond delay="0"/>
                            </p:stCondLst>
                            <p:childTnLst>
                              <p:par>
                                <p:cTn id="201" presetID="12" presetClass="entr" presetSubtype="8" fill="hold" grpId="0" nodeType="clickEffect">
                                  <p:stCondLst>
                                    <p:cond delay="0"/>
                                  </p:stCondLst>
                                  <p:childTnLst>
                                    <p:set>
                                      <p:cBhvr>
                                        <p:cTn id="202" dur="1" fill="hold">
                                          <p:stCondLst>
                                            <p:cond delay="0"/>
                                          </p:stCondLst>
                                        </p:cTn>
                                        <p:tgtEl>
                                          <p:spTgt spid="642153"/>
                                        </p:tgtEl>
                                        <p:attrNameLst>
                                          <p:attrName>style.visibility</p:attrName>
                                        </p:attrNameLst>
                                      </p:cBhvr>
                                      <p:to>
                                        <p:strVal val="visible"/>
                                      </p:to>
                                    </p:set>
                                    <p:animEffect transition="in" filter="slide(fromLeft)">
                                      <p:cBhvr>
                                        <p:cTn id="203" dur="500"/>
                                        <p:tgtEl>
                                          <p:spTgt spid="642153"/>
                                        </p:tgtEl>
                                      </p:cBhvr>
                                    </p:animEffect>
                                  </p:childTnLst>
                                </p:cTn>
                              </p:par>
                            </p:childTnLst>
                          </p:cTn>
                        </p:par>
                        <p:par>
                          <p:cTn id="204" fill="hold" nodeType="afterGroup">
                            <p:stCondLst>
                              <p:cond delay="500"/>
                            </p:stCondLst>
                            <p:childTnLst>
                              <p:par>
                                <p:cTn id="205" presetID="12" presetClass="entr" presetSubtype="8" fill="hold" nodeType="afterEffect">
                                  <p:stCondLst>
                                    <p:cond delay="0"/>
                                  </p:stCondLst>
                                  <p:childTnLst>
                                    <p:set>
                                      <p:cBhvr>
                                        <p:cTn id="206" dur="1" fill="hold">
                                          <p:stCondLst>
                                            <p:cond delay="0"/>
                                          </p:stCondLst>
                                        </p:cTn>
                                        <p:tgtEl>
                                          <p:spTgt spid="22"/>
                                        </p:tgtEl>
                                        <p:attrNameLst>
                                          <p:attrName>style.visibility</p:attrName>
                                        </p:attrNameLst>
                                      </p:cBhvr>
                                      <p:to>
                                        <p:strVal val="visible"/>
                                      </p:to>
                                    </p:set>
                                    <p:animEffect transition="in" filter="slide(fromLeft)">
                                      <p:cBhvr>
                                        <p:cTn id="207" dur="500"/>
                                        <p:tgtEl>
                                          <p:spTgt spid="22"/>
                                        </p:tgtEl>
                                      </p:cBhvr>
                                    </p:animEffect>
                                  </p:childTnLst>
                                </p:cTn>
                              </p:par>
                            </p:childTnLst>
                          </p:cTn>
                        </p:par>
                      </p:childTnLst>
                    </p:cTn>
                  </p:par>
                  <p:par>
                    <p:cTn id="208" fill="hold" nodeType="clickPar">
                      <p:stCondLst>
                        <p:cond delay="indefinite"/>
                      </p:stCondLst>
                      <p:childTnLst>
                        <p:par>
                          <p:cTn id="209" fill="hold" nodeType="withGroup">
                            <p:stCondLst>
                              <p:cond delay="0"/>
                            </p:stCondLst>
                            <p:childTnLst>
                              <p:par>
                                <p:cTn id="210" presetID="22" presetClass="entr" presetSubtype="2" fill="hold" nodeType="clickEffect">
                                  <p:stCondLst>
                                    <p:cond delay="0"/>
                                  </p:stCondLst>
                                  <p:childTnLst>
                                    <p:set>
                                      <p:cBhvr>
                                        <p:cTn id="211" dur="1" fill="hold">
                                          <p:stCondLst>
                                            <p:cond delay="0"/>
                                          </p:stCondLst>
                                        </p:cTn>
                                        <p:tgtEl>
                                          <p:spTgt spid="642156"/>
                                        </p:tgtEl>
                                        <p:attrNameLst>
                                          <p:attrName>style.visibility</p:attrName>
                                        </p:attrNameLst>
                                      </p:cBhvr>
                                      <p:to>
                                        <p:strVal val="visible"/>
                                      </p:to>
                                    </p:set>
                                    <p:animEffect transition="in" filter="wipe(right)">
                                      <p:cBhvr>
                                        <p:cTn id="212" dur="500"/>
                                        <p:tgtEl>
                                          <p:spTgt spid="642156"/>
                                        </p:tgtEl>
                                      </p:cBhvr>
                                    </p:animEffect>
                                  </p:childTnLst>
                                </p:cTn>
                              </p:par>
                            </p:childTnLst>
                          </p:cTn>
                        </p:par>
                        <p:par>
                          <p:cTn id="213" fill="hold" nodeType="afterGroup">
                            <p:stCondLst>
                              <p:cond delay="500"/>
                            </p:stCondLst>
                            <p:childTnLst>
                              <p:par>
                                <p:cTn id="214" presetID="1" presetClass="entr" presetSubtype="0" fill="hold" grpId="0" nodeType="afterEffect">
                                  <p:stCondLst>
                                    <p:cond delay="0"/>
                                  </p:stCondLst>
                                  <p:childTnLst>
                                    <p:set>
                                      <p:cBhvr>
                                        <p:cTn id="215" dur="1" fill="hold">
                                          <p:stCondLst>
                                            <p:cond delay="499"/>
                                          </p:stCondLst>
                                        </p:cTn>
                                        <p:tgtEl>
                                          <p:spTgt spid="642154"/>
                                        </p:tgtEl>
                                        <p:attrNameLst>
                                          <p:attrName>style.visibility</p:attrName>
                                        </p:attrNameLst>
                                      </p:cBhvr>
                                      <p:to>
                                        <p:strVal val="visible"/>
                                      </p:to>
                                    </p:set>
                                  </p:childTnLst>
                                </p:cTn>
                              </p:par>
                            </p:childTnLst>
                          </p:cTn>
                        </p:par>
                        <p:par>
                          <p:cTn id="216" fill="hold" nodeType="afterGroup">
                            <p:stCondLst>
                              <p:cond delay="1000"/>
                            </p:stCondLst>
                            <p:childTnLst>
                              <p:par>
                                <p:cTn id="217" presetID="1" presetClass="entr" presetSubtype="0" fill="hold" grpId="0" nodeType="afterEffect">
                                  <p:stCondLst>
                                    <p:cond delay="0"/>
                                  </p:stCondLst>
                                  <p:childTnLst>
                                    <p:set>
                                      <p:cBhvr>
                                        <p:cTn id="218" dur="1" fill="hold">
                                          <p:stCondLst>
                                            <p:cond delay="499"/>
                                          </p:stCondLst>
                                        </p:cTn>
                                        <p:tgtEl>
                                          <p:spTgt spid="642155"/>
                                        </p:tgtEl>
                                        <p:attrNameLst>
                                          <p:attrName>style.visibility</p:attrName>
                                        </p:attrNameLst>
                                      </p:cBhvr>
                                      <p:to>
                                        <p:strVal val="visible"/>
                                      </p:to>
                                    </p:set>
                                  </p:childTnLst>
                                </p:cTn>
                              </p:par>
                            </p:childTnLst>
                          </p:cTn>
                        </p:par>
                      </p:childTnLst>
                    </p:cTn>
                  </p:par>
                  <p:par>
                    <p:cTn id="219" fill="hold" nodeType="clickPar">
                      <p:stCondLst>
                        <p:cond delay="indefinite"/>
                      </p:stCondLst>
                      <p:childTnLst>
                        <p:par>
                          <p:cTn id="220" fill="hold" nodeType="withGroup">
                            <p:stCondLst>
                              <p:cond delay="0"/>
                            </p:stCondLst>
                            <p:childTnLst>
                              <p:par>
                                <p:cTn id="221" presetID="22" presetClass="entr" presetSubtype="4" fill="hold" nodeType="clickEffect">
                                  <p:stCondLst>
                                    <p:cond delay="0"/>
                                  </p:stCondLst>
                                  <p:childTnLst>
                                    <p:set>
                                      <p:cBhvr>
                                        <p:cTn id="222" dur="1" fill="hold">
                                          <p:stCondLst>
                                            <p:cond delay="0"/>
                                          </p:stCondLst>
                                        </p:cTn>
                                        <p:tgtEl>
                                          <p:spTgt spid="642149"/>
                                        </p:tgtEl>
                                        <p:attrNameLst>
                                          <p:attrName>style.visibility</p:attrName>
                                        </p:attrNameLst>
                                      </p:cBhvr>
                                      <p:to>
                                        <p:strVal val="visible"/>
                                      </p:to>
                                    </p:set>
                                    <p:animEffect transition="in" filter="wipe(down)">
                                      <p:cBhvr>
                                        <p:cTn id="223" dur="500"/>
                                        <p:tgtEl>
                                          <p:spTgt spid="642149"/>
                                        </p:tgtEl>
                                      </p:cBhvr>
                                    </p:animEffect>
                                  </p:childTnLst>
                                </p:cTn>
                              </p:par>
                            </p:childTnLst>
                          </p:cTn>
                        </p:par>
                        <p:par>
                          <p:cTn id="224" fill="hold" nodeType="afterGroup">
                            <p:stCondLst>
                              <p:cond delay="500"/>
                            </p:stCondLst>
                            <p:childTnLst>
                              <p:par>
                                <p:cTn id="225" presetID="1" presetClass="entr" presetSubtype="0" fill="hold" grpId="0" nodeType="afterEffect">
                                  <p:stCondLst>
                                    <p:cond delay="0"/>
                                  </p:stCondLst>
                                  <p:childTnLst>
                                    <p:set>
                                      <p:cBhvr>
                                        <p:cTn id="226" dur="1" fill="hold">
                                          <p:stCondLst>
                                            <p:cond delay="499"/>
                                          </p:stCondLst>
                                        </p:cTn>
                                        <p:tgtEl>
                                          <p:spTgt spid="642148"/>
                                        </p:tgtEl>
                                        <p:attrNameLst>
                                          <p:attrName>style.visibility</p:attrName>
                                        </p:attrNameLst>
                                      </p:cBhvr>
                                      <p:to>
                                        <p:strVal val="visible"/>
                                      </p:to>
                                    </p:set>
                                  </p:childTnLst>
                                </p:cTn>
                              </p:par>
                            </p:childTnLst>
                          </p:cTn>
                        </p:par>
                      </p:childTnLst>
                    </p:cTn>
                  </p:par>
                  <p:par>
                    <p:cTn id="227" fill="hold" nodeType="clickPar">
                      <p:stCondLst>
                        <p:cond delay="indefinite"/>
                      </p:stCondLst>
                      <p:childTnLst>
                        <p:par>
                          <p:cTn id="228" fill="hold" nodeType="withGroup">
                            <p:stCondLst>
                              <p:cond delay="0"/>
                            </p:stCondLst>
                            <p:childTnLst>
                              <p:par>
                                <p:cTn id="229" presetID="12" presetClass="entr" presetSubtype="1" fill="hold" grpId="0" nodeType="clickEffect">
                                  <p:stCondLst>
                                    <p:cond delay="0"/>
                                  </p:stCondLst>
                                  <p:childTnLst>
                                    <p:set>
                                      <p:cBhvr>
                                        <p:cTn id="230" dur="1" fill="hold">
                                          <p:stCondLst>
                                            <p:cond delay="0"/>
                                          </p:stCondLst>
                                        </p:cTn>
                                        <p:tgtEl>
                                          <p:spTgt spid="642160"/>
                                        </p:tgtEl>
                                        <p:attrNameLst>
                                          <p:attrName>style.visibility</p:attrName>
                                        </p:attrNameLst>
                                      </p:cBhvr>
                                      <p:to>
                                        <p:strVal val="visible"/>
                                      </p:to>
                                    </p:set>
                                    <p:animEffect transition="in" filter="slide(fromTop)">
                                      <p:cBhvr>
                                        <p:cTn id="231" dur="500"/>
                                        <p:tgtEl>
                                          <p:spTgt spid="642160"/>
                                        </p:tgtEl>
                                      </p:cBhvr>
                                    </p:animEffect>
                                  </p:childTnLst>
                                </p:cTn>
                              </p:par>
                            </p:childTnLst>
                          </p:cTn>
                        </p:par>
                        <p:par>
                          <p:cTn id="232" fill="hold" nodeType="afterGroup">
                            <p:stCondLst>
                              <p:cond delay="500"/>
                            </p:stCondLst>
                            <p:childTnLst>
                              <p:par>
                                <p:cTn id="233" presetID="12" presetClass="entr" presetSubtype="1" fill="hold" nodeType="afterEffect">
                                  <p:stCondLst>
                                    <p:cond delay="0"/>
                                  </p:stCondLst>
                                  <p:childTnLst>
                                    <p:set>
                                      <p:cBhvr>
                                        <p:cTn id="234" dur="1" fill="hold">
                                          <p:stCondLst>
                                            <p:cond delay="0"/>
                                          </p:stCondLst>
                                        </p:cTn>
                                        <p:tgtEl>
                                          <p:spTgt spid="23"/>
                                        </p:tgtEl>
                                        <p:attrNameLst>
                                          <p:attrName>style.visibility</p:attrName>
                                        </p:attrNameLst>
                                      </p:cBhvr>
                                      <p:to>
                                        <p:strVal val="visible"/>
                                      </p:to>
                                    </p:set>
                                    <p:animEffect transition="in" filter="slide(fromTop)">
                                      <p:cBhvr>
                                        <p:cTn id="235"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2104" grpId="0"/>
      <p:bldP spid="642105" grpId="0"/>
      <p:bldP spid="642111" grpId="0"/>
      <p:bldP spid="642112" grpId="0"/>
      <p:bldP spid="642125" grpId="0" animBg="1"/>
      <p:bldP spid="642126" grpId="0" animBg="1"/>
      <p:bldP spid="642127" grpId="0" animBg="1"/>
      <p:bldP spid="642128" grpId="0" animBg="1"/>
      <p:bldP spid="642129" grpId="0"/>
      <p:bldP spid="642134" grpId="0" animBg="1"/>
      <p:bldP spid="642135" grpId="0" animBg="1"/>
      <p:bldP spid="642136" grpId="0" animBg="1"/>
      <p:bldP spid="642138" grpId="0" animBg="1"/>
      <p:bldP spid="642143" grpId="0" animBg="1"/>
      <p:bldP spid="642147" grpId="0" animBg="1"/>
      <p:bldP spid="642148" grpId="0" animBg="1"/>
      <p:bldP spid="642153" grpId="0" animBg="1"/>
      <p:bldP spid="642154" grpId="0" animBg="1"/>
      <p:bldP spid="642155" grpId="0" animBg="1"/>
      <p:bldP spid="642160" grpId="0" animBg="1"/>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658" name="矩形 22">
            <a:extLst>
              <a:ext uri="{FF2B5EF4-FFF2-40B4-BE49-F238E27FC236}">
                <a16:creationId xmlns:a16="http://schemas.microsoft.com/office/drawing/2014/main" id="{55A46D14-25F9-804A-9354-E3E614BDC8E2}"/>
              </a:ext>
            </a:extLst>
          </p:cNvPr>
          <p:cNvSpPr>
            <a:spLocks noChangeArrowheads="1"/>
          </p:cNvSpPr>
          <p:nvPr/>
        </p:nvSpPr>
        <p:spPr bwMode="auto">
          <a:xfrm>
            <a:off x="-23813" y="2781300"/>
            <a:ext cx="9188451" cy="4076700"/>
          </a:xfrm>
          <a:prstGeom prst="rect">
            <a:avLst/>
          </a:prstGeom>
          <a:solidFill>
            <a:srgbClr val="EAEAEA"/>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90466" name="Rectangle 4">
            <a:extLst>
              <a:ext uri="{FF2B5EF4-FFF2-40B4-BE49-F238E27FC236}">
                <a16:creationId xmlns:a16="http://schemas.microsoft.com/office/drawing/2014/main" id="{F93D551F-D79C-4A07-97A0-2068EE3A2603}"/>
              </a:ext>
            </a:extLst>
          </p:cNvPr>
          <p:cNvSpPr>
            <a:spLocks noChangeArrowheads="1"/>
          </p:cNvSpPr>
          <p:nvPr/>
        </p:nvSpPr>
        <p:spPr bwMode="auto">
          <a:xfrm>
            <a:off x="0" y="836613"/>
            <a:ext cx="9144000" cy="1212850"/>
          </a:xfrm>
          <a:prstGeom prst="rect">
            <a:avLst/>
          </a:prstGeom>
          <a:noFill/>
          <a:ln w="9525">
            <a:noFill/>
            <a:miter lim="800000"/>
            <a:headEnd/>
            <a:tailEnd/>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buClr>
                <a:srgbClr val="FF0000"/>
              </a:buClr>
              <a:buFont typeface="Wingdings" pitchFamily="2" charset="2"/>
              <a:buNone/>
            </a:pPr>
            <a:r>
              <a:rPr lang="zh-CN" altLang="en-US" sz="2800">
                <a:sym typeface="+mn-lt"/>
              </a:rPr>
              <a:t>（</a:t>
            </a:r>
            <a:r>
              <a:rPr lang="en-US" altLang="zh-CN" sz="2800">
                <a:sym typeface="+mn-lt"/>
              </a:rPr>
              <a:t>6</a:t>
            </a:r>
            <a:r>
              <a:rPr lang="zh-CN" altLang="en-US" sz="2800">
                <a:sym typeface="+mn-lt"/>
              </a:rPr>
              <a:t>）设计一个算法，通过一趟遍历在单链表中确定</a:t>
            </a:r>
            <a:r>
              <a:rPr lang="zh-CN" altLang="en-US" sz="2800">
                <a:solidFill>
                  <a:srgbClr val="FF0000"/>
                </a:solidFill>
                <a:sym typeface="+mn-lt"/>
              </a:rPr>
              <a:t>值最大</a:t>
            </a:r>
            <a:r>
              <a:rPr lang="zh-CN" altLang="en-US" sz="2800">
                <a:sym typeface="+mn-lt"/>
              </a:rPr>
              <a:t>的结点。</a:t>
            </a:r>
          </a:p>
        </p:txBody>
      </p:sp>
      <p:sp>
        <p:nvSpPr>
          <p:cNvPr id="190467" name="Rectangle 6">
            <a:extLst>
              <a:ext uri="{FF2B5EF4-FFF2-40B4-BE49-F238E27FC236}">
                <a16:creationId xmlns:a16="http://schemas.microsoft.com/office/drawing/2014/main" id="{50A06D20-DE69-4B8D-924E-FABFF287A462}"/>
              </a:ext>
            </a:extLst>
          </p:cNvPr>
          <p:cNvSpPr>
            <a:spLocks noChangeArrowheads="1"/>
          </p:cNvSpPr>
          <p:nvPr/>
        </p:nvSpPr>
        <p:spPr bwMode="auto">
          <a:xfrm>
            <a:off x="1187450" y="2995613"/>
            <a:ext cx="7769225" cy="2665412"/>
          </a:xfrm>
          <a:prstGeom prst="rect">
            <a:avLst/>
          </a:prstGeom>
          <a:noFill/>
          <a:ln w="38100">
            <a:noFill/>
            <a:miter lim="800000"/>
            <a:headEnd/>
            <a:tailEnd/>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25000"/>
              </a:lnSpc>
              <a:spcBef>
                <a:spcPts val="600"/>
              </a:spcBef>
              <a:spcAft>
                <a:spcPts val="600"/>
              </a:spcAft>
              <a:buClr>
                <a:srgbClr val="FF0000"/>
              </a:buClr>
            </a:pPr>
            <a:r>
              <a:rPr lang="zh-CN" altLang="en-US">
                <a:sym typeface="+mn-lt"/>
              </a:rPr>
              <a:t>可假设第一个结点最大，用指针</a:t>
            </a:r>
            <a:r>
              <a:rPr lang="en-US" altLang="zh-CN">
                <a:sym typeface="+mn-lt"/>
              </a:rPr>
              <a:t>pmax</a:t>
            </a:r>
            <a:r>
              <a:rPr lang="zh-CN" altLang="en-US">
                <a:sym typeface="+mn-lt"/>
              </a:rPr>
              <a:t>指向。</a:t>
            </a:r>
          </a:p>
          <a:p>
            <a:pPr>
              <a:lnSpc>
                <a:spcPct val="125000"/>
              </a:lnSpc>
              <a:spcBef>
                <a:spcPts val="600"/>
              </a:spcBef>
              <a:spcAft>
                <a:spcPts val="600"/>
              </a:spcAft>
              <a:buClr>
                <a:srgbClr val="FF0000"/>
              </a:buClr>
            </a:pPr>
            <a:r>
              <a:rPr lang="zh-CN" altLang="en-US">
                <a:sym typeface="+mn-lt"/>
              </a:rPr>
              <a:t>然后用</a:t>
            </a:r>
            <a:r>
              <a:rPr lang="en-US" altLang="zh-CN">
                <a:sym typeface="+mn-lt"/>
              </a:rPr>
              <a:t>pmax</a:t>
            </a:r>
            <a:r>
              <a:rPr lang="zh-CN" altLang="en-US">
                <a:sym typeface="+mn-lt"/>
              </a:rPr>
              <a:t>依次和后面的结点进行比较，发现大者则用</a:t>
            </a:r>
            <a:r>
              <a:rPr lang="en-US" altLang="zh-CN">
                <a:sym typeface="+mn-lt"/>
              </a:rPr>
              <a:t>pmax</a:t>
            </a:r>
            <a:r>
              <a:rPr lang="zh-CN" altLang="en-US">
                <a:sym typeface="+mn-lt"/>
              </a:rPr>
              <a:t>指向该结点。</a:t>
            </a:r>
          </a:p>
          <a:p>
            <a:pPr>
              <a:lnSpc>
                <a:spcPct val="125000"/>
              </a:lnSpc>
              <a:spcBef>
                <a:spcPts val="600"/>
              </a:spcBef>
              <a:spcAft>
                <a:spcPts val="600"/>
              </a:spcAft>
              <a:buClr>
                <a:srgbClr val="FF0000"/>
              </a:buClr>
            </a:pPr>
            <a:r>
              <a:rPr lang="zh-CN" altLang="en-US">
                <a:sym typeface="+mn-lt"/>
              </a:rPr>
              <a:t>这样将链表从头到尾遍历一遍时，</a:t>
            </a:r>
            <a:r>
              <a:rPr lang="en-US" altLang="zh-CN">
                <a:sym typeface="+mn-lt"/>
              </a:rPr>
              <a:t>pmax</a:t>
            </a:r>
            <a:r>
              <a:rPr lang="zh-CN" altLang="en-US">
                <a:sym typeface="+mn-lt"/>
              </a:rPr>
              <a:t>所指向的结点就是最大者。</a:t>
            </a:r>
          </a:p>
        </p:txBody>
      </p:sp>
      <p:sp>
        <p:nvSpPr>
          <p:cNvPr id="5" name="Comment 6">
            <a:extLst>
              <a:ext uri="{FF2B5EF4-FFF2-40B4-BE49-F238E27FC236}">
                <a16:creationId xmlns:a16="http://schemas.microsoft.com/office/drawing/2014/main" id="{8D4AD25A-AA46-48AA-A424-DD91F81B604B}"/>
              </a:ext>
            </a:extLst>
          </p:cNvPr>
          <p:cNvSpPr>
            <a:spLocks noChangeArrowheads="1"/>
          </p:cNvSpPr>
          <p:nvPr/>
        </p:nvSpPr>
        <p:spPr bwMode="auto">
          <a:xfrm>
            <a:off x="900113" y="198438"/>
            <a:ext cx="3389312"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算法设计题</a:t>
            </a:r>
          </a:p>
        </p:txBody>
      </p:sp>
      <p:sp>
        <p:nvSpPr>
          <p:cNvPr id="6" name="Rectangle 6">
            <a:extLst>
              <a:ext uri="{FF2B5EF4-FFF2-40B4-BE49-F238E27FC236}">
                <a16:creationId xmlns:a16="http://schemas.microsoft.com/office/drawing/2014/main" id="{181C001E-6552-42B4-842B-6CFEC9E8B826}"/>
              </a:ext>
            </a:extLst>
          </p:cNvPr>
          <p:cNvSpPr>
            <a:spLocks noChangeArrowheads="1"/>
          </p:cNvSpPr>
          <p:nvPr/>
        </p:nvSpPr>
        <p:spPr bwMode="auto">
          <a:xfrm>
            <a:off x="-23813" y="2178050"/>
            <a:ext cx="9188451" cy="652463"/>
          </a:xfrm>
          <a:prstGeom prst="rect">
            <a:avLst/>
          </a:prstGeom>
          <a:solidFill>
            <a:srgbClr val="9476B6"/>
          </a:solidFill>
          <a:ln w="38100">
            <a:noFill/>
            <a:miter lim="800000"/>
            <a:headEnd/>
            <a:tailEnd/>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buClr>
                <a:srgbClr val="FF0000"/>
              </a:buClr>
              <a:buFont typeface="Wingdings" pitchFamily="2" charset="2"/>
              <a:buNone/>
            </a:pPr>
            <a:r>
              <a:rPr lang="en-US" altLang="zh-CN" sz="2800">
                <a:solidFill>
                  <a:schemeClr val="bg1"/>
                </a:solidFill>
                <a:sym typeface="+mn-lt"/>
              </a:rPr>
              <a:t>【</a:t>
            </a:r>
            <a:r>
              <a:rPr lang="zh-CN" altLang="en-US" sz="2800">
                <a:solidFill>
                  <a:schemeClr val="bg1"/>
                </a:solidFill>
                <a:sym typeface="+mn-lt"/>
              </a:rPr>
              <a:t>算法步骤</a:t>
            </a:r>
            <a:r>
              <a:rPr lang="en-US" altLang="zh-CN" sz="2800">
                <a:solidFill>
                  <a:schemeClr val="bg1"/>
                </a:solidFill>
                <a:sym typeface="+mn-lt"/>
              </a:rPr>
              <a:t>】</a:t>
            </a:r>
            <a:r>
              <a:rPr lang="zh-CN" altLang="en-US" sz="2800">
                <a:solidFill>
                  <a:schemeClr val="bg1"/>
                </a:solidFill>
                <a:sym typeface="+mn-lt"/>
              </a:rPr>
              <a:t>类似于求</a:t>
            </a:r>
            <a:r>
              <a:rPr lang="en-US" altLang="zh-CN" sz="2800">
                <a:solidFill>
                  <a:schemeClr val="bg1"/>
                </a:solidFill>
                <a:sym typeface="+mn-lt"/>
              </a:rPr>
              <a:t>n</a:t>
            </a:r>
            <a:r>
              <a:rPr lang="zh-CN" altLang="en-US" sz="2800">
                <a:solidFill>
                  <a:schemeClr val="bg1"/>
                </a:solidFill>
                <a:sym typeface="+mn-lt"/>
              </a:rPr>
              <a:t>个数中的最大数</a:t>
            </a:r>
          </a:p>
        </p:txBody>
      </p:sp>
      <p:grpSp>
        <p:nvGrpSpPr>
          <p:cNvPr id="198663" name="组合 16">
            <a:extLst>
              <a:ext uri="{FF2B5EF4-FFF2-40B4-BE49-F238E27FC236}">
                <a16:creationId xmlns:a16="http://schemas.microsoft.com/office/drawing/2014/main" id="{9CAE0631-8065-4647-92F1-89A06D6FBD5D}"/>
              </a:ext>
            </a:extLst>
          </p:cNvPr>
          <p:cNvGrpSpPr>
            <a:grpSpLocks/>
          </p:cNvGrpSpPr>
          <p:nvPr/>
        </p:nvGrpSpPr>
        <p:grpSpPr bwMode="auto">
          <a:xfrm>
            <a:off x="303213" y="2917825"/>
            <a:ext cx="657225" cy="663575"/>
            <a:chOff x="4929188" y="1303338"/>
            <a:chExt cx="501650" cy="506412"/>
          </a:xfrm>
        </p:grpSpPr>
        <p:sp>
          <p:nvSpPr>
            <p:cNvPr id="8" name="Freeform 6">
              <a:extLst>
                <a:ext uri="{FF2B5EF4-FFF2-40B4-BE49-F238E27FC236}">
                  <a16:creationId xmlns:a16="http://schemas.microsoft.com/office/drawing/2014/main" id="{A46F2AC8-75B5-490C-A830-CFAFD08FD345}"/>
                </a:ext>
              </a:extLst>
            </p:cNvPr>
            <p:cNvSpPr>
              <a:spLocks/>
            </p:cNvSpPr>
            <p:nvPr/>
          </p:nvSpPr>
          <p:spPr bwMode="auto">
            <a:xfrm>
              <a:off x="4929188" y="1303338"/>
              <a:ext cx="501650" cy="506412"/>
            </a:xfrm>
            <a:custGeom>
              <a:avLst/>
              <a:gdLst>
                <a:gd name="T0" fmla="*/ 134 w 134"/>
                <a:gd name="T1" fmla="*/ 36 h 135"/>
                <a:gd name="T2" fmla="*/ 134 w 134"/>
                <a:gd name="T3" fmla="*/ 98 h 135"/>
                <a:gd name="T4" fmla="*/ 98 w 134"/>
                <a:gd name="T5" fmla="*/ 135 h 135"/>
                <a:gd name="T6" fmla="*/ 36 w 134"/>
                <a:gd name="T7" fmla="*/ 135 h 135"/>
                <a:gd name="T8" fmla="*/ 0 w 134"/>
                <a:gd name="T9" fmla="*/ 98 h 135"/>
                <a:gd name="T10" fmla="*/ 0 w 134"/>
                <a:gd name="T11" fmla="*/ 36 h 135"/>
                <a:gd name="T12" fmla="*/ 36 w 134"/>
                <a:gd name="T13" fmla="*/ 0 h 135"/>
                <a:gd name="T14" fmla="*/ 134 w 134"/>
                <a:gd name="T15" fmla="*/ 0 h 135"/>
                <a:gd name="T16" fmla="*/ 134 w 134"/>
                <a:gd name="T17" fmla="*/ 3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4" h="135">
                  <a:moveTo>
                    <a:pt x="134" y="36"/>
                  </a:moveTo>
                  <a:cubicBezTo>
                    <a:pt x="134" y="98"/>
                    <a:pt x="134" y="98"/>
                    <a:pt x="134" y="98"/>
                  </a:cubicBezTo>
                  <a:cubicBezTo>
                    <a:pt x="134" y="118"/>
                    <a:pt x="118" y="135"/>
                    <a:pt x="98" y="135"/>
                  </a:cubicBezTo>
                  <a:cubicBezTo>
                    <a:pt x="36" y="135"/>
                    <a:pt x="36" y="135"/>
                    <a:pt x="36" y="135"/>
                  </a:cubicBezTo>
                  <a:cubicBezTo>
                    <a:pt x="16" y="135"/>
                    <a:pt x="0" y="118"/>
                    <a:pt x="0" y="98"/>
                  </a:cubicBezTo>
                  <a:cubicBezTo>
                    <a:pt x="0" y="36"/>
                    <a:pt x="0" y="36"/>
                    <a:pt x="0" y="36"/>
                  </a:cubicBezTo>
                  <a:cubicBezTo>
                    <a:pt x="0" y="16"/>
                    <a:pt x="16" y="0"/>
                    <a:pt x="36" y="0"/>
                  </a:cubicBezTo>
                  <a:cubicBezTo>
                    <a:pt x="134" y="0"/>
                    <a:pt x="134" y="0"/>
                    <a:pt x="134" y="0"/>
                  </a:cubicBezTo>
                  <a:lnTo>
                    <a:pt x="134" y="36"/>
                  </a:lnTo>
                  <a:close/>
                </a:path>
              </a:pathLst>
            </a:custGeom>
            <a:solidFill>
              <a:srgbClr val="65A5D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9" name="Freeform 7">
              <a:extLst>
                <a:ext uri="{FF2B5EF4-FFF2-40B4-BE49-F238E27FC236}">
                  <a16:creationId xmlns:a16="http://schemas.microsoft.com/office/drawing/2014/main" id="{B0526CE4-FB4B-44BD-9473-764479DBF0DE}"/>
                </a:ext>
              </a:extLst>
            </p:cNvPr>
            <p:cNvSpPr>
              <a:spLocks/>
            </p:cNvSpPr>
            <p:nvPr/>
          </p:nvSpPr>
          <p:spPr bwMode="auto">
            <a:xfrm>
              <a:off x="4995832" y="1359068"/>
              <a:ext cx="371997" cy="205957"/>
            </a:xfrm>
            <a:custGeom>
              <a:avLst/>
              <a:gdLst>
                <a:gd name="T0" fmla="*/ 97 w 99"/>
                <a:gd name="T1" fmla="*/ 44 h 55"/>
                <a:gd name="T2" fmla="*/ 50 w 99"/>
                <a:gd name="T3" fmla="*/ 0 h 55"/>
                <a:gd name="T4" fmla="*/ 3 w 99"/>
                <a:gd name="T5" fmla="*/ 44 h 55"/>
                <a:gd name="T6" fmla="*/ 3 w 99"/>
                <a:gd name="T7" fmla="*/ 53 h 55"/>
                <a:gd name="T8" fmla="*/ 8 w 99"/>
                <a:gd name="T9" fmla="*/ 55 h 55"/>
                <a:gd name="T10" fmla="*/ 12 w 99"/>
                <a:gd name="T11" fmla="*/ 53 h 55"/>
                <a:gd name="T12" fmla="*/ 50 w 99"/>
                <a:gd name="T13" fmla="*/ 18 h 55"/>
                <a:gd name="T14" fmla="*/ 87 w 99"/>
                <a:gd name="T15" fmla="*/ 53 h 55"/>
                <a:gd name="T16" fmla="*/ 92 w 99"/>
                <a:gd name="T17" fmla="*/ 55 h 55"/>
                <a:gd name="T18" fmla="*/ 97 w 99"/>
                <a:gd name="T19" fmla="*/ 53 h 55"/>
                <a:gd name="T20" fmla="*/ 97 w 99"/>
                <a:gd name="T21" fmla="*/ 44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9" h="55">
                  <a:moveTo>
                    <a:pt x="97" y="44"/>
                  </a:moveTo>
                  <a:cubicBezTo>
                    <a:pt x="50" y="0"/>
                    <a:pt x="50" y="0"/>
                    <a:pt x="50" y="0"/>
                  </a:cubicBezTo>
                  <a:cubicBezTo>
                    <a:pt x="3" y="44"/>
                    <a:pt x="3" y="44"/>
                    <a:pt x="3" y="44"/>
                  </a:cubicBezTo>
                  <a:cubicBezTo>
                    <a:pt x="1" y="46"/>
                    <a:pt x="0" y="50"/>
                    <a:pt x="3" y="53"/>
                  </a:cubicBezTo>
                  <a:cubicBezTo>
                    <a:pt x="4" y="54"/>
                    <a:pt x="6" y="55"/>
                    <a:pt x="8" y="55"/>
                  </a:cubicBezTo>
                  <a:cubicBezTo>
                    <a:pt x="9" y="55"/>
                    <a:pt x="11" y="54"/>
                    <a:pt x="12" y="53"/>
                  </a:cubicBezTo>
                  <a:cubicBezTo>
                    <a:pt x="50" y="18"/>
                    <a:pt x="50" y="18"/>
                    <a:pt x="50" y="18"/>
                  </a:cubicBezTo>
                  <a:cubicBezTo>
                    <a:pt x="87" y="53"/>
                    <a:pt x="87" y="53"/>
                    <a:pt x="87" y="53"/>
                  </a:cubicBezTo>
                  <a:cubicBezTo>
                    <a:pt x="89" y="54"/>
                    <a:pt x="90" y="55"/>
                    <a:pt x="92" y="55"/>
                  </a:cubicBezTo>
                  <a:cubicBezTo>
                    <a:pt x="94" y="55"/>
                    <a:pt x="96" y="54"/>
                    <a:pt x="97" y="53"/>
                  </a:cubicBezTo>
                  <a:cubicBezTo>
                    <a:pt x="99" y="50"/>
                    <a:pt x="99" y="46"/>
                    <a:pt x="97" y="44"/>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10" name="Freeform 8">
              <a:extLst>
                <a:ext uri="{FF2B5EF4-FFF2-40B4-BE49-F238E27FC236}">
                  <a16:creationId xmlns:a16="http://schemas.microsoft.com/office/drawing/2014/main" id="{E8BE21B0-F088-4B95-857A-49F9D309BF4B}"/>
                </a:ext>
              </a:extLst>
            </p:cNvPr>
            <p:cNvSpPr>
              <a:spLocks/>
            </p:cNvSpPr>
            <p:nvPr/>
          </p:nvSpPr>
          <p:spPr bwMode="auto">
            <a:xfrm>
              <a:off x="5056418" y="1446296"/>
              <a:ext cx="255672" cy="265322"/>
            </a:xfrm>
            <a:custGeom>
              <a:avLst/>
              <a:gdLst>
                <a:gd name="T0" fmla="*/ 0 w 68"/>
                <a:gd name="T1" fmla="*/ 32 h 71"/>
                <a:gd name="T2" fmla="*/ 0 w 68"/>
                <a:gd name="T3" fmla="*/ 68 h 71"/>
                <a:gd name="T4" fmla="*/ 5 w 68"/>
                <a:gd name="T5" fmla="*/ 71 h 71"/>
                <a:gd name="T6" fmla="*/ 22 w 68"/>
                <a:gd name="T7" fmla="*/ 71 h 71"/>
                <a:gd name="T8" fmla="*/ 22 w 68"/>
                <a:gd name="T9" fmla="*/ 44 h 71"/>
                <a:gd name="T10" fmla="*/ 46 w 68"/>
                <a:gd name="T11" fmla="*/ 44 h 71"/>
                <a:gd name="T12" fmla="*/ 46 w 68"/>
                <a:gd name="T13" fmla="*/ 71 h 71"/>
                <a:gd name="T14" fmla="*/ 63 w 68"/>
                <a:gd name="T15" fmla="*/ 71 h 71"/>
                <a:gd name="T16" fmla="*/ 68 w 68"/>
                <a:gd name="T17" fmla="*/ 68 h 71"/>
                <a:gd name="T18" fmla="*/ 68 w 68"/>
                <a:gd name="T19" fmla="*/ 32 h 71"/>
                <a:gd name="T20" fmla="*/ 34 w 68"/>
                <a:gd name="T21" fmla="*/ 0 h 71"/>
                <a:gd name="T22" fmla="*/ 0 w 68"/>
                <a:gd name="T23"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68" h="71">
                  <a:moveTo>
                    <a:pt x="0" y="32"/>
                  </a:moveTo>
                  <a:cubicBezTo>
                    <a:pt x="0" y="68"/>
                    <a:pt x="0" y="68"/>
                    <a:pt x="0" y="68"/>
                  </a:cubicBezTo>
                  <a:cubicBezTo>
                    <a:pt x="0" y="70"/>
                    <a:pt x="2" y="71"/>
                    <a:pt x="5" y="71"/>
                  </a:cubicBezTo>
                  <a:cubicBezTo>
                    <a:pt x="22" y="71"/>
                    <a:pt x="22" y="71"/>
                    <a:pt x="22" y="71"/>
                  </a:cubicBezTo>
                  <a:cubicBezTo>
                    <a:pt x="22" y="44"/>
                    <a:pt x="22" y="44"/>
                    <a:pt x="22" y="44"/>
                  </a:cubicBezTo>
                  <a:cubicBezTo>
                    <a:pt x="46" y="44"/>
                    <a:pt x="46" y="44"/>
                    <a:pt x="46" y="44"/>
                  </a:cubicBezTo>
                  <a:cubicBezTo>
                    <a:pt x="46" y="71"/>
                    <a:pt x="46" y="71"/>
                    <a:pt x="46" y="71"/>
                  </a:cubicBezTo>
                  <a:cubicBezTo>
                    <a:pt x="63" y="71"/>
                    <a:pt x="63" y="71"/>
                    <a:pt x="63" y="71"/>
                  </a:cubicBezTo>
                  <a:cubicBezTo>
                    <a:pt x="66" y="71"/>
                    <a:pt x="68" y="70"/>
                    <a:pt x="68" y="68"/>
                  </a:cubicBezTo>
                  <a:cubicBezTo>
                    <a:pt x="68" y="32"/>
                    <a:pt x="68" y="32"/>
                    <a:pt x="68" y="32"/>
                  </a:cubicBezTo>
                  <a:cubicBezTo>
                    <a:pt x="34" y="0"/>
                    <a:pt x="34" y="0"/>
                    <a:pt x="34" y="0"/>
                  </a:cubicBezTo>
                  <a:lnTo>
                    <a:pt x="0" y="32"/>
                  </a:ln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grpSp>
      <p:grpSp>
        <p:nvGrpSpPr>
          <p:cNvPr id="198664" name="组合 20">
            <a:extLst>
              <a:ext uri="{FF2B5EF4-FFF2-40B4-BE49-F238E27FC236}">
                <a16:creationId xmlns:a16="http://schemas.microsoft.com/office/drawing/2014/main" id="{33F51E76-4DBF-8047-8D6E-2902E2AD94C7}"/>
              </a:ext>
            </a:extLst>
          </p:cNvPr>
          <p:cNvGrpSpPr>
            <a:grpSpLocks/>
          </p:cNvGrpSpPr>
          <p:nvPr/>
        </p:nvGrpSpPr>
        <p:grpSpPr bwMode="auto">
          <a:xfrm>
            <a:off x="296863" y="3781425"/>
            <a:ext cx="663575" cy="661988"/>
            <a:chOff x="1339850" y="2163763"/>
            <a:chExt cx="506413" cy="506412"/>
          </a:xfrm>
        </p:grpSpPr>
        <p:sp>
          <p:nvSpPr>
            <p:cNvPr id="12" name="Freeform 13">
              <a:extLst>
                <a:ext uri="{FF2B5EF4-FFF2-40B4-BE49-F238E27FC236}">
                  <a16:creationId xmlns:a16="http://schemas.microsoft.com/office/drawing/2014/main" id="{FDF7E39E-405E-4E86-A04C-C4DEE9075456}"/>
                </a:ext>
              </a:extLst>
            </p:cNvPr>
            <p:cNvSpPr>
              <a:spLocks/>
            </p:cNvSpPr>
            <p:nvPr/>
          </p:nvSpPr>
          <p:spPr bwMode="auto">
            <a:xfrm>
              <a:off x="1339850" y="2163763"/>
              <a:ext cx="506413" cy="506412"/>
            </a:xfrm>
            <a:custGeom>
              <a:avLst/>
              <a:gdLst>
                <a:gd name="T0" fmla="*/ 135 w 135"/>
                <a:gd name="T1" fmla="*/ 36 h 135"/>
                <a:gd name="T2" fmla="*/ 135 w 135"/>
                <a:gd name="T3" fmla="*/ 98 h 135"/>
                <a:gd name="T4" fmla="*/ 98 w 135"/>
                <a:gd name="T5" fmla="*/ 135 h 135"/>
                <a:gd name="T6" fmla="*/ 37 w 135"/>
                <a:gd name="T7" fmla="*/ 135 h 135"/>
                <a:gd name="T8" fmla="*/ 0 w 135"/>
                <a:gd name="T9" fmla="*/ 98 h 135"/>
                <a:gd name="T10" fmla="*/ 0 w 135"/>
                <a:gd name="T11" fmla="*/ 36 h 135"/>
                <a:gd name="T12" fmla="*/ 37 w 135"/>
                <a:gd name="T13" fmla="*/ 0 h 135"/>
                <a:gd name="T14" fmla="*/ 135 w 135"/>
                <a:gd name="T15" fmla="*/ 0 h 135"/>
                <a:gd name="T16" fmla="*/ 135 w 135"/>
                <a:gd name="T17" fmla="*/ 3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5" h="135">
                  <a:moveTo>
                    <a:pt x="135" y="36"/>
                  </a:moveTo>
                  <a:cubicBezTo>
                    <a:pt x="135" y="98"/>
                    <a:pt x="135" y="98"/>
                    <a:pt x="135" y="98"/>
                  </a:cubicBezTo>
                  <a:cubicBezTo>
                    <a:pt x="135" y="118"/>
                    <a:pt x="118" y="135"/>
                    <a:pt x="98" y="135"/>
                  </a:cubicBezTo>
                  <a:cubicBezTo>
                    <a:pt x="37" y="135"/>
                    <a:pt x="37" y="135"/>
                    <a:pt x="37" y="135"/>
                  </a:cubicBezTo>
                  <a:cubicBezTo>
                    <a:pt x="16" y="135"/>
                    <a:pt x="0" y="118"/>
                    <a:pt x="0" y="98"/>
                  </a:cubicBezTo>
                  <a:cubicBezTo>
                    <a:pt x="0" y="36"/>
                    <a:pt x="0" y="36"/>
                    <a:pt x="0" y="36"/>
                  </a:cubicBezTo>
                  <a:cubicBezTo>
                    <a:pt x="0" y="16"/>
                    <a:pt x="16" y="0"/>
                    <a:pt x="37" y="0"/>
                  </a:cubicBezTo>
                  <a:cubicBezTo>
                    <a:pt x="135" y="0"/>
                    <a:pt x="135" y="0"/>
                    <a:pt x="135" y="0"/>
                  </a:cubicBezTo>
                  <a:lnTo>
                    <a:pt x="135" y="36"/>
                  </a:lnTo>
                  <a:close/>
                </a:path>
              </a:pathLst>
            </a:custGeom>
            <a:solidFill>
              <a:schemeClr val="tx1">
                <a:lumMod val="50000"/>
                <a:lumOff val="5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13" name="Freeform 14">
              <a:extLst>
                <a:ext uri="{FF2B5EF4-FFF2-40B4-BE49-F238E27FC236}">
                  <a16:creationId xmlns:a16="http://schemas.microsoft.com/office/drawing/2014/main" id="{F5874FF8-0A3D-4AE4-B86E-C0F6A1DE5656}"/>
                </a:ext>
              </a:extLst>
            </p:cNvPr>
            <p:cNvSpPr>
              <a:spLocks/>
            </p:cNvSpPr>
            <p:nvPr/>
          </p:nvSpPr>
          <p:spPr bwMode="auto">
            <a:xfrm>
              <a:off x="1499770" y="2276704"/>
              <a:ext cx="176881" cy="104440"/>
            </a:xfrm>
            <a:custGeom>
              <a:avLst/>
              <a:gdLst>
                <a:gd name="T0" fmla="*/ 111 w 111"/>
                <a:gd name="T1" fmla="*/ 0 h 66"/>
                <a:gd name="T2" fmla="*/ 55 w 111"/>
                <a:gd name="T3" fmla="*/ 0 h 66"/>
                <a:gd name="T4" fmla="*/ 55 w 111"/>
                <a:gd name="T5" fmla="*/ 54 h 66"/>
                <a:gd name="T6" fmla="*/ 14 w 111"/>
                <a:gd name="T7" fmla="*/ 54 h 66"/>
                <a:gd name="T8" fmla="*/ 14 w 111"/>
                <a:gd name="T9" fmla="*/ 0 h 66"/>
                <a:gd name="T10" fmla="*/ 0 w 111"/>
                <a:gd name="T11" fmla="*/ 0 h 66"/>
                <a:gd name="T12" fmla="*/ 0 w 111"/>
                <a:gd name="T13" fmla="*/ 66 h 66"/>
                <a:gd name="T14" fmla="*/ 111 w 111"/>
                <a:gd name="T15" fmla="*/ 66 h 66"/>
                <a:gd name="T16" fmla="*/ 111 w 111"/>
                <a:gd name="T17" fmla="*/ 0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1" h="66">
                  <a:moveTo>
                    <a:pt x="111" y="0"/>
                  </a:moveTo>
                  <a:lnTo>
                    <a:pt x="55" y="0"/>
                  </a:lnTo>
                  <a:lnTo>
                    <a:pt x="55" y="54"/>
                  </a:lnTo>
                  <a:lnTo>
                    <a:pt x="14" y="54"/>
                  </a:lnTo>
                  <a:lnTo>
                    <a:pt x="14" y="0"/>
                  </a:lnTo>
                  <a:lnTo>
                    <a:pt x="0" y="0"/>
                  </a:lnTo>
                  <a:lnTo>
                    <a:pt x="0" y="66"/>
                  </a:lnTo>
                  <a:lnTo>
                    <a:pt x="111" y="66"/>
                  </a:lnTo>
                  <a:lnTo>
                    <a:pt x="111" y="0"/>
                  </a:ln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14" name="Freeform 15">
              <a:extLst>
                <a:ext uri="{FF2B5EF4-FFF2-40B4-BE49-F238E27FC236}">
                  <a16:creationId xmlns:a16="http://schemas.microsoft.com/office/drawing/2014/main" id="{6B9BAB15-9C60-488C-A800-392BF9642ADD}"/>
                </a:ext>
              </a:extLst>
            </p:cNvPr>
            <p:cNvSpPr>
              <a:spLocks noEditPoints="1"/>
            </p:cNvSpPr>
            <p:nvPr/>
          </p:nvSpPr>
          <p:spPr bwMode="auto">
            <a:xfrm>
              <a:off x="1447674" y="2276704"/>
              <a:ext cx="289552" cy="278101"/>
            </a:xfrm>
            <a:custGeom>
              <a:avLst/>
              <a:gdLst>
                <a:gd name="T0" fmla="*/ 72 w 77"/>
                <a:gd name="T1" fmla="*/ 0 h 74"/>
                <a:gd name="T2" fmla="*/ 64 w 77"/>
                <a:gd name="T3" fmla="*/ 0 h 74"/>
                <a:gd name="T4" fmla="*/ 64 w 77"/>
                <a:gd name="T5" fmla="*/ 31 h 74"/>
                <a:gd name="T6" fmla="*/ 10 w 77"/>
                <a:gd name="T7" fmla="*/ 31 h 74"/>
                <a:gd name="T8" fmla="*/ 10 w 77"/>
                <a:gd name="T9" fmla="*/ 0 h 74"/>
                <a:gd name="T10" fmla="*/ 5 w 77"/>
                <a:gd name="T11" fmla="*/ 0 h 74"/>
                <a:gd name="T12" fmla="*/ 0 w 77"/>
                <a:gd name="T13" fmla="*/ 6 h 74"/>
                <a:gd name="T14" fmla="*/ 0 w 77"/>
                <a:gd name="T15" fmla="*/ 68 h 74"/>
                <a:gd name="T16" fmla="*/ 5 w 77"/>
                <a:gd name="T17" fmla="*/ 74 h 74"/>
                <a:gd name="T18" fmla="*/ 72 w 77"/>
                <a:gd name="T19" fmla="*/ 74 h 74"/>
                <a:gd name="T20" fmla="*/ 77 w 77"/>
                <a:gd name="T21" fmla="*/ 68 h 74"/>
                <a:gd name="T22" fmla="*/ 77 w 77"/>
                <a:gd name="T23" fmla="*/ 6 h 74"/>
                <a:gd name="T24" fmla="*/ 72 w 77"/>
                <a:gd name="T25" fmla="*/ 0 h 74"/>
                <a:gd name="T26" fmla="*/ 38 w 77"/>
                <a:gd name="T27" fmla="*/ 65 h 74"/>
                <a:gd name="T28" fmla="*/ 22 w 77"/>
                <a:gd name="T29" fmla="*/ 49 h 74"/>
                <a:gd name="T30" fmla="*/ 38 w 77"/>
                <a:gd name="T31" fmla="*/ 33 h 74"/>
                <a:gd name="T32" fmla="*/ 54 w 77"/>
                <a:gd name="T33" fmla="*/ 49 h 74"/>
                <a:gd name="T34" fmla="*/ 38 w 77"/>
                <a:gd name="T35" fmla="*/ 65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7" h="74">
                  <a:moveTo>
                    <a:pt x="72" y="0"/>
                  </a:moveTo>
                  <a:cubicBezTo>
                    <a:pt x="64" y="0"/>
                    <a:pt x="64" y="0"/>
                    <a:pt x="64" y="0"/>
                  </a:cubicBezTo>
                  <a:cubicBezTo>
                    <a:pt x="64" y="31"/>
                    <a:pt x="64" y="31"/>
                    <a:pt x="64" y="31"/>
                  </a:cubicBezTo>
                  <a:cubicBezTo>
                    <a:pt x="10" y="31"/>
                    <a:pt x="10" y="31"/>
                    <a:pt x="10" y="31"/>
                  </a:cubicBezTo>
                  <a:cubicBezTo>
                    <a:pt x="10" y="0"/>
                    <a:pt x="10" y="0"/>
                    <a:pt x="10" y="0"/>
                  </a:cubicBezTo>
                  <a:cubicBezTo>
                    <a:pt x="5" y="0"/>
                    <a:pt x="5" y="0"/>
                    <a:pt x="5" y="0"/>
                  </a:cubicBezTo>
                  <a:cubicBezTo>
                    <a:pt x="2" y="0"/>
                    <a:pt x="0" y="3"/>
                    <a:pt x="0" y="6"/>
                  </a:cubicBezTo>
                  <a:cubicBezTo>
                    <a:pt x="0" y="68"/>
                    <a:pt x="0" y="68"/>
                    <a:pt x="0" y="68"/>
                  </a:cubicBezTo>
                  <a:cubicBezTo>
                    <a:pt x="0" y="72"/>
                    <a:pt x="2" y="74"/>
                    <a:pt x="5" y="74"/>
                  </a:cubicBezTo>
                  <a:cubicBezTo>
                    <a:pt x="72" y="74"/>
                    <a:pt x="72" y="74"/>
                    <a:pt x="72" y="74"/>
                  </a:cubicBezTo>
                  <a:cubicBezTo>
                    <a:pt x="75" y="74"/>
                    <a:pt x="77" y="72"/>
                    <a:pt x="77" y="68"/>
                  </a:cubicBezTo>
                  <a:cubicBezTo>
                    <a:pt x="77" y="6"/>
                    <a:pt x="77" y="6"/>
                    <a:pt x="77" y="6"/>
                  </a:cubicBezTo>
                  <a:cubicBezTo>
                    <a:pt x="77" y="3"/>
                    <a:pt x="75" y="0"/>
                    <a:pt x="72" y="0"/>
                  </a:cubicBezTo>
                  <a:close/>
                  <a:moveTo>
                    <a:pt x="38" y="65"/>
                  </a:moveTo>
                  <a:cubicBezTo>
                    <a:pt x="29" y="65"/>
                    <a:pt x="22" y="58"/>
                    <a:pt x="22" y="49"/>
                  </a:cubicBezTo>
                  <a:cubicBezTo>
                    <a:pt x="22" y="40"/>
                    <a:pt x="29" y="33"/>
                    <a:pt x="38" y="33"/>
                  </a:cubicBezTo>
                  <a:cubicBezTo>
                    <a:pt x="46" y="33"/>
                    <a:pt x="54" y="40"/>
                    <a:pt x="54" y="49"/>
                  </a:cubicBezTo>
                  <a:cubicBezTo>
                    <a:pt x="54" y="58"/>
                    <a:pt x="46" y="65"/>
                    <a:pt x="38" y="65"/>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15" name="Oval 16">
              <a:extLst>
                <a:ext uri="{FF2B5EF4-FFF2-40B4-BE49-F238E27FC236}">
                  <a16:creationId xmlns:a16="http://schemas.microsoft.com/office/drawing/2014/main" id="{1D737AD0-FC23-4B23-9651-94A59C23ADDB}"/>
                </a:ext>
              </a:extLst>
            </p:cNvPr>
            <p:cNvSpPr>
              <a:spLocks noChangeArrowheads="1"/>
            </p:cNvSpPr>
            <p:nvPr/>
          </p:nvSpPr>
          <p:spPr bwMode="auto">
            <a:xfrm>
              <a:off x="1549442" y="2418790"/>
              <a:ext cx="82383" cy="82580"/>
            </a:xfrm>
            <a:prstGeom prst="ellipse">
              <a:avLst/>
            </a:pr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grpSp>
      <p:grpSp>
        <p:nvGrpSpPr>
          <p:cNvPr id="198665" name="组合 25">
            <a:extLst>
              <a:ext uri="{FF2B5EF4-FFF2-40B4-BE49-F238E27FC236}">
                <a16:creationId xmlns:a16="http://schemas.microsoft.com/office/drawing/2014/main" id="{D33384C9-F2FB-2C4C-9FCF-13FCBE639963}"/>
              </a:ext>
            </a:extLst>
          </p:cNvPr>
          <p:cNvGrpSpPr>
            <a:grpSpLocks/>
          </p:cNvGrpSpPr>
          <p:nvPr/>
        </p:nvGrpSpPr>
        <p:grpSpPr bwMode="auto">
          <a:xfrm>
            <a:off x="314325" y="4789488"/>
            <a:ext cx="657225" cy="663575"/>
            <a:chOff x="5093055" y="2766720"/>
            <a:chExt cx="501650" cy="506413"/>
          </a:xfrm>
        </p:grpSpPr>
        <p:sp>
          <p:nvSpPr>
            <p:cNvPr id="17" name="Freeform 21">
              <a:extLst>
                <a:ext uri="{FF2B5EF4-FFF2-40B4-BE49-F238E27FC236}">
                  <a16:creationId xmlns:a16="http://schemas.microsoft.com/office/drawing/2014/main" id="{70F1FAEA-2080-4790-ACAD-5C3280040784}"/>
                </a:ext>
              </a:extLst>
            </p:cNvPr>
            <p:cNvSpPr>
              <a:spLocks/>
            </p:cNvSpPr>
            <p:nvPr/>
          </p:nvSpPr>
          <p:spPr bwMode="auto">
            <a:xfrm>
              <a:off x="5093055" y="2766720"/>
              <a:ext cx="501650" cy="506413"/>
            </a:xfrm>
            <a:custGeom>
              <a:avLst/>
              <a:gdLst>
                <a:gd name="T0" fmla="*/ 134 w 134"/>
                <a:gd name="T1" fmla="*/ 37 h 135"/>
                <a:gd name="T2" fmla="*/ 134 w 134"/>
                <a:gd name="T3" fmla="*/ 98 h 135"/>
                <a:gd name="T4" fmla="*/ 98 w 134"/>
                <a:gd name="T5" fmla="*/ 135 h 135"/>
                <a:gd name="T6" fmla="*/ 36 w 134"/>
                <a:gd name="T7" fmla="*/ 135 h 135"/>
                <a:gd name="T8" fmla="*/ 0 w 134"/>
                <a:gd name="T9" fmla="*/ 98 h 135"/>
                <a:gd name="T10" fmla="*/ 0 w 134"/>
                <a:gd name="T11" fmla="*/ 37 h 135"/>
                <a:gd name="T12" fmla="*/ 36 w 134"/>
                <a:gd name="T13" fmla="*/ 0 h 135"/>
                <a:gd name="T14" fmla="*/ 134 w 134"/>
                <a:gd name="T15" fmla="*/ 0 h 135"/>
                <a:gd name="T16" fmla="*/ 134 w 134"/>
                <a:gd name="T17" fmla="*/ 3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4" h="135">
                  <a:moveTo>
                    <a:pt x="134" y="37"/>
                  </a:moveTo>
                  <a:cubicBezTo>
                    <a:pt x="134" y="98"/>
                    <a:pt x="134" y="98"/>
                    <a:pt x="134" y="98"/>
                  </a:cubicBezTo>
                  <a:cubicBezTo>
                    <a:pt x="134" y="118"/>
                    <a:pt x="118" y="135"/>
                    <a:pt x="98" y="135"/>
                  </a:cubicBezTo>
                  <a:cubicBezTo>
                    <a:pt x="36" y="135"/>
                    <a:pt x="36" y="135"/>
                    <a:pt x="36" y="135"/>
                  </a:cubicBezTo>
                  <a:cubicBezTo>
                    <a:pt x="16" y="135"/>
                    <a:pt x="0" y="118"/>
                    <a:pt x="0" y="98"/>
                  </a:cubicBezTo>
                  <a:cubicBezTo>
                    <a:pt x="0" y="37"/>
                    <a:pt x="0" y="37"/>
                    <a:pt x="0" y="37"/>
                  </a:cubicBezTo>
                  <a:cubicBezTo>
                    <a:pt x="0" y="16"/>
                    <a:pt x="16" y="0"/>
                    <a:pt x="36" y="0"/>
                  </a:cubicBezTo>
                  <a:cubicBezTo>
                    <a:pt x="134" y="0"/>
                    <a:pt x="134" y="0"/>
                    <a:pt x="134" y="0"/>
                  </a:cubicBezTo>
                  <a:lnTo>
                    <a:pt x="134" y="37"/>
                  </a:lnTo>
                  <a:close/>
                </a:path>
              </a:pathLst>
            </a:custGeom>
            <a:solidFill>
              <a:srgbClr val="9476B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dirty="0">
                <a:solidFill>
                  <a:sysClr val="windowText" lastClr="000000"/>
                </a:solidFill>
              </a:endParaRPr>
            </a:p>
          </p:txBody>
        </p:sp>
        <p:sp>
          <p:nvSpPr>
            <p:cNvPr id="18" name="Oval 22">
              <a:extLst>
                <a:ext uri="{FF2B5EF4-FFF2-40B4-BE49-F238E27FC236}">
                  <a16:creationId xmlns:a16="http://schemas.microsoft.com/office/drawing/2014/main" id="{1BFAC5F9-CCFD-4BFF-B995-A83EBFF21B21}"/>
                </a:ext>
              </a:extLst>
            </p:cNvPr>
            <p:cNvSpPr>
              <a:spLocks noChangeArrowheads="1"/>
            </p:cNvSpPr>
            <p:nvPr/>
          </p:nvSpPr>
          <p:spPr bwMode="auto">
            <a:xfrm>
              <a:off x="5200898" y="3069599"/>
              <a:ext cx="98149" cy="99344"/>
            </a:xfrm>
            <a:prstGeom prst="ellipse">
              <a:avLst/>
            </a:pr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19" name="Freeform 23">
              <a:extLst>
                <a:ext uri="{FF2B5EF4-FFF2-40B4-BE49-F238E27FC236}">
                  <a16:creationId xmlns:a16="http://schemas.microsoft.com/office/drawing/2014/main" id="{477165BF-377B-4FAB-B636-15589792FF56}"/>
                </a:ext>
              </a:extLst>
            </p:cNvPr>
            <p:cNvSpPr>
              <a:spLocks/>
            </p:cNvSpPr>
            <p:nvPr/>
          </p:nvSpPr>
          <p:spPr bwMode="auto">
            <a:xfrm>
              <a:off x="5211803" y="2970254"/>
              <a:ext cx="181757" cy="179304"/>
            </a:xfrm>
            <a:custGeom>
              <a:avLst/>
              <a:gdLst>
                <a:gd name="T0" fmla="*/ 6 w 48"/>
                <a:gd name="T1" fmla="*/ 0 h 48"/>
                <a:gd name="T2" fmla="*/ 0 w 48"/>
                <a:gd name="T3" fmla="*/ 7 h 48"/>
                <a:gd name="T4" fmla="*/ 6 w 48"/>
                <a:gd name="T5" fmla="*/ 13 h 48"/>
                <a:gd name="T6" fmla="*/ 35 w 48"/>
                <a:gd name="T7" fmla="*/ 42 h 48"/>
                <a:gd name="T8" fmla="*/ 42 w 48"/>
                <a:gd name="T9" fmla="*/ 48 h 48"/>
                <a:gd name="T10" fmla="*/ 48 w 48"/>
                <a:gd name="T11" fmla="*/ 42 h 48"/>
                <a:gd name="T12" fmla="*/ 6 w 48"/>
                <a:gd name="T13" fmla="*/ 0 h 48"/>
              </a:gdLst>
              <a:ahLst/>
              <a:cxnLst>
                <a:cxn ang="0">
                  <a:pos x="T0" y="T1"/>
                </a:cxn>
                <a:cxn ang="0">
                  <a:pos x="T2" y="T3"/>
                </a:cxn>
                <a:cxn ang="0">
                  <a:pos x="T4" y="T5"/>
                </a:cxn>
                <a:cxn ang="0">
                  <a:pos x="T6" y="T7"/>
                </a:cxn>
                <a:cxn ang="0">
                  <a:pos x="T8" y="T9"/>
                </a:cxn>
                <a:cxn ang="0">
                  <a:pos x="T10" y="T11"/>
                </a:cxn>
                <a:cxn ang="0">
                  <a:pos x="T12" y="T13"/>
                </a:cxn>
              </a:cxnLst>
              <a:rect l="0" t="0" r="r" b="b"/>
              <a:pathLst>
                <a:path w="48" h="48">
                  <a:moveTo>
                    <a:pt x="6" y="0"/>
                  </a:moveTo>
                  <a:cubicBezTo>
                    <a:pt x="3" y="0"/>
                    <a:pt x="0" y="3"/>
                    <a:pt x="0" y="7"/>
                  </a:cubicBezTo>
                  <a:cubicBezTo>
                    <a:pt x="0" y="10"/>
                    <a:pt x="3" y="13"/>
                    <a:pt x="6" y="13"/>
                  </a:cubicBezTo>
                  <a:cubicBezTo>
                    <a:pt x="22" y="13"/>
                    <a:pt x="35" y="26"/>
                    <a:pt x="35" y="42"/>
                  </a:cubicBezTo>
                  <a:cubicBezTo>
                    <a:pt x="35" y="45"/>
                    <a:pt x="38" y="48"/>
                    <a:pt x="42" y="48"/>
                  </a:cubicBezTo>
                  <a:cubicBezTo>
                    <a:pt x="45" y="48"/>
                    <a:pt x="48" y="45"/>
                    <a:pt x="48" y="42"/>
                  </a:cubicBezTo>
                  <a:cubicBezTo>
                    <a:pt x="48" y="19"/>
                    <a:pt x="29" y="0"/>
                    <a:pt x="6" y="0"/>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sp>
          <p:nvSpPr>
            <p:cNvPr id="20" name="Freeform 24">
              <a:extLst>
                <a:ext uri="{FF2B5EF4-FFF2-40B4-BE49-F238E27FC236}">
                  <a16:creationId xmlns:a16="http://schemas.microsoft.com/office/drawing/2014/main" id="{19A29ED0-B171-46B2-AB7D-8BD477D0E8AE}"/>
                </a:ext>
              </a:extLst>
            </p:cNvPr>
            <p:cNvSpPr>
              <a:spLocks/>
            </p:cNvSpPr>
            <p:nvPr/>
          </p:nvSpPr>
          <p:spPr bwMode="auto">
            <a:xfrm>
              <a:off x="5211803" y="2870910"/>
              <a:ext cx="278694" cy="278648"/>
            </a:xfrm>
            <a:custGeom>
              <a:avLst/>
              <a:gdLst>
                <a:gd name="T0" fmla="*/ 6 w 74"/>
                <a:gd name="T1" fmla="*/ 0 h 74"/>
                <a:gd name="T2" fmla="*/ 0 w 74"/>
                <a:gd name="T3" fmla="*/ 7 h 74"/>
                <a:gd name="T4" fmla="*/ 6 w 74"/>
                <a:gd name="T5" fmla="*/ 13 h 74"/>
                <a:gd name="T6" fmla="*/ 61 w 74"/>
                <a:gd name="T7" fmla="*/ 68 h 74"/>
                <a:gd name="T8" fmla="*/ 68 w 74"/>
                <a:gd name="T9" fmla="*/ 74 h 74"/>
                <a:gd name="T10" fmla="*/ 74 w 74"/>
                <a:gd name="T11" fmla="*/ 68 h 74"/>
                <a:gd name="T12" fmla="*/ 6 w 74"/>
                <a:gd name="T13" fmla="*/ 0 h 74"/>
              </a:gdLst>
              <a:ahLst/>
              <a:cxnLst>
                <a:cxn ang="0">
                  <a:pos x="T0" y="T1"/>
                </a:cxn>
                <a:cxn ang="0">
                  <a:pos x="T2" y="T3"/>
                </a:cxn>
                <a:cxn ang="0">
                  <a:pos x="T4" y="T5"/>
                </a:cxn>
                <a:cxn ang="0">
                  <a:pos x="T6" y="T7"/>
                </a:cxn>
                <a:cxn ang="0">
                  <a:pos x="T8" y="T9"/>
                </a:cxn>
                <a:cxn ang="0">
                  <a:pos x="T10" y="T11"/>
                </a:cxn>
                <a:cxn ang="0">
                  <a:pos x="T12" y="T13"/>
                </a:cxn>
              </a:cxnLst>
              <a:rect l="0" t="0" r="r" b="b"/>
              <a:pathLst>
                <a:path w="74" h="74">
                  <a:moveTo>
                    <a:pt x="6" y="0"/>
                  </a:moveTo>
                  <a:cubicBezTo>
                    <a:pt x="3" y="0"/>
                    <a:pt x="0" y="3"/>
                    <a:pt x="0" y="7"/>
                  </a:cubicBezTo>
                  <a:cubicBezTo>
                    <a:pt x="0" y="10"/>
                    <a:pt x="3" y="13"/>
                    <a:pt x="6" y="13"/>
                  </a:cubicBezTo>
                  <a:cubicBezTo>
                    <a:pt x="37" y="13"/>
                    <a:pt x="61" y="38"/>
                    <a:pt x="61" y="68"/>
                  </a:cubicBezTo>
                  <a:cubicBezTo>
                    <a:pt x="61" y="71"/>
                    <a:pt x="64" y="74"/>
                    <a:pt x="68" y="74"/>
                  </a:cubicBezTo>
                  <a:cubicBezTo>
                    <a:pt x="71" y="74"/>
                    <a:pt x="74" y="71"/>
                    <a:pt x="74" y="68"/>
                  </a:cubicBezTo>
                  <a:cubicBezTo>
                    <a:pt x="74" y="30"/>
                    <a:pt x="44" y="0"/>
                    <a:pt x="6" y="0"/>
                  </a:cubicBezTo>
                  <a:close/>
                </a:path>
              </a:pathLst>
            </a:custGeom>
            <a:solidFill>
              <a:srgbClr val="ECECEB"/>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endParaRPr lang="zh-CN" altLang="en-US" kern="0">
                <a:solidFill>
                  <a:sysClr val="windowText" lastClr="000000"/>
                </a:solidFill>
              </a:endParaRPr>
            </a:p>
          </p:txBody>
        </p:sp>
      </p:grpSp>
      <p:sp>
        <p:nvSpPr>
          <p:cNvPr id="21" name="Rectangle 6">
            <a:extLst>
              <a:ext uri="{FF2B5EF4-FFF2-40B4-BE49-F238E27FC236}">
                <a16:creationId xmlns:a16="http://schemas.microsoft.com/office/drawing/2014/main" id="{285EC7D0-18C5-4782-AE15-727E4306C0BF}"/>
              </a:ext>
            </a:extLst>
          </p:cNvPr>
          <p:cNvSpPr>
            <a:spLocks noChangeArrowheads="1"/>
          </p:cNvSpPr>
          <p:nvPr/>
        </p:nvSpPr>
        <p:spPr bwMode="auto">
          <a:xfrm>
            <a:off x="20638" y="5732463"/>
            <a:ext cx="9144000" cy="1081087"/>
          </a:xfrm>
          <a:prstGeom prst="rect">
            <a:avLst/>
          </a:prstGeom>
          <a:noFill/>
          <a:ln w="38100">
            <a:noFill/>
            <a:miter lim="800000"/>
            <a:headEnd/>
            <a:tailEnd/>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buClr>
                <a:srgbClr val="FF0000"/>
              </a:buClr>
              <a:buFont typeface="Wingdings" pitchFamily="2" charset="2"/>
              <a:buNone/>
            </a:pPr>
            <a:r>
              <a:rPr lang="zh-CN" altLang="en-US" sz="2600">
                <a:solidFill>
                  <a:srgbClr val="FF0000"/>
                </a:solidFill>
                <a:sym typeface="+mn-lt"/>
              </a:rPr>
              <a:t>      其中的比较语句形式如下：</a:t>
            </a:r>
          </a:p>
          <a:p>
            <a:pPr>
              <a:buClr>
                <a:srgbClr val="FF0000"/>
              </a:buClr>
              <a:buFont typeface="Wingdings" pitchFamily="2" charset="2"/>
              <a:buNone/>
            </a:pPr>
            <a:r>
              <a:rPr lang="en-US" altLang="zh-CN" sz="2600">
                <a:solidFill>
                  <a:srgbClr val="FF0000"/>
                </a:solidFill>
                <a:sym typeface="+mn-lt"/>
              </a:rPr>
              <a:t>      if(p-&gt;data &gt; pmax-&gt;data) pmax=p;</a:t>
            </a:r>
          </a:p>
        </p:txBody>
      </p:sp>
      <p:sp>
        <p:nvSpPr>
          <p:cNvPr id="198667" name="矩形 23">
            <a:extLst>
              <a:ext uri="{FF2B5EF4-FFF2-40B4-BE49-F238E27FC236}">
                <a16:creationId xmlns:a16="http://schemas.microsoft.com/office/drawing/2014/main" id="{C3F70A57-1C98-F04F-A163-F78FE6E208B0}"/>
              </a:ext>
            </a:extLst>
          </p:cNvPr>
          <p:cNvSpPr>
            <a:spLocks noChangeArrowheads="1"/>
          </p:cNvSpPr>
          <p:nvPr/>
        </p:nvSpPr>
        <p:spPr bwMode="auto">
          <a:xfrm>
            <a:off x="-23813" y="5661025"/>
            <a:ext cx="9188451" cy="46038"/>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3080" name="Rectangle 8">
            <a:extLst>
              <a:ext uri="{FF2B5EF4-FFF2-40B4-BE49-F238E27FC236}">
                <a16:creationId xmlns:a16="http://schemas.microsoft.com/office/drawing/2014/main" id="{1EF2693C-0F39-4F95-B572-98673E4B91CB}"/>
              </a:ext>
            </a:extLst>
          </p:cNvPr>
          <p:cNvSpPr>
            <a:spLocks noChangeArrowheads="1"/>
          </p:cNvSpPr>
          <p:nvPr/>
        </p:nvSpPr>
        <p:spPr bwMode="auto">
          <a:xfrm>
            <a:off x="0" y="2239963"/>
            <a:ext cx="4500563" cy="2413000"/>
          </a:xfrm>
          <a:prstGeom prst="rect">
            <a:avLst/>
          </a:prstGeom>
          <a:solidFill>
            <a:srgbClr val="EBEBEB"/>
          </a:solidFill>
          <a:ln>
            <a:noFill/>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buClr>
                <a:srgbClr val="FF0000"/>
              </a:buClr>
              <a:buFont typeface="Wingdings" pitchFamily="2" charset="2"/>
              <a:buNone/>
            </a:pPr>
            <a:r>
              <a:rPr lang="zh-CN" altLang="en-US" sz="2800">
                <a:sym typeface="+mn-lt"/>
              </a:rPr>
              <a:t>（</a:t>
            </a:r>
            <a:r>
              <a:rPr lang="en-US" altLang="zh-CN" sz="2800">
                <a:sym typeface="+mn-lt"/>
              </a:rPr>
              <a:t>7</a:t>
            </a:r>
            <a:r>
              <a:rPr lang="zh-CN" altLang="en-US" sz="2800">
                <a:sym typeface="+mn-lt"/>
              </a:rPr>
              <a:t>）设计一个算法，通过一趟遍历，将链表中所有结点的链接方向逆转，且仍利用原表的存储空间。</a:t>
            </a:r>
            <a:r>
              <a:rPr lang="zh-CN" altLang="en-US" sz="3200">
                <a:sym typeface="+mn-lt"/>
              </a:rPr>
              <a:t>　</a:t>
            </a:r>
          </a:p>
        </p:txBody>
      </p:sp>
      <p:sp>
        <p:nvSpPr>
          <p:cNvPr id="191492" name="Rectangle 10">
            <a:extLst>
              <a:ext uri="{FF2B5EF4-FFF2-40B4-BE49-F238E27FC236}">
                <a16:creationId xmlns:a16="http://schemas.microsoft.com/office/drawing/2014/main" id="{7563593A-3641-418E-B682-E99260DFDBB0}"/>
              </a:ext>
            </a:extLst>
          </p:cNvPr>
          <p:cNvSpPr>
            <a:spLocks noChangeArrowheads="1"/>
          </p:cNvSpPr>
          <p:nvPr/>
        </p:nvSpPr>
        <p:spPr bwMode="auto">
          <a:xfrm>
            <a:off x="4751388" y="2239963"/>
            <a:ext cx="4406900" cy="1717675"/>
          </a:xfrm>
          <a:prstGeom prst="rect">
            <a:avLst/>
          </a:prstGeom>
          <a:solidFill>
            <a:srgbClr val="E2D9EB"/>
          </a:solidFill>
          <a:ln w="38100">
            <a:noFill/>
            <a:miter lim="800000"/>
            <a:headEnd/>
            <a:tailEnd/>
          </a:ln>
        </p:spPr>
        <p:txBody>
          <a:bodyPr anchor="ct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buClr>
                <a:srgbClr val="FF0000"/>
              </a:buClr>
              <a:buFont typeface="Wingdings" pitchFamily="2" charset="2"/>
              <a:buNone/>
            </a:pPr>
            <a:r>
              <a:rPr lang="en-US" altLang="zh-CN" sz="2800">
                <a:sym typeface="+mn-lt"/>
              </a:rPr>
              <a:t>【</a:t>
            </a:r>
            <a:r>
              <a:rPr lang="zh-CN" altLang="en-US" sz="2800">
                <a:sym typeface="+mn-lt"/>
              </a:rPr>
              <a:t>算法步骤</a:t>
            </a:r>
            <a:r>
              <a:rPr lang="en-US" altLang="zh-CN" sz="2800">
                <a:sym typeface="+mn-lt"/>
              </a:rPr>
              <a:t>】</a:t>
            </a:r>
            <a:r>
              <a:rPr lang="zh-CN" altLang="en-US" sz="2800">
                <a:sym typeface="+mn-lt"/>
              </a:rPr>
              <a:t>从首元结点开始，逐个地把链表</a:t>
            </a:r>
            <a:r>
              <a:rPr lang="en-US" altLang="zh-CN" sz="2800">
                <a:sym typeface="+mn-lt"/>
              </a:rPr>
              <a:t>L</a:t>
            </a:r>
            <a:r>
              <a:rPr lang="zh-CN" altLang="en-US" sz="2800">
                <a:sym typeface="+mn-lt"/>
              </a:rPr>
              <a:t>的当前结点</a:t>
            </a:r>
            <a:r>
              <a:rPr lang="en-US" altLang="zh-CN" sz="2800">
                <a:sym typeface="+mn-lt"/>
              </a:rPr>
              <a:t>p</a:t>
            </a:r>
            <a:r>
              <a:rPr lang="zh-CN" altLang="en-US" sz="2800">
                <a:sym typeface="+mn-lt"/>
              </a:rPr>
              <a:t>插入新的链表头部</a:t>
            </a:r>
            <a:endParaRPr lang="en-US" altLang="zh-CN" sz="2800">
              <a:sym typeface="+mn-lt"/>
            </a:endParaRPr>
          </a:p>
        </p:txBody>
      </p:sp>
      <p:sp>
        <p:nvSpPr>
          <p:cNvPr id="5" name="Comment 6">
            <a:extLst>
              <a:ext uri="{FF2B5EF4-FFF2-40B4-BE49-F238E27FC236}">
                <a16:creationId xmlns:a16="http://schemas.microsoft.com/office/drawing/2014/main" id="{C5786F01-E399-4586-B322-6156C127A000}"/>
              </a:ext>
            </a:extLst>
          </p:cNvPr>
          <p:cNvSpPr>
            <a:spLocks noChangeArrowheads="1"/>
          </p:cNvSpPr>
          <p:nvPr/>
        </p:nvSpPr>
        <p:spPr bwMode="auto">
          <a:xfrm>
            <a:off x="900113" y="198438"/>
            <a:ext cx="3389312"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算法设计题</a:t>
            </a:r>
          </a:p>
        </p:txBody>
      </p:sp>
      <p:sp>
        <p:nvSpPr>
          <p:cNvPr id="199685" name="矩形 1">
            <a:extLst>
              <a:ext uri="{FF2B5EF4-FFF2-40B4-BE49-F238E27FC236}">
                <a16:creationId xmlns:a16="http://schemas.microsoft.com/office/drawing/2014/main" id="{3253177A-A383-C046-A083-8359814D15FD}"/>
              </a:ext>
            </a:extLst>
          </p:cNvPr>
          <p:cNvSpPr>
            <a:spLocks noChangeArrowheads="1"/>
          </p:cNvSpPr>
          <p:nvPr/>
        </p:nvSpPr>
        <p:spPr bwMode="auto">
          <a:xfrm>
            <a:off x="4751388" y="4049713"/>
            <a:ext cx="4392612" cy="144462"/>
          </a:xfrm>
          <a:prstGeom prst="rect">
            <a:avLst/>
          </a:prstGeom>
          <a:solidFill>
            <a:srgbClr val="E2D9EB"/>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99686" name="矩形 8">
            <a:extLst>
              <a:ext uri="{FF2B5EF4-FFF2-40B4-BE49-F238E27FC236}">
                <a16:creationId xmlns:a16="http://schemas.microsoft.com/office/drawing/2014/main" id="{DA32D548-6DAB-8E4D-8B3A-91F8D4001721}"/>
              </a:ext>
            </a:extLst>
          </p:cNvPr>
          <p:cNvSpPr>
            <a:spLocks noChangeArrowheads="1"/>
          </p:cNvSpPr>
          <p:nvPr/>
        </p:nvSpPr>
        <p:spPr bwMode="auto">
          <a:xfrm>
            <a:off x="4751388" y="4286250"/>
            <a:ext cx="4392612" cy="144463"/>
          </a:xfrm>
          <a:prstGeom prst="rect">
            <a:avLst/>
          </a:prstGeom>
          <a:solidFill>
            <a:srgbClr val="E2D9EB"/>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99687" name="矩形 9">
            <a:extLst>
              <a:ext uri="{FF2B5EF4-FFF2-40B4-BE49-F238E27FC236}">
                <a16:creationId xmlns:a16="http://schemas.microsoft.com/office/drawing/2014/main" id="{1A6B3E0E-EE58-694D-9BF2-C6F47353D6F1}"/>
              </a:ext>
            </a:extLst>
          </p:cNvPr>
          <p:cNvSpPr>
            <a:spLocks noChangeArrowheads="1"/>
          </p:cNvSpPr>
          <p:nvPr/>
        </p:nvSpPr>
        <p:spPr bwMode="auto">
          <a:xfrm>
            <a:off x="4751388" y="4508500"/>
            <a:ext cx="4392612" cy="144463"/>
          </a:xfrm>
          <a:prstGeom prst="rect">
            <a:avLst/>
          </a:prstGeom>
          <a:solidFill>
            <a:srgbClr val="E2D9EB"/>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pPr>
            <a:endParaRPr kumimoji="1" lang="zh-CN" altLang="en-US" sz="2800">
              <a:ea typeface="仿宋_GB2312" pitchFamily="49" charset="-122"/>
            </a:endParaRPr>
          </a:p>
        </p:txBody>
      </p:sp>
      <p:sp>
        <p:nvSpPr>
          <p:cNvPr id="11" name="Shape 26">
            <a:extLst>
              <a:ext uri="{FF2B5EF4-FFF2-40B4-BE49-F238E27FC236}">
                <a16:creationId xmlns:a16="http://schemas.microsoft.com/office/drawing/2014/main" id="{C36C76E4-B75B-41BE-BED0-A3ADAB7499BA}"/>
              </a:ext>
            </a:extLst>
          </p:cNvPr>
          <p:cNvSpPr/>
          <p:nvPr/>
        </p:nvSpPr>
        <p:spPr bwMode="auto">
          <a:xfrm flipH="1">
            <a:off x="0" y="5899150"/>
            <a:ext cx="9144000" cy="973138"/>
          </a:xfrm>
          <a:custGeom>
            <a:avLst/>
            <a:gdLst/>
            <a:ahLst/>
            <a:cxnLst/>
            <a:rect l="0" t="0" r="0" b="0"/>
            <a:pathLst>
              <a:path w="120000" h="120000" extrusionOk="0">
                <a:moveTo>
                  <a:pt x="0" y="120000"/>
                </a:moveTo>
                <a:lnTo>
                  <a:pt x="0" y="102222"/>
                </a:lnTo>
                <a:lnTo>
                  <a:pt x="583" y="102222"/>
                </a:lnTo>
                <a:lnTo>
                  <a:pt x="583" y="89777"/>
                </a:lnTo>
                <a:lnTo>
                  <a:pt x="4166" y="89777"/>
                </a:lnTo>
                <a:lnTo>
                  <a:pt x="4166" y="79111"/>
                </a:lnTo>
                <a:lnTo>
                  <a:pt x="6416" y="79111"/>
                </a:lnTo>
                <a:lnTo>
                  <a:pt x="6416" y="91111"/>
                </a:lnTo>
                <a:lnTo>
                  <a:pt x="7625" y="91111"/>
                </a:lnTo>
                <a:lnTo>
                  <a:pt x="7625" y="79111"/>
                </a:lnTo>
                <a:lnTo>
                  <a:pt x="8958" y="79111"/>
                </a:lnTo>
                <a:lnTo>
                  <a:pt x="8958" y="45333"/>
                </a:lnTo>
                <a:lnTo>
                  <a:pt x="9541" y="45333"/>
                </a:lnTo>
                <a:lnTo>
                  <a:pt x="9541" y="39111"/>
                </a:lnTo>
                <a:lnTo>
                  <a:pt x="10958" y="39111"/>
                </a:lnTo>
                <a:lnTo>
                  <a:pt x="10958" y="45333"/>
                </a:lnTo>
                <a:lnTo>
                  <a:pt x="11583" y="45333"/>
                </a:lnTo>
                <a:lnTo>
                  <a:pt x="11583" y="76000"/>
                </a:lnTo>
                <a:lnTo>
                  <a:pt x="12083" y="76000"/>
                </a:lnTo>
                <a:lnTo>
                  <a:pt x="12083" y="95555"/>
                </a:lnTo>
                <a:lnTo>
                  <a:pt x="13250" y="95555"/>
                </a:lnTo>
                <a:lnTo>
                  <a:pt x="13250" y="60000"/>
                </a:lnTo>
                <a:lnTo>
                  <a:pt x="14041" y="60000"/>
                </a:lnTo>
                <a:lnTo>
                  <a:pt x="14041" y="45333"/>
                </a:lnTo>
                <a:lnTo>
                  <a:pt x="14583" y="45333"/>
                </a:lnTo>
                <a:lnTo>
                  <a:pt x="14583" y="27555"/>
                </a:lnTo>
                <a:lnTo>
                  <a:pt x="14958" y="27555"/>
                </a:lnTo>
                <a:lnTo>
                  <a:pt x="14958" y="14222"/>
                </a:lnTo>
                <a:lnTo>
                  <a:pt x="15333" y="14222"/>
                </a:lnTo>
                <a:lnTo>
                  <a:pt x="15333" y="0"/>
                </a:lnTo>
                <a:lnTo>
                  <a:pt x="15958" y="0"/>
                </a:lnTo>
                <a:lnTo>
                  <a:pt x="15958" y="13777"/>
                </a:lnTo>
                <a:lnTo>
                  <a:pt x="16416" y="13777"/>
                </a:lnTo>
                <a:lnTo>
                  <a:pt x="16416" y="24888"/>
                </a:lnTo>
                <a:lnTo>
                  <a:pt x="16791" y="24888"/>
                </a:lnTo>
                <a:lnTo>
                  <a:pt x="16791" y="46222"/>
                </a:lnTo>
                <a:lnTo>
                  <a:pt x="17333" y="46222"/>
                </a:lnTo>
                <a:lnTo>
                  <a:pt x="17333" y="61333"/>
                </a:lnTo>
                <a:lnTo>
                  <a:pt x="17916" y="61333"/>
                </a:lnTo>
                <a:lnTo>
                  <a:pt x="17916" y="101333"/>
                </a:lnTo>
                <a:lnTo>
                  <a:pt x="18875" y="101333"/>
                </a:lnTo>
                <a:lnTo>
                  <a:pt x="18875" y="92000"/>
                </a:lnTo>
                <a:lnTo>
                  <a:pt x="20958" y="92000"/>
                </a:lnTo>
                <a:lnTo>
                  <a:pt x="20958" y="96444"/>
                </a:lnTo>
                <a:lnTo>
                  <a:pt x="21750" y="96444"/>
                </a:lnTo>
                <a:lnTo>
                  <a:pt x="21750" y="54666"/>
                </a:lnTo>
                <a:lnTo>
                  <a:pt x="22333" y="54666"/>
                </a:lnTo>
                <a:lnTo>
                  <a:pt x="22333" y="42666"/>
                </a:lnTo>
                <a:lnTo>
                  <a:pt x="24166" y="42666"/>
                </a:lnTo>
                <a:lnTo>
                  <a:pt x="24166" y="53777"/>
                </a:lnTo>
                <a:lnTo>
                  <a:pt x="24583" y="56888"/>
                </a:lnTo>
                <a:lnTo>
                  <a:pt x="24583" y="85777"/>
                </a:lnTo>
                <a:lnTo>
                  <a:pt x="25291" y="85777"/>
                </a:lnTo>
                <a:lnTo>
                  <a:pt x="25291" y="79555"/>
                </a:lnTo>
                <a:lnTo>
                  <a:pt x="27125" y="79555"/>
                </a:lnTo>
                <a:lnTo>
                  <a:pt x="27125" y="86222"/>
                </a:lnTo>
                <a:lnTo>
                  <a:pt x="28208" y="86222"/>
                </a:lnTo>
                <a:lnTo>
                  <a:pt x="28208" y="92000"/>
                </a:lnTo>
                <a:lnTo>
                  <a:pt x="29416" y="92000"/>
                </a:lnTo>
                <a:lnTo>
                  <a:pt x="29416" y="83555"/>
                </a:lnTo>
                <a:lnTo>
                  <a:pt x="30250" y="83555"/>
                </a:lnTo>
                <a:lnTo>
                  <a:pt x="30250" y="65777"/>
                </a:lnTo>
                <a:lnTo>
                  <a:pt x="35041" y="65777"/>
                </a:lnTo>
                <a:lnTo>
                  <a:pt x="35041" y="83555"/>
                </a:lnTo>
                <a:lnTo>
                  <a:pt x="35875" y="83555"/>
                </a:lnTo>
                <a:lnTo>
                  <a:pt x="35875" y="65777"/>
                </a:lnTo>
                <a:lnTo>
                  <a:pt x="39916" y="65777"/>
                </a:lnTo>
                <a:lnTo>
                  <a:pt x="39916" y="72888"/>
                </a:lnTo>
                <a:lnTo>
                  <a:pt x="41041" y="72888"/>
                </a:lnTo>
                <a:lnTo>
                  <a:pt x="41041" y="99555"/>
                </a:lnTo>
                <a:lnTo>
                  <a:pt x="42583" y="99555"/>
                </a:lnTo>
                <a:lnTo>
                  <a:pt x="42583" y="76888"/>
                </a:lnTo>
                <a:lnTo>
                  <a:pt x="45250" y="56000"/>
                </a:lnTo>
                <a:lnTo>
                  <a:pt x="47875" y="76888"/>
                </a:lnTo>
                <a:lnTo>
                  <a:pt x="47875" y="88888"/>
                </a:lnTo>
                <a:lnTo>
                  <a:pt x="48666" y="88888"/>
                </a:lnTo>
                <a:lnTo>
                  <a:pt x="48666" y="104000"/>
                </a:lnTo>
                <a:lnTo>
                  <a:pt x="49208" y="104000"/>
                </a:lnTo>
                <a:lnTo>
                  <a:pt x="49208" y="73333"/>
                </a:lnTo>
                <a:lnTo>
                  <a:pt x="51500" y="73333"/>
                </a:lnTo>
                <a:lnTo>
                  <a:pt x="51500" y="85777"/>
                </a:lnTo>
                <a:lnTo>
                  <a:pt x="53708" y="85777"/>
                </a:lnTo>
                <a:lnTo>
                  <a:pt x="53708" y="94666"/>
                </a:lnTo>
                <a:lnTo>
                  <a:pt x="54500" y="94666"/>
                </a:lnTo>
                <a:lnTo>
                  <a:pt x="54500" y="85777"/>
                </a:lnTo>
                <a:lnTo>
                  <a:pt x="57125" y="85777"/>
                </a:lnTo>
                <a:lnTo>
                  <a:pt x="57125" y="102222"/>
                </a:lnTo>
                <a:lnTo>
                  <a:pt x="57625" y="102222"/>
                </a:lnTo>
                <a:lnTo>
                  <a:pt x="57625" y="104888"/>
                </a:lnTo>
                <a:lnTo>
                  <a:pt x="58875" y="104888"/>
                </a:lnTo>
                <a:lnTo>
                  <a:pt x="58875" y="94222"/>
                </a:lnTo>
                <a:lnTo>
                  <a:pt x="61666" y="94222"/>
                </a:lnTo>
                <a:lnTo>
                  <a:pt x="61666" y="89777"/>
                </a:lnTo>
                <a:lnTo>
                  <a:pt x="62250" y="89777"/>
                </a:lnTo>
                <a:lnTo>
                  <a:pt x="62250" y="84000"/>
                </a:lnTo>
                <a:lnTo>
                  <a:pt x="62833" y="84000"/>
                </a:lnTo>
                <a:lnTo>
                  <a:pt x="62833" y="88888"/>
                </a:lnTo>
                <a:lnTo>
                  <a:pt x="63500" y="88888"/>
                </a:lnTo>
                <a:lnTo>
                  <a:pt x="63500" y="83111"/>
                </a:lnTo>
                <a:lnTo>
                  <a:pt x="64999" y="83111"/>
                </a:lnTo>
                <a:lnTo>
                  <a:pt x="64999" y="88444"/>
                </a:lnTo>
                <a:lnTo>
                  <a:pt x="65666" y="88444"/>
                </a:lnTo>
                <a:lnTo>
                  <a:pt x="65666" y="103111"/>
                </a:lnTo>
                <a:lnTo>
                  <a:pt x="66916" y="103111"/>
                </a:lnTo>
                <a:lnTo>
                  <a:pt x="66916" y="82666"/>
                </a:lnTo>
                <a:lnTo>
                  <a:pt x="69375" y="82666"/>
                </a:lnTo>
                <a:lnTo>
                  <a:pt x="69375" y="88888"/>
                </a:lnTo>
                <a:lnTo>
                  <a:pt x="70416" y="88888"/>
                </a:lnTo>
                <a:lnTo>
                  <a:pt x="70416" y="46222"/>
                </a:lnTo>
                <a:lnTo>
                  <a:pt x="71500" y="35111"/>
                </a:lnTo>
                <a:lnTo>
                  <a:pt x="72458" y="45777"/>
                </a:lnTo>
                <a:lnTo>
                  <a:pt x="72458" y="103111"/>
                </a:lnTo>
                <a:lnTo>
                  <a:pt x="73583" y="103111"/>
                </a:lnTo>
                <a:lnTo>
                  <a:pt x="73583" y="47555"/>
                </a:lnTo>
                <a:lnTo>
                  <a:pt x="76916" y="47555"/>
                </a:lnTo>
                <a:lnTo>
                  <a:pt x="76916" y="97777"/>
                </a:lnTo>
                <a:lnTo>
                  <a:pt x="77541" y="97777"/>
                </a:lnTo>
                <a:lnTo>
                  <a:pt x="77541" y="85777"/>
                </a:lnTo>
                <a:lnTo>
                  <a:pt x="79000" y="85777"/>
                </a:lnTo>
                <a:lnTo>
                  <a:pt x="79000" y="92888"/>
                </a:lnTo>
                <a:lnTo>
                  <a:pt x="82000" y="92888"/>
                </a:lnTo>
                <a:lnTo>
                  <a:pt x="82000" y="102222"/>
                </a:lnTo>
                <a:lnTo>
                  <a:pt x="84333" y="102222"/>
                </a:lnTo>
                <a:lnTo>
                  <a:pt x="84333" y="88000"/>
                </a:lnTo>
                <a:lnTo>
                  <a:pt x="85583" y="88000"/>
                </a:lnTo>
                <a:lnTo>
                  <a:pt x="85583" y="96000"/>
                </a:lnTo>
                <a:lnTo>
                  <a:pt x="86500" y="96000"/>
                </a:lnTo>
                <a:lnTo>
                  <a:pt x="86500" y="91111"/>
                </a:lnTo>
                <a:lnTo>
                  <a:pt x="87791" y="91111"/>
                </a:lnTo>
                <a:lnTo>
                  <a:pt x="87791" y="84888"/>
                </a:lnTo>
                <a:lnTo>
                  <a:pt x="89375" y="84888"/>
                </a:lnTo>
                <a:lnTo>
                  <a:pt x="89375" y="100888"/>
                </a:lnTo>
                <a:lnTo>
                  <a:pt x="90541" y="100888"/>
                </a:lnTo>
                <a:lnTo>
                  <a:pt x="90541" y="63111"/>
                </a:lnTo>
                <a:lnTo>
                  <a:pt x="92458" y="63555"/>
                </a:lnTo>
                <a:lnTo>
                  <a:pt x="92458" y="84444"/>
                </a:lnTo>
                <a:lnTo>
                  <a:pt x="93750" y="84444"/>
                </a:lnTo>
                <a:lnTo>
                  <a:pt x="93750" y="97333"/>
                </a:lnTo>
                <a:lnTo>
                  <a:pt x="95375" y="97333"/>
                </a:lnTo>
                <a:lnTo>
                  <a:pt x="95375" y="83111"/>
                </a:lnTo>
                <a:lnTo>
                  <a:pt x="96500" y="83111"/>
                </a:lnTo>
                <a:lnTo>
                  <a:pt x="96500" y="77333"/>
                </a:lnTo>
                <a:lnTo>
                  <a:pt x="98000" y="77333"/>
                </a:lnTo>
                <a:lnTo>
                  <a:pt x="98000" y="81333"/>
                </a:lnTo>
                <a:lnTo>
                  <a:pt x="99041" y="81333"/>
                </a:lnTo>
                <a:lnTo>
                  <a:pt x="99041" y="75111"/>
                </a:lnTo>
                <a:lnTo>
                  <a:pt x="101000" y="59555"/>
                </a:lnTo>
                <a:lnTo>
                  <a:pt x="102916" y="75111"/>
                </a:lnTo>
                <a:lnTo>
                  <a:pt x="102916" y="96444"/>
                </a:lnTo>
                <a:lnTo>
                  <a:pt x="103250" y="96444"/>
                </a:lnTo>
                <a:lnTo>
                  <a:pt x="103250" y="92000"/>
                </a:lnTo>
                <a:lnTo>
                  <a:pt x="104750" y="92000"/>
                </a:lnTo>
                <a:lnTo>
                  <a:pt x="104750" y="111111"/>
                </a:lnTo>
                <a:lnTo>
                  <a:pt x="105125" y="111111"/>
                </a:lnTo>
                <a:lnTo>
                  <a:pt x="105125" y="101777"/>
                </a:lnTo>
                <a:lnTo>
                  <a:pt x="106291" y="101777"/>
                </a:lnTo>
                <a:lnTo>
                  <a:pt x="106291" y="81777"/>
                </a:lnTo>
                <a:lnTo>
                  <a:pt x="107791" y="81777"/>
                </a:lnTo>
                <a:lnTo>
                  <a:pt x="107791" y="101777"/>
                </a:lnTo>
                <a:lnTo>
                  <a:pt x="107833" y="101777"/>
                </a:lnTo>
                <a:lnTo>
                  <a:pt x="107833" y="93777"/>
                </a:lnTo>
                <a:lnTo>
                  <a:pt x="108583" y="93777"/>
                </a:lnTo>
                <a:lnTo>
                  <a:pt x="108583" y="89777"/>
                </a:lnTo>
                <a:lnTo>
                  <a:pt x="110166" y="89777"/>
                </a:lnTo>
                <a:lnTo>
                  <a:pt x="110166" y="103111"/>
                </a:lnTo>
                <a:lnTo>
                  <a:pt x="110416" y="103111"/>
                </a:lnTo>
                <a:lnTo>
                  <a:pt x="110416" y="93777"/>
                </a:lnTo>
                <a:lnTo>
                  <a:pt x="110625" y="93777"/>
                </a:lnTo>
                <a:lnTo>
                  <a:pt x="110625" y="76444"/>
                </a:lnTo>
                <a:lnTo>
                  <a:pt x="111416" y="76444"/>
                </a:lnTo>
                <a:lnTo>
                  <a:pt x="111416" y="68444"/>
                </a:lnTo>
                <a:lnTo>
                  <a:pt x="111833" y="68444"/>
                </a:lnTo>
                <a:lnTo>
                  <a:pt x="111833" y="64000"/>
                </a:lnTo>
                <a:lnTo>
                  <a:pt x="112916" y="64000"/>
                </a:lnTo>
                <a:lnTo>
                  <a:pt x="112916" y="68444"/>
                </a:lnTo>
                <a:lnTo>
                  <a:pt x="113375" y="68444"/>
                </a:lnTo>
                <a:lnTo>
                  <a:pt x="113375" y="91555"/>
                </a:lnTo>
                <a:lnTo>
                  <a:pt x="113416" y="91555"/>
                </a:lnTo>
                <a:lnTo>
                  <a:pt x="113416" y="91555"/>
                </a:lnTo>
                <a:lnTo>
                  <a:pt x="114666" y="91555"/>
                </a:lnTo>
                <a:lnTo>
                  <a:pt x="114666" y="79555"/>
                </a:lnTo>
                <a:lnTo>
                  <a:pt x="115250" y="79555"/>
                </a:lnTo>
                <a:lnTo>
                  <a:pt x="115250" y="68444"/>
                </a:lnTo>
                <a:lnTo>
                  <a:pt x="115625" y="68444"/>
                </a:lnTo>
                <a:lnTo>
                  <a:pt x="115625" y="55111"/>
                </a:lnTo>
                <a:lnTo>
                  <a:pt x="115916" y="55111"/>
                </a:lnTo>
                <a:lnTo>
                  <a:pt x="115916" y="44888"/>
                </a:lnTo>
                <a:lnTo>
                  <a:pt x="116250" y="44888"/>
                </a:lnTo>
                <a:lnTo>
                  <a:pt x="116250" y="34222"/>
                </a:lnTo>
                <a:lnTo>
                  <a:pt x="116666" y="34222"/>
                </a:lnTo>
                <a:lnTo>
                  <a:pt x="116666" y="44444"/>
                </a:lnTo>
                <a:lnTo>
                  <a:pt x="117000" y="44444"/>
                </a:lnTo>
                <a:lnTo>
                  <a:pt x="117000" y="52888"/>
                </a:lnTo>
                <a:lnTo>
                  <a:pt x="117333" y="52888"/>
                </a:lnTo>
                <a:lnTo>
                  <a:pt x="117333" y="68888"/>
                </a:lnTo>
                <a:lnTo>
                  <a:pt x="117708" y="68888"/>
                </a:lnTo>
                <a:lnTo>
                  <a:pt x="117708" y="80444"/>
                </a:lnTo>
                <a:lnTo>
                  <a:pt x="118166" y="80444"/>
                </a:lnTo>
                <a:lnTo>
                  <a:pt x="118166" y="92000"/>
                </a:lnTo>
                <a:lnTo>
                  <a:pt x="120000" y="92000"/>
                </a:lnTo>
                <a:lnTo>
                  <a:pt x="120000" y="120000"/>
                </a:lnTo>
                <a:lnTo>
                  <a:pt x="0" y="120000"/>
                </a:lnTo>
                <a:close/>
              </a:path>
            </a:pathLst>
          </a:custGeom>
          <a:solidFill>
            <a:schemeClr val="tx1">
              <a:lumMod val="50000"/>
              <a:lumOff val="50000"/>
            </a:schemeClr>
          </a:solidFill>
          <a:ln w="9525" cap="flat" cmpd="sng">
            <a:noFill/>
            <a:prstDash val="solid"/>
            <a:round/>
            <a:headEnd type="none" w="med" len="med"/>
            <a:tailEnd type="none" w="med" len="med"/>
          </a:ln>
        </p:spPr>
        <p:txBody>
          <a:bodyPr lIns="68569" tIns="34275" rIns="68569" bIns="34275"/>
          <a:lstStyle/>
          <a:p>
            <a:pPr>
              <a:defRPr/>
            </a:pPr>
            <a:endParaRPr sz="1013">
              <a:solidFill>
                <a:schemeClr val="dk1"/>
              </a:solidFill>
              <a:latin typeface="+mn-lt"/>
              <a:ea typeface="+mn-ea"/>
              <a:cs typeface="+mn-ea"/>
              <a:sym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643080"/>
                                        </p:tgtEl>
                                        <p:attrNameLst>
                                          <p:attrName>style.visibility</p:attrName>
                                        </p:attrNameLst>
                                      </p:cBhvr>
                                      <p:to>
                                        <p:strVal val="visible"/>
                                      </p:to>
                                    </p:set>
                                    <p:animEffect transition="in" filter="box(in)">
                                      <p:cBhvr>
                                        <p:cTn id="7" dur="500"/>
                                        <p:tgtEl>
                                          <p:spTgt spid="6430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3080" grpId="0" animBg="1"/>
    </p:bld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4">
            <a:extLst>
              <a:ext uri="{FF2B5EF4-FFF2-40B4-BE49-F238E27FC236}">
                <a16:creationId xmlns:a16="http://schemas.microsoft.com/office/drawing/2014/main" id="{C4A7DE6C-92D3-4EC7-8ABB-793997686CFA}"/>
              </a:ext>
            </a:extLst>
          </p:cNvPr>
          <p:cNvSpPr>
            <a:spLocks noChangeArrowheads="1"/>
          </p:cNvSpPr>
          <p:nvPr/>
        </p:nvSpPr>
        <p:spPr bwMode="auto">
          <a:xfrm>
            <a:off x="1377950" y="1766888"/>
            <a:ext cx="1143000" cy="533400"/>
          </a:xfrm>
          <a:prstGeom prst="rect">
            <a:avLst/>
          </a:prstGeom>
          <a:solidFill>
            <a:srgbClr val="FFFF00"/>
          </a:solidFill>
          <a:ln w="9525">
            <a:solidFill>
              <a:srgbClr val="CC66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92515" name="Line 5">
            <a:extLst>
              <a:ext uri="{FF2B5EF4-FFF2-40B4-BE49-F238E27FC236}">
                <a16:creationId xmlns:a16="http://schemas.microsoft.com/office/drawing/2014/main" id="{7EDCA459-8327-46E2-AD42-E1DE77BD53FD}"/>
              </a:ext>
            </a:extLst>
          </p:cNvPr>
          <p:cNvSpPr>
            <a:spLocks noChangeShapeType="1"/>
          </p:cNvSpPr>
          <p:nvPr/>
        </p:nvSpPr>
        <p:spPr bwMode="auto">
          <a:xfrm>
            <a:off x="2139950" y="1766888"/>
            <a:ext cx="0" cy="533400"/>
          </a:xfrm>
          <a:prstGeom prst="line">
            <a:avLst/>
          </a:prstGeom>
          <a:noFill/>
          <a:ln w="9525">
            <a:solidFill>
              <a:srgbClr val="CC66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16" name="Text Box 6">
            <a:extLst>
              <a:ext uri="{FF2B5EF4-FFF2-40B4-BE49-F238E27FC236}">
                <a16:creationId xmlns:a16="http://schemas.microsoft.com/office/drawing/2014/main" id="{A8C25741-34C3-4435-92DB-FE7AC8F9B59E}"/>
              </a:ext>
            </a:extLst>
          </p:cNvPr>
          <p:cNvSpPr txBox="1">
            <a:spLocks noChangeArrowheads="1"/>
          </p:cNvSpPr>
          <p:nvPr/>
        </p:nvSpPr>
        <p:spPr bwMode="auto">
          <a:xfrm>
            <a:off x="2901950" y="1758950"/>
            <a:ext cx="762000" cy="541338"/>
          </a:xfrm>
          <a:prstGeom prst="rect">
            <a:avLst/>
          </a:prstGeom>
          <a:solidFill>
            <a:srgbClr val="FFFF99">
              <a:alpha val="50195"/>
            </a:srgbClr>
          </a:solidFill>
          <a:ln w="22225">
            <a:solidFill>
              <a:srgbClr val="FF6600"/>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r>
              <a:rPr lang="en-US" altLang="zh-CN" sz="2800">
                <a:latin typeface="+mn-lt"/>
                <a:ea typeface="+mn-ea"/>
                <a:cs typeface="+mn-ea"/>
                <a:sym typeface="+mn-lt"/>
              </a:rPr>
              <a:t>a</a:t>
            </a:r>
            <a:r>
              <a:rPr lang="en-US" altLang="zh-CN" sz="2800" baseline="-25000">
                <a:latin typeface="+mn-lt"/>
                <a:ea typeface="+mn-ea"/>
                <a:cs typeface="+mn-ea"/>
                <a:sym typeface="+mn-lt"/>
              </a:rPr>
              <a:t>1</a:t>
            </a:r>
            <a:endParaRPr lang="en-US" altLang="zh-CN">
              <a:latin typeface="+mn-lt"/>
              <a:ea typeface="+mn-ea"/>
              <a:cs typeface="+mn-ea"/>
              <a:sym typeface="+mn-lt"/>
            </a:endParaRPr>
          </a:p>
        </p:txBody>
      </p:sp>
      <p:sp>
        <p:nvSpPr>
          <p:cNvPr id="192517" name="Rectangle 7">
            <a:extLst>
              <a:ext uri="{FF2B5EF4-FFF2-40B4-BE49-F238E27FC236}">
                <a16:creationId xmlns:a16="http://schemas.microsoft.com/office/drawing/2014/main" id="{B2EA422D-ED90-49E7-9954-CEB28FCF889A}"/>
              </a:ext>
            </a:extLst>
          </p:cNvPr>
          <p:cNvSpPr>
            <a:spLocks noChangeArrowheads="1"/>
          </p:cNvSpPr>
          <p:nvPr/>
        </p:nvSpPr>
        <p:spPr bwMode="auto">
          <a:xfrm>
            <a:off x="3663950" y="1774825"/>
            <a:ext cx="381000" cy="525463"/>
          </a:xfrm>
          <a:prstGeom prst="rect">
            <a:avLst/>
          </a:prstGeom>
          <a:solidFill>
            <a:srgbClr val="FFFF00"/>
          </a:solidFill>
          <a:ln w="9525">
            <a:solidFill>
              <a:srgbClr val="CC66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92518" name="Text Box 8">
            <a:extLst>
              <a:ext uri="{FF2B5EF4-FFF2-40B4-BE49-F238E27FC236}">
                <a16:creationId xmlns:a16="http://schemas.microsoft.com/office/drawing/2014/main" id="{3E1D0806-BACB-406F-8883-1FA27CB8D7C7}"/>
              </a:ext>
            </a:extLst>
          </p:cNvPr>
          <p:cNvSpPr txBox="1">
            <a:spLocks noChangeArrowheads="1"/>
          </p:cNvSpPr>
          <p:nvPr/>
        </p:nvSpPr>
        <p:spPr bwMode="auto">
          <a:xfrm>
            <a:off x="4502150" y="1766888"/>
            <a:ext cx="762000" cy="541337"/>
          </a:xfrm>
          <a:prstGeom prst="rect">
            <a:avLst/>
          </a:prstGeom>
          <a:solidFill>
            <a:srgbClr val="FFFF99">
              <a:alpha val="50195"/>
            </a:srgbClr>
          </a:solidFill>
          <a:ln w="22225">
            <a:solidFill>
              <a:srgbClr val="FF6600"/>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r>
              <a:rPr lang="en-US" altLang="zh-CN" sz="2800">
                <a:latin typeface="+mn-lt"/>
                <a:ea typeface="+mn-ea"/>
                <a:cs typeface="+mn-ea"/>
                <a:sym typeface="+mn-lt"/>
              </a:rPr>
              <a:t>a</a:t>
            </a:r>
            <a:r>
              <a:rPr lang="en-US" altLang="zh-CN" sz="2800" baseline="-25000">
                <a:latin typeface="+mn-lt"/>
                <a:ea typeface="+mn-ea"/>
                <a:cs typeface="+mn-ea"/>
                <a:sym typeface="+mn-lt"/>
              </a:rPr>
              <a:t>2</a:t>
            </a:r>
            <a:endParaRPr lang="en-US" altLang="zh-CN">
              <a:latin typeface="+mn-lt"/>
              <a:ea typeface="+mn-ea"/>
              <a:cs typeface="+mn-ea"/>
              <a:sym typeface="+mn-lt"/>
            </a:endParaRPr>
          </a:p>
        </p:txBody>
      </p:sp>
      <p:sp>
        <p:nvSpPr>
          <p:cNvPr id="192519" name="Rectangle 9">
            <a:extLst>
              <a:ext uri="{FF2B5EF4-FFF2-40B4-BE49-F238E27FC236}">
                <a16:creationId xmlns:a16="http://schemas.microsoft.com/office/drawing/2014/main" id="{87ACB5C1-8408-48ED-8242-7B2521B28122}"/>
              </a:ext>
            </a:extLst>
          </p:cNvPr>
          <p:cNvSpPr>
            <a:spLocks noChangeArrowheads="1"/>
          </p:cNvSpPr>
          <p:nvPr/>
        </p:nvSpPr>
        <p:spPr bwMode="auto">
          <a:xfrm>
            <a:off x="5264150" y="1766888"/>
            <a:ext cx="381000" cy="541337"/>
          </a:xfrm>
          <a:prstGeom prst="rect">
            <a:avLst/>
          </a:prstGeom>
          <a:solidFill>
            <a:srgbClr val="FFFF00"/>
          </a:solidFill>
          <a:ln w="9525">
            <a:solidFill>
              <a:srgbClr val="CC66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92520" name="Text Box 10">
            <a:extLst>
              <a:ext uri="{FF2B5EF4-FFF2-40B4-BE49-F238E27FC236}">
                <a16:creationId xmlns:a16="http://schemas.microsoft.com/office/drawing/2014/main" id="{DDB89F26-777C-48A5-AEF3-95C1C5034CFF}"/>
              </a:ext>
            </a:extLst>
          </p:cNvPr>
          <p:cNvSpPr txBox="1">
            <a:spLocks noChangeArrowheads="1"/>
          </p:cNvSpPr>
          <p:nvPr/>
        </p:nvSpPr>
        <p:spPr bwMode="auto">
          <a:xfrm>
            <a:off x="6102350" y="1766888"/>
            <a:ext cx="762000" cy="541337"/>
          </a:xfrm>
          <a:prstGeom prst="rect">
            <a:avLst/>
          </a:prstGeom>
          <a:solidFill>
            <a:srgbClr val="FFFF99">
              <a:alpha val="50195"/>
            </a:srgbClr>
          </a:solidFill>
          <a:ln w="22225">
            <a:solidFill>
              <a:srgbClr val="FF6600"/>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r>
              <a:rPr lang="en-US" altLang="zh-CN" sz="2800">
                <a:latin typeface="+mn-lt"/>
                <a:ea typeface="+mn-ea"/>
                <a:cs typeface="+mn-ea"/>
                <a:sym typeface="+mn-lt"/>
              </a:rPr>
              <a:t>a</a:t>
            </a:r>
            <a:r>
              <a:rPr lang="en-US" altLang="zh-CN" sz="2800" baseline="-25000">
                <a:latin typeface="+mn-lt"/>
                <a:ea typeface="+mn-ea"/>
                <a:cs typeface="+mn-ea"/>
                <a:sym typeface="+mn-lt"/>
              </a:rPr>
              <a:t>3</a:t>
            </a:r>
            <a:endParaRPr lang="en-US" altLang="zh-CN">
              <a:latin typeface="+mn-lt"/>
              <a:ea typeface="+mn-ea"/>
              <a:cs typeface="+mn-ea"/>
              <a:sym typeface="+mn-lt"/>
            </a:endParaRPr>
          </a:p>
        </p:txBody>
      </p:sp>
      <p:sp>
        <p:nvSpPr>
          <p:cNvPr id="192521" name="Rectangle 11">
            <a:extLst>
              <a:ext uri="{FF2B5EF4-FFF2-40B4-BE49-F238E27FC236}">
                <a16:creationId xmlns:a16="http://schemas.microsoft.com/office/drawing/2014/main" id="{9CCAEAEE-A256-4C3F-ACED-44F81A79B6B6}"/>
              </a:ext>
            </a:extLst>
          </p:cNvPr>
          <p:cNvSpPr>
            <a:spLocks noChangeArrowheads="1"/>
          </p:cNvSpPr>
          <p:nvPr/>
        </p:nvSpPr>
        <p:spPr bwMode="auto">
          <a:xfrm>
            <a:off x="6864350" y="1844675"/>
            <a:ext cx="381000" cy="541338"/>
          </a:xfrm>
          <a:prstGeom prst="rect">
            <a:avLst/>
          </a:prstGeom>
          <a:solidFill>
            <a:srgbClr val="FFFF00"/>
          </a:solidFill>
          <a:ln w="9525">
            <a:solidFill>
              <a:srgbClr val="CC66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92522" name="Line 12">
            <a:extLst>
              <a:ext uri="{FF2B5EF4-FFF2-40B4-BE49-F238E27FC236}">
                <a16:creationId xmlns:a16="http://schemas.microsoft.com/office/drawing/2014/main" id="{81D9A4AE-E963-41D1-9B09-DDBCABFBE61A}"/>
              </a:ext>
            </a:extLst>
          </p:cNvPr>
          <p:cNvSpPr>
            <a:spLocks noChangeShapeType="1"/>
          </p:cNvSpPr>
          <p:nvPr/>
        </p:nvSpPr>
        <p:spPr bwMode="auto">
          <a:xfrm>
            <a:off x="2368550" y="2071688"/>
            <a:ext cx="533400" cy="0"/>
          </a:xfrm>
          <a:prstGeom prst="line">
            <a:avLst/>
          </a:prstGeom>
          <a:noFill/>
          <a:ln w="22225">
            <a:solidFill>
              <a:srgbClr val="CC66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23" name="Line 13">
            <a:extLst>
              <a:ext uri="{FF2B5EF4-FFF2-40B4-BE49-F238E27FC236}">
                <a16:creationId xmlns:a16="http://schemas.microsoft.com/office/drawing/2014/main" id="{051BB155-DCFA-4709-8920-62F99AB1848C}"/>
              </a:ext>
            </a:extLst>
          </p:cNvPr>
          <p:cNvSpPr>
            <a:spLocks noChangeShapeType="1"/>
          </p:cNvSpPr>
          <p:nvPr/>
        </p:nvSpPr>
        <p:spPr bwMode="auto">
          <a:xfrm>
            <a:off x="5492750" y="2071688"/>
            <a:ext cx="685800" cy="0"/>
          </a:xfrm>
          <a:prstGeom prst="line">
            <a:avLst/>
          </a:prstGeom>
          <a:noFill/>
          <a:ln w="22225">
            <a:solidFill>
              <a:srgbClr val="CC66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24" name="Line 14">
            <a:extLst>
              <a:ext uri="{FF2B5EF4-FFF2-40B4-BE49-F238E27FC236}">
                <a16:creationId xmlns:a16="http://schemas.microsoft.com/office/drawing/2014/main" id="{92CD2180-803D-4EA3-9C47-C0EE76B60570}"/>
              </a:ext>
            </a:extLst>
          </p:cNvPr>
          <p:cNvSpPr>
            <a:spLocks noChangeShapeType="1"/>
          </p:cNvSpPr>
          <p:nvPr/>
        </p:nvSpPr>
        <p:spPr bwMode="auto">
          <a:xfrm>
            <a:off x="3816350" y="2079625"/>
            <a:ext cx="685800" cy="0"/>
          </a:xfrm>
          <a:prstGeom prst="line">
            <a:avLst/>
          </a:prstGeom>
          <a:noFill/>
          <a:ln w="22225">
            <a:solidFill>
              <a:srgbClr val="CC66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25" name="Text Box 15">
            <a:extLst>
              <a:ext uri="{FF2B5EF4-FFF2-40B4-BE49-F238E27FC236}">
                <a16:creationId xmlns:a16="http://schemas.microsoft.com/office/drawing/2014/main" id="{817FF921-9392-4E00-AE22-C4794FAEDD35}"/>
              </a:ext>
            </a:extLst>
          </p:cNvPr>
          <p:cNvSpPr txBox="1">
            <a:spLocks noChangeArrowheads="1"/>
          </p:cNvSpPr>
          <p:nvPr/>
        </p:nvSpPr>
        <p:spPr bwMode="auto">
          <a:xfrm>
            <a:off x="6864350" y="1766888"/>
            <a:ext cx="228600" cy="519112"/>
          </a:xfrm>
          <a:prstGeom prst="rect">
            <a:avLst/>
          </a:prstGeom>
          <a:solidFill>
            <a:srgbClr val="FFFF99">
              <a:alpha val="50195"/>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defRPr/>
            </a:pPr>
            <a:r>
              <a:rPr lang="en-US" altLang="zh-CN" sz="2800">
                <a:latin typeface="+mn-lt"/>
                <a:ea typeface="+mn-ea"/>
                <a:cs typeface="+mn-ea"/>
                <a:sym typeface="+mn-lt"/>
              </a:rPr>
              <a:t></a:t>
            </a:r>
            <a:endParaRPr lang="en-US" altLang="zh-CN">
              <a:latin typeface="+mn-lt"/>
              <a:ea typeface="+mn-ea"/>
              <a:cs typeface="+mn-ea"/>
              <a:sym typeface="+mn-lt"/>
            </a:endParaRPr>
          </a:p>
        </p:txBody>
      </p:sp>
      <p:sp>
        <p:nvSpPr>
          <p:cNvPr id="192526" name="Line 16">
            <a:extLst>
              <a:ext uri="{FF2B5EF4-FFF2-40B4-BE49-F238E27FC236}">
                <a16:creationId xmlns:a16="http://schemas.microsoft.com/office/drawing/2014/main" id="{577A3941-DF70-4AF0-A0F5-DB700AAE8387}"/>
              </a:ext>
            </a:extLst>
          </p:cNvPr>
          <p:cNvSpPr>
            <a:spLocks noChangeShapeType="1"/>
          </p:cNvSpPr>
          <p:nvPr/>
        </p:nvSpPr>
        <p:spPr bwMode="auto">
          <a:xfrm>
            <a:off x="692150" y="1546225"/>
            <a:ext cx="0" cy="457200"/>
          </a:xfrm>
          <a:prstGeom prst="line">
            <a:avLst/>
          </a:prstGeom>
          <a:noFill/>
          <a:ln w="9525">
            <a:solidFill>
              <a:srgbClr val="CC66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27" name="Line 17">
            <a:extLst>
              <a:ext uri="{FF2B5EF4-FFF2-40B4-BE49-F238E27FC236}">
                <a16:creationId xmlns:a16="http://schemas.microsoft.com/office/drawing/2014/main" id="{F5A460CA-24EF-42B3-86E3-7DF86580EFFE}"/>
              </a:ext>
            </a:extLst>
          </p:cNvPr>
          <p:cNvSpPr>
            <a:spLocks noChangeShapeType="1"/>
          </p:cNvSpPr>
          <p:nvPr/>
        </p:nvSpPr>
        <p:spPr bwMode="auto">
          <a:xfrm>
            <a:off x="692150" y="2003425"/>
            <a:ext cx="685800" cy="0"/>
          </a:xfrm>
          <a:prstGeom prst="line">
            <a:avLst/>
          </a:prstGeom>
          <a:noFill/>
          <a:ln w="25400">
            <a:solidFill>
              <a:srgbClr val="CC66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28" name="Text Box 18">
            <a:extLst>
              <a:ext uri="{FF2B5EF4-FFF2-40B4-BE49-F238E27FC236}">
                <a16:creationId xmlns:a16="http://schemas.microsoft.com/office/drawing/2014/main" id="{C1C327E9-5D1C-46B0-A262-8413EE3F3E9C}"/>
              </a:ext>
            </a:extLst>
          </p:cNvPr>
          <p:cNvSpPr txBox="1">
            <a:spLocks noChangeArrowheads="1"/>
          </p:cNvSpPr>
          <p:nvPr/>
        </p:nvSpPr>
        <p:spPr bwMode="auto">
          <a:xfrm>
            <a:off x="234950" y="1209675"/>
            <a:ext cx="4635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a:solidFill>
                  <a:srgbClr val="800000"/>
                </a:solidFill>
                <a:latin typeface="+mn-lt"/>
                <a:ea typeface="+mn-ea"/>
                <a:cs typeface="+mn-ea"/>
                <a:sym typeface="+mn-lt"/>
              </a:rPr>
              <a:t>L</a:t>
            </a:r>
            <a:endParaRPr lang="en-US" altLang="zh-CN">
              <a:latin typeface="+mn-lt"/>
              <a:ea typeface="+mn-ea"/>
              <a:cs typeface="+mn-ea"/>
              <a:sym typeface="+mn-lt"/>
            </a:endParaRPr>
          </a:p>
        </p:txBody>
      </p:sp>
      <p:grpSp>
        <p:nvGrpSpPr>
          <p:cNvPr id="2" name="Group 19">
            <a:extLst>
              <a:ext uri="{FF2B5EF4-FFF2-40B4-BE49-F238E27FC236}">
                <a16:creationId xmlns:a16="http://schemas.microsoft.com/office/drawing/2014/main" id="{D8978F74-FA02-2342-B9DA-2FA445BF6A07}"/>
              </a:ext>
            </a:extLst>
          </p:cNvPr>
          <p:cNvGrpSpPr>
            <a:grpSpLocks/>
          </p:cNvGrpSpPr>
          <p:nvPr/>
        </p:nvGrpSpPr>
        <p:grpSpPr bwMode="auto">
          <a:xfrm>
            <a:off x="1530350" y="3984625"/>
            <a:ext cx="1143000" cy="533400"/>
            <a:chOff x="1056" y="2544"/>
            <a:chExt cx="720" cy="336"/>
          </a:xfrm>
        </p:grpSpPr>
        <p:sp>
          <p:nvSpPr>
            <p:cNvPr id="192583" name="Rectangle 20">
              <a:extLst>
                <a:ext uri="{FF2B5EF4-FFF2-40B4-BE49-F238E27FC236}">
                  <a16:creationId xmlns:a16="http://schemas.microsoft.com/office/drawing/2014/main" id="{ECA3CE0F-AD14-417F-83E7-8BA2133F802E}"/>
                </a:ext>
              </a:extLst>
            </p:cNvPr>
            <p:cNvSpPr>
              <a:spLocks noChangeArrowheads="1"/>
            </p:cNvSpPr>
            <p:nvPr/>
          </p:nvSpPr>
          <p:spPr bwMode="auto">
            <a:xfrm>
              <a:off x="1056" y="2544"/>
              <a:ext cx="720" cy="336"/>
            </a:xfrm>
            <a:prstGeom prst="rect">
              <a:avLst/>
            </a:prstGeom>
            <a:solidFill>
              <a:srgbClr val="FFFF00"/>
            </a:solidFill>
            <a:ln w="9525">
              <a:solidFill>
                <a:srgbClr val="CC66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192584" name="Line 21">
              <a:extLst>
                <a:ext uri="{FF2B5EF4-FFF2-40B4-BE49-F238E27FC236}">
                  <a16:creationId xmlns:a16="http://schemas.microsoft.com/office/drawing/2014/main" id="{DBB20303-DA5F-4DD6-8472-585093932B3D}"/>
                </a:ext>
              </a:extLst>
            </p:cNvPr>
            <p:cNvSpPr>
              <a:spLocks noChangeShapeType="1"/>
            </p:cNvSpPr>
            <p:nvPr/>
          </p:nvSpPr>
          <p:spPr bwMode="auto">
            <a:xfrm>
              <a:off x="1536" y="2544"/>
              <a:ext cx="0" cy="336"/>
            </a:xfrm>
            <a:prstGeom prst="line">
              <a:avLst/>
            </a:prstGeom>
            <a:noFill/>
            <a:ln w="9525">
              <a:solidFill>
                <a:srgbClr val="CC66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grpSp>
        <p:nvGrpSpPr>
          <p:cNvPr id="3" name="Group 22">
            <a:extLst>
              <a:ext uri="{FF2B5EF4-FFF2-40B4-BE49-F238E27FC236}">
                <a16:creationId xmlns:a16="http://schemas.microsoft.com/office/drawing/2014/main" id="{5753093E-4337-A344-9955-C2E96663F679}"/>
              </a:ext>
            </a:extLst>
          </p:cNvPr>
          <p:cNvGrpSpPr>
            <a:grpSpLocks/>
          </p:cNvGrpSpPr>
          <p:nvPr/>
        </p:nvGrpSpPr>
        <p:grpSpPr bwMode="auto">
          <a:xfrm>
            <a:off x="387350" y="3427413"/>
            <a:ext cx="1143000" cy="793750"/>
            <a:chOff x="336" y="2193"/>
            <a:chExt cx="720" cy="500"/>
          </a:xfrm>
        </p:grpSpPr>
        <p:sp>
          <p:nvSpPr>
            <p:cNvPr id="192580" name="Line 23">
              <a:extLst>
                <a:ext uri="{FF2B5EF4-FFF2-40B4-BE49-F238E27FC236}">
                  <a16:creationId xmlns:a16="http://schemas.microsoft.com/office/drawing/2014/main" id="{0A15F3B7-1508-429F-A4AC-517FC2A4AEF5}"/>
                </a:ext>
              </a:extLst>
            </p:cNvPr>
            <p:cNvSpPr>
              <a:spLocks noChangeShapeType="1"/>
            </p:cNvSpPr>
            <p:nvPr/>
          </p:nvSpPr>
          <p:spPr bwMode="auto">
            <a:xfrm>
              <a:off x="624" y="2693"/>
              <a:ext cx="432" cy="0"/>
            </a:xfrm>
            <a:prstGeom prst="line">
              <a:avLst/>
            </a:prstGeom>
            <a:noFill/>
            <a:ln w="25400">
              <a:solidFill>
                <a:srgbClr val="CC66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81" name="Line 24">
              <a:extLst>
                <a:ext uri="{FF2B5EF4-FFF2-40B4-BE49-F238E27FC236}">
                  <a16:creationId xmlns:a16="http://schemas.microsoft.com/office/drawing/2014/main" id="{312379CE-DF8D-45E6-B406-F6C1FAA6CDB2}"/>
                </a:ext>
              </a:extLst>
            </p:cNvPr>
            <p:cNvSpPr>
              <a:spLocks noChangeShapeType="1"/>
            </p:cNvSpPr>
            <p:nvPr/>
          </p:nvSpPr>
          <p:spPr bwMode="auto">
            <a:xfrm>
              <a:off x="624" y="2405"/>
              <a:ext cx="0" cy="288"/>
            </a:xfrm>
            <a:prstGeom prst="line">
              <a:avLst/>
            </a:prstGeom>
            <a:noFill/>
            <a:ln w="9525">
              <a:solidFill>
                <a:srgbClr val="CC66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82" name="Text Box 25">
              <a:extLst>
                <a:ext uri="{FF2B5EF4-FFF2-40B4-BE49-F238E27FC236}">
                  <a16:creationId xmlns:a16="http://schemas.microsoft.com/office/drawing/2014/main" id="{6184BB3C-6655-470B-B17C-B4D7BC6D19F2}"/>
                </a:ext>
              </a:extLst>
            </p:cNvPr>
            <p:cNvSpPr txBox="1">
              <a:spLocks noChangeArrowheads="1"/>
            </p:cNvSpPr>
            <p:nvPr/>
          </p:nvSpPr>
          <p:spPr bwMode="auto">
            <a:xfrm>
              <a:off x="336" y="2193"/>
              <a:ext cx="292"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a:solidFill>
                    <a:srgbClr val="800000"/>
                  </a:solidFill>
                  <a:latin typeface="+mn-lt"/>
                  <a:ea typeface="+mn-ea"/>
                  <a:cs typeface="+mn-ea"/>
                  <a:sym typeface="+mn-lt"/>
                </a:rPr>
                <a:t>L</a:t>
              </a:r>
              <a:endParaRPr lang="en-US" altLang="zh-CN">
                <a:latin typeface="+mn-lt"/>
                <a:ea typeface="+mn-ea"/>
                <a:cs typeface="+mn-ea"/>
                <a:sym typeface="+mn-lt"/>
              </a:endParaRPr>
            </a:p>
          </p:txBody>
        </p:sp>
      </p:grpSp>
      <p:sp useBgFill="1">
        <p:nvSpPr>
          <p:cNvPr id="682010" name="Rectangle 26">
            <a:extLst>
              <a:ext uri="{FF2B5EF4-FFF2-40B4-BE49-F238E27FC236}">
                <a16:creationId xmlns:a16="http://schemas.microsoft.com/office/drawing/2014/main" id="{100CF21E-405E-4966-ABBE-6CBD7F625CA1}"/>
              </a:ext>
            </a:extLst>
          </p:cNvPr>
          <p:cNvSpPr>
            <a:spLocks noChangeArrowheads="1"/>
          </p:cNvSpPr>
          <p:nvPr/>
        </p:nvSpPr>
        <p:spPr bwMode="auto">
          <a:xfrm>
            <a:off x="234950" y="1317625"/>
            <a:ext cx="2667000" cy="12954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2011" name="Line 27">
            <a:extLst>
              <a:ext uri="{FF2B5EF4-FFF2-40B4-BE49-F238E27FC236}">
                <a16:creationId xmlns:a16="http://schemas.microsoft.com/office/drawing/2014/main" id="{BEAFC5A8-91DC-4624-9DE2-16FB075EF918}"/>
              </a:ext>
            </a:extLst>
          </p:cNvPr>
          <p:cNvSpPr>
            <a:spLocks noChangeShapeType="1"/>
          </p:cNvSpPr>
          <p:nvPr/>
        </p:nvSpPr>
        <p:spPr bwMode="auto">
          <a:xfrm>
            <a:off x="3206750" y="1012825"/>
            <a:ext cx="0" cy="762000"/>
          </a:xfrm>
          <a:prstGeom prst="line">
            <a:avLst/>
          </a:prstGeom>
          <a:noFill/>
          <a:ln w="25400">
            <a:solidFill>
              <a:srgbClr val="FF00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2012" name="Text Box 28">
            <a:extLst>
              <a:ext uri="{FF2B5EF4-FFF2-40B4-BE49-F238E27FC236}">
                <a16:creationId xmlns:a16="http://schemas.microsoft.com/office/drawing/2014/main" id="{4FE326C3-FBDB-419E-BBCE-44B2F3ABD9D4}"/>
              </a:ext>
            </a:extLst>
          </p:cNvPr>
          <p:cNvSpPr txBox="1">
            <a:spLocks noChangeArrowheads="1"/>
          </p:cNvSpPr>
          <p:nvPr/>
        </p:nvSpPr>
        <p:spPr bwMode="auto">
          <a:xfrm>
            <a:off x="2870200" y="752475"/>
            <a:ext cx="4127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a:solidFill>
                  <a:srgbClr val="FF0000"/>
                </a:solidFill>
                <a:latin typeface="+mn-lt"/>
                <a:ea typeface="+mn-ea"/>
                <a:cs typeface="+mn-ea"/>
                <a:sym typeface="+mn-lt"/>
              </a:rPr>
              <a:t>p</a:t>
            </a:r>
            <a:endParaRPr lang="en-US" altLang="zh-CN">
              <a:latin typeface="+mn-lt"/>
              <a:ea typeface="+mn-ea"/>
              <a:cs typeface="+mn-ea"/>
              <a:sym typeface="+mn-lt"/>
            </a:endParaRPr>
          </a:p>
        </p:txBody>
      </p:sp>
      <p:sp>
        <p:nvSpPr>
          <p:cNvPr id="682013" name="Text Box 29">
            <a:extLst>
              <a:ext uri="{FF2B5EF4-FFF2-40B4-BE49-F238E27FC236}">
                <a16:creationId xmlns:a16="http://schemas.microsoft.com/office/drawing/2014/main" id="{CA736A11-30B5-47E7-A7C1-86B90D99740E}"/>
              </a:ext>
            </a:extLst>
          </p:cNvPr>
          <p:cNvSpPr txBox="1">
            <a:spLocks noChangeArrowheads="1"/>
          </p:cNvSpPr>
          <p:nvPr/>
        </p:nvSpPr>
        <p:spPr bwMode="auto">
          <a:xfrm>
            <a:off x="2289175" y="3868738"/>
            <a:ext cx="646113"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a:solidFill>
                  <a:srgbClr val="800000"/>
                </a:solidFill>
                <a:latin typeface="+mn-lt"/>
                <a:ea typeface="+mn-ea"/>
                <a:cs typeface="+mn-ea"/>
                <a:sym typeface="+mn-lt"/>
              </a:rPr>
              <a:t></a:t>
            </a:r>
            <a:endParaRPr lang="en-US" altLang="zh-CN">
              <a:latin typeface="+mn-lt"/>
              <a:ea typeface="+mn-ea"/>
              <a:cs typeface="+mn-ea"/>
              <a:sym typeface="+mn-lt"/>
            </a:endParaRPr>
          </a:p>
        </p:txBody>
      </p:sp>
      <p:sp>
        <p:nvSpPr>
          <p:cNvPr id="682014" name="Text Box 30">
            <a:extLst>
              <a:ext uri="{FF2B5EF4-FFF2-40B4-BE49-F238E27FC236}">
                <a16:creationId xmlns:a16="http://schemas.microsoft.com/office/drawing/2014/main" id="{0A42EC1B-5B3D-4B66-8372-9120A37AF8FB}"/>
              </a:ext>
            </a:extLst>
          </p:cNvPr>
          <p:cNvSpPr txBox="1">
            <a:spLocks noChangeArrowheads="1"/>
          </p:cNvSpPr>
          <p:nvPr/>
        </p:nvSpPr>
        <p:spPr bwMode="auto">
          <a:xfrm>
            <a:off x="6026150" y="3984625"/>
            <a:ext cx="762000" cy="541338"/>
          </a:xfrm>
          <a:prstGeom prst="rect">
            <a:avLst/>
          </a:prstGeom>
          <a:solidFill>
            <a:srgbClr val="FFFF99">
              <a:alpha val="50195"/>
            </a:srgbClr>
          </a:solidFill>
          <a:ln w="22225">
            <a:solidFill>
              <a:srgbClr val="FF6600"/>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r>
              <a:rPr lang="en-US" altLang="zh-CN" sz="2800">
                <a:latin typeface="+mn-lt"/>
                <a:ea typeface="+mn-ea"/>
                <a:cs typeface="+mn-ea"/>
                <a:sym typeface="+mn-lt"/>
              </a:rPr>
              <a:t>a</a:t>
            </a:r>
            <a:r>
              <a:rPr lang="en-US" altLang="zh-CN" sz="2800" baseline="-25000">
                <a:latin typeface="+mn-lt"/>
                <a:ea typeface="+mn-ea"/>
                <a:cs typeface="+mn-ea"/>
                <a:sym typeface="+mn-lt"/>
              </a:rPr>
              <a:t>1</a:t>
            </a:r>
            <a:endParaRPr lang="en-US" altLang="zh-CN">
              <a:latin typeface="+mn-lt"/>
              <a:ea typeface="+mn-ea"/>
              <a:cs typeface="+mn-ea"/>
              <a:sym typeface="+mn-lt"/>
            </a:endParaRPr>
          </a:p>
        </p:txBody>
      </p:sp>
      <p:sp>
        <p:nvSpPr>
          <p:cNvPr id="682015" name="Rectangle 31">
            <a:extLst>
              <a:ext uri="{FF2B5EF4-FFF2-40B4-BE49-F238E27FC236}">
                <a16:creationId xmlns:a16="http://schemas.microsoft.com/office/drawing/2014/main" id="{759E71E3-F78F-4966-8C83-9536E4BE4CF1}"/>
              </a:ext>
            </a:extLst>
          </p:cNvPr>
          <p:cNvSpPr>
            <a:spLocks noChangeArrowheads="1"/>
          </p:cNvSpPr>
          <p:nvPr/>
        </p:nvSpPr>
        <p:spPr bwMode="auto">
          <a:xfrm>
            <a:off x="6788150" y="3992563"/>
            <a:ext cx="381000" cy="533400"/>
          </a:xfrm>
          <a:prstGeom prst="rect">
            <a:avLst/>
          </a:prstGeom>
          <a:solidFill>
            <a:srgbClr val="FFFF00"/>
          </a:solidFill>
          <a:ln w="9525">
            <a:solidFill>
              <a:srgbClr val="CC66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2016" name="Text Box 32">
            <a:extLst>
              <a:ext uri="{FF2B5EF4-FFF2-40B4-BE49-F238E27FC236}">
                <a16:creationId xmlns:a16="http://schemas.microsoft.com/office/drawing/2014/main" id="{758C6749-0CED-4040-98C9-DE7F7451CB87}"/>
              </a:ext>
            </a:extLst>
          </p:cNvPr>
          <p:cNvSpPr txBox="1">
            <a:spLocks noChangeArrowheads="1"/>
          </p:cNvSpPr>
          <p:nvPr/>
        </p:nvSpPr>
        <p:spPr bwMode="auto">
          <a:xfrm>
            <a:off x="6788150" y="3989388"/>
            <a:ext cx="304800" cy="519112"/>
          </a:xfrm>
          <a:prstGeom prst="rect">
            <a:avLst/>
          </a:prstGeom>
          <a:solidFill>
            <a:srgbClr val="FFFF99">
              <a:alpha val="50195"/>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spcBef>
                <a:spcPct val="50000"/>
              </a:spcBef>
              <a:defRPr/>
            </a:pPr>
            <a:r>
              <a:rPr lang="en-US" altLang="zh-CN" sz="2800">
                <a:solidFill>
                  <a:srgbClr val="FF0000"/>
                </a:solidFill>
                <a:latin typeface="+mn-lt"/>
                <a:ea typeface="+mn-ea"/>
                <a:cs typeface="+mn-ea"/>
                <a:sym typeface="+mn-lt"/>
              </a:rPr>
              <a:t></a:t>
            </a:r>
            <a:endParaRPr lang="en-US" altLang="zh-CN">
              <a:latin typeface="+mn-lt"/>
              <a:ea typeface="+mn-ea"/>
              <a:cs typeface="+mn-ea"/>
              <a:sym typeface="+mn-lt"/>
            </a:endParaRPr>
          </a:p>
        </p:txBody>
      </p:sp>
      <p:sp>
        <p:nvSpPr>
          <p:cNvPr id="682017" name="Line 33">
            <a:extLst>
              <a:ext uri="{FF2B5EF4-FFF2-40B4-BE49-F238E27FC236}">
                <a16:creationId xmlns:a16="http://schemas.microsoft.com/office/drawing/2014/main" id="{2CA08D6D-FCFB-4CE7-BD9F-12A31BDFBB92}"/>
              </a:ext>
            </a:extLst>
          </p:cNvPr>
          <p:cNvSpPr>
            <a:spLocks noChangeShapeType="1"/>
          </p:cNvSpPr>
          <p:nvPr/>
        </p:nvSpPr>
        <p:spPr bwMode="auto">
          <a:xfrm>
            <a:off x="2444750" y="4289425"/>
            <a:ext cx="3581400" cy="0"/>
          </a:xfrm>
          <a:prstGeom prst="line">
            <a:avLst/>
          </a:prstGeom>
          <a:noFill/>
          <a:ln w="38100">
            <a:solidFill>
              <a:srgbClr val="FF00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grpSp>
        <p:nvGrpSpPr>
          <p:cNvPr id="4" name="Group 34">
            <a:extLst>
              <a:ext uri="{FF2B5EF4-FFF2-40B4-BE49-F238E27FC236}">
                <a16:creationId xmlns:a16="http://schemas.microsoft.com/office/drawing/2014/main" id="{AF28D872-FE1E-DC4B-A892-D0CD16EEC854}"/>
              </a:ext>
            </a:extLst>
          </p:cNvPr>
          <p:cNvGrpSpPr>
            <a:grpSpLocks/>
          </p:cNvGrpSpPr>
          <p:nvPr/>
        </p:nvGrpSpPr>
        <p:grpSpPr bwMode="auto">
          <a:xfrm>
            <a:off x="4730750" y="784225"/>
            <a:ext cx="412750" cy="1022350"/>
            <a:chOff x="3072" y="528"/>
            <a:chExt cx="260" cy="644"/>
          </a:xfrm>
        </p:grpSpPr>
        <p:sp>
          <p:nvSpPr>
            <p:cNvPr id="192578" name="Line 35">
              <a:extLst>
                <a:ext uri="{FF2B5EF4-FFF2-40B4-BE49-F238E27FC236}">
                  <a16:creationId xmlns:a16="http://schemas.microsoft.com/office/drawing/2014/main" id="{A33DDBC2-5298-4DB5-8740-F4832FC9D2C2}"/>
                </a:ext>
              </a:extLst>
            </p:cNvPr>
            <p:cNvSpPr>
              <a:spLocks noChangeShapeType="1"/>
            </p:cNvSpPr>
            <p:nvPr/>
          </p:nvSpPr>
          <p:spPr bwMode="auto">
            <a:xfrm>
              <a:off x="3332" y="692"/>
              <a:ext cx="0" cy="480"/>
            </a:xfrm>
            <a:prstGeom prst="line">
              <a:avLst/>
            </a:prstGeom>
            <a:noFill/>
            <a:ln w="25400">
              <a:solidFill>
                <a:srgbClr val="FF00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79" name="Text Box 36">
              <a:extLst>
                <a:ext uri="{FF2B5EF4-FFF2-40B4-BE49-F238E27FC236}">
                  <a16:creationId xmlns:a16="http://schemas.microsoft.com/office/drawing/2014/main" id="{6CBF7509-D640-4CE5-81DC-AB398CF3B252}"/>
                </a:ext>
              </a:extLst>
            </p:cNvPr>
            <p:cNvSpPr txBox="1">
              <a:spLocks noChangeArrowheads="1"/>
            </p:cNvSpPr>
            <p:nvPr/>
          </p:nvSpPr>
          <p:spPr bwMode="auto">
            <a:xfrm>
              <a:off x="3072" y="528"/>
              <a:ext cx="260"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a:solidFill>
                    <a:srgbClr val="FF0000"/>
                  </a:solidFill>
                  <a:latin typeface="+mn-lt"/>
                  <a:ea typeface="+mn-ea"/>
                  <a:cs typeface="+mn-ea"/>
                  <a:sym typeface="+mn-lt"/>
                </a:rPr>
                <a:t>p</a:t>
              </a:r>
              <a:endParaRPr lang="en-US" altLang="zh-CN">
                <a:latin typeface="+mn-lt"/>
                <a:ea typeface="+mn-ea"/>
                <a:cs typeface="+mn-ea"/>
                <a:sym typeface="+mn-lt"/>
              </a:endParaRPr>
            </a:p>
          </p:txBody>
        </p:sp>
      </p:grpSp>
      <p:sp useBgFill="1">
        <p:nvSpPr>
          <p:cNvPr id="682021" name="Rectangle 37">
            <a:extLst>
              <a:ext uri="{FF2B5EF4-FFF2-40B4-BE49-F238E27FC236}">
                <a16:creationId xmlns:a16="http://schemas.microsoft.com/office/drawing/2014/main" id="{A4D757A1-E0B1-41FB-B960-1050ADED2634}"/>
              </a:ext>
            </a:extLst>
          </p:cNvPr>
          <p:cNvSpPr>
            <a:spLocks noChangeArrowheads="1"/>
          </p:cNvSpPr>
          <p:nvPr/>
        </p:nvSpPr>
        <p:spPr bwMode="auto">
          <a:xfrm>
            <a:off x="2520950" y="860425"/>
            <a:ext cx="1066800" cy="9144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useBgFill="1">
        <p:nvSpPr>
          <p:cNvPr id="682022" name="Rectangle 38">
            <a:extLst>
              <a:ext uri="{FF2B5EF4-FFF2-40B4-BE49-F238E27FC236}">
                <a16:creationId xmlns:a16="http://schemas.microsoft.com/office/drawing/2014/main" id="{9A26145F-043D-45EA-B006-17A6CAC65E5A}"/>
              </a:ext>
            </a:extLst>
          </p:cNvPr>
          <p:cNvSpPr>
            <a:spLocks noChangeArrowheads="1"/>
          </p:cNvSpPr>
          <p:nvPr/>
        </p:nvSpPr>
        <p:spPr bwMode="auto">
          <a:xfrm>
            <a:off x="2825750" y="1698625"/>
            <a:ext cx="1600200" cy="10668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nvGrpSpPr>
          <p:cNvPr id="5" name="Group 39">
            <a:extLst>
              <a:ext uri="{FF2B5EF4-FFF2-40B4-BE49-F238E27FC236}">
                <a16:creationId xmlns:a16="http://schemas.microsoft.com/office/drawing/2014/main" id="{C345F1D4-BBDE-3945-B5AF-D968DCF272FE}"/>
              </a:ext>
            </a:extLst>
          </p:cNvPr>
          <p:cNvGrpSpPr>
            <a:grpSpLocks/>
          </p:cNvGrpSpPr>
          <p:nvPr/>
        </p:nvGrpSpPr>
        <p:grpSpPr bwMode="auto">
          <a:xfrm>
            <a:off x="5746750" y="784225"/>
            <a:ext cx="577850" cy="1022350"/>
            <a:chOff x="3452" y="528"/>
            <a:chExt cx="624" cy="644"/>
          </a:xfrm>
        </p:grpSpPr>
        <p:sp>
          <p:nvSpPr>
            <p:cNvPr id="192576" name="Line 40">
              <a:extLst>
                <a:ext uri="{FF2B5EF4-FFF2-40B4-BE49-F238E27FC236}">
                  <a16:creationId xmlns:a16="http://schemas.microsoft.com/office/drawing/2014/main" id="{0F6066BF-41A8-4CB6-8330-E7F23F32ABCB}"/>
                </a:ext>
              </a:extLst>
            </p:cNvPr>
            <p:cNvSpPr>
              <a:spLocks noChangeShapeType="1"/>
            </p:cNvSpPr>
            <p:nvPr/>
          </p:nvSpPr>
          <p:spPr bwMode="auto">
            <a:xfrm>
              <a:off x="4076" y="692"/>
              <a:ext cx="0" cy="48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77" name="Text Box 41">
              <a:extLst>
                <a:ext uri="{FF2B5EF4-FFF2-40B4-BE49-F238E27FC236}">
                  <a16:creationId xmlns:a16="http://schemas.microsoft.com/office/drawing/2014/main" id="{F7BC2E25-A55B-4E77-82BD-E283EC537781}"/>
                </a:ext>
              </a:extLst>
            </p:cNvPr>
            <p:cNvSpPr txBox="1">
              <a:spLocks noChangeArrowheads="1"/>
            </p:cNvSpPr>
            <p:nvPr/>
          </p:nvSpPr>
          <p:spPr bwMode="auto">
            <a:xfrm>
              <a:off x="3452" y="528"/>
              <a:ext cx="446"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a:solidFill>
                    <a:schemeClr val="accent2"/>
                  </a:solidFill>
                  <a:latin typeface="+mn-lt"/>
                  <a:ea typeface="+mn-ea"/>
                  <a:cs typeface="+mn-ea"/>
                  <a:sym typeface="+mn-lt"/>
                </a:rPr>
                <a:t>q</a:t>
              </a:r>
              <a:endParaRPr lang="en-US" altLang="zh-CN">
                <a:latin typeface="+mn-lt"/>
                <a:ea typeface="+mn-ea"/>
                <a:cs typeface="+mn-ea"/>
                <a:sym typeface="+mn-lt"/>
              </a:endParaRPr>
            </a:p>
          </p:txBody>
        </p:sp>
      </p:grpSp>
      <p:sp>
        <p:nvSpPr>
          <p:cNvPr id="682026" name="Text Box 42">
            <a:extLst>
              <a:ext uri="{FF2B5EF4-FFF2-40B4-BE49-F238E27FC236}">
                <a16:creationId xmlns:a16="http://schemas.microsoft.com/office/drawing/2014/main" id="{5AFB0EFF-0C6A-4782-97B9-457F46DF26F0}"/>
              </a:ext>
            </a:extLst>
          </p:cNvPr>
          <p:cNvSpPr txBox="1">
            <a:spLocks noChangeArrowheads="1"/>
          </p:cNvSpPr>
          <p:nvPr/>
        </p:nvSpPr>
        <p:spPr bwMode="auto">
          <a:xfrm>
            <a:off x="4425950" y="3214688"/>
            <a:ext cx="762000" cy="541337"/>
          </a:xfrm>
          <a:prstGeom prst="rect">
            <a:avLst/>
          </a:prstGeom>
          <a:solidFill>
            <a:srgbClr val="FFFF99">
              <a:alpha val="50195"/>
            </a:srgbClr>
          </a:solidFill>
          <a:ln w="22225">
            <a:solidFill>
              <a:srgbClr val="FF6600"/>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r>
              <a:rPr lang="en-US" altLang="zh-CN" sz="2800">
                <a:latin typeface="+mn-lt"/>
                <a:ea typeface="+mn-ea"/>
                <a:cs typeface="+mn-ea"/>
                <a:sym typeface="+mn-lt"/>
              </a:rPr>
              <a:t>a</a:t>
            </a:r>
            <a:r>
              <a:rPr lang="en-US" altLang="zh-CN" sz="2800" baseline="-25000">
                <a:latin typeface="+mn-lt"/>
                <a:ea typeface="+mn-ea"/>
                <a:cs typeface="+mn-ea"/>
                <a:sym typeface="+mn-lt"/>
              </a:rPr>
              <a:t>2</a:t>
            </a:r>
            <a:endParaRPr lang="en-US" altLang="zh-CN">
              <a:latin typeface="+mn-lt"/>
              <a:ea typeface="+mn-ea"/>
              <a:cs typeface="+mn-ea"/>
              <a:sym typeface="+mn-lt"/>
            </a:endParaRPr>
          </a:p>
        </p:txBody>
      </p:sp>
      <p:sp>
        <p:nvSpPr>
          <p:cNvPr id="682027" name="Rectangle 43">
            <a:extLst>
              <a:ext uri="{FF2B5EF4-FFF2-40B4-BE49-F238E27FC236}">
                <a16:creationId xmlns:a16="http://schemas.microsoft.com/office/drawing/2014/main" id="{BEFCAE50-953B-423B-B7F7-1518EDC3C835}"/>
              </a:ext>
            </a:extLst>
          </p:cNvPr>
          <p:cNvSpPr>
            <a:spLocks noChangeArrowheads="1"/>
          </p:cNvSpPr>
          <p:nvPr/>
        </p:nvSpPr>
        <p:spPr bwMode="auto">
          <a:xfrm>
            <a:off x="5187950" y="3214688"/>
            <a:ext cx="381000" cy="541337"/>
          </a:xfrm>
          <a:prstGeom prst="rect">
            <a:avLst/>
          </a:prstGeom>
          <a:solidFill>
            <a:srgbClr val="FFFF00"/>
          </a:solidFill>
          <a:ln w="9525">
            <a:solidFill>
              <a:srgbClr val="CC66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useBgFill="1">
        <p:nvSpPr>
          <p:cNvPr id="682028" name="Rectangle 44">
            <a:extLst>
              <a:ext uri="{FF2B5EF4-FFF2-40B4-BE49-F238E27FC236}">
                <a16:creationId xmlns:a16="http://schemas.microsoft.com/office/drawing/2014/main" id="{DDCBBAF8-CA43-4B4F-87F3-5B0F5453771C}"/>
              </a:ext>
            </a:extLst>
          </p:cNvPr>
          <p:cNvSpPr>
            <a:spLocks noChangeArrowheads="1"/>
          </p:cNvSpPr>
          <p:nvPr/>
        </p:nvSpPr>
        <p:spPr bwMode="auto">
          <a:xfrm>
            <a:off x="4425950" y="1774825"/>
            <a:ext cx="1524000" cy="8382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2029" name="Line 45">
            <a:extLst>
              <a:ext uri="{FF2B5EF4-FFF2-40B4-BE49-F238E27FC236}">
                <a16:creationId xmlns:a16="http://schemas.microsoft.com/office/drawing/2014/main" id="{AB2D0A19-1E15-4441-880F-B144197B76B1}"/>
              </a:ext>
            </a:extLst>
          </p:cNvPr>
          <p:cNvSpPr>
            <a:spLocks noChangeShapeType="1"/>
          </p:cNvSpPr>
          <p:nvPr/>
        </p:nvSpPr>
        <p:spPr bwMode="auto">
          <a:xfrm>
            <a:off x="5340350" y="3451225"/>
            <a:ext cx="914400" cy="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2030" name="Line 46">
            <a:extLst>
              <a:ext uri="{FF2B5EF4-FFF2-40B4-BE49-F238E27FC236}">
                <a16:creationId xmlns:a16="http://schemas.microsoft.com/office/drawing/2014/main" id="{585F5307-DFB4-4F65-991E-CB71D2C989BB}"/>
              </a:ext>
            </a:extLst>
          </p:cNvPr>
          <p:cNvSpPr>
            <a:spLocks noChangeShapeType="1"/>
          </p:cNvSpPr>
          <p:nvPr/>
        </p:nvSpPr>
        <p:spPr bwMode="auto">
          <a:xfrm>
            <a:off x="6254750" y="3451225"/>
            <a:ext cx="0" cy="533400"/>
          </a:xfrm>
          <a:prstGeom prst="line">
            <a:avLst/>
          </a:prstGeom>
          <a:noFill/>
          <a:ln w="31750">
            <a:solidFill>
              <a:srgbClr val="FF00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2031" name="Line 47">
            <a:extLst>
              <a:ext uri="{FF2B5EF4-FFF2-40B4-BE49-F238E27FC236}">
                <a16:creationId xmlns:a16="http://schemas.microsoft.com/office/drawing/2014/main" id="{E912BF25-C7CA-4E61-B7A9-B92248679D91}"/>
              </a:ext>
            </a:extLst>
          </p:cNvPr>
          <p:cNvSpPr>
            <a:spLocks noChangeShapeType="1"/>
          </p:cNvSpPr>
          <p:nvPr/>
        </p:nvSpPr>
        <p:spPr bwMode="auto">
          <a:xfrm flipV="1">
            <a:off x="2444750" y="3451225"/>
            <a:ext cx="0" cy="838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2032" name="Line 48">
            <a:extLst>
              <a:ext uri="{FF2B5EF4-FFF2-40B4-BE49-F238E27FC236}">
                <a16:creationId xmlns:a16="http://schemas.microsoft.com/office/drawing/2014/main" id="{D6B54527-DD7F-4FF6-92C2-37C419152A25}"/>
              </a:ext>
            </a:extLst>
          </p:cNvPr>
          <p:cNvSpPr>
            <a:spLocks noChangeShapeType="1"/>
          </p:cNvSpPr>
          <p:nvPr/>
        </p:nvSpPr>
        <p:spPr bwMode="auto">
          <a:xfrm>
            <a:off x="2444750" y="3451225"/>
            <a:ext cx="1981200" cy="0"/>
          </a:xfrm>
          <a:prstGeom prst="line">
            <a:avLst/>
          </a:prstGeom>
          <a:noFill/>
          <a:ln w="38100">
            <a:solidFill>
              <a:srgbClr val="FF00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useBgFill="1">
        <p:nvSpPr>
          <p:cNvPr id="682033" name="Rectangle 49">
            <a:extLst>
              <a:ext uri="{FF2B5EF4-FFF2-40B4-BE49-F238E27FC236}">
                <a16:creationId xmlns:a16="http://schemas.microsoft.com/office/drawing/2014/main" id="{737BEF15-0B7B-4164-AD74-D38F3DE827B1}"/>
              </a:ext>
            </a:extLst>
          </p:cNvPr>
          <p:cNvSpPr>
            <a:spLocks noChangeArrowheads="1"/>
          </p:cNvSpPr>
          <p:nvPr/>
        </p:nvSpPr>
        <p:spPr bwMode="auto">
          <a:xfrm>
            <a:off x="2673350" y="4213225"/>
            <a:ext cx="3352800" cy="1524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2034" name="Rectangle 50">
            <a:extLst>
              <a:ext uri="{FF2B5EF4-FFF2-40B4-BE49-F238E27FC236}">
                <a16:creationId xmlns:a16="http://schemas.microsoft.com/office/drawing/2014/main" id="{069467BC-3D1D-4E15-A17A-E7B7E959408A}"/>
              </a:ext>
            </a:extLst>
          </p:cNvPr>
          <p:cNvSpPr>
            <a:spLocks noChangeArrowheads="1"/>
          </p:cNvSpPr>
          <p:nvPr/>
        </p:nvSpPr>
        <p:spPr bwMode="auto">
          <a:xfrm>
            <a:off x="2292350" y="3984625"/>
            <a:ext cx="381000" cy="533400"/>
          </a:xfrm>
          <a:prstGeom prst="rect">
            <a:avLst/>
          </a:prstGeom>
          <a:solidFill>
            <a:srgbClr val="FFFF00"/>
          </a:solidFill>
          <a:ln w="9525">
            <a:solidFill>
              <a:srgbClr val="9966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nvGrpSpPr>
          <p:cNvPr id="6" name="Group 51">
            <a:extLst>
              <a:ext uri="{FF2B5EF4-FFF2-40B4-BE49-F238E27FC236}">
                <a16:creationId xmlns:a16="http://schemas.microsoft.com/office/drawing/2014/main" id="{3E248731-31D4-274B-90D6-A6EBCAF40089}"/>
              </a:ext>
            </a:extLst>
          </p:cNvPr>
          <p:cNvGrpSpPr>
            <a:grpSpLocks/>
          </p:cNvGrpSpPr>
          <p:nvPr/>
        </p:nvGrpSpPr>
        <p:grpSpPr bwMode="auto">
          <a:xfrm>
            <a:off x="6375400" y="784225"/>
            <a:ext cx="412750" cy="1022350"/>
            <a:chOff x="4108" y="528"/>
            <a:chExt cx="260" cy="644"/>
          </a:xfrm>
        </p:grpSpPr>
        <p:sp>
          <p:nvSpPr>
            <p:cNvPr id="192574" name="Line 52">
              <a:extLst>
                <a:ext uri="{FF2B5EF4-FFF2-40B4-BE49-F238E27FC236}">
                  <a16:creationId xmlns:a16="http://schemas.microsoft.com/office/drawing/2014/main" id="{B88F8BD7-214A-40D0-87DE-D017A5B74EB1}"/>
                </a:ext>
              </a:extLst>
            </p:cNvPr>
            <p:cNvSpPr>
              <a:spLocks noChangeShapeType="1"/>
            </p:cNvSpPr>
            <p:nvPr/>
          </p:nvSpPr>
          <p:spPr bwMode="auto">
            <a:xfrm>
              <a:off x="4320" y="692"/>
              <a:ext cx="0" cy="480"/>
            </a:xfrm>
            <a:prstGeom prst="line">
              <a:avLst/>
            </a:prstGeom>
            <a:noFill/>
            <a:ln w="25400">
              <a:solidFill>
                <a:srgbClr val="FF00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75" name="Text Box 53">
              <a:extLst>
                <a:ext uri="{FF2B5EF4-FFF2-40B4-BE49-F238E27FC236}">
                  <a16:creationId xmlns:a16="http://schemas.microsoft.com/office/drawing/2014/main" id="{F1AE1D6B-834F-4036-8738-80ADB666D4C0}"/>
                </a:ext>
              </a:extLst>
            </p:cNvPr>
            <p:cNvSpPr txBox="1">
              <a:spLocks noChangeArrowheads="1"/>
            </p:cNvSpPr>
            <p:nvPr/>
          </p:nvSpPr>
          <p:spPr bwMode="auto">
            <a:xfrm>
              <a:off x="4108" y="528"/>
              <a:ext cx="260"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a:solidFill>
                    <a:srgbClr val="FF0000"/>
                  </a:solidFill>
                  <a:latin typeface="+mn-lt"/>
                  <a:ea typeface="+mn-ea"/>
                  <a:cs typeface="+mn-ea"/>
                  <a:sym typeface="+mn-lt"/>
                </a:rPr>
                <a:t>p</a:t>
              </a:r>
              <a:endParaRPr lang="en-US" altLang="zh-CN">
                <a:latin typeface="+mn-lt"/>
                <a:ea typeface="+mn-ea"/>
                <a:cs typeface="+mn-ea"/>
                <a:sym typeface="+mn-lt"/>
              </a:endParaRPr>
            </a:p>
          </p:txBody>
        </p:sp>
      </p:grpSp>
      <p:sp useBgFill="1">
        <p:nvSpPr>
          <p:cNvPr id="682038" name="Rectangle 54">
            <a:extLst>
              <a:ext uri="{FF2B5EF4-FFF2-40B4-BE49-F238E27FC236}">
                <a16:creationId xmlns:a16="http://schemas.microsoft.com/office/drawing/2014/main" id="{7E40E990-F558-465A-BD1C-80021CF1334E}"/>
              </a:ext>
            </a:extLst>
          </p:cNvPr>
          <p:cNvSpPr>
            <a:spLocks noChangeArrowheads="1"/>
          </p:cNvSpPr>
          <p:nvPr/>
        </p:nvSpPr>
        <p:spPr bwMode="auto">
          <a:xfrm>
            <a:off x="4730750" y="860425"/>
            <a:ext cx="609600" cy="9144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nvGrpSpPr>
          <p:cNvPr id="7" name="Group 55">
            <a:extLst>
              <a:ext uri="{FF2B5EF4-FFF2-40B4-BE49-F238E27FC236}">
                <a16:creationId xmlns:a16="http://schemas.microsoft.com/office/drawing/2014/main" id="{B53867F1-5B4B-1A42-88DF-85DF34CCA104}"/>
              </a:ext>
            </a:extLst>
          </p:cNvPr>
          <p:cNvGrpSpPr>
            <a:grpSpLocks/>
          </p:cNvGrpSpPr>
          <p:nvPr/>
        </p:nvGrpSpPr>
        <p:grpSpPr bwMode="auto">
          <a:xfrm>
            <a:off x="7245350" y="752475"/>
            <a:ext cx="609600" cy="1022350"/>
            <a:chOff x="4412" y="508"/>
            <a:chExt cx="628" cy="644"/>
          </a:xfrm>
        </p:grpSpPr>
        <p:sp>
          <p:nvSpPr>
            <p:cNvPr id="192572" name="Line 56">
              <a:extLst>
                <a:ext uri="{FF2B5EF4-FFF2-40B4-BE49-F238E27FC236}">
                  <a16:creationId xmlns:a16="http://schemas.microsoft.com/office/drawing/2014/main" id="{E02CE7D1-F982-420B-BCA1-00934B3B1E74}"/>
                </a:ext>
              </a:extLst>
            </p:cNvPr>
            <p:cNvSpPr>
              <a:spLocks noChangeShapeType="1"/>
            </p:cNvSpPr>
            <p:nvPr/>
          </p:nvSpPr>
          <p:spPr bwMode="auto">
            <a:xfrm>
              <a:off x="5040" y="672"/>
              <a:ext cx="0" cy="48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73" name="Text Box 57">
              <a:extLst>
                <a:ext uri="{FF2B5EF4-FFF2-40B4-BE49-F238E27FC236}">
                  <a16:creationId xmlns:a16="http://schemas.microsoft.com/office/drawing/2014/main" id="{5434AE22-0F62-41D6-AF14-40C8E4AD1D0F}"/>
                </a:ext>
              </a:extLst>
            </p:cNvPr>
            <p:cNvSpPr txBox="1">
              <a:spLocks noChangeArrowheads="1"/>
            </p:cNvSpPr>
            <p:nvPr/>
          </p:nvSpPr>
          <p:spPr bwMode="auto">
            <a:xfrm>
              <a:off x="4412" y="508"/>
              <a:ext cx="260"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a:solidFill>
                    <a:schemeClr val="accent2"/>
                  </a:solidFill>
                  <a:latin typeface="+mn-lt"/>
                  <a:ea typeface="+mn-ea"/>
                  <a:cs typeface="+mn-ea"/>
                  <a:sym typeface="+mn-lt"/>
                </a:rPr>
                <a:t>q</a:t>
              </a:r>
              <a:endParaRPr lang="en-US" altLang="zh-CN">
                <a:latin typeface="+mn-lt"/>
                <a:ea typeface="+mn-ea"/>
                <a:cs typeface="+mn-ea"/>
                <a:sym typeface="+mn-lt"/>
              </a:endParaRPr>
            </a:p>
          </p:txBody>
        </p:sp>
      </p:grpSp>
      <p:sp useBgFill="1">
        <p:nvSpPr>
          <p:cNvPr id="682042" name="Rectangle 58">
            <a:extLst>
              <a:ext uri="{FF2B5EF4-FFF2-40B4-BE49-F238E27FC236}">
                <a16:creationId xmlns:a16="http://schemas.microsoft.com/office/drawing/2014/main" id="{9840A041-2392-44A5-BBCE-739613559342}"/>
              </a:ext>
            </a:extLst>
          </p:cNvPr>
          <p:cNvSpPr>
            <a:spLocks noChangeArrowheads="1"/>
          </p:cNvSpPr>
          <p:nvPr/>
        </p:nvSpPr>
        <p:spPr bwMode="auto">
          <a:xfrm>
            <a:off x="5340350" y="1012825"/>
            <a:ext cx="1066800" cy="8382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2043" name="Text Box 59">
            <a:extLst>
              <a:ext uri="{FF2B5EF4-FFF2-40B4-BE49-F238E27FC236}">
                <a16:creationId xmlns:a16="http://schemas.microsoft.com/office/drawing/2014/main" id="{69BAA771-6824-44C9-BA21-5674399F9533}"/>
              </a:ext>
            </a:extLst>
          </p:cNvPr>
          <p:cNvSpPr txBox="1">
            <a:spLocks noChangeArrowheads="1"/>
          </p:cNvSpPr>
          <p:nvPr/>
        </p:nvSpPr>
        <p:spPr bwMode="auto">
          <a:xfrm>
            <a:off x="2216150" y="2376488"/>
            <a:ext cx="762000" cy="541337"/>
          </a:xfrm>
          <a:prstGeom prst="rect">
            <a:avLst/>
          </a:prstGeom>
          <a:solidFill>
            <a:srgbClr val="FFFF99">
              <a:alpha val="50195"/>
            </a:srgbClr>
          </a:solidFill>
          <a:ln w="22225">
            <a:solidFill>
              <a:srgbClr val="FF6600"/>
            </a:solidFill>
            <a:miter lim="800000"/>
            <a:headEnd/>
            <a:tailEnd/>
          </a:ln>
        </p:spPr>
        <p:txBody>
          <a:bodyPr>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gn="ctr" eaLnBrk="1" hangingPunct="1">
              <a:lnSpc>
                <a:spcPct val="100000"/>
              </a:lnSpc>
              <a:defRPr/>
            </a:pPr>
            <a:r>
              <a:rPr lang="en-US" altLang="zh-CN" sz="2800">
                <a:latin typeface="+mn-lt"/>
                <a:ea typeface="+mn-ea"/>
                <a:cs typeface="+mn-ea"/>
                <a:sym typeface="+mn-lt"/>
              </a:rPr>
              <a:t>a</a:t>
            </a:r>
            <a:r>
              <a:rPr lang="en-US" altLang="zh-CN" sz="2800" baseline="-25000">
                <a:latin typeface="+mn-lt"/>
                <a:ea typeface="+mn-ea"/>
                <a:cs typeface="+mn-ea"/>
                <a:sym typeface="+mn-lt"/>
              </a:rPr>
              <a:t>3</a:t>
            </a:r>
            <a:endParaRPr lang="en-US" altLang="zh-CN">
              <a:latin typeface="+mn-lt"/>
              <a:ea typeface="+mn-ea"/>
              <a:cs typeface="+mn-ea"/>
              <a:sym typeface="+mn-lt"/>
            </a:endParaRPr>
          </a:p>
        </p:txBody>
      </p:sp>
      <p:sp>
        <p:nvSpPr>
          <p:cNvPr id="682044" name="Rectangle 60">
            <a:extLst>
              <a:ext uri="{FF2B5EF4-FFF2-40B4-BE49-F238E27FC236}">
                <a16:creationId xmlns:a16="http://schemas.microsoft.com/office/drawing/2014/main" id="{7F2BF04D-5F41-4C76-AB44-F0056A409238}"/>
              </a:ext>
            </a:extLst>
          </p:cNvPr>
          <p:cNvSpPr>
            <a:spLocks noChangeArrowheads="1"/>
          </p:cNvSpPr>
          <p:nvPr/>
        </p:nvSpPr>
        <p:spPr bwMode="auto">
          <a:xfrm>
            <a:off x="2978150" y="2376488"/>
            <a:ext cx="381000" cy="541337"/>
          </a:xfrm>
          <a:prstGeom prst="rect">
            <a:avLst/>
          </a:prstGeom>
          <a:solidFill>
            <a:srgbClr val="FFFF00"/>
          </a:solidFill>
          <a:ln w="9525">
            <a:solidFill>
              <a:srgbClr val="CC6600"/>
            </a:solidFill>
            <a:miter lim="800000"/>
            <a:headEnd/>
            <a:tailEnd/>
          </a:ln>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2045" name="Line 61">
            <a:extLst>
              <a:ext uri="{FF2B5EF4-FFF2-40B4-BE49-F238E27FC236}">
                <a16:creationId xmlns:a16="http://schemas.microsoft.com/office/drawing/2014/main" id="{73F0224C-20E2-46E5-A46B-F097014D937E}"/>
              </a:ext>
            </a:extLst>
          </p:cNvPr>
          <p:cNvSpPr>
            <a:spLocks noChangeShapeType="1"/>
          </p:cNvSpPr>
          <p:nvPr/>
        </p:nvSpPr>
        <p:spPr bwMode="auto">
          <a:xfrm>
            <a:off x="3130550" y="2689225"/>
            <a:ext cx="1600200" cy="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2046" name="Line 62">
            <a:extLst>
              <a:ext uri="{FF2B5EF4-FFF2-40B4-BE49-F238E27FC236}">
                <a16:creationId xmlns:a16="http://schemas.microsoft.com/office/drawing/2014/main" id="{A2D884BB-965A-4321-800E-7BCCE6E0635B}"/>
              </a:ext>
            </a:extLst>
          </p:cNvPr>
          <p:cNvSpPr>
            <a:spLocks noChangeShapeType="1"/>
          </p:cNvSpPr>
          <p:nvPr/>
        </p:nvSpPr>
        <p:spPr bwMode="auto">
          <a:xfrm>
            <a:off x="4730750" y="2689225"/>
            <a:ext cx="0" cy="533400"/>
          </a:xfrm>
          <a:prstGeom prst="line">
            <a:avLst/>
          </a:prstGeom>
          <a:noFill/>
          <a:ln w="38100">
            <a:solidFill>
              <a:srgbClr val="FF00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682047" name="Line 63">
            <a:extLst>
              <a:ext uri="{FF2B5EF4-FFF2-40B4-BE49-F238E27FC236}">
                <a16:creationId xmlns:a16="http://schemas.microsoft.com/office/drawing/2014/main" id="{2B4098F0-068D-4487-8F8B-53D12E4AA421}"/>
              </a:ext>
            </a:extLst>
          </p:cNvPr>
          <p:cNvSpPr>
            <a:spLocks noChangeShapeType="1"/>
          </p:cNvSpPr>
          <p:nvPr/>
        </p:nvSpPr>
        <p:spPr bwMode="auto">
          <a:xfrm flipV="1">
            <a:off x="2444750" y="2917825"/>
            <a:ext cx="0" cy="1371600"/>
          </a:xfrm>
          <a:prstGeom prst="line">
            <a:avLst/>
          </a:prstGeom>
          <a:noFill/>
          <a:ln w="38100">
            <a:solidFill>
              <a:srgbClr val="FF00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useBgFill="1">
        <p:nvSpPr>
          <p:cNvPr id="682048" name="Rectangle 64">
            <a:extLst>
              <a:ext uri="{FF2B5EF4-FFF2-40B4-BE49-F238E27FC236}">
                <a16:creationId xmlns:a16="http://schemas.microsoft.com/office/drawing/2014/main" id="{670B1E45-E360-4D5B-8ABD-5BAA0A8B30FA}"/>
              </a:ext>
            </a:extLst>
          </p:cNvPr>
          <p:cNvSpPr>
            <a:spLocks noChangeArrowheads="1"/>
          </p:cNvSpPr>
          <p:nvPr/>
        </p:nvSpPr>
        <p:spPr bwMode="auto">
          <a:xfrm>
            <a:off x="2463800" y="3298825"/>
            <a:ext cx="1946275" cy="3048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nvGrpSpPr>
          <p:cNvPr id="8" name="Group 65">
            <a:extLst>
              <a:ext uri="{FF2B5EF4-FFF2-40B4-BE49-F238E27FC236}">
                <a16:creationId xmlns:a16="http://schemas.microsoft.com/office/drawing/2014/main" id="{73AEF6C8-4E2B-E74E-85EE-6E63136FA239}"/>
              </a:ext>
            </a:extLst>
          </p:cNvPr>
          <p:cNvGrpSpPr>
            <a:grpSpLocks/>
          </p:cNvGrpSpPr>
          <p:nvPr/>
        </p:nvGrpSpPr>
        <p:grpSpPr bwMode="auto">
          <a:xfrm>
            <a:off x="7823200" y="784225"/>
            <a:ext cx="412750" cy="1022350"/>
            <a:chOff x="5020" y="528"/>
            <a:chExt cx="260" cy="644"/>
          </a:xfrm>
        </p:grpSpPr>
        <p:sp>
          <p:nvSpPr>
            <p:cNvPr id="192570" name="Line 66">
              <a:extLst>
                <a:ext uri="{FF2B5EF4-FFF2-40B4-BE49-F238E27FC236}">
                  <a16:creationId xmlns:a16="http://schemas.microsoft.com/office/drawing/2014/main" id="{38AEB27D-22CB-4079-90C5-E051F0766BBF}"/>
                </a:ext>
              </a:extLst>
            </p:cNvPr>
            <p:cNvSpPr>
              <a:spLocks noChangeShapeType="1"/>
            </p:cNvSpPr>
            <p:nvPr/>
          </p:nvSpPr>
          <p:spPr bwMode="auto">
            <a:xfrm>
              <a:off x="5232" y="692"/>
              <a:ext cx="0" cy="480"/>
            </a:xfrm>
            <a:prstGeom prst="line">
              <a:avLst/>
            </a:prstGeom>
            <a:noFill/>
            <a:ln w="25400">
              <a:solidFill>
                <a:srgbClr val="FF0000"/>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71" name="Text Box 67">
              <a:extLst>
                <a:ext uri="{FF2B5EF4-FFF2-40B4-BE49-F238E27FC236}">
                  <a16:creationId xmlns:a16="http://schemas.microsoft.com/office/drawing/2014/main" id="{AFA3F387-2860-406C-9364-EFF723942BC6}"/>
                </a:ext>
              </a:extLst>
            </p:cNvPr>
            <p:cNvSpPr txBox="1">
              <a:spLocks noChangeArrowheads="1"/>
            </p:cNvSpPr>
            <p:nvPr/>
          </p:nvSpPr>
          <p:spPr bwMode="auto">
            <a:xfrm>
              <a:off x="5020" y="528"/>
              <a:ext cx="260"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dirty="0">
                  <a:solidFill>
                    <a:srgbClr val="FF0000"/>
                  </a:solidFill>
                  <a:latin typeface="+mn-lt"/>
                  <a:ea typeface="+mn-ea"/>
                  <a:cs typeface="+mn-ea"/>
                  <a:sym typeface="+mn-lt"/>
                </a:rPr>
                <a:t>p</a:t>
              </a:r>
              <a:endParaRPr lang="en-US" altLang="zh-CN" dirty="0">
                <a:latin typeface="+mn-lt"/>
                <a:ea typeface="+mn-ea"/>
                <a:cs typeface="+mn-ea"/>
                <a:sym typeface="+mn-lt"/>
              </a:endParaRPr>
            </a:p>
          </p:txBody>
        </p:sp>
      </p:grpSp>
      <p:sp useBgFill="1">
        <p:nvSpPr>
          <p:cNvPr id="682052" name="Rectangle 68">
            <a:extLst>
              <a:ext uri="{FF2B5EF4-FFF2-40B4-BE49-F238E27FC236}">
                <a16:creationId xmlns:a16="http://schemas.microsoft.com/office/drawing/2014/main" id="{9D38B9B7-7EB7-40C3-ACF7-68D6F775F024}"/>
              </a:ext>
            </a:extLst>
          </p:cNvPr>
          <p:cNvSpPr>
            <a:spLocks noChangeArrowheads="1"/>
          </p:cNvSpPr>
          <p:nvPr/>
        </p:nvSpPr>
        <p:spPr bwMode="auto">
          <a:xfrm>
            <a:off x="6330950" y="1012825"/>
            <a:ext cx="533400" cy="7620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useBgFill="1">
        <p:nvSpPr>
          <p:cNvPr id="682053" name="Rectangle 69">
            <a:extLst>
              <a:ext uri="{FF2B5EF4-FFF2-40B4-BE49-F238E27FC236}">
                <a16:creationId xmlns:a16="http://schemas.microsoft.com/office/drawing/2014/main" id="{1550B0BB-7AA4-4CC0-877A-8E0FBC4C8F97}"/>
              </a:ext>
            </a:extLst>
          </p:cNvPr>
          <p:cNvSpPr>
            <a:spLocks noChangeArrowheads="1"/>
          </p:cNvSpPr>
          <p:nvPr/>
        </p:nvSpPr>
        <p:spPr bwMode="auto">
          <a:xfrm>
            <a:off x="5949950" y="1730375"/>
            <a:ext cx="1447800" cy="766763"/>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sp>
        <p:nvSpPr>
          <p:cNvPr id="682054" name="Text Box 70">
            <a:extLst>
              <a:ext uri="{FF2B5EF4-FFF2-40B4-BE49-F238E27FC236}">
                <a16:creationId xmlns:a16="http://schemas.microsoft.com/office/drawing/2014/main" id="{BD5F7D07-EDD8-4E2D-849F-A971B8015133}"/>
              </a:ext>
            </a:extLst>
          </p:cNvPr>
          <p:cNvSpPr txBox="1">
            <a:spLocks noChangeArrowheads="1"/>
          </p:cNvSpPr>
          <p:nvPr/>
        </p:nvSpPr>
        <p:spPr bwMode="auto">
          <a:xfrm>
            <a:off x="0" y="5075238"/>
            <a:ext cx="9144000" cy="1771650"/>
          </a:xfrm>
          <a:prstGeom prst="rect">
            <a:avLst/>
          </a:prstGeom>
          <a:solidFill>
            <a:srgbClr val="EBEBEB"/>
          </a:solidFill>
          <a:ln w="38100">
            <a:noFill/>
            <a:miter lim="800000"/>
            <a:headEnd/>
            <a:tailEnd/>
          </a:ln>
        </p:spPr>
        <p:txBody>
          <a:bodyPr>
            <a:spAutoFit/>
          </a:bodyPr>
          <a:lstStyle>
            <a:lvl1pPr marL="342900" indent="-342900">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lvl="1" eaLnBrk="1" hangingPunct="1">
              <a:lnSpc>
                <a:spcPct val="120000"/>
              </a:lnSpc>
              <a:buClr>
                <a:srgbClr val="FF0000"/>
              </a:buClr>
              <a:buFont typeface="Wingdings" pitchFamily="2" charset="2"/>
              <a:buChar char="ü"/>
            </a:pPr>
            <a:r>
              <a:rPr lang="zh-CN" altLang="en-US">
                <a:solidFill>
                  <a:schemeClr val="hlink"/>
                </a:solidFill>
                <a:sym typeface="+mn-lt"/>
              </a:rPr>
              <a:t>标志后继结点</a:t>
            </a:r>
            <a:r>
              <a:rPr lang="en-US" altLang="zh-CN">
                <a:solidFill>
                  <a:schemeClr val="hlink"/>
                </a:solidFill>
                <a:sym typeface="+mn-lt"/>
              </a:rPr>
              <a:t>q</a:t>
            </a:r>
          </a:p>
          <a:p>
            <a:pPr lvl="1" eaLnBrk="1" hangingPunct="1">
              <a:lnSpc>
                <a:spcPct val="120000"/>
              </a:lnSpc>
              <a:buClr>
                <a:srgbClr val="FF0000"/>
              </a:buClr>
              <a:buFont typeface="Wingdings" pitchFamily="2" charset="2"/>
              <a:buChar char="ü"/>
            </a:pPr>
            <a:r>
              <a:rPr lang="zh-CN" altLang="en-US">
                <a:solidFill>
                  <a:schemeClr val="hlink"/>
                </a:solidFill>
                <a:sym typeface="+mn-lt"/>
              </a:rPr>
              <a:t>修改指针（将</a:t>
            </a:r>
            <a:r>
              <a:rPr lang="en-US" altLang="zh-CN">
                <a:solidFill>
                  <a:schemeClr val="hlink"/>
                </a:solidFill>
                <a:sym typeface="+mn-lt"/>
              </a:rPr>
              <a:t>p</a:t>
            </a:r>
            <a:r>
              <a:rPr lang="zh-CN" altLang="en-US">
                <a:solidFill>
                  <a:schemeClr val="hlink"/>
                </a:solidFill>
                <a:sym typeface="+mn-lt"/>
              </a:rPr>
              <a:t>插入在头结点之后）</a:t>
            </a:r>
          </a:p>
          <a:p>
            <a:pPr lvl="1" eaLnBrk="1" hangingPunct="1">
              <a:lnSpc>
                <a:spcPct val="120000"/>
              </a:lnSpc>
              <a:buClr>
                <a:srgbClr val="FF0000"/>
              </a:buClr>
              <a:buFont typeface="Wingdings" pitchFamily="2" charset="2"/>
              <a:buChar char="ü"/>
            </a:pPr>
            <a:r>
              <a:rPr lang="zh-CN" altLang="en-US">
                <a:solidFill>
                  <a:schemeClr val="hlink"/>
                </a:solidFill>
                <a:sym typeface="+mn-lt"/>
              </a:rPr>
              <a:t>重置结点</a:t>
            </a:r>
            <a:r>
              <a:rPr lang="en-US" altLang="zh-CN">
                <a:solidFill>
                  <a:schemeClr val="hlink"/>
                </a:solidFill>
                <a:sym typeface="+mn-lt"/>
              </a:rPr>
              <a:t>p</a:t>
            </a:r>
            <a:r>
              <a:rPr lang="zh-CN" altLang="en-US">
                <a:solidFill>
                  <a:schemeClr val="hlink"/>
                </a:solidFill>
                <a:sym typeface="+mn-lt"/>
              </a:rPr>
              <a:t>（</a:t>
            </a:r>
            <a:r>
              <a:rPr lang="en-US" altLang="zh-CN">
                <a:solidFill>
                  <a:schemeClr val="hlink"/>
                </a:solidFill>
                <a:sym typeface="+mn-lt"/>
              </a:rPr>
              <a:t>p</a:t>
            </a:r>
            <a:r>
              <a:rPr lang="zh-CN" altLang="en-US">
                <a:solidFill>
                  <a:schemeClr val="hlink"/>
                </a:solidFill>
                <a:sym typeface="+mn-lt"/>
              </a:rPr>
              <a:t>重新指向原表中后继）</a:t>
            </a:r>
          </a:p>
        </p:txBody>
      </p:sp>
      <p:sp useBgFill="1">
        <p:nvSpPr>
          <p:cNvPr id="682055" name="Rectangle 71">
            <a:extLst>
              <a:ext uri="{FF2B5EF4-FFF2-40B4-BE49-F238E27FC236}">
                <a16:creationId xmlns:a16="http://schemas.microsoft.com/office/drawing/2014/main" id="{BC0055CC-6A15-48EE-B595-CA2C1138D40E}"/>
              </a:ext>
            </a:extLst>
          </p:cNvPr>
          <p:cNvSpPr>
            <a:spLocks noChangeArrowheads="1"/>
          </p:cNvSpPr>
          <p:nvPr/>
        </p:nvSpPr>
        <p:spPr bwMode="auto">
          <a:xfrm>
            <a:off x="3740150" y="1012825"/>
            <a:ext cx="990600" cy="762000"/>
          </a:xfrm>
          <a:prstGeom prst="rect">
            <a:avLst/>
          </a:prstGeom>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a:lnSpc>
                <a:spcPct val="100000"/>
              </a:lnSpc>
              <a:spcBef>
                <a:spcPct val="20000"/>
              </a:spcBef>
              <a:defRPr/>
            </a:pPr>
            <a:endParaRPr lang="zh-CN" altLang="en-US" sz="2800">
              <a:latin typeface="+mn-lt"/>
              <a:ea typeface="+mn-ea"/>
              <a:cs typeface="+mn-ea"/>
              <a:sym typeface="+mn-lt"/>
            </a:endParaRPr>
          </a:p>
        </p:txBody>
      </p:sp>
      <p:grpSp>
        <p:nvGrpSpPr>
          <p:cNvPr id="9" name="Group 72">
            <a:extLst>
              <a:ext uri="{FF2B5EF4-FFF2-40B4-BE49-F238E27FC236}">
                <a16:creationId xmlns:a16="http://schemas.microsoft.com/office/drawing/2014/main" id="{6B9DF2EC-D1D1-3E42-AF39-68E968C04F94}"/>
              </a:ext>
            </a:extLst>
          </p:cNvPr>
          <p:cNvGrpSpPr>
            <a:grpSpLocks/>
          </p:cNvGrpSpPr>
          <p:nvPr/>
        </p:nvGrpSpPr>
        <p:grpSpPr bwMode="auto">
          <a:xfrm>
            <a:off x="4044950" y="784225"/>
            <a:ext cx="609600" cy="1022350"/>
            <a:chOff x="2496" y="528"/>
            <a:chExt cx="624" cy="644"/>
          </a:xfrm>
        </p:grpSpPr>
        <p:sp>
          <p:nvSpPr>
            <p:cNvPr id="192568" name="Line 73">
              <a:extLst>
                <a:ext uri="{FF2B5EF4-FFF2-40B4-BE49-F238E27FC236}">
                  <a16:creationId xmlns:a16="http://schemas.microsoft.com/office/drawing/2014/main" id="{C9D44607-943E-4898-BC89-5CFE25626D12}"/>
                </a:ext>
              </a:extLst>
            </p:cNvPr>
            <p:cNvSpPr>
              <a:spLocks noChangeShapeType="1"/>
            </p:cNvSpPr>
            <p:nvPr/>
          </p:nvSpPr>
          <p:spPr bwMode="auto">
            <a:xfrm>
              <a:off x="3120" y="692"/>
              <a:ext cx="0" cy="48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a:lstStyle/>
            <a:p>
              <a:pPr>
                <a:defRPr/>
              </a:pPr>
              <a:endParaRPr lang="zh-CN" altLang="en-US">
                <a:latin typeface="+mn-lt"/>
                <a:ea typeface="+mn-ea"/>
                <a:cs typeface="+mn-ea"/>
                <a:sym typeface="+mn-lt"/>
              </a:endParaRPr>
            </a:p>
          </p:txBody>
        </p:sp>
        <p:sp>
          <p:nvSpPr>
            <p:cNvPr id="192569" name="Text Box 74">
              <a:extLst>
                <a:ext uri="{FF2B5EF4-FFF2-40B4-BE49-F238E27FC236}">
                  <a16:creationId xmlns:a16="http://schemas.microsoft.com/office/drawing/2014/main" id="{CE393227-8E05-4B37-AF9C-4E9C3743A7A2}"/>
                </a:ext>
              </a:extLst>
            </p:cNvPr>
            <p:cNvSpPr txBox="1">
              <a:spLocks noChangeArrowheads="1"/>
            </p:cNvSpPr>
            <p:nvPr/>
          </p:nvSpPr>
          <p:spPr bwMode="auto">
            <a:xfrm>
              <a:off x="2496" y="528"/>
              <a:ext cx="423"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30000"/>
                </a:lnSpc>
                <a:defRPr sz="2400">
                  <a:solidFill>
                    <a:schemeClr val="tx1"/>
                  </a:solidFill>
                  <a:latin typeface="Times New Roman" panose="02020603050405020304" pitchFamily="18" charset="0"/>
                  <a:ea typeface="微软雅黑" panose="020B0503020204020204" pitchFamily="34" charset="-122"/>
                </a:defRPr>
              </a:lvl1pPr>
              <a:lvl2pPr marL="742950" indent="-285750">
                <a:spcBef>
                  <a:spcPct val="20000"/>
                </a:spcBef>
                <a:buChar char="–"/>
                <a:defRPr sz="2800">
                  <a:solidFill>
                    <a:schemeClr val="tx1"/>
                  </a:solidFill>
                  <a:latin typeface="Times New Roman" panose="02020603050405020304" pitchFamily="18" charset="0"/>
                  <a:ea typeface="微软雅黑" panose="020B0503020204020204" pitchFamily="34" charset="-122"/>
                </a:defRPr>
              </a:lvl2pPr>
              <a:lvl3pPr marL="1143000" indent="-228600">
                <a:spcBef>
                  <a:spcPct val="20000"/>
                </a:spcBef>
                <a:buChar char="•"/>
                <a:defRPr sz="2400">
                  <a:solidFill>
                    <a:schemeClr val="tx1"/>
                  </a:solidFill>
                  <a:latin typeface="Times New Roman" panose="02020603050405020304" pitchFamily="18" charset="0"/>
                  <a:ea typeface="微软雅黑" panose="020B0503020204020204" pitchFamily="34" charset="-122"/>
                </a:defRPr>
              </a:lvl3pPr>
              <a:lvl4pPr marL="16002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4pPr>
              <a:lvl5pPr marL="2057400" indent="-228600">
                <a:spcBef>
                  <a:spcPct val="20000"/>
                </a:spcBef>
                <a:buChar char="»"/>
                <a:defRPr sz="2000">
                  <a:solidFill>
                    <a:schemeClr val="tx1"/>
                  </a:solidFill>
                  <a:latin typeface="Times New Roman" panose="02020603050405020304" pitchFamily="18" charset="0"/>
                  <a:ea typeface="微软雅黑" panose="020B0503020204020204" pitchFamily="34"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微软雅黑" panose="020B0503020204020204" pitchFamily="34" charset="-122"/>
                </a:defRPr>
              </a:lvl9pPr>
            </a:lstStyle>
            <a:p>
              <a:pPr eaLnBrk="1" hangingPunct="1">
                <a:lnSpc>
                  <a:spcPct val="100000"/>
                </a:lnSpc>
                <a:defRPr/>
              </a:pPr>
              <a:r>
                <a:rPr lang="en-US" altLang="zh-CN" sz="3600">
                  <a:solidFill>
                    <a:schemeClr val="accent2"/>
                  </a:solidFill>
                  <a:latin typeface="+mn-lt"/>
                  <a:ea typeface="+mn-ea"/>
                  <a:cs typeface="+mn-ea"/>
                  <a:sym typeface="+mn-lt"/>
                </a:rPr>
                <a:t>q</a:t>
              </a:r>
              <a:endParaRPr lang="en-US" altLang="zh-CN">
                <a:latin typeface="+mn-lt"/>
                <a:ea typeface="+mn-ea"/>
                <a:cs typeface="+mn-ea"/>
                <a:sym typeface="+mn-lt"/>
              </a:endParaRPr>
            </a:p>
          </p:txBody>
        </p:sp>
      </p:grpSp>
      <p:sp>
        <p:nvSpPr>
          <p:cNvPr id="73" name="Comment 6">
            <a:extLst>
              <a:ext uri="{FF2B5EF4-FFF2-40B4-BE49-F238E27FC236}">
                <a16:creationId xmlns:a16="http://schemas.microsoft.com/office/drawing/2014/main" id="{9F6A7939-FB8F-4B7A-B84A-30ECB55D712C}"/>
              </a:ext>
            </a:extLst>
          </p:cNvPr>
          <p:cNvSpPr>
            <a:spLocks noChangeArrowheads="1"/>
          </p:cNvSpPr>
          <p:nvPr/>
        </p:nvSpPr>
        <p:spPr bwMode="auto">
          <a:xfrm>
            <a:off x="900113" y="198438"/>
            <a:ext cx="3389312"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800">
                <a:solidFill>
                  <a:schemeClr val="tx1"/>
                </a:solidFill>
                <a:latin typeface="Times New Roman" panose="02020603050405020304" pitchFamily="18" charset="0"/>
                <a:ea typeface="仿宋_GB2312" pitchFamily="49" charset="-122"/>
              </a:defRPr>
            </a:lvl1pPr>
            <a:lvl2pPr marL="742950" indent="-285750">
              <a:defRPr sz="2800">
                <a:solidFill>
                  <a:schemeClr val="tx1"/>
                </a:solidFill>
                <a:latin typeface="Times New Roman" panose="02020603050405020304" pitchFamily="18" charset="0"/>
                <a:ea typeface="仿宋_GB2312" pitchFamily="49" charset="-122"/>
              </a:defRPr>
            </a:lvl2pPr>
            <a:lvl3pPr marL="1143000" indent="-228600">
              <a:defRPr sz="2800">
                <a:solidFill>
                  <a:schemeClr val="tx1"/>
                </a:solidFill>
                <a:latin typeface="Times New Roman" panose="02020603050405020304" pitchFamily="18" charset="0"/>
                <a:ea typeface="仿宋_GB2312" pitchFamily="49" charset="-122"/>
              </a:defRPr>
            </a:lvl3pPr>
            <a:lvl4pPr marL="1600200" indent="-228600">
              <a:defRPr sz="2800">
                <a:solidFill>
                  <a:schemeClr val="tx1"/>
                </a:solidFill>
                <a:latin typeface="Times New Roman" panose="02020603050405020304" pitchFamily="18" charset="0"/>
                <a:ea typeface="仿宋_GB2312" pitchFamily="49" charset="-122"/>
              </a:defRPr>
            </a:lvl4pPr>
            <a:lvl5pPr marL="2057400" indent="-228600">
              <a:defRPr sz="2800">
                <a:solidFill>
                  <a:schemeClr val="tx1"/>
                </a:solidFill>
                <a:latin typeface="Times New Roman" panose="02020603050405020304" pitchFamily="18" charset="0"/>
                <a:ea typeface="仿宋_GB2312" pitchFamily="49" charset="-122"/>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仿宋_GB2312" pitchFamily="49" charset="-122"/>
              </a:defRPr>
            </a:lvl9pPr>
          </a:lstStyle>
          <a:p>
            <a:r>
              <a:rPr lang="zh-CN" altLang="en-US">
                <a:solidFill>
                  <a:schemeClr val="bg1"/>
                </a:solidFill>
                <a:ea typeface="微软雅黑" panose="020B0503020204020204" pitchFamily="34" charset="-122"/>
                <a:sym typeface="+mn-lt"/>
              </a:rPr>
              <a:t>算法设计题</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2" presetClass="entr" presetSubtype="1" fill="hold" nodeType="clickEffect">
                                  <p:stCondLst>
                                    <p:cond delay="0"/>
                                  </p:stCondLst>
                                  <p:childTnLst>
                                    <p:set>
                                      <p:cBhvr>
                                        <p:cTn id="6" dur="1" fill="hold">
                                          <p:stCondLst>
                                            <p:cond delay="0"/>
                                          </p:stCondLst>
                                        </p:cTn>
                                        <p:tgtEl>
                                          <p:spTgt spid="682011"/>
                                        </p:tgtEl>
                                        <p:attrNameLst>
                                          <p:attrName>style.visibility</p:attrName>
                                        </p:attrNameLst>
                                      </p:cBhvr>
                                      <p:to>
                                        <p:strVal val="visible"/>
                                      </p:to>
                                    </p:set>
                                    <p:animEffect transition="in" filter="slide(fromTop)">
                                      <p:cBhvr>
                                        <p:cTn id="7" dur="500"/>
                                        <p:tgtEl>
                                          <p:spTgt spid="682011"/>
                                        </p:tgtEl>
                                      </p:cBhvr>
                                    </p:animEffect>
                                  </p:childTnLst>
                                </p:cTn>
                              </p:par>
                            </p:childTnLst>
                          </p:cTn>
                        </p:par>
                        <p:par>
                          <p:cTn id="8" fill="hold" nodeType="afterGroup">
                            <p:stCondLst>
                              <p:cond delay="500"/>
                            </p:stCondLst>
                            <p:childTnLst>
                              <p:par>
                                <p:cTn id="9" presetID="12" presetClass="entr" presetSubtype="1" fill="hold" grpId="0" nodeType="afterEffect">
                                  <p:stCondLst>
                                    <p:cond delay="0"/>
                                  </p:stCondLst>
                                  <p:childTnLst>
                                    <p:set>
                                      <p:cBhvr>
                                        <p:cTn id="10" dur="1" fill="hold">
                                          <p:stCondLst>
                                            <p:cond delay="0"/>
                                          </p:stCondLst>
                                        </p:cTn>
                                        <p:tgtEl>
                                          <p:spTgt spid="682012"/>
                                        </p:tgtEl>
                                        <p:attrNameLst>
                                          <p:attrName>style.visibility</p:attrName>
                                        </p:attrNameLst>
                                      </p:cBhvr>
                                      <p:to>
                                        <p:strVal val="visible"/>
                                      </p:to>
                                    </p:set>
                                    <p:animEffect transition="in" filter="slide(fromTop)">
                                      <p:cBhvr>
                                        <p:cTn id="11" dur="500"/>
                                        <p:tgtEl>
                                          <p:spTgt spid="682012"/>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1" presetClass="entr" presetSubtype="0" fill="hold" grpId="0" nodeType="clickEffect">
                                  <p:stCondLst>
                                    <p:cond delay="0"/>
                                  </p:stCondLst>
                                  <p:childTnLst>
                                    <p:set>
                                      <p:cBhvr>
                                        <p:cTn id="15" dur="1" fill="hold">
                                          <p:stCondLst>
                                            <p:cond delay="499"/>
                                          </p:stCondLst>
                                        </p:cTn>
                                        <p:tgtEl>
                                          <p:spTgt spid="682010"/>
                                        </p:tgtEl>
                                        <p:attrNameLst>
                                          <p:attrName>style.visibility</p:attrName>
                                        </p:attrNameLst>
                                      </p:cBhvr>
                                      <p:to>
                                        <p:strVal val="visible"/>
                                      </p:to>
                                    </p:set>
                                  </p:childTnLst>
                                </p:cTn>
                              </p:par>
                            </p:childTnLst>
                          </p:cTn>
                        </p:par>
                        <p:par>
                          <p:cTn id="16" fill="hold" nodeType="afterGroup">
                            <p:stCondLst>
                              <p:cond delay="500"/>
                            </p:stCondLst>
                            <p:childTnLst>
                              <p:par>
                                <p:cTn id="17" presetID="1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slide(fromTop)">
                                      <p:cBhvr>
                                        <p:cTn id="19" dur="500"/>
                                        <p:tgtEl>
                                          <p:spTgt spid="3"/>
                                        </p:tgtEl>
                                      </p:cBhvr>
                                    </p:animEffect>
                                  </p:childTnLst>
                                </p:cTn>
                              </p:par>
                            </p:childTnLst>
                          </p:cTn>
                        </p:par>
                        <p:par>
                          <p:cTn id="20" fill="hold" nodeType="afterGroup">
                            <p:stCondLst>
                              <p:cond delay="1000"/>
                            </p:stCondLst>
                            <p:childTnLst>
                              <p:par>
                                <p:cTn id="21" presetID="12" presetClass="entr" presetSubtype="1" fill="hold" nodeType="after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slide(fromTop)">
                                      <p:cBhvr>
                                        <p:cTn id="23" dur="500"/>
                                        <p:tgtEl>
                                          <p:spTgt spid="2"/>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12" presetClass="entr" presetSubtype="1" fill="hold" grpId="0" nodeType="clickEffect">
                                  <p:stCondLst>
                                    <p:cond delay="0"/>
                                  </p:stCondLst>
                                  <p:childTnLst>
                                    <p:set>
                                      <p:cBhvr>
                                        <p:cTn id="27" dur="1" fill="hold">
                                          <p:stCondLst>
                                            <p:cond delay="0"/>
                                          </p:stCondLst>
                                        </p:cTn>
                                        <p:tgtEl>
                                          <p:spTgt spid="682013"/>
                                        </p:tgtEl>
                                        <p:attrNameLst>
                                          <p:attrName>style.visibility</p:attrName>
                                        </p:attrNameLst>
                                      </p:cBhvr>
                                      <p:to>
                                        <p:strVal val="visible"/>
                                      </p:to>
                                    </p:set>
                                    <p:animEffect transition="in" filter="slide(fromTop)">
                                      <p:cBhvr>
                                        <p:cTn id="28" dur="500"/>
                                        <p:tgtEl>
                                          <p:spTgt spid="682013"/>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12" presetClass="entr" presetSubtype="1"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slide(fromTop)">
                                      <p:cBhvr>
                                        <p:cTn id="33" dur="500"/>
                                        <p:tgtEl>
                                          <p:spTgt spid="9"/>
                                        </p:tgtEl>
                                      </p:cBhvr>
                                    </p:animEffect>
                                  </p:childTnLst>
                                </p:cTn>
                              </p:par>
                            </p:childTnLst>
                          </p:cTn>
                        </p:par>
                      </p:childTnLst>
                    </p:cTn>
                  </p:par>
                  <p:par>
                    <p:cTn id="34" fill="hold" nodeType="clickPar">
                      <p:stCondLst>
                        <p:cond delay="indefinite"/>
                      </p:stCondLst>
                      <p:childTnLst>
                        <p:par>
                          <p:cTn id="35" fill="hold" nodeType="withGroup">
                            <p:stCondLst>
                              <p:cond delay="0"/>
                            </p:stCondLst>
                            <p:childTnLst>
                              <p:par>
                                <p:cTn id="36" presetID="22" presetClass="entr" presetSubtype="1" fill="hold" grpId="0" nodeType="clickEffect">
                                  <p:stCondLst>
                                    <p:cond delay="0"/>
                                  </p:stCondLst>
                                  <p:childTnLst>
                                    <p:set>
                                      <p:cBhvr>
                                        <p:cTn id="37" dur="1" fill="hold">
                                          <p:stCondLst>
                                            <p:cond delay="0"/>
                                          </p:stCondLst>
                                        </p:cTn>
                                        <p:tgtEl>
                                          <p:spTgt spid="682022"/>
                                        </p:tgtEl>
                                        <p:attrNameLst>
                                          <p:attrName>style.visibility</p:attrName>
                                        </p:attrNameLst>
                                      </p:cBhvr>
                                      <p:to>
                                        <p:strVal val="visible"/>
                                      </p:to>
                                    </p:set>
                                    <p:animEffect transition="in" filter="wipe(up)">
                                      <p:cBhvr>
                                        <p:cTn id="38" dur="500"/>
                                        <p:tgtEl>
                                          <p:spTgt spid="682022"/>
                                        </p:tgtEl>
                                      </p:cBhvr>
                                    </p:animEffect>
                                  </p:childTnLst>
                                </p:cTn>
                              </p:par>
                            </p:childTnLst>
                          </p:cTn>
                        </p:par>
                        <p:par>
                          <p:cTn id="39" fill="hold" nodeType="afterGroup">
                            <p:stCondLst>
                              <p:cond delay="500"/>
                            </p:stCondLst>
                            <p:childTnLst>
                              <p:par>
                                <p:cTn id="40" presetID="2" presetClass="entr" presetSubtype="9" fill="hold" grpId="0" nodeType="afterEffect">
                                  <p:stCondLst>
                                    <p:cond delay="0"/>
                                  </p:stCondLst>
                                  <p:childTnLst>
                                    <p:set>
                                      <p:cBhvr>
                                        <p:cTn id="41" dur="1" fill="hold">
                                          <p:stCondLst>
                                            <p:cond delay="0"/>
                                          </p:stCondLst>
                                        </p:cTn>
                                        <p:tgtEl>
                                          <p:spTgt spid="682014"/>
                                        </p:tgtEl>
                                        <p:attrNameLst>
                                          <p:attrName>style.visibility</p:attrName>
                                        </p:attrNameLst>
                                      </p:cBhvr>
                                      <p:to>
                                        <p:strVal val="visible"/>
                                      </p:to>
                                    </p:set>
                                    <p:anim calcmode="lin" valueType="num">
                                      <p:cBhvr additive="base">
                                        <p:cTn id="42" dur="500" fill="hold"/>
                                        <p:tgtEl>
                                          <p:spTgt spid="682014"/>
                                        </p:tgtEl>
                                        <p:attrNameLst>
                                          <p:attrName>ppt_x</p:attrName>
                                        </p:attrNameLst>
                                      </p:cBhvr>
                                      <p:tavLst>
                                        <p:tav tm="0">
                                          <p:val>
                                            <p:strVal val="0-#ppt_w/2"/>
                                          </p:val>
                                        </p:tav>
                                        <p:tav tm="100000">
                                          <p:val>
                                            <p:strVal val="#ppt_x"/>
                                          </p:val>
                                        </p:tav>
                                      </p:tavLst>
                                    </p:anim>
                                    <p:anim calcmode="lin" valueType="num">
                                      <p:cBhvr additive="base">
                                        <p:cTn id="43" dur="500" fill="hold"/>
                                        <p:tgtEl>
                                          <p:spTgt spid="682014"/>
                                        </p:tgtEl>
                                        <p:attrNameLst>
                                          <p:attrName>ppt_y</p:attrName>
                                        </p:attrNameLst>
                                      </p:cBhvr>
                                      <p:tavLst>
                                        <p:tav tm="0">
                                          <p:val>
                                            <p:strVal val="0-#ppt_h/2"/>
                                          </p:val>
                                        </p:tav>
                                        <p:tav tm="100000">
                                          <p:val>
                                            <p:strVal val="#ppt_y"/>
                                          </p:val>
                                        </p:tav>
                                      </p:tavLst>
                                    </p:anim>
                                  </p:childTnLst>
                                </p:cTn>
                              </p:par>
                            </p:childTnLst>
                          </p:cTn>
                        </p:par>
                        <p:par>
                          <p:cTn id="44" fill="hold" nodeType="afterGroup">
                            <p:stCondLst>
                              <p:cond delay="1000"/>
                            </p:stCondLst>
                            <p:childTnLst>
                              <p:par>
                                <p:cTn id="45" presetID="2" presetClass="entr" presetSubtype="9" fill="hold" grpId="0" nodeType="afterEffect">
                                  <p:stCondLst>
                                    <p:cond delay="0"/>
                                  </p:stCondLst>
                                  <p:childTnLst>
                                    <p:set>
                                      <p:cBhvr>
                                        <p:cTn id="46" dur="1" fill="hold">
                                          <p:stCondLst>
                                            <p:cond delay="0"/>
                                          </p:stCondLst>
                                        </p:cTn>
                                        <p:tgtEl>
                                          <p:spTgt spid="682015"/>
                                        </p:tgtEl>
                                        <p:attrNameLst>
                                          <p:attrName>style.visibility</p:attrName>
                                        </p:attrNameLst>
                                      </p:cBhvr>
                                      <p:to>
                                        <p:strVal val="visible"/>
                                      </p:to>
                                    </p:set>
                                    <p:anim calcmode="lin" valueType="num">
                                      <p:cBhvr additive="base">
                                        <p:cTn id="47" dur="500" fill="hold"/>
                                        <p:tgtEl>
                                          <p:spTgt spid="682015"/>
                                        </p:tgtEl>
                                        <p:attrNameLst>
                                          <p:attrName>ppt_x</p:attrName>
                                        </p:attrNameLst>
                                      </p:cBhvr>
                                      <p:tavLst>
                                        <p:tav tm="0">
                                          <p:val>
                                            <p:strVal val="0-#ppt_w/2"/>
                                          </p:val>
                                        </p:tav>
                                        <p:tav tm="100000">
                                          <p:val>
                                            <p:strVal val="#ppt_x"/>
                                          </p:val>
                                        </p:tav>
                                      </p:tavLst>
                                    </p:anim>
                                    <p:anim calcmode="lin" valueType="num">
                                      <p:cBhvr additive="base">
                                        <p:cTn id="48" dur="500" fill="hold"/>
                                        <p:tgtEl>
                                          <p:spTgt spid="682015"/>
                                        </p:tgtEl>
                                        <p:attrNameLst>
                                          <p:attrName>ppt_y</p:attrName>
                                        </p:attrNameLst>
                                      </p:cBhvr>
                                      <p:tavLst>
                                        <p:tav tm="0">
                                          <p:val>
                                            <p:strVal val="0-#ppt_h/2"/>
                                          </p:val>
                                        </p:tav>
                                        <p:tav tm="100000">
                                          <p:val>
                                            <p:strVal val="#ppt_y"/>
                                          </p:val>
                                        </p:tav>
                                      </p:tavLst>
                                    </p:anim>
                                  </p:childTnLst>
                                </p:cTn>
                              </p:par>
                            </p:childTnLst>
                          </p:cTn>
                        </p:par>
                      </p:childTnLst>
                    </p:cTn>
                  </p:par>
                  <p:par>
                    <p:cTn id="49" fill="hold" nodeType="clickPar">
                      <p:stCondLst>
                        <p:cond delay="indefinite"/>
                      </p:stCondLst>
                      <p:childTnLst>
                        <p:par>
                          <p:cTn id="50" fill="hold" nodeType="withGroup">
                            <p:stCondLst>
                              <p:cond delay="0"/>
                            </p:stCondLst>
                            <p:childTnLst>
                              <p:par>
                                <p:cTn id="51" presetID="12" presetClass="entr" presetSubtype="1" fill="hold" grpId="0" nodeType="clickEffect">
                                  <p:stCondLst>
                                    <p:cond delay="0"/>
                                  </p:stCondLst>
                                  <p:childTnLst>
                                    <p:set>
                                      <p:cBhvr>
                                        <p:cTn id="52" dur="1" fill="hold">
                                          <p:stCondLst>
                                            <p:cond delay="0"/>
                                          </p:stCondLst>
                                        </p:cTn>
                                        <p:tgtEl>
                                          <p:spTgt spid="682016"/>
                                        </p:tgtEl>
                                        <p:attrNameLst>
                                          <p:attrName>style.visibility</p:attrName>
                                        </p:attrNameLst>
                                      </p:cBhvr>
                                      <p:to>
                                        <p:strVal val="visible"/>
                                      </p:to>
                                    </p:set>
                                    <p:animEffect transition="in" filter="slide(fromTop)">
                                      <p:cBhvr>
                                        <p:cTn id="53" dur="500"/>
                                        <p:tgtEl>
                                          <p:spTgt spid="682016"/>
                                        </p:tgtEl>
                                      </p:cBhvr>
                                    </p:animEffect>
                                  </p:childTnLst>
                                </p:cTn>
                              </p:par>
                            </p:childTnLst>
                          </p:cTn>
                        </p:par>
                      </p:childTnLst>
                    </p:cTn>
                  </p:par>
                  <p:par>
                    <p:cTn id="54" fill="hold" nodeType="clickPar">
                      <p:stCondLst>
                        <p:cond delay="indefinite"/>
                      </p:stCondLst>
                      <p:childTnLst>
                        <p:par>
                          <p:cTn id="55" fill="hold" nodeType="withGroup">
                            <p:stCondLst>
                              <p:cond delay="0"/>
                            </p:stCondLst>
                            <p:childTnLst>
                              <p:par>
                                <p:cTn id="56" presetID="17" presetClass="entr" presetSubtype="8" fill="hold" nodeType="clickEffect">
                                  <p:stCondLst>
                                    <p:cond delay="0"/>
                                  </p:stCondLst>
                                  <p:childTnLst>
                                    <p:set>
                                      <p:cBhvr>
                                        <p:cTn id="57" dur="1" fill="hold">
                                          <p:stCondLst>
                                            <p:cond delay="0"/>
                                          </p:stCondLst>
                                        </p:cTn>
                                        <p:tgtEl>
                                          <p:spTgt spid="682017"/>
                                        </p:tgtEl>
                                        <p:attrNameLst>
                                          <p:attrName>style.visibility</p:attrName>
                                        </p:attrNameLst>
                                      </p:cBhvr>
                                      <p:to>
                                        <p:strVal val="visible"/>
                                      </p:to>
                                    </p:set>
                                    <p:anim calcmode="lin" valueType="num">
                                      <p:cBhvr>
                                        <p:cTn id="58" dur="500" fill="hold"/>
                                        <p:tgtEl>
                                          <p:spTgt spid="682017"/>
                                        </p:tgtEl>
                                        <p:attrNameLst>
                                          <p:attrName>ppt_x</p:attrName>
                                        </p:attrNameLst>
                                      </p:cBhvr>
                                      <p:tavLst>
                                        <p:tav tm="0">
                                          <p:val>
                                            <p:strVal val="#ppt_x-#ppt_w/2"/>
                                          </p:val>
                                        </p:tav>
                                        <p:tav tm="100000">
                                          <p:val>
                                            <p:strVal val="#ppt_x"/>
                                          </p:val>
                                        </p:tav>
                                      </p:tavLst>
                                    </p:anim>
                                    <p:anim calcmode="lin" valueType="num">
                                      <p:cBhvr>
                                        <p:cTn id="59" dur="500" fill="hold"/>
                                        <p:tgtEl>
                                          <p:spTgt spid="682017"/>
                                        </p:tgtEl>
                                        <p:attrNameLst>
                                          <p:attrName>ppt_y</p:attrName>
                                        </p:attrNameLst>
                                      </p:cBhvr>
                                      <p:tavLst>
                                        <p:tav tm="0">
                                          <p:val>
                                            <p:strVal val="#ppt_y"/>
                                          </p:val>
                                        </p:tav>
                                        <p:tav tm="100000">
                                          <p:val>
                                            <p:strVal val="#ppt_y"/>
                                          </p:val>
                                        </p:tav>
                                      </p:tavLst>
                                    </p:anim>
                                    <p:anim calcmode="lin" valueType="num">
                                      <p:cBhvr>
                                        <p:cTn id="60" dur="500" fill="hold"/>
                                        <p:tgtEl>
                                          <p:spTgt spid="682017"/>
                                        </p:tgtEl>
                                        <p:attrNameLst>
                                          <p:attrName>ppt_w</p:attrName>
                                        </p:attrNameLst>
                                      </p:cBhvr>
                                      <p:tavLst>
                                        <p:tav tm="0">
                                          <p:val>
                                            <p:fltVal val="0"/>
                                          </p:val>
                                        </p:tav>
                                        <p:tav tm="100000">
                                          <p:val>
                                            <p:strVal val="#ppt_w"/>
                                          </p:val>
                                        </p:tav>
                                      </p:tavLst>
                                    </p:anim>
                                    <p:anim calcmode="lin" valueType="num">
                                      <p:cBhvr>
                                        <p:cTn id="61" dur="500" fill="hold"/>
                                        <p:tgtEl>
                                          <p:spTgt spid="682017"/>
                                        </p:tgtEl>
                                        <p:attrNameLst>
                                          <p:attrName>ppt_h</p:attrName>
                                        </p:attrNameLst>
                                      </p:cBhvr>
                                      <p:tavLst>
                                        <p:tav tm="0">
                                          <p:val>
                                            <p:strVal val="#ppt_h"/>
                                          </p:val>
                                        </p:tav>
                                        <p:tav tm="100000">
                                          <p:val>
                                            <p:strVal val="#ppt_h"/>
                                          </p:val>
                                        </p:tav>
                                      </p:tavLst>
                                    </p:anim>
                                  </p:childTnLst>
                                </p:cTn>
                              </p:par>
                            </p:childTnLst>
                          </p:cTn>
                        </p:par>
                        <p:par>
                          <p:cTn id="62" fill="hold" nodeType="afterGroup">
                            <p:stCondLst>
                              <p:cond delay="500"/>
                            </p:stCondLst>
                            <p:childTnLst>
                              <p:par>
                                <p:cTn id="63" presetID="1" presetClass="entr" presetSubtype="0" fill="hold" grpId="0" nodeType="afterEffect">
                                  <p:stCondLst>
                                    <p:cond delay="0"/>
                                  </p:stCondLst>
                                  <p:childTnLst>
                                    <p:set>
                                      <p:cBhvr>
                                        <p:cTn id="64" dur="1" fill="hold">
                                          <p:stCondLst>
                                            <p:cond delay="499"/>
                                          </p:stCondLst>
                                        </p:cTn>
                                        <p:tgtEl>
                                          <p:spTgt spid="682034"/>
                                        </p:tgtEl>
                                        <p:attrNameLst>
                                          <p:attrName>style.visibility</p:attrName>
                                        </p:attrNameLst>
                                      </p:cBhvr>
                                      <p:to>
                                        <p:strVal val="visible"/>
                                      </p:to>
                                    </p:set>
                                  </p:childTnLst>
                                </p:cTn>
                              </p:par>
                            </p:childTnLst>
                          </p:cTn>
                        </p:par>
                      </p:childTnLst>
                    </p:cTn>
                  </p:par>
                  <p:par>
                    <p:cTn id="65" fill="hold" nodeType="clickPar">
                      <p:stCondLst>
                        <p:cond delay="indefinite"/>
                      </p:stCondLst>
                      <p:childTnLst>
                        <p:par>
                          <p:cTn id="66" fill="hold" nodeType="withGroup">
                            <p:stCondLst>
                              <p:cond delay="0"/>
                            </p:stCondLst>
                            <p:childTnLst>
                              <p:par>
                                <p:cTn id="67" presetID="1" presetClass="entr" presetSubtype="0" fill="hold" grpId="0" nodeType="clickEffect">
                                  <p:stCondLst>
                                    <p:cond delay="0"/>
                                  </p:stCondLst>
                                  <p:childTnLst>
                                    <p:set>
                                      <p:cBhvr>
                                        <p:cTn id="68" dur="1" fill="hold">
                                          <p:stCondLst>
                                            <p:cond delay="499"/>
                                          </p:stCondLst>
                                        </p:cTn>
                                        <p:tgtEl>
                                          <p:spTgt spid="682021"/>
                                        </p:tgtEl>
                                        <p:attrNameLst>
                                          <p:attrName>style.visibility</p:attrName>
                                        </p:attrNameLst>
                                      </p:cBhvr>
                                      <p:to>
                                        <p:strVal val="visible"/>
                                      </p:to>
                                    </p:set>
                                  </p:childTnLst>
                                </p:cTn>
                              </p:par>
                            </p:childTnLst>
                          </p:cTn>
                        </p:par>
                        <p:par>
                          <p:cTn id="69" fill="hold" nodeType="afterGroup">
                            <p:stCondLst>
                              <p:cond delay="500"/>
                            </p:stCondLst>
                            <p:childTnLst>
                              <p:par>
                                <p:cTn id="70" presetID="12" presetClass="entr" presetSubtype="8" fill="hold" nodeType="afterEffect">
                                  <p:stCondLst>
                                    <p:cond delay="0"/>
                                  </p:stCondLst>
                                  <p:childTnLst>
                                    <p:set>
                                      <p:cBhvr>
                                        <p:cTn id="71" dur="1" fill="hold">
                                          <p:stCondLst>
                                            <p:cond delay="0"/>
                                          </p:stCondLst>
                                        </p:cTn>
                                        <p:tgtEl>
                                          <p:spTgt spid="4"/>
                                        </p:tgtEl>
                                        <p:attrNameLst>
                                          <p:attrName>style.visibility</p:attrName>
                                        </p:attrNameLst>
                                      </p:cBhvr>
                                      <p:to>
                                        <p:strVal val="visible"/>
                                      </p:to>
                                    </p:set>
                                    <p:animEffect transition="in" filter="slide(fromLeft)">
                                      <p:cBhvr>
                                        <p:cTn id="72" dur="500"/>
                                        <p:tgtEl>
                                          <p:spTgt spid="4"/>
                                        </p:tgtEl>
                                      </p:cBhvr>
                                    </p:animEffect>
                                  </p:childTnLst>
                                </p:cTn>
                              </p:par>
                            </p:childTnLst>
                          </p:cTn>
                        </p:par>
                      </p:childTnLst>
                    </p:cTn>
                  </p:par>
                  <p:par>
                    <p:cTn id="73" fill="hold" nodeType="clickPar">
                      <p:stCondLst>
                        <p:cond delay="indefinite"/>
                      </p:stCondLst>
                      <p:childTnLst>
                        <p:par>
                          <p:cTn id="74" fill="hold" nodeType="withGroup">
                            <p:stCondLst>
                              <p:cond delay="0"/>
                            </p:stCondLst>
                            <p:childTnLst>
                              <p:par>
                                <p:cTn id="75" presetID="1" presetClass="entr" presetSubtype="0" fill="hold" grpId="0" nodeType="clickEffect">
                                  <p:stCondLst>
                                    <p:cond delay="0"/>
                                  </p:stCondLst>
                                  <p:childTnLst>
                                    <p:set>
                                      <p:cBhvr>
                                        <p:cTn id="76" dur="1" fill="hold">
                                          <p:stCondLst>
                                            <p:cond delay="499"/>
                                          </p:stCondLst>
                                        </p:cTn>
                                        <p:tgtEl>
                                          <p:spTgt spid="682055"/>
                                        </p:tgtEl>
                                        <p:attrNameLst>
                                          <p:attrName>style.visibility</p:attrName>
                                        </p:attrNameLst>
                                      </p:cBhvr>
                                      <p:to>
                                        <p:strVal val="visible"/>
                                      </p:to>
                                    </p:set>
                                  </p:childTnLst>
                                </p:cTn>
                              </p:par>
                            </p:childTnLst>
                          </p:cTn>
                        </p:par>
                        <p:par>
                          <p:cTn id="77" fill="hold" nodeType="afterGroup">
                            <p:stCondLst>
                              <p:cond delay="500"/>
                            </p:stCondLst>
                            <p:childTnLst>
                              <p:par>
                                <p:cTn id="78" presetID="12" presetClass="entr" presetSubtype="8" fill="hold" nodeType="after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slide(fromLeft)">
                                      <p:cBhvr>
                                        <p:cTn id="80" dur="500"/>
                                        <p:tgtEl>
                                          <p:spTgt spid="5"/>
                                        </p:tgtEl>
                                      </p:cBhvr>
                                    </p:animEffect>
                                  </p:childTnLst>
                                </p:cTn>
                              </p:par>
                            </p:childTnLst>
                          </p:cTn>
                        </p:par>
                      </p:childTnLst>
                    </p:cTn>
                  </p:par>
                  <p:par>
                    <p:cTn id="81" fill="hold" nodeType="clickPar">
                      <p:stCondLst>
                        <p:cond delay="indefinite"/>
                      </p:stCondLst>
                      <p:childTnLst>
                        <p:par>
                          <p:cTn id="82" fill="hold" nodeType="withGroup">
                            <p:stCondLst>
                              <p:cond delay="0"/>
                            </p:stCondLst>
                            <p:childTnLst>
                              <p:par>
                                <p:cTn id="83" presetID="1" presetClass="entr" presetSubtype="0" fill="hold" grpId="0" nodeType="clickEffect">
                                  <p:stCondLst>
                                    <p:cond delay="0"/>
                                  </p:stCondLst>
                                  <p:childTnLst>
                                    <p:set>
                                      <p:cBhvr>
                                        <p:cTn id="84" dur="1" fill="hold">
                                          <p:stCondLst>
                                            <p:cond delay="499"/>
                                          </p:stCondLst>
                                        </p:cTn>
                                        <p:tgtEl>
                                          <p:spTgt spid="682028"/>
                                        </p:tgtEl>
                                        <p:attrNameLst>
                                          <p:attrName>style.visibility</p:attrName>
                                        </p:attrNameLst>
                                      </p:cBhvr>
                                      <p:to>
                                        <p:strVal val="visible"/>
                                      </p:to>
                                    </p:set>
                                  </p:childTnLst>
                                </p:cTn>
                              </p:par>
                            </p:childTnLst>
                          </p:cTn>
                        </p:par>
                        <p:par>
                          <p:cTn id="85" fill="hold" nodeType="afterGroup">
                            <p:stCondLst>
                              <p:cond delay="500"/>
                            </p:stCondLst>
                            <p:childTnLst>
                              <p:par>
                                <p:cTn id="86" presetID="2" presetClass="entr" presetSubtype="1" fill="hold" grpId="0" nodeType="afterEffect">
                                  <p:stCondLst>
                                    <p:cond delay="0"/>
                                  </p:stCondLst>
                                  <p:childTnLst>
                                    <p:set>
                                      <p:cBhvr>
                                        <p:cTn id="87" dur="1" fill="hold">
                                          <p:stCondLst>
                                            <p:cond delay="0"/>
                                          </p:stCondLst>
                                        </p:cTn>
                                        <p:tgtEl>
                                          <p:spTgt spid="682026"/>
                                        </p:tgtEl>
                                        <p:attrNameLst>
                                          <p:attrName>style.visibility</p:attrName>
                                        </p:attrNameLst>
                                      </p:cBhvr>
                                      <p:to>
                                        <p:strVal val="visible"/>
                                      </p:to>
                                    </p:set>
                                    <p:anim calcmode="lin" valueType="num">
                                      <p:cBhvr additive="base">
                                        <p:cTn id="88" dur="500" fill="hold"/>
                                        <p:tgtEl>
                                          <p:spTgt spid="682026"/>
                                        </p:tgtEl>
                                        <p:attrNameLst>
                                          <p:attrName>ppt_x</p:attrName>
                                        </p:attrNameLst>
                                      </p:cBhvr>
                                      <p:tavLst>
                                        <p:tav tm="0">
                                          <p:val>
                                            <p:strVal val="#ppt_x"/>
                                          </p:val>
                                        </p:tav>
                                        <p:tav tm="100000">
                                          <p:val>
                                            <p:strVal val="#ppt_x"/>
                                          </p:val>
                                        </p:tav>
                                      </p:tavLst>
                                    </p:anim>
                                    <p:anim calcmode="lin" valueType="num">
                                      <p:cBhvr additive="base">
                                        <p:cTn id="89" dur="500" fill="hold"/>
                                        <p:tgtEl>
                                          <p:spTgt spid="682026"/>
                                        </p:tgtEl>
                                        <p:attrNameLst>
                                          <p:attrName>ppt_y</p:attrName>
                                        </p:attrNameLst>
                                      </p:cBhvr>
                                      <p:tavLst>
                                        <p:tav tm="0">
                                          <p:val>
                                            <p:strVal val="0-#ppt_h/2"/>
                                          </p:val>
                                        </p:tav>
                                        <p:tav tm="100000">
                                          <p:val>
                                            <p:strVal val="#ppt_y"/>
                                          </p:val>
                                        </p:tav>
                                      </p:tavLst>
                                    </p:anim>
                                  </p:childTnLst>
                                </p:cTn>
                              </p:par>
                            </p:childTnLst>
                          </p:cTn>
                        </p:par>
                        <p:par>
                          <p:cTn id="90" fill="hold" nodeType="afterGroup">
                            <p:stCondLst>
                              <p:cond delay="1000"/>
                            </p:stCondLst>
                            <p:childTnLst>
                              <p:par>
                                <p:cTn id="91" presetID="2" presetClass="entr" presetSubtype="1" fill="hold" grpId="0" nodeType="afterEffect">
                                  <p:stCondLst>
                                    <p:cond delay="0"/>
                                  </p:stCondLst>
                                  <p:childTnLst>
                                    <p:set>
                                      <p:cBhvr>
                                        <p:cTn id="92" dur="1" fill="hold">
                                          <p:stCondLst>
                                            <p:cond delay="0"/>
                                          </p:stCondLst>
                                        </p:cTn>
                                        <p:tgtEl>
                                          <p:spTgt spid="682027"/>
                                        </p:tgtEl>
                                        <p:attrNameLst>
                                          <p:attrName>style.visibility</p:attrName>
                                        </p:attrNameLst>
                                      </p:cBhvr>
                                      <p:to>
                                        <p:strVal val="visible"/>
                                      </p:to>
                                    </p:set>
                                    <p:anim calcmode="lin" valueType="num">
                                      <p:cBhvr additive="base">
                                        <p:cTn id="93" dur="500" fill="hold"/>
                                        <p:tgtEl>
                                          <p:spTgt spid="682027"/>
                                        </p:tgtEl>
                                        <p:attrNameLst>
                                          <p:attrName>ppt_x</p:attrName>
                                        </p:attrNameLst>
                                      </p:cBhvr>
                                      <p:tavLst>
                                        <p:tav tm="0">
                                          <p:val>
                                            <p:strVal val="#ppt_x"/>
                                          </p:val>
                                        </p:tav>
                                        <p:tav tm="100000">
                                          <p:val>
                                            <p:strVal val="#ppt_x"/>
                                          </p:val>
                                        </p:tav>
                                      </p:tavLst>
                                    </p:anim>
                                    <p:anim calcmode="lin" valueType="num">
                                      <p:cBhvr additive="base">
                                        <p:cTn id="94" dur="500" fill="hold"/>
                                        <p:tgtEl>
                                          <p:spTgt spid="682027"/>
                                        </p:tgtEl>
                                        <p:attrNameLst>
                                          <p:attrName>ppt_y</p:attrName>
                                        </p:attrNameLst>
                                      </p:cBhvr>
                                      <p:tavLst>
                                        <p:tav tm="0">
                                          <p:val>
                                            <p:strVal val="0-#ppt_h/2"/>
                                          </p:val>
                                        </p:tav>
                                        <p:tav tm="100000">
                                          <p:val>
                                            <p:strVal val="#ppt_y"/>
                                          </p:val>
                                        </p:tav>
                                      </p:tavLst>
                                    </p:anim>
                                  </p:childTnLst>
                                </p:cTn>
                              </p:par>
                            </p:childTnLst>
                          </p:cTn>
                        </p:par>
                      </p:childTnLst>
                    </p:cTn>
                  </p:par>
                  <p:par>
                    <p:cTn id="95" fill="hold" nodeType="clickPar">
                      <p:stCondLst>
                        <p:cond delay="indefinite"/>
                      </p:stCondLst>
                      <p:childTnLst>
                        <p:par>
                          <p:cTn id="96" fill="hold" nodeType="withGroup">
                            <p:stCondLst>
                              <p:cond delay="0"/>
                            </p:stCondLst>
                            <p:childTnLst>
                              <p:par>
                                <p:cTn id="97" presetID="17" presetClass="entr" presetSubtype="8" fill="hold" nodeType="clickEffect">
                                  <p:stCondLst>
                                    <p:cond delay="0"/>
                                  </p:stCondLst>
                                  <p:childTnLst>
                                    <p:set>
                                      <p:cBhvr>
                                        <p:cTn id="98" dur="1" fill="hold">
                                          <p:stCondLst>
                                            <p:cond delay="0"/>
                                          </p:stCondLst>
                                        </p:cTn>
                                        <p:tgtEl>
                                          <p:spTgt spid="682029"/>
                                        </p:tgtEl>
                                        <p:attrNameLst>
                                          <p:attrName>style.visibility</p:attrName>
                                        </p:attrNameLst>
                                      </p:cBhvr>
                                      <p:to>
                                        <p:strVal val="visible"/>
                                      </p:to>
                                    </p:set>
                                    <p:anim calcmode="lin" valueType="num">
                                      <p:cBhvr>
                                        <p:cTn id="99" dur="500" fill="hold"/>
                                        <p:tgtEl>
                                          <p:spTgt spid="682029"/>
                                        </p:tgtEl>
                                        <p:attrNameLst>
                                          <p:attrName>ppt_x</p:attrName>
                                        </p:attrNameLst>
                                      </p:cBhvr>
                                      <p:tavLst>
                                        <p:tav tm="0">
                                          <p:val>
                                            <p:strVal val="#ppt_x-#ppt_w/2"/>
                                          </p:val>
                                        </p:tav>
                                        <p:tav tm="100000">
                                          <p:val>
                                            <p:strVal val="#ppt_x"/>
                                          </p:val>
                                        </p:tav>
                                      </p:tavLst>
                                    </p:anim>
                                    <p:anim calcmode="lin" valueType="num">
                                      <p:cBhvr>
                                        <p:cTn id="100" dur="500" fill="hold"/>
                                        <p:tgtEl>
                                          <p:spTgt spid="682029"/>
                                        </p:tgtEl>
                                        <p:attrNameLst>
                                          <p:attrName>ppt_y</p:attrName>
                                        </p:attrNameLst>
                                      </p:cBhvr>
                                      <p:tavLst>
                                        <p:tav tm="0">
                                          <p:val>
                                            <p:strVal val="#ppt_y"/>
                                          </p:val>
                                        </p:tav>
                                        <p:tav tm="100000">
                                          <p:val>
                                            <p:strVal val="#ppt_y"/>
                                          </p:val>
                                        </p:tav>
                                      </p:tavLst>
                                    </p:anim>
                                    <p:anim calcmode="lin" valueType="num">
                                      <p:cBhvr>
                                        <p:cTn id="101" dur="500" fill="hold"/>
                                        <p:tgtEl>
                                          <p:spTgt spid="682029"/>
                                        </p:tgtEl>
                                        <p:attrNameLst>
                                          <p:attrName>ppt_w</p:attrName>
                                        </p:attrNameLst>
                                      </p:cBhvr>
                                      <p:tavLst>
                                        <p:tav tm="0">
                                          <p:val>
                                            <p:fltVal val="0"/>
                                          </p:val>
                                        </p:tav>
                                        <p:tav tm="100000">
                                          <p:val>
                                            <p:strVal val="#ppt_w"/>
                                          </p:val>
                                        </p:tav>
                                      </p:tavLst>
                                    </p:anim>
                                    <p:anim calcmode="lin" valueType="num">
                                      <p:cBhvr>
                                        <p:cTn id="102" dur="500" fill="hold"/>
                                        <p:tgtEl>
                                          <p:spTgt spid="682029"/>
                                        </p:tgtEl>
                                        <p:attrNameLst>
                                          <p:attrName>ppt_h</p:attrName>
                                        </p:attrNameLst>
                                      </p:cBhvr>
                                      <p:tavLst>
                                        <p:tav tm="0">
                                          <p:val>
                                            <p:strVal val="#ppt_h"/>
                                          </p:val>
                                        </p:tav>
                                        <p:tav tm="100000">
                                          <p:val>
                                            <p:strVal val="#ppt_h"/>
                                          </p:val>
                                        </p:tav>
                                      </p:tavLst>
                                    </p:anim>
                                  </p:childTnLst>
                                </p:cTn>
                              </p:par>
                            </p:childTnLst>
                          </p:cTn>
                        </p:par>
                        <p:par>
                          <p:cTn id="103" fill="hold" nodeType="afterGroup">
                            <p:stCondLst>
                              <p:cond delay="500"/>
                            </p:stCondLst>
                            <p:childTnLst>
                              <p:par>
                                <p:cTn id="104" presetID="17" presetClass="entr" presetSubtype="1" fill="hold" nodeType="afterEffect">
                                  <p:stCondLst>
                                    <p:cond delay="0"/>
                                  </p:stCondLst>
                                  <p:childTnLst>
                                    <p:set>
                                      <p:cBhvr>
                                        <p:cTn id="105" dur="1" fill="hold">
                                          <p:stCondLst>
                                            <p:cond delay="0"/>
                                          </p:stCondLst>
                                        </p:cTn>
                                        <p:tgtEl>
                                          <p:spTgt spid="682030"/>
                                        </p:tgtEl>
                                        <p:attrNameLst>
                                          <p:attrName>style.visibility</p:attrName>
                                        </p:attrNameLst>
                                      </p:cBhvr>
                                      <p:to>
                                        <p:strVal val="visible"/>
                                      </p:to>
                                    </p:set>
                                    <p:anim calcmode="lin" valueType="num">
                                      <p:cBhvr>
                                        <p:cTn id="106" dur="500" fill="hold"/>
                                        <p:tgtEl>
                                          <p:spTgt spid="682030"/>
                                        </p:tgtEl>
                                        <p:attrNameLst>
                                          <p:attrName>ppt_x</p:attrName>
                                        </p:attrNameLst>
                                      </p:cBhvr>
                                      <p:tavLst>
                                        <p:tav tm="0">
                                          <p:val>
                                            <p:strVal val="#ppt_x"/>
                                          </p:val>
                                        </p:tav>
                                        <p:tav tm="100000">
                                          <p:val>
                                            <p:strVal val="#ppt_x"/>
                                          </p:val>
                                        </p:tav>
                                      </p:tavLst>
                                    </p:anim>
                                    <p:anim calcmode="lin" valueType="num">
                                      <p:cBhvr>
                                        <p:cTn id="107" dur="500" fill="hold"/>
                                        <p:tgtEl>
                                          <p:spTgt spid="682030"/>
                                        </p:tgtEl>
                                        <p:attrNameLst>
                                          <p:attrName>ppt_y</p:attrName>
                                        </p:attrNameLst>
                                      </p:cBhvr>
                                      <p:tavLst>
                                        <p:tav tm="0">
                                          <p:val>
                                            <p:strVal val="#ppt_y-#ppt_h/2"/>
                                          </p:val>
                                        </p:tav>
                                        <p:tav tm="100000">
                                          <p:val>
                                            <p:strVal val="#ppt_y"/>
                                          </p:val>
                                        </p:tav>
                                      </p:tavLst>
                                    </p:anim>
                                    <p:anim calcmode="lin" valueType="num">
                                      <p:cBhvr>
                                        <p:cTn id="108" dur="500" fill="hold"/>
                                        <p:tgtEl>
                                          <p:spTgt spid="682030"/>
                                        </p:tgtEl>
                                        <p:attrNameLst>
                                          <p:attrName>ppt_w</p:attrName>
                                        </p:attrNameLst>
                                      </p:cBhvr>
                                      <p:tavLst>
                                        <p:tav tm="0">
                                          <p:val>
                                            <p:strVal val="#ppt_w"/>
                                          </p:val>
                                        </p:tav>
                                        <p:tav tm="100000">
                                          <p:val>
                                            <p:strVal val="#ppt_w"/>
                                          </p:val>
                                        </p:tav>
                                      </p:tavLst>
                                    </p:anim>
                                    <p:anim calcmode="lin" valueType="num">
                                      <p:cBhvr>
                                        <p:cTn id="109" dur="500" fill="hold"/>
                                        <p:tgtEl>
                                          <p:spTgt spid="682030"/>
                                        </p:tgtEl>
                                        <p:attrNameLst>
                                          <p:attrName>ppt_h</p:attrName>
                                        </p:attrNameLst>
                                      </p:cBhvr>
                                      <p:tavLst>
                                        <p:tav tm="0">
                                          <p:val>
                                            <p:fltVal val="0"/>
                                          </p:val>
                                        </p:tav>
                                        <p:tav tm="100000">
                                          <p:val>
                                            <p:strVal val="#ppt_h"/>
                                          </p:val>
                                        </p:tav>
                                      </p:tavLst>
                                    </p:anim>
                                  </p:childTnLst>
                                </p:cTn>
                              </p:par>
                            </p:childTnLst>
                          </p:cTn>
                        </p:par>
                      </p:childTnLst>
                    </p:cTn>
                  </p:par>
                  <p:par>
                    <p:cTn id="110" fill="hold" nodeType="clickPar">
                      <p:stCondLst>
                        <p:cond delay="indefinite"/>
                      </p:stCondLst>
                      <p:childTnLst>
                        <p:par>
                          <p:cTn id="111" fill="hold" nodeType="withGroup">
                            <p:stCondLst>
                              <p:cond delay="0"/>
                            </p:stCondLst>
                            <p:childTnLst>
                              <p:par>
                                <p:cTn id="112" presetID="1" presetClass="entr" presetSubtype="0" fill="hold" grpId="0" nodeType="clickEffect">
                                  <p:stCondLst>
                                    <p:cond delay="0"/>
                                  </p:stCondLst>
                                  <p:childTnLst>
                                    <p:set>
                                      <p:cBhvr>
                                        <p:cTn id="113" dur="1" fill="hold">
                                          <p:stCondLst>
                                            <p:cond delay="499"/>
                                          </p:stCondLst>
                                        </p:cTn>
                                        <p:tgtEl>
                                          <p:spTgt spid="682033"/>
                                        </p:tgtEl>
                                        <p:attrNameLst>
                                          <p:attrName>style.visibility</p:attrName>
                                        </p:attrNameLst>
                                      </p:cBhvr>
                                      <p:to>
                                        <p:strVal val="visible"/>
                                      </p:to>
                                    </p:set>
                                  </p:childTnLst>
                                </p:cTn>
                              </p:par>
                            </p:childTnLst>
                          </p:cTn>
                        </p:par>
                        <p:par>
                          <p:cTn id="114" fill="hold" nodeType="afterGroup">
                            <p:stCondLst>
                              <p:cond delay="500"/>
                            </p:stCondLst>
                            <p:childTnLst>
                              <p:par>
                                <p:cTn id="115" presetID="17" presetClass="entr" presetSubtype="4" fill="hold" nodeType="afterEffect">
                                  <p:stCondLst>
                                    <p:cond delay="0"/>
                                  </p:stCondLst>
                                  <p:childTnLst>
                                    <p:set>
                                      <p:cBhvr>
                                        <p:cTn id="116" dur="1" fill="hold">
                                          <p:stCondLst>
                                            <p:cond delay="0"/>
                                          </p:stCondLst>
                                        </p:cTn>
                                        <p:tgtEl>
                                          <p:spTgt spid="682031"/>
                                        </p:tgtEl>
                                        <p:attrNameLst>
                                          <p:attrName>style.visibility</p:attrName>
                                        </p:attrNameLst>
                                      </p:cBhvr>
                                      <p:to>
                                        <p:strVal val="visible"/>
                                      </p:to>
                                    </p:set>
                                    <p:anim calcmode="lin" valueType="num">
                                      <p:cBhvr>
                                        <p:cTn id="117" dur="500" fill="hold"/>
                                        <p:tgtEl>
                                          <p:spTgt spid="682031"/>
                                        </p:tgtEl>
                                        <p:attrNameLst>
                                          <p:attrName>ppt_x</p:attrName>
                                        </p:attrNameLst>
                                      </p:cBhvr>
                                      <p:tavLst>
                                        <p:tav tm="0">
                                          <p:val>
                                            <p:strVal val="#ppt_x"/>
                                          </p:val>
                                        </p:tav>
                                        <p:tav tm="100000">
                                          <p:val>
                                            <p:strVal val="#ppt_x"/>
                                          </p:val>
                                        </p:tav>
                                      </p:tavLst>
                                    </p:anim>
                                    <p:anim calcmode="lin" valueType="num">
                                      <p:cBhvr>
                                        <p:cTn id="118" dur="500" fill="hold"/>
                                        <p:tgtEl>
                                          <p:spTgt spid="682031"/>
                                        </p:tgtEl>
                                        <p:attrNameLst>
                                          <p:attrName>ppt_y</p:attrName>
                                        </p:attrNameLst>
                                      </p:cBhvr>
                                      <p:tavLst>
                                        <p:tav tm="0">
                                          <p:val>
                                            <p:strVal val="#ppt_y+#ppt_h/2"/>
                                          </p:val>
                                        </p:tav>
                                        <p:tav tm="100000">
                                          <p:val>
                                            <p:strVal val="#ppt_y"/>
                                          </p:val>
                                        </p:tav>
                                      </p:tavLst>
                                    </p:anim>
                                    <p:anim calcmode="lin" valueType="num">
                                      <p:cBhvr>
                                        <p:cTn id="119" dur="500" fill="hold"/>
                                        <p:tgtEl>
                                          <p:spTgt spid="682031"/>
                                        </p:tgtEl>
                                        <p:attrNameLst>
                                          <p:attrName>ppt_w</p:attrName>
                                        </p:attrNameLst>
                                      </p:cBhvr>
                                      <p:tavLst>
                                        <p:tav tm="0">
                                          <p:val>
                                            <p:strVal val="#ppt_w"/>
                                          </p:val>
                                        </p:tav>
                                        <p:tav tm="100000">
                                          <p:val>
                                            <p:strVal val="#ppt_w"/>
                                          </p:val>
                                        </p:tav>
                                      </p:tavLst>
                                    </p:anim>
                                    <p:anim calcmode="lin" valueType="num">
                                      <p:cBhvr>
                                        <p:cTn id="120" dur="500" fill="hold"/>
                                        <p:tgtEl>
                                          <p:spTgt spid="682031"/>
                                        </p:tgtEl>
                                        <p:attrNameLst>
                                          <p:attrName>ppt_h</p:attrName>
                                        </p:attrNameLst>
                                      </p:cBhvr>
                                      <p:tavLst>
                                        <p:tav tm="0">
                                          <p:val>
                                            <p:fltVal val="0"/>
                                          </p:val>
                                        </p:tav>
                                        <p:tav tm="100000">
                                          <p:val>
                                            <p:strVal val="#ppt_h"/>
                                          </p:val>
                                        </p:tav>
                                      </p:tavLst>
                                    </p:anim>
                                  </p:childTnLst>
                                </p:cTn>
                              </p:par>
                            </p:childTnLst>
                          </p:cTn>
                        </p:par>
                        <p:par>
                          <p:cTn id="121" fill="hold" nodeType="afterGroup">
                            <p:stCondLst>
                              <p:cond delay="1000"/>
                            </p:stCondLst>
                            <p:childTnLst>
                              <p:par>
                                <p:cTn id="122" presetID="17" presetClass="entr" presetSubtype="8" fill="hold" nodeType="afterEffect">
                                  <p:stCondLst>
                                    <p:cond delay="0"/>
                                  </p:stCondLst>
                                  <p:childTnLst>
                                    <p:set>
                                      <p:cBhvr>
                                        <p:cTn id="123" dur="1" fill="hold">
                                          <p:stCondLst>
                                            <p:cond delay="0"/>
                                          </p:stCondLst>
                                        </p:cTn>
                                        <p:tgtEl>
                                          <p:spTgt spid="682032"/>
                                        </p:tgtEl>
                                        <p:attrNameLst>
                                          <p:attrName>style.visibility</p:attrName>
                                        </p:attrNameLst>
                                      </p:cBhvr>
                                      <p:to>
                                        <p:strVal val="visible"/>
                                      </p:to>
                                    </p:set>
                                    <p:anim calcmode="lin" valueType="num">
                                      <p:cBhvr>
                                        <p:cTn id="124" dur="500" fill="hold"/>
                                        <p:tgtEl>
                                          <p:spTgt spid="682032"/>
                                        </p:tgtEl>
                                        <p:attrNameLst>
                                          <p:attrName>ppt_x</p:attrName>
                                        </p:attrNameLst>
                                      </p:cBhvr>
                                      <p:tavLst>
                                        <p:tav tm="0">
                                          <p:val>
                                            <p:strVal val="#ppt_x-#ppt_w/2"/>
                                          </p:val>
                                        </p:tav>
                                        <p:tav tm="100000">
                                          <p:val>
                                            <p:strVal val="#ppt_x"/>
                                          </p:val>
                                        </p:tav>
                                      </p:tavLst>
                                    </p:anim>
                                    <p:anim calcmode="lin" valueType="num">
                                      <p:cBhvr>
                                        <p:cTn id="125" dur="500" fill="hold"/>
                                        <p:tgtEl>
                                          <p:spTgt spid="682032"/>
                                        </p:tgtEl>
                                        <p:attrNameLst>
                                          <p:attrName>ppt_y</p:attrName>
                                        </p:attrNameLst>
                                      </p:cBhvr>
                                      <p:tavLst>
                                        <p:tav tm="0">
                                          <p:val>
                                            <p:strVal val="#ppt_y"/>
                                          </p:val>
                                        </p:tav>
                                        <p:tav tm="100000">
                                          <p:val>
                                            <p:strVal val="#ppt_y"/>
                                          </p:val>
                                        </p:tav>
                                      </p:tavLst>
                                    </p:anim>
                                    <p:anim calcmode="lin" valueType="num">
                                      <p:cBhvr>
                                        <p:cTn id="126" dur="500" fill="hold"/>
                                        <p:tgtEl>
                                          <p:spTgt spid="682032"/>
                                        </p:tgtEl>
                                        <p:attrNameLst>
                                          <p:attrName>ppt_w</p:attrName>
                                        </p:attrNameLst>
                                      </p:cBhvr>
                                      <p:tavLst>
                                        <p:tav tm="0">
                                          <p:val>
                                            <p:fltVal val="0"/>
                                          </p:val>
                                        </p:tav>
                                        <p:tav tm="100000">
                                          <p:val>
                                            <p:strVal val="#ppt_w"/>
                                          </p:val>
                                        </p:tav>
                                      </p:tavLst>
                                    </p:anim>
                                    <p:anim calcmode="lin" valueType="num">
                                      <p:cBhvr>
                                        <p:cTn id="127" dur="500" fill="hold"/>
                                        <p:tgtEl>
                                          <p:spTgt spid="682032"/>
                                        </p:tgtEl>
                                        <p:attrNameLst>
                                          <p:attrName>ppt_h</p:attrName>
                                        </p:attrNameLst>
                                      </p:cBhvr>
                                      <p:tavLst>
                                        <p:tav tm="0">
                                          <p:val>
                                            <p:strVal val="#ppt_h"/>
                                          </p:val>
                                        </p:tav>
                                        <p:tav tm="100000">
                                          <p:val>
                                            <p:strVal val="#ppt_h"/>
                                          </p:val>
                                        </p:tav>
                                      </p:tavLst>
                                    </p:anim>
                                  </p:childTnLst>
                                </p:cTn>
                              </p:par>
                            </p:childTnLst>
                          </p:cTn>
                        </p:par>
                      </p:childTnLst>
                    </p:cTn>
                  </p:par>
                  <p:par>
                    <p:cTn id="128" fill="hold" nodeType="clickPar">
                      <p:stCondLst>
                        <p:cond delay="indefinite"/>
                      </p:stCondLst>
                      <p:childTnLst>
                        <p:par>
                          <p:cTn id="129" fill="hold" nodeType="withGroup">
                            <p:stCondLst>
                              <p:cond delay="0"/>
                            </p:stCondLst>
                            <p:childTnLst>
                              <p:par>
                                <p:cTn id="130" presetID="1" presetClass="entr" presetSubtype="0" fill="hold" grpId="0" nodeType="clickEffect">
                                  <p:stCondLst>
                                    <p:cond delay="0"/>
                                  </p:stCondLst>
                                  <p:childTnLst>
                                    <p:set>
                                      <p:cBhvr>
                                        <p:cTn id="131" dur="1" fill="hold">
                                          <p:stCondLst>
                                            <p:cond delay="499"/>
                                          </p:stCondLst>
                                        </p:cTn>
                                        <p:tgtEl>
                                          <p:spTgt spid="682038"/>
                                        </p:tgtEl>
                                        <p:attrNameLst>
                                          <p:attrName>style.visibility</p:attrName>
                                        </p:attrNameLst>
                                      </p:cBhvr>
                                      <p:to>
                                        <p:strVal val="visible"/>
                                      </p:to>
                                    </p:set>
                                  </p:childTnLst>
                                </p:cTn>
                              </p:par>
                            </p:childTnLst>
                          </p:cTn>
                        </p:par>
                        <p:par>
                          <p:cTn id="132" fill="hold" nodeType="afterGroup">
                            <p:stCondLst>
                              <p:cond delay="500"/>
                            </p:stCondLst>
                            <p:childTnLst>
                              <p:par>
                                <p:cTn id="133" presetID="12" presetClass="entr" presetSubtype="8" fill="hold" nodeType="afterEffect">
                                  <p:stCondLst>
                                    <p:cond delay="0"/>
                                  </p:stCondLst>
                                  <p:childTnLst>
                                    <p:set>
                                      <p:cBhvr>
                                        <p:cTn id="134" dur="1" fill="hold">
                                          <p:stCondLst>
                                            <p:cond delay="0"/>
                                          </p:stCondLst>
                                        </p:cTn>
                                        <p:tgtEl>
                                          <p:spTgt spid="6"/>
                                        </p:tgtEl>
                                        <p:attrNameLst>
                                          <p:attrName>style.visibility</p:attrName>
                                        </p:attrNameLst>
                                      </p:cBhvr>
                                      <p:to>
                                        <p:strVal val="visible"/>
                                      </p:to>
                                    </p:set>
                                    <p:animEffect transition="in" filter="slide(fromLeft)">
                                      <p:cBhvr>
                                        <p:cTn id="135" dur="500"/>
                                        <p:tgtEl>
                                          <p:spTgt spid="6"/>
                                        </p:tgtEl>
                                      </p:cBhvr>
                                    </p:animEffect>
                                  </p:childTnLst>
                                </p:cTn>
                              </p:par>
                            </p:childTnLst>
                          </p:cTn>
                        </p:par>
                      </p:childTnLst>
                    </p:cTn>
                  </p:par>
                  <p:par>
                    <p:cTn id="136" fill="hold" nodeType="clickPar">
                      <p:stCondLst>
                        <p:cond delay="indefinite"/>
                      </p:stCondLst>
                      <p:childTnLst>
                        <p:par>
                          <p:cTn id="137" fill="hold" nodeType="withGroup">
                            <p:stCondLst>
                              <p:cond delay="0"/>
                            </p:stCondLst>
                            <p:childTnLst>
                              <p:par>
                                <p:cTn id="138" presetID="1" presetClass="entr" presetSubtype="0" fill="hold" grpId="0" nodeType="clickEffect">
                                  <p:stCondLst>
                                    <p:cond delay="0"/>
                                  </p:stCondLst>
                                  <p:childTnLst>
                                    <p:set>
                                      <p:cBhvr>
                                        <p:cTn id="139" dur="1" fill="hold">
                                          <p:stCondLst>
                                            <p:cond delay="499"/>
                                          </p:stCondLst>
                                        </p:cTn>
                                        <p:tgtEl>
                                          <p:spTgt spid="682042"/>
                                        </p:tgtEl>
                                        <p:attrNameLst>
                                          <p:attrName>style.visibility</p:attrName>
                                        </p:attrNameLst>
                                      </p:cBhvr>
                                      <p:to>
                                        <p:strVal val="visible"/>
                                      </p:to>
                                    </p:set>
                                  </p:childTnLst>
                                </p:cTn>
                              </p:par>
                            </p:childTnLst>
                          </p:cTn>
                        </p:par>
                        <p:par>
                          <p:cTn id="140" fill="hold" nodeType="afterGroup">
                            <p:stCondLst>
                              <p:cond delay="500"/>
                            </p:stCondLst>
                            <p:childTnLst>
                              <p:par>
                                <p:cTn id="141" presetID="12" presetClass="entr" presetSubtype="8" fill="hold" nodeType="afterEffect">
                                  <p:stCondLst>
                                    <p:cond delay="0"/>
                                  </p:stCondLst>
                                  <p:childTnLst>
                                    <p:set>
                                      <p:cBhvr>
                                        <p:cTn id="142" dur="1" fill="hold">
                                          <p:stCondLst>
                                            <p:cond delay="0"/>
                                          </p:stCondLst>
                                        </p:cTn>
                                        <p:tgtEl>
                                          <p:spTgt spid="7"/>
                                        </p:tgtEl>
                                        <p:attrNameLst>
                                          <p:attrName>style.visibility</p:attrName>
                                        </p:attrNameLst>
                                      </p:cBhvr>
                                      <p:to>
                                        <p:strVal val="visible"/>
                                      </p:to>
                                    </p:set>
                                    <p:animEffect transition="in" filter="slide(fromLeft)">
                                      <p:cBhvr>
                                        <p:cTn id="143" dur="500"/>
                                        <p:tgtEl>
                                          <p:spTgt spid="7"/>
                                        </p:tgtEl>
                                      </p:cBhvr>
                                    </p:animEffect>
                                  </p:childTnLst>
                                </p:cTn>
                              </p:par>
                            </p:childTnLst>
                          </p:cTn>
                        </p:par>
                      </p:childTnLst>
                    </p:cTn>
                  </p:par>
                  <p:par>
                    <p:cTn id="144" fill="hold" nodeType="clickPar">
                      <p:stCondLst>
                        <p:cond delay="indefinite"/>
                      </p:stCondLst>
                      <p:childTnLst>
                        <p:par>
                          <p:cTn id="145" fill="hold" nodeType="withGroup">
                            <p:stCondLst>
                              <p:cond delay="0"/>
                            </p:stCondLst>
                            <p:childTnLst>
                              <p:par>
                                <p:cTn id="146" presetID="1" presetClass="entr" presetSubtype="0" fill="hold" grpId="0" nodeType="clickEffect">
                                  <p:stCondLst>
                                    <p:cond delay="0"/>
                                  </p:stCondLst>
                                  <p:childTnLst>
                                    <p:set>
                                      <p:cBhvr>
                                        <p:cTn id="147" dur="1" fill="hold">
                                          <p:stCondLst>
                                            <p:cond delay="499"/>
                                          </p:stCondLst>
                                        </p:cTn>
                                        <p:tgtEl>
                                          <p:spTgt spid="682053"/>
                                        </p:tgtEl>
                                        <p:attrNameLst>
                                          <p:attrName>style.visibility</p:attrName>
                                        </p:attrNameLst>
                                      </p:cBhvr>
                                      <p:to>
                                        <p:strVal val="visible"/>
                                      </p:to>
                                    </p:set>
                                  </p:childTnLst>
                                </p:cTn>
                              </p:par>
                            </p:childTnLst>
                          </p:cTn>
                        </p:par>
                        <p:par>
                          <p:cTn id="148" fill="hold" nodeType="afterGroup">
                            <p:stCondLst>
                              <p:cond delay="500"/>
                            </p:stCondLst>
                            <p:childTnLst>
                              <p:par>
                                <p:cTn id="149" presetID="2" presetClass="entr" presetSubtype="2" fill="hold" grpId="0" nodeType="afterEffect">
                                  <p:stCondLst>
                                    <p:cond delay="0"/>
                                  </p:stCondLst>
                                  <p:childTnLst>
                                    <p:set>
                                      <p:cBhvr>
                                        <p:cTn id="150" dur="1" fill="hold">
                                          <p:stCondLst>
                                            <p:cond delay="0"/>
                                          </p:stCondLst>
                                        </p:cTn>
                                        <p:tgtEl>
                                          <p:spTgt spid="682043"/>
                                        </p:tgtEl>
                                        <p:attrNameLst>
                                          <p:attrName>style.visibility</p:attrName>
                                        </p:attrNameLst>
                                      </p:cBhvr>
                                      <p:to>
                                        <p:strVal val="visible"/>
                                      </p:to>
                                    </p:set>
                                    <p:anim calcmode="lin" valueType="num">
                                      <p:cBhvr additive="base">
                                        <p:cTn id="151" dur="500" fill="hold"/>
                                        <p:tgtEl>
                                          <p:spTgt spid="682043"/>
                                        </p:tgtEl>
                                        <p:attrNameLst>
                                          <p:attrName>ppt_x</p:attrName>
                                        </p:attrNameLst>
                                      </p:cBhvr>
                                      <p:tavLst>
                                        <p:tav tm="0">
                                          <p:val>
                                            <p:strVal val="1+#ppt_w/2"/>
                                          </p:val>
                                        </p:tav>
                                        <p:tav tm="100000">
                                          <p:val>
                                            <p:strVal val="#ppt_x"/>
                                          </p:val>
                                        </p:tav>
                                      </p:tavLst>
                                    </p:anim>
                                    <p:anim calcmode="lin" valueType="num">
                                      <p:cBhvr additive="base">
                                        <p:cTn id="152" dur="500" fill="hold"/>
                                        <p:tgtEl>
                                          <p:spTgt spid="682043"/>
                                        </p:tgtEl>
                                        <p:attrNameLst>
                                          <p:attrName>ppt_y</p:attrName>
                                        </p:attrNameLst>
                                      </p:cBhvr>
                                      <p:tavLst>
                                        <p:tav tm="0">
                                          <p:val>
                                            <p:strVal val="#ppt_y"/>
                                          </p:val>
                                        </p:tav>
                                        <p:tav tm="100000">
                                          <p:val>
                                            <p:strVal val="#ppt_y"/>
                                          </p:val>
                                        </p:tav>
                                      </p:tavLst>
                                    </p:anim>
                                  </p:childTnLst>
                                </p:cTn>
                              </p:par>
                            </p:childTnLst>
                          </p:cTn>
                        </p:par>
                        <p:par>
                          <p:cTn id="153" fill="hold" nodeType="afterGroup">
                            <p:stCondLst>
                              <p:cond delay="1000"/>
                            </p:stCondLst>
                            <p:childTnLst>
                              <p:par>
                                <p:cTn id="154" presetID="2" presetClass="entr" presetSubtype="2" fill="hold" grpId="0" nodeType="afterEffect">
                                  <p:stCondLst>
                                    <p:cond delay="0"/>
                                  </p:stCondLst>
                                  <p:childTnLst>
                                    <p:set>
                                      <p:cBhvr>
                                        <p:cTn id="155" dur="1" fill="hold">
                                          <p:stCondLst>
                                            <p:cond delay="0"/>
                                          </p:stCondLst>
                                        </p:cTn>
                                        <p:tgtEl>
                                          <p:spTgt spid="682044"/>
                                        </p:tgtEl>
                                        <p:attrNameLst>
                                          <p:attrName>style.visibility</p:attrName>
                                        </p:attrNameLst>
                                      </p:cBhvr>
                                      <p:to>
                                        <p:strVal val="visible"/>
                                      </p:to>
                                    </p:set>
                                    <p:anim calcmode="lin" valueType="num">
                                      <p:cBhvr additive="base">
                                        <p:cTn id="156" dur="500" fill="hold"/>
                                        <p:tgtEl>
                                          <p:spTgt spid="682044"/>
                                        </p:tgtEl>
                                        <p:attrNameLst>
                                          <p:attrName>ppt_x</p:attrName>
                                        </p:attrNameLst>
                                      </p:cBhvr>
                                      <p:tavLst>
                                        <p:tav tm="0">
                                          <p:val>
                                            <p:strVal val="1+#ppt_w/2"/>
                                          </p:val>
                                        </p:tav>
                                        <p:tav tm="100000">
                                          <p:val>
                                            <p:strVal val="#ppt_x"/>
                                          </p:val>
                                        </p:tav>
                                      </p:tavLst>
                                    </p:anim>
                                    <p:anim calcmode="lin" valueType="num">
                                      <p:cBhvr additive="base">
                                        <p:cTn id="157" dur="500" fill="hold"/>
                                        <p:tgtEl>
                                          <p:spTgt spid="682044"/>
                                        </p:tgtEl>
                                        <p:attrNameLst>
                                          <p:attrName>ppt_y</p:attrName>
                                        </p:attrNameLst>
                                      </p:cBhvr>
                                      <p:tavLst>
                                        <p:tav tm="0">
                                          <p:val>
                                            <p:strVal val="#ppt_y"/>
                                          </p:val>
                                        </p:tav>
                                        <p:tav tm="100000">
                                          <p:val>
                                            <p:strVal val="#ppt_y"/>
                                          </p:val>
                                        </p:tav>
                                      </p:tavLst>
                                    </p:anim>
                                  </p:childTnLst>
                                </p:cTn>
                              </p:par>
                            </p:childTnLst>
                          </p:cTn>
                        </p:par>
                      </p:childTnLst>
                    </p:cTn>
                  </p:par>
                  <p:par>
                    <p:cTn id="158" fill="hold" nodeType="clickPar">
                      <p:stCondLst>
                        <p:cond delay="indefinite"/>
                      </p:stCondLst>
                      <p:childTnLst>
                        <p:par>
                          <p:cTn id="159" fill="hold" nodeType="withGroup">
                            <p:stCondLst>
                              <p:cond delay="0"/>
                            </p:stCondLst>
                            <p:childTnLst>
                              <p:par>
                                <p:cTn id="160" presetID="17" presetClass="entr" presetSubtype="8" fill="hold" nodeType="clickEffect">
                                  <p:stCondLst>
                                    <p:cond delay="0"/>
                                  </p:stCondLst>
                                  <p:childTnLst>
                                    <p:set>
                                      <p:cBhvr>
                                        <p:cTn id="161" dur="1" fill="hold">
                                          <p:stCondLst>
                                            <p:cond delay="0"/>
                                          </p:stCondLst>
                                        </p:cTn>
                                        <p:tgtEl>
                                          <p:spTgt spid="682045"/>
                                        </p:tgtEl>
                                        <p:attrNameLst>
                                          <p:attrName>style.visibility</p:attrName>
                                        </p:attrNameLst>
                                      </p:cBhvr>
                                      <p:to>
                                        <p:strVal val="visible"/>
                                      </p:to>
                                    </p:set>
                                    <p:anim calcmode="lin" valueType="num">
                                      <p:cBhvr>
                                        <p:cTn id="162" dur="500" fill="hold"/>
                                        <p:tgtEl>
                                          <p:spTgt spid="682045"/>
                                        </p:tgtEl>
                                        <p:attrNameLst>
                                          <p:attrName>ppt_x</p:attrName>
                                        </p:attrNameLst>
                                      </p:cBhvr>
                                      <p:tavLst>
                                        <p:tav tm="0">
                                          <p:val>
                                            <p:strVal val="#ppt_x-#ppt_w/2"/>
                                          </p:val>
                                        </p:tav>
                                        <p:tav tm="100000">
                                          <p:val>
                                            <p:strVal val="#ppt_x"/>
                                          </p:val>
                                        </p:tav>
                                      </p:tavLst>
                                    </p:anim>
                                    <p:anim calcmode="lin" valueType="num">
                                      <p:cBhvr>
                                        <p:cTn id="163" dur="500" fill="hold"/>
                                        <p:tgtEl>
                                          <p:spTgt spid="682045"/>
                                        </p:tgtEl>
                                        <p:attrNameLst>
                                          <p:attrName>ppt_y</p:attrName>
                                        </p:attrNameLst>
                                      </p:cBhvr>
                                      <p:tavLst>
                                        <p:tav tm="0">
                                          <p:val>
                                            <p:strVal val="#ppt_y"/>
                                          </p:val>
                                        </p:tav>
                                        <p:tav tm="100000">
                                          <p:val>
                                            <p:strVal val="#ppt_y"/>
                                          </p:val>
                                        </p:tav>
                                      </p:tavLst>
                                    </p:anim>
                                    <p:anim calcmode="lin" valueType="num">
                                      <p:cBhvr>
                                        <p:cTn id="164" dur="500" fill="hold"/>
                                        <p:tgtEl>
                                          <p:spTgt spid="682045"/>
                                        </p:tgtEl>
                                        <p:attrNameLst>
                                          <p:attrName>ppt_w</p:attrName>
                                        </p:attrNameLst>
                                      </p:cBhvr>
                                      <p:tavLst>
                                        <p:tav tm="0">
                                          <p:val>
                                            <p:fltVal val="0"/>
                                          </p:val>
                                        </p:tav>
                                        <p:tav tm="100000">
                                          <p:val>
                                            <p:strVal val="#ppt_w"/>
                                          </p:val>
                                        </p:tav>
                                      </p:tavLst>
                                    </p:anim>
                                    <p:anim calcmode="lin" valueType="num">
                                      <p:cBhvr>
                                        <p:cTn id="165" dur="500" fill="hold"/>
                                        <p:tgtEl>
                                          <p:spTgt spid="682045"/>
                                        </p:tgtEl>
                                        <p:attrNameLst>
                                          <p:attrName>ppt_h</p:attrName>
                                        </p:attrNameLst>
                                      </p:cBhvr>
                                      <p:tavLst>
                                        <p:tav tm="0">
                                          <p:val>
                                            <p:strVal val="#ppt_h"/>
                                          </p:val>
                                        </p:tav>
                                        <p:tav tm="100000">
                                          <p:val>
                                            <p:strVal val="#ppt_h"/>
                                          </p:val>
                                        </p:tav>
                                      </p:tavLst>
                                    </p:anim>
                                  </p:childTnLst>
                                </p:cTn>
                              </p:par>
                            </p:childTnLst>
                          </p:cTn>
                        </p:par>
                        <p:par>
                          <p:cTn id="166" fill="hold" nodeType="afterGroup">
                            <p:stCondLst>
                              <p:cond delay="500"/>
                            </p:stCondLst>
                            <p:childTnLst>
                              <p:par>
                                <p:cTn id="167" presetID="17" presetClass="entr" presetSubtype="1" fill="hold" nodeType="afterEffect">
                                  <p:stCondLst>
                                    <p:cond delay="0"/>
                                  </p:stCondLst>
                                  <p:childTnLst>
                                    <p:set>
                                      <p:cBhvr>
                                        <p:cTn id="168" dur="1" fill="hold">
                                          <p:stCondLst>
                                            <p:cond delay="0"/>
                                          </p:stCondLst>
                                        </p:cTn>
                                        <p:tgtEl>
                                          <p:spTgt spid="682046"/>
                                        </p:tgtEl>
                                        <p:attrNameLst>
                                          <p:attrName>style.visibility</p:attrName>
                                        </p:attrNameLst>
                                      </p:cBhvr>
                                      <p:to>
                                        <p:strVal val="visible"/>
                                      </p:to>
                                    </p:set>
                                    <p:anim calcmode="lin" valueType="num">
                                      <p:cBhvr>
                                        <p:cTn id="169" dur="500" fill="hold"/>
                                        <p:tgtEl>
                                          <p:spTgt spid="682046"/>
                                        </p:tgtEl>
                                        <p:attrNameLst>
                                          <p:attrName>ppt_x</p:attrName>
                                        </p:attrNameLst>
                                      </p:cBhvr>
                                      <p:tavLst>
                                        <p:tav tm="0">
                                          <p:val>
                                            <p:strVal val="#ppt_x"/>
                                          </p:val>
                                        </p:tav>
                                        <p:tav tm="100000">
                                          <p:val>
                                            <p:strVal val="#ppt_x"/>
                                          </p:val>
                                        </p:tav>
                                      </p:tavLst>
                                    </p:anim>
                                    <p:anim calcmode="lin" valueType="num">
                                      <p:cBhvr>
                                        <p:cTn id="170" dur="500" fill="hold"/>
                                        <p:tgtEl>
                                          <p:spTgt spid="682046"/>
                                        </p:tgtEl>
                                        <p:attrNameLst>
                                          <p:attrName>ppt_y</p:attrName>
                                        </p:attrNameLst>
                                      </p:cBhvr>
                                      <p:tavLst>
                                        <p:tav tm="0">
                                          <p:val>
                                            <p:strVal val="#ppt_y-#ppt_h/2"/>
                                          </p:val>
                                        </p:tav>
                                        <p:tav tm="100000">
                                          <p:val>
                                            <p:strVal val="#ppt_y"/>
                                          </p:val>
                                        </p:tav>
                                      </p:tavLst>
                                    </p:anim>
                                    <p:anim calcmode="lin" valueType="num">
                                      <p:cBhvr>
                                        <p:cTn id="171" dur="500" fill="hold"/>
                                        <p:tgtEl>
                                          <p:spTgt spid="682046"/>
                                        </p:tgtEl>
                                        <p:attrNameLst>
                                          <p:attrName>ppt_w</p:attrName>
                                        </p:attrNameLst>
                                      </p:cBhvr>
                                      <p:tavLst>
                                        <p:tav tm="0">
                                          <p:val>
                                            <p:strVal val="#ppt_w"/>
                                          </p:val>
                                        </p:tav>
                                        <p:tav tm="100000">
                                          <p:val>
                                            <p:strVal val="#ppt_w"/>
                                          </p:val>
                                        </p:tav>
                                      </p:tavLst>
                                    </p:anim>
                                    <p:anim calcmode="lin" valueType="num">
                                      <p:cBhvr>
                                        <p:cTn id="172" dur="500" fill="hold"/>
                                        <p:tgtEl>
                                          <p:spTgt spid="682046"/>
                                        </p:tgtEl>
                                        <p:attrNameLst>
                                          <p:attrName>ppt_h</p:attrName>
                                        </p:attrNameLst>
                                      </p:cBhvr>
                                      <p:tavLst>
                                        <p:tav tm="0">
                                          <p:val>
                                            <p:fltVal val="0"/>
                                          </p:val>
                                        </p:tav>
                                        <p:tav tm="100000">
                                          <p:val>
                                            <p:strVal val="#ppt_h"/>
                                          </p:val>
                                        </p:tav>
                                      </p:tavLst>
                                    </p:anim>
                                  </p:childTnLst>
                                </p:cTn>
                              </p:par>
                            </p:childTnLst>
                          </p:cTn>
                        </p:par>
                      </p:childTnLst>
                    </p:cTn>
                  </p:par>
                  <p:par>
                    <p:cTn id="173" fill="hold" nodeType="clickPar">
                      <p:stCondLst>
                        <p:cond delay="indefinite"/>
                      </p:stCondLst>
                      <p:childTnLst>
                        <p:par>
                          <p:cTn id="174" fill="hold" nodeType="withGroup">
                            <p:stCondLst>
                              <p:cond delay="0"/>
                            </p:stCondLst>
                            <p:childTnLst>
                              <p:par>
                                <p:cTn id="175" presetID="17" presetClass="entr" presetSubtype="4" fill="hold" nodeType="clickEffect">
                                  <p:stCondLst>
                                    <p:cond delay="0"/>
                                  </p:stCondLst>
                                  <p:childTnLst>
                                    <p:set>
                                      <p:cBhvr>
                                        <p:cTn id="176" dur="1" fill="hold">
                                          <p:stCondLst>
                                            <p:cond delay="0"/>
                                          </p:stCondLst>
                                        </p:cTn>
                                        <p:tgtEl>
                                          <p:spTgt spid="682047"/>
                                        </p:tgtEl>
                                        <p:attrNameLst>
                                          <p:attrName>style.visibility</p:attrName>
                                        </p:attrNameLst>
                                      </p:cBhvr>
                                      <p:to>
                                        <p:strVal val="visible"/>
                                      </p:to>
                                    </p:set>
                                    <p:anim calcmode="lin" valueType="num">
                                      <p:cBhvr>
                                        <p:cTn id="177" dur="500" fill="hold"/>
                                        <p:tgtEl>
                                          <p:spTgt spid="682047"/>
                                        </p:tgtEl>
                                        <p:attrNameLst>
                                          <p:attrName>ppt_x</p:attrName>
                                        </p:attrNameLst>
                                      </p:cBhvr>
                                      <p:tavLst>
                                        <p:tav tm="0">
                                          <p:val>
                                            <p:strVal val="#ppt_x"/>
                                          </p:val>
                                        </p:tav>
                                        <p:tav tm="100000">
                                          <p:val>
                                            <p:strVal val="#ppt_x"/>
                                          </p:val>
                                        </p:tav>
                                      </p:tavLst>
                                    </p:anim>
                                    <p:anim calcmode="lin" valueType="num">
                                      <p:cBhvr>
                                        <p:cTn id="178" dur="500" fill="hold"/>
                                        <p:tgtEl>
                                          <p:spTgt spid="682047"/>
                                        </p:tgtEl>
                                        <p:attrNameLst>
                                          <p:attrName>ppt_y</p:attrName>
                                        </p:attrNameLst>
                                      </p:cBhvr>
                                      <p:tavLst>
                                        <p:tav tm="0">
                                          <p:val>
                                            <p:strVal val="#ppt_y+#ppt_h/2"/>
                                          </p:val>
                                        </p:tav>
                                        <p:tav tm="100000">
                                          <p:val>
                                            <p:strVal val="#ppt_y"/>
                                          </p:val>
                                        </p:tav>
                                      </p:tavLst>
                                    </p:anim>
                                    <p:anim calcmode="lin" valueType="num">
                                      <p:cBhvr>
                                        <p:cTn id="179" dur="500" fill="hold"/>
                                        <p:tgtEl>
                                          <p:spTgt spid="682047"/>
                                        </p:tgtEl>
                                        <p:attrNameLst>
                                          <p:attrName>ppt_w</p:attrName>
                                        </p:attrNameLst>
                                      </p:cBhvr>
                                      <p:tavLst>
                                        <p:tav tm="0">
                                          <p:val>
                                            <p:strVal val="#ppt_w"/>
                                          </p:val>
                                        </p:tav>
                                        <p:tav tm="100000">
                                          <p:val>
                                            <p:strVal val="#ppt_w"/>
                                          </p:val>
                                        </p:tav>
                                      </p:tavLst>
                                    </p:anim>
                                    <p:anim calcmode="lin" valueType="num">
                                      <p:cBhvr>
                                        <p:cTn id="180" dur="500" fill="hold"/>
                                        <p:tgtEl>
                                          <p:spTgt spid="682047"/>
                                        </p:tgtEl>
                                        <p:attrNameLst>
                                          <p:attrName>ppt_h</p:attrName>
                                        </p:attrNameLst>
                                      </p:cBhvr>
                                      <p:tavLst>
                                        <p:tav tm="0">
                                          <p:val>
                                            <p:fltVal val="0"/>
                                          </p:val>
                                        </p:tav>
                                        <p:tav tm="100000">
                                          <p:val>
                                            <p:strVal val="#ppt_h"/>
                                          </p:val>
                                        </p:tav>
                                      </p:tavLst>
                                    </p:anim>
                                  </p:childTnLst>
                                </p:cTn>
                              </p:par>
                            </p:childTnLst>
                          </p:cTn>
                        </p:par>
                        <p:par>
                          <p:cTn id="181" fill="hold" nodeType="afterGroup">
                            <p:stCondLst>
                              <p:cond delay="500"/>
                            </p:stCondLst>
                            <p:childTnLst>
                              <p:par>
                                <p:cTn id="182" presetID="1" presetClass="entr" presetSubtype="0" fill="hold" grpId="0" nodeType="afterEffect">
                                  <p:stCondLst>
                                    <p:cond delay="0"/>
                                  </p:stCondLst>
                                  <p:childTnLst>
                                    <p:set>
                                      <p:cBhvr>
                                        <p:cTn id="183" dur="1" fill="hold">
                                          <p:stCondLst>
                                            <p:cond delay="499"/>
                                          </p:stCondLst>
                                        </p:cTn>
                                        <p:tgtEl>
                                          <p:spTgt spid="682048"/>
                                        </p:tgtEl>
                                        <p:attrNameLst>
                                          <p:attrName>style.visibility</p:attrName>
                                        </p:attrNameLst>
                                      </p:cBhvr>
                                      <p:to>
                                        <p:strVal val="visible"/>
                                      </p:to>
                                    </p:set>
                                  </p:childTnLst>
                                </p:cTn>
                              </p:par>
                            </p:childTnLst>
                          </p:cTn>
                        </p:par>
                      </p:childTnLst>
                    </p:cTn>
                  </p:par>
                  <p:par>
                    <p:cTn id="184" fill="hold" nodeType="clickPar">
                      <p:stCondLst>
                        <p:cond delay="indefinite"/>
                      </p:stCondLst>
                      <p:childTnLst>
                        <p:par>
                          <p:cTn id="185" fill="hold" nodeType="withGroup">
                            <p:stCondLst>
                              <p:cond delay="0"/>
                            </p:stCondLst>
                            <p:childTnLst>
                              <p:par>
                                <p:cTn id="186" presetID="1" presetClass="entr" presetSubtype="0" fill="hold" grpId="0" nodeType="clickEffect">
                                  <p:stCondLst>
                                    <p:cond delay="0"/>
                                  </p:stCondLst>
                                  <p:childTnLst>
                                    <p:set>
                                      <p:cBhvr>
                                        <p:cTn id="187" dur="1" fill="hold">
                                          <p:stCondLst>
                                            <p:cond delay="499"/>
                                          </p:stCondLst>
                                        </p:cTn>
                                        <p:tgtEl>
                                          <p:spTgt spid="682052"/>
                                        </p:tgtEl>
                                        <p:attrNameLst>
                                          <p:attrName>style.visibility</p:attrName>
                                        </p:attrNameLst>
                                      </p:cBhvr>
                                      <p:to>
                                        <p:strVal val="visible"/>
                                      </p:to>
                                    </p:set>
                                  </p:childTnLst>
                                </p:cTn>
                              </p:par>
                            </p:childTnLst>
                          </p:cTn>
                        </p:par>
                        <p:par>
                          <p:cTn id="188" fill="hold" nodeType="afterGroup">
                            <p:stCondLst>
                              <p:cond delay="500"/>
                            </p:stCondLst>
                            <p:childTnLst>
                              <p:par>
                                <p:cTn id="189" presetID="12" presetClass="entr" presetSubtype="8" fill="hold" nodeType="afterEffect">
                                  <p:stCondLst>
                                    <p:cond delay="0"/>
                                  </p:stCondLst>
                                  <p:childTnLst>
                                    <p:set>
                                      <p:cBhvr>
                                        <p:cTn id="190" dur="1" fill="hold">
                                          <p:stCondLst>
                                            <p:cond delay="0"/>
                                          </p:stCondLst>
                                        </p:cTn>
                                        <p:tgtEl>
                                          <p:spTgt spid="8"/>
                                        </p:tgtEl>
                                        <p:attrNameLst>
                                          <p:attrName>style.visibility</p:attrName>
                                        </p:attrNameLst>
                                      </p:cBhvr>
                                      <p:to>
                                        <p:strVal val="visible"/>
                                      </p:to>
                                    </p:set>
                                    <p:animEffect transition="in" filter="slide(fromLeft)">
                                      <p:cBhvr>
                                        <p:cTn id="191" dur="500"/>
                                        <p:tgtEl>
                                          <p:spTgt spid="8"/>
                                        </p:tgtEl>
                                      </p:cBhvr>
                                    </p:animEffect>
                                  </p:childTnLst>
                                </p:cTn>
                              </p:par>
                            </p:childTnLst>
                          </p:cTn>
                        </p:par>
                      </p:childTnLst>
                    </p:cTn>
                  </p:par>
                  <p:par>
                    <p:cTn id="192" fill="hold" nodeType="clickPar">
                      <p:stCondLst>
                        <p:cond delay="indefinite"/>
                      </p:stCondLst>
                      <p:childTnLst>
                        <p:par>
                          <p:cTn id="193" fill="hold" nodeType="withGroup">
                            <p:stCondLst>
                              <p:cond delay="0"/>
                            </p:stCondLst>
                            <p:childTnLst>
                              <p:par>
                                <p:cTn id="194" presetID="22" presetClass="entr" presetSubtype="8" fill="hold" grpId="0" nodeType="clickEffect">
                                  <p:stCondLst>
                                    <p:cond delay="0"/>
                                  </p:stCondLst>
                                  <p:childTnLst>
                                    <p:set>
                                      <p:cBhvr>
                                        <p:cTn id="195" dur="1" fill="hold">
                                          <p:stCondLst>
                                            <p:cond delay="0"/>
                                          </p:stCondLst>
                                        </p:cTn>
                                        <p:tgtEl>
                                          <p:spTgt spid="682054"/>
                                        </p:tgtEl>
                                        <p:attrNameLst>
                                          <p:attrName>style.visibility</p:attrName>
                                        </p:attrNameLst>
                                      </p:cBhvr>
                                      <p:to>
                                        <p:strVal val="visible"/>
                                      </p:to>
                                    </p:set>
                                    <p:animEffect transition="in" filter="wipe(left)">
                                      <p:cBhvr>
                                        <p:cTn id="196" dur="500"/>
                                        <p:tgtEl>
                                          <p:spTgt spid="6820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2010" grpId="0" animBg="1"/>
      <p:bldP spid="682012" grpId="0"/>
      <p:bldP spid="682013" grpId="0"/>
      <p:bldP spid="682014" grpId="0" animBg="1"/>
      <p:bldP spid="682015" grpId="0" animBg="1"/>
      <p:bldP spid="682016" grpId="0" animBg="1"/>
      <p:bldP spid="682021" grpId="0" animBg="1"/>
      <p:bldP spid="682022" grpId="0" animBg="1"/>
      <p:bldP spid="682026" grpId="0" animBg="1"/>
      <p:bldP spid="682027" grpId="0" animBg="1"/>
      <p:bldP spid="682028" grpId="0" animBg="1"/>
      <p:bldP spid="682033" grpId="0" animBg="1"/>
      <p:bldP spid="682034" grpId="0" animBg="1"/>
      <p:bldP spid="682038" grpId="0" animBg="1"/>
      <p:bldP spid="682042" grpId="0" animBg="1"/>
      <p:bldP spid="682043" grpId="0" animBg="1"/>
      <p:bldP spid="682044" grpId="0" animBg="1"/>
      <p:bldP spid="682048" grpId="0" animBg="1"/>
      <p:bldP spid="682052" grpId="0" animBg="1"/>
      <p:bldP spid="682053" grpId="0" animBg="1"/>
      <p:bldP spid="682054" grpId="0" animBg="1"/>
      <p:bldP spid="682055" grpId="0" animBg="1"/>
    </p:bldLst>
  </p:timing>
</p:sld>
</file>

<file path=ppt/theme/theme1.xml><?xml version="1.0" encoding="utf-8"?>
<a:theme xmlns:a="http://schemas.openxmlformats.org/drawingml/2006/main" name="1_默认设计模板">
  <a:themeElements>
    <a:clrScheme name="自定义 33">
      <a:dk1>
        <a:srgbClr val="000000"/>
      </a:dk1>
      <a:lt1>
        <a:srgbClr val="FEFFFF"/>
      </a:lt1>
      <a:dk2>
        <a:srgbClr val="000000"/>
      </a:dk2>
      <a:lt2>
        <a:srgbClr val="969696"/>
      </a:lt2>
      <a:accent1>
        <a:srgbClr val="6C4C8F"/>
      </a:accent1>
      <a:accent2>
        <a:srgbClr val="3333CC"/>
      </a:accent2>
      <a:accent3>
        <a:srgbClr val="FEFFFF"/>
      </a:accent3>
      <a:accent4>
        <a:srgbClr val="000000"/>
      </a:accent4>
      <a:accent5>
        <a:srgbClr val="AAE2CA"/>
      </a:accent5>
      <a:accent6>
        <a:srgbClr val="2D2DB9"/>
      </a:accent6>
      <a:hlink>
        <a:srgbClr val="0000FF"/>
      </a:hlink>
      <a:folHlink>
        <a:srgbClr val="003366"/>
      </a:folHlink>
    </a:clrScheme>
    <a:fontScheme name="11v1j1fj">
      <a:majorFont>
        <a:latin typeface="Times New Roman"/>
        <a:ea typeface="Microsoft YaHei"/>
        <a:cs typeface=""/>
      </a:majorFont>
      <a:minorFont>
        <a:latin typeface="Times New Roman"/>
        <a:ea typeface="Microsoft YaHe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noFill/>
          <a:prstDash val="solid"/>
          <a:round/>
          <a:headEnd type="none" w="med" len="med"/>
          <a:tailEnd type="none" w="med" len="med"/>
        </a:ln>
      </a:spPr>
      <a:bodyPr vert="horz" wrap="square" lIns="91440" tIns="45720" rIns="91440" bIns="45720" numCol="1" anchor="t" anchorCtr="0" compatLnSpc="1"/>
      <a:lstStyle>
        <a:defPPr marL="342900" marR="0" indent="-342900" algn="l" defTabSz="914400" rtl="0" eaLnBrk="0" fontAlgn="base" latinLnBrk="0" hangingPunct="0">
          <a:lnSpc>
            <a:spcPct val="100000"/>
          </a:lnSpc>
          <a:spcBef>
            <a:spcPct val="20000"/>
          </a:spcBef>
          <a:spcAft>
            <a:spcPct val="0"/>
          </a:spcAft>
          <a:buClrTx/>
          <a:buSzTx/>
          <a:buFontTx/>
          <a:buNone/>
          <a:defRPr kumimoji="1" lang="zh-CN" altLang="en-US" sz="2800" b="0" i="0" u="none" strike="noStrike" cap="none" normalizeH="0" baseline="0" smtClean="0">
            <a:ln>
              <a:noFill/>
            </a:ln>
            <a:solidFill>
              <a:schemeClr val="tx1"/>
            </a:solidFill>
            <a:effectLst/>
            <a:latin typeface="Times New Roman" panose="02020603050405020304" pitchFamily="18" charset="0"/>
            <a:ea typeface="仿宋_GB2312" panose="02010609030101010101" pitchFamily="49" charset="-122"/>
          </a:defRPr>
        </a:defPPr>
      </a:lstStyle>
    </a:spDef>
    <a:lnDef>
      <a:spPr bwMode="auto">
        <a:xfrm>
          <a:off x="0" y="0"/>
          <a:ext cx="1" cy="1"/>
        </a:xfrm>
        <a:custGeom>
          <a:avLst/>
          <a:gdLst/>
          <a:ahLst/>
          <a:cxnLst/>
          <a:rect l="0" t="0" r="0" b="0"/>
          <a:pathLst/>
        </a:custGeom>
        <a:solidFill>
          <a:schemeClr val="accent1"/>
        </a:solidFill>
        <a:ln w="9525" cap="flat" cmpd="sng" algn="ctr">
          <a:noFill/>
          <a:prstDash val="solid"/>
          <a:round/>
          <a:headEnd type="none" w="med" len="med"/>
          <a:tailEnd type="none" w="med" len="med"/>
        </a:ln>
      </a:spPr>
      <a:bodyPr vert="horz" wrap="square" lIns="91440" tIns="45720" rIns="91440" bIns="45720" numCol="1" anchor="t" anchorCtr="0" compatLnSpc="1"/>
      <a:lstStyle>
        <a:defPPr marL="342900" marR="0" indent="-342900" algn="l" defTabSz="914400" rtl="0" eaLnBrk="0" fontAlgn="base" latinLnBrk="0" hangingPunct="0">
          <a:lnSpc>
            <a:spcPct val="100000"/>
          </a:lnSpc>
          <a:spcBef>
            <a:spcPct val="20000"/>
          </a:spcBef>
          <a:spcAft>
            <a:spcPct val="0"/>
          </a:spcAft>
          <a:buClrTx/>
          <a:buSzTx/>
          <a:buFontTx/>
          <a:buNone/>
          <a:defRPr kumimoji="1" lang="zh-CN" altLang="en-US" sz="2800" b="0" i="0" u="none" strike="noStrike" cap="none" normalizeH="0" baseline="0" smtClean="0">
            <a:ln>
              <a:noFill/>
            </a:ln>
            <a:solidFill>
              <a:schemeClr val="tx1"/>
            </a:solidFill>
            <a:effectLst/>
            <a:latin typeface="Times New Roman" panose="02020603050405020304" pitchFamily="18" charset="0"/>
            <a:ea typeface="仿宋_GB2312" panose="02010609030101010101" pitchFamily="49" charset="-122"/>
          </a:defRPr>
        </a:defPPr>
      </a:lstStyle>
    </a:lnDef>
  </a:objectDefaults>
  <a:extraClrSchemeLst>
    <a:extraClrScheme>
      <a:clrScheme name="默认设计模板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默认设计模板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默认设计模板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默认设计模板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默认设计模板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默认设计模板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默认设计模板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自定义 33">
    <a:dk1>
      <a:srgbClr val="000000"/>
    </a:dk1>
    <a:lt1>
      <a:srgbClr val="FEFFFF"/>
    </a:lt1>
    <a:dk2>
      <a:srgbClr val="000000"/>
    </a:dk2>
    <a:lt2>
      <a:srgbClr val="969696"/>
    </a:lt2>
    <a:accent1>
      <a:srgbClr val="6C4C8F"/>
    </a:accent1>
    <a:accent2>
      <a:srgbClr val="3333CC"/>
    </a:accent2>
    <a:accent3>
      <a:srgbClr val="FEFFFF"/>
    </a:accent3>
    <a:accent4>
      <a:srgbClr val="000000"/>
    </a:accent4>
    <a:accent5>
      <a:srgbClr val="AAE2CA"/>
    </a:accent5>
    <a:accent6>
      <a:srgbClr val="2D2DB9"/>
    </a:accent6>
    <a:hlink>
      <a:srgbClr val="0000FF"/>
    </a:hlink>
    <a:folHlink>
      <a:srgbClr val="003366"/>
    </a:folHlink>
  </a:clrScheme>
</a:themeOverride>
</file>

<file path=docProps/app.xml><?xml version="1.0" encoding="utf-8"?>
<Properties xmlns="http://schemas.openxmlformats.org/officeDocument/2006/extended-properties" xmlns:vt="http://schemas.openxmlformats.org/officeDocument/2006/docPropsVTypes">
  <Template/>
  <TotalTime>1872</TotalTime>
  <Words>11184</Words>
  <Application>Microsoft Macintosh PowerPoint</Application>
  <PresentationFormat>On-screen Show (4:3)</PresentationFormat>
  <Paragraphs>2315</Paragraphs>
  <Slides>182</Slides>
  <Notes>8</Notes>
  <HiddenSlides>0</HiddenSlides>
  <MMClips>0</MMClips>
  <ScaleCrop>false</ScaleCrop>
  <HeadingPairs>
    <vt:vector size="8" baseType="variant">
      <vt:variant>
        <vt:lpstr>Fonts Used</vt:lpstr>
      </vt:variant>
      <vt:variant>
        <vt:i4>16</vt:i4>
      </vt:variant>
      <vt:variant>
        <vt:lpstr>Theme</vt:lpstr>
      </vt:variant>
      <vt:variant>
        <vt:i4>1</vt:i4>
      </vt:variant>
      <vt:variant>
        <vt:lpstr>Embedded OLE Servers</vt:lpstr>
      </vt:variant>
      <vt:variant>
        <vt:i4>4</vt:i4>
      </vt:variant>
      <vt:variant>
        <vt:lpstr>Slide Titles</vt:lpstr>
      </vt:variant>
      <vt:variant>
        <vt:i4>182</vt:i4>
      </vt:variant>
    </vt:vector>
  </HeadingPairs>
  <TitlesOfParts>
    <vt:vector size="203" baseType="lpstr">
      <vt:lpstr>等线</vt:lpstr>
      <vt:lpstr>隶书</vt:lpstr>
      <vt:lpstr>微软雅黑</vt:lpstr>
      <vt:lpstr>微软雅黑</vt:lpstr>
      <vt:lpstr>Pirulen</vt:lpstr>
      <vt:lpstr>宋体</vt:lpstr>
      <vt:lpstr>Swiss911 UCm BT</vt:lpstr>
      <vt:lpstr>Arial</vt:lpstr>
      <vt:lpstr>Arial Narrow</vt:lpstr>
      <vt:lpstr>Calibri</vt:lpstr>
      <vt:lpstr>Courier New</vt:lpstr>
      <vt:lpstr>Gill Sans</vt:lpstr>
      <vt:lpstr>Impact</vt:lpstr>
      <vt:lpstr>Leelawadee</vt:lpstr>
      <vt:lpstr>Times New Roman</vt:lpstr>
      <vt:lpstr>Wingdings</vt:lpstr>
      <vt:lpstr>1_默认设计模板</vt:lpstr>
      <vt:lpstr>Equation.3</vt:lpstr>
      <vt:lpstr>Visio.Drawing.11</vt:lpstr>
      <vt:lpstr>Picture</vt:lpstr>
      <vt:lpstr>公式</vt:lpstr>
      <vt:lpstr>PowerPoint Presentation</vt:lpstr>
      <vt:lpstr>近1月上课内容</vt:lpstr>
      <vt:lpstr>PowerPoint Presentation</vt:lpstr>
      <vt:lpstr>PowerPoint Presentation</vt:lpstr>
      <vt:lpstr>PowerPoint Presentation</vt:lpstr>
      <vt:lpstr>PowerPoint Presentation</vt:lpstr>
      <vt:lpstr>分析26 个英文字母组成的英文表</vt:lpstr>
      <vt:lpstr>PowerPoint Presentation</vt:lpstr>
      <vt:lpstr>PowerPoint Presentation</vt:lpstr>
      <vt:lpstr>PowerPoint Presentation</vt:lpstr>
      <vt:lpstr>2.2 案例引入</vt:lpstr>
      <vt:lpstr>PowerPoint Presentation</vt:lpstr>
      <vt:lpstr>PowerPoint Presentation</vt:lpstr>
      <vt:lpstr>PowerPoint Presentation</vt:lpstr>
      <vt:lpstr>PowerPoint Presentation</vt:lpstr>
      <vt:lpstr>PowerPoint Presentation</vt:lpstr>
      <vt:lpstr>多项式相加</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多项式相加</vt:lpstr>
      <vt:lpstr>多项式相加</vt:lpstr>
      <vt:lpstr>多项式相加</vt:lpstr>
      <vt:lpstr>多项式相加</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bjfu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数据结构</dc:title>
  <dc:creator>lidongmei</dc:creator>
  <cp:lastModifiedBy>Microsoft Office User</cp:lastModifiedBy>
  <cp:revision>1161</cp:revision>
  <dcterms:created xsi:type="dcterms:W3CDTF">1996-07-15T15:40:02Z</dcterms:created>
  <dcterms:modified xsi:type="dcterms:W3CDTF">2026-03-10T05:44:49Z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2052-10.1.0.7469</vt:lpwstr>
  </property>
</Properties>
</file>